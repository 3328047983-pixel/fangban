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slideLayout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slideLayouts/slideLayout6.xml" ContentType="application/vnd.openxmlformats-officedocument.presentationml.slideLayout+xml"/>
  <Override PartName="/ppt/theme/theme10.xml" ContentType="application/vnd.openxmlformats-officedocument.theme+xml"/>
  <Override PartName="/ppt/slideLayouts/slideLayout7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slideLayouts/slideLayout8.xml" ContentType="application/vnd.openxmlformats-officedocument.presentationml.slideLayout+xml"/>
  <Override PartName="/ppt/theme/theme15.xml" ContentType="application/vnd.openxmlformats-officedocument.theme+xml"/>
  <Override PartName="/ppt/slideLayouts/slideLayout9.xml" ContentType="application/vnd.openxmlformats-officedocument.presentationml.slideLayout+xml"/>
  <Override PartName="/ppt/theme/theme16.xml" ContentType="application/vnd.openxmlformats-officedocument.theme+xml"/>
  <Override PartName="/ppt/slideLayouts/slideLayout10.xml" ContentType="application/vnd.openxmlformats-officedocument.presentationml.slideLayout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slideLayouts/slideLayout11.xml" ContentType="application/vnd.openxmlformats-officedocument.presentationml.slideLayout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slideLayouts/slideLayout12.xml" ContentType="application/vnd.openxmlformats-officedocument.presentationml.slideLayout+xml"/>
  <Override PartName="/ppt/theme/theme38.xml" ContentType="application/vnd.openxmlformats-officedocument.theme+xml"/>
  <Override PartName="/ppt/slideLayouts/slideLayout13.xml" ContentType="application/vnd.openxmlformats-officedocument.presentationml.slideLayout+xml"/>
  <Override PartName="/ppt/theme/theme39.xml" ContentType="application/vnd.openxmlformats-officedocument.theme+xml"/>
  <Override PartName="/ppt/theme/theme40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7" r:id="rId6"/>
    <p:sldMasterId id="2147483659" r:id="rId7"/>
    <p:sldMasterId id="2147483660" r:id="rId8"/>
    <p:sldMasterId id="2147483661" r:id="rId9"/>
    <p:sldMasterId id="2147483662" r:id="rId10"/>
    <p:sldMasterId id="2147483664" r:id="rId11"/>
    <p:sldMasterId id="2147483666" r:id="rId12"/>
    <p:sldMasterId id="2147483667" r:id="rId13"/>
    <p:sldMasterId id="2147483668" r:id="rId14"/>
    <p:sldMasterId id="2147483669" r:id="rId15"/>
    <p:sldMasterId id="2147483671" r:id="rId16"/>
    <p:sldMasterId id="2147483673" r:id="rId17"/>
    <p:sldMasterId id="2147483675" r:id="rId18"/>
    <p:sldMasterId id="2147483676" r:id="rId19"/>
    <p:sldMasterId id="2147483677" r:id="rId20"/>
    <p:sldMasterId id="2147483678" r:id="rId21"/>
    <p:sldMasterId id="2147483679" r:id="rId22"/>
    <p:sldMasterId id="2147483680" r:id="rId23"/>
    <p:sldMasterId id="2147483681" r:id="rId24"/>
    <p:sldMasterId id="2147483682" r:id="rId25"/>
    <p:sldMasterId id="2147483683" r:id="rId26"/>
    <p:sldMasterId id="2147483684" r:id="rId27"/>
    <p:sldMasterId id="2147483686" r:id="rId28"/>
    <p:sldMasterId id="2147483687" r:id="rId29"/>
    <p:sldMasterId id="2147483688" r:id="rId30"/>
    <p:sldMasterId id="2147483689" r:id="rId31"/>
    <p:sldMasterId id="2147483690" r:id="rId32"/>
    <p:sldMasterId id="2147483691" r:id="rId33"/>
    <p:sldMasterId id="2147483692" r:id="rId34"/>
    <p:sldMasterId id="2147483693" r:id="rId35"/>
    <p:sldMasterId id="2147483694" r:id="rId36"/>
    <p:sldMasterId id="2147483695" r:id="rId37"/>
    <p:sldMasterId id="2147483696" r:id="rId38"/>
    <p:sldMasterId id="2147483698" r:id="rId39"/>
  </p:sldMasterIdLst>
  <p:notesMasterIdLst>
    <p:notesMasterId r:id="rId54"/>
  </p:notesMasterIdLst>
  <p:sldIdLst>
    <p:sldId id="256" r:id="rIdV2_1"/>
    <p:sldId id="257" r:id="rIdV2_2"/>
    <p:sldId id="258" r:id="rIdV2_3"/>
    <p:sldId id="259" r:id="rIdV2_4"/>
    <p:sldId id="260" r:id="rIdV2_5"/>
    <p:sldId id="261" r:id="rIdV2_6"/>
    <p:sldId id="262" r:id="rIdV2_7"/>
    <p:sldId id="263" r:id="rIdV2_8"/>
    <p:sldId id="264" r:id="rIdV2_9"/>
    <p:sldId id="265" r:id="rIdV2_10"/>
    <p:sldId id="266" r:id="rIdV2_11"/>
    <p:sldId id="267" r:id="rIdV2_12"/>
    <p:sldId id="268" r:id="rIdV2_13"/>
    <p:sldId id="269" r:id="rIdV2_14"/>
    <p:sldId id="270" r:id="rIdV2_15"/>
    <p:sldId id="271" r:id="rIdV2_16"/>
    <p:sldId id="272" r:id="rIdV2_17"/>
    <p:sldId id="273" r:id="rIdV2_18"/>
    <p:sldId id="274" r:id="rIdV2_19"/>
    <p:sldId id="275" r:id="rIdV2_20"/>
    <p:sldId id="276" r:id="rIdV2_21"/>
    <p:sldId id="277" r:id="rIdV2_22"/>
    <p:sldId id="278" r:id="rIdV2_23"/>
    <p:sldId id="279" r:id="rIdV2_24"/>
    <p:sldId id="280" r:id="rIdV2_25"/>
    <p:sldId id="281" r:id="rIdV2_26"/>
    <p:sldId id="282" r:id="rIdV2_27"/>
    <p:sldId id="283" r:id="rIdV2_28"/>
    <p:sldId id="284" r:id="rIdV2_29"/>
    <p:sldId id="285" r:id="rIdV2_30"/>
    <p:sldId id="286" r:id="rIdV2_31"/>
    <p:sldId id="287" r:id="rIdV2_32"/>
    <p:sldId id="288" r:id="rIdV2_33"/>
    <p:sldId id="289" r:id="rIdV2_34"/>
    <p:sldId id="290" r:id="rIdV2_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Master" Target="slideMasters/slideMaster39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55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56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20" Type="http://schemas.openxmlformats.org/officeDocument/2006/relationships/slideMaster" Target="slideMasters/slideMaster2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57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V2_1" Type="http://schemas.openxmlformats.org/officeDocument/2006/relationships/slide" Target="slides/slide1.xml"/><Relationship Id="rIdV2_2" Type="http://schemas.openxmlformats.org/officeDocument/2006/relationships/slide" Target="slides/slide2.xml"/><Relationship Id="rIdV2_3" Type="http://schemas.openxmlformats.org/officeDocument/2006/relationships/slide" Target="slides/slide3.xml"/><Relationship Id="rIdV2_4" Type="http://schemas.openxmlformats.org/officeDocument/2006/relationships/slide" Target="slides/slide4.xml"/><Relationship Id="rIdV2_5" Type="http://schemas.openxmlformats.org/officeDocument/2006/relationships/slide" Target="slides/slide5.xml"/><Relationship Id="rIdV2_6" Type="http://schemas.openxmlformats.org/officeDocument/2006/relationships/slide" Target="slides/slide6.xml"/><Relationship Id="rIdV2_7" Type="http://schemas.openxmlformats.org/officeDocument/2006/relationships/slide" Target="slides/slide7.xml"/><Relationship Id="rIdV2_8" Type="http://schemas.openxmlformats.org/officeDocument/2006/relationships/slide" Target="slides/slide8.xml"/><Relationship Id="rIdV2_9" Type="http://schemas.openxmlformats.org/officeDocument/2006/relationships/slide" Target="slides/slide9.xml"/><Relationship Id="rIdV2_10" Type="http://schemas.openxmlformats.org/officeDocument/2006/relationships/slide" Target="slides/slide10.xml"/><Relationship Id="rIdV2_11" Type="http://schemas.openxmlformats.org/officeDocument/2006/relationships/slide" Target="slides/slide11.xml"/><Relationship Id="rIdV2_12" Type="http://schemas.openxmlformats.org/officeDocument/2006/relationships/slide" Target="slides/slide12.xml"/><Relationship Id="rIdV2_13" Type="http://schemas.openxmlformats.org/officeDocument/2006/relationships/slide" Target="slides/slide13.xml"/><Relationship Id="rIdV2_14" Type="http://schemas.openxmlformats.org/officeDocument/2006/relationships/slide" Target="slides/slide14.xml"/><Relationship Id="rIdV2_15" Type="http://schemas.openxmlformats.org/officeDocument/2006/relationships/slide" Target="slides/slide15.xml"/><Relationship Id="rIdV2_16" Type="http://schemas.openxmlformats.org/officeDocument/2006/relationships/slide" Target="slides/slide16.xml"/><Relationship Id="rIdV2_17" Type="http://schemas.openxmlformats.org/officeDocument/2006/relationships/slide" Target="slides/slide17.xml"/><Relationship Id="rIdV2_18" Type="http://schemas.openxmlformats.org/officeDocument/2006/relationships/slide" Target="slides/slide18.xml"/><Relationship Id="rIdV2_19" Type="http://schemas.openxmlformats.org/officeDocument/2006/relationships/slide" Target="slides/slide19.xml"/><Relationship Id="rIdV2_20" Type="http://schemas.openxmlformats.org/officeDocument/2006/relationships/slide" Target="slides/slide20.xml"/><Relationship Id="rIdV2_21" Type="http://schemas.openxmlformats.org/officeDocument/2006/relationships/slide" Target="slides/slide21.xml"/><Relationship Id="rIdV2_22" Type="http://schemas.openxmlformats.org/officeDocument/2006/relationships/slide" Target="slides/slide22.xml"/><Relationship Id="rIdV2_23" Type="http://schemas.openxmlformats.org/officeDocument/2006/relationships/slide" Target="slides/slide23.xml"/><Relationship Id="rIdV2_24" Type="http://schemas.openxmlformats.org/officeDocument/2006/relationships/slide" Target="slides/slide24.xml"/><Relationship Id="rIdV2_25" Type="http://schemas.openxmlformats.org/officeDocument/2006/relationships/slide" Target="slides/slide25.xml"/><Relationship Id="rIdV2_26" Type="http://schemas.openxmlformats.org/officeDocument/2006/relationships/slide" Target="slides/slide26.xml"/><Relationship Id="rIdV2_27" Type="http://schemas.openxmlformats.org/officeDocument/2006/relationships/slide" Target="slides/slide27.xml"/><Relationship Id="rIdV2_28" Type="http://schemas.openxmlformats.org/officeDocument/2006/relationships/slide" Target="slides/slide28.xml"/><Relationship Id="rIdV2_29" Type="http://schemas.openxmlformats.org/officeDocument/2006/relationships/slide" Target="slides/slide29.xml"/><Relationship Id="rIdV2_30" Type="http://schemas.openxmlformats.org/officeDocument/2006/relationships/slide" Target="slides/slide30.xml"/><Relationship Id="rIdV2_31" Type="http://schemas.openxmlformats.org/officeDocument/2006/relationships/slide" Target="slides/slide31.xml"/><Relationship Id="rIdV2_32" Type="http://schemas.openxmlformats.org/officeDocument/2006/relationships/slide" Target="slides/slide32.xml"/><Relationship Id="rIdV2_33" Type="http://schemas.openxmlformats.org/officeDocument/2006/relationships/slide" Target="slides/slide33.xml"/><Relationship Id="rIdV2_34" Type="http://schemas.openxmlformats.org/officeDocument/2006/relationships/slide" Target="slides/slide34.xml"/><Relationship Id="rIdV2_35" Type="http://schemas.openxmlformats.org/officeDocument/2006/relationships/slide" Target="slides/slide3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650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VAB-OmniGibson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w/o CTL</c:v>
          </c:tx>
          <c:spPr>
            <a:solidFill>
              <a:srgbClr val="95AAB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142F4B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Qwen2-VL 7B</c:v>
                </c:pt>
                <c:pt idx="1">
                  <c:v>InternVL3 8B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47.6</c:v>
                </c:pt>
                <c:pt idx="1">
                  <c:v>46.5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AEB-384D-ADE9-04CFB4C4B48C}"/>
            </c:ext>
          </c:extLst>
        </c:ser>
        <c:ser>
          <c:idx val="1"/>
          <c:order val="1"/>
          <c:tx>
            <c:v>BEAT</c:v>
          </c:tx>
          <c:spPr>
            <a:solidFill>
              <a:srgbClr val="005A9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142F4B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Qwen2-VL 7B</c:v>
                </c:pt>
                <c:pt idx="1">
                  <c:v>InternVL3 8B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77.900000000000006</c:v>
                </c:pt>
                <c:pt idx="1">
                  <c:v>74.099999999999994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9AEB-384D-ADE9-04CFB4C4B4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AC6BF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42F4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7E3EE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63788D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sz="1650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EB-ALFRED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w/o CTL</c:v>
          </c:tx>
          <c:spPr>
            <a:solidFill>
              <a:srgbClr val="95AAB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142F4B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Qwen2-VL 7B</c:v>
                </c:pt>
                <c:pt idx="1">
                  <c:v>InternVL3 8B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40.200000000000003</c:v>
                </c:pt>
                <c:pt idx="1">
                  <c:v>69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BF2-E946-A8D9-7B772A27A2E1}"/>
            </c:ext>
          </c:extLst>
        </c:ser>
        <c:ser>
          <c:idx val="1"/>
          <c:order val="1"/>
          <c:tx>
            <c:v>BEAT</c:v>
          </c:tx>
          <c:spPr>
            <a:solidFill>
              <a:srgbClr val="005A9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 b="1">
                    <a:solidFill>
                      <a:srgbClr val="142F4B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Qwen2-VL 7B</c:v>
                </c:pt>
                <c:pt idx="1">
                  <c:v>InternVL3 8B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59.2</c:v>
                </c:pt>
                <c:pt idx="1">
                  <c:v>80.8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BF2-E946-A8D9-7B772A27A2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AC6BF"/>
            </a:solidFill>
          </a:ln>
        </c:spPr>
        <c:txPr>
          <a:bodyPr anchorCtr="1"/>
          <a:lstStyle/>
          <a:p>
            <a:pPr>
              <a:defRPr sz="1350">
                <a:solidFill>
                  <a:srgbClr val="142F4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7E3EE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050">
                <a:solidFill>
                  <a:srgbClr val="63788D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来源：Zhan et al. · ICLR 2026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· 研究问题、方法验证与研究启发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§3.1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图 1，§1–2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§3.2、§4.1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来源：依据论文 §3–4 与附录 E–F 归纳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§4.1，附录 A–B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图 2，§3.3–3.4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§3.3–3.4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图 3，§4.2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图示均为完整 BEAT 的成功轨迹，不能仅据此归因于 SFT。成功攻击轨迹平均为 9.0 步。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表 1，图 3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§3.3，图 2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§3.3–3.4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§3.4，公式见第 6 页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§4.1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表 1；单位：SR、ASR、FTR 为 %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图 4，§4.3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表 3；Qwen2-VL-7B / VAB-OmniGibson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§3.4、表 1、表 3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图 6，§4.3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§4.3，附录 F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附录 E；安全提示实验为 VAB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§3–4、附录 E–F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§5；延伸思考：目标一致性、持续监测与有效干预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表 1；附录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表 1；附录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66750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来源：BEAT 表 5–6，附录 B；附录</a:t>
            </a:r>
            <a:endParaRPr lang="zh-CN" sz="1050"/>
          </a:p>
          <a:p>
            <a:pPr algn="l">
              <a:lnSpc>
                <a:spcPct val="115000"/>
              </a:lnSpc>
            </a:pPr>
            <a:r>
              <a:rPr lang="zh-CN" sz="10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学校标识沿用原稿华南理工大学校徽与校名组合；学校标识说明：https://www.scut.edu.cn/new/9017/list.htm。蓝白排版为本演示适配。</a:t>
            </a:r>
            <a:endParaRPr lang="zh-CN" sz="105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主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>
            <a:extLst>
              <a:ext uri="{FF2B5EF4-FFF2-40B4-BE49-F238E27FC236}">
                <a16:creationId xmlns:a16="http://schemas.microsoft.com/office/drawing/2014/main" id="{BC782D11-A0DD-43D2-ACD0-FEF0AB968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l">
              <a:buNone/>
            </a:pPr>
            <a:endParaRPr/>
          </a:p>
        </p:txBody>
      </p:sp>
      <p:sp>
        <p:nvSpPr>
          <p:cNvPr id="83" name="PlaceHolder 2">
            <a:extLst>
              <a:ext uri="{FF2B5EF4-FFF2-40B4-BE49-F238E27FC236}">
                <a16:creationId xmlns:a16="http://schemas.microsoft.com/office/drawing/2014/main" id="{19B9C419-CE1B-410A-AF7D-9F51C4E96ED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27491CBD-AC08-4C23-8BBF-96AA76B5C3E5}"/>
              </a:ext>
            </a:extLst>
          </p:cNvPr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ED9F40A-2180-43D3-BE11-86CB5AE1126A}" type="slidenum">
              <a:t>‹#›</a:t>
            </a:fld>
            <a:endParaRPr/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385AE1FF-9F04-471C-8A24-0182C89DF14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A581F541-CEE2-4434-8CB3-C33228646111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1FB337A1-5F50-4DEE-B974-E47C6B09F7B3}" type="slidenum">
              <a:t>‹#›</a:t>
            </a:fld>
            <a:endParaRPr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94C6CBB-71BB-4A5B-9774-8C0FEE1DE6FB}"/>
              </a:ext>
            </a:extLst>
          </p:cNvPr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C07937BD-D609-4254-B341-08A92B34344D}"/>
              </a:ext>
            </a:extLst>
          </p:cNvPr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CF983C4-1A9D-4390-9FC6-08B40754CC85}" type="slidenum">
              <a:t>‹#›</a:t>
            </a:fld>
            <a:endParaRPr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3C33E3B7-76B3-42D1-86CA-587A2F0C8FEB}"/>
              </a:ext>
            </a:extLst>
          </p:cNvPr>
          <p:cNvSpPr>
            <a:spLocks noGrp="1"/>
          </p:cNvSpPr>
          <p:nvPr>
            <p:ph type="dt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3A3A49BF-238E-4065-8085-068334DAEDEE}"/>
              </a:ext>
            </a:extLst>
          </p:cNvPr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6C6A1356-DE2B-48AA-B86B-B1F31106ACEC}" type="slidenum">
              <a:t>‹#›</a:t>
            </a:fld>
            <a:endParaRPr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765DF5D-926D-4325-8AC5-E38F95ECB3EE}"/>
              </a:ext>
            </a:extLst>
          </p:cNvPr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DF45C543-EF65-4D84-A67D-66FED1ACA5D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7ED0471-E55F-424F-8AEF-E3318A582A97}" type="slidenum">
              <a:t>‹#›</a:t>
            </a:fld>
            <a:endParaRPr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A20A999A-2E93-4775-AC18-A54C1E313F91}"/>
              </a:ext>
            </a:extLst>
          </p:cNvPr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2FFDB798-830C-4E42-96E0-989976BD1ECD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483B6E71-4CA7-4C9A-A133-A9120801B921}" type="slidenum">
              <a:t>‹#›</a:t>
            </a:fld>
            <a:endParaRPr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462D4A55-3AA1-436F-B1F4-2993E19B326B}"/>
              </a:ext>
            </a:extLst>
          </p:cNvPr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46299BAF-6448-42EA-B337-B5BA0E64A33C}"/>
              </a:ext>
            </a:extLst>
          </p:cNvPr>
          <p:cNvSpPr>
            <a:spLocks noGrp="1"/>
          </p:cNvSpPr>
          <p:nvPr>
            <p:ph type="sldNum" idx="16"/>
          </p:nvPr>
        </p:nvSpPr>
        <p:spPr/>
        <p:txBody>
          <a:bodyPr/>
          <a:lstStyle/>
          <a:p>
            <a:fld id="{D0E48ABC-0921-4793-A356-F0A6D7160EED}" type="slidenum">
              <a:t>‹#›</a:t>
            </a:fld>
            <a:endParaRPr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C01BF30-501D-4AAF-97B7-7520243D380F}"/>
              </a:ext>
            </a:extLst>
          </p:cNvPr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026C81CB-29D8-4752-8980-660B66D30FBD}"/>
              </a:ext>
            </a:extLst>
          </p:cNvPr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924B761A-B764-48B2-929A-9B70F4486B0D}" type="slidenum">
              <a:t>‹#›</a:t>
            </a:fld>
            <a:endParaRPr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4033F1A6-E3B8-41F4-9E05-E61490980F72}"/>
              </a:ext>
            </a:extLst>
          </p:cNvPr>
          <p:cNvSpPr>
            <a:spLocks noGrp="1"/>
          </p:cNvSpPr>
          <p:nvPr>
            <p:ph type="dt" idx="2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B332905-CB74-44E1-BE09-1906F37B7468}"/>
              </a:ext>
            </a:extLst>
          </p:cNvPr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BBA3CB95-7C26-40DE-ACB6-AB5A9A8313BF}" type="slidenum">
              <a:t>‹#›</a:t>
            </a:fld>
            <a:endParaRPr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1F361835-00F9-41FE-9534-B8D832766D6A}"/>
              </a:ext>
            </a:extLst>
          </p:cNvPr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9211CFCD-FBF4-49DF-BCC3-F6D2BBE162C6}"/>
              </a:ext>
            </a:extLst>
          </p:cNvPr>
          <p:cNvSpPr>
            <a:spLocks noGrp="1"/>
          </p:cNvSpPr>
          <p:nvPr>
            <p:ph type="sldNum" idx="28"/>
          </p:nvPr>
        </p:nvSpPr>
        <p:spPr/>
        <p:txBody>
          <a:bodyPr/>
          <a:lstStyle/>
          <a:p>
            <a:fld id="{17854B59-0A94-4CBC-BD24-DD7E1F151ED5}" type="slidenum">
              <a:t>‹#›</a:t>
            </a:fld>
            <a:endParaRPr/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EFBD0401-10B3-4BF2-BC68-F53755FF0D7E}"/>
              </a:ext>
            </a:extLst>
          </p:cNvPr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标注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6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7.xml"/></Relationships>
</file>

<file path=ppt/slideMasters/_rels/slideMaster12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8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9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0.xml"/></Relationships>
</file>

<file path=ppt/slideMasters/_rels/slideMaster18.xml.rels><?xml version="1.0" encoding="UTF-8" standalone="yes"?>
<Relationships xmlns="http://schemas.openxmlformats.org/package/2006/relationships"><Relationship Id="rId1" Type="http://schemas.openxmlformats.org/officeDocument/2006/relationships/theme" Target="../theme/theme18.xml"/></Relationships>
</file>

<file path=ppt/slideMasters/_rels/slideMaster19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1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11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1.xml"/></Relationships>
</file>

<file path=ppt/slideMasters/_rels/slideMaster32.xml.rels><?xml version="1.0" encoding="UTF-8" standalone="yes"?>
<Relationships xmlns="http://schemas.openxmlformats.org/package/2006/relationships"><Relationship Id="rId1" Type="http://schemas.openxmlformats.org/officeDocument/2006/relationships/theme" Target="../theme/theme32.xml"/></Relationships>
</file>

<file path=ppt/slideMasters/_rels/slideMaster3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slideMasters/_rels/slideMaster34.xml.rels><?xml version="1.0" encoding="UTF-8" standalone="yes"?>
<Relationships xmlns="http://schemas.openxmlformats.org/package/2006/relationships"><Relationship Id="rId1" Type="http://schemas.openxmlformats.org/officeDocument/2006/relationships/theme" Target="../theme/theme34.xml"/></Relationships>
</file>

<file path=ppt/slideMasters/_rels/slideMaster35.xml.rels><?xml version="1.0" encoding="UTF-8" standalone="yes"?>
<Relationships xmlns="http://schemas.openxmlformats.org/package/2006/relationships"><Relationship Id="rId1" Type="http://schemas.openxmlformats.org/officeDocument/2006/relationships/theme" Target="../theme/theme35.xml"/></Relationships>
</file>

<file path=ppt/slideMasters/_rels/slideMaster36.xml.rels><?xml version="1.0" encoding="UTF-8" standalone="yes"?>
<Relationships xmlns="http://schemas.openxmlformats.org/package/2006/relationships"><Relationship Id="rId1" Type="http://schemas.openxmlformats.org/officeDocument/2006/relationships/theme" Target="../theme/theme36.xml"/></Relationships>
</file>

<file path=ppt/slideMasters/_rels/slideMaster37.xml.rels><?xml version="1.0" encoding="UTF-8" standalone="yes"?>
<Relationships xmlns="http://schemas.openxmlformats.org/package/2006/relationships"><Relationship Id="rId1" Type="http://schemas.openxmlformats.org/officeDocument/2006/relationships/theme" Target="../theme/theme37.xml"/></Relationships>
</file>

<file path=ppt/slideMasters/_rels/slideMaster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9.xml.rels><?xml version="1.0" encoding="UTF-8" standalone="yes"?>
<Relationships xmlns="http://schemas.openxmlformats.org/package/2006/relationships"><Relationship Id="rId2" Type="http://schemas.openxmlformats.org/officeDocument/2006/relationships/theme" Target="../theme/theme39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2F4455F2-3AD2-4378-9D2D-6EFBAA21C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1970280"/>
            <a:ext cx="6538320" cy="149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lstStyle>
            <a:lvl1pPr indent="0" defTabSz="914400">
              <a:lnSpc>
                <a:spcPct val="120000"/>
              </a:lnSpc>
              <a:buNone/>
              <a:defRPr sz="44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defTabSz="914400">
              <a:lnSpc>
                <a:spcPct val="120000"/>
              </a:lnSpc>
              <a:buNone/>
            </a:pPr>
            <a:r>
              <a:rPr sz="44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单击此处编辑母版</a:t>
            </a:r>
            <a:br/>
            <a:r>
              <a:rPr sz="44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标题样式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B0305443-806B-4BE8-BE76-DE6A32C8E2F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45920" y="4735800"/>
            <a:ext cx="3339720" cy="333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0000" tIns="0" rIns="90000" bIns="0" anchor="ctr">
            <a:normAutofit/>
          </a:bodyPr>
          <a:lstStyle>
            <a:lvl1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400" b="0" u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编辑母版文本样式</a:t>
            </a: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40046494-5A57-43AB-B6F7-68C995F325A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  <a:lvl2pPr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7" name="ïṥ1íďe">
            <a:extLst>
              <a:ext uri="{FF2B5EF4-FFF2-40B4-BE49-F238E27FC236}">
                <a16:creationId xmlns:a16="http://schemas.microsoft.com/office/drawing/2014/main" id="{180645E5-7E1A-45F6-900C-F1F52EC2350A}"/>
              </a:ext>
            </a:extLst>
          </p:cNvPr>
          <p:cNvSpPr>
            <a:spLocks noGrp="1"/>
          </p:cNvSpPr>
          <p:nvPr/>
        </p:nvSpPr>
        <p:spPr>
          <a:xfrm>
            <a:off x="812880" y="613080"/>
            <a:ext cx="320400" cy="320400"/>
          </a:xfrm>
          <a:prstGeom prst="ellipse">
            <a:avLst/>
          </a:prstGeom>
          <a:gradFill rotWithShape="0">
            <a:gsLst>
              <a:gs pos="14000">
                <a:srgbClr val="1584C9"/>
              </a:gs>
              <a:gs pos="100000">
                <a:srgbClr val="FFFFFF"/>
              </a:gs>
            </a:gsLst>
            <a:lin ang="5400000"/>
          </a:gradFill>
          <a:ln w="126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8" name="iṣḷîḍé">
            <a:extLst>
              <a:ext uri="{FF2B5EF4-FFF2-40B4-BE49-F238E27FC236}">
                <a16:creationId xmlns:a16="http://schemas.microsoft.com/office/drawing/2014/main" id="{3001AE6F-DAB7-488D-BCE8-EED21FCBA78E}"/>
              </a:ext>
            </a:extLst>
          </p:cNvPr>
          <p:cNvSpPr>
            <a:spLocks noGrp="1"/>
          </p:cNvSpPr>
          <p:nvPr/>
        </p:nvSpPr>
        <p:spPr>
          <a:xfrm>
            <a:off x="911880" y="917280"/>
            <a:ext cx="124560" cy="12240"/>
          </a:xfrm>
          <a:custGeom>
            <a:avLst/>
            <a:gdLst>
              <a:gd name="textAreaLeft" fmla="*/ 0 w 124560"/>
              <a:gd name="textAreaRight" fmla="*/ 124920 w 124560"/>
              <a:gd name="textAreaTop" fmla="*/ 0 h 12240"/>
              <a:gd name="textAreaBottom" fmla="*/ 12600 h 12240"/>
              <a:gd name="GluePoint1X" fmla="*/ 0 w 286"/>
              <a:gd name="GluePoint1Y" fmla="*/ 0 h 29"/>
              <a:gd name="GluePoint2X" fmla="*/ 286 w 286"/>
              <a:gd name="GluePoint2Y" fmla="*/ 0 h 29"/>
              <a:gd name="GluePoint3X" fmla="*/ 278 w 286"/>
              <a:gd name="GluePoint3Y" fmla="*/ 4 h 29"/>
              <a:gd name="GluePoint4X" fmla="*/ 269 w 286"/>
              <a:gd name="GluePoint4Y" fmla="*/ 7 h 29"/>
              <a:gd name="GluePoint5X" fmla="*/ 261 w 286"/>
              <a:gd name="GluePoint5Y" fmla="*/ 10 h 29"/>
              <a:gd name="GluePoint6X" fmla="*/ 253 w 286"/>
              <a:gd name="GluePoint6Y" fmla="*/ 13 h 29"/>
              <a:gd name="GluePoint7X" fmla="*/ 244 w 286"/>
              <a:gd name="GluePoint7Y" fmla="*/ 15 h 29"/>
              <a:gd name="GluePoint8X" fmla="*/ 236 w 286"/>
              <a:gd name="GluePoint8Y" fmla="*/ 17 h 29"/>
              <a:gd name="GluePoint9X" fmla="*/ 227 w 286"/>
              <a:gd name="GluePoint9Y" fmla="*/ 20 h 29"/>
              <a:gd name="GluePoint10X" fmla="*/ 218 w 286"/>
              <a:gd name="GluePoint10Y" fmla="*/ 21 h 29"/>
              <a:gd name="GluePoint11X" fmla="*/ 208 w 286"/>
              <a:gd name="GluePoint11Y" fmla="*/ 23 h 29"/>
              <a:gd name="GluePoint12X" fmla="*/ 200 w 286"/>
              <a:gd name="GluePoint12Y" fmla="*/ 25 h 29"/>
              <a:gd name="GluePoint13X" fmla="*/ 190 w 286"/>
              <a:gd name="GluePoint13Y" fmla="*/ 26 h 29"/>
              <a:gd name="GluePoint14X" fmla="*/ 181 w 286"/>
              <a:gd name="GluePoint14Y" fmla="*/ 27 h 29"/>
              <a:gd name="GluePoint15X" fmla="*/ 172 w 286"/>
              <a:gd name="GluePoint15Y" fmla="*/ 29 h 29"/>
              <a:gd name="GluePoint16X" fmla="*/ 162 w 286"/>
              <a:gd name="GluePoint16Y" fmla="*/ 29 h 29"/>
              <a:gd name="GluePoint17X" fmla="*/ 153 w 286"/>
              <a:gd name="GluePoint17Y" fmla="*/ 29 h 29"/>
              <a:gd name="GluePoint18X" fmla="*/ 143 w 286"/>
              <a:gd name="GluePoint18Y" fmla="*/ 29 h 29"/>
              <a:gd name="GluePoint19X" fmla="*/ 134 w 286"/>
              <a:gd name="GluePoint19Y" fmla="*/ 29 h 29"/>
              <a:gd name="GluePoint20X" fmla="*/ 125 w 286"/>
              <a:gd name="GluePoint20Y" fmla="*/ 29 h 29"/>
              <a:gd name="GluePoint21X" fmla="*/ 115 w 286"/>
              <a:gd name="GluePoint21Y" fmla="*/ 29 h 29"/>
              <a:gd name="GluePoint22X" fmla="*/ 106 w 286"/>
              <a:gd name="GluePoint22Y" fmla="*/ 27 h 29"/>
              <a:gd name="GluePoint23X" fmla="*/ 97 w 286"/>
              <a:gd name="GluePoint23Y" fmla="*/ 26 h 29"/>
              <a:gd name="GluePoint24X" fmla="*/ 87 w 286"/>
              <a:gd name="GluePoint24Y" fmla="*/ 25 h 29"/>
              <a:gd name="GluePoint25X" fmla="*/ 79 w 286"/>
              <a:gd name="GluePoint25Y" fmla="*/ 23 h 29"/>
              <a:gd name="GluePoint26X" fmla="*/ 69 w 286"/>
              <a:gd name="GluePoint26Y" fmla="*/ 21 h 29"/>
              <a:gd name="GluePoint27X" fmla="*/ 60 w 286"/>
              <a:gd name="GluePoint27Y" fmla="*/ 20 h 29"/>
              <a:gd name="GluePoint28X" fmla="*/ 51 w 286"/>
              <a:gd name="GluePoint28Y" fmla="*/ 17 h 29"/>
              <a:gd name="GluePoint29X" fmla="*/ 43 w 286"/>
              <a:gd name="GluePoint29Y" fmla="*/ 15 h 29"/>
              <a:gd name="GluePoint30X" fmla="*/ 34 w 286"/>
              <a:gd name="GluePoint30Y" fmla="*/ 13 h 29"/>
              <a:gd name="GluePoint31X" fmla="*/ 26 w 286"/>
              <a:gd name="GluePoint31Y" fmla="*/ 10 h 29"/>
              <a:gd name="GluePoint32X" fmla="*/ 17 w 286"/>
              <a:gd name="GluePoint32Y" fmla="*/ 7 h 29"/>
              <a:gd name="GluePoint33X" fmla="*/ 9 w 286"/>
              <a:gd name="GluePoint33Y" fmla="*/ 4 h 29"/>
              <a:gd name="GluePoint34X" fmla="*/ 0 w 286"/>
              <a:gd name="GluePoint34Y" fmla="*/ 0 h 29"/>
            </a:gdLst>
            <a:ahLst/>
            <a:cxnLst/>
            <a:rect l="textAreaLeft" t="textAreaTop" r="textAreaRight" b="textAreaBottom"/>
            <a:pathLst>
              <a:path w="286" h="29">
                <a:moveTo>
                  <a:pt x="0" y="0"/>
                </a:moveTo>
                <a:lnTo>
                  <a:pt x="286" y="0"/>
                </a:lnTo>
                <a:lnTo>
                  <a:pt x="278" y="4"/>
                </a:lnTo>
                <a:lnTo>
                  <a:pt x="269" y="7"/>
                </a:lnTo>
                <a:lnTo>
                  <a:pt x="261" y="10"/>
                </a:lnTo>
                <a:lnTo>
                  <a:pt x="253" y="13"/>
                </a:lnTo>
                <a:lnTo>
                  <a:pt x="244" y="15"/>
                </a:lnTo>
                <a:lnTo>
                  <a:pt x="236" y="17"/>
                </a:lnTo>
                <a:lnTo>
                  <a:pt x="227" y="20"/>
                </a:lnTo>
                <a:lnTo>
                  <a:pt x="218" y="21"/>
                </a:lnTo>
                <a:lnTo>
                  <a:pt x="208" y="23"/>
                </a:lnTo>
                <a:lnTo>
                  <a:pt x="200" y="25"/>
                </a:lnTo>
                <a:lnTo>
                  <a:pt x="190" y="26"/>
                </a:lnTo>
                <a:lnTo>
                  <a:pt x="181" y="27"/>
                </a:lnTo>
                <a:lnTo>
                  <a:pt x="172" y="29"/>
                </a:lnTo>
                <a:lnTo>
                  <a:pt x="162" y="29"/>
                </a:lnTo>
                <a:lnTo>
                  <a:pt x="153" y="29"/>
                </a:lnTo>
                <a:lnTo>
                  <a:pt x="143" y="29"/>
                </a:lnTo>
                <a:lnTo>
                  <a:pt x="134" y="29"/>
                </a:lnTo>
                <a:lnTo>
                  <a:pt x="125" y="29"/>
                </a:lnTo>
                <a:lnTo>
                  <a:pt x="115" y="29"/>
                </a:lnTo>
                <a:lnTo>
                  <a:pt x="106" y="27"/>
                </a:lnTo>
                <a:lnTo>
                  <a:pt x="97" y="26"/>
                </a:lnTo>
                <a:lnTo>
                  <a:pt x="87" y="25"/>
                </a:lnTo>
                <a:lnTo>
                  <a:pt x="79" y="23"/>
                </a:lnTo>
                <a:lnTo>
                  <a:pt x="69" y="21"/>
                </a:lnTo>
                <a:lnTo>
                  <a:pt x="60" y="20"/>
                </a:lnTo>
                <a:lnTo>
                  <a:pt x="51" y="17"/>
                </a:lnTo>
                <a:lnTo>
                  <a:pt x="43" y="15"/>
                </a:lnTo>
                <a:lnTo>
                  <a:pt x="34" y="13"/>
                </a:lnTo>
                <a:lnTo>
                  <a:pt x="26" y="10"/>
                </a:lnTo>
                <a:lnTo>
                  <a:pt x="17" y="7"/>
                </a:lnTo>
                <a:lnTo>
                  <a:pt x="9" y="4"/>
                </a:lnTo>
                <a:lnTo>
                  <a:pt x="0" y="0"/>
                </a:lnTo>
                <a:close/>
              </a:path>
            </a:pathLst>
          </a:custGeom>
          <a:solidFill>
            <a:srgbClr val="F0F4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0" rIns="90000" bIns="-32400" anchor="ctr">
            <a:noAutofit/>
          </a:bodyPr>
          <a:lstStyle/>
          <a:p>
            <a:endParaRPr/>
          </a:p>
        </p:txBody>
      </p:sp>
      <p:sp>
        <p:nvSpPr>
          <p:cNvPr id="9" name="îSlïḋê">
            <a:extLst>
              <a:ext uri="{FF2B5EF4-FFF2-40B4-BE49-F238E27FC236}">
                <a16:creationId xmlns:a16="http://schemas.microsoft.com/office/drawing/2014/main" id="{C87C3AB6-BB99-4AC2-B4A2-08C0176D90DC}"/>
              </a:ext>
            </a:extLst>
          </p:cNvPr>
          <p:cNvSpPr>
            <a:spLocks noGrp="1"/>
          </p:cNvSpPr>
          <p:nvPr/>
        </p:nvSpPr>
        <p:spPr>
          <a:xfrm>
            <a:off x="929880" y="923760"/>
            <a:ext cx="88920" cy="5760"/>
          </a:xfrm>
          <a:custGeom>
            <a:avLst/>
            <a:gdLst>
              <a:gd name="textAreaLeft" fmla="*/ 0 w 88920"/>
              <a:gd name="textAreaRight" fmla="*/ 89280 w 88920"/>
              <a:gd name="textAreaTop" fmla="*/ 0 h 5760"/>
              <a:gd name="textAreaBottom" fmla="*/ 6120 h 5760"/>
              <a:gd name="GluePoint1X" fmla="*/ 0 w 204"/>
              <a:gd name="GluePoint1Y" fmla="*/ 0 h 14"/>
              <a:gd name="GluePoint2X" fmla="*/ 204 w 204"/>
              <a:gd name="GluePoint2Y" fmla="*/ 0 h 14"/>
              <a:gd name="GluePoint3X" fmla="*/ 192 w 204"/>
              <a:gd name="GluePoint3Y" fmla="*/ 3 h 14"/>
              <a:gd name="GluePoint4X" fmla="*/ 180 w 204"/>
              <a:gd name="GluePoint4Y" fmla="*/ 6 h 14"/>
              <a:gd name="GluePoint5X" fmla="*/ 167 w 204"/>
              <a:gd name="GluePoint5Y" fmla="*/ 8 h 14"/>
              <a:gd name="GluePoint6X" fmla="*/ 155 w 204"/>
              <a:gd name="GluePoint6Y" fmla="*/ 10 h 14"/>
              <a:gd name="GluePoint7X" fmla="*/ 142 w 204"/>
              <a:gd name="GluePoint7Y" fmla="*/ 12 h 14"/>
              <a:gd name="GluePoint8X" fmla="*/ 129 w 204"/>
              <a:gd name="GluePoint8Y" fmla="*/ 14 h 14"/>
              <a:gd name="GluePoint9X" fmla="*/ 115 w 204"/>
              <a:gd name="GluePoint9Y" fmla="*/ 14 h 14"/>
              <a:gd name="GluePoint10X" fmla="*/ 102 w 204"/>
              <a:gd name="GluePoint10Y" fmla="*/ 14 h 14"/>
              <a:gd name="GluePoint11X" fmla="*/ 90 w 204"/>
              <a:gd name="GluePoint11Y" fmla="*/ 14 h 14"/>
              <a:gd name="GluePoint12X" fmla="*/ 76 w 204"/>
              <a:gd name="GluePoint12Y" fmla="*/ 14 h 14"/>
              <a:gd name="GluePoint13X" fmla="*/ 63 w 204"/>
              <a:gd name="GluePoint13Y" fmla="*/ 12 h 14"/>
              <a:gd name="GluePoint14X" fmla="*/ 50 w 204"/>
              <a:gd name="GluePoint14Y" fmla="*/ 10 h 14"/>
              <a:gd name="GluePoint15X" fmla="*/ 38 w 204"/>
              <a:gd name="GluePoint15Y" fmla="*/ 8 h 14"/>
              <a:gd name="GluePoint16X" fmla="*/ 25 w 204"/>
              <a:gd name="GluePoint16Y" fmla="*/ 6 h 14"/>
              <a:gd name="GluePoint17X" fmla="*/ 13 w 204"/>
              <a:gd name="GluePoint17Y" fmla="*/ 3 h 14"/>
              <a:gd name="GluePoint18X" fmla="*/ 0 w 204"/>
              <a:gd name="GluePoint18Y" fmla="*/ 0 h 14"/>
            </a:gdLst>
            <a:ahLst/>
            <a:cxnLst/>
            <a:rect l="textAreaLeft" t="textAreaTop" r="textAreaRight" b="textAreaBottom"/>
            <a:pathLst>
              <a:path w="204" h="14">
                <a:moveTo>
                  <a:pt x="0" y="0"/>
                </a:moveTo>
                <a:lnTo>
                  <a:pt x="204" y="0"/>
                </a:lnTo>
                <a:lnTo>
                  <a:pt x="192" y="3"/>
                </a:lnTo>
                <a:lnTo>
                  <a:pt x="180" y="6"/>
                </a:lnTo>
                <a:lnTo>
                  <a:pt x="167" y="8"/>
                </a:lnTo>
                <a:lnTo>
                  <a:pt x="155" y="10"/>
                </a:lnTo>
                <a:lnTo>
                  <a:pt x="142" y="12"/>
                </a:lnTo>
                <a:lnTo>
                  <a:pt x="129" y="14"/>
                </a:lnTo>
                <a:lnTo>
                  <a:pt x="115" y="14"/>
                </a:lnTo>
                <a:lnTo>
                  <a:pt x="102" y="14"/>
                </a:lnTo>
                <a:lnTo>
                  <a:pt x="90" y="14"/>
                </a:lnTo>
                <a:lnTo>
                  <a:pt x="76" y="14"/>
                </a:lnTo>
                <a:lnTo>
                  <a:pt x="63" y="12"/>
                </a:lnTo>
                <a:lnTo>
                  <a:pt x="50" y="10"/>
                </a:lnTo>
                <a:lnTo>
                  <a:pt x="38" y="8"/>
                </a:lnTo>
                <a:lnTo>
                  <a:pt x="25" y="6"/>
                </a:lnTo>
                <a:lnTo>
                  <a:pt x="13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8880" rIns="90000" bIns="-38880" anchor="ctr">
            <a:noAutofit/>
          </a:bodyPr>
          <a:lstStyle/>
          <a:p>
            <a:endParaRPr/>
          </a:p>
        </p:txBody>
      </p:sp>
      <p:sp>
        <p:nvSpPr>
          <p:cNvPr id="10" name="ïṡḷîḑè">
            <a:extLst>
              <a:ext uri="{FF2B5EF4-FFF2-40B4-BE49-F238E27FC236}">
                <a16:creationId xmlns:a16="http://schemas.microsoft.com/office/drawing/2014/main" id="{624081AE-AFBA-4F14-B550-E62C9DAA3679}"/>
              </a:ext>
            </a:extLst>
          </p:cNvPr>
          <p:cNvSpPr>
            <a:spLocks noGrp="1"/>
          </p:cNvSpPr>
          <p:nvPr/>
        </p:nvSpPr>
        <p:spPr>
          <a:xfrm>
            <a:off x="863640" y="765000"/>
            <a:ext cx="218520" cy="101880"/>
          </a:xfrm>
          <a:custGeom>
            <a:avLst/>
            <a:gdLst>
              <a:gd name="textAreaLeft" fmla="*/ 0 w 218520"/>
              <a:gd name="textAreaRight" fmla="*/ 218880 w 218520"/>
              <a:gd name="textAreaTop" fmla="*/ 0 h 101880"/>
              <a:gd name="textAreaBottom" fmla="*/ 102240 h 101880"/>
              <a:gd name="GluePoint1X" fmla="*/ 294 w 501"/>
              <a:gd name="GluePoint1Y" fmla="*/ 65 h 234"/>
              <a:gd name="GluePoint2X" fmla="*/ 213 w 501"/>
              <a:gd name="GluePoint2Y" fmla="*/ 129 h 234"/>
              <a:gd name="GluePoint3X" fmla="*/ 224 w 501"/>
              <a:gd name="GluePoint3Y" fmla="*/ 52 h 234"/>
              <a:gd name="GluePoint4X" fmla="*/ 203 w 501"/>
              <a:gd name="GluePoint4Y" fmla="*/ 53 h 234"/>
              <a:gd name="GluePoint5X" fmla="*/ 177 w 501"/>
              <a:gd name="GluePoint5Y" fmla="*/ 30 h 234"/>
              <a:gd name="GluePoint6X" fmla="*/ 204 w 501"/>
              <a:gd name="GluePoint6Y" fmla="*/ 20 h 234"/>
              <a:gd name="GluePoint7X" fmla="*/ 180 w 501"/>
              <a:gd name="GluePoint7Y" fmla="*/ 16 h 234"/>
              <a:gd name="GluePoint8X" fmla="*/ 162 w 501"/>
              <a:gd name="GluePoint8Y" fmla="*/ 54 h 234"/>
              <a:gd name="GluePoint9X" fmla="*/ 162 w 501"/>
              <a:gd name="GluePoint9Y" fmla="*/ 45 h 234"/>
              <a:gd name="GluePoint10X" fmla="*/ 175 w 501"/>
              <a:gd name="GluePoint10Y" fmla="*/ 76 h 234"/>
              <a:gd name="GluePoint11X" fmla="*/ 134 w 501"/>
              <a:gd name="GluePoint11Y" fmla="*/ 128 h 234"/>
              <a:gd name="GluePoint12X" fmla="*/ 97 w 501"/>
              <a:gd name="GluePoint12Y" fmla="*/ 50 h 234"/>
              <a:gd name="GluePoint13X" fmla="*/ 30 w 501"/>
              <a:gd name="GluePoint13Y" fmla="*/ 79 h 234"/>
              <a:gd name="GluePoint14X" fmla="*/ 42 w 501"/>
              <a:gd name="GluePoint14Y" fmla="*/ 39 h 234"/>
              <a:gd name="GluePoint15X" fmla="*/ 50 w 501"/>
              <a:gd name="GluePoint15Y" fmla="*/ 59 h 234"/>
              <a:gd name="GluePoint16X" fmla="*/ 34 w 501"/>
              <a:gd name="GluePoint16Y" fmla="*/ 50 h 234"/>
              <a:gd name="GluePoint17X" fmla="*/ 86 w 501"/>
              <a:gd name="GluePoint17Y" fmla="*/ 69 h 234"/>
              <a:gd name="GluePoint18X" fmla="*/ 96 w 501"/>
              <a:gd name="GluePoint18Y" fmla="*/ 71 h 234"/>
              <a:gd name="GluePoint19X" fmla="*/ 166 w 501"/>
              <a:gd name="GluePoint19Y" fmla="*/ 126 h 234"/>
              <a:gd name="GluePoint20X" fmla="*/ 112 w 501"/>
              <a:gd name="GluePoint20Y" fmla="*/ 25 h 234"/>
              <a:gd name="GluePoint21X" fmla="*/ 118 w 501"/>
              <a:gd name="GluePoint21Y" fmla="*/ 48 h 234"/>
              <a:gd name="GluePoint22X" fmla="*/ 106 w 501"/>
              <a:gd name="GluePoint22Y" fmla="*/ 30 h 234"/>
              <a:gd name="GluePoint23X" fmla="*/ 138 w 501"/>
              <a:gd name="GluePoint23Y" fmla="*/ 57 h 234"/>
              <a:gd name="GluePoint24X" fmla="*/ 96 w 501"/>
              <a:gd name="GluePoint24Y" fmla="*/ 94 h 234"/>
              <a:gd name="GluePoint25X" fmla="*/ 96 w 501"/>
              <a:gd name="GluePoint25Y" fmla="*/ 122 h 234"/>
              <a:gd name="GluePoint26X" fmla="*/ 59 w 501"/>
              <a:gd name="GluePoint26Y" fmla="*/ 69 h 234"/>
              <a:gd name="GluePoint27X" fmla="*/ 59 w 501"/>
              <a:gd name="GluePoint27Y" fmla="*/ 82 h 234"/>
              <a:gd name="GluePoint28X" fmla="*/ 13 w 501"/>
              <a:gd name="GluePoint28Y" fmla="*/ 66 h 234"/>
              <a:gd name="GluePoint29X" fmla="*/ 28 w 501"/>
              <a:gd name="GluePoint29Y" fmla="*/ 83 h 234"/>
              <a:gd name="GluePoint30X" fmla="*/ 19 w 501"/>
              <a:gd name="GluePoint30Y" fmla="*/ 176 h 234"/>
              <a:gd name="GluePoint31X" fmla="*/ 5 w 501"/>
              <a:gd name="GluePoint31Y" fmla="*/ 221 h 234"/>
              <a:gd name="GluePoint32X" fmla="*/ 288 w 501"/>
              <a:gd name="GluePoint32Y" fmla="*/ 127 h 234"/>
              <a:gd name="GluePoint33X" fmla="*/ 277 w 501"/>
              <a:gd name="GluePoint33Y" fmla="*/ 54 h 234"/>
              <a:gd name="GluePoint34X" fmla="*/ 322 w 501"/>
              <a:gd name="GluePoint34Y" fmla="*/ 233 h 234"/>
              <a:gd name="GluePoint35X" fmla="*/ 326 w 501"/>
              <a:gd name="GluePoint35Y" fmla="*/ 30 h 234"/>
              <a:gd name="GluePoint36X" fmla="*/ 298 w 501"/>
              <a:gd name="GluePoint36Y" fmla="*/ 17 h 234"/>
              <a:gd name="GluePoint37X" fmla="*/ 323 w 501"/>
              <a:gd name="GluePoint37Y" fmla="*/ 18 h 234"/>
              <a:gd name="GluePoint38X" fmla="*/ 338 w 501"/>
              <a:gd name="GluePoint38Y" fmla="*/ 58 h 234"/>
              <a:gd name="GluePoint39X" fmla="*/ 339 w 501"/>
              <a:gd name="GluePoint39Y" fmla="*/ 43 h 234"/>
              <a:gd name="GluePoint40X" fmla="*/ 375 w 501"/>
              <a:gd name="GluePoint40Y" fmla="*/ 83 h 234"/>
              <a:gd name="GluePoint41X" fmla="*/ 364 w 501"/>
              <a:gd name="GluePoint41Y" fmla="*/ 126 h 234"/>
              <a:gd name="GluePoint42X" fmla="*/ 377 w 501"/>
              <a:gd name="GluePoint42Y" fmla="*/ 50 h 234"/>
              <a:gd name="GluePoint43X" fmla="*/ 377 w 501"/>
              <a:gd name="GluePoint43Y" fmla="*/ 50 h 234"/>
              <a:gd name="GluePoint44X" fmla="*/ 447 w 501"/>
              <a:gd name="GluePoint44Y" fmla="*/ 63 h 234"/>
              <a:gd name="GluePoint45X" fmla="*/ 452 w 501"/>
              <a:gd name="GluePoint45Y" fmla="*/ 58 h 234"/>
              <a:gd name="GluePoint46X" fmla="*/ 469 w 501"/>
              <a:gd name="GluePoint46Y" fmla="*/ 52 h 234"/>
              <a:gd name="GluePoint47X" fmla="*/ 414 w 501"/>
              <a:gd name="GluePoint47Y" fmla="*/ 73 h 234"/>
              <a:gd name="GluePoint48X" fmla="*/ 407 w 501"/>
              <a:gd name="GluePoint48Y" fmla="*/ 71 h 234"/>
              <a:gd name="GluePoint49X" fmla="*/ 338 w 501"/>
              <a:gd name="GluePoint49Y" fmla="*/ 124 h 234"/>
              <a:gd name="GluePoint50X" fmla="*/ 390 w 501"/>
              <a:gd name="GluePoint50Y" fmla="*/ 24 h 234"/>
              <a:gd name="GluePoint51X" fmla="*/ 382 w 501"/>
              <a:gd name="GluePoint51Y" fmla="*/ 48 h 234"/>
              <a:gd name="GluePoint52X" fmla="*/ 397 w 501"/>
              <a:gd name="GluePoint52Y" fmla="*/ 34 h 234"/>
              <a:gd name="GluePoint53X" fmla="*/ 362 w 501"/>
              <a:gd name="GluePoint53Y" fmla="*/ 58 h 234"/>
              <a:gd name="GluePoint54X" fmla="*/ 447 w 501"/>
              <a:gd name="GluePoint54Y" fmla="*/ 110 h 234"/>
              <a:gd name="GluePoint55X" fmla="*/ 405 w 501"/>
              <a:gd name="GluePoint55Y" fmla="*/ 122 h 234"/>
              <a:gd name="GluePoint56X" fmla="*/ 443 w 501"/>
              <a:gd name="GluePoint56Y" fmla="*/ 69 h 234"/>
              <a:gd name="GluePoint57X" fmla="*/ 442 w 501"/>
              <a:gd name="GluePoint57Y" fmla="*/ 82 h 234"/>
              <a:gd name="GluePoint58X" fmla="*/ 488 w 501"/>
              <a:gd name="GluePoint58Y" fmla="*/ 66 h 234"/>
              <a:gd name="GluePoint59X" fmla="*/ 473 w 501"/>
              <a:gd name="GluePoint59Y" fmla="*/ 83 h 234"/>
              <a:gd name="GluePoint60X" fmla="*/ 483 w 501"/>
              <a:gd name="GluePoint60Y" fmla="*/ 176 h 234"/>
              <a:gd name="GluePoint61X" fmla="*/ 496 w 501"/>
              <a:gd name="GluePoint61Y" fmla="*/ 221 h 234"/>
            </a:gdLst>
            <a:ahLst/>
            <a:cxnLst/>
            <a:rect l="textAreaLeft" t="textAreaTop" r="textAreaRight" b="textAreaBottom"/>
            <a:pathLst>
              <a:path w="501" h="234">
                <a:moveTo>
                  <a:pt x="250" y="76"/>
                </a:moveTo>
                <a:lnTo>
                  <a:pt x="294" y="76"/>
                </a:lnTo>
                <a:lnTo>
                  <a:pt x="294" y="103"/>
                </a:lnTo>
                <a:lnTo>
                  <a:pt x="250" y="103"/>
                </a:lnTo>
                <a:lnTo>
                  <a:pt x="207" y="103"/>
                </a:lnTo>
                <a:lnTo>
                  <a:pt x="207" y="76"/>
                </a:lnTo>
                <a:lnTo>
                  <a:pt x="250" y="76"/>
                </a:lnTo>
                <a:lnTo>
                  <a:pt x="250" y="76"/>
                </a:lnTo>
                <a:close/>
                <a:moveTo>
                  <a:pt x="250" y="107"/>
                </a:moveTo>
                <a:lnTo>
                  <a:pt x="250" y="107"/>
                </a:lnTo>
                <a:lnTo>
                  <a:pt x="294" y="107"/>
                </a:lnTo>
                <a:lnTo>
                  <a:pt x="294" y="116"/>
                </a:lnTo>
                <a:lnTo>
                  <a:pt x="252" y="116"/>
                </a:lnTo>
                <a:lnTo>
                  <a:pt x="249" y="116"/>
                </a:lnTo>
                <a:lnTo>
                  <a:pt x="207" y="116"/>
                </a:lnTo>
                <a:lnTo>
                  <a:pt x="207" y="107"/>
                </a:lnTo>
                <a:lnTo>
                  <a:pt x="250" y="107"/>
                </a:lnTo>
                <a:lnTo>
                  <a:pt x="250" y="107"/>
                </a:lnTo>
                <a:close/>
                <a:moveTo>
                  <a:pt x="247" y="65"/>
                </a:moveTo>
                <a:lnTo>
                  <a:pt x="254" y="65"/>
                </a:lnTo>
                <a:lnTo>
                  <a:pt x="294" y="65"/>
                </a:lnTo>
                <a:lnTo>
                  <a:pt x="294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07" y="74"/>
                </a:lnTo>
                <a:lnTo>
                  <a:pt x="207" y="65"/>
                </a:lnTo>
                <a:lnTo>
                  <a:pt x="247" y="65"/>
                </a:lnTo>
                <a:lnTo>
                  <a:pt x="247" y="65"/>
                </a:lnTo>
                <a:close/>
                <a:moveTo>
                  <a:pt x="225" y="118"/>
                </a:moveTo>
                <a:lnTo>
                  <a:pt x="224" y="118"/>
                </a:lnTo>
                <a:lnTo>
                  <a:pt x="222" y="121"/>
                </a:lnTo>
                <a:lnTo>
                  <a:pt x="221" y="122"/>
                </a:lnTo>
                <a:lnTo>
                  <a:pt x="220" y="124"/>
                </a:lnTo>
                <a:lnTo>
                  <a:pt x="218" y="125"/>
                </a:lnTo>
                <a:lnTo>
                  <a:pt x="217" y="126"/>
                </a:lnTo>
                <a:lnTo>
                  <a:pt x="214" y="126"/>
                </a:lnTo>
                <a:lnTo>
                  <a:pt x="214" y="126"/>
                </a:lnTo>
                <a:lnTo>
                  <a:pt x="214" y="127"/>
                </a:lnTo>
                <a:lnTo>
                  <a:pt x="214" y="128"/>
                </a:lnTo>
                <a:lnTo>
                  <a:pt x="213" y="129"/>
                </a:lnTo>
                <a:lnTo>
                  <a:pt x="213" y="130"/>
                </a:lnTo>
                <a:lnTo>
                  <a:pt x="212" y="131"/>
                </a:lnTo>
                <a:lnTo>
                  <a:pt x="211" y="132"/>
                </a:lnTo>
                <a:lnTo>
                  <a:pt x="209" y="133"/>
                </a:lnTo>
                <a:lnTo>
                  <a:pt x="208" y="133"/>
                </a:lnTo>
                <a:lnTo>
                  <a:pt x="208" y="118"/>
                </a:lnTo>
                <a:lnTo>
                  <a:pt x="225" y="118"/>
                </a:lnTo>
                <a:lnTo>
                  <a:pt x="225" y="118"/>
                </a:lnTo>
                <a:close/>
                <a:moveTo>
                  <a:pt x="207" y="62"/>
                </a:moveTo>
                <a:lnTo>
                  <a:pt x="209" y="62"/>
                </a:lnTo>
                <a:lnTo>
                  <a:pt x="212" y="62"/>
                </a:lnTo>
                <a:lnTo>
                  <a:pt x="216" y="62"/>
                </a:lnTo>
                <a:lnTo>
                  <a:pt x="219" y="61"/>
                </a:lnTo>
                <a:lnTo>
                  <a:pt x="221" y="59"/>
                </a:lnTo>
                <a:lnTo>
                  <a:pt x="222" y="58"/>
                </a:lnTo>
                <a:lnTo>
                  <a:pt x="222" y="58"/>
                </a:lnTo>
                <a:lnTo>
                  <a:pt x="223" y="56"/>
                </a:lnTo>
                <a:lnTo>
                  <a:pt x="224" y="54"/>
                </a:lnTo>
                <a:lnTo>
                  <a:pt x="224" y="54"/>
                </a:lnTo>
                <a:lnTo>
                  <a:pt x="224" y="53"/>
                </a:lnTo>
                <a:lnTo>
                  <a:pt x="224" y="52"/>
                </a:lnTo>
                <a:lnTo>
                  <a:pt x="222" y="49"/>
                </a:lnTo>
                <a:lnTo>
                  <a:pt x="220" y="46"/>
                </a:lnTo>
                <a:lnTo>
                  <a:pt x="218" y="45"/>
                </a:lnTo>
                <a:lnTo>
                  <a:pt x="217" y="45"/>
                </a:lnTo>
                <a:lnTo>
                  <a:pt x="215" y="45"/>
                </a:lnTo>
                <a:lnTo>
                  <a:pt x="214" y="46"/>
                </a:lnTo>
                <a:lnTo>
                  <a:pt x="211" y="49"/>
                </a:lnTo>
                <a:lnTo>
                  <a:pt x="209" y="52"/>
                </a:lnTo>
                <a:lnTo>
                  <a:pt x="208" y="53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62"/>
                </a:lnTo>
                <a:lnTo>
                  <a:pt x="207" y="62"/>
                </a:lnTo>
                <a:close/>
                <a:moveTo>
                  <a:pt x="203" y="53"/>
                </a:moveTo>
                <a:lnTo>
                  <a:pt x="179" y="53"/>
                </a:lnTo>
                <a:lnTo>
                  <a:pt x="179" y="233"/>
                </a:lnTo>
                <a:lnTo>
                  <a:pt x="203" y="233"/>
                </a:lnTo>
                <a:lnTo>
                  <a:pt x="203" y="53"/>
                </a:lnTo>
                <a:lnTo>
                  <a:pt x="203" y="53"/>
                </a:lnTo>
                <a:close/>
                <a:moveTo>
                  <a:pt x="206" y="30"/>
                </a:moveTo>
                <a:lnTo>
                  <a:pt x="206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48"/>
                </a:lnTo>
                <a:lnTo>
                  <a:pt x="207" y="49"/>
                </a:lnTo>
                <a:lnTo>
                  <a:pt x="207" y="50"/>
                </a:lnTo>
                <a:lnTo>
                  <a:pt x="206" y="50"/>
                </a:lnTo>
                <a:lnTo>
                  <a:pt x="206" y="50"/>
                </a:lnTo>
                <a:lnTo>
                  <a:pt x="177" y="50"/>
                </a:lnTo>
                <a:lnTo>
                  <a:pt x="176" y="50"/>
                </a:lnTo>
                <a:lnTo>
                  <a:pt x="175" y="50"/>
                </a:lnTo>
                <a:lnTo>
                  <a:pt x="175" y="49"/>
                </a:lnTo>
                <a:lnTo>
                  <a:pt x="175" y="48"/>
                </a:lnTo>
                <a:lnTo>
                  <a:pt x="175" y="30"/>
                </a:lnTo>
                <a:lnTo>
                  <a:pt x="175" y="30"/>
                </a:lnTo>
                <a:lnTo>
                  <a:pt x="175" y="30"/>
                </a:lnTo>
                <a:lnTo>
                  <a:pt x="176" y="30"/>
                </a:lnTo>
                <a:lnTo>
                  <a:pt x="177" y="30"/>
                </a:lnTo>
                <a:lnTo>
                  <a:pt x="206" y="30"/>
                </a:lnTo>
                <a:lnTo>
                  <a:pt x="206" y="30"/>
                </a:lnTo>
                <a:close/>
                <a:moveTo>
                  <a:pt x="190" y="0"/>
                </a:moveTo>
                <a:lnTo>
                  <a:pt x="191" y="0"/>
                </a:lnTo>
                <a:lnTo>
                  <a:pt x="191" y="0"/>
                </a:lnTo>
                <a:lnTo>
                  <a:pt x="192" y="0"/>
                </a:lnTo>
                <a:lnTo>
                  <a:pt x="192" y="0"/>
                </a:lnTo>
                <a:lnTo>
                  <a:pt x="193" y="1"/>
                </a:lnTo>
                <a:lnTo>
                  <a:pt x="194" y="1"/>
                </a:lnTo>
                <a:lnTo>
                  <a:pt x="195" y="2"/>
                </a:lnTo>
                <a:lnTo>
                  <a:pt x="196" y="3"/>
                </a:lnTo>
                <a:lnTo>
                  <a:pt x="198" y="5"/>
                </a:lnTo>
                <a:lnTo>
                  <a:pt x="198" y="7"/>
                </a:lnTo>
                <a:lnTo>
                  <a:pt x="199" y="11"/>
                </a:lnTo>
                <a:lnTo>
                  <a:pt x="199" y="13"/>
                </a:lnTo>
                <a:lnTo>
                  <a:pt x="201" y="14"/>
                </a:lnTo>
                <a:lnTo>
                  <a:pt x="202" y="14"/>
                </a:lnTo>
                <a:lnTo>
                  <a:pt x="202" y="16"/>
                </a:lnTo>
                <a:lnTo>
                  <a:pt x="203" y="17"/>
                </a:lnTo>
                <a:lnTo>
                  <a:pt x="204" y="18"/>
                </a:lnTo>
                <a:lnTo>
                  <a:pt x="204" y="20"/>
                </a:lnTo>
                <a:lnTo>
                  <a:pt x="203" y="22"/>
                </a:lnTo>
                <a:lnTo>
                  <a:pt x="202" y="22"/>
                </a:lnTo>
                <a:lnTo>
                  <a:pt x="202" y="25"/>
                </a:lnTo>
                <a:lnTo>
                  <a:pt x="202" y="26"/>
                </a:lnTo>
                <a:lnTo>
                  <a:pt x="202" y="26"/>
                </a:lnTo>
                <a:lnTo>
                  <a:pt x="202" y="26"/>
                </a:lnTo>
                <a:lnTo>
                  <a:pt x="202" y="27"/>
                </a:lnTo>
                <a:lnTo>
                  <a:pt x="201" y="27"/>
                </a:lnTo>
                <a:lnTo>
                  <a:pt x="191" y="27"/>
                </a:lnTo>
                <a:lnTo>
                  <a:pt x="182" y="27"/>
                </a:lnTo>
                <a:lnTo>
                  <a:pt x="181" y="27"/>
                </a:lnTo>
                <a:lnTo>
                  <a:pt x="181" y="26"/>
                </a:lnTo>
                <a:lnTo>
                  <a:pt x="181" y="26"/>
                </a:lnTo>
                <a:lnTo>
                  <a:pt x="181" y="26"/>
                </a:lnTo>
                <a:lnTo>
                  <a:pt x="181" y="25"/>
                </a:lnTo>
                <a:lnTo>
                  <a:pt x="180" y="22"/>
                </a:lnTo>
                <a:lnTo>
                  <a:pt x="179" y="22"/>
                </a:lnTo>
                <a:lnTo>
                  <a:pt x="178" y="20"/>
                </a:lnTo>
                <a:lnTo>
                  <a:pt x="178" y="18"/>
                </a:lnTo>
                <a:lnTo>
                  <a:pt x="179" y="17"/>
                </a:lnTo>
                <a:lnTo>
                  <a:pt x="180" y="16"/>
                </a:lnTo>
                <a:lnTo>
                  <a:pt x="181" y="14"/>
                </a:lnTo>
                <a:lnTo>
                  <a:pt x="182" y="14"/>
                </a:lnTo>
                <a:lnTo>
                  <a:pt x="183" y="13"/>
                </a:lnTo>
                <a:lnTo>
                  <a:pt x="183" y="11"/>
                </a:lnTo>
                <a:lnTo>
                  <a:pt x="184" y="7"/>
                </a:lnTo>
                <a:lnTo>
                  <a:pt x="186" y="5"/>
                </a:lnTo>
                <a:lnTo>
                  <a:pt x="186" y="3"/>
                </a:lnTo>
                <a:lnTo>
                  <a:pt x="187" y="2"/>
                </a:lnTo>
                <a:lnTo>
                  <a:pt x="188" y="1"/>
                </a:lnTo>
                <a:lnTo>
                  <a:pt x="190" y="1"/>
                </a:lnTo>
                <a:lnTo>
                  <a:pt x="190" y="0"/>
                </a:lnTo>
                <a:lnTo>
                  <a:pt x="190" y="0"/>
                </a:lnTo>
                <a:close/>
                <a:moveTo>
                  <a:pt x="174" y="52"/>
                </a:moveTo>
                <a:lnTo>
                  <a:pt x="174" y="62"/>
                </a:lnTo>
                <a:lnTo>
                  <a:pt x="168" y="62"/>
                </a:lnTo>
                <a:lnTo>
                  <a:pt x="166" y="62"/>
                </a:lnTo>
                <a:lnTo>
                  <a:pt x="166" y="61"/>
                </a:lnTo>
                <a:lnTo>
                  <a:pt x="164" y="59"/>
                </a:lnTo>
                <a:lnTo>
                  <a:pt x="163" y="58"/>
                </a:lnTo>
                <a:lnTo>
                  <a:pt x="162" y="55"/>
                </a:lnTo>
                <a:lnTo>
                  <a:pt x="162" y="54"/>
                </a:lnTo>
                <a:lnTo>
                  <a:pt x="161" y="53"/>
                </a:lnTo>
                <a:lnTo>
                  <a:pt x="159" y="51"/>
                </a:lnTo>
                <a:lnTo>
                  <a:pt x="158" y="50"/>
                </a:lnTo>
                <a:lnTo>
                  <a:pt x="156" y="47"/>
                </a:lnTo>
                <a:lnTo>
                  <a:pt x="156" y="46"/>
                </a:lnTo>
                <a:lnTo>
                  <a:pt x="156" y="46"/>
                </a:lnTo>
                <a:lnTo>
                  <a:pt x="156" y="45"/>
                </a:lnTo>
                <a:lnTo>
                  <a:pt x="157" y="44"/>
                </a:lnTo>
                <a:lnTo>
                  <a:pt x="158" y="42"/>
                </a:lnTo>
                <a:lnTo>
                  <a:pt x="159" y="42"/>
                </a:lnTo>
                <a:lnTo>
                  <a:pt x="160" y="42"/>
                </a:lnTo>
                <a:lnTo>
                  <a:pt x="161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3"/>
                </a:lnTo>
                <a:lnTo>
                  <a:pt x="161" y="44"/>
                </a:lnTo>
                <a:lnTo>
                  <a:pt x="162" y="45"/>
                </a:lnTo>
                <a:lnTo>
                  <a:pt x="162" y="46"/>
                </a:lnTo>
                <a:lnTo>
                  <a:pt x="163" y="46"/>
                </a:lnTo>
                <a:lnTo>
                  <a:pt x="164" y="46"/>
                </a:lnTo>
                <a:lnTo>
                  <a:pt x="166" y="47"/>
                </a:lnTo>
                <a:lnTo>
                  <a:pt x="169" y="48"/>
                </a:lnTo>
                <a:lnTo>
                  <a:pt x="170" y="50"/>
                </a:lnTo>
                <a:lnTo>
                  <a:pt x="171" y="51"/>
                </a:lnTo>
                <a:lnTo>
                  <a:pt x="173" y="52"/>
                </a:lnTo>
                <a:lnTo>
                  <a:pt x="174" y="52"/>
                </a:lnTo>
                <a:lnTo>
                  <a:pt x="174" y="52"/>
                </a:lnTo>
                <a:close/>
                <a:moveTo>
                  <a:pt x="175" y="65"/>
                </a:moveTo>
                <a:lnTo>
                  <a:pt x="168" y="65"/>
                </a:lnTo>
                <a:lnTo>
                  <a:pt x="168" y="74"/>
                </a:lnTo>
                <a:lnTo>
                  <a:pt x="175" y="74"/>
                </a:lnTo>
                <a:lnTo>
                  <a:pt x="175" y="65"/>
                </a:lnTo>
                <a:lnTo>
                  <a:pt x="175" y="65"/>
                </a:lnTo>
                <a:close/>
                <a:moveTo>
                  <a:pt x="175" y="76"/>
                </a:moveTo>
                <a:lnTo>
                  <a:pt x="126" y="76"/>
                </a:lnTo>
                <a:lnTo>
                  <a:pt x="126" y="83"/>
                </a:lnTo>
                <a:lnTo>
                  <a:pt x="175" y="83"/>
                </a:lnTo>
                <a:lnTo>
                  <a:pt x="175" y="76"/>
                </a:lnTo>
                <a:lnTo>
                  <a:pt x="175" y="76"/>
                </a:lnTo>
                <a:close/>
                <a:moveTo>
                  <a:pt x="175" y="86"/>
                </a:moveTo>
                <a:lnTo>
                  <a:pt x="126" y="86"/>
                </a:lnTo>
                <a:lnTo>
                  <a:pt x="126" y="107"/>
                </a:lnTo>
                <a:lnTo>
                  <a:pt x="175" y="107"/>
                </a:lnTo>
                <a:lnTo>
                  <a:pt x="175" y="86"/>
                </a:lnTo>
                <a:lnTo>
                  <a:pt x="175" y="86"/>
                </a:lnTo>
                <a:close/>
                <a:moveTo>
                  <a:pt x="175" y="110"/>
                </a:moveTo>
                <a:lnTo>
                  <a:pt x="126" y="110"/>
                </a:lnTo>
                <a:lnTo>
                  <a:pt x="126" y="117"/>
                </a:lnTo>
                <a:lnTo>
                  <a:pt x="175" y="117"/>
                </a:lnTo>
                <a:lnTo>
                  <a:pt x="175" y="110"/>
                </a:lnTo>
                <a:lnTo>
                  <a:pt x="175" y="110"/>
                </a:lnTo>
                <a:close/>
                <a:moveTo>
                  <a:pt x="140" y="121"/>
                </a:moveTo>
                <a:lnTo>
                  <a:pt x="141" y="121"/>
                </a:lnTo>
                <a:lnTo>
                  <a:pt x="140" y="122"/>
                </a:lnTo>
                <a:lnTo>
                  <a:pt x="139" y="122"/>
                </a:lnTo>
                <a:lnTo>
                  <a:pt x="138" y="124"/>
                </a:lnTo>
                <a:lnTo>
                  <a:pt x="137" y="126"/>
                </a:lnTo>
                <a:lnTo>
                  <a:pt x="135" y="126"/>
                </a:lnTo>
                <a:lnTo>
                  <a:pt x="134" y="128"/>
                </a:lnTo>
                <a:lnTo>
                  <a:pt x="132" y="128"/>
                </a:lnTo>
                <a:lnTo>
                  <a:pt x="130" y="129"/>
                </a:lnTo>
                <a:lnTo>
                  <a:pt x="130" y="130"/>
                </a:lnTo>
                <a:lnTo>
                  <a:pt x="129" y="132"/>
                </a:lnTo>
                <a:lnTo>
                  <a:pt x="128" y="134"/>
                </a:lnTo>
                <a:lnTo>
                  <a:pt x="127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21"/>
                </a:lnTo>
                <a:lnTo>
                  <a:pt x="140" y="121"/>
                </a:lnTo>
                <a:lnTo>
                  <a:pt x="140" y="121"/>
                </a:lnTo>
                <a:close/>
                <a:moveTo>
                  <a:pt x="122" y="73"/>
                </a:moveTo>
                <a:lnTo>
                  <a:pt x="100" y="73"/>
                </a:lnTo>
                <a:lnTo>
                  <a:pt x="100" y="233"/>
                </a:lnTo>
                <a:lnTo>
                  <a:pt x="122" y="233"/>
                </a:lnTo>
                <a:lnTo>
                  <a:pt x="122" y="73"/>
                </a:lnTo>
                <a:lnTo>
                  <a:pt x="122" y="73"/>
                </a:lnTo>
                <a:close/>
                <a:moveTo>
                  <a:pt x="124" y="50"/>
                </a:moveTo>
                <a:lnTo>
                  <a:pt x="98" y="50"/>
                </a:lnTo>
                <a:lnTo>
                  <a:pt x="97" y="50"/>
                </a:lnTo>
                <a:lnTo>
                  <a:pt x="97" y="50"/>
                </a:lnTo>
                <a:lnTo>
                  <a:pt x="96" y="51"/>
                </a:lnTo>
                <a:lnTo>
                  <a:pt x="96" y="51"/>
                </a:lnTo>
                <a:lnTo>
                  <a:pt x="96" y="67"/>
                </a:lnTo>
                <a:lnTo>
                  <a:pt x="96" y="68"/>
                </a:lnTo>
                <a:lnTo>
                  <a:pt x="97" y="68"/>
                </a:lnTo>
                <a:lnTo>
                  <a:pt x="97" y="68"/>
                </a:lnTo>
                <a:lnTo>
                  <a:pt x="98" y="69"/>
                </a:lnTo>
                <a:lnTo>
                  <a:pt x="124" y="69"/>
                </a:lnTo>
                <a:lnTo>
                  <a:pt x="125" y="68"/>
                </a:lnTo>
                <a:lnTo>
                  <a:pt x="125" y="68"/>
                </a:lnTo>
                <a:lnTo>
                  <a:pt x="125" y="68"/>
                </a:lnTo>
                <a:lnTo>
                  <a:pt x="125" y="67"/>
                </a:lnTo>
                <a:lnTo>
                  <a:pt x="125" y="51"/>
                </a:lnTo>
                <a:lnTo>
                  <a:pt x="125" y="51"/>
                </a:lnTo>
                <a:lnTo>
                  <a:pt x="125" y="50"/>
                </a:lnTo>
                <a:lnTo>
                  <a:pt x="125" y="50"/>
                </a:lnTo>
                <a:lnTo>
                  <a:pt x="124" y="50"/>
                </a:lnTo>
                <a:lnTo>
                  <a:pt x="124" y="50"/>
                </a:lnTo>
                <a:close/>
                <a:moveTo>
                  <a:pt x="52" y="79"/>
                </a:moveTo>
                <a:lnTo>
                  <a:pt x="30" y="79"/>
                </a:lnTo>
                <a:lnTo>
                  <a:pt x="30" y="232"/>
                </a:lnTo>
                <a:lnTo>
                  <a:pt x="51" y="232"/>
                </a:lnTo>
                <a:lnTo>
                  <a:pt x="51" y="88"/>
                </a:lnTo>
                <a:lnTo>
                  <a:pt x="52" y="88"/>
                </a:lnTo>
                <a:lnTo>
                  <a:pt x="52" y="79"/>
                </a:lnTo>
                <a:lnTo>
                  <a:pt x="52" y="79"/>
                </a:lnTo>
                <a:close/>
                <a:moveTo>
                  <a:pt x="54" y="63"/>
                </a:moveTo>
                <a:lnTo>
                  <a:pt x="30" y="63"/>
                </a:lnTo>
                <a:lnTo>
                  <a:pt x="29" y="63"/>
                </a:lnTo>
                <a:lnTo>
                  <a:pt x="29" y="64"/>
                </a:lnTo>
                <a:lnTo>
                  <a:pt x="29" y="76"/>
                </a:lnTo>
                <a:lnTo>
                  <a:pt x="29" y="77"/>
                </a:lnTo>
                <a:lnTo>
                  <a:pt x="30" y="78"/>
                </a:lnTo>
                <a:lnTo>
                  <a:pt x="54" y="78"/>
                </a:lnTo>
                <a:lnTo>
                  <a:pt x="54" y="77"/>
                </a:lnTo>
                <a:lnTo>
                  <a:pt x="54" y="76"/>
                </a:lnTo>
                <a:lnTo>
                  <a:pt x="54" y="64"/>
                </a:lnTo>
                <a:lnTo>
                  <a:pt x="54" y="63"/>
                </a:lnTo>
                <a:lnTo>
                  <a:pt x="54" y="63"/>
                </a:lnTo>
                <a:lnTo>
                  <a:pt x="54" y="63"/>
                </a:lnTo>
                <a:close/>
                <a:moveTo>
                  <a:pt x="42" y="39"/>
                </a:moveTo>
                <a:lnTo>
                  <a:pt x="42" y="39"/>
                </a:lnTo>
                <a:lnTo>
                  <a:pt x="43" y="39"/>
                </a:lnTo>
                <a:lnTo>
                  <a:pt x="45" y="40"/>
                </a:lnTo>
                <a:lnTo>
                  <a:pt x="46" y="42"/>
                </a:lnTo>
                <a:lnTo>
                  <a:pt x="46" y="42"/>
                </a:lnTo>
                <a:lnTo>
                  <a:pt x="47" y="45"/>
                </a:lnTo>
                <a:lnTo>
                  <a:pt x="48" y="47"/>
                </a:lnTo>
                <a:lnTo>
                  <a:pt x="49" y="49"/>
                </a:lnTo>
                <a:lnTo>
                  <a:pt x="50" y="50"/>
                </a:lnTo>
                <a:lnTo>
                  <a:pt x="50" y="50"/>
                </a:lnTo>
                <a:lnTo>
                  <a:pt x="50" y="51"/>
                </a:lnTo>
                <a:lnTo>
                  <a:pt x="51" y="52"/>
                </a:lnTo>
                <a:lnTo>
                  <a:pt x="51" y="53"/>
                </a:lnTo>
                <a:lnTo>
                  <a:pt x="51" y="54"/>
                </a:lnTo>
                <a:lnTo>
                  <a:pt x="51" y="55"/>
                </a:lnTo>
                <a:lnTo>
                  <a:pt x="50" y="56"/>
                </a:lnTo>
                <a:lnTo>
                  <a:pt x="50" y="57"/>
                </a:lnTo>
                <a:lnTo>
                  <a:pt x="50" y="58"/>
                </a:lnTo>
                <a:lnTo>
                  <a:pt x="50" y="58"/>
                </a:lnTo>
                <a:lnTo>
                  <a:pt x="50" y="58"/>
                </a:lnTo>
                <a:lnTo>
                  <a:pt x="50" y="59"/>
                </a:lnTo>
                <a:lnTo>
                  <a:pt x="50" y="59"/>
                </a:lnTo>
                <a:lnTo>
                  <a:pt x="50" y="61"/>
                </a:lnTo>
                <a:lnTo>
                  <a:pt x="50" y="61"/>
                </a:lnTo>
                <a:lnTo>
                  <a:pt x="42" y="61"/>
                </a:lnTo>
                <a:lnTo>
                  <a:pt x="42" y="61"/>
                </a:lnTo>
                <a:lnTo>
                  <a:pt x="42" y="61"/>
                </a:lnTo>
                <a:lnTo>
                  <a:pt x="34" y="61"/>
                </a:lnTo>
                <a:lnTo>
                  <a:pt x="34" y="61"/>
                </a:lnTo>
                <a:lnTo>
                  <a:pt x="34" y="59"/>
                </a:lnTo>
                <a:lnTo>
                  <a:pt x="34" y="59"/>
                </a:lnTo>
                <a:lnTo>
                  <a:pt x="34" y="58"/>
                </a:lnTo>
                <a:lnTo>
                  <a:pt x="34" y="58"/>
                </a:lnTo>
                <a:lnTo>
                  <a:pt x="34" y="58"/>
                </a:lnTo>
                <a:lnTo>
                  <a:pt x="34" y="57"/>
                </a:lnTo>
                <a:lnTo>
                  <a:pt x="34" y="56"/>
                </a:lnTo>
                <a:lnTo>
                  <a:pt x="33" y="55"/>
                </a:lnTo>
                <a:lnTo>
                  <a:pt x="32" y="54"/>
                </a:lnTo>
                <a:lnTo>
                  <a:pt x="32" y="53"/>
                </a:lnTo>
                <a:lnTo>
                  <a:pt x="32" y="52"/>
                </a:lnTo>
                <a:lnTo>
                  <a:pt x="33" y="51"/>
                </a:lnTo>
                <a:lnTo>
                  <a:pt x="34" y="50"/>
                </a:lnTo>
                <a:lnTo>
                  <a:pt x="34" y="50"/>
                </a:lnTo>
                <a:lnTo>
                  <a:pt x="35" y="49"/>
                </a:lnTo>
                <a:lnTo>
                  <a:pt x="35" y="47"/>
                </a:lnTo>
                <a:lnTo>
                  <a:pt x="36" y="45"/>
                </a:lnTo>
                <a:lnTo>
                  <a:pt x="38" y="42"/>
                </a:lnTo>
                <a:lnTo>
                  <a:pt x="38" y="42"/>
                </a:lnTo>
                <a:lnTo>
                  <a:pt x="39" y="40"/>
                </a:lnTo>
                <a:lnTo>
                  <a:pt x="40" y="39"/>
                </a:lnTo>
                <a:lnTo>
                  <a:pt x="41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close/>
                <a:moveTo>
                  <a:pt x="96" y="74"/>
                </a:moveTo>
                <a:lnTo>
                  <a:pt x="92" y="74"/>
                </a:lnTo>
                <a:lnTo>
                  <a:pt x="90" y="74"/>
                </a:lnTo>
                <a:lnTo>
                  <a:pt x="90" y="74"/>
                </a:lnTo>
                <a:lnTo>
                  <a:pt x="89" y="74"/>
                </a:lnTo>
                <a:lnTo>
                  <a:pt x="88" y="73"/>
                </a:lnTo>
                <a:lnTo>
                  <a:pt x="86" y="71"/>
                </a:lnTo>
                <a:lnTo>
                  <a:pt x="86" y="69"/>
                </a:lnTo>
                <a:lnTo>
                  <a:pt x="83" y="65"/>
                </a:lnTo>
                <a:lnTo>
                  <a:pt x="81" y="61"/>
                </a:lnTo>
                <a:lnTo>
                  <a:pt x="81" y="59"/>
                </a:lnTo>
                <a:lnTo>
                  <a:pt x="82" y="59"/>
                </a:lnTo>
                <a:lnTo>
                  <a:pt x="82" y="58"/>
                </a:lnTo>
                <a:lnTo>
                  <a:pt x="82" y="58"/>
                </a:lnTo>
                <a:lnTo>
                  <a:pt x="84" y="57"/>
                </a:lnTo>
                <a:lnTo>
                  <a:pt x="84" y="57"/>
                </a:lnTo>
                <a:lnTo>
                  <a:pt x="86" y="56"/>
                </a:lnTo>
                <a:lnTo>
                  <a:pt x="86" y="56"/>
                </a:lnTo>
                <a:lnTo>
                  <a:pt x="86" y="57"/>
                </a:lnTo>
                <a:lnTo>
                  <a:pt x="87" y="57"/>
                </a:lnTo>
                <a:lnTo>
                  <a:pt x="86" y="58"/>
                </a:lnTo>
                <a:lnTo>
                  <a:pt x="86" y="59"/>
                </a:lnTo>
                <a:lnTo>
                  <a:pt x="90" y="62"/>
                </a:lnTo>
                <a:lnTo>
                  <a:pt x="94" y="65"/>
                </a:lnTo>
                <a:lnTo>
                  <a:pt x="94" y="67"/>
                </a:lnTo>
                <a:lnTo>
                  <a:pt x="95" y="70"/>
                </a:lnTo>
                <a:lnTo>
                  <a:pt x="95" y="71"/>
                </a:lnTo>
                <a:lnTo>
                  <a:pt x="95" y="71"/>
                </a:lnTo>
                <a:lnTo>
                  <a:pt x="96" y="71"/>
                </a:lnTo>
                <a:lnTo>
                  <a:pt x="96" y="74"/>
                </a:lnTo>
                <a:lnTo>
                  <a:pt x="96" y="74"/>
                </a:lnTo>
                <a:close/>
                <a:moveTo>
                  <a:pt x="96" y="76"/>
                </a:moveTo>
                <a:lnTo>
                  <a:pt x="91" y="76"/>
                </a:lnTo>
                <a:lnTo>
                  <a:pt x="91" y="83"/>
                </a:lnTo>
                <a:lnTo>
                  <a:pt x="96" y="83"/>
                </a:lnTo>
                <a:lnTo>
                  <a:pt x="96" y="76"/>
                </a:lnTo>
                <a:lnTo>
                  <a:pt x="96" y="76"/>
                </a:lnTo>
                <a:close/>
                <a:moveTo>
                  <a:pt x="96" y="84"/>
                </a:moveTo>
                <a:lnTo>
                  <a:pt x="54" y="84"/>
                </a:lnTo>
                <a:lnTo>
                  <a:pt x="54" y="92"/>
                </a:lnTo>
                <a:lnTo>
                  <a:pt x="96" y="92"/>
                </a:lnTo>
                <a:lnTo>
                  <a:pt x="96" y="84"/>
                </a:lnTo>
                <a:lnTo>
                  <a:pt x="96" y="84"/>
                </a:lnTo>
                <a:close/>
                <a:moveTo>
                  <a:pt x="162" y="121"/>
                </a:moveTo>
                <a:lnTo>
                  <a:pt x="161" y="121"/>
                </a:lnTo>
                <a:lnTo>
                  <a:pt x="162" y="122"/>
                </a:lnTo>
                <a:lnTo>
                  <a:pt x="162" y="122"/>
                </a:lnTo>
                <a:lnTo>
                  <a:pt x="163" y="124"/>
                </a:lnTo>
                <a:lnTo>
                  <a:pt x="164" y="126"/>
                </a:lnTo>
                <a:lnTo>
                  <a:pt x="166" y="126"/>
                </a:lnTo>
                <a:lnTo>
                  <a:pt x="167" y="128"/>
                </a:lnTo>
                <a:lnTo>
                  <a:pt x="169" y="128"/>
                </a:lnTo>
                <a:lnTo>
                  <a:pt x="170" y="129"/>
                </a:lnTo>
                <a:lnTo>
                  <a:pt x="171" y="130"/>
                </a:lnTo>
                <a:lnTo>
                  <a:pt x="172" y="132"/>
                </a:lnTo>
                <a:lnTo>
                  <a:pt x="173" y="134"/>
                </a:lnTo>
                <a:lnTo>
                  <a:pt x="174" y="134"/>
                </a:lnTo>
                <a:lnTo>
                  <a:pt x="174" y="134"/>
                </a:lnTo>
                <a:lnTo>
                  <a:pt x="175" y="134"/>
                </a:lnTo>
                <a:lnTo>
                  <a:pt x="175" y="134"/>
                </a:lnTo>
                <a:lnTo>
                  <a:pt x="175" y="121"/>
                </a:lnTo>
                <a:lnTo>
                  <a:pt x="162" y="121"/>
                </a:lnTo>
                <a:lnTo>
                  <a:pt x="162" y="121"/>
                </a:lnTo>
                <a:close/>
                <a:moveTo>
                  <a:pt x="110" y="25"/>
                </a:moveTo>
                <a:lnTo>
                  <a:pt x="110" y="25"/>
                </a:lnTo>
                <a:lnTo>
                  <a:pt x="110" y="25"/>
                </a:lnTo>
                <a:lnTo>
                  <a:pt x="110" y="24"/>
                </a:lnTo>
                <a:lnTo>
                  <a:pt x="110" y="24"/>
                </a:lnTo>
                <a:lnTo>
                  <a:pt x="111" y="24"/>
                </a:lnTo>
                <a:lnTo>
                  <a:pt x="111" y="24"/>
                </a:lnTo>
                <a:lnTo>
                  <a:pt x="112" y="25"/>
                </a:lnTo>
                <a:lnTo>
                  <a:pt x="114" y="25"/>
                </a:lnTo>
                <a:lnTo>
                  <a:pt x="114" y="26"/>
                </a:lnTo>
                <a:lnTo>
                  <a:pt x="115" y="27"/>
                </a:lnTo>
                <a:lnTo>
                  <a:pt x="116" y="29"/>
                </a:lnTo>
                <a:lnTo>
                  <a:pt x="117" y="31"/>
                </a:lnTo>
                <a:lnTo>
                  <a:pt x="117" y="34"/>
                </a:lnTo>
                <a:lnTo>
                  <a:pt x="118" y="35"/>
                </a:lnTo>
                <a:lnTo>
                  <a:pt x="118" y="36"/>
                </a:lnTo>
                <a:lnTo>
                  <a:pt x="119" y="37"/>
                </a:lnTo>
                <a:lnTo>
                  <a:pt x="121" y="38"/>
                </a:lnTo>
                <a:lnTo>
                  <a:pt x="121" y="40"/>
                </a:lnTo>
                <a:lnTo>
                  <a:pt x="122" y="42"/>
                </a:lnTo>
                <a:lnTo>
                  <a:pt x="122" y="42"/>
                </a:lnTo>
                <a:lnTo>
                  <a:pt x="122" y="44"/>
                </a:lnTo>
                <a:lnTo>
                  <a:pt x="121" y="45"/>
                </a:lnTo>
                <a:lnTo>
                  <a:pt x="120" y="46"/>
                </a:lnTo>
                <a:lnTo>
                  <a:pt x="120" y="47"/>
                </a:lnTo>
                <a:lnTo>
                  <a:pt x="120" y="47"/>
                </a:lnTo>
                <a:lnTo>
                  <a:pt x="119" y="48"/>
                </a:lnTo>
                <a:lnTo>
                  <a:pt x="119" y="48"/>
                </a:lnTo>
                <a:lnTo>
                  <a:pt x="118" y="48"/>
                </a:lnTo>
                <a:lnTo>
                  <a:pt x="111" y="48"/>
                </a:lnTo>
                <a:lnTo>
                  <a:pt x="111" y="48"/>
                </a:lnTo>
                <a:lnTo>
                  <a:pt x="110" y="48"/>
                </a:lnTo>
                <a:lnTo>
                  <a:pt x="103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7"/>
                </a:lnTo>
                <a:lnTo>
                  <a:pt x="102" y="46"/>
                </a:lnTo>
                <a:lnTo>
                  <a:pt x="101" y="46"/>
                </a:lnTo>
                <a:lnTo>
                  <a:pt x="100" y="44"/>
                </a:lnTo>
                <a:lnTo>
                  <a:pt x="99" y="43"/>
                </a:lnTo>
                <a:lnTo>
                  <a:pt x="100" y="42"/>
                </a:lnTo>
                <a:lnTo>
                  <a:pt x="100" y="40"/>
                </a:lnTo>
                <a:lnTo>
                  <a:pt x="101" y="38"/>
                </a:lnTo>
                <a:lnTo>
                  <a:pt x="102" y="38"/>
                </a:lnTo>
                <a:lnTo>
                  <a:pt x="103" y="37"/>
                </a:lnTo>
                <a:lnTo>
                  <a:pt x="104" y="35"/>
                </a:lnTo>
                <a:lnTo>
                  <a:pt x="104" y="34"/>
                </a:lnTo>
                <a:lnTo>
                  <a:pt x="105" y="31"/>
                </a:lnTo>
                <a:lnTo>
                  <a:pt x="106" y="30"/>
                </a:lnTo>
                <a:lnTo>
                  <a:pt x="106" y="27"/>
                </a:lnTo>
                <a:lnTo>
                  <a:pt x="107" y="26"/>
                </a:lnTo>
                <a:lnTo>
                  <a:pt x="108" y="26"/>
                </a:lnTo>
                <a:lnTo>
                  <a:pt x="110" y="25"/>
                </a:lnTo>
                <a:lnTo>
                  <a:pt x="110" y="25"/>
                </a:lnTo>
                <a:lnTo>
                  <a:pt x="110" y="25"/>
                </a:lnTo>
                <a:close/>
                <a:moveTo>
                  <a:pt x="126" y="74"/>
                </a:moveTo>
                <a:lnTo>
                  <a:pt x="130" y="74"/>
                </a:lnTo>
                <a:lnTo>
                  <a:pt x="131" y="74"/>
                </a:lnTo>
                <a:lnTo>
                  <a:pt x="132" y="74"/>
                </a:lnTo>
                <a:lnTo>
                  <a:pt x="134" y="74"/>
                </a:lnTo>
                <a:lnTo>
                  <a:pt x="134" y="73"/>
                </a:lnTo>
                <a:lnTo>
                  <a:pt x="135" y="71"/>
                </a:lnTo>
                <a:lnTo>
                  <a:pt x="136" y="69"/>
                </a:lnTo>
                <a:lnTo>
                  <a:pt x="138" y="65"/>
                </a:lnTo>
                <a:lnTo>
                  <a:pt x="141" y="61"/>
                </a:lnTo>
                <a:lnTo>
                  <a:pt x="141" y="59"/>
                </a:lnTo>
                <a:lnTo>
                  <a:pt x="140" y="59"/>
                </a:lnTo>
                <a:lnTo>
                  <a:pt x="139" y="58"/>
                </a:lnTo>
                <a:lnTo>
                  <a:pt x="139" y="58"/>
                </a:lnTo>
                <a:lnTo>
                  <a:pt x="138" y="57"/>
                </a:lnTo>
                <a:lnTo>
                  <a:pt x="138" y="57"/>
                </a:lnTo>
                <a:lnTo>
                  <a:pt x="136" y="56"/>
                </a:lnTo>
                <a:lnTo>
                  <a:pt x="136" y="56"/>
                </a:lnTo>
                <a:lnTo>
                  <a:pt x="135" y="57"/>
                </a:lnTo>
                <a:lnTo>
                  <a:pt x="135" y="57"/>
                </a:lnTo>
                <a:lnTo>
                  <a:pt x="135" y="58"/>
                </a:lnTo>
                <a:lnTo>
                  <a:pt x="136" y="59"/>
                </a:lnTo>
                <a:lnTo>
                  <a:pt x="132" y="62"/>
                </a:lnTo>
                <a:lnTo>
                  <a:pt x="128" y="65"/>
                </a:lnTo>
                <a:lnTo>
                  <a:pt x="127" y="67"/>
                </a:lnTo>
                <a:lnTo>
                  <a:pt x="127" y="70"/>
                </a:lnTo>
                <a:lnTo>
                  <a:pt x="126" y="71"/>
                </a:lnTo>
                <a:lnTo>
                  <a:pt x="126" y="71"/>
                </a:lnTo>
                <a:lnTo>
                  <a:pt x="126" y="71"/>
                </a:lnTo>
                <a:lnTo>
                  <a:pt x="126" y="74"/>
                </a:lnTo>
                <a:lnTo>
                  <a:pt x="126" y="74"/>
                </a:lnTo>
                <a:close/>
                <a:moveTo>
                  <a:pt x="96" y="94"/>
                </a:moveTo>
                <a:lnTo>
                  <a:pt x="54" y="94"/>
                </a:lnTo>
                <a:lnTo>
                  <a:pt x="54" y="110"/>
                </a:lnTo>
                <a:lnTo>
                  <a:pt x="96" y="110"/>
                </a:lnTo>
                <a:lnTo>
                  <a:pt x="96" y="94"/>
                </a:lnTo>
                <a:lnTo>
                  <a:pt x="96" y="94"/>
                </a:lnTo>
                <a:close/>
                <a:moveTo>
                  <a:pt x="96" y="113"/>
                </a:moveTo>
                <a:lnTo>
                  <a:pt x="54" y="113"/>
                </a:lnTo>
                <a:lnTo>
                  <a:pt x="54" y="120"/>
                </a:lnTo>
                <a:lnTo>
                  <a:pt x="96" y="120"/>
                </a:lnTo>
                <a:lnTo>
                  <a:pt x="96" y="113"/>
                </a:lnTo>
                <a:lnTo>
                  <a:pt x="96" y="113"/>
                </a:lnTo>
                <a:close/>
                <a:moveTo>
                  <a:pt x="96" y="134"/>
                </a:moveTo>
                <a:lnTo>
                  <a:pt x="94" y="133"/>
                </a:lnTo>
                <a:lnTo>
                  <a:pt x="93" y="131"/>
                </a:lnTo>
                <a:lnTo>
                  <a:pt x="90" y="130"/>
                </a:lnTo>
                <a:lnTo>
                  <a:pt x="87" y="128"/>
                </a:lnTo>
                <a:lnTo>
                  <a:pt x="86" y="126"/>
                </a:lnTo>
                <a:lnTo>
                  <a:pt x="85" y="126"/>
                </a:lnTo>
                <a:lnTo>
                  <a:pt x="84" y="124"/>
                </a:lnTo>
                <a:lnTo>
                  <a:pt x="83" y="123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96" y="122"/>
                </a:lnTo>
                <a:lnTo>
                  <a:pt x="96" y="134"/>
                </a:lnTo>
                <a:lnTo>
                  <a:pt x="96" y="134"/>
                </a:lnTo>
                <a:close/>
                <a:moveTo>
                  <a:pt x="55" y="134"/>
                </a:moveTo>
                <a:lnTo>
                  <a:pt x="56" y="134"/>
                </a:lnTo>
                <a:lnTo>
                  <a:pt x="58" y="131"/>
                </a:lnTo>
                <a:lnTo>
                  <a:pt x="61" y="130"/>
                </a:lnTo>
                <a:lnTo>
                  <a:pt x="63" y="128"/>
                </a:lnTo>
                <a:lnTo>
                  <a:pt x="65" y="126"/>
                </a:lnTo>
                <a:lnTo>
                  <a:pt x="66" y="126"/>
                </a:lnTo>
                <a:lnTo>
                  <a:pt x="67" y="124"/>
                </a:lnTo>
                <a:lnTo>
                  <a:pt x="67" y="123"/>
                </a:lnTo>
                <a:lnTo>
                  <a:pt x="68" y="122"/>
                </a:lnTo>
                <a:lnTo>
                  <a:pt x="68" y="122"/>
                </a:lnTo>
                <a:lnTo>
                  <a:pt x="55" y="122"/>
                </a:lnTo>
                <a:lnTo>
                  <a:pt x="55" y="134"/>
                </a:lnTo>
                <a:lnTo>
                  <a:pt x="55" y="134"/>
                </a:lnTo>
                <a:close/>
                <a:moveTo>
                  <a:pt x="54" y="79"/>
                </a:moveTo>
                <a:lnTo>
                  <a:pt x="57" y="79"/>
                </a:lnTo>
                <a:lnTo>
                  <a:pt x="57" y="70"/>
                </a:lnTo>
                <a:lnTo>
                  <a:pt x="58" y="69"/>
                </a:lnTo>
                <a:lnTo>
                  <a:pt x="59" y="69"/>
                </a:lnTo>
                <a:lnTo>
                  <a:pt x="60" y="69"/>
                </a:lnTo>
                <a:lnTo>
                  <a:pt x="61" y="69"/>
                </a:lnTo>
                <a:lnTo>
                  <a:pt x="62" y="70"/>
                </a:lnTo>
                <a:lnTo>
                  <a:pt x="63" y="70"/>
                </a:lnTo>
                <a:lnTo>
                  <a:pt x="63" y="71"/>
                </a:lnTo>
                <a:lnTo>
                  <a:pt x="63" y="72"/>
                </a:lnTo>
                <a:lnTo>
                  <a:pt x="63" y="73"/>
                </a:lnTo>
                <a:lnTo>
                  <a:pt x="63" y="73"/>
                </a:lnTo>
                <a:lnTo>
                  <a:pt x="65" y="74"/>
                </a:lnTo>
                <a:lnTo>
                  <a:pt x="66" y="74"/>
                </a:lnTo>
                <a:lnTo>
                  <a:pt x="66" y="75"/>
                </a:lnTo>
                <a:lnTo>
                  <a:pt x="66" y="76"/>
                </a:lnTo>
                <a:lnTo>
                  <a:pt x="66" y="77"/>
                </a:lnTo>
                <a:lnTo>
                  <a:pt x="66" y="78"/>
                </a:lnTo>
                <a:lnTo>
                  <a:pt x="66" y="78"/>
                </a:lnTo>
                <a:lnTo>
                  <a:pt x="66" y="78"/>
                </a:lnTo>
                <a:lnTo>
                  <a:pt x="65" y="79"/>
                </a:lnTo>
                <a:lnTo>
                  <a:pt x="63" y="81"/>
                </a:lnTo>
                <a:lnTo>
                  <a:pt x="62" y="82"/>
                </a:lnTo>
                <a:lnTo>
                  <a:pt x="60" y="82"/>
                </a:lnTo>
                <a:lnTo>
                  <a:pt x="59" y="82"/>
                </a:lnTo>
                <a:lnTo>
                  <a:pt x="56" y="82"/>
                </a:lnTo>
                <a:lnTo>
                  <a:pt x="54" y="82"/>
                </a:lnTo>
                <a:lnTo>
                  <a:pt x="54" y="79"/>
                </a:lnTo>
                <a:lnTo>
                  <a:pt x="54" y="79"/>
                </a:lnTo>
                <a:close/>
                <a:moveTo>
                  <a:pt x="28" y="83"/>
                </a:moveTo>
                <a:lnTo>
                  <a:pt x="24" y="83"/>
                </a:lnTo>
                <a:lnTo>
                  <a:pt x="22" y="83"/>
                </a:lnTo>
                <a:lnTo>
                  <a:pt x="21" y="82"/>
                </a:lnTo>
                <a:lnTo>
                  <a:pt x="21" y="82"/>
                </a:lnTo>
                <a:lnTo>
                  <a:pt x="19" y="82"/>
                </a:lnTo>
                <a:lnTo>
                  <a:pt x="18" y="79"/>
                </a:lnTo>
                <a:lnTo>
                  <a:pt x="18" y="77"/>
                </a:lnTo>
                <a:lnTo>
                  <a:pt x="17" y="75"/>
                </a:lnTo>
                <a:lnTo>
                  <a:pt x="16" y="74"/>
                </a:lnTo>
                <a:lnTo>
                  <a:pt x="15" y="73"/>
                </a:lnTo>
                <a:lnTo>
                  <a:pt x="15" y="72"/>
                </a:lnTo>
                <a:lnTo>
                  <a:pt x="14" y="71"/>
                </a:lnTo>
                <a:lnTo>
                  <a:pt x="14" y="70"/>
                </a:lnTo>
                <a:lnTo>
                  <a:pt x="13" y="70"/>
                </a:lnTo>
                <a:lnTo>
                  <a:pt x="13" y="68"/>
                </a:lnTo>
                <a:lnTo>
                  <a:pt x="13" y="66"/>
                </a:lnTo>
                <a:lnTo>
                  <a:pt x="14" y="65"/>
                </a:lnTo>
                <a:lnTo>
                  <a:pt x="14" y="65"/>
                </a:lnTo>
                <a:lnTo>
                  <a:pt x="15" y="65"/>
                </a:lnTo>
                <a:lnTo>
                  <a:pt x="15" y="64"/>
                </a:lnTo>
                <a:lnTo>
                  <a:pt x="16" y="64"/>
                </a:lnTo>
                <a:lnTo>
                  <a:pt x="17" y="65"/>
                </a:lnTo>
                <a:lnTo>
                  <a:pt x="17" y="65"/>
                </a:lnTo>
                <a:lnTo>
                  <a:pt x="17" y="66"/>
                </a:lnTo>
                <a:lnTo>
                  <a:pt x="17" y="67"/>
                </a:lnTo>
                <a:lnTo>
                  <a:pt x="19" y="68"/>
                </a:lnTo>
                <a:lnTo>
                  <a:pt x="22" y="70"/>
                </a:lnTo>
                <a:lnTo>
                  <a:pt x="22" y="70"/>
                </a:lnTo>
                <a:lnTo>
                  <a:pt x="24" y="71"/>
                </a:lnTo>
                <a:lnTo>
                  <a:pt x="25" y="72"/>
                </a:lnTo>
                <a:lnTo>
                  <a:pt x="26" y="74"/>
                </a:lnTo>
                <a:lnTo>
                  <a:pt x="26" y="76"/>
                </a:lnTo>
                <a:lnTo>
                  <a:pt x="26" y="78"/>
                </a:lnTo>
                <a:lnTo>
                  <a:pt x="26" y="79"/>
                </a:lnTo>
                <a:lnTo>
                  <a:pt x="26" y="79"/>
                </a:lnTo>
                <a:lnTo>
                  <a:pt x="28" y="79"/>
                </a:lnTo>
                <a:lnTo>
                  <a:pt x="28" y="83"/>
                </a:lnTo>
                <a:lnTo>
                  <a:pt x="28" y="83"/>
                </a:lnTo>
                <a:close/>
                <a:moveTo>
                  <a:pt x="27" y="113"/>
                </a:moveTo>
                <a:lnTo>
                  <a:pt x="22" y="113"/>
                </a:lnTo>
                <a:lnTo>
                  <a:pt x="22" y="120"/>
                </a:lnTo>
                <a:lnTo>
                  <a:pt x="27" y="120"/>
                </a:lnTo>
                <a:lnTo>
                  <a:pt x="27" y="113"/>
                </a:lnTo>
                <a:lnTo>
                  <a:pt x="27" y="113"/>
                </a:lnTo>
                <a:close/>
                <a:moveTo>
                  <a:pt x="28" y="84"/>
                </a:moveTo>
                <a:lnTo>
                  <a:pt x="22" y="84"/>
                </a:lnTo>
                <a:lnTo>
                  <a:pt x="22" y="92"/>
                </a:lnTo>
                <a:lnTo>
                  <a:pt x="28" y="92"/>
                </a:lnTo>
                <a:lnTo>
                  <a:pt x="28" y="84"/>
                </a:lnTo>
                <a:lnTo>
                  <a:pt x="28" y="84"/>
                </a:lnTo>
                <a:close/>
                <a:moveTo>
                  <a:pt x="26" y="166"/>
                </a:moveTo>
                <a:lnTo>
                  <a:pt x="26" y="166"/>
                </a:lnTo>
                <a:lnTo>
                  <a:pt x="24" y="167"/>
                </a:lnTo>
                <a:lnTo>
                  <a:pt x="22" y="169"/>
                </a:lnTo>
                <a:lnTo>
                  <a:pt x="22" y="170"/>
                </a:lnTo>
                <a:lnTo>
                  <a:pt x="21" y="171"/>
                </a:lnTo>
                <a:lnTo>
                  <a:pt x="20" y="172"/>
                </a:lnTo>
                <a:lnTo>
                  <a:pt x="19" y="176"/>
                </a:lnTo>
                <a:lnTo>
                  <a:pt x="19" y="178"/>
                </a:lnTo>
                <a:lnTo>
                  <a:pt x="17" y="179"/>
                </a:lnTo>
                <a:lnTo>
                  <a:pt x="15" y="180"/>
                </a:lnTo>
                <a:lnTo>
                  <a:pt x="14" y="182"/>
                </a:lnTo>
                <a:lnTo>
                  <a:pt x="12" y="183"/>
                </a:lnTo>
                <a:lnTo>
                  <a:pt x="11" y="186"/>
                </a:lnTo>
                <a:lnTo>
                  <a:pt x="10" y="188"/>
                </a:lnTo>
                <a:lnTo>
                  <a:pt x="10" y="190"/>
                </a:lnTo>
                <a:lnTo>
                  <a:pt x="10" y="193"/>
                </a:lnTo>
                <a:lnTo>
                  <a:pt x="10" y="198"/>
                </a:lnTo>
                <a:lnTo>
                  <a:pt x="11" y="200"/>
                </a:lnTo>
                <a:lnTo>
                  <a:pt x="10" y="202"/>
                </a:lnTo>
                <a:lnTo>
                  <a:pt x="8" y="203"/>
                </a:lnTo>
                <a:lnTo>
                  <a:pt x="6" y="206"/>
                </a:lnTo>
                <a:lnTo>
                  <a:pt x="5" y="209"/>
                </a:lnTo>
                <a:lnTo>
                  <a:pt x="4" y="210"/>
                </a:lnTo>
                <a:lnTo>
                  <a:pt x="4" y="212"/>
                </a:lnTo>
                <a:lnTo>
                  <a:pt x="4" y="214"/>
                </a:lnTo>
                <a:lnTo>
                  <a:pt x="4" y="217"/>
                </a:lnTo>
                <a:lnTo>
                  <a:pt x="4" y="219"/>
                </a:lnTo>
                <a:lnTo>
                  <a:pt x="5" y="221"/>
                </a:lnTo>
                <a:lnTo>
                  <a:pt x="6" y="222"/>
                </a:lnTo>
                <a:lnTo>
                  <a:pt x="6" y="222"/>
                </a:lnTo>
                <a:lnTo>
                  <a:pt x="26" y="222"/>
                </a:lnTo>
                <a:lnTo>
                  <a:pt x="26" y="166"/>
                </a:lnTo>
                <a:lnTo>
                  <a:pt x="26" y="166"/>
                </a:lnTo>
                <a:close/>
                <a:moveTo>
                  <a:pt x="27" y="226"/>
                </a:moveTo>
                <a:lnTo>
                  <a:pt x="0" y="226"/>
                </a:lnTo>
                <a:lnTo>
                  <a:pt x="0" y="234"/>
                </a:lnTo>
                <a:lnTo>
                  <a:pt x="27" y="234"/>
                </a:lnTo>
                <a:lnTo>
                  <a:pt x="27" y="226"/>
                </a:lnTo>
                <a:lnTo>
                  <a:pt x="27" y="226"/>
                </a:lnTo>
                <a:close/>
                <a:moveTo>
                  <a:pt x="277" y="118"/>
                </a:moveTo>
                <a:lnTo>
                  <a:pt x="277" y="118"/>
                </a:lnTo>
                <a:lnTo>
                  <a:pt x="279" y="121"/>
                </a:lnTo>
                <a:lnTo>
                  <a:pt x="280" y="122"/>
                </a:lnTo>
                <a:lnTo>
                  <a:pt x="281" y="124"/>
                </a:lnTo>
                <a:lnTo>
                  <a:pt x="283" y="125"/>
                </a:lnTo>
                <a:lnTo>
                  <a:pt x="284" y="126"/>
                </a:lnTo>
                <a:lnTo>
                  <a:pt x="287" y="126"/>
                </a:lnTo>
                <a:lnTo>
                  <a:pt x="287" y="126"/>
                </a:lnTo>
                <a:lnTo>
                  <a:pt x="288" y="127"/>
                </a:lnTo>
                <a:lnTo>
                  <a:pt x="288" y="128"/>
                </a:lnTo>
                <a:lnTo>
                  <a:pt x="288" y="129"/>
                </a:lnTo>
                <a:lnTo>
                  <a:pt x="288" y="130"/>
                </a:lnTo>
                <a:lnTo>
                  <a:pt x="289" y="131"/>
                </a:lnTo>
                <a:lnTo>
                  <a:pt x="290" y="132"/>
                </a:lnTo>
                <a:lnTo>
                  <a:pt x="292" y="133"/>
                </a:lnTo>
                <a:lnTo>
                  <a:pt x="293" y="133"/>
                </a:lnTo>
                <a:lnTo>
                  <a:pt x="293" y="118"/>
                </a:lnTo>
                <a:lnTo>
                  <a:pt x="277" y="118"/>
                </a:lnTo>
                <a:lnTo>
                  <a:pt x="277" y="118"/>
                </a:lnTo>
                <a:close/>
                <a:moveTo>
                  <a:pt x="294" y="62"/>
                </a:moveTo>
                <a:lnTo>
                  <a:pt x="292" y="62"/>
                </a:lnTo>
                <a:lnTo>
                  <a:pt x="289" y="62"/>
                </a:lnTo>
                <a:lnTo>
                  <a:pt x="285" y="62"/>
                </a:lnTo>
                <a:lnTo>
                  <a:pt x="282" y="61"/>
                </a:lnTo>
                <a:lnTo>
                  <a:pt x="280" y="59"/>
                </a:lnTo>
                <a:lnTo>
                  <a:pt x="279" y="58"/>
                </a:lnTo>
                <a:lnTo>
                  <a:pt x="279" y="58"/>
                </a:lnTo>
                <a:lnTo>
                  <a:pt x="278" y="56"/>
                </a:lnTo>
                <a:lnTo>
                  <a:pt x="277" y="54"/>
                </a:lnTo>
                <a:lnTo>
                  <a:pt x="277" y="54"/>
                </a:lnTo>
                <a:lnTo>
                  <a:pt x="277" y="53"/>
                </a:lnTo>
                <a:lnTo>
                  <a:pt x="277" y="52"/>
                </a:lnTo>
                <a:lnTo>
                  <a:pt x="279" y="49"/>
                </a:lnTo>
                <a:lnTo>
                  <a:pt x="281" y="46"/>
                </a:lnTo>
                <a:lnTo>
                  <a:pt x="283" y="45"/>
                </a:lnTo>
                <a:lnTo>
                  <a:pt x="284" y="45"/>
                </a:lnTo>
                <a:lnTo>
                  <a:pt x="286" y="45"/>
                </a:lnTo>
                <a:lnTo>
                  <a:pt x="287" y="46"/>
                </a:lnTo>
                <a:lnTo>
                  <a:pt x="290" y="49"/>
                </a:lnTo>
                <a:lnTo>
                  <a:pt x="292" y="52"/>
                </a:lnTo>
                <a:lnTo>
                  <a:pt x="294" y="53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62"/>
                </a:lnTo>
                <a:lnTo>
                  <a:pt x="294" y="62"/>
                </a:lnTo>
                <a:close/>
                <a:moveTo>
                  <a:pt x="298" y="53"/>
                </a:moveTo>
                <a:lnTo>
                  <a:pt x="322" y="53"/>
                </a:lnTo>
                <a:lnTo>
                  <a:pt x="322" y="233"/>
                </a:lnTo>
                <a:lnTo>
                  <a:pt x="298" y="233"/>
                </a:lnTo>
                <a:lnTo>
                  <a:pt x="298" y="53"/>
                </a:lnTo>
                <a:lnTo>
                  <a:pt x="298" y="53"/>
                </a:lnTo>
                <a:close/>
                <a:moveTo>
                  <a:pt x="295" y="30"/>
                </a:moveTo>
                <a:lnTo>
                  <a:pt x="295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48"/>
                </a:lnTo>
                <a:lnTo>
                  <a:pt x="294" y="49"/>
                </a:lnTo>
                <a:lnTo>
                  <a:pt x="294" y="50"/>
                </a:lnTo>
                <a:lnTo>
                  <a:pt x="295" y="50"/>
                </a:lnTo>
                <a:lnTo>
                  <a:pt x="295" y="50"/>
                </a:lnTo>
                <a:lnTo>
                  <a:pt x="325" y="50"/>
                </a:lnTo>
                <a:lnTo>
                  <a:pt x="325" y="50"/>
                </a:lnTo>
                <a:lnTo>
                  <a:pt x="326" y="50"/>
                </a:lnTo>
                <a:lnTo>
                  <a:pt x="326" y="49"/>
                </a:lnTo>
                <a:lnTo>
                  <a:pt x="326" y="48"/>
                </a:lnTo>
                <a:lnTo>
                  <a:pt x="326" y="30"/>
                </a:lnTo>
                <a:lnTo>
                  <a:pt x="326" y="30"/>
                </a:lnTo>
                <a:lnTo>
                  <a:pt x="326" y="30"/>
                </a:lnTo>
                <a:lnTo>
                  <a:pt x="325" y="30"/>
                </a:lnTo>
                <a:lnTo>
                  <a:pt x="325" y="30"/>
                </a:lnTo>
                <a:lnTo>
                  <a:pt x="295" y="30"/>
                </a:lnTo>
                <a:lnTo>
                  <a:pt x="295" y="30"/>
                </a:lnTo>
                <a:close/>
                <a:moveTo>
                  <a:pt x="311" y="0"/>
                </a:moveTo>
                <a:lnTo>
                  <a:pt x="310" y="0"/>
                </a:lnTo>
                <a:lnTo>
                  <a:pt x="310" y="0"/>
                </a:lnTo>
                <a:lnTo>
                  <a:pt x="310" y="0"/>
                </a:lnTo>
                <a:lnTo>
                  <a:pt x="309" y="0"/>
                </a:lnTo>
                <a:lnTo>
                  <a:pt x="308" y="1"/>
                </a:lnTo>
                <a:lnTo>
                  <a:pt x="307" y="1"/>
                </a:lnTo>
                <a:lnTo>
                  <a:pt x="306" y="2"/>
                </a:lnTo>
                <a:lnTo>
                  <a:pt x="305" y="3"/>
                </a:lnTo>
                <a:lnTo>
                  <a:pt x="303" y="5"/>
                </a:lnTo>
                <a:lnTo>
                  <a:pt x="303" y="7"/>
                </a:lnTo>
                <a:lnTo>
                  <a:pt x="302" y="11"/>
                </a:lnTo>
                <a:lnTo>
                  <a:pt x="302" y="13"/>
                </a:lnTo>
                <a:lnTo>
                  <a:pt x="300" y="14"/>
                </a:lnTo>
                <a:lnTo>
                  <a:pt x="299" y="14"/>
                </a:lnTo>
                <a:lnTo>
                  <a:pt x="299" y="16"/>
                </a:lnTo>
                <a:lnTo>
                  <a:pt x="298" y="17"/>
                </a:lnTo>
                <a:lnTo>
                  <a:pt x="297" y="18"/>
                </a:lnTo>
                <a:lnTo>
                  <a:pt x="297" y="20"/>
                </a:lnTo>
                <a:lnTo>
                  <a:pt x="298" y="22"/>
                </a:lnTo>
                <a:lnTo>
                  <a:pt x="299" y="22"/>
                </a:lnTo>
                <a:lnTo>
                  <a:pt x="299" y="25"/>
                </a:lnTo>
                <a:lnTo>
                  <a:pt x="299" y="26"/>
                </a:lnTo>
                <a:lnTo>
                  <a:pt x="299" y="26"/>
                </a:lnTo>
                <a:lnTo>
                  <a:pt x="299" y="26"/>
                </a:lnTo>
                <a:lnTo>
                  <a:pt x="299" y="27"/>
                </a:lnTo>
                <a:lnTo>
                  <a:pt x="300" y="27"/>
                </a:lnTo>
                <a:lnTo>
                  <a:pt x="310" y="27"/>
                </a:lnTo>
                <a:lnTo>
                  <a:pt x="319" y="27"/>
                </a:lnTo>
                <a:lnTo>
                  <a:pt x="320" y="27"/>
                </a:lnTo>
                <a:lnTo>
                  <a:pt x="320" y="26"/>
                </a:lnTo>
                <a:lnTo>
                  <a:pt x="321" y="26"/>
                </a:lnTo>
                <a:lnTo>
                  <a:pt x="321" y="26"/>
                </a:lnTo>
                <a:lnTo>
                  <a:pt x="321" y="25"/>
                </a:lnTo>
                <a:lnTo>
                  <a:pt x="321" y="22"/>
                </a:lnTo>
                <a:lnTo>
                  <a:pt x="322" y="22"/>
                </a:lnTo>
                <a:lnTo>
                  <a:pt x="323" y="20"/>
                </a:lnTo>
                <a:lnTo>
                  <a:pt x="323" y="18"/>
                </a:lnTo>
                <a:lnTo>
                  <a:pt x="322" y="17"/>
                </a:lnTo>
                <a:lnTo>
                  <a:pt x="321" y="16"/>
                </a:lnTo>
                <a:lnTo>
                  <a:pt x="320" y="14"/>
                </a:lnTo>
                <a:lnTo>
                  <a:pt x="319" y="14"/>
                </a:lnTo>
                <a:lnTo>
                  <a:pt x="318" y="13"/>
                </a:lnTo>
                <a:lnTo>
                  <a:pt x="318" y="11"/>
                </a:lnTo>
                <a:lnTo>
                  <a:pt x="317" y="7"/>
                </a:lnTo>
                <a:lnTo>
                  <a:pt x="316" y="5"/>
                </a:lnTo>
                <a:lnTo>
                  <a:pt x="315" y="3"/>
                </a:lnTo>
                <a:lnTo>
                  <a:pt x="314" y="2"/>
                </a:lnTo>
                <a:lnTo>
                  <a:pt x="313" y="1"/>
                </a:lnTo>
                <a:lnTo>
                  <a:pt x="312" y="1"/>
                </a:lnTo>
                <a:lnTo>
                  <a:pt x="311" y="0"/>
                </a:lnTo>
                <a:lnTo>
                  <a:pt x="311" y="0"/>
                </a:lnTo>
                <a:close/>
                <a:moveTo>
                  <a:pt x="327" y="52"/>
                </a:moveTo>
                <a:lnTo>
                  <a:pt x="327" y="62"/>
                </a:lnTo>
                <a:lnTo>
                  <a:pt x="333" y="62"/>
                </a:lnTo>
                <a:lnTo>
                  <a:pt x="335" y="62"/>
                </a:lnTo>
                <a:lnTo>
                  <a:pt x="336" y="61"/>
                </a:lnTo>
                <a:lnTo>
                  <a:pt x="337" y="59"/>
                </a:lnTo>
                <a:lnTo>
                  <a:pt x="338" y="58"/>
                </a:lnTo>
                <a:lnTo>
                  <a:pt x="339" y="55"/>
                </a:lnTo>
                <a:lnTo>
                  <a:pt x="339" y="54"/>
                </a:lnTo>
                <a:lnTo>
                  <a:pt x="340" y="53"/>
                </a:lnTo>
                <a:lnTo>
                  <a:pt x="342" y="51"/>
                </a:lnTo>
                <a:lnTo>
                  <a:pt x="343" y="50"/>
                </a:lnTo>
                <a:lnTo>
                  <a:pt x="345" y="47"/>
                </a:lnTo>
                <a:lnTo>
                  <a:pt x="345" y="46"/>
                </a:lnTo>
                <a:lnTo>
                  <a:pt x="345" y="46"/>
                </a:lnTo>
                <a:lnTo>
                  <a:pt x="345" y="45"/>
                </a:lnTo>
                <a:lnTo>
                  <a:pt x="344" y="44"/>
                </a:lnTo>
                <a:lnTo>
                  <a:pt x="343" y="42"/>
                </a:lnTo>
                <a:lnTo>
                  <a:pt x="342" y="42"/>
                </a:lnTo>
                <a:lnTo>
                  <a:pt x="341" y="42"/>
                </a:lnTo>
                <a:lnTo>
                  <a:pt x="340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3"/>
                </a:lnTo>
                <a:lnTo>
                  <a:pt x="340" y="44"/>
                </a:lnTo>
                <a:lnTo>
                  <a:pt x="339" y="45"/>
                </a:lnTo>
                <a:lnTo>
                  <a:pt x="339" y="46"/>
                </a:lnTo>
                <a:lnTo>
                  <a:pt x="338" y="46"/>
                </a:lnTo>
                <a:lnTo>
                  <a:pt x="337" y="46"/>
                </a:lnTo>
                <a:lnTo>
                  <a:pt x="335" y="47"/>
                </a:lnTo>
                <a:lnTo>
                  <a:pt x="332" y="48"/>
                </a:lnTo>
                <a:lnTo>
                  <a:pt x="331" y="50"/>
                </a:lnTo>
                <a:lnTo>
                  <a:pt x="330" y="51"/>
                </a:lnTo>
                <a:lnTo>
                  <a:pt x="328" y="52"/>
                </a:lnTo>
                <a:lnTo>
                  <a:pt x="327" y="52"/>
                </a:lnTo>
                <a:lnTo>
                  <a:pt x="327" y="52"/>
                </a:lnTo>
                <a:close/>
                <a:moveTo>
                  <a:pt x="326" y="65"/>
                </a:moveTo>
                <a:lnTo>
                  <a:pt x="333" y="65"/>
                </a:lnTo>
                <a:lnTo>
                  <a:pt x="333" y="74"/>
                </a:lnTo>
                <a:lnTo>
                  <a:pt x="326" y="74"/>
                </a:lnTo>
                <a:lnTo>
                  <a:pt x="326" y="65"/>
                </a:lnTo>
                <a:lnTo>
                  <a:pt x="326" y="65"/>
                </a:lnTo>
                <a:close/>
                <a:moveTo>
                  <a:pt x="326" y="76"/>
                </a:moveTo>
                <a:lnTo>
                  <a:pt x="375" y="76"/>
                </a:lnTo>
                <a:lnTo>
                  <a:pt x="375" y="83"/>
                </a:lnTo>
                <a:lnTo>
                  <a:pt x="326" y="83"/>
                </a:lnTo>
                <a:lnTo>
                  <a:pt x="326" y="76"/>
                </a:lnTo>
                <a:lnTo>
                  <a:pt x="326" y="76"/>
                </a:lnTo>
                <a:close/>
                <a:moveTo>
                  <a:pt x="326" y="86"/>
                </a:moveTo>
                <a:lnTo>
                  <a:pt x="375" y="86"/>
                </a:lnTo>
                <a:lnTo>
                  <a:pt x="375" y="107"/>
                </a:lnTo>
                <a:lnTo>
                  <a:pt x="326" y="107"/>
                </a:lnTo>
                <a:lnTo>
                  <a:pt x="326" y="86"/>
                </a:lnTo>
                <a:lnTo>
                  <a:pt x="326" y="86"/>
                </a:lnTo>
                <a:close/>
                <a:moveTo>
                  <a:pt x="326" y="110"/>
                </a:moveTo>
                <a:lnTo>
                  <a:pt x="375" y="110"/>
                </a:lnTo>
                <a:lnTo>
                  <a:pt x="375" y="117"/>
                </a:lnTo>
                <a:lnTo>
                  <a:pt x="326" y="117"/>
                </a:lnTo>
                <a:lnTo>
                  <a:pt x="326" y="110"/>
                </a:lnTo>
                <a:lnTo>
                  <a:pt x="326" y="110"/>
                </a:lnTo>
                <a:close/>
                <a:moveTo>
                  <a:pt x="361" y="121"/>
                </a:moveTo>
                <a:lnTo>
                  <a:pt x="361" y="121"/>
                </a:lnTo>
                <a:lnTo>
                  <a:pt x="361" y="122"/>
                </a:lnTo>
                <a:lnTo>
                  <a:pt x="362" y="122"/>
                </a:lnTo>
                <a:lnTo>
                  <a:pt x="363" y="124"/>
                </a:lnTo>
                <a:lnTo>
                  <a:pt x="364" y="126"/>
                </a:lnTo>
                <a:lnTo>
                  <a:pt x="366" y="126"/>
                </a:lnTo>
                <a:lnTo>
                  <a:pt x="367" y="128"/>
                </a:lnTo>
                <a:lnTo>
                  <a:pt x="369" y="128"/>
                </a:lnTo>
                <a:lnTo>
                  <a:pt x="371" y="129"/>
                </a:lnTo>
                <a:lnTo>
                  <a:pt x="371" y="130"/>
                </a:lnTo>
                <a:lnTo>
                  <a:pt x="372" y="132"/>
                </a:lnTo>
                <a:lnTo>
                  <a:pt x="373" y="134"/>
                </a:lnTo>
                <a:lnTo>
                  <a:pt x="374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21"/>
                </a:lnTo>
                <a:lnTo>
                  <a:pt x="361" y="121"/>
                </a:lnTo>
                <a:lnTo>
                  <a:pt x="361" y="121"/>
                </a:lnTo>
                <a:close/>
                <a:moveTo>
                  <a:pt x="379" y="73"/>
                </a:moveTo>
                <a:lnTo>
                  <a:pt x="401" y="73"/>
                </a:lnTo>
                <a:lnTo>
                  <a:pt x="401" y="233"/>
                </a:lnTo>
                <a:lnTo>
                  <a:pt x="379" y="233"/>
                </a:lnTo>
                <a:lnTo>
                  <a:pt x="379" y="73"/>
                </a:lnTo>
                <a:lnTo>
                  <a:pt x="379" y="73"/>
                </a:lnTo>
                <a:close/>
                <a:moveTo>
                  <a:pt x="377" y="50"/>
                </a:moveTo>
                <a:lnTo>
                  <a:pt x="404" y="50"/>
                </a:lnTo>
                <a:lnTo>
                  <a:pt x="404" y="50"/>
                </a:lnTo>
                <a:lnTo>
                  <a:pt x="404" y="50"/>
                </a:lnTo>
                <a:lnTo>
                  <a:pt x="405" y="51"/>
                </a:lnTo>
                <a:lnTo>
                  <a:pt x="405" y="51"/>
                </a:lnTo>
                <a:lnTo>
                  <a:pt x="405" y="67"/>
                </a:lnTo>
                <a:lnTo>
                  <a:pt x="405" y="68"/>
                </a:lnTo>
                <a:lnTo>
                  <a:pt x="404" y="68"/>
                </a:lnTo>
                <a:lnTo>
                  <a:pt x="404" y="68"/>
                </a:lnTo>
                <a:lnTo>
                  <a:pt x="404" y="69"/>
                </a:lnTo>
                <a:lnTo>
                  <a:pt x="377" y="69"/>
                </a:lnTo>
                <a:lnTo>
                  <a:pt x="377" y="68"/>
                </a:lnTo>
                <a:lnTo>
                  <a:pt x="376" y="68"/>
                </a:lnTo>
                <a:lnTo>
                  <a:pt x="376" y="68"/>
                </a:lnTo>
                <a:lnTo>
                  <a:pt x="376" y="67"/>
                </a:lnTo>
                <a:lnTo>
                  <a:pt x="376" y="51"/>
                </a:lnTo>
                <a:lnTo>
                  <a:pt x="376" y="51"/>
                </a:lnTo>
                <a:lnTo>
                  <a:pt x="376" y="50"/>
                </a:lnTo>
                <a:lnTo>
                  <a:pt x="377" y="50"/>
                </a:lnTo>
                <a:lnTo>
                  <a:pt x="377" y="50"/>
                </a:lnTo>
                <a:lnTo>
                  <a:pt x="377" y="50"/>
                </a:lnTo>
                <a:close/>
                <a:moveTo>
                  <a:pt x="449" y="79"/>
                </a:moveTo>
                <a:lnTo>
                  <a:pt x="471" y="79"/>
                </a:lnTo>
                <a:lnTo>
                  <a:pt x="471" y="232"/>
                </a:lnTo>
                <a:lnTo>
                  <a:pt x="450" y="232"/>
                </a:lnTo>
                <a:lnTo>
                  <a:pt x="450" y="88"/>
                </a:lnTo>
                <a:lnTo>
                  <a:pt x="449" y="88"/>
                </a:lnTo>
                <a:lnTo>
                  <a:pt x="449" y="79"/>
                </a:lnTo>
                <a:lnTo>
                  <a:pt x="449" y="79"/>
                </a:lnTo>
                <a:close/>
                <a:moveTo>
                  <a:pt x="447" y="63"/>
                </a:moveTo>
                <a:lnTo>
                  <a:pt x="471" y="63"/>
                </a:lnTo>
                <a:lnTo>
                  <a:pt x="472" y="63"/>
                </a:lnTo>
                <a:lnTo>
                  <a:pt x="473" y="64"/>
                </a:lnTo>
                <a:lnTo>
                  <a:pt x="473" y="76"/>
                </a:lnTo>
                <a:lnTo>
                  <a:pt x="472" y="77"/>
                </a:lnTo>
                <a:lnTo>
                  <a:pt x="471" y="78"/>
                </a:lnTo>
                <a:lnTo>
                  <a:pt x="447" y="78"/>
                </a:lnTo>
                <a:lnTo>
                  <a:pt x="447" y="77"/>
                </a:lnTo>
                <a:lnTo>
                  <a:pt x="447" y="76"/>
                </a:lnTo>
                <a:lnTo>
                  <a:pt x="447" y="64"/>
                </a:lnTo>
                <a:lnTo>
                  <a:pt x="447" y="63"/>
                </a:lnTo>
                <a:lnTo>
                  <a:pt x="447" y="63"/>
                </a:lnTo>
                <a:lnTo>
                  <a:pt x="447" y="63"/>
                </a:lnTo>
                <a:close/>
                <a:moveTo>
                  <a:pt x="459" y="39"/>
                </a:moveTo>
                <a:lnTo>
                  <a:pt x="459" y="39"/>
                </a:lnTo>
                <a:lnTo>
                  <a:pt x="458" y="39"/>
                </a:lnTo>
                <a:lnTo>
                  <a:pt x="456" y="40"/>
                </a:lnTo>
                <a:lnTo>
                  <a:pt x="455" y="42"/>
                </a:lnTo>
                <a:lnTo>
                  <a:pt x="455" y="42"/>
                </a:lnTo>
                <a:lnTo>
                  <a:pt x="454" y="45"/>
                </a:lnTo>
                <a:lnTo>
                  <a:pt x="453" y="47"/>
                </a:lnTo>
                <a:lnTo>
                  <a:pt x="453" y="49"/>
                </a:lnTo>
                <a:lnTo>
                  <a:pt x="451" y="50"/>
                </a:lnTo>
                <a:lnTo>
                  <a:pt x="451" y="50"/>
                </a:lnTo>
                <a:lnTo>
                  <a:pt x="451" y="51"/>
                </a:lnTo>
                <a:lnTo>
                  <a:pt x="450" y="52"/>
                </a:lnTo>
                <a:lnTo>
                  <a:pt x="450" y="53"/>
                </a:lnTo>
                <a:lnTo>
                  <a:pt x="450" y="54"/>
                </a:lnTo>
                <a:lnTo>
                  <a:pt x="450" y="55"/>
                </a:lnTo>
                <a:lnTo>
                  <a:pt x="451" y="56"/>
                </a:lnTo>
                <a:lnTo>
                  <a:pt x="451" y="57"/>
                </a:lnTo>
                <a:lnTo>
                  <a:pt x="451" y="58"/>
                </a:lnTo>
                <a:lnTo>
                  <a:pt x="452" y="58"/>
                </a:lnTo>
                <a:lnTo>
                  <a:pt x="451" y="58"/>
                </a:lnTo>
                <a:lnTo>
                  <a:pt x="451" y="59"/>
                </a:lnTo>
                <a:lnTo>
                  <a:pt x="451" y="59"/>
                </a:lnTo>
                <a:lnTo>
                  <a:pt x="451" y="61"/>
                </a:lnTo>
                <a:lnTo>
                  <a:pt x="451" y="61"/>
                </a:lnTo>
                <a:lnTo>
                  <a:pt x="459" y="61"/>
                </a:lnTo>
                <a:lnTo>
                  <a:pt x="459" y="61"/>
                </a:lnTo>
                <a:lnTo>
                  <a:pt x="459" y="61"/>
                </a:lnTo>
                <a:lnTo>
                  <a:pt x="467" y="61"/>
                </a:lnTo>
                <a:lnTo>
                  <a:pt x="467" y="61"/>
                </a:lnTo>
                <a:lnTo>
                  <a:pt x="467" y="59"/>
                </a:lnTo>
                <a:lnTo>
                  <a:pt x="467" y="59"/>
                </a:lnTo>
                <a:lnTo>
                  <a:pt x="467" y="58"/>
                </a:lnTo>
                <a:lnTo>
                  <a:pt x="467" y="58"/>
                </a:lnTo>
                <a:lnTo>
                  <a:pt x="467" y="58"/>
                </a:lnTo>
                <a:lnTo>
                  <a:pt x="467" y="57"/>
                </a:lnTo>
                <a:lnTo>
                  <a:pt x="467" y="56"/>
                </a:lnTo>
                <a:lnTo>
                  <a:pt x="469" y="55"/>
                </a:lnTo>
                <a:lnTo>
                  <a:pt x="469" y="54"/>
                </a:lnTo>
                <a:lnTo>
                  <a:pt x="469" y="53"/>
                </a:lnTo>
                <a:lnTo>
                  <a:pt x="469" y="52"/>
                </a:lnTo>
                <a:lnTo>
                  <a:pt x="468" y="51"/>
                </a:lnTo>
                <a:lnTo>
                  <a:pt x="467" y="50"/>
                </a:lnTo>
                <a:lnTo>
                  <a:pt x="467" y="50"/>
                </a:lnTo>
                <a:lnTo>
                  <a:pt x="466" y="49"/>
                </a:lnTo>
                <a:lnTo>
                  <a:pt x="466" y="47"/>
                </a:lnTo>
                <a:lnTo>
                  <a:pt x="465" y="45"/>
                </a:lnTo>
                <a:lnTo>
                  <a:pt x="464" y="42"/>
                </a:lnTo>
                <a:lnTo>
                  <a:pt x="463" y="42"/>
                </a:lnTo>
                <a:lnTo>
                  <a:pt x="463" y="40"/>
                </a:lnTo>
                <a:lnTo>
                  <a:pt x="461" y="39"/>
                </a:lnTo>
                <a:lnTo>
                  <a:pt x="460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close/>
                <a:moveTo>
                  <a:pt x="405" y="74"/>
                </a:moveTo>
                <a:lnTo>
                  <a:pt x="409" y="74"/>
                </a:lnTo>
                <a:lnTo>
                  <a:pt x="411" y="74"/>
                </a:lnTo>
                <a:lnTo>
                  <a:pt x="411" y="74"/>
                </a:lnTo>
                <a:lnTo>
                  <a:pt x="412" y="74"/>
                </a:lnTo>
                <a:lnTo>
                  <a:pt x="414" y="73"/>
                </a:lnTo>
                <a:lnTo>
                  <a:pt x="415" y="71"/>
                </a:lnTo>
                <a:lnTo>
                  <a:pt x="415" y="69"/>
                </a:lnTo>
                <a:lnTo>
                  <a:pt x="418" y="65"/>
                </a:lnTo>
                <a:lnTo>
                  <a:pt x="420" y="61"/>
                </a:lnTo>
                <a:lnTo>
                  <a:pt x="420" y="59"/>
                </a:lnTo>
                <a:lnTo>
                  <a:pt x="419" y="59"/>
                </a:lnTo>
                <a:lnTo>
                  <a:pt x="419" y="58"/>
                </a:lnTo>
                <a:lnTo>
                  <a:pt x="419" y="58"/>
                </a:lnTo>
                <a:lnTo>
                  <a:pt x="418" y="57"/>
                </a:lnTo>
                <a:lnTo>
                  <a:pt x="417" y="57"/>
                </a:lnTo>
                <a:lnTo>
                  <a:pt x="415" y="56"/>
                </a:lnTo>
                <a:lnTo>
                  <a:pt x="415" y="56"/>
                </a:lnTo>
                <a:lnTo>
                  <a:pt x="415" y="57"/>
                </a:lnTo>
                <a:lnTo>
                  <a:pt x="414" y="57"/>
                </a:lnTo>
                <a:lnTo>
                  <a:pt x="415" y="58"/>
                </a:lnTo>
                <a:lnTo>
                  <a:pt x="415" y="59"/>
                </a:lnTo>
                <a:lnTo>
                  <a:pt x="411" y="62"/>
                </a:lnTo>
                <a:lnTo>
                  <a:pt x="407" y="65"/>
                </a:lnTo>
                <a:lnTo>
                  <a:pt x="407" y="67"/>
                </a:lnTo>
                <a:lnTo>
                  <a:pt x="407" y="70"/>
                </a:lnTo>
                <a:lnTo>
                  <a:pt x="407" y="71"/>
                </a:lnTo>
                <a:lnTo>
                  <a:pt x="407" y="71"/>
                </a:lnTo>
                <a:lnTo>
                  <a:pt x="405" y="71"/>
                </a:lnTo>
                <a:lnTo>
                  <a:pt x="405" y="74"/>
                </a:lnTo>
                <a:lnTo>
                  <a:pt x="405" y="74"/>
                </a:lnTo>
                <a:close/>
                <a:moveTo>
                  <a:pt x="405" y="76"/>
                </a:moveTo>
                <a:lnTo>
                  <a:pt x="410" y="76"/>
                </a:lnTo>
                <a:lnTo>
                  <a:pt x="410" y="83"/>
                </a:lnTo>
                <a:lnTo>
                  <a:pt x="405" y="83"/>
                </a:lnTo>
                <a:lnTo>
                  <a:pt x="405" y="76"/>
                </a:lnTo>
                <a:lnTo>
                  <a:pt x="405" y="76"/>
                </a:lnTo>
                <a:close/>
                <a:moveTo>
                  <a:pt x="405" y="84"/>
                </a:moveTo>
                <a:lnTo>
                  <a:pt x="447" y="84"/>
                </a:lnTo>
                <a:lnTo>
                  <a:pt x="447" y="92"/>
                </a:lnTo>
                <a:lnTo>
                  <a:pt x="405" y="92"/>
                </a:lnTo>
                <a:lnTo>
                  <a:pt x="405" y="84"/>
                </a:lnTo>
                <a:lnTo>
                  <a:pt x="405" y="84"/>
                </a:lnTo>
                <a:close/>
                <a:moveTo>
                  <a:pt x="339" y="121"/>
                </a:moveTo>
                <a:lnTo>
                  <a:pt x="340" y="121"/>
                </a:lnTo>
                <a:lnTo>
                  <a:pt x="340" y="122"/>
                </a:lnTo>
                <a:lnTo>
                  <a:pt x="339" y="122"/>
                </a:lnTo>
                <a:lnTo>
                  <a:pt x="338" y="124"/>
                </a:lnTo>
                <a:lnTo>
                  <a:pt x="337" y="126"/>
                </a:lnTo>
                <a:lnTo>
                  <a:pt x="335" y="126"/>
                </a:lnTo>
                <a:lnTo>
                  <a:pt x="334" y="128"/>
                </a:lnTo>
                <a:lnTo>
                  <a:pt x="332" y="128"/>
                </a:lnTo>
                <a:lnTo>
                  <a:pt x="331" y="129"/>
                </a:lnTo>
                <a:lnTo>
                  <a:pt x="330" y="130"/>
                </a:lnTo>
                <a:lnTo>
                  <a:pt x="329" y="132"/>
                </a:lnTo>
                <a:lnTo>
                  <a:pt x="328" y="134"/>
                </a:lnTo>
                <a:lnTo>
                  <a:pt x="327" y="134"/>
                </a:lnTo>
                <a:lnTo>
                  <a:pt x="327" y="134"/>
                </a:lnTo>
                <a:lnTo>
                  <a:pt x="326" y="134"/>
                </a:lnTo>
                <a:lnTo>
                  <a:pt x="326" y="134"/>
                </a:lnTo>
                <a:lnTo>
                  <a:pt x="326" y="121"/>
                </a:lnTo>
                <a:lnTo>
                  <a:pt x="339" y="121"/>
                </a:lnTo>
                <a:lnTo>
                  <a:pt x="339" y="121"/>
                </a:lnTo>
                <a:close/>
                <a:moveTo>
                  <a:pt x="391" y="25"/>
                </a:moveTo>
                <a:lnTo>
                  <a:pt x="391" y="25"/>
                </a:lnTo>
                <a:lnTo>
                  <a:pt x="391" y="25"/>
                </a:lnTo>
                <a:lnTo>
                  <a:pt x="391" y="24"/>
                </a:lnTo>
                <a:lnTo>
                  <a:pt x="391" y="24"/>
                </a:lnTo>
                <a:lnTo>
                  <a:pt x="390" y="24"/>
                </a:lnTo>
                <a:lnTo>
                  <a:pt x="390" y="24"/>
                </a:lnTo>
                <a:lnTo>
                  <a:pt x="389" y="25"/>
                </a:lnTo>
                <a:lnTo>
                  <a:pt x="388" y="25"/>
                </a:lnTo>
                <a:lnTo>
                  <a:pt x="387" y="26"/>
                </a:lnTo>
                <a:lnTo>
                  <a:pt x="387" y="27"/>
                </a:lnTo>
                <a:lnTo>
                  <a:pt x="385" y="29"/>
                </a:lnTo>
                <a:lnTo>
                  <a:pt x="384" y="31"/>
                </a:lnTo>
                <a:lnTo>
                  <a:pt x="384" y="34"/>
                </a:lnTo>
                <a:lnTo>
                  <a:pt x="384" y="35"/>
                </a:lnTo>
                <a:lnTo>
                  <a:pt x="383" y="36"/>
                </a:lnTo>
                <a:lnTo>
                  <a:pt x="382" y="37"/>
                </a:lnTo>
                <a:lnTo>
                  <a:pt x="380" y="38"/>
                </a:lnTo>
                <a:lnTo>
                  <a:pt x="380" y="40"/>
                </a:lnTo>
                <a:lnTo>
                  <a:pt x="379" y="42"/>
                </a:lnTo>
                <a:lnTo>
                  <a:pt x="379" y="42"/>
                </a:lnTo>
                <a:lnTo>
                  <a:pt x="379" y="44"/>
                </a:lnTo>
                <a:lnTo>
                  <a:pt x="380" y="45"/>
                </a:lnTo>
                <a:lnTo>
                  <a:pt x="381" y="46"/>
                </a:lnTo>
                <a:lnTo>
                  <a:pt x="381" y="47"/>
                </a:lnTo>
                <a:lnTo>
                  <a:pt x="382" y="47"/>
                </a:lnTo>
                <a:lnTo>
                  <a:pt x="382" y="48"/>
                </a:lnTo>
                <a:lnTo>
                  <a:pt x="382" y="48"/>
                </a:lnTo>
                <a:lnTo>
                  <a:pt x="383" y="48"/>
                </a:lnTo>
                <a:lnTo>
                  <a:pt x="390" y="48"/>
                </a:lnTo>
                <a:lnTo>
                  <a:pt x="390" y="48"/>
                </a:lnTo>
                <a:lnTo>
                  <a:pt x="391" y="48"/>
                </a:lnTo>
                <a:lnTo>
                  <a:pt x="398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7"/>
                </a:lnTo>
                <a:lnTo>
                  <a:pt x="399" y="46"/>
                </a:lnTo>
                <a:lnTo>
                  <a:pt x="401" y="46"/>
                </a:lnTo>
                <a:lnTo>
                  <a:pt x="401" y="44"/>
                </a:lnTo>
                <a:lnTo>
                  <a:pt x="402" y="43"/>
                </a:lnTo>
                <a:lnTo>
                  <a:pt x="401" y="42"/>
                </a:lnTo>
                <a:lnTo>
                  <a:pt x="401" y="40"/>
                </a:lnTo>
                <a:lnTo>
                  <a:pt x="400" y="38"/>
                </a:lnTo>
                <a:lnTo>
                  <a:pt x="399" y="38"/>
                </a:lnTo>
                <a:lnTo>
                  <a:pt x="398" y="37"/>
                </a:lnTo>
                <a:lnTo>
                  <a:pt x="397" y="35"/>
                </a:lnTo>
                <a:lnTo>
                  <a:pt x="397" y="34"/>
                </a:lnTo>
                <a:lnTo>
                  <a:pt x="396" y="31"/>
                </a:lnTo>
                <a:lnTo>
                  <a:pt x="395" y="30"/>
                </a:lnTo>
                <a:lnTo>
                  <a:pt x="395" y="27"/>
                </a:lnTo>
                <a:lnTo>
                  <a:pt x="394" y="26"/>
                </a:lnTo>
                <a:lnTo>
                  <a:pt x="393" y="26"/>
                </a:lnTo>
                <a:lnTo>
                  <a:pt x="392" y="25"/>
                </a:lnTo>
                <a:lnTo>
                  <a:pt x="391" y="25"/>
                </a:lnTo>
                <a:lnTo>
                  <a:pt x="391" y="25"/>
                </a:lnTo>
                <a:close/>
                <a:moveTo>
                  <a:pt x="375" y="74"/>
                </a:moveTo>
                <a:lnTo>
                  <a:pt x="371" y="74"/>
                </a:lnTo>
                <a:lnTo>
                  <a:pt x="370" y="74"/>
                </a:lnTo>
                <a:lnTo>
                  <a:pt x="369" y="74"/>
                </a:lnTo>
                <a:lnTo>
                  <a:pt x="368" y="74"/>
                </a:lnTo>
                <a:lnTo>
                  <a:pt x="367" y="73"/>
                </a:lnTo>
                <a:lnTo>
                  <a:pt x="366" y="71"/>
                </a:lnTo>
                <a:lnTo>
                  <a:pt x="366" y="69"/>
                </a:lnTo>
                <a:lnTo>
                  <a:pt x="363" y="65"/>
                </a:lnTo>
                <a:lnTo>
                  <a:pt x="360" y="61"/>
                </a:lnTo>
                <a:lnTo>
                  <a:pt x="360" y="59"/>
                </a:lnTo>
                <a:lnTo>
                  <a:pt x="361" y="59"/>
                </a:lnTo>
                <a:lnTo>
                  <a:pt x="362" y="58"/>
                </a:lnTo>
                <a:lnTo>
                  <a:pt x="362" y="58"/>
                </a:lnTo>
                <a:lnTo>
                  <a:pt x="363" y="57"/>
                </a:lnTo>
                <a:lnTo>
                  <a:pt x="364" y="57"/>
                </a:lnTo>
                <a:lnTo>
                  <a:pt x="365" y="56"/>
                </a:lnTo>
                <a:lnTo>
                  <a:pt x="366" y="56"/>
                </a:lnTo>
                <a:lnTo>
                  <a:pt x="366" y="57"/>
                </a:lnTo>
                <a:lnTo>
                  <a:pt x="366" y="57"/>
                </a:lnTo>
                <a:lnTo>
                  <a:pt x="366" y="58"/>
                </a:lnTo>
                <a:lnTo>
                  <a:pt x="366" y="59"/>
                </a:lnTo>
                <a:lnTo>
                  <a:pt x="369" y="62"/>
                </a:lnTo>
                <a:lnTo>
                  <a:pt x="373" y="65"/>
                </a:lnTo>
                <a:lnTo>
                  <a:pt x="374" y="67"/>
                </a:lnTo>
                <a:lnTo>
                  <a:pt x="374" y="70"/>
                </a:lnTo>
                <a:lnTo>
                  <a:pt x="375" y="71"/>
                </a:lnTo>
                <a:lnTo>
                  <a:pt x="375" y="71"/>
                </a:lnTo>
                <a:lnTo>
                  <a:pt x="375" y="71"/>
                </a:lnTo>
                <a:lnTo>
                  <a:pt x="375" y="74"/>
                </a:lnTo>
                <a:lnTo>
                  <a:pt x="375" y="74"/>
                </a:lnTo>
                <a:close/>
                <a:moveTo>
                  <a:pt x="405" y="94"/>
                </a:moveTo>
                <a:lnTo>
                  <a:pt x="447" y="94"/>
                </a:lnTo>
                <a:lnTo>
                  <a:pt x="447" y="110"/>
                </a:lnTo>
                <a:lnTo>
                  <a:pt x="405" y="110"/>
                </a:lnTo>
                <a:lnTo>
                  <a:pt x="405" y="94"/>
                </a:lnTo>
                <a:lnTo>
                  <a:pt x="405" y="94"/>
                </a:lnTo>
                <a:close/>
                <a:moveTo>
                  <a:pt x="405" y="113"/>
                </a:moveTo>
                <a:lnTo>
                  <a:pt x="447" y="113"/>
                </a:lnTo>
                <a:lnTo>
                  <a:pt x="447" y="120"/>
                </a:lnTo>
                <a:lnTo>
                  <a:pt x="405" y="120"/>
                </a:lnTo>
                <a:lnTo>
                  <a:pt x="405" y="113"/>
                </a:lnTo>
                <a:lnTo>
                  <a:pt x="405" y="113"/>
                </a:lnTo>
                <a:close/>
                <a:moveTo>
                  <a:pt x="405" y="134"/>
                </a:moveTo>
                <a:lnTo>
                  <a:pt x="407" y="133"/>
                </a:lnTo>
                <a:lnTo>
                  <a:pt x="409" y="131"/>
                </a:lnTo>
                <a:lnTo>
                  <a:pt x="411" y="130"/>
                </a:lnTo>
                <a:lnTo>
                  <a:pt x="414" y="128"/>
                </a:lnTo>
                <a:lnTo>
                  <a:pt x="415" y="126"/>
                </a:lnTo>
                <a:lnTo>
                  <a:pt x="416" y="126"/>
                </a:lnTo>
                <a:lnTo>
                  <a:pt x="418" y="124"/>
                </a:lnTo>
                <a:lnTo>
                  <a:pt x="418" y="123"/>
                </a:lnTo>
                <a:lnTo>
                  <a:pt x="419" y="122"/>
                </a:lnTo>
                <a:lnTo>
                  <a:pt x="419" y="122"/>
                </a:lnTo>
                <a:lnTo>
                  <a:pt x="405" y="122"/>
                </a:lnTo>
                <a:lnTo>
                  <a:pt x="405" y="134"/>
                </a:lnTo>
                <a:lnTo>
                  <a:pt x="405" y="134"/>
                </a:lnTo>
                <a:close/>
                <a:moveTo>
                  <a:pt x="446" y="134"/>
                </a:moveTo>
                <a:lnTo>
                  <a:pt x="445" y="134"/>
                </a:lnTo>
                <a:lnTo>
                  <a:pt x="443" y="131"/>
                </a:lnTo>
                <a:lnTo>
                  <a:pt x="440" y="130"/>
                </a:lnTo>
                <a:lnTo>
                  <a:pt x="438" y="128"/>
                </a:lnTo>
                <a:lnTo>
                  <a:pt x="436" y="126"/>
                </a:lnTo>
                <a:lnTo>
                  <a:pt x="435" y="126"/>
                </a:lnTo>
                <a:lnTo>
                  <a:pt x="435" y="124"/>
                </a:lnTo>
                <a:lnTo>
                  <a:pt x="434" y="123"/>
                </a:lnTo>
                <a:lnTo>
                  <a:pt x="433" y="122"/>
                </a:lnTo>
                <a:lnTo>
                  <a:pt x="433" y="122"/>
                </a:lnTo>
                <a:lnTo>
                  <a:pt x="447" y="122"/>
                </a:lnTo>
                <a:lnTo>
                  <a:pt x="446" y="134"/>
                </a:lnTo>
                <a:lnTo>
                  <a:pt x="446" y="134"/>
                </a:lnTo>
                <a:close/>
                <a:moveTo>
                  <a:pt x="447" y="79"/>
                </a:moveTo>
                <a:lnTo>
                  <a:pt x="444" y="79"/>
                </a:lnTo>
                <a:lnTo>
                  <a:pt x="444" y="70"/>
                </a:lnTo>
                <a:lnTo>
                  <a:pt x="443" y="69"/>
                </a:lnTo>
                <a:lnTo>
                  <a:pt x="443" y="69"/>
                </a:lnTo>
                <a:lnTo>
                  <a:pt x="441" y="69"/>
                </a:lnTo>
                <a:lnTo>
                  <a:pt x="440" y="69"/>
                </a:lnTo>
                <a:lnTo>
                  <a:pt x="439" y="70"/>
                </a:lnTo>
                <a:lnTo>
                  <a:pt x="438" y="70"/>
                </a:lnTo>
                <a:lnTo>
                  <a:pt x="438" y="71"/>
                </a:lnTo>
                <a:lnTo>
                  <a:pt x="438" y="72"/>
                </a:lnTo>
                <a:lnTo>
                  <a:pt x="438" y="73"/>
                </a:lnTo>
                <a:lnTo>
                  <a:pt x="438" y="73"/>
                </a:lnTo>
                <a:lnTo>
                  <a:pt x="436" y="74"/>
                </a:lnTo>
                <a:lnTo>
                  <a:pt x="435" y="74"/>
                </a:lnTo>
                <a:lnTo>
                  <a:pt x="435" y="75"/>
                </a:lnTo>
                <a:lnTo>
                  <a:pt x="435" y="76"/>
                </a:lnTo>
                <a:lnTo>
                  <a:pt x="435" y="77"/>
                </a:lnTo>
                <a:lnTo>
                  <a:pt x="435" y="78"/>
                </a:lnTo>
                <a:lnTo>
                  <a:pt x="435" y="78"/>
                </a:lnTo>
                <a:lnTo>
                  <a:pt x="435" y="78"/>
                </a:lnTo>
                <a:lnTo>
                  <a:pt x="436" y="79"/>
                </a:lnTo>
                <a:lnTo>
                  <a:pt x="438" y="81"/>
                </a:lnTo>
                <a:lnTo>
                  <a:pt x="439" y="82"/>
                </a:lnTo>
                <a:lnTo>
                  <a:pt x="441" y="82"/>
                </a:lnTo>
                <a:lnTo>
                  <a:pt x="442" y="82"/>
                </a:lnTo>
                <a:lnTo>
                  <a:pt x="445" y="82"/>
                </a:lnTo>
                <a:lnTo>
                  <a:pt x="447" y="82"/>
                </a:lnTo>
                <a:lnTo>
                  <a:pt x="447" y="79"/>
                </a:lnTo>
                <a:lnTo>
                  <a:pt x="447" y="79"/>
                </a:lnTo>
                <a:close/>
                <a:moveTo>
                  <a:pt x="473" y="83"/>
                </a:moveTo>
                <a:lnTo>
                  <a:pt x="478" y="83"/>
                </a:lnTo>
                <a:lnTo>
                  <a:pt x="479" y="83"/>
                </a:lnTo>
                <a:lnTo>
                  <a:pt x="480" y="82"/>
                </a:lnTo>
                <a:lnTo>
                  <a:pt x="481" y="82"/>
                </a:lnTo>
                <a:lnTo>
                  <a:pt x="482" y="82"/>
                </a:lnTo>
                <a:lnTo>
                  <a:pt x="483" y="79"/>
                </a:lnTo>
                <a:lnTo>
                  <a:pt x="483" y="77"/>
                </a:lnTo>
                <a:lnTo>
                  <a:pt x="484" y="75"/>
                </a:lnTo>
                <a:lnTo>
                  <a:pt x="485" y="74"/>
                </a:lnTo>
                <a:lnTo>
                  <a:pt x="486" y="73"/>
                </a:lnTo>
                <a:lnTo>
                  <a:pt x="487" y="72"/>
                </a:lnTo>
                <a:lnTo>
                  <a:pt x="487" y="71"/>
                </a:lnTo>
                <a:lnTo>
                  <a:pt x="488" y="70"/>
                </a:lnTo>
                <a:lnTo>
                  <a:pt x="488" y="70"/>
                </a:lnTo>
                <a:lnTo>
                  <a:pt x="488" y="68"/>
                </a:lnTo>
                <a:lnTo>
                  <a:pt x="488" y="66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6" y="64"/>
                </a:lnTo>
                <a:lnTo>
                  <a:pt x="485" y="64"/>
                </a:lnTo>
                <a:lnTo>
                  <a:pt x="484" y="65"/>
                </a:lnTo>
                <a:lnTo>
                  <a:pt x="484" y="65"/>
                </a:lnTo>
                <a:lnTo>
                  <a:pt x="484" y="66"/>
                </a:lnTo>
                <a:lnTo>
                  <a:pt x="484" y="67"/>
                </a:lnTo>
                <a:lnTo>
                  <a:pt x="483" y="68"/>
                </a:lnTo>
                <a:lnTo>
                  <a:pt x="480" y="70"/>
                </a:lnTo>
                <a:lnTo>
                  <a:pt x="479" y="70"/>
                </a:lnTo>
                <a:lnTo>
                  <a:pt x="477" y="71"/>
                </a:lnTo>
                <a:lnTo>
                  <a:pt x="476" y="72"/>
                </a:lnTo>
                <a:lnTo>
                  <a:pt x="475" y="74"/>
                </a:lnTo>
                <a:lnTo>
                  <a:pt x="475" y="76"/>
                </a:lnTo>
                <a:lnTo>
                  <a:pt x="475" y="78"/>
                </a:lnTo>
                <a:lnTo>
                  <a:pt x="475" y="79"/>
                </a:lnTo>
                <a:lnTo>
                  <a:pt x="475" y="79"/>
                </a:lnTo>
                <a:lnTo>
                  <a:pt x="473" y="79"/>
                </a:lnTo>
                <a:lnTo>
                  <a:pt x="473" y="83"/>
                </a:lnTo>
                <a:lnTo>
                  <a:pt x="473" y="83"/>
                </a:lnTo>
                <a:close/>
                <a:moveTo>
                  <a:pt x="474" y="113"/>
                </a:moveTo>
                <a:lnTo>
                  <a:pt x="479" y="113"/>
                </a:lnTo>
                <a:lnTo>
                  <a:pt x="479" y="120"/>
                </a:lnTo>
                <a:lnTo>
                  <a:pt x="474" y="120"/>
                </a:lnTo>
                <a:lnTo>
                  <a:pt x="474" y="113"/>
                </a:lnTo>
                <a:lnTo>
                  <a:pt x="474" y="113"/>
                </a:lnTo>
                <a:close/>
                <a:moveTo>
                  <a:pt x="473" y="84"/>
                </a:moveTo>
                <a:lnTo>
                  <a:pt x="479" y="84"/>
                </a:lnTo>
                <a:lnTo>
                  <a:pt x="479" y="92"/>
                </a:lnTo>
                <a:lnTo>
                  <a:pt x="473" y="92"/>
                </a:lnTo>
                <a:lnTo>
                  <a:pt x="473" y="84"/>
                </a:lnTo>
                <a:lnTo>
                  <a:pt x="473" y="84"/>
                </a:lnTo>
                <a:close/>
                <a:moveTo>
                  <a:pt x="475" y="166"/>
                </a:moveTo>
                <a:lnTo>
                  <a:pt x="475" y="166"/>
                </a:lnTo>
                <a:lnTo>
                  <a:pt x="477" y="167"/>
                </a:lnTo>
                <a:lnTo>
                  <a:pt x="479" y="169"/>
                </a:lnTo>
                <a:lnTo>
                  <a:pt x="479" y="170"/>
                </a:lnTo>
                <a:lnTo>
                  <a:pt x="480" y="171"/>
                </a:lnTo>
                <a:lnTo>
                  <a:pt x="481" y="172"/>
                </a:lnTo>
                <a:lnTo>
                  <a:pt x="483" y="176"/>
                </a:lnTo>
                <a:lnTo>
                  <a:pt x="483" y="178"/>
                </a:lnTo>
                <a:lnTo>
                  <a:pt x="484" y="179"/>
                </a:lnTo>
                <a:lnTo>
                  <a:pt x="486" y="180"/>
                </a:lnTo>
                <a:lnTo>
                  <a:pt x="487" y="182"/>
                </a:lnTo>
                <a:lnTo>
                  <a:pt x="489" y="183"/>
                </a:lnTo>
                <a:lnTo>
                  <a:pt x="490" y="186"/>
                </a:lnTo>
                <a:lnTo>
                  <a:pt x="491" y="188"/>
                </a:lnTo>
                <a:lnTo>
                  <a:pt x="491" y="190"/>
                </a:lnTo>
                <a:lnTo>
                  <a:pt x="491" y="193"/>
                </a:lnTo>
                <a:lnTo>
                  <a:pt x="491" y="198"/>
                </a:lnTo>
                <a:lnTo>
                  <a:pt x="490" y="200"/>
                </a:lnTo>
                <a:lnTo>
                  <a:pt x="491" y="202"/>
                </a:lnTo>
                <a:lnTo>
                  <a:pt x="493" y="203"/>
                </a:lnTo>
                <a:lnTo>
                  <a:pt x="495" y="206"/>
                </a:lnTo>
                <a:lnTo>
                  <a:pt x="497" y="209"/>
                </a:lnTo>
                <a:lnTo>
                  <a:pt x="497" y="210"/>
                </a:lnTo>
                <a:lnTo>
                  <a:pt x="497" y="212"/>
                </a:lnTo>
                <a:lnTo>
                  <a:pt x="497" y="214"/>
                </a:lnTo>
                <a:lnTo>
                  <a:pt x="497" y="217"/>
                </a:lnTo>
                <a:lnTo>
                  <a:pt x="497" y="219"/>
                </a:lnTo>
                <a:lnTo>
                  <a:pt x="496" y="221"/>
                </a:lnTo>
                <a:lnTo>
                  <a:pt x="496" y="222"/>
                </a:lnTo>
                <a:lnTo>
                  <a:pt x="495" y="222"/>
                </a:lnTo>
                <a:lnTo>
                  <a:pt x="475" y="222"/>
                </a:lnTo>
                <a:lnTo>
                  <a:pt x="475" y="166"/>
                </a:lnTo>
                <a:lnTo>
                  <a:pt x="475" y="166"/>
                </a:lnTo>
                <a:close/>
                <a:moveTo>
                  <a:pt x="474" y="226"/>
                </a:moveTo>
                <a:lnTo>
                  <a:pt x="501" y="226"/>
                </a:lnTo>
                <a:lnTo>
                  <a:pt x="501" y="234"/>
                </a:lnTo>
                <a:lnTo>
                  <a:pt x="474" y="234"/>
                </a:lnTo>
                <a:lnTo>
                  <a:pt x="474" y="2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" name="îṩḷïďè">
            <a:extLst>
              <a:ext uri="{FF2B5EF4-FFF2-40B4-BE49-F238E27FC236}">
                <a16:creationId xmlns:a16="http://schemas.microsoft.com/office/drawing/2014/main" id="{1C9D201E-1087-4A10-8FA0-550FF490B029}"/>
              </a:ext>
            </a:extLst>
          </p:cNvPr>
          <p:cNvSpPr>
            <a:spLocks noGrp="1"/>
          </p:cNvSpPr>
          <p:nvPr/>
        </p:nvSpPr>
        <p:spPr>
          <a:xfrm>
            <a:off x="714240" y="510840"/>
            <a:ext cx="517680" cy="517680"/>
          </a:xfrm>
          <a:custGeom>
            <a:avLst/>
            <a:gdLst>
              <a:gd name="textAreaLeft" fmla="*/ 0 w 517680"/>
              <a:gd name="textAreaRight" fmla="*/ 518040 w 517680"/>
              <a:gd name="textAreaTop" fmla="*/ 0 h 517680"/>
              <a:gd name="textAreaBottom" fmla="*/ 518040 h 517680"/>
              <a:gd name="GluePoint1X" fmla="*/ 784 w 1186"/>
              <a:gd name="GluePoint1Y" fmla="*/ 31 h 1186"/>
              <a:gd name="GluePoint2X" fmla="*/ 982 w 1186"/>
              <a:gd name="GluePoint2Y" fmla="*/ 145 h 1186"/>
              <a:gd name="GluePoint3X" fmla="*/ 1122 w 1186"/>
              <a:gd name="GluePoint3Y" fmla="*/ 323 h 1186"/>
              <a:gd name="GluePoint4X" fmla="*/ 1184 w 1186"/>
              <a:gd name="GluePoint4Y" fmla="*/ 548 h 1186"/>
              <a:gd name="GluePoint5X" fmla="*/ 1171 w 1186"/>
              <a:gd name="GluePoint5Y" fmla="*/ 727 h 1186"/>
              <a:gd name="GluePoint6X" fmla="*/ 1077 w 1186"/>
              <a:gd name="GluePoint6Y" fmla="*/ 936 h 1186"/>
              <a:gd name="GluePoint7X" fmla="*/ 913 w 1186"/>
              <a:gd name="GluePoint7Y" fmla="*/ 1093 h 1186"/>
              <a:gd name="GluePoint8X" fmla="*/ 698 w 1186"/>
              <a:gd name="GluePoint8Y" fmla="*/ 1177 h 1186"/>
              <a:gd name="GluePoint9X" fmla="*/ 518 w 1186"/>
              <a:gd name="GluePoint9Y" fmla="*/ 1181 h 1186"/>
              <a:gd name="GluePoint10X" fmla="*/ 298 w 1186"/>
              <a:gd name="GluePoint10Y" fmla="*/ 1108 h 1186"/>
              <a:gd name="GluePoint11X" fmla="*/ 127 w 1186"/>
              <a:gd name="GluePoint11Y" fmla="*/ 960 h 1186"/>
              <a:gd name="GluePoint12X" fmla="*/ 23 w 1186"/>
              <a:gd name="GluePoint12Y" fmla="*/ 756 h 1186"/>
              <a:gd name="GluePoint13X" fmla="*/ 1 w 1186"/>
              <a:gd name="GluePoint13Y" fmla="*/ 578 h 1186"/>
              <a:gd name="GluePoint14X" fmla="*/ 53 w 1186"/>
              <a:gd name="GluePoint14Y" fmla="*/ 349 h 1186"/>
              <a:gd name="GluePoint15X" fmla="*/ 184 w 1186"/>
              <a:gd name="GluePoint15Y" fmla="*/ 164 h 1186"/>
              <a:gd name="GluePoint16X" fmla="*/ 376 w 1186"/>
              <a:gd name="GluePoint16Y" fmla="*/ 42 h 1186"/>
              <a:gd name="GluePoint17X" fmla="*/ 593 w 1186"/>
              <a:gd name="GluePoint17Y" fmla="*/ 0 h 1186"/>
              <a:gd name="GluePoint18X" fmla="*/ 491 w 1186"/>
              <a:gd name="GluePoint18Y" fmla="*/ 233 h 1186"/>
              <a:gd name="GluePoint19X" fmla="*/ 362 w 1186"/>
              <a:gd name="GluePoint19Y" fmla="*/ 299 h 1186"/>
              <a:gd name="GluePoint20X" fmla="*/ 268 w 1186"/>
              <a:gd name="GluePoint20Y" fmla="*/ 407 h 1186"/>
              <a:gd name="GluePoint21X" fmla="*/ 222 w 1186"/>
              <a:gd name="GluePoint21Y" fmla="*/ 546 h 1186"/>
              <a:gd name="GluePoint22X" fmla="*/ 224 w 1186"/>
              <a:gd name="GluePoint22Y" fmla="*/ 660 h 1186"/>
              <a:gd name="GluePoint23X" fmla="*/ 278 w 1186"/>
              <a:gd name="GluePoint23Y" fmla="*/ 795 h 1186"/>
              <a:gd name="GluePoint24X" fmla="*/ 392 w 1186"/>
              <a:gd name="GluePoint24Y" fmla="*/ 908 h 1186"/>
              <a:gd name="GluePoint25X" fmla="*/ 431 w 1186"/>
              <a:gd name="GluePoint25Y" fmla="*/ 916 h 1186"/>
              <a:gd name="GluePoint26X" fmla="*/ 304 w 1186"/>
              <a:gd name="GluePoint26Y" fmla="*/ 809 h 1186"/>
              <a:gd name="GluePoint27X" fmla="*/ 244 w 1186"/>
              <a:gd name="GluePoint27Y" fmla="*/ 684 h 1186"/>
              <a:gd name="GluePoint28X" fmla="*/ 232 w 1186"/>
              <a:gd name="GluePoint28Y" fmla="*/ 575 h 1186"/>
              <a:gd name="GluePoint29X" fmla="*/ 268 w 1186"/>
              <a:gd name="GluePoint29Y" fmla="*/ 437 h 1186"/>
              <a:gd name="GluePoint30X" fmla="*/ 351 w 1186"/>
              <a:gd name="GluePoint30Y" fmla="*/ 326 h 1186"/>
              <a:gd name="GluePoint31X" fmla="*/ 469 w 1186"/>
              <a:gd name="GluePoint31Y" fmla="*/ 254 h 1186"/>
              <a:gd name="GluePoint32X" fmla="*/ 593 w 1186"/>
              <a:gd name="GluePoint32Y" fmla="*/ 232 h 1186"/>
              <a:gd name="GluePoint33X" fmla="*/ 717 w 1186"/>
              <a:gd name="GluePoint33Y" fmla="*/ 254 h 1186"/>
              <a:gd name="GluePoint34X" fmla="*/ 836 w 1186"/>
              <a:gd name="GluePoint34Y" fmla="*/ 326 h 1186"/>
              <a:gd name="GluePoint35X" fmla="*/ 919 w 1186"/>
              <a:gd name="GluePoint35Y" fmla="*/ 437 h 1186"/>
              <a:gd name="GluePoint36X" fmla="*/ 954 w 1186"/>
              <a:gd name="GluePoint36Y" fmla="*/ 575 h 1186"/>
              <a:gd name="GluePoint37X" fmla="*/ 943 w 1186"/>
              <a:gd name="GluePoint37Y" fmla="*/ 684 h 1186"/>
              <a:gd name="GluePoint38X" fmla="*/ 883 w 1186"/>
              <a:gd name="GluePoint38Y" fmla="*/ 809 h 1186"/>
              <a:gd name="GluePoint39X" fmla="*/ 756 w 1186"/>
              <a:gd name="GluePoint39Y" fmla="*/ 916 h 1186"/>
              <a:gd name="GluePoint40X" fmla="*/ 795 w 1186"/>
              <a:gd name="GluePoint40Y" fmla="*/ 909 h 1186"/>
              <a:gd name="GluePoint41X" fmla="*/ 909 w 1186"/>
              <a:gd name="GluePoint41Y" fmla="*/ 795 h 1186"/>
              <a:gd name="GluePoint42X" fmla="*/ 961 w 1186"/>
              <a:gd name="GluePoint42Y" fmla="*/ 660 h 1186"/>
              <a:gd name="GluePoint43X" fmla="*/ 965 w 1186"/>
              <a:gd name="GluePoint43Y" fmla="*/ 546 h 1186"/>
              <a:gd name="GluePoint44X" fmla="*/ 918 w 1186"/>
              <a:gd name="GluePoint44Y" fmla="*/ 407 h 1186"/>
              <a:gd name="GluePoint45X" fmla="*/ 825 w 1186"/>
              <a:gd name="GluePoint45Y" fmla="*/ 299 h 1186"/>
              <a:gd name="GluePoint46X" fmla="*/ 696 w 1186"/>
              <a:gd name="GluePoint46Y" fmla="*/ 233 h 1186"/>
              <a:gd name="GluePoint47X" fmla="*/ 593 w 1186"/>
              <a:gd name="GluePoint47Y" fmla="*/ 14 h 1186"/>
              <a:gd name="GluePoint48X" fmla="*/ 408 w 1186"/>
              <a:gd name="GluePoint48Y" fmla="*/ 44 h 1186"/>
              <a:gd name="GluePoint49X" fmla="*/ 214 w 1186"/>
              <a:gd name="GluePoint49Y" fmla="*/ 155 h 1186"/>
              <a:gd name="GluePoint50X" fmla="*/ 77 w 1186"/>
              <a:gd name="GluePoint50Y" fmla="*/ 330 h 1186"/>
              <a:gd name="GluePoint51X" fmla="*/ 15 w 1186"/>
              <a:gd name="GluePoint51Y" fmla="*/ 548 h 1186"/>
              <a:gd name="GluePoint52X" fmla="*/ 28 w 1186"/>
              <a:gd name="GluePoint52Y" fmla="*/ 724 h 1186"/>
              <a:gd name="GluePoint53X" fmla="*/ 120 w 1186"/>
              <a:gd name="GluePoint53Y" fmla="*/ 928 h 1186"/>
              <a:gd name="GluePoint54X" fmla="*/ 281 w 1186"/>
              <a:gd name="GluePoint54Y" fmla="*/ 1081 h 1186"/>
              <a:gd name="GluePoint55X" fmla="*/ 491 w 1186"/>
              <a:gd name="GluePoint55Y" fmla="*/ 1164 h 1186"/>
              <a:gd name="GluePoint56X" fmla="*/ 667 w 1186"/>
              <a:gd name="GluePoint56Y" fmla="*/ 1169 h 1186"/>
              <a:gd name="GluePoint57X" fmla="*/ 882 w 1186"/>
              <a:gd name="GluePoint57Y" fmla="*/ 1096 h 1186"/>
              <a:gd name="GluePoint58X" fmla="*/ 1050 w 1186"/>
              <a:gd name="GluePoint58Y" fmla="*/ 951 h 1186"/>
              <a:gd name="GluePoint59X" fmla="*/ 1151 w 1186"/>
              <a:gd name="GluePoint59Y" fmla="*/ 752 h 1186"/>
              <a:gd name="GluePoint60X" fmla="*/ 1173 w 1186"/>
              <a:gd name="GluePoint60Y" fmla="*/ 578 h 1186"/>
              <a:gd name="GluePoint61X" fmla="*/ 1122 w 1186"/>
              <a:gd name="GluePoint61Y" fmla="*/ 355 h 1186"/>
              <a:gd name="GluePoint62X" fmla="*/ 994 w 1186"/>
              <a:gd name="GluePoint62Y" fmla="*/ 174 h 1186"/>
              <a:gd name="GluePoint63X" fmla="*/ 806 w 1186"/>
              <a:gd name="GluePoint63Y" fmla="*/ 54 h 1186"/>
            </a:gdLst>
            <a:ahLst/>
            <a:cxnLst/>
            <a:rect l="textAreaLeft" t="textAreaTop" r="textAreaRight" b="textAreaBottom"/>
            <a:pathLst>
              <a:path w="1186" h="1186">
                <a:moveTo>
                  <a:pt x="593" y="0"/>
                </a:moveTo>
                <a:lnTo>
                  <a:pt x="593" y="0"/>
                </a:lnTo>
                <a:lnTo>
                  <a:pt x="593" y="0"/>
                </a:lnTo>
                <a:lnTo>
                  <a:pt x="609" y="1"/>
                </a:lnTo>
                <a:lnTo>
                  <a:pt x="624" y="1"/>
                </a:lnTo>
                <a:lnTo>
                  <a:pt x="639" y="2"/>
                </a:lnTo>
                <a:lnTo>
                  <a:pt x="654" y="3"/>
                </a:lnTo>
                <a:lnTo>
                  <a:pt x="669" y="5"/>
                </a:lnTo>
                <a:lnTo>
                  <a:pt x="684" y="7"/>
                </a:lnTo>
                <a:lnTo>
                  <a:pt x="698" y="10"/>
                </a:lnTo>
                <a:lnTo>
                  <a:pt x="713" y="13"/>
                </a:lnTo>
                <a:lnTo>
                  <a:pt x="727" y="15"/>
                </a:lnTo>
                <a:lnTo>
                  <a:pt x="741" y="19"/>
                </a:lnTo>
                <a:lnTo>
                  <a:pt x="756" y="23"/>
                </a:lnTo>
                <a:lnTo>
                  <a:pt x="769" y="27"/>
                </a:lnTo>
                <a:lnTo>
                  <a:pt x="784" y="31"/>
                </a:lnTo>
                <a:lnTo>
                  <a:pt x="797" y="36"/>
                </a:lnTo>
                <a:lnTo>
                  <a:pt x="811" y="42"/>
                </a:lnTo>
                <a:lnTo>
                  <a:pt x="825" y="47"/>
                </a:lnTo>
                <a:lnTo>
                  <a:pt x="837" y="53"/>
                </a:lnTo>
                <a:lnTo>
                  <a:pt x="850" y="59"/>
                </a:lnTo>
                <a:lnTo>
                  <a:pt x="863" y="65"/>
                </a:lnTo>
                <a:lnTo>
                  <a:pt x="876" y="72"/>
                </a:lnTo>
                <a:lnTo>
                  <a:pt x="889" y="79"/>
                </a:lnTo>
                <a:lnTo>
                  <a:pt x="901" y="87"/>
                </a:lnTo>
                <a:lnTo>
                  <a:pt x="913" y="94"/>
                </a:lnTo>
                <a:lnTo>
                  <a:pt x="925" y="102"/>
                </a:lnTo>
                <a:lnTo>
                  <a:pt x="937" y="110"/>
                </a:lnTo>
                <a:lnTo>
                  <a:pt x="948" y="119"/>
                </a:lnTo>
                <a:lnTo>
                  <a:pt x="959" y="127"/>
                </a:lnTo>
                <a:lnTo>
                  <a:pt x="970" y="135"/>
                </a:lnTo>
                <a:lnTo>
                  <a:pt x="982" y="145"/>
                </a:lnTo>
                <a:lnTo>
                  <a:pt x="992" y="155"/>
                </a:lnTo>
                <a:lnTo>
                  <a:pt x="1002" y="164"/>
                </a:lnTo>
                <a:lnTo>
                  <a:pt x="1013" y="174"/>
                </a:lnTo>
                <a:lnTo>
                  <a:pt x="1022" y="184"/>
                </a:lnTo>
                <a:lnTo>
                  <a:pt x="1032" y="195"/>
                </a:lnTo>
                <a:lnTo>
                  <a:pt x="1042" y="206"/>
                </a:lnTo>
                <a:lnTo>
                  <a:pt x="1050" y="216"/>
                </a:lnTo>
                <a:lnTo>
                  <a:pt x="1060" y="227"/>
                </a:lnTo>
                <a:lnTo>
                  <a:pt x="1069" y="239"/>
                </a:lnTo>
                <a:lnTo>
                  <a:pt x="1077" y="250"/>
                </a:lnTo>
                <a:lnTo>
                  <a:pt x="1085" y="262"/>
                </a:lnTo>
                <a:lnTo>
                  <a:pt x="1093" y="274"/>
                </a:lnTo>
                <a:lnTo>
                  <a:pt x="1101" y="286"/>
                </a:lnTo>
                <a:lnTo>
                  <a:pt x="1108" y="298"/>
                </a:lnTo>
                <a:lnTo>
                  <a:pt x="1114" y="311"/>
                </a:lnTo>
                <a:lnTo>
                  <a:pt x="1122" y="323"/>
                </a:lnTo>
                <a:lnTo>
                  <a:pt x="1128" y="336"/>
                </a:lnTo>
                <a:lnTo>
                  <a:pt x="1134" y="349"/>
                </a:lnTo>
                <a:lnTo>
                  <a:pt x="1140" y="363"/>
                </a:lnTo>
                <a:lnTo>
                  <a:pt x="1146" y="376"/>
                </a:lnTo>
                <a:lnTo>
                  <a:pt x="1150" y="389"/>
                </a:lnTo>
                <a:lnTo>
                  <a:pt x="1155" y="403"/>
                </a:lnTo>
                <a:lnTo>
                  <a:pt x="1160" y="417"/>
                </a:lnTo>
                <a:lnTo>
                  <a:pt x="1164" y="431"/>
                </a:lnTo>
                <a:lnTo>
                  <a:pt x="1167" y="445"/>
                </a:lnTo>
                <a:lnTo>
                  <a:pt x="1171" y="460"/>
                </a:lnTo>
                <a:lnTo>
                  <a:pt x="1174" y="474"/>
                </a:lnTo>
                <a:lnTo>
                  <a:pt x="1177" y="488"/>
                </a:lnTo>
                <a:lnTo>
                  <a:pt x="1179" y="503"/>
                </a:lnTo>
                <a:lnTo>
                  <a:pt x="1182" y="518"/>
                </a:lnTo>
                <a:lnTo>
                  <a:pt x="1183" y="532"/>
                </a:lnTo>
                <a:lnTo>
                  <a:pt x="1184" y="548"/>
                </a:lnTo>
                <a:lnTo>
                  <a:pt x="1186" y="563"/>
                </a:lnTo>
                <a:lnTo>
                  <a:pt x="1186" y="578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608"/>
                </a:lnTo>
                <a:lnTo>
                  <a:pt x="1186" y="624"/>
                </a:lnTo>
                <a:lnTo>
                  <a:pt x="1184" y="639"/>
                </a:lnTo>
                <a:lnTo>
                  <a:pt x="1183" y="654"/>
                </a:lnTo>
                <a:lnTo>
                  <a:pt x="1182" y="669"/>
                </a:lnTo>
                <a:lnTo>
                  <a:pt x="1179" y="684"/>
                </a:lnTo>
                <a:lnTo>
                  <a:pt x="1177" y="698"/>
                </a:lnTo>
                <a:lnTo>
                  <a:pt x="1174" y="713"/>
                </a:lnTo>
                <a:lnTo>
                  <a:pt x="1171" y="727"/>
                </a:lnTo>
                <a:lnTo>
                  <a:pt x="1167" y="741"/>
                </a:lnTo>
                <a:lnTo>
                  <a:pt x="1164" y="756"/>
                </a:lnTo>
                <a:lnTo>
                  <a:pt x="1160" y="769"/>
                </a:lnTo>
                <a:lnTo>
                  <a:pt x="1155" y="784"/>
                </a:lnTo>
                <a:lnTo>
                  <a:pt x="1150" y="797"/>
                </a:lnTo>
                <a:lnTo>
                  <a:pt x="1146" y="811"/>
                </a:lnTo>
                <a:lnTo>
                  <a:pt x="1140" y="824"/>
                </a:lnTo>
                <a:lnTo>
                  <a:pt x="1134" y="837"/>
                </a:lnTo>
                <a:lnTo>
                  <a:pt x="1128" y="851"/>
                </a:lnTo>
                <a:lnTo>
                  <a:pt x="1122" y="864"/>
                </a:lnTo>
                <a:lnTo>
                  <a:pt x="1114" y="876"/>
                </a:lnTo>
                <a:lnTo>
                  <a:pt x="1108" y="888"/>
                </a:lnTo>
                <a:lnTo>
                  <a:pt x="1101" y="900"/>
                </a:lnTo>
                <a:lnTo>
                  <a:pt x="1093" y="912"/>
                </a:lnTo>
                <a:lnTo>
                  <a:pt x="1085" y="924"/>
                </a:lnTo>
                <a:lnTo>
                  <a:pt x="1077" y="936"/>
                </a:lnTo>
                <a:lnTo>
                  <a:pt x="1069" y="948"/>
                </a:lnTo>
                <a:lnTo>
                  <a:pt x="1060" y="960"/>
                </a:lnTo>
                <a:lnTo>
                  <a:pt x="1050" y="970"/>
                </a:lnTo>
                <a:lnTo>
                  <a:pt x="1042" y="981"/>
                </a:lnTo>
                <a:lnTo>
                  <a:pt x="1032" y="992"/>
                </a:lnTo>
                <a:lnTo>
                  <a:pt x="1022" y="1002"/>
                </a:lnTo>
                <a:lnTo>
                  <a:pt x="1013" y="1012"/>
                </a:lnTo>
                <a:lnTo>
                  <a:pt x="1002" y="1022"/>
                </a:lnTo>
                <a:lnTo>
                  <a:pt x="992" y="1032"/>
                </a:lnTo>
                <a:lnTo>
                  <a:pt x="982" y="1041"/>
                </a:lnTo>
                <a:lnTo>
                  <a:pt x="970" y="1051"/>
                </a:lnTo>
                <a:lnTo>
                  <a:pt x="959" y="1060"/>
                </a:lnTo>
                <a:lnTo>
                  <a:pt x="948" y="1069"/>
                </a:lnTo>
                <a:lnTo>
                  <a:pt x="937" y="1077"/>
                </a:lnTo>
                <a:lnTo>
                  <a:pt x="925" y="1085"/>
                </a:lnTo>
                <a:lnTo>
                  <a:pt x="913" y="1093"/>
                </a:lnTo>
                <a:lnTo>
                  <a:pt x="901" y="1101"/>
                </a:lnTo>
                <a:lnTo>
                  <a:pt x="889" y="1108"/>
                </a:lnTo>
                <a:lnTo>
                  <a:pt x="876" y="1114"/>
                </a:lnTo>
                <a:lnTo>
                  <a:pt x="863" y="1121"/>
                </a:lnTo>
                <a:lnTo>
                  <a:pt x="850" y="1128"/>
                </a:lnTo>
                <a:lnTo>
                  <a:pt x="837" y="1134"/>
                </a:lnTo>
                <a:lnTo>
                  <a:pt x="825" y="1140"/>
                </a:lnTo>
                <a:lnTo>
                  <a:pt x="811" y="1145"/>
                </a:lnTo>
                <a:lnTo>
                  <a:pt x="797" y="1150"/>
                </a:lnTo>
                <a:lnTo>
                  <a:pt x="784" y="1155"/>
                </a:lnTo>
                <a:lnTo>
                  <a:pt x="769" y="1160"/>
                </a:lnTo>
                <a:lnTo>
                  <a:pt x="756" y="1164"/>
                </a:lnTo>
                <a:lnTo>
                  <a:pt x="741" y="1168"/>
                </a:lnTo>
                <a:lnTo>
                  <a:pt x="727" y="1171"/>
                </a:lnTo>
                <a:lnTo>
                  <a:pt x="713" y="1174"/>
                </a:lnTo>
                <a:lnTo>
                  <a:pt x="698" y="1177"/>
                </a:lnTo>
                <a:lnTo>
                  <a:pt x="684" y="1179"/>
                </a:lnTo>
                <a:lnTo>
                  <a:pt x="669" y="1181"/>
                </a:lnTo>
                <a:lnTo>
                  <a:pt x="654" y="1183"/>
                </a:lnTo>
                <a:lnTo>
                  <a:pt x="639" y="1185"/>
                </a:lnTo>
                <a:lnTo>
                  <a:pt x="624" y="1185"/>
                </a:lnTo>
                <a:lnTo>
                  <a:pt x="609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78" y="1186"/>
                </a:lnTo>
                <a:lnTo>
                  <a:pt x="563" y="1185"/>
                </a:lnTo>
                <a:lnTo>
                  <a:pt x="548" y="1185"/>
                </a:lnTo>
                <a:lnTo>
                  <a:pt x="532" y="1183"/>
                </a:lnTo>
                <a:lnTo>
                  <a:pt x="518" y="1181"/>
                </a:lnTo>
                <a:lnTo>
                  <a:pt x="503" y="1179"/>
                </a:lnTo>
                <a:lnTo>
                  <a:pt x="488" y="1177"/>
                </a:lnTo>
                <a:lnTo>
                  <a:pt x="474" y="1174"/>
                </a:lnTo>
                <a:lnTo>
                  <a:pt x="460" y="1171"/>
                </a:lnTo>
                <a:lnTo>
                  <a:pt x="445" y="1168"/>
                </a:lnTo>
                <a:lnTo>
                  <a:pt x="431" y="1164"/>
                </a:lnTo>
                <a:lnTo>
                  <a:pt x="417" y="1160"/>
                </a:lnTo>
                <a:lnTo>
                  <a:pt x="404" y="1155"/>
                </a:lnTo>
                <a:lnTo>
                  <a:pt x="389" y="1150"/>
                </a:lnTo>
                <a:lnTo>
                  <a:pt x="376" y="1145"/>
                </a:lnTo>
                <a:lnTo>
                  <a:pt x="363" y="1140"/>
                </a:lnTo>
                <a:lnTo>
                  <a:pt x="349" y="1134"/>
                </a:lnTo>
                <a:lnTo>
                  <a:pt x="336" y="1128"/>
                </a:lnTo>
                <a:lnTo>
                  <a:pt x="324" y="1121"/>
                </a:lnTo>
                <a:lnTo>
                  <a:pt x="311" y="1114"/>
                </a:lnTo>
                <a:lnTo>
                  <a:pt x="298" y="1108"/>
                </a:lnTo>
                <a:lnTo>
                  <a:pt x="286" y="1101"/>
                </a:lnTo>
                <a:lnTo>
                  <a:pt x="274" y="1093"/>
                </a:lnTo>
                <a:lnTo>
                  <a:pt x="262" y="1085"/>
                </a:lnTo>
                <a:lnTo>
                  <a:pt x="250" y="1077"/>
                </a:lnTo>
                <a:lnTo>
                  <a:pt x="239" y="1069"/>
                </a:lnTo>
                <a:lnTo>
                  <a:pt x="227" y="1060"/>
                </a:lnTo>
                <a:lnTo>
                  <a:pt x="216" y="1051"/>
                </a:lnTo>
                <a:lnTo>
                  <a:pt x="205" y="1041"/>
                </a:lnTo>
                <a:lnTo>
                  <a:pt x="195" y="1032"/>
                </a:lnTo>
                <a:lnTo>
                  <a:pt x="184" y="1022"/>
                </a:lnTo>
                <a:lnTo>
                  <a:pt x="174" y="1012"/>
                </a:lnTo>
                <a:lnTo>
                  <a:pt x="164" y="1002"/>
                </a:lnTo>
                <a:lnTo>
                  <a:pt x="155" y="992"/>
                </a:lnTo>
                <a:lnTo>
                  <a:pt x="145" y="981"/>
                </a:lnTo>
                <a:lnTo>
                  <a:pt x="135" y="970"/>
                </a:lnTo>
                <a:lnTo>
                  <a:pt x="127" y="960"/>
                </a:lnTo>
                <a:lnTo>
                  <a:pt x="118" y="948"/>
                </a:lnTo>
                <a:lnTo>
                  <a:pt x="110" y="936"/>
                </a:lnTo>
                <a:lnTo>
                  <a:pt x="102" y="924"/>
                </a:lnTo>
                <a:lnTo>
                  <a:pt x="94" y="912"/>
                </a:lnTo>
                <a:lnTo>
                  <a:pt x="87" y="900"/>
                </a:lnTo>
                <a:lnTo>
                  <a:pt x="79" y="888"/>
                </a:lnTo>
                <a:lnTo>
                  <a:pt x="71" y="876"/>
                </a:lnTo>
                <a:lnTo>
                  <a:pt x="65" y="864"/>
                </a:lnTo>
                <a:lnTo>
                  <a:pt x="59" y="851"/>
                </a:lnTo>
                <a:lnTo>
                  <a:pt x="53" y="837"/>
                </a:lnTo>
                <a:lnTo>
                  <a:pt x="47" y="824"/>
                </a:lnTo>
                <a:lnTo>
                  <a:pt x="42" y="811"/>
                </a:lnTo>
                <a:lnTo>
                  <a:pt x="36" y="797"/>
                </a:lnTo>
                <a:lnTo>
                  <a:pt x="31" y="784"/>
                </a:lnTo>
                <a:lnTo>
                  <a:pt x="27" y="769"/>
                </a:lnTo>
                <a:lnTo>
                  <a:pt x="23" y="756"/>
                </a:lnTo>
                <a:lnTo>
                  <a:pt x="19" y="741"/>
                </a:lnTo>
                <a:lnTo>
                  <a:pt x="15" y="727"/>
                </a:lnTo>
                <a:lnTo>
                  <a:pt x="12" y="713"/>
                </a:lnTo>
                <a:lnTo>
                  <a:pt x="10" y="698"/>
                </a:lnTo>
                <a:lnTo>
                  <a:pt x="7" y="684"/>
                </a:lnTo>
                <a:lnTo>
                  <a:pt x="5" y="669"/>
                </a:lnTo>
                <a:lnTo>
                  <a:pt x="3" y="654"/>
                </a:lnTo>
                <a:lnTo>
                  <a:pt x="2" y="639"/>
                </a:lnTo>
                <a:lnTo>
                  <a:pt x="1" y="624"/>
                </a:lnTo>
                <a:lnTo>
                  <a:pt x="1" y="608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1" y="578"/>
                </a:lnTo>
                <a:lnTo>
                  <a:pt x="1" y="563"/>
                </a:lnTo>
                <a:lnTo>
                  <a:pt x="2" y="548"/>
                </a:lnTo>
                <a:lnTo>
                  <a:pt x="3" y="532"/>
                </a:lnTo>
                <a:lnTo>
                  <a:pt x="5" y="518"/>
                </a:lnTo>
                <a:lnTo>
                  <a:pt x="7" y="503"/>
                </a:lnTo>
                <a:lnTo>
                  <a:pt x="10" y="488"/>
                </a:lnTo>
                <a:lnTo>
                  <a:pt x="12" y="474"/>
                </a:lnTo>
                <a:lnTo>
                  <a:pt x="15" y="460"/>
                </a:lnTo>
                <a:lnTo>
                  <a:pt x="19" y="445"/>
                </a:lnTo>
                <a:lnTo>
                  <a:pt x="23" y="431"/>
                </a:lnTo>
                <a:lnTo>
                  <a:pt x="27" y="417"/>
                </a:lnTo>
                <a:lnTo>
                  <a:pt x="31" y="403"/>
                </a:lnTo>
                <a:lnTo>
                  <a:pt x="36" y="389"/>
                </a:lnTo>
                <a:lnTo>
                  <a:pt x="42" y="376"/>
                </a:lnTo>
                <a:lnTo>
                  <a:pt x="47" y="363"/>
                </a:lnTo>
                <a:lnTo>
                  <a:pt x="53" y="349"/>
                </a:lnTo>
                <a:lnTo>
                  <a:pt x="59" y="336"/>
                </a:lnTo>
                <a:lnTo>
                  <a:pt x="65" y="323"/>
                </a:lnTo>
                <a:lnTo>
                  <a:pt x="71" y="311"/>
                </a:lnTo>
                <a:lnTo>
                  <a:pt x="79" y="298"/>
                </a:lnTo>
                <a:lnTo>
                  <a:pt x="87" y="286"/>
                </a:lnTo>
                <a:lnTo>
                  <a:pt x="94" y="274"/>
                </a:lnTo>
                <a:lnTo>
                  <a:pt x="102" y="262"/>
                </a:lnTo>
                <a:lnTo>
                  <a:pt x="110" y="250"/>
                </a:lnTo>
                <a:lnTo>
                  <a:pt x="118" y="239"/>
                </a:lnTo>
                <a:lnTo>
                  <a:pt x="127" y="227"/>
                </a:lnTo>
                <a:lnTo>
                  <a:pt x="135" y="216"/>
                </a:lnTo>
                <a:lnTo>
                  <a:pt x="145" y="206"/>
                </a:lnTo>
                <a:lnTo>
                  <a:pt x="155" y="195"/>
                </a:lnTo>
                <a:lnTo>
                  <a:pt x="164" y="184"/>
                </a:lnTo>
                <a:lnTo>
                  <a:pt x="174" y="174"/>
                </a:lnTo>
                <a:lnTo>
                  <a:pt x="184" y="164"/>
                </a:lnTo>
                <a:lnTo>
                  <a:pt x="195" y="155"/>
                </a:lnTo>
                <a:lnTo>
                  <a:pt x="205" y="145"/>
                </a:lnTo>
                <a:lnTo>
                  <a:pt x="216" y="135"/>
                </a:lnTo>
                <a:lnTo>
                  <a:pt x="227" y="127"/>
                </a:lnTo>
                <a:lnTo>
                  <a:pt x="239" y="119"/>
                </a:lnTo>
                <a:lnTo>
                  <a:pt x="250" y="110"/>
                </a:lnTo>
                <a:lnTo>
                  <a:pt x="262" y="102"/>
                </a:lnTo>
                <a:lnTo>
                  <a:pt x="274" y="94"/>
                </a:lnTo>
                <a:lnTo>
                  <a:pt x="286" y="87"/>
                </a:lnTo>
                <a:lnTo>
                  <a:pt x="298" y="79"/>
                </a:lnTo>
                <a:lnTo>
                  <a:pt x="311" y="72"/>
                </a:lnTo>
                <a:lnTo>
                  <a:pt x="324" y="65"/>
                </a:lnTo>
                <a:lnTo>
                  <a:pt x="336" y="59"/>
                </a:lnTo>
                <a:lnTo>
                  <a:pt x="349" y="53"/>
                </a:lnTo>
                <a:lnTo>
                  <a:pt x="363" y="47"/>
                </a:lnTo>
                <a:lnTo>
                  <a:pt x="376" y="42"/>
                </a:lnTo>
                <a:lnTo>
                  <a:pt x="389" y="36"/>
                </a:lnTo>
                <a:lnTo>
                  <a:pt x="404" y="31"/>
                </a:lnTo>
                <a:lnTo>
                  <a:pt x="417" y="27"/>
                </a:lnTo>
                <a:lnTo>
                  <a:pt x="431" y="23"/>
                </a:lnTo>
                <a:lnTo>
                  <a:pt x="445" y="19"/>
                </a:lnTo>
                <a:lnTo>
                  <a:pt x="460" y="15"/>
                </a:lnTo>
                <a:lnTo>
                  <a:pt x="474" y="13"/>
                </a:lnTo>
                <a:lnTo>
                  <a:pt x="488" y="10"/>
                </a:lnTo>
                <a:lnTo>
                  <a:pt x="503" y="7"/>
                </a:lnTo>
                <a:lnTo>
                  <a:pt x="518" y="5"/>
                </a:lnTo>
                <a:lnTo>
                  <a:pt x="532" y="3"/>
                </a:lnTo>
                <a:lnTo>
                  <a:pt x="548" y="2"/>
                </a:lnTo>
                <a:lnTo>
                  <a:pt x="563" y="1"/>
                </a:lnTo>
                <a:lnTo>
                  <a:pt x="578" y="1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close/>
                <a:moveTo>
                  <a:pt x="593" y="219"/>
                </a:moveTo>
                <a:lnTo>
                  <a:pt x="593" y="219"/>
                </a:lnTo>
                <a:lnTo>
                  <a:pt x="593" y="219"/>
                </a:lnTo>
                <a:lnTo>
                  <a:pt x="584" y="219"/>
                </a:lnTo>
                <a:lnTo>
                  <a:pt x="574" y="219"/>
                </a:lnTo>
                <a:lnTo>
                  <a:pt x="564" y="220"/>
                </a:lnTo>
                <a:lnTo>
                  <a:pt x="555" y="221"/>
                </a:lnTo>
                <a:lnTo>
                  <a:pt x="545" y="222"/>
                </a:lnTo>
                <a:lnTo>
                  <a:pt x="536" y="223"/>
                </a:lnTo>
                <a:lnTo>
                  <a:pt x="527" y="225"/>
                </a:lnTo>
                <a:lnTo>
                  <a:pt x="518" y="227"/>
                </a:lnTo>
                <a:lnTo>
                  <a:pt x="508" y="228"/>
                </a:lnTo>
                <a:lnTo>
                  <a:pt x="500" y="231"/>
                </a:lnTo>
                <a:lnTo>
                  <a:pt x="491" y="233"/>
                </a:lnTo>
                <a:lnTo>
                  <a:pt x="482" y="235"/>
                </a:lnTo>
                <a:lnTo>
                  <a:pt x="473" y="239"/>
                </a:lnTo>
                <a:lnTo>
                  <a:pt x="464" y="242"/>
                </a:lnTo>
                <a:lnTo>
                  <a:pt x="456" y="245"/>
                </a:lnTo>
                <a:lnTo>
                  <a:pt x="448" y="248"/>
                </a:lnTo>
                <a:lnTo>
                  <a:pt x="439" y="251"/>
                </a:lnTo>
                <a:lnTo>
                  <a:pt x="431" y="255"/>
                </a:lnTo>
                <a:lnTo>
                  <a:pt x="423" y="259"/>
                </a:lnTo>
                <a:lnTo>
                  <a:pt x="415" y="264"/>
                </a:lnTo>
                <a:lnTo>
                  <a:pt x="407" y="268"/>
                </a:lnTo>
                <a:lnTo>
                  <a:pt x="399" y="273"/>
                </a:lnTo>
                <a:lnTo>
                  <a:pt x="392" y="278"/>
                </a:lnTo>
                <a:lnTo>
                  <a:pt x="384" y="283"/>
                </a:lnTo>
                <a:lnTo>
                  <a:pt x="376" y="288"/>
                </a:lnTo>
                <a:lnTo>
                  <a:pt x="369" y="293"/>
                </a:lnTo>
                <a:lnTo>
                  <a:pt x="362" y="299"/>
                </a:lnTo>
                <a:lnTo>
                  <a:pt x="356" y="304"/>
                </a:lnTo>
                <a:lnTo>
                  <a:pt x="348" y="310"/>
                </a:lnTo>
                <a:lnTo>
                  <a:pt x="341" y="316"/>
                </a:lnTo>
                <a:lnTo>
                  <a:pt x="335" y="322"/>
                </a:lnTo>
                <a:lnTo>
                  <a:pt x="328" y="328"/>
                </a:lnTo>
                <a:lnTo>
                  <a:pt x="322" y="335"/>
                </a:lnTo>
                <a:lnTo>
                  <a:pt x="316" y="342"/>
                </a:lnTo>
                <a:lnTo>
                  <a:pt x="310" y="348"/>
                </a:lnTo>
                <a:lnTo>
                  <a:pt x="304" y="355"/>
                </a:lnTo>
                <a:lnTo>
                  <a:pt x="299" y="362"/>
                </a:lnTo>
                <a:lnTo>
                  <a:pt x="293" y="369"/>
                </a:lnTo>
                <a:lnTo>
                  <a:pt x="288" y="376"/>
                </a:lnTo>
                <a:lnTo>
                  <a:pt x="283" y="383"/>
                </a:lnTo>
                <a:lnTo>
                  <a:pt x="278" y="391"/>
                </a:lnTo>
                <a:lnTo>
                  <a:pt x="273" y="399"/>
                </a:lnTo>
                <a:lnTo>
                  <a:pt x="268" y="407"/>
                </a:lnTo>
                <a:lnTo>
                  <a:pt x="264" y="415"/>
                </a:lnTo>
                <a:lnTo>
                  <a:pt x="260" y="423"/>
                </a:lnTo>
                <a:lnTo>
                  <a:pt x="256" y="431"/>
                </a:lnTo>
                <a:lnTo>
                  <a:pt x="252" y="439"/>
                </a:lnTo>
                <a:lnTo>
                  <a:pt x="248" y="448"/>
                </a:lnTo>
                <a:lnTo>
                  <a:pt x="245" y="456"/>
                </a:lnTo>
                <a:lnTo>
                  <a:pt x="242" y="464"/>
                </a:lnTo>
                <a:lnTo>
                  <a:pt x="239" y="473"/>
                </a:lnTo>
                <a:lnTo>
                  <a:pt x="236" y="482"/>
                </a:lnTo>
                <a:lnTo>
                  <a:pt x="233" y="491"/>
                </a:lnTo>
                <a:lnTo>
                  <a:pt x="231" y="500"/>
                </a:lnTo>
                <a:lnTo>
                  <a:pt x="228" y="509"/>
                </a:lnTo>
                <a:lnTo>
                  <a:pt x="227" y="518"/>
                </a:lnTo>
                <a:lnTo>
                  <a:pt x="224" y="527"/>
                </a:lnTo>
                <a:lnTo>
                  <a:pt x="223" y="536"/>
                </a:lnTo>
                <a:lnTo>
                  <a:pt x="222" y="546"/>
                </a:lnTo>
                <a:lnTo>
                  <a:pt x="221" y="555"/>
                </a:lnTo>
                <a:lnTo>
                  <a:pt x="220" y="564"/>
                </a:lnTo>
                <a:lnTo>
                  <a:pt x="219" y="574"/>
                </a:lnTo>
                <a:lnTo>
                  <a:pt x="219" y="584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603"/>
                </a:lnTo>
                <a:lnTo>
                  <a:pt x="219" y="612"/>
                </a:lnTo>
                <a:lnTo>
                  <a:pt x="220" y="622"/>
                </a:lnTo>
                <a:lnTo>
                  <a:pt x="221" y="632"/>
                </a:lnTo>
                <a:lnTo>
                  <a:pt x="222" y="641"/>
                </a:lnTo>
                <a:lnTo>
                  <a:pt x="223" y="650"/>
                </a:lnTo>
                <a:lnTo>
                  <a:pt x="224" y="660"/>
                </a:lnTo>
                <a:lnTo>
                  <a:pt x="227" y="669"/>
                </a:lnTo>
                <a:lnTo>
                  <a:pt x="228" y="678"/>
                </a:lnTo>
                <a:lnTo>
                  <a:pt x="231" y="687"/>
                </a:lnTo>
                <a:lnTo>
                  <a:pt x="233" y="696"/>
                </a:lnTo>
                <a:lnTo>
                  <a:pt x="236" y="704"/>
                </a:lnTo>
                <a:lnTo>
                  <a:pt x="239" y="713"/>
                </a:lnTo>
                <a:lnTo>
                  <a:pt x="242" y="722"/>
                </a:lnTo>
                <a:lnTo>
                  <a:pt x="245" y="731"/>
                </a:lnTo>
                <a:lnTo>
                  <a:pt x="248" y="739"/>
                </a:lnTo>
                <a:lnTo>
                  <a:pt x="252" y="748"/>
                </a:lnTo>
                <a:lnTo>
                  <a:pt x="256" y="756"/>
                </a:lnTo>
                <a:lnTo>
                  <a:pt x="260" y="764"/>
                </a:lnTo>
                <a:lnTo>
                  <a:pt x="264" y="772"/>
                </a:lnTo>
                <a:lnTo>
                  <a:pt x="268" y="780"/>
                </a:lnTo>
                <a:lnTo>
                  <a:pt x="273" y="788"/>
                </a:lnTo>
                <a:lnTo>
                  <a:pt x="278" y="795"/>
                </a:lnTo>
                <a:lnTo>
                  <a:pt x="283" y="803"/>
                </a:lnTo>
                <a:lnTo>
                  <a:pt x="288" y="810"/>
                </a:lnTo>
                <a:lnTo>
                  <a:pt x="293" y="817"/>
                </a:lnTo>
                <a:lnTo>
                  <a:pt x="299" y="824"/>
                </a:lnTo>
                <a:lnTo>
                  <a:pt x="304" y="832"/>
                </a:lnTo>
                <a:lnTo>
                  <a:pt x="310" y="838"/>
                </a:lnTo>
                <a:lnTo>
                  <a:pt x="316" y="845"/>
                </a:lnTo>
                <a:lnTo>
                  <a:pt x="322" y="852"/>
                </a:lnTo>
                <a:lnTo>
                  <a:pt x="328" y="858"/>
                </a:lnTo>
                <a:lnTo>
                  <a:pt x="337" y="866"/>
                </a:lnTo>
                <a:lnTo>
                  <a:pt x="345" y="874"/>
                </a:lnTo>
                <a:lnTo>
                  <a:pt x="354" y="881"/>
                </a:lnTo>
                <a:lnTo>
                  <a:pt x="363" y="888"/>
                </a:lnTo>
                <a:lnTo>
                  <a:pt x="372" y="896"/>
                </a:lnTo>
                <a:lnTo>
                  <a:pt x="382" y="903"/>
                </a:lnTo>
                <a:lnTo>
                  <a:pt x="392" y="908"/>
                </a:lnTo>
                <a:lnTo>
                  <a:pt x="402" y="915"/>
                </a:lnTo>
                <a:lnTo>
                  <a:pt x="412" y="921"/>
                </a:lnTo>
                <a:lnTo>
                  <a:pt x="422" y="927"/>
                </a:lnTo>
                <a:lnTo>
                  <a:pt x="432" y="932"/>
                </a:lnTo>
                <a:lnTo>
                  <a:pt x="444" y="936"/>
                </a:lnTo>
                <a:lnTo>
                  <a:pt x="454" y="941"/>
                </a:lnTo>
                <a:lnTo>
                  <a:pt x="465" y="945"/>
                </a:lnTo>
                <a:lnTo>
                  <a:pt x="476" y="949"/>
                </a:lnTo>
                <a:lnTo>
                  <a:pt x="488" y="952"/>
                </a:lnTo>
                <a:lnTo>
                  <a:pt x="496" y="941"/>
                </a:lnTo>
                <a:lnTo>
                  <a:pt x="484" y="938"/>
                </a:lnTo>
                <a:lnTo>
                  <a:pt x="473" y="934"/>
                </a:lnTo>
                <a:lnTo>
                  <a:pt x="462" y="930"/>
                </a:lnTo>
                <a:lnTo>
                  <a:pt x="452" y="925"/>
                </a:lnTo>
                <a:lnTo>
                  <a:pt x="440" y="921"/>
                </a:lnTo>
                <a:lnTo>
                  <a:pt x="431" y="916"/>
                </a:lnTo>
                <a:lnTo>
                  <a:pt x="420" y="910"/>
                </a:lnTo>
                <a:lnTo>
                  <a:pt x="410" y="904"/>
                </a:lnTo>
                <a:lnTo>
                  <a:pt x="400" y="899"/>
                </a:lnTo>
                <a:lnTo>
                  <a:pt x="391" y="892"/>
                </a:lnTo>
                <a:lnTo>
                  <a:pt x="381" y="886"/>
                </a:lnTo>
                <a:lnTo>
                  <a:pt x="372" y="879"/>
                </a:lnTo>
                <a:lnTo>
                  <a:pt x="364" y="872"/>
                </a:lnTo>
                <a:lnTo>
                  <a:pt x="355" y="864"/>
                </a:lnTo>
                <a:lnTo>
                  <a:pt x="346" y="856"/>
                </a:lnTo>
                <a:lnTo>
                  <a:pt x="338" y="848"/>
                </a:lnTo>
                <a:lnTo>
                  <a:pt x="332" y="843"/>
                </a:lnTo>
                <a:lnTo>
                  <a:pt x="326" y="836"/>
                </a:lnTo>
                <a:lnTo>
                  <a:pt x="320" y="830"/>
                </a:lnTo>
                <a:lnTo>
                  <a:pt x="315" y="823"/>
                </a:lnTo>
                <a:lnTo>
                  <a:pt x="309" y="816"/>
                </a:lnTo>
                <a:lnTo>
                  <a:pt x="304" y="809"/>
                </a:lnTo>
                <a:lnTo>
                  <a:pt x="299" y="802"/>
                </a:lnTo>
                <a:lnTo>
                  <a:pt x="294" y="795"/>
                </a:lnTo>
                <a:lnTo>
                  <a:pt x="289" y="788"/>
                </a:lnTo>
                <a:lnTo>
                  <a:pt x="284" y="780"/>
                </a:lnTo>
                <a:lnTo>
                  <a:pt x="280" y="773"/>
                </a:lnTo>
                <a:lnTo>
                  <a:pt x="276" y="765"/>
                </a:lnTo>
                <a:lnTo>
                  <a:pt x="272" y="758"/>
                </a:lnTo>
                <a:lnTo>
                  <a:pt x="268" y="750"/>
                </a:lnTo>
                <a:lnTo>
                  <a:pt x="264" y="742"/>
                </a:lnTo>
                <a:lnTo>
                  <a:pt x="260" y="734"/>
                </a:lnTo>
                <a:lnTo>
                  <a:pt x="257" y="726"/>
                </a:lnTo>
                <a:lnTo>
                  <a:pt x="254" y="717"/>
                </a:lnTo>
                <a:lnTo>
                  <a:pt x="252" y="709"/>
                </a:lnTo>
                <a:lnTo>
                  <a:pt x="248" y="700"/>
                </a:lnTo>
                <a:lnTo>
                  <a:pt x="246" y="692"/>
                </a:lnTo>
                <a:lnTo>
                  <a:pt x="244" y="684"/>
                </a:lnTo>
                <a:lnTo>
                  <a:pt x="241" y="675"/>
                </a:lnTo>
                <a:lnTo>
                  <a:pt x="240" y="666"/>
                </a:lnTo>
                <a:lnTo>
                  <a:pt x="238" y="657"/>
                </a:lnTo>
                <a:lnTo>
                  <a:pt x="236" y="648"/>
                </a:lnTo>
                <a:lnTo>
                  <a:pt x="235" y="640"/>
                </a:lnTo>
                <a:lnTo>
                  <a:pt x="234" y="630"/>
                </a:lnTo>
                <a:lnTo>
                  <a:pt x="233" y="621"/>
                </a:lnTo>
                <a:lnTo>
                  <a:pt x="232" y="612"/>
                </a:lnTo>
                <a:lnTo>
                  <a:pt x="232" y="60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84"/>
                </a:lnTo>
                <a:lnTo>
                  <a:pt x="232" y="575"/>
                </a:lnTo>
                <a:lnTo>
                  <a:pt x="233" y="565"/>
                </a:lnTo>
                <a:lnTo>
                  <a:pt x="234" y="556"/>
                </a:lnTo>
                <a:lnTo>
                  <a:pt x="235" y="548"/>
                </a:lnTo>
                <a:lnTo>
                  <a:pt x="236" y="538"/>
                </a:lnTo>
                <a:lnTo>
                  <a:pt x="238" y="529"/>
                </a:lnTo>
                <a:lnTo>
                  <a:pt x="240" y="520"/>
                </a:lnTo>
                <a:lnTo>
                  <a:pt x="241" y="512"/>
                </a:lnTo>
                <a:lnTo>
                  <a:pt x="244" y="503"/>
                </a:lnTo>
                <a:lnTo>
                  <a:pt x="246" y="495"/>
                </a:lnTo>
                <a:lnTo>
                  <a:pt x="248" y="486"/>
                </a:lnTo>
                <a:lnTo>
                  <a:pt x="252" y="478"/>
                </a:lnTo>
                <a:lnTo>
                  <a:pt x="254" y="469"/>
                </a:lnTo>
                <a:lnTo>
                  <a:pt x="257" y="461"/>
                </a:lnTo>
                <a:lnTo>
                  <a:pt x="260" y="452"/>
                </a:lnTo>
                <a:lnTo>
                  <a:pt x="264" y="444"/>
                </a:lnTo>
                <a:lnTo>
                  <a:pt x="268" y="437"/>
                </a:lnTo>
                <a:lnTo>
                  <a:pt x="272" y="429"/>
                </a:lnTo>
                <a:lnTo>
                  <a:pt x="276" y="421"/>
                </a:lnTo>
                <a:lnTo>
                  <a:pt x="280" y="413"/>
                </a:lnTo>
                <a:lnTo>
                  <a:pt x="284" y="406"/>
                </a:lnTo>
                <a:lnTo>
                  <a:pt x="289" y="399"/>
                </a:lnTo>
                <a:lnTo>
                  <a:pt x="294" y="391"/>
                </a:lnTo>
                <a:lnTo>
                  <a:pt x="299" y="384"/>
                </a:lnTo>
                <a:lnTo>
                  <a:pt x="304" y="377"/>
                </a:lnTo>
                <a:lnTo>
                  <a:pt x="309" y="371"/>
                </a:lnTo>
                <a:lnTo>
                  <a:pt x="315" y="363"/>
                </a:lnTo>
                <a:lnTo>
                  <a:pt x="320" y="357"/>
                </a:lnTo>
                <a:lnTo>
                  <a:pt x="326" y="351"/>
                </a:lnTo>
                <a:lnTo>
                  <a:pt x="332" y="344"/>
                </a:lnTo>
                <a:lnTo>
                  <a:pt x="338" y="338"/>
                </a:lnTo>
                <a:lnTo>
                  <a:pt x="344" y="331"/>
                </a:lnTo>
                <a:lnTo>
                  <a:pt x="351" y="326"/>
                </a:lnTo>
                <a:lnTo>
                  <a:pt x="357" y="320"/>
                </a:lnTo>
                <a:lnTo>
                  <a:pt x="364" y="315"/>
                </a:lnTo>
                <a:lnTo>
                  <a:pt x="370" y="309"/>
                </a:lnTo>
                <a:lnTo>
                  <a:pt x="377" y="303"/>
                </a:lnTo>
                <a:lnTo>
                  <a:pt x="384" y="299"/>
                </a:lnTo>
                <a:lnTo>
                  <a:pt x="392" y="294"/>
                </a:lnTo>
                <a:lnTo>
                  <a:pt x="399" y="289"/>
                </a:lnTo>
                <a:lnTo>
                  <a:pt x="406" y="284"/>
                </a:lnTo>
                <a:lnTo>
                  <a:pt x="413" y="280"/>
                </a:lnTo>
                <a:lnTo>
                  <a:pt x="421" y="276"/>
                </a:lnTo>
                <a:lnTo>
                  <a:pt x="429" y="271"/>
                </a:lnTo>
                <a:lnTo>
                  <a:pt x="437" y="267"/>
                </a:lnTo>
                <a:lnTo>
                  <a:pt x="444" y="264"/>
                </a:lnTo>
                <a:lnTo>
                  <a:pt x="452" y="260"/>
                </a:lnTo>
                <a:lnTo>
                  <a:pt x="461" y="257"/>
                </a:lnTo>
                <a:lnTo>
                  <a:pt x="469" y="254"/>
                </a:lnTo>
                <a:lnTo>
                  <a:pt x="477" y="251"/>
                </a:lnTo>
                <a:lnTo>
                  <a:pt x="486" y="248"/>
                </a:lnTo>
                <a:lnTo>
                  <a:pt x="494" y="246"/>
                </a:lnTo>
                <a:lnTo>
                  <a:pt x="503" y="243"/>
                </a:lnTo>
                <a:lnTo>
                  <a:pt x="512" y="241"/>
                </a:lnTo>
                <a:lnTo>
                  <a:pt x="520" y="239"/>
                </a:lnTo>
                <a:lnTo>
                  <a:pt x="529" y="238"/>
                </a:lnTo>
                <a:lnTo>
                  <a:pt x="538" y="236"/>
                </a:lnTo>
                <a:lnTo>
                  <a:pt x="548" y="235"/>
                </a:lnTo>
                <a:lnTo>
                  <a:pt x="556" y="234"/>
                </a:lnTo>
                <a:lnTo>
                  <a:pt x="565" y="233"/>
                </a:lnTo>
                <a:lnTo>
                  <a:pt x="575" y="232"/>
                </a:lnTo>
                <a:lnTo>
                  <a:pt x="584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603" y="232"/>
                </a:lnTo>
                <a:lnTo>
                  <a:pt x="612" y="232"/>
                </a:lnTo>
                <a:lnTo>
                  <a:pt x="621" y="233"/>
                </a:lnTo>
                <a:lnTo>
                  <a:pt x="630" y="234"/>
                </a:lnTo>
                <a:lnTo>
                  <a:pt x="639" y="235"/>
                </a:lnTo>
                <a:lnTo>
                  <a:pt x="649" y="236"/>
                </a:lnTo>
                <a:lnTo>
                  <a:pt x="657" y="238"/>
                </a:lnTo>
                <a:lnTo>
                  <a:pt x="666" y="239"/>
                </a:lnTo>
                <a:lnTo>
                  <a:pt x="675" y="241"/>
                </a:lnTo>
                <a:lnTo>
                  <a:pt x="684" y="243"/>
                </a:lnTo>
                <a:lnTo>
                  <a:pt x="693" y="246"/>
                </a:lnTo>
                <a:lnTo>
                  <a:pt x="701" y="248"/>
                </a:lnTo>
                <a:lnTo>
                  <a:pt x="709" y="251"/>
                </a:lnTo>
                <a:lnTo>
                  <a:pt x="717" y="254"/>
                </a:lnTo>
                <a:lnTo>
                  <a:pt x="726" y="257"/>
                </a:lnTo>
                <a:lnTo>
                  <a:pt x="733" y="260"/>
                </a:lnTo>
                <a:lnTo>
                  <a:pt x="742" y="264"/>
                </a:lnTo>
                <a:lnTo>
                  <a:pt x="750" y="267"/>
                </a:lnTo>
                <a:lnTo>
                  <a:pt x="757" y="271"/>
                </a:lnTo>
                <a:lnTo>
                  <a:pt x="765" y="276"/>
                </a:lnTo>
                <a:lnTo>
                  <a:pt x="773" y="280"/>
                </a:lnTo>
                <a:lnTo>
                  <a:pt x="781" y="284"/>
                </a:lnTo>
                <a:lnTo>
                  <a:pt x="788" y="289"/>
                </a:lnTo>
                <a:lnTo>
                  <a:pt x="795" y="294"/>
                </a:lnTo>
                <a:lnTo>
                  <a:pt x="802" y="299"/>
                </a:lnTo>
                <a:lnTo>
                  <a:pt x="809" y="303"/>
                </a:lnTo>
                <a:lnTo>
                  <a:pt x="817" y="309"/>
                </a:lnTo>
                <a:lnTo>
                  <a:pt x="823" y="315"/>
                </a:lnTo>
                <a:lnTo>
                  <a:pt x="829" y="320"/>
                </a:lnTo>
                <a:lnTo>
                  <a:pt x="836" y="326"/>
                </a:lnTo>
                <a:lnTo>
                  <a:pt x="842" y="331"/>
                </a:lnTo>
                <a:lnTo>
                  <a:pt x="849" y="338"/>
                </a:lnTo>
                <a:lnTo>
                  <a:pt x="855" y="344"/>
                </a:lnTo>
                <a:lnTo>
                  <a:pt x="861" y="351"/>
                </a:lnTo>
                <a:lnTo>
                  <a:pt x="866" y="357"/>
                </a:lnTo>
                <a:lnTo>
                  <a:pt x="872" y="363"/>
                </a:lnTo>
                <a:lnTo>
                  <a:pt x="877" y="371"/>
                </a:lnTo>
                <a:lnTo>
                  <a:pt x="883" y="377"/>
                </a:lnTo>
                <a:lnTo>
                  <a:pt x="888" y="384"/>
                </a:lnTo>
                <a:lnTo>
                  <a:pt x="893" y="391"/>
                </a:lnTo>
                <a:lnTo>
                  <a:pt x="897" y="399"/>
                </a:lnTo>
                <a:lnTo>
                  <a:pt x="902" y="406"/>
                </a:lnTo>
                <a:lnTo>
                  <a:pt x="906" y="413"/>
                </a:lnTo>
                <a:lnTo>
                  <a:pt x="911" y="421"/>
                </a:lnTo>
                <a:lnTo>
                  <a:pt x="915" y="429"/>
                </a:lnTo>
                <a:lnTo>
                  <a:pt x="919" y="437"/>
                </a:lnTo>
                <a:lnTo>
                  <a:pt x="923" y="444"/>
                </a:lnTo>
                <a:lnTo>
                  <a:pt x="926" y="452"/>
                </a:lnTo>
                <a:lnTo>
                  <a:pt x="929" y="461"/>
                </a:lnTo>
                <a:lnTo>
                  <a:pt x="933" y="469"/>
                </a:lnTo>
                <a:lnTo>
                  <a:pt x="936" y="478"/>
                </a:lnTo>
                <a:lnTo>
                  <a:pt x="938" y="486"/>
                </a:lnTo>
                <a:lnTo>
                  <a:pt x="941" y="495"/>
                </a:lnTo>
                <a:lnTo>
                  <a:pt x="943" y="503"/>
                </a:lnTo>
                <a:lnTo>
                  <a:pt x="945" y="512"/>
                </a:lnTo>
                <a:lnTo>
                  <a:pt x="947" y="520"/>
                </a:lnTo>
                <a:lnTo>
                  <a:pt x="949" y="529"/>
                </a:lnTo>
                <a:lnTo>
                  <a:pt x="950" y="538"/>
                </a:lnTo>
                <a:lnTo>
                  <a:pt x="952" y="548"/>
                </a:lnTo>
                <a:lnTo>
                  <a:pt x="953" y="556"/>
                </a:lnTo>
                <a:lnTo>
                  <a:pt x="953" y="565"/>
                </a:lnTo>
                <a:lnTo>
                  <a:pt x="954" y="575"/>
                </a:lnTo>
                <a:lnTo>
                  <a:pt x="954" y="584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603"/>
                </a:lnTo>
                <a:lnTo>
                  <a:pt x="954" y="612"/>
                </a:lnTo>
                <a:lnTo>
                  <a:pt x="953" y="621"/>
                </a:lnTo>
                <a:lnTo>
                  <a:pt x="953" y="630"/>
                </a:lnTo>
                <a:lnTo>
                  <a:pt x="952" y="640"/>
                </a:lnTo>
                <a:lnTo>
                  <a:pt x="950" y="648"/>
                </a:lnTo>
                <a:lnTo>
                  <a:pt x="949" y="657"/>
                </a:lnTo>
                <a:lnTo>
                  <a:pt x="947" y="666"/>
                </a:lnTo>
                <a:lnTo>
                  <a:pt x="945" y="675"/>
                </a:lnTo>
                <a:lnTo>
                  <a:pt x="943" y="684"/>
                </a:lnTo>
                <a:lnTo>
                  <a:pt x="941" y="692"/>
                </a:lnTo>
                <a:lnTo>
                  <a:pt x="938" y="700"/>
                </a:lnTo>
                <a:lnTo>
                  <a:pt x="936" y="709"/>
                </a:lnTo>
                <a:lnTo>
                  <a:pt x="933" y="717"/>
                </a:lnTo>
                <a:lnTo>
                  <a:pt x="929" y="726"/>
                </a:lnTo>
                <a:lnTo>
                  <a:pt x="926" y="734"/>
                </a:lnTo>
                <a:lnTo>
                  <a:pt x="923" y="742"/>
                </a:lnTo>
                <a:lnTo>
                  <a:pt x="919" y="750"/>
                </a:lnTo>
                <a:lnTo>
                  <a:pt x="915" y="758"/>
                </a:lnTo>
                <a:lnTo>
                  <a:pt x="911" y="765"/>
                </a:lnTo>
                <a:lnTo>
                  <a:pt x="906" y="773"/>
                </a:lnTo>
                <a:lnTo>
                  <a:pt x="902" y="780"/>
                </a:lnTo>
                <a:lnTo>
                  <a:pt x="897" y="788"/>
                </a:lnTo>
                <a:lnTo>
                  <a:pt x="893" y="795"/>
                </a:lnTo>
                <a:lnTo>
                  <a:pt x="888" y="802"/>
                </a:lnTo>
                <a:lnTo>
                  <a:pt x="883" y="809"/>
                </a:lnTo>
                <a:lnTo>
                  <a:pt x="877" y="816"/>
                </a:lnTo>
                <a:lnTo>
                  <a:pt x="872" y="823"/>
                </a:lnTo>
                <a:lnTo>
                  <a:pt x="866" y="830"/>
                </a:lnTo>
                <a:lnTo>
                  <a:pt x="861" y="836"/>
                </a:lnTo>
                <a:lnTo>
                  <a:pt x="855" y="843"/>
                </a:lnTo>
                <a:lnTo>
                  <a:pt x="849" y="848"/>
                </a:lnTo>
                <a:lnTo>
                  <a:pt x="841" y="856"/>
                </a:lnTo>
                <a:lnTo>
                  <a:pt x="832" y="864"/>
                </a:lnTo>
                <a:lnTo>
                  <a:pt x="823" y="872"/>
                </a:lnTo>
                <a:lnTo>
                  <a:pt x="814" y="879"/>
                </a:lnTo>
                <a:lnTo>
                  <a:pt x="805" y="886"/>
                </a:lnTo>
                <a:lnTo>
                  <a:pt x="796" y="892"/>
                </a:lnTo>
                <a:lnTo>
                  <a:pt x="786" y="899"/>
                </a:lnTo>
                <a:lnTo>
                  <a:pt x="777" y="904"/>
                </a:lnTo>
                <a:lnTo>
                  <a:pt x="766" y="910"/>
                </a:lnTo>
                <a:lnTo>
                  <a:pt x="756" y="916"/>
                </a:lnTo>
                <a:lnTo>
                  <a:pt x="745" y="921"/>
                </a:lnTo>
                <a:lnTo>
                  <a:pt x="735" y="925"/>
                </a:lnTo>
                <a:lnTo>
                  <a:pt x="725" y="930"/>
                </a:lnTo>
                <a:lnTo>
                  <a:pt x="713" y="934"/>
                </a:lnTo>
                <a:lnTo>
                  <a:pt x="702" y="938"/>
                </a:lnTo>
                <a:lnTo>
                  <a:pt x="691" y="941"/>
                </a:lnTo>
                <a:lnTo>
                  <a:pt x="699" y="952"/>
                </a:lnTo>
                <a:lnTo>
                  <a:pt x="710" y="949"/>
                </a:lnTo>
                <a:lnTo>
                  <a:pt x="721" y="945"/>
                </a:lnTo>
                <a:lnTo>
                  <a:pt x="733" y="941"/>
                </a:lnTo>
                <a:lnTo>
                  <a:pt x="743" y="936"/>
                </a:lnTo>
                <a:lnTo>
                  <a:pt x="754" y="932"/>
                </a:lnTo>
                <a:lnTo>
                  <a:pt x="765" y="927"/>
                </a:lnTo>
                <a:lnTo>
                  <a:pt x="775" y="921"/>
                </a:lnTo>
                <a:lnTo>
                  <a:pt x="785" y="915"/>
                </a:lnTo>
                <a:lnTo>
                  <a:pt x="795" y="909"/>
                </a:lnTo>
                <a:lnTo>
                  <a:pt x="805" y="903"/>
                </a:lnTo>
                <a:lnTo>
                  <a:pt x="814" y="896"/>
                </a:lnTo>
                <a:lnTo>
                  <a:pt x="823" y="888"/>
                </a:lnTo>
                <a:lnTo>
                  <a:pt x="833" y="881"/>
                </a:lnTo>
                <a:lnTo>
                  <a:pt x="841" y="874"/>
                </a:lnTo>
                <a:lnTo>
                  <a:pt x="850" y="866"/>
                </a:lnTo>
                <a:lnTo>
                  <a:pt x="858" y="858"/>
                </a:lnTo>
                <a:lnTo>
                  <a:pt x="865" y="852"/>
                </a:lnTo>
                <a:lnTo>
                  <a:pt x="871" y="845"/>
                </a:lnTo>
                <a:lnTo>
                  <a:pt x="877" y="838"/>
                </a:lnTo>
                <a:lnTo>
                  <a:pt x="882" y="832"/>
                </a:lnTo>
                <a:lnTo>
                  <a:pt x="888" y="824"/>
                </a:lnTo>
                <a:lnTo>
                  <a:pt x="893" y="817"/>
                </a:lnTo>
                <a:lnTo>
                  <a:pt x="898" y="810"/>
                </a:lnTo>
                <a:lnTo>
                  <a:pt x="904" y="803"/>
                </a:lnTo>
                <a:lnTo>
                  <a:pt x="909" y="795"/>
                </a:lnTo>
                <a:lnTo>
                  <a:pt x="913" y="788"/>
                </a:lnTo>
                <a:lnTo>
                  <a:pt x="918" y="780"/>
                </a:lnTo>
                <a:lnTo>
                  <a:pt x="923" y="772"/>
                </a:lnTo>
                <a:lnTo>
                  <a:pt x="927" y="764"/>
                </a:lnTo>
                <a:lnTo>
                  <a:pt x="931" y="756"/>
                </a:lnTo>
                <a:lnTo>
                  <a:pt x="935" y="748"/>
                </a:lnTo>
                <a:lnTo>
                  <a:pt x="938" y="739"/>
                </a:lnTo>
                <a:lnTo>
                  <a:pt x="941" y="731"/>
                </a:lnTo>
                <a:lnTo>
                  <a:pt x="945" y="722"/>
                </a:lnTo>
                <a:lnTo>
                  <a:pt x="948" y="713"/>
                </a:lnTo>
                <a:lnTo>
                  <a:pt x="951" y="704"/>
                </a:lnTo>
                <a:lnTo>
                  <a:pt x="953" y="696"/>
                </a:lnTo>
                <a:lnTo>
                  <a:pt x="956" y="687"/>
                </a:lnTo>
                <a:lnTo>
                  <a:pt x="958" y="678"/>
                </a:lnTo>
                <a:lnTo>
                  <a:pt x="960" y="669"/>
                </a:lnTo>
                <a:lnTo>
                  <a:pt x="961" y="660"/>
                </a:lnTo>
                <a:lnTo>
                  <a:pt x="964" y="650"/>
                </a:lnTo>
                <a:lnTo>
                  <a:pt x="965" y="641"/>
                </a:lnTo>
                <a:lnTo>
                  <a:pt x="965" y="632"/>
                </a:lnTo>
                <a:lnTo>
                  <a:pt x="967" y="622"/>
                </a:lnTo>
                <a:lnTo>
                  <a:pt x="967" y="612"/>
                </a:lnTo>
                <a:lnTo>
                  <a:pt x="968" y="60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84"/>
                </a:lnTo>
                <a:lnTo>
                  <a:pt x="967" y="574"/>
                </a:lnTo>
                <a:lnTo>
                  <a:pt x="967" y="564"/>
                </a:lnTo>
                <a:lnTo>
                  <a:pt x="965" y="555"/>
                </a:lnTo>
                <a:lnTo>
                  <a:pt x="965" y="546"/>
                </a:lnTo>
                <a:lnTo>
                  <a:pt x="964" y="536"/>
                </a:lnTo>
                <a:lnTo>
                  <a:pt x="961" y="527"/>
                </a:lnTo>
                <a:lnTo>
                  <a:pt x="960" y="518"/>
                </a:lnTo>
                <a:lnTo>
                  <a:pt x="958" y="509"/>
                </a:lnTo>
                <a:lnTo>
                  <a:pt x="956" y="500"/>
                </a:lnTo>
                <a:lnTo>
                  <a:pt x="953" y="491"/>
                </a:lnTo>
                <a:lnTo>
                  <a:pt x="951" y="482"/>
                </a:lnTo>
                <a:lnTo>
                  <a:pt x="948" y="473"/>
                </a:lnTo>
                <a:lnTo>
                  <a:pt x="945" y="464"/>
                </a:lnTo>
                <a:lnTo>
                  <a:pt x="941" y="456"/>
                </a:lnTo>
                <a:lnTo>
                  <a:pt x="938" y="448"/>
                </a:lnTo>
                <a:lnTo>
                  <a:pt x="935" y="439"/>
                </a:lnTo>
                <a:lnTo>
                  <a:pt x="931" y="431"/>
                </a:lnTo>
                <a:lnTo>
                  <a:pt x="927" y="423"/>
                </a:lnTo>
                <a:lnTo>
                  <a:pt x="923" y="415"/>
                </a:lnTo>
                <a:lnTo>
                  <a:pt x="918" y="407"/>
                </a:lnTo>
                <a:lnTo>
                  <a:pt x="913" y="399"/>
                </a:lnTo>
                <a:lnTo>
                  <a:pt x="909" y="391"/>
                </a:lnTo>
                <a:lnTo>
                  <a:pt x="904" y="383"/>
                </a:lnTo>
                <a:lnTo>
                  <a:pt x="898" y="376"/>
                </a:lnTo>
                <a:lnTo>
                  <a:pt x="893" y="369"/>
                </a:lnTo>
                <a:lnTo>
                  <a:pt x="888" y="362"/>
                </a:lnTo>
                <a:lnTo>
                  <a:pt x="882" y="355"/>
                </a:lnTo>
                <a:lnTo>
                  <a:pt x="877" y="348"/>
                </a:lnTo>
                <a:lnTo>
                  <a:pt x="871" y="342"/>
                </a:lnTo>
                <a:lnTo>
                  <a:pt x="865" y="335"/>
                </a:lnTo>
                <a:lnTo>
                  <a:pt x="858" y="328"/>
                </a:lnTo>
                <a:lnTo>
                  <a:pt x="852" y="322"/>
                </a:lnTo>
                <a:lnTo>
                  <a:pt x="845" y="316"/>
                </a:lnTo>
                <a:lnTo>
                  <a:pt x="838" y="310"/>
                </a:lnTo>
                <a:lnTo>
                  <a:pt x="832" y="304"/>
                </a:lnTo>
                <a:lnTo>
                  <a:pt x="825" y="299"/>
                </a:lnTo>
                <a:lnTo>
                  <a:pt x="817" y="293"/>
                </a:lnTo>
                <a:lnTo>
                  <a:pt x="810" y="288"/>
                </a:lnTo>
                <a:lnTo>
                  <a:pt x="803" y="283"/>
                </a:lnTo>
                <a:lnTo>
                  <a:pt x="795" y="278"/>
                </a:lnTo>
                <a:lnTo>
                  <a:pt x="787" y="273"/>
                </a:lnTo>
                <a:lnTo>
                  <a:pt x="780" y="268"/>
                </a:lnTo>
                <a:lnTo>
                  <a:pt x="772" y="264"/>
                </a:lnTo>
                <a:lnTo>
                  <a:pt x="764" y="259"/>
                </a:lnTo>
                <a:lnTo>
                  <a:pt x="756" y="255"/>
                </a:lnTo>
                <a:lnTo>
                  <a:pt x="748" y="251"/>
                </a:lnTo>
                <a:lnTo>
                  <a:pt x="739" y="248"/>
                </a:lnTo>
                <a:lnTo>
                  <a:pt x="731" y="245"/>
                </a:lnTo>
                <a:lnTo>
                  <a:pt x="722" y="242"/>
                </a:lnTo>
                <a:lnTo>
                  <a:pt x="713" y="239"/>
                </a:lnTo>
                <a:lnTo>
                  <a:pt x="705" y="235"/>
                </a:lnTo>
                <a:lnTo>
                  <a:pt x="696" y="233"/>
                </a:lnTo>
                <a:lnTo>
                  <a:pt x="687" y="231"/>
                </a:lnTo>
                <a:lnTo>
                  <a:pt x="678" y="228"/>
                </a:lnTo>
                <a:lnTo>
                  <a:pt x="669" y="227"/>
                </a:lnTo>
                <a:lnTo>
                  <a:pt x="660" y="225"/>
                </a:lnTo>
                <a:lnTo>
                  <a:pt x="650" y="223"/>
                </a:lnTo>
                <a:lnTo>
                  <a:pt x="641" y="222"/>
                </a:lnTo>
                <a:lnTo>
                  <a:pt x="632" y="221"/>
                </a:lnTo>
                <a:lnTo>
                  <a:pt x="622" y="220"/>
                </a:lnTo>
                <a:lnTo>
                  <a:pt x="613" y="219"/>
                </a:lnTo>
                <a:lnTo>
                  <a:pt x="60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close/>
                <a:moveTo>
                  <a:pt x="593" y="14"/>
                </a:move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78" y="14"/>
                </a:lnTo>
                <a:lnTo>
                  <a:pt x="564" y="15"/>
                </a:lnTo>
                <a:lnTo>
                  <a:pt x="548" y="15"/>
                </a:lnTo>
                <a:lnTo>
                  <a:pt x="534" y="16"/>
                </a:lnTo>
                <a:lnTo>
                  <a:pt x="520" y="19"/>
                </a:lnTo>
                <a:lnTo>
                  <a:pt x="505" y="20"/>
                </a:lnTo>
                <a:lnTo>
                  <a:pt x="491" y="23"/>
                </a:lnTo>
                <a:lnTo>
                  <a:pt x="476" y="26"/>
                </a:lnTo>
                <a:lnTo>
                  <a:pt x="463" y="28"/>
                </a:lnTo>
                <a:lnTo>
                  <a:pt x="448" y="32"/>
                </a:lnTo>
                <a:lnTo>
                  <a:pt x="435" y="35"/>
                </a:lnTo>
                <a:lnTo>
                  <a:pt x="421" y="40"/>
                </a:lnTo>
                <a:lnTo>
                  <a:pt x="408" y="44"/>
                </a:lnTo>
                <a:lnTo>
                  <a:pt x="394" y="49"/>
                </a:lnTo>
                <a:lnTo>
                  <a:pt x="381" y="54"/>
                </a:lnTo>
                <a:lnTo>
                  <a:pt x="368" y="59"/>
                </a:lnTo>
                <a:lnTo>
                  <a:pt x="355" y="65"/>
                </a:lnTo>
                <a:lnTo>
                  <a:pt x="342" y="71"/>
                </a:lnTo>
                <a:lnTo>
                  <a:pt x="329" y="77"/>
                </a:lnTo>
                <a:lnTo>
                  <a:pt x="317" y="83"/>
                </a:lnTo>
                <a:lnTo>
                  <a:pt x="305" y="91"/>
                </a:lnTo>
                <a:lnTo>
                  <a:pt x="292" y="98"/>
                </a:lnTo>
                <a:lnTo>
                  <a:pt x="281" y="105"/>
                </a:lnTo>
                <a:lnTo>
                  <a:pt x="269" y="113"/>
                </a:lnTo>
                <a:lnTo>
                  <a:pt x="258" y="120"/>
                </a:lnTo>
                <a:lnTo>
                  <a:pt x="247" y="129"/>
                </a:lnTo>
                <a:lnTo>
                  <a:pt x="236" y="137"/>
                </a:lnTo>
                <a:lnTo>
                  <a:pt x="224" y="146"/>
                </a:lnTo>
                <a:lnTo>
                  <a:pt x="214" y="155"/>
                </a:lnTo>
                <a:lnTo>
                  <a:pt x="203" y="164"/>
                </a:lnTo>
                <a:lnTo>
                  <a:pt x="193" y="174"/>
                </a:lnTo>
                <a:lnTo>
                  <a:pt x="183" y="183"/>
                </a:lnTo>
                <a:lnTo>
                  <a:pt x="174" y="194"/>
                </a:lnTo>
                <a:lnTo>
                  <a:pt x="164" y="203"/>
                </a:lnTo>
                <a:lnTo>
                  <a:pt x="155" y="214"/>
                </a:lnTo>
                <a:lnTo>
                  <a:pt x="146" y="224"/>
                </a:lnTo>
                <a:lnTo>
                  <a:pt x="137" y="235"/>
                </a:lnTo>
                <a:lnTo>
                  <a:pt x="129" y="247"/>
                </a:lnTo>
                <a:lnTo>
                  <a:pt x="120" y="258"/>
                </a:lnTo>
                <a:lnTo>
                  <a:pt x="112" y="269"/>
                </a:lnTo>
                <a:lnTo>
                  <a:pt x="105" y="281"/>
                </a:lnTo>
                <a:lnTo>
                  <a:pt x="98" y="292"/>
                </a:lnTo>
                <a:lnTo>
                  <a:pt x="91" y="305"/>
                </a:lnTo>
                <a:lnTo>
                  <a:pt x="83" y="317"/>
                </a:lnTo>
                <a:lnTo>
                  <a:pt x="77" y="330"/>
                </a:lnTo>
                <a:lnTo>
                  <a:pt x="71" y="342"/>
                </a:lnTo>
                <a:lnTo>
                  <a:pt x="65" y="355"/>
                </a:lnTo>
                <a:lnTo>
                  <a:pt x="59" y="367"/>
                </a:lnTo>
                <a:lnTo>
                  <a:pt x="54" y="381"/>
                </a:lnTo>
                <a:lnTo>
                  <a:pt x="49" y="394"/>
                </a:lnTo>
                <a:lnTo>
                  <a:pt x="44" y="408"/>
                </a:lnTo>
                <a:lnTo>
                  <a:pt x="39" y="421"/>
                </a:lnTo>
                <a:lnTo>
                  <a:pt x="35" y="435"/>
                </a:lnTo>
                <a:lnTo>
                  <a:pt x="32" y="448"/>
                </a:lnTo>
                <a:lnTo>
                  <a:pt x="28" y="463"/>
                </a:lnTo>
                <a:lnTo>
                  <a:pt x="25" y="476"/>
                </a:lnTo>
                <a:lnTo>
                  <a:pt x="23" y="491"/>
                </a:lnTo>
                <a:lnTo>
                  <a:pt x="20" y="505"/>
                </a:lnTo>
                <a:lnTo>
                  <a:pt x="18" y="520"/>
                </a:lnTo>
                <a:lnTo>
                  <a:pt x="16" y="534"/>
                </a:lnTo>
                <a:lnTo>
                  <a:pt x="15" y="548"/>
                </a:lnTo>
                <a:lnTo>
                  <a:pt x="15" y="564"/>
                </a:lnTo>
                <a:lnTo>
                  <a:pt x="14" y="578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608"/>
                </a:lnTo>
                <a:lnTo>
                  <a:pt x="15" y="623"/>
                </a:lnTo>
                <a:lnTo>
                  <a:pt x="15" y="638"/>
                </a:lnTo>
                <a:lnTo>
                  <a:pt x="16" y="652"/>
                </a:lnTo>
                <a:lnTo>
                  <a:pt x="18" y="667"/>
                </a:lnTo>
                <a:lnTo>
                  <a:pt x="20" y="682"/>
                </a:lnTo>
                <a:lnTo>
                  <a:pt x="23" y="696"/>
                </a:lnTo>
                <a:lnTo>
                  <a:pt x="25" y="710"/>
                </a:lnTo>
                <a:lnTo>
                  <a:pt x="28" y="724"/>
                </a:lnTo>
                <a:lnTo>
                  <a:pt x="32" y="738"/>
                </a:lnTo>
                <a:lnTo>
                  <a:pt x="35" y="752"/>
                </a:lnTo>
                <a:lnTo>
                  <a:pt x="40" y="765"/>
                </a:lnTo>
                <a:lnTo>
                  <a:pt x="44" y="779"/>
                </a:lnTo>
                <a:lnTo>
                  <a:pt x="49" y="792"/>
                </a:lnTo>
                <a:lnTo>
                  <a:pt x="54" y="806"/>
                </a:lnTo>
                <a:lnTo>
                  <a:pt x="59" y="819"/>
                </a:lnTo>
                <a:lnTo>
                  <a:pt x="65" y="832"/>
                </a:lnTo>
                <a:lnTo>
                  <a:pt x="71" y="844"/>
                </a:lnTo>
                <a:lnTo>
                  <a:pt x="77" y="857"/>
                </a:lnTo>
                <a:lnTo>
                  <a:pt x="83" y="869"/>
                </a:lnTo>
                <a:lnTo>
                  <a:pt x="91" y="882"/>
                </a:lnTo>
                <a:lnTo>
                  <a:pt x="98" y="894"/>
                </a:lnTo>
                <a:lnTo>
                  <a:pt x="105" y="906"/>
                </a:lnTo>
                <a:lnTo>
                  <a:pt x="112" y="917"/>
                </a:lnTo>
                <a:lnTo>
                  <a:pt x="120" y="928"/>
                </a:lnTo>
                <a:lnTo>
                  <a:pt x="129" y="940"/>
                </a:lnTo>
                <a:lnTo>
                  <a:pt x="137" y="951"/>
                </a:lnTo>
                <a:lnTo>
                  <a:pt x="146" y="962"/>
                </a:lnTo>
                <a:lnTo>
                  <a:pt x="155" y="972"/>
                </a:lnTo>
                <a:lnTo>
                  <a:pt x="164" y="983"/>
                </a:lnTo>
                <a:lnTo>
                  <a:pt x="174" y="993"/>
                </a:lnTo>
                <a:lnTo>
                  <a:pt x="183" y="1003"/>
                </a:lnTo>
                <a:lnTo>
                  <a:pt x="193" y="1012"/>
                </a:lnTo>
                <a:lnTo>
                  <a:pt x="203" y="1022"/>
                </a:lnTo>
                <a:lnTo>
                  <a:pt x="214" y="1032"/>
                </a:lnTo>
                <a:lnTo>
                  <a:pt x="224" y="1040"/>
                </a:lnTo>
                <a:lnTo>
                  <a:pt x="236" y="1049"/>
                </a:lnTo>
                <a:lnTo>
                  <a:pt x="247" y="1058"/>
                </a:lnTo>
                <a:lnTo>
                  <a:pt x="258" y="1066"/>
                </a:lnTo>
                <a:lnTo>
                  <a:pt x="269" y="1074"/>
                </a:lnTo>
                <a:lnTo>
                  <a:pt x="281" y="1081"/>
                </a:lnTo>
                <a:lnTo>
                  <a:pt x="292" y="1089"/>
                </a:lnTo>
                <a:lnTo>
                  <a:pt x="305" y="1096"/>
                </a:lnTo>
                <a:lnTo>
                  <a:pt x="317" y="1103"/>
                </a:lnTo>
                <a:lnTo>
                  <a:pt x="329" y="1109"/>
                </a:lnTo>
                <a:lnTo>
                  <a:pt x="342" y="1116"/>
                </a:lnTo>
                <a:lnTo>
                  <a:pt x="355" y="1121"/>
                </a:lnTo>
                <a:lnTo>
                  <a:pt x="368" y="1127"/>
                </a:lnTo>
                <a:lnTo>
                  <a:pt x="381" y="1133"/>
                </a:lnTo>
                <a:lnTo>
                  <a:pt x="394" y="1138"/>
                </a:lnTo>
                <a:lnTo>
                  <a:pt x="408" y="1142"/>
                </a:lnTo>
                <a:lnTo>
                  <a:pt x="421" y="1147"/>
                </a:lnTo>
                <a:lnTo>
                  <a:pt x="435" y="1151"/>
                </a:lnTo>
                <a:lnTo>
                  <a:pt x="448" y="1155"/>
                </a:lnTo>
                <a:lnTo>
                  <a:pt x="463" y="1158"/>
                </a:lnTo>
                <a:lnTo>
                  <a:pt x="476" y="1161"/>
                </a:lnTo>
                <a:lnTo>
                  <a:pt x="491" y="1164"/>
                </a:lnTo>
                <a:lnTo>
                  <a:pt x="505" y="1166"/>
                </a:lnTo>
                <a:lnTo>
                  <a:pt x="520" y="1169"/>
                </a:lnTo>
                <a:lnTo>
                  <a:pt x="534" y="1170"/>
                </a:lnTo>
                <a:lnTo>
                  <a:pt x="548" y="1171"/>
                </a:lnTo>
                <a:lnTo>
                  <a:pt x="564" y="1172"/>
                </a:lnTo>
                <a:lnTo>
                  <a:pt x="578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609" y="1173"/>
                </a:lnTo>
                <a:lnTo>
                  <a:pt x="623" y="1172"/>
                </a:lnTo>
                <a:lnTo>
                  <a:pt x="638" y="1171"/>
                </a:lnTo>
                <a:lnTo>
                  <a:pt x="653" y="1170"/>
                </a:lnTo>
                <a:lnTo>
                  <a:pt x="667" y="1169"/>
                </a:lnTo>
                <a:lnTo>
                  <a:pt x="681" y="1166"/>
                </a:lnTo>
                <a:lnTo>
                  <a:pt x="696" y="1164"/>
                </a:lnTo>
                <a:lnTo>
                  <a:pt x="710" y="1161"/>
                </a:lnTo>
                <a:lnTo>
                  <a:pt x="725" y="1158"/>
                </a:lnTo>
                <a:lnTo>
                  <a:pt x="738" y="1155"/>
                </a:lnTo>
                <a:lnTo>
                  <a:pt x="752" y="1151"/>
                </a:lnTo>
                <a:lnTo>
                  <a:pt x="765" y="1147"/>
                </a:lnTo>
                <a:lnTo>
                  <a:pt x="779" y="1142"/>
                </a:lnTo>
                <a:lnTo>
                  <a:pt x="793" y="1138"/>
                </a:lnTo>
                <a:lnTo>
                  <a:pt x="806" y="1133"/>
                </a:lnTo>
                <a:lnTo>
                  <a:pt x="819" y="1127"/>
                </a:lnTo>
                <a:lnTo>
                  <a:pt x="832" y="1121"/>
                </a:lnTo>
                <a:lnTo>
                  <a:pt x="845" y="1116"/>
                </a:lnTo>
                <a:lnTo>
                  <a:pt x="857" y="1109"/>
                </a:lnTo>
                <a:lnTo>
                  <a:pt x="869" y="1103"/>
                </a:lnTo>
                <a:lnTo>
                  <a:pt x="882" y="1096"/>
                </a:lnTo>
                <a:lnTo>
                  <a:pt x="893" y="1089"/>
                </a:lnTo>
                <a:lnTo>
                  <a:pt x="905" y="1081"/>
                </a:lnTo>
                <a:lnTo>
                  <a:pt x="917" y="1074"/>
                </a:lnTo>
                <a:lnTo>
                  <a:pt x="929" y="1066"/>
                </a:lnTo>
                <a:lnTo>
                  <a:pt x="940" y="1058"/>
                </a:lnTo>
                <a:lnTo>
                  <a:pt x="951" y="1049"/>
                </a:lnTo>
                <a:lnTo>
                  <a:pt x="961" y="1040"/>
                </a:lnTo>
                <a:lnTo>
                  <a:pt x="973" y="1032"/>
                </a:lnTo>
                <a:lnTo>
                  <a:pt x="983" y="1022"/>
                </a:lnTo>
                <a:lnTo>
                  <a:pt x="994" y="1012"/>
                </a:lnTo>
                <a:lnTo>
                  <a:pt x="1003" y="1003"/>
                </a:lnTo>
                <a:lnTo>
                  <a:pt x="1013" y="993"/>
                </a:lnTo>
                <a:lnTo>
                  <a:pt x="1022" y="983"/>
                </a:lnTo>
                <a:lnTo>
                  <a:pt x="1032" y="972"/>
                </a:lnTo>
                <a:lnTo>
                  <a:pt x="1041" y="962"/>
                </a:lnTo>
                <a:lnTo>
                  <a:pt x="1050" y="951"/>
                </a:lnTo>
                <a:lnTo>
                  <a:pt x="1058" y="940"/>
                </a:lnTo>
                <a:lnTo>
                  <a:pt x="1066" y="928"/>
                </a:lnTo>
                <a:lnTo>
                  <a:pt x="1074" y="917"/>
                </a:lnTo>
                <a:lnTo>
                  <a:pt x="1082" y="906"/>
                </a:lnTo>
                <a:lnTo>
                  <a:pt x="1089" y="894"/>
                </a:lnTo>
                <a:lnTo>
                  <a:pt x="1096" y="882"/>
                </a:lnTo>
                <a:lnTo>
                  <a:pt x="1103" y="869"/>
                </a:lnTo>
                <a:lnTo>
                  <a:pt x="1110" y="857"/>
                </a:lnTo>
                <a:lnTo>
                  <a:pt x="1116" y="844"/>
                </a:lnTo>
                <a:lnTo>
                  <a:pt x="1122" y="832"/>
                </a:lnTo>
                <a:lnTo>
                  <a:pt x="1127" y="819"/>
                </a:lnTo>
                <a:lnTo>
                  <a:pt x="1133" y="806"/>
                </a:lnTo>
                <a:lnTo>
                  <a:pt x="1138" y="792"/>
                </a:lnTo>
                <a:lnTo>
                  <a:pt x="1142" y="779"/>
                </a:lnTo>
                <a:lnTo>
                  <a:pt x="1147" y="765"/>
                </a:lnTo>
                <a:lnTo>
                  <a:pt x="1151" y="752"/>
                </a:lnTo>
                <a:lnTo>
                  <a:pt x="1154" y="738"/>
                </a:lnTo>
                <a:lnTo>
                  <a:pt x="1158" y="724"/>
                </a:lnTo>
                <a:lnTo>
                  <a:pt x="1162" y="710"/>
                </a:lnTo>
                <a:lnTo>
                  <a:pt x="1164" y="696"/>
                </a:lnTo>
                <a:lnTo>
                  <a:pt x="1166" y="682"/>
                </a:lnTo>
                <a:lnTo>
                  <a:pt x="1168" y="667"/>
                </a:lnTo>
                <a:lnTo>
                  <a:pt x="1170" y="652"/>
                </a:lnTo>
                <a:lnTo>
                  <a:pt x="1171" y="638"/>
                </a:lnTo>
                <a:lnTo>
                  <a:pt x="1172" y="623"/>
                </a:lnTo>
                <a:lnTo>
                  <a:pt x="1173" y="608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78"/>
                </a:lnTo>
                <a:lnTo>
                  <a:pt x="1172" y="564"/>
                </a:lnTo>
                <a:lnTo>
                  <a:pt x="1171" y="548"/>
                </a:lnTo>
                <a:lnTo>
                  <a:pt x="1170" y="534"/>
                </a:lnTo>
                <a:lnTo>
                  <a:pt x="1168" y="520"/>
                </a:lnTo>
                <a:lnTo>
                  <a:pt x="1166" y="505"/>
                </a:lnTo>
                <a:lnTo>
                  <a:pt x="1164" y="491"/>
                </a:lnTo>
                <a:lnTo>
                  <a:pt x="1162" y="476"/>
                </a:lnTo>
                <a:lnTo>
                  <a:pt x="1158" y="463"/>
                </a:lnTo>
                <a:lnTo>
                  <a:pt x="1154" y="448"/>
                </a:lnTo>
                <a:lnTo>
                  <a:pt x="1151" y="435"/>
                </a:lnTo>
                <a:lnTo>
                  <a:pt x="1147" y="421"/>
                </a:lnTo>
                <a:lnTo>
                  <a:pt x="1142" y="408"/>
                </a:lnTo>
                <a:lnTo>
                  <a:pt x="1138" y="394"/>
                </a:lnTo>
                <a:lnTo>
                  <a:pt x="1133" y="381"/>
                </a:lnTo>
                <a:lnTo>
                  <a:pt x="1127" y="367"/>
                </a:lnTo>
                <a:lnTo>
                  <a:pt x="1122" y="355"/>
                </a:lnTo>
                <a:lnTo>
                  <a:pt x="1116" y="342"/>
                </a:lnTo>
                <a:lnTo>
                  <a:pt x="1110" y="330"/>
                </a:lnTo>
                <a:lnTo>
                  <a:pt x="1103" y="317"/>
                </a:lnTo>
                <a:lnTo>
                  <a:pt x="1096" y="305"/>
                </a:lnTo>
                <a:lnTo>
                  <a:pt x="1089" y="292"/>
                </a:lnTo>
                <a:lnTo>
                  <a:pt x="1082" y="281"/>
                </a:lnTo>
                <a:lnTo>
                  <a:pt x="1074" y="269"/>
                </a:lnTo>
                <a:lnTo>
                  <a:pt x="1066" y="258"/>
                </a:lnTo>
                <a:lnTo>
                  <a:pt x="1058" y="247"/>
                </a:lnTo>
                <a:lnTo>
                  <a:pt x="1050" y="235"/>
                </a:lnTo>
                <a:lnTo>
                  <a:pt x="1041" y="224"/>
                </a:lnTo>
                <a:lnTo>
                  <a:pt x="1032" y="214"/>
                </a:lnTo>
                <a:lnTo>
                  <a:pt x="1022" y="203"/>
                </a:lnTo>
                <a:lnTo>
                  <a:pt x="1013" y="194"/>
                </a:lnTo>
                <a:lnTo>
                  <a:pt x="1003" y="183"/>
                </a:lnTo>
                <a:lnTo>
                  <a:pt x="994" y="174"/>
                </a:lnTo>
                <a:lnTo>
                  <a:pt x="983" y="164"/>
                </a:lnTo>
                <a:lnTo>
                  <a:pt x="973" y="155"/>
                </a:lnTo>
                <a:lnTo>
                  <a:pt x="961" y="146"/>
                </a:lnTo>
                <a:lnTo>
                  <a:pt x="951" y="137"/>
                </a:lnTo>
                <a:lnTo>
                  <a:pt x="940" y="129"/>
                </a:lnTo>
                <a:lnTo>
                  <a:pt x="929" y="120"/>
                </a:lnTo>
                <a:lnTo>
                  <a:pt x="917" y="113"/>
                </a:lnTo>
                <a:lnTo>
                  <a:pt x="905" y="105"/>
                </a:lnTo>
                <a:lnTo>
                  <a:pt x="893" y="98"/>
                </a:lnTo>
                <a:lnTo>
                  <a:pt x="882" y="91"/>
                </a:lnTo>
                <a:lnTo>
                  <a:pt x="869" y="83"/>
                </a:lnTo>
                <a:lnTo>
                  <a:pt x="857" y="77"/>
                </a:lnTo>
                <a:lnTo>
                  <a:pt x="845" y="71"/>
                </a:lnTo>
                <a:lnTo>
                  <a:pt x="832" y="65"/>
                </a:lnTo>
                <a:lnTo>
                  <a:pt x="819" y="59"/>
                </a:lnTo>
                <a:lnTo>
                  <a:pt x="806" y="54"/>
                </a:lnTo>
                <a:lnTo>
                  <a:pt x="793" y="49"/>
                </a:lnTo>
                <a:lnTo>
                  <a:pt x="779" y="44"/>
                </a:lnTo>
                <a:lnTo>
                  <a:pt x="765" y="40"/>
                </a:lnTo>
                <a:lnTo>
                  <a:pt x="752" y="35"/>
                </a:lnTo>
                <a:lnTo>
                  <a:pt x="738" y="32"/>
                </a:lnTo>
                <a:lnTo>
                  <a:pt x="725" y="28"/>
                </a:lnTo>
                <a:lnTo>
                  <a:pt x="710" y="26"/>
                </a:lnTo>
                <a:lnTo>
                  <a:pt x="696" y="23"/>
                </a:lnTo>
                <a:lnTo>
                  <a:pt x="681" y="20"/>
                </a:lnTo>
                <a:lnTo>
                  <a:pt x="667" y="19"/>
                </a:lnTo>
                <a:lnTo>
                  <a:pt x="653" y="16"/>
                </a:lnTo>
                <a:lnTo>
                  <a:pt x="638" y="15"/>
                </a:lnTo>
                <a:lnTo>
                  <a:pt x="623" y="15"/>
                </a:lnTo>
                <a:lnTo>
                  <a:pt x="609" y="14"/>
                </a:lnTo>
                <a:lnTo>
                  <a:pt x="593" y="1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2" name="íŝ1íḑe">
            <a:extLst>
              <a:ext uri="{FF2B5EF4-FFF2-40B4-BE49-F238E27FC236}">
                <a16:creationId xmlns:a16="http://schemas.microsoft.com/office/drawing/2014/main" id="{D49BD29E-160B-4506-99AF-C74EC088EE52}"/>
              </a:ext>
            </a:extLst>
          </p:cNvPr>
          <p:cNvSpPr>
            <a:spLocks noGrp="1"/>
          </p:cNvSpPr>
          <p:nvPr/>
        </p:nvSpPr>
        <p:spPr>
          <a:xfrm>
            <a:off x="912960" y="652320"/>
            <a:ext cx="118800" cy="84960"/>
          </a:xfrm>
          <a:custGeom>
            <a:avLst/>
            <a:gdLst>
              <a:gd name="textAreaLeft" fmla="*/ 0 w 118800"/>
              <a:gd name="textAreaRight" fmla="*/ 119160 w 118800"/>
              <a:gd name="textAreaTop" fmla="*/ 0 h 84960"/>
              <a:gd name="textAreaBottom" fmla="*/ 85320 h 84960"/>
              <a:gd name="GluePoint1X" fmla="*/ 121 w 273"/>
              <a:gd name="GluePoint1Y" fmla="*/ 190 h 195"/>
              <a:gd name="GluePoint2X" fmla="*/ 157 w 273"/>
              <a:gd name="GluePoint2Y" fmla="*/ 186 h 195"/>
              <a:gd name="GluePoint3X" fmla="*/ 184 w 273"/>
              <a:gd name="GluePoint3Y" fmla="*/ 151 h 195"/>
              <a:gd name="GluePoint4X" fmla="*/ 206 w 273"/>
              <a:gd name="GluePoint4Y" fmla="*/ 133 h 195"/>
              <a:gd name="GluePoint5X" fmla="*/ 247 w 273"/>
              <a:gd name="GluePoint5Y" fmla="*/ 119 h 195"/>
              <a:gd name="GluePoint6X" fmla="*/ 273 w 273"/>
              <a:gd name="GluePoint6Y" fmla="*/ 102 h 195"/>
              <a:gd name="GluePoint7X" fmla="*/ 245 w 273"/>
              <a:gd name="GluePoint7Y" fmla="*/ 71 h 195"/>
              <a:gd name="GluePoint8X" fmla="*/ 216 w 273"/>
              <a:gd name="GluePoint8Y" fmla="*/ 35 h 195"/>
              <a:gd name="GluePoint9X" fmla="*/ 207 w 273"/>
              <a:gd name="GluePoint9Y" fmla="*/ 1 h 195"/>
              <a:gd name="GluePoint10X" fmla="*/ 172 w 273"/>
              <a:gd name="GluePoint10Y" fmla="*/ 9 h 195"/>
              <a:gd name="GluePoint11X" fmla="*/ 129 w 273"/>
              <a:gd name="GluePoint11Y" fmla="*/ 24 h 195"/>
              <a:gd name="GluePoint12X" fmla="*/ 76 w 273"/>
              <a:gd name="GluePoint12Y" fmla="*/ 2 h 195"/>
              <a:gd name="GluePoint13X" fmla="*/ 62 w 273"/>
              <a:gd name="GluePoint13Y" fmla="*/ 6 h 195"/>
              <a:gd name="GluePoint14X" fmla="*/ 49 w 273"/>
              <a:gd name="GluePoint14Y" fmla="*/ 57 h 195"/>
              <a:gd name="GluePoint15X" fmla="*/ 15 w 273"/>
              <a:gd name="GluePoint15Y" fmla="*/ 89 h 195"/>
              <a:gd name="GluePoint16X" fmla="*/ 1 w 273"/>
              <a:gd name="GluePoint16Y" fmla="*/ 108 h 195"/>
              <a:gd name="GluePoint17X" fmla="*/ 46 w 273"/>
              <a:gd name="GluePoint17Y" fmla="*/ 132 h 195"/>
              <a:gd name="GluePoint18X" fmla="*/ 76 w 273"/>
              <a:gd name="GluePoint18Y" fmla="*/ 132 h 195"/>
              <a:gd name="GluePoint19X" fmla="*/ 130 w 273"/>
              <a:gd name="GluePoint19Y" fmla="*/ 100 h 195"/>
              <a:gd name="GluePoint20X" fmla="*/ 110 w 273"/>
              <a:gd name="GluePoint20Y" fmla="*/ 80 h 195"/>
              <a:gd name="GluePoint21X" fmla="*/ 105 w 273"/>
              <a:gd name="GluePoint21Y" fmla="*/ 85 h 195"/>
              <a:gd name="GluePoint22X" fmla="*/ 69 w 273"/>
              <a:gd name="GluePoint22Y" fmla="*/ 56 h 195"/>
              <a:gd name="GluePoint23X" fmla="*/ 73 w 273"/>
              <a:gd name="GluePoint23Y" fmla="*/ 13 h 195"/>
              <a:gd name="GluePoint24X" fmla="*/ 119 w 273"/>
              <a:gd name="GluePoint24Y" fmla="*/ 31 h 195"/>
              <a:gd name="GluePoint25X" fmla="*/ 154 w 273"/>
              <a:gd name="GluePoint25Y" fmla="*/ 31 h 195"/>
              <a:gd name="GluePoint26X" fmla="*/ 199 w 273"/>
              <a:gd name="GluePoint26Y" fmla="*/ 13 h 195"/>
              <a:gd name="GluePoint27X" fmla="*/ 205 w 273"/>
              <a:gd name="GluePoint27Y" fmla="*/ 56 h 195"/>
              <a:gd name="GluePoint28X" fmla="*/ 168 w 273"/>
              <a:gd name="GluePoint28Y" fmla="*/ 85 h 195"/>
              <a:gd name="GluePoint29X" fmla="*/ 163 w 273"/>
              <a:gd name="GluePoint29Y" fmla="*/ 80 h 195"/>
              <a:gd name="GluePoint30X" fmla="*/ 142 w 273"/>
              <a:gd name="GluePoint30Y" fmla="*/ 100 h 195"/>
              <a:gd name="GluePoint31X" fmla="*/ 145 w 273"/>
              <a:gd name="GluePoint31Y" fmla="*/ 54 h 195"/>
              <a:gd name="GluePoint32X" fmla="*/ 130 w 273"/>
              <a:gd name="GluePoint32Y" fmla="*/ 61 h 195"/>
              <a:gd name="GluePoint33X" fmla="*/ 137 w 273"/>
              <a:gd name="GluePoint33Y" fmla="*/ 45 h 195"/>
              <a:gd name="GluePoint34X" fmla="*/ 113 w 273"/>
              <a:gd name="GluePoint34Y" fmla="*/ 164 h 195"/>
              <a:gd name="GluePoint35X" fmla="*/ 141 w 273"/>
              <a:gd name="GluePoint35Y" fmla="*/ 173 h 195"/>
              <a:gd name="GluePoint36X" fmla="*/ 151 w 273"/>
              <a:gd name="GluePoint36Y" fmla="*/ 177 h 195"/>
              <a:gd name="GluePoint37X" fmla="*/ 121 w 273"/>
              <a:gd name="GluePoint37Y" fmla="*/ 150 h 195"/>
              <a:gd name="GluePoint38X" fmla="*/ 89 w 273"/>
              <a:gd name="GluePoint38Y" fmla="*/ 134 h 195"/>
              <a:gd name="GluePoint39X" fmla="*/ 95 w 273"/>
              <a:gd name="GluePoint39Y" fmla="*/ 108 h 195"/>
              <a:gd name="GluePoint40X" fmla="*/ 133 w 273"/>
              <a:gd name="GluePoint40Y" fmla="*/ 115 h 195"/>
              <a:gd name="GluePoint41X" fmla="*/ 157 w 273"/>
              <a:gd name="GluePoint41Y" fmla="*/ 105 h 195"/>
              <a:gd name="GluePoint42X" fmla="*/ 183 w 273"/>
              <a:gd name="GluePoint42Y" fmla="*/ 114 h 195"/>
              <a:gd name="GluePoint43X" fmla="*/ 177 w 273"/>
              <a:gd name="GluePoint43Y" fmla="*/ 142 h 195"/>
              <a:gd name="GluePoint44X" fmla="*/ 137 w 273"/>
              <a:gd name="GluePoint44Y" fmla="*/ 164 h 195"/>
              <a:gd name="GluePoint45X" fmla="*/ 178 w 273"/>
              <a:gd name="GluePoint45Y" fmla="*/ 63 h 195"/>
              <a:gd name="GluePoint46X" fmla="*/ 161 w 273"/>
              <a:gd name="GluePoint46Y" fmla="*/ 63 h 195"/>
              <a:gd name="GluePoint47X" fmla="*/ 175 w 273"/>
              <a:gd name="GluePoint47Y" fmla="*/ 96 h 195"/>
              <a:gd name="GluePoint48X" fmla="*/ 202 w 273"/>
              <a:gd name="GluePoint48Y" fmla="*/ 68 h 195"/>
              <a:gd name="GluePoint49X" fmla="*/ 236 w 273"/>
              <a:gd name="GluePoint49Y" fmla="*/ 76 h 195"/>
              <a:gd name="GluePoint50X" fmla="*/ 246 w 273"/>
              <a:gd name="GluePoint50Y" fmla="*/ 107 h 195"/>
              <a:gd name="GluePoint51X" fmla="*/ 201 w 273"/>
              <a:gd name="GluePoint51Y" fmla="*/ 120 h 195"/>
              <a:gd name="GluePoint52X" fmla="*/ 178 w 273"/>
              <a:gd name="GluePoint52Y" fmla="*/ 96 h 195"/>
              <a:gd name="GluePoint53X" fmla="*/ 113 w 273"/>
              <a:gd name="GluePoint53Y" fmla="*/ 62 h 195"/>
              <a:gd name="GluePoint54X" fmla="*/ 97 w 273"/>
              <a:gd name="GluePoint54Y" fmla="*/ 65 h 195"/>
              <a:gd name="GluePoint55X" fmla="*/ 104 w 273"/>
              <a:gd name="GluePoint55Y" fmla="*/ 51 h 195"/>
              <a:gd name="GluePoint56X" fmla="*/ 75 w 273"/>
              <a:gd name="GluePoint56Y" fmla="*/ 120 h 195"/>
              <a:gd name="GluePoint57X" fmla="*/ 34 w 273"/>
              <a:gd name="GluePoint57Y" fmla="*/ 110 h 195"/>
              <a:gd name="GluePoint58X" fmla="*/ 34 w 273"/>
              <a:gd name="GluePoint58Y" fmla="*/ 80 h 195"/>
              <a:gd name="GluePoint59X" fmla="*/ 65 w 273"/>
              <a:gd name="GluePoint59Y" fmla="*/ 67 h 195"/>
              <a:gd name="GluePoint60X" fmla="*/ 96 w 273"/>
              <a:gd name="GluePoint60Y" fmla="*/ 93 h 195"/>
            </a:gdLst>
            <a:ahLst/>
            <a:cxnLst/>
            <a:rect l="textAreaLeft" t="textAreaTop" r="textAreaRight" b="textAreaBottom"/>
            <a:pathLst>
              <a:path w="273" h="195">
                <a:moveTo>
                  <a:pt x="97" y="154"/>
                </a:moveTo>
                <a:lnTo>
                  <a:pt x="98" y="158"/>
                </a:lnTo>
                <a:lnTo>
                  <a:pt x="100" y="162"/>
                </a:lnTo>
                <a:lnTo>
                  <a:pt x="101" y="166"/>
                </a:lnTo>
                <a:lnTo>
                  <a:pt x="103" y="170"/>
                </a:lnTo>
                <a:lnTo>
                  <a:pt x="105" y="174"/>
                </a:lnTo>
                <a:lnTo>
                  <a:pt x="108" y="177"/>
                </a:lnTo>
                <a:lnTo>
                  <a:pt x="111" y="181"/>
                </a:lnTo>
                <a:lnTo>
                  <a:pt x="113" y="184"/>
                </a:lnTo>
                <a:lnTo>
                  <a:pt x="116" y="186"/>
                </a:lnTo>
                <a:lnTo>
                  <a:pt x="119" y="188"/>
                </a:lnTo>
                <a:lnTo>
                  <a:pt x="121" y="190"/>
                </a:lnTo>
                <a:lnTo>
                  <a:pt x="124" y="191"/>
                </a:lnTo>
                <a:lnTo>
                  <a:pt x="126" y="192"/>
                </a:lnTo>
                <a:lnTo>
                  <a:pt x="130" y="193"/>
                </a:lnTo>
                <a:lnTo>
                  <a:pt x="133" y="194"/>
                </a:lnTo>
                <a:lnTo>
                  <a:pt x="137" y="195"/>
                </a:lnTo>
                <a:lnTo>
                  <a:pt x="140" y="194"/>
                </a:lnTo>
                <a:lnTo>
                  <a:pt x="143" y="193"/>
                </a:lnTo>
                <a:lnTo>
                  <a:pt x="146" y="192"/>
                </a:lnTo>
                <a:lnTo>
                  <a:pt x="149" y="191"/>
                </a:lnTo>
                <a:lnTo>
                  <a:pt x="152" y="190"/>
                </a:lnTo>
                <a:lnTo>
                  <a:pt x="154" y="188"/>
                </a:lnTo>
                <a:lnTo>
                  <a:pt x="157" y="186"/>
                </a:lnTo>
                <a:lnTo>
                  <a:pt x="159" y="184"/>
                </a:lnTo>
                <a:lnTo>
                  <a:pt x="162" y="181"/>
                </a:lnTo>
                <a:lnTo>
                  <a:pt x="165" y="177"/>
                </a:lnTo>
                <a:lnTo>
                  <a:pt x="167" y="174"/>
                </a:lnTo>
                <a:lnTo>
                  <a:pt x="170" y="170"/>
                </a:lnTo>
                <a:lnTo>
                  <a:pt x="171" y="166"/>
                </a:lnTo>
                <a:lnTo>
                  <a:pt x="174" y="162"/>
                </a:lnTo>
                <a:lnTo>
                  <a:pt x="175" y="158"/>
                </a:lnTo>
                <a:lnTo>
                  <a:pt x="177" y="154"/>
                </a:lnTo>
                <a:lnTo>
                  <a:pt x="177" y="154"/>
                </a:lnTo>
                <a:lnTo>
                  <a:pt x="180" y="152"/>
                </a:lnTo>
                <a:lnTo>
                  <a:pt x="184" y="151"/>
                </a:lnTo>
                <a:lnTo>
                  <a:pt x="186" y="149"/>
                </a:lnTo>
                <a:lnTo>
                  <a:pt x="190" y="147"/>
                </a:lnTo>
                <a:lnTo>
                  <a:pt x="192" y="144"/>
                </a:lnTo>
                <a:lnTo>
                  <a:pt x="194" y="140"/>
                </a:lnTo>
                <a:lnTo>
                  <a:pt x="196" y="136"/>
                </a:lnTo>
                <a:lnTo>
                  <a:pt x="197" y="132"/>
                </a:lnTo>
                <a:lnTo>
                  <a:pt x="197" y="132"/>
                </a:lnTo>
                <a:lnTo>
                  <a:pt x="198" y="131"/>
                </a:lnTo>
                <a:lnTo>
                  <a:pt x="198" y="132"/>
                </a:lnTo>
                <a:lnTo>
                  <a:pt x="198" y="132"/>
                </a:lnTo>
                <a:lnTo>
                  <a:pt x="202" y="132"/>
                </a:lnTo>
                <a:lnTo>
                  <a:pt x="206" y="133"/>
                </a:lnTo>
                <a:lnTo>
                  <a:pt x="210" y="134"/>
                </a:lnTo>
                <a:lnTo>
                  <a:pt x="215" y="134"/>
                </a:lnTo>
                <a:lnTo>
                  <a:pt x="219" y="133"/>
                </a:lnTo>
                <a:lnTo>
                  <a:pt x="222" y="132"/>
                </a:lnTo>
                <a:lnTo>
                  <a:pt x="225" y="132"/>
                </a:lnTo>
                <a:lnTo>
                  <a:pt x="227" y="132"/>
                </a:lnTo>
                <a:lnTo>
                  <a:pt x="229" y="131"/>
                </a:lnTo>
                <a:lnTo>
                  <a:pt x="231" y="129"/>
                </a:lnTo>
                <a:lnTo>
                  <a:pt x="233" y="128"/>
                </a:lnTo>
                <a:lnTo>
                  <a:pt x="237" y="124"/>
                </a:lnTo>
                <a:lnTo>
                  <a:pt x="242" y="121"/>
                </a:lnTo>
                <a:lnTo>
                  <a:pt x="247" y="119"/>
                </a:lnTo>
                <a:lnTo>
                  <a:pt x="254" y="116"/>
                </a:lnTo>
                <a:lnTo>
                  <a:pt x="260" y="113"/>
                </a:lnTo>
                <a:lnTo>
                  <a:pt x="266" y="111"/>
                </a:lnTo>
                <a:lnTo>
                  <a:pt x="268" y="110"/>
                </a:lnTo>
                <a:lnTo>
                  <a:pt x="270" y="109"/>
                </a:lnTo>
                <a:lnTo>
                  <a:pt x="271" y="108"/>
                </a:lnTo>
                <a:lnTo>
                  <a:pt x="272" y="107"/>
                </a:lnTo>
                <a:lnTo>
                  <a:pt x="273" y="106"/>
                </a:lnTo>
                <a:lnTo>
                  <a:pt x="273" y="105"/>
                </a:lnTo>
                <a:lnTo>
                  <a:pt x="273" y="104"/>
                </a:lnTo>
                <a:lnTo>
                  <a:pt x="273" y="104"/>
                </a:lnTo>
                <a:lnTo>
                  <a:pt x="273" y="102"/>
                </a:lnTo>
                <a:lnTo>
                  <a:pt x="272" y="101"/>
                </a:lnTo>
                <a:lnTo>
                  <a:pt x="271" y="100"/>
                </a:lnTo>
                <a:lnTo>
                  <a:pt x="270" y="99"/>
                </a:lnTo>
                <a:lnTo>
                  <a:pt x="266" y="96"/>
                </a:lnTo>
                <a:lnTo>
                  <a:pt x="261" y="91"/>
                </a:lnTo>
                <a:lnTo>
                  <a:pt x="258" y="89"/>
                </a:lnTo>
                <a:lnTo>
                  <a:pt x="255" y="86"/>
                </a:lnTo>
                <a:lnTo>
                  <a:pt x="253" y="83"/>
                </a:lnTo>
                <a:lnTo>
                  <a:pt x="251" y="79"/>
                </a:lnTo>
                <a:lnTo>
                  <a:pt x="249" y="76"/>
                </a:lnTo>
                <a:lnTo>
                  <a:pt x="247" y="74"/>
                </a:lnTo>
                <a:lnTo>
                  <a:pt x="245" y="71"/>
                </a:lnTo>
                <a:lnTo>
                  <a:pt x="242" y="67"/>
                </a:lnTo>
                <a:lnTo>
                  <a:pt x="238" y="65"/>
                </a:lnTo>
                <a:lnTo>
                  <a:pt x="234" y="62"/>
                </a:lnTo>
                <a:lnTo>
                  <a:pt x="230" y="59"/>
                </a:lnTo>
                <a:lnTo>
                  <a:pt x="227" y="58"/>
                </a:lnTo>
                <a:lnTo>
                  <a:pt x="224" y="57"/>
                </a:lnTo>
                <a:lnTo>
                  <a:pt x="220" y="56"/>
                </a:lnTo>
                <a:lnTo>
                  <a:pt x="220" y="54"/>
                </a:lnTo>
                <a:lnTo>
                  <a:pt x="220" y="50"/>
                </a:lnTo>
                <a:lnTo>
                  <a:pt x="219" y="46"/>
                </a:lnTo>
                <a:lnTo>
                  <a:pt x="219" y="43"/>
                </a:lnTo>
                <a:lnTo>
                  <a:pt x="216" y="35"/>
                </a:lnTo>
                <a:lnTo>
                  <a:pt x="214" y="27"/>
                </a:lnTo>
                <a:lnTo>
                  <a:pt x="212" y="23"/>
                </a:lnTo>
                <a:lnTo>
                  <a:pt x="211" y="19"/>
                </a:lnTo>
                <a:lnTo>
                  <a:pt x="210" y="13"/>
                </a:lnTo>
                <a:lnTo>
                  <a:pt x="210" y="8"/>
                </a:lnTo>
                <a:lnTo>
                  <a:pt x="210" y="6"/>
                </a:lnTo>
                <a:lnTo>
                  <a:pt x="210" y="4"/>
                </a:lnTo>
                <a:lnTo>
                  <a:pt x="210" y="3"/>
                </a:lnTo>
                <a:lnTo>
                  <a:pt x="210" y="3"/>
                </a:lnTo>
                <a:lnTo>
                  <a:pt x="210" y="2"/>
                </a:lnTo>
                <a:lnTo>
                  <a:pt x="209" y="2"/>
                </a:lnTo>
                <a:lnTo>
                  <a:pt x="207" y="1"/>
                </a:lnTo>
                <a:lnTo>
                  <a:pt x="205" y="0"/>
                </a:lnTo>
                <a:lnTo>
                  <a:pt x="203" y="0"/>
                </a:lnTo>
                <a:lnTo>
                  <a:pt x="202" y="0"/>
                </a:lnTo>
                <a:lnTo>
                  <a:pt x="201" y="0"/>
                </a:lnTo>
                <a:lnTo>
                  <a:pt x="200" y="1"/>
                </a:lnTo>
                <a:lnTo>
                  <a:pt x="197" y="2"/>
                </a:lnTo>
                <a:lnTo>
                  <a:pt x="194" y="3"/>
                </a:lnTo>
                <a:lnTo>
                  <a:pt x="190" y="5"/>
                </a:lnTo>
                <a:lnTo>
                  <a:pt x="186" y="6"/>
                </a:lnTo>
                <a:lnTo>
                  <a:pt x="182" y="7"/>
                </a:lnTo>
                <a:lnTo>
                  <a:pt x="177" y="7"/>
                </a:lnTo>
                <a:lnTo>
                  <a:pt x="172" y="9"/>
                </a:lnTo>
                <a:lnTo>
                  <a:pt x="169" y="11"/>
                </a:lnTo>
                <a:lnTo>
                  <a:pt x="164" y="12"/>
                </a:lnTo>
                <a:lnTo>
                  <a:pt x="160" y="15"/>
                </a:lnTo>
                <a:lnTo>
                  <a:pt x="156" y="17"/>
                </a:lnTo>
                <a:lnTo>
                  <a:pt x="152" y="19"/>
                </a:lnTo>
                <a:lnTo>
                  <a:pt x="145" y="24"/>
                </a:lnTo>
                <a:lnTo>
                  <a:pt x="137" y="30"/>
                </a:lnTo>
                <a:lnTo>
                  <a:pt x="137" y="30"/>
                </a:lnTo>
                <a:lnTo>
                  <a:pt x="137" y="30"/>
                </a:lnTo>
                <a:lnTo>
                  <a:pt x="136" y="30"/>
                </a:lnTo>
                <a:lnTo>
                  <a:pt x="136" y="30"/>
                </a:lnTo>
                <a:lnTo>
                  <a:pt x="129" y="24"/>
                </a:lnTo>
                <a:lnTo>
                  <a:pt x="121" y="19"/>
                </a:lnTo>
                <a:lnTo>
                  <a:pt x="117" y="17"/>
                </a:lnTo>
                <a:lnTo>
                  <a:pt x="113" y="15"/>
                </a:lnTo>
                <a:lnTo>
                  <a:pt x="109" y="12"/>
                </a:lnTo>
                <a:lnTo>
                  <a:pt x="105" y="11"/>
                </a:lnTo>
                <a:lnTo>
                  <a:pt x="101" y="9"/>
                </a:lnTo>
                <a:lnTo>
                  <a:pt x="96" y="7"/>
                </a:lnTo>
                <a:lnTo>
                  <a:pt x="91" y="7"/>
                </a:lnTo>
                <a:lnTo>
                  <a:pt x="87" y="6"/>
                </a:lnTo>
                <a:lnTo>
                  <a:pt x="83" y="5"/>
                </a:lnTo>
                <a:lnTo>
                  <a:pt x="80" y="3"/>
                </a:lnTo>
                <a:lnTo>
                  <a:pt x="76" y="2"/>
                </a:lnTo>
                <a:lnTo>
                  <a:pt x="73" y="1"/>
                </a:lnTo>
                <a:lnTo>
                  <a:pt x="72" y="0"/>
                </a:lnTo>
                <a:lnTo>
                  <a:pt x="71" y="0"/>
                </a:lnTo>
                <a:lnTo>
                  <a:pt x="69" y="0"/>
                </a:lnTo>
                <a:lnTo>
                  <a:pt x="69" y="0"/>
                </a:lnTo>
                <a:lnTo>
                  <a:pt x="66" y="1"/>
                </a:lnTo>
                <a:lnTo>
                  <a:pt x="64" y="2"/>
                </a:lnTo>
                <a:lnTo>
                  <a:pt x="64" y="2"/>
                </a:lnTo>
                <a:lnTo>
                  <a:pt x="63" y="3"/>
                </a:lnTo>
                <a:lnTo>
                  <a:pt x="63" y="3"/>
                </a:lnTo>
                <a:lnTo>
                  <a:pt x="63" y="4"/>
                </a:lnTo>
                <a:lnTo>
                  <a:pt x="62" y="6"/>
                </a:lnTo>
                <a:lnTo>
                  <a:pt x="63" y="8"/>
                </a:lnTo>
                <a:lnTo>
                  <a:pt x="62" y="13"/>
                </a:lnTo>
                <a:lnTo>
                  <a:pt x="61" y="19"/>
                </a:lnTo>
                <a:lnTo>
                  <a:pt x="61" y="23"/>
                </a:lnTo>
                <a:lnTo>
                  <a:pt x="60" y="27"/>
                </a:lnTo>
                <a:lnTo>
                  <a:pt x="57" y="35"/>
                </a:lnTo>
                <a:lnTo>
                  <a:pt x="54" y="43"/>
                </a:lnTo>
                <a:lnTo>
                  <a:pt x="53" y="46"/>
                </a:lnTo>
                <a:lnTo>
                  <a:pt x="53" y="50"/>
                </a:lnTo>
                <a:lnTo>
                  <a:pt x="53" y="54"/>
                </a:lnTo>
                <a:lnTo>
                  <a:pt x="53" y="56"/>
                </a:lnTo>
                <a:lnTo>
                  <a:pt x="49" y="57"/>
                </a:lnTo>
                <a:lnTo>
                  <a:pt x="46" y="58"/>
                </a:lnTo>
                <a:lnTo>
                  <a:pt x="43" y="59"/>
                </a:lnTo>
                <a:lnTo>
                  <a:pt x="39" y="62"/>
                </a:lnTo>
                <a:lnTo>
                  <a:pt x="34" y="65"/>
                </a:lnTo>
                <a:lnTo>
                  <a:pt x="31" y="67"/>
                </a:lnTo>
                <a:lnTo>
                  <a:pt x="29" y="71"/>
                </a:lnTo>
                <a:lnTo>
                  <a:pt x="26" y="74"/>
                </a:lnTo>
                <a:lnTo>
                  <a:pt x="24" y="76"/>
                </a:lnTo>
                <a:lnTo>
                  <a:pt x="22" y="79"/>
                </a:lnTo>
                <a:lnTo>
                  <a:pt x="20" y="83"/>
                </a:lnTo>
                <a:lnTo>
                  <a:pt x="17" y="86"/>
                </a:lnTo>
                <a:lnTo>
                  <a:pt x="15" y="89"/>
                </a:lnTo>
                <a:lnTo>
                  <a:pt x="13" y="91"/>
                </a:lnTo>
                <a:lnTo>
                  <a:pt x="7" y="96"/>
                </a:lnTo>
                <a:lnTo>
                  <a:pt x="3" y="99"/>
                </a:lnTo>
                <a:lnTo>
                  <a:pt x="1" y="100"/>
                </a:lnTo>
                <a:lnTo>
                  <a:pt x="1" y="101"/>
                </a:lnTo>
                <a:lnTo>
                  <a:pt x="0" y="102"/>
                </a:lnTo>
                <a:lnTo>
                  <a:pt x="0" y="104"/>
                </a:lnTo>
                <a:lnTo>
                  <a:pt x="0" y="104"/>
                </a:lnTo>
                <a:lnTo>
                  <a:pt x="0" y="105"/>
                </a:lnTo>
                <a:lnTo>
                  <a:pt x="0" y="106"/>
                </a:lnTo>
                <a:lnTo>
                  <a:pt x="1" y="107"/>
                </a:lnTo>
                <a:lnTo>
                  <a:pt x="1" y="108"/>
                </a:lnTo>
                <a:lnTo>
                  <a:pt x="3" y="109"/>
                </a:lnTo>
                <a:lnTo>
                  <a:pt x="5" y="110"/>
                </a:lnTo>
                <a:lnTo>
                  <a:pt x="7" y="111"/>
                </a:lnTo>
                <a:lnTo>
                  <a:pt x="13" y="113"/>
                </a:lnTo>
                <a:lnTo>
                  <a:pt x="20" y="116"/>
                </a:lnTo>
                <a:lnTo>
                  <a:pt x="26" y="119"/>
                </a:lnTo>
                <a:lnTo>
                  <a:pt x="31" y="121"/>
                </a:lnTo>
                <a:lnTo>
                  <a:pt x="36" y="124"/>
                </a:lnTo>
                <a:lnTo>
                  <a:pt x="40" y="128"/>
                </a:lnTo>
                <a:lnTo>
                  <a:pt x="42" y="129"/>
                </a:lnTo>
                <a:lnTo>
                  <a:pt x="44" y="131"/>
                </a:lnTo>
                <a:lnTo>
                  <a:pt x="46" y="132"/>
                </a:lnTo>
                <a:lnTo>
                  <a:pt x="48" y="132"/>
                </a:lnTo>
                <a:lnTo>
                  <a:pt x="50" y="132"/>
                </a:lnTo>
                <a:lnTo>
                  <a:pt x="54" y="133"/>
                </a:lnTo>
                <a:lnTo>
                  <a:pt x="58" y="134"/>
                </a:lnTo>
                <a:lnTo>
                  <a:pt x="62" y="134"/>
                </a:lnTo>
                <a:lnTo>
                  <a:pt x="67" y="133"/>
                </a:lnTo>
                <a:lnTo>
                  <a:pt x="72" y="132"/>
                </a:lnTo>
                <a:lnTo>
                  <a:pt x="74" y="132"/>
                </a:lnTo>
                <a:lnTo>
                  <a:pt x="76" y="132"/>
                </a:lnTo>
                <a:lnTo>
                  <a:pt x="76" y="131"/>
                </a:lnTo>
                <a:lnTo>
                  <a:pt x="76" y="132"/>
                </a:lnTo>
                <a:lnTo>
                  <a:pt x="76" y="132"/>
                </a:lnTo>
                <a:lnTo>
                  <a:pt x="77" y="136"/>
                </a:lnTo>
                <a:lnTo>
                  <a:pt x="79" y="140"/>
                </a:lnTo>
                <a:lnTo>
                  <a:pt x="81" y="144"/>
                </a:lnTo>
                <a:lnTo>
                  <a:pt x="84" y="147"/>
                </a:lnTo>
                <a:lnTo>
                  <a:pt x="86" y="149"/>
                </a:lnTo>
                <a:lnTo>
                  <a:pt x="89" y="151"/>
                </a:lnTo>
                <a:lnTo>
                  <a:pt x="93" y="152"/>
                </a:lnTo>
                <a:lnTo>
                  <a:pt x="97" y="154"/>
                </a:lnTo>
                <a:lnTo>
                  <a:pt x="97" y="154"/>
                </a:lnTo>
                <a:lnTo>
                  <a:pt x="97" y="154"/>
                </a:lnTo>
                <a:close/>
                <a:moveTo>
                  <a:pt x="130" y="71"/>
                </a:moveTo>
                <a:lnTo>
                  <a:pt x="130" y="100"/>
                </a:lnTo>
                <a:lnTo>
                  <a:pt x="130" y="100"/>
                </a:lnTo>
                <a:lnTo>
                  <a:pt x="129" y="100"/>
                </a:lnTo>
                <a:lnTo>
                  <a:pt x="129" y="97"/>
                </a:lnTo>
                <a:lnTo>
                  <a:pt x="129" y="95"/>
                </a:lnTo>
                <a:lnTo>
                  <a:pt x="127" y="91"/>
                </a:lnTo>
                <a:lnTo>
                  <a:pt x="125" y="86"/>
                </a:lnTo>
                <a:lnTo>
                  <a:pt x="123" y="80"/>
                </a:lnTo>
                <a:lnTo>
                  <a:pt x="120" y="76"/>
                </a:lnTo>
                <a:lnTo>
                  <a:pt x="117" y="72"/>
                </a:lnTo>
                <a:lnTo>
                  <a:pt x="117" y="71"/>
                </a:lnTo>
                <a:lnTo>
                  <a:pt x="108" y="78"/>
                </a:lnTo>
                <a:lnTo>
                  <a:pt x="110" y="80"/>
                </a:lnTo>
                <a:lnTo>
                  <a:pt x="112" y="84"/>
                </a:lnTo>
                <a:lnTo>
                  <a:pt x="114" y="88"/>
                </a:lnTo>
                <a:lnTo>
                  <a:pt x="116" y="92"/>
                </a:lnTo>
                <a:lnTo>
                  <a:pt x="117" y="93"/>
                </a:lnTo>
                <a:lnTo>
                  <a:pt x="117" y="95"/>
                </a:lnTo>
                <a:lnTo>
                  <a:pt x="115" y="94"/>
                </a:lnTo>
                <a:lnTo>
                  <a:pt x="113" y="93"/>
                </a:lnTo>
                <a:lnTo>
                  <a:pt x="110" y="93"/>
                </a:lnTo>
                <a:lnTo>
                  <a:pt x="108" y="93"/>
                </a:lnTo>
                <a:lnTo>
                  <a:pt x="107" y="91"/>
                </a:lnTo>
                <a:lnTo>
                  <a:pt x="106" y="88"/>
                </a:lnTo>
                <a:lnTo>
                  <a:pt x="105" y="85"/>
                </a:lnTo>
                <a:lnTo>
                  <a:pt x="102" y="80"/>
                </a:lnTo>
                <a:lnTo>
                  <a:pt x="101" y="78"/>
                </a:lnTo>
                <a:lnTo>
                  <a:pt x="99" y="75"/>
                </a:lnTo>
                <a:lnTo>
                  <a:pt x="97" y="71"/>
                </a:lnTo>
                <a:lnTo>
                  <a:pt x="94" y="69"/>
                </a:lnTo>
                <a:lnTo>
                  <a:pt x="92" y="67"/>
                </a:lnTo>
                <a:lnTo>
                  <a:pt x="89" y="64"/>
                </a:lnTo>
                <a:lnTo>
                  <a:pt x="85" y="62"/>
                </a:lnTo>
                <a:lnTo>
                  <a:pt x="81" y="59"/>
                </a:lnTo>
                <a:lnTo>
                  <a:pt x="77" y="58"/>
                </a:lnTo>
                <a:lnTo>
                  <a:pt x="73" y="57"/>
                </a:lnTo>
                <a:lnTo>
                  <a:pt x="69" y="56"/>
                </a:lnTo>
                <a:lnTo>
                  <a:pt x="65" y="56"/>
                </a:lnTo>
                <a:lnTo>
                  <a:pt x="65" y="55"/>
                </a:lnTo>
                <a:lnTo>
                  <a:pt x="65" y="50"/>
                </a:lnTo>
                <a:lnTo>
                  <a:pt x="65" y="45"/>
                </a:lnTo>
                <a:lnTo>
                  <a:pt x="67" y="41"/>
                </a:lnTo>
                <a:lnTo>
                  <a:pt x="69" y="35"/>
                </a:lnTo>
                <a:lnTo>
                  <a:pt x="69" y="32"/>
                </a:lnTo>
                <a:lnTo>
                  <a:pt x="71" y="29"/>
                </a:lnTo>
                <a:lnTo>
                  <a:pt x="72" y="26"/>
                </a:lnTo>
                <a:lnTo>
                  <a:pt x="72" y="23"/>
                </a:lnTo>
                <a:lnTo>
                  <a:pt x="73" y="17"/>
                </a:lnTo>
                <a:lnTo>
                  <a:pt x="73" y="13"/>
                </a:lnTo>
                <a:lnTo>
                  <a:pt x="74" y="13"/>
                </a:lnTo>
                <a:lnTo>
                  <a:pt x="77" y="15"/>
                </a:lnTo>
                <a:lnTo>
                  <a:pt x="81" y="16"/>
                </a:lnTo>
                <a:lnTo>
                  <a:pt x="87" y="17"/>
                </a:lnTo>
                <a:lnTo>
                  <a:pt x="95" y="19"/>
                </a:lnTo>
                <a:lnTo>
                  <a:pt x="101" y="20"/>
                </a:lnTo>
                <a:lnTo>
                  <a:pt x="104" y="22"/>
                </a:lnTo>
                <a:lnTo>
                  <a:pt x="106" y="23"/>
                </a:lnTo>
                <a:lnTo>
                  <a:pt x="108" y="24"/>
                </a:lnTo>
                <a:lnTo>
                  <a:pt x="110" y="25"/>
                </a:lnTo>
                <a:lnTo>
                  <a:pt x="115" y="28"/>
                </a:lnTo>
                <a:lnTo>
                  <a:pt x="119" y="31"/>
                </a:lnTo>
                <a:lnTo>
                  <a:pt x="123" y="35"/>
                </a:lnTo>
                <a:lnTo>
                  <a:pt x="128" y="38"/>
                </a:lnTo>
                <a:lnTo>
                  <a:pt x="129" y="39"/>
                </a:lnTo>
                <a:lnTo>
                  <a:pt x="132" y="40"/>
                </a:lnTo>
                <a:lnTo>
                  <a:pt x="134" y="41"/>
                </a:lnTo>
                <a:lnTo>
                  <a:pt x="137" y="42"/>
                </a:lnTo>
                <a:lnTo>
                  <a:pt x="139" y="41"/>
                </a:lnTo>
                <a:lnTo>
                  <a:pt x="141" y="40"/>
                </a:lnTo>
                <a:lnTo>
                  <a:pt x="143" y="39"/>
                </a:lnTo>
                <a:lnTo>
                  <a:pt x="145" y="38"/>
                </a:lnTo>
                <a:lnTo>
                  <a:pt x="150" y="35"/>
                </a:lnTo>
                <a:lnTo>
                  <a:pt x="154" y="31"/>
                </a:lnTo>
                <a:lnTo>
                  <a:pt x="158" y="28"/>
                </a:lnTo>
                <a:lnTo>
                  <a:pt x="162" y="25"/>
                </a:lnTo>
                <a:lnTo>
                  <a:pt x="165" y="24"/>
                </a:lnTo>
                <a:lnTo>
                  <a:pt x="167" y="23"/>
                </a:lnTo>
                <a:lnTo>
                  <a:pt x="170" y="22"/>
                </a:lnTo>
                <a:lnTo>
                  <a:pt x="172" y="20"/>
                </a:lnTo>
                <a:lnTo>
                  <a:pt x="178" y="19"/>
                </a:lnTo>
                <a:lnTo>
                  <a:pt x="186" y="17"/>
                </a:lnTo>
                <a:lnTo>
                  <a:pt x="192" y="16"/>
                </a:lnTo>
                <a:lnTo>
                  <a:pt x="196" y="15"/>
                </a:lnTo>
                <a:lnTo>
                  <a:pt x="199" y="13"/>
                </a:lnTo>
                <a:lnTo>
                  <a:pt x="199" y="13"/>
                </a:lnTo>
                <a:lnTo>
                  <a:pt x="200" y="17"/>
                </a:lnTo>
                <a:lnTo>
                  <a:pt x="201" y="23"/>
                </a:lnTo>
                <a:lnTo>
                  <a:pt x="202" y="26"/>
                </a:lnTo>
                <a:lnTo>
                  <a:pt x="202" y="29"/>
                </a:lnTo>
                <a:lnTo>
                  <a:pt x="203" y="32"/>
                </a:lnTo>
                <a:lnTo>
                  <a:pt x="205" y="35"/>
                </a:lnTo>
                <a:lnTo>
                  <a:pt x="206" y="41"/>
                </a:lnTo>
                <a:lnTo>
                  <a:pt x="208" y="45"/>
                </a:lnTo>
                <a:lnTo>
                  <a:pt x="208" y="50"/>
                </a:lnTo>
                <a:lnTo>
                  <a:pt x="208" y="55"/>
                </a:lnTo>
                <a:lnTo>
                  <a:pt x="208" y="56"/>
                </a:lnTo>
                <a:lnTo>
                  <a:pt x="205" y="56"/>
                </a:lnTo>
                <a:lnTo>
                  <a:pt x="200" y="57"/>
                </a:lnTo>
                <a:lnTo>
                  <a:pt x="196" y="58"/>
                </a:lnTo>
                <a:lnTo>
                  <a:pt x="192" y="59"/>
                </a:lnTo>
                <a:lnTo>
                  <a:pt x="188" y="62"/>
                </a:lnTo>
                <a:lnTo>
                  <a:pt x="184" y="64"/>
                </a:lnTo>
                <a:lnTo>
                  <a:pt x="181" y="67"/>
                </a:lnTo>
                <a:lnTo>
                  <a:pt x="178" y="69"/>
                </a:lnTo>
                <a:lnTo>
                  <a:pt x="176" y="71"/>
                </a:lnTo>
                <a:lnTo>
                  <a:pt x="174" y="75"/>
                </a:lnTo>
                <a:lnTo>
                  <a:pt x="172" y="78"/>
                </a:lnTo>
                <a:lnTo>
                  <a:pt x="170" y="80"/>
                </a:lnTo>
                <a:lnTo>
                  <a:pt x="168" y="85"/>
                </a:lnTo>
                <a:lnTo>
                  <a:pt x="166" y="88"/>
                </a:lnTo>
                <a:lnTo>
                  <a:pt x="166" y="91"/>
                </a:lnTo>
                <a:lnTo>
                  <a:pt x="166" y="93"/>
                </a:lnTo>
                <a:lnTo>
                  <a:pt x="163" y="93"/>
                </a:lnTo>
                <a:lnTo>
                  <a:pt x="161" y="93"/>
                </a:lnTo>
                <a:lnTo>
                  <a:pt x="158" y="94"/>
                </a:lnTo>
                <a:lnTo>
                  <a:pt x="156" y="95"/>
                </a:lnTo>
                <a:lnTo>
                  <a:pt x="156" y="93"/>
                </a:lnTo>
                <a:lnTo>
                  <a:pt x="157" y="92"/>
                </a:lnTo>
                <a:lnTo>
                  <a:pt x="158" y="88"/>
                </a:lnTo>
                <a:lnTo>
                  <a:pt x="161" y="84"/>
                </a:lnTo>
                <a:lnTo>
                  <a:pt x="163" y="80"/>
                </a:lnTo>
                <a:lnTo>
                  <a:pt x="165" y="78"/>
                </a:lnTo>
                <a:lnTo>
                  <a:pt x="156" y="71"/>
                </a:lnTo>
                <a:lnTo>
                  <a:pt x="155" y="72"/>
                </a:lnTo>
                <a:lnTo>
                  <a:pt x="153" y="76"/>
                </a:lnTo>
                <a:lnTo>
                  <a:pt x="150" y="80"/>
                </a:lnTo>
                <a:lnTo>
                  <a:pt x="147" y="86"/>
                </a:lnTo>
                <a:lnTo>
                  <a:pt x="145" y="91"/>
                </a:lnTo>
                <a:lnTo>
                  <a:pt x="145" y="95"/>
                </a:lnTo>
                <a:lnTo>
                  <a:pt x="144" y="97"/>
                </a:lnTo>
                <a:lnTo>
                  <a:pt x="144" y="100"/>
                </a:lnTo>
                <a:lnTo>
                  <a:pt x="143" y="100"/>
                </a:lnTo>
                <a:lnTo>
                  <a:pt x="142" y="100"/>
                </a:lnTo>
                <a:lnTo>
                  <a:pt x="142" y="71"/>
                </a:lnTo>
                <a:lnTo>
                  <a:pt x="130" y="71"/>
                </a:lnTo>
                <a:lnTo>
                  <a:pt x="130" y="71"/>
                </a:lnTo>
                <a:close/>
                <a:moveTo>
                  <a:pt x="137" y="45"/>
                </a:moveTo>
                <a:lnTo>
                  <a:pt x="138" y="45"/>
                </a:lnTo>
                <a:lnTo>
                  <a:pt x="140" y="46"/>
                </a:lnTo>
                <a:lnTo>
                  <a:pt x="141" y="47"/>
                </a:lnTo>
                <a:lnTo>
                  <a:pt x="143" y="47"/>
                </a:lnTo>
                <a:lnTo>
                  <a:pt x="144" y="49"/>
                </a:lnTo>
                <a:lnTo>
                  <a:pt x="145" y="51"/>
                </a:lnTo>
                <a:lnTo>
                  <a:pt x="145" y="52"/>
                </a:lnTo>
                <a:lnTo>
                  <a:pt x="145" y="54"/>
                </a:lnTo>
                <a:lnTo>
                  <a:pt x="145" y="56"/>
                </a:lnTo>
                <a:lnTo>
                  <a:pt x="145" y="58"/>
                </a:lnTo>
                <a:lnTo>
                  <a:pt x="144" y="59"/>
                </a:lnTo>
                <a:lnTo>
                  <a:pt x="143" y="61"/>
                </a:lnTo>
                <a:lnTo>
                  <a:pt x="141" y="62"/>
                </a:lnTo>
                <a:lnTo>
                  <a:pt x="140" y="63"/>
                </a:lnTo>
                <a:lnTo>
                  <a:pt x="138" y="63"/>
                </a:lnTo>
                <a:lnTo>
                  <a:pt x="137" y="63"/>
                </a:lnTo>
                <a:lnTo>
                  <a:pt x="134" y="63"/>
                </a:lnTo>
                <a:lnTo>
                  <a:pt x="133" y="63"/>
                </a:lnTo>
                <a:lnTo>
                  <a:pt x="131" y="62"/>
                </a:lnTo>
                <a:lnTo>
                  <a:pt x="130" y="61"/>
                </a:lnTo>
                <a:lnTo>
                  <a:pt x="129" y="59"/>
                </a:lnTo>
                <a:lnTo>
                  <a:pt x="128" y="58"/>
                </a:lnTo>
                <a:lnTo>
                  <a:pt x="127" y="56"/>
                </a:lnTo>
                <a:lnTo>
                  <a:pt x="127" y="54"/>
                </a:lnTo>
                <a:lnTo>
                  <a:pt x="127" y="52"/>
                </a:lnTo>
                <a:lnTo>
                  <a:pt x="128" y="51"/>
                </a:lnTo>
                <a:lnTo>
                  <a:pt x="129" y="49"/>
                </a:lnTo>
                <a:lnTo>
                  <a:pt x="130" y="47"/>
                </a:lnTo>
                <a:lnTo>
                  <a:pt x="131" y="47"/>
                </a:lnTo>
                <a:lnTo>
                  <a:pt x="133" y="46"/>
                </a:lnTo>
                <a:lnTo>
                  <a:pt x="134" y="45"/>
                </a:lnTo>
                <a:lnTo>
                  <a:pt x="137" y="45"/>
                </a:lnTo>
                <a:lnTo>
                  <a:pt x="137" y="45"/>
                </a:lnTo>
                <a:close/>
                <a:moveTo>
                  <a:pt x="137" y="184"/>
                </a:moveTo>
                <a:lnTo>
                  <a:pt x="134" y="184"/>
                </a:lnTo>
                <a:lnTo>
                  <a:pt x="133" y="184"/>
                </a:lnTo>
                <a:lnTo>
                  <a:pt x="130" y="183"/>
                </a:lnTo>
                <a:lnTo>
                  <a:pt x="129" y="182"/>
                </a:lnTo>
                <a:lnTo>
                  <a:pt x="125" y="180"/>
                </a:lnTo>
                <a:lnTo>
                  <a:pt x="121" y="177"/>
                </a:lnTo>
                <a:lnTo>
                  <a:pt x="119" y="174"/>
                </a:lnTo>
                <a:lnTo>
                  <a:pt x="116" y="171"/>
                </a:lnTo>
                <a:lnTo>
                  <a:pt x="114" y="167"/>
                </a:lnTo>
                <a:lnTo>
                  <a:pt x="113" y="164"/>
                </a:lnTo>
                <a:lnTo>
                  <a:pt x="110" y="160"/>
                </a:lnTo>
                <a:lnTo>
                  <a:pt x="109" y="156"/>
                </a:lnTo>
                <a:lnTo>
                  <a:pt x="113" y="157"/>
                </a:lnTo>
                <a:lnTo>
                  <a:pt x="115" y="159"/>
                </a:lnTo>
                <a:lnTo>
                  <a:pt x="118" y="160"/>
                </a:lnTo>
                <a:lnTo>
                  <a:pt x="121" y="164"/>
                </a:lnTo>
                <a:lnTo>
                  <a:pt x="128" y="169"/>
                </a:lnTo>
                <a:lnTo>
                  <a:pt x="132" y="173"/>
                </a:lnTo>
                <a:lnTo>
                  <a:pt x="134" y="176"/>
                </a:lnTo>
                <a:lnTo>
                  <a:pt x="137" y="177"/>
                </a:lnTo>
                <a:lnTo>
                  <a:pt x="138" y="176"/>
                </a:lnTo>
                <a:lnTo>
                  <a:pt x="141" y="173"/>
                </a:lnTo>
                <a:lnTo>
                  <a:pt x="145" y="169"/>
                </a:lnTo>
                <a:lnTo>
                  <a:pt x="151" y="164"/>
                </a:lnTo>
                <a:lnTo>
                  <a:pt x="154" y="160"/>
                </a:lnTo>
                <a:lnTo>
                  <a:pt x="158" y="159"/>
                </a:lnTo>
                <a:lnTo>
                  <a:pt x="160" y="157"/>
                </a:lnTo>
                <a:lnTo>
                  <a:pt x="163" y="156"/>
                </a:lnTo>
                <a:lnTo>
                  <a:pt x="162" y="160"/>
                </a:lnTo>
                <a:lnTo>
                  <a:pt x="161" y="164"/>
                </a:lnTo>
                <a:lnTo>
                  <a:pt x="159" y="167"/>
                </a:lnTo>
                <a:lnTo>
                  <a:pt x="157" y="171"/>
                </a:lnTo>
                <a:lnTo>
                  <a:pt x="154" y="174"/>
                </a:lnTo>
                <a:lnTo>
                  <a:pt x="151" y="177"/>
                </a:lnTo>
                <a:lnTo>
                  <a:pt x="148" y="180"/>
                </a:lnTo>
                <a:lnTo>
                  <a:pt x="144" y="182"/>
                </a:lnTo>
                <a:lnTo>
                  <a:pt x="142" y="183"/>
                </a:lnTo>
                <a:lnTo>
                  <a:pt x="141" y="184"/>
                </a:lnTo>
                <a:lnTo>
                  <a:pt x="138" y="184"/>
                </a:lnTo>
                <a:lnTo>
                  <a:pt x="137" y="184"/>
                </a:lnTo>
                <a:lnTo>
                  <a:pt x="137" y="184"/>
                </a:lnTo>
                <a:close/>
                <a:moveTo>
                  <a:pt x="137" y="164"/>
                </a:moveTo>
                <a:lnTo>
                  <a:pt x="134" y="161"/>
                </a:lnTo>
                <a:lnTo>
                  <a:pt x="130" y="157"/>
                </a:lnTo>
                <a:lnTo>
                  <a:pt x="125" y="153"/>
                </a:lnTo>
                <a:lnTo>
                  <a:pt x="121" y="150"/>
                </a:lnTo>
                <a:lnTo>
                  <a:pt x="119" y="148"/>
                </a:lnTo>
                <a:lnTo>
                  <a:pt x="117" y="148"/>
                </a:lnTo>
                <a:lnTo>
                  <a:pt x="114" y="147"/>
                </a:lnTo>
                <a:lnTo>
                  <a:pt x="112" y="146"/>
                </a:lnTo>
                <a:lnTo>
                  <a:pt x="105" y="144"/>
                </a:lnTo>
                <a:lnTo>
                  <a:pt x="100" y="143"/>
                </a:lnTo>
                <a:lnTo>
                  <a:pt x="97" y="143"/>
                </a:lnTo>
                <a:lnTo>
                  <a:pt x="96" y="142"/>
                </a:lnTo>
                <a:lnTo>
                  <a:pt x="95" y="141"/>
                </a:lnTo>
                <a:lnTo>
                  <a:pt x="93" y="140"/>
                </a:lnTo>
                <a:lnTo>
                  <a:pt x="91" y="137"/>
                </a:lnTo>
                <a:lnTo>
                  <a:pt x="89" y="134"/>
                </a:lnTo>
                <a:lnTo>
                  <a:pt x="87" y="132"/>
                </a:lnTo>
                <a:lnTo>
                  <a:pt x="86" y="128"/>
                </a:lnTo>
                <a:lnTo>
                  <a:pt x="85" y="125"/>
                </a:lnTo>
                <a:lnTo>
                  <a:pt x="86" y="123"/>
                </a:lnTo>
                <a:lnTo>
                  <a:pt x="87" y="120"/>
                </a:lnTo>
                <a:lnTo>
                  <a:pt x="88" y="118"/>
                </a:lnTo>
                <a:lnTo>
                  <a:pt x="89" y="116"/>
                </a:lnTo>
                <a:lnTo>
                  <a:pt x="89" y="114"/>
                </a:lnTo>
                <a:lnTo>
                  <a:pt x="91" y="112"/>
                </a:lnTo>
                <a:lnTo>
                  <a:pt x="93" y="111"/>
                </a:lnTo>
                <a:lnTo>
                  <a:pt x="93" y="109"/>
                </a:lnTo>
                <a:lnTo>
                  <a:pt x="95" y="108"/>
                </a:lnTo>
                <a:lnTo>
                  <a:pt x="97" y="108"/>
                </a:lnTo>
                <a:lnTo>
                  <a:pt x="99" y="106"/>
                </a:lnTo>
                <a:lnTo>
                  <a:pt x="101" y="106"/>
                </a:lnTo>
                <a:lnTo>
                  <a:pt x="102" y="105"/>
                </a:lnTo>
                <a:lnTo>
                  <a:pt x="106" y="104"/>
                </a:lnTo>
                <a:lnTo>
                  <a:pt x="109" y="104"/>
                </a:lnTo>
                <a:lnTo>
                  <a:pt x="113" y="104"/>
                </a:lnTo>
                <a:lnTo>
                  <a:pt x="116" y="105"/>
                </a:lnTo>
                <a:lnTo>
                  <a:pt x="119" y="107"/>
                </a:lnTo>
                <a:lnTo>
                  <a:pt x="122" y="108"/>
                </a:lnTo>
                <a:lnTo>
                  <a:pt x="129" y="112"/>
                </a:lnTo>
                <a:lnTo>
                  <a:pt x="133" y="115"/>
                </a:lnTo>
                <a:lnTo>
                  <a:pt x="134" y="116"/>
                </a:lnTo>
                <a:lnTo>
                  <a:pt x="135" y="116"/>
                </a:lnTo>
                <a:lnTo>
                  <a:pt x="136" y="116"/>
                </a:lnTo>
                <a:lnTo>
                  <a:pt x="137" y="116"/>
                </a:lnTo>
                <a:lnTo>
                  <a:pt x="137" y="116"/>
                </a:lnTo>
                <a:lnTo>
                  <a:pt x="137" y="116"/>
                </a:lnTo>
                <a:lnTo>
                  <a:pt x="139" y="116"/>
                </a:lnTo>
                <a:lnTo>
                  <a:pt x="140" y="115"/>
                </a:lnTo>
                <a:lnTo>
                  <a:pt x="145" y="112"/>
                </a:lnTo>
                <a:lnTo>
                  <a:pt x="150" y="108"/>
                </a:lnTo>
                <a:lnTo>
                  <a:pt x="154" y="107"/>
                </a:lnTo>
                <a:lnTo>
                  <a:pt x="157" y="105"/>
                </a:lnTo>
                <a:lnTo>
                  <a:pt x="160" y="104"/>
                </a:lnTo>
                <a:lnTo>
                  <a:pt x="163" y="104"/>
                </a:lnTo>
                <a:lnTo>
                  <a:pt x="167" y="104"/>
                </a:lnTo>
                <a:lnTo>
                  <a:pt x="171" y="105"/>
                </a:lnTo>
                <a:lnTo>
                  <a:pt x="173" y="106"/>
                </a:lnTo>
                <a:lnTo>
                  <a:pt x="174" y="106"/>
                </a:lnTo>
                <a:lnTo>
                  <a:pt x="176" y="108"/>
                </a:lnTo>
                <a:lnTo>
                  <a:pt x="178" y="108"/>
                </a:lnTo>
                <a:lnTo>
                  <a:pt x="179" y="109"/>
                </a:lnTo>
                <a:lnTo>
                  <a:pt x="181" y="111"/>
                </a:lnTo>
                <a:lnTo>
                  <a:pt x="182" y="112"/>
                </a:lnTo>
                <a:lnTo>
                  <a:pt x="183" y="114"/>
                </a:lnTo>
                <a:lnTo>
                  <a:pt x="184" y="116"/>
                </a:lnTo>
                <a:lnTo>
                  <a:pt x="186" y="118"/>
                </a:lnTo>
                <a:lnTo>
                  <a:pt x="186" y="120"/>
                </a:lnTo>
                <a:lnTo>
                  <a:pt x="187" y="123"/>
                </a:lnTo>
                <a:lnTo>
                  <a:pt x="187" y="125"/>
                </a:lnTo>
                <a:lnTo>
                  <a:pt x="186" y="128"/>
                </a:lnTo>
                <a:lnTo>
                  <a:pt x="186" y="132"/>
                </a:lnTo>
                <a:lnTo>
                  <a:pt x="184" y="134"/>
                </a:lnTo>
                <a:lnTo>
                  <a:pt x="182" y="137"/>
                </a:lnTo>
                <a:lnTo>
                  <a:pt x="180" y="140"/>
                </a:lnTo>
                <a:lnTo>
                  <a:pt x="178" y="141"/>
                </a:lnTo>
                <a:lnTo>
                  <a:pt x="177" y="142"/>
                </a:lnTo>
                <a:lnTo>
                  <a:pt x="175" y="143"/>
                </a:lnTo>
                <a:lnTo>
                  <a:pt x="174" y="143"/>
                </a:lnTo>
                <a:lnTo>
                  <a:pt x="167" y="144"/>
                </a:lnTo>
                <a:lnTo>
                  <a:pt x="162" y="146"/>
                </a:lnTo>
                <a:lnTo>
                  <a:pt x="158" y="147"/>
                </a:lnTo>
                <a:lnTo>
                  <a:pt x="156" y="148"/>
                </a:lnTo>
                <a:lnTo>
                  <a:pt x="154" y="148"/>
                </a:lnTo>
                <a:lnTo>
                  <a:pt x="152" y="150"/>
                </a:lnTo>
                <a:lnTo>
                  <a:pt x="147" y="153"/>
                </a:lnTo>
                <a:lnTo>
                  <a:pt x="143" y="157"/>
                </a:lnTo>
                <a:lnTo>
                  <a:pt x="139" y="161"/>
                </a:lnTo>
                <a:lnTo>
                  <a:pt x="137" y="164"/>
                </a:lnTo>
                <a:lnTo>
                  <a:pt x="137" y="164"/>
                </a:lnTo>
                <a:close/>
                <a:moveTo>
                  <a:pt x="170" y="51"/>
                </a:moveTo>
                <a:lnTo>
                  <a:pt x="171" y="51"/>
                </a:lnTo>
                <a:lnTo>
                  <a:pt x="173" y="51"/>
                </a:lnTo>
                <a:lnTo>
                  <a:pt x="174" y="52"/>
                </a:lnTo>
                <a:lnTo>
                  <a:pt x="175" y="53"/>
                </a:lnTo>
                <a:lnTo>
                  <a:pt x="177" y="55"/>
                </a:lnTo>
                <a:lnTo>
                  <a:pt x="178" y="56"/>
                </a:lnTo>
                <a:lnTo>
                  <a:pt x="178" y="58"/>
                </a:lnTo>
                <a:lnTo>
                  <a:pt x="178" y="59"/>
                </a:lnTo>
                <a:lnTo>
                  <a:pt x="178" y="62"/>
                </a:lnTo>
                <a:lnTo>
                  <a:pt x="178" y="63"/>
                </a:lnTo>
                <a:lnTo>
                  <a:pt x="177" y="65"/>
                </a:lnTo>
                <a:lnTo>
                  <a:pt x="175" y="67"/>
                </a:lnTo>
                <a:lnTo>
                  <a:pt x="174" y="67"/>
                </a:lnTo>
                <a:lnTo>
                  <a:pt x="173" y="68"/>
                </a:lnTo>
                <a:lnTo>
                  <a:pt x="171" y="69"/>
                </a:lnTo>
                <a:lnTo>
                  <a:pt x="170" y="69"/>
                </a:lnTo>
                <a:lnTo>
                  <a:pt x="167" y="69"/>
                </a:lnTo>
                <a:lnTo>
                  <a:pt x="166" y="68"/>
                </a:lnTo>
                <a:lnTo>
                  <a:pt x="164" y="67"/>
                </a:lnTo>
                <a:lnTo>
                  <a:pt x="162" y="67"/>
                </a:lnTo>
                <a:lnTo>
                  <a:pt x="162" y="65"/>
                </a:lnTo>
                <a:lnTo>
                  <a:pt x="161" y="63"/>
                </a:lnTo>
                <a:lnTo>
                  <a:pt x="160" y="62"/>
                </a:lnTo>
                <a:lnTo>
                  <a:pt x="160" y="59"/>
                </a:lnTo>
                <a:lnTo>
                  <a:pt x="160" y="58"/>
                </a:lnTo>
                <a:lnTo>
                  <a:pt x="161" y="56"/>
                </a:lnTo>
                <a:lnTo>
                  <a:pt x="162" y="55"/>
                </a:lnTo>
                <a:lnTo>
                  <a:pt x="162" y="53"/>
                </a:lnTo>
                <a:lnTo>
                  <a:pt x="164" y="52"/>
                </a:lnTo>
                <a:lnTo>
                  <a:pt x="166" y="51"/>
                </a:lnTo>
                <a:lnTo>
                  <a:pt x="167" y="51"/>
                </a:lnTo>
                <a:lnTo>
                  <a:pt x="170" y="51"/>
                </a:lnTo>
                <a:lnTo>
                  <a:pt x="170" y="51"/>
                </a:lnTo>
                <a:close/>
                <a:moveTo>
                  <a:pt x="175" y="96"/>
                </a:moveTo>
                <a:lnTo>
                  <a:pt x="177" y="95"/>
                </a:lnTo>
                <a:lnTo>
                  <a:pt x="177" y="93"/>
                </a:lnTo>
                <a:lnTo>
                  <a:pt x="179" y="88"/>
                </a:lnTo>
                <a:lnTo>
                  <a:pt x="181" y="84"/>
                </a:lnTo>
                <a:lnTo>
                  <a:pt x="183" y="81"/>
                </a:lnTo>
                <a:lnTo>
                  <a:pt x="186" y="78"/>
                </a:lnTo>
                <a:lnTo>
                  <a:pt x="188" y="76"/>
                </a:lnTo>
                <a:lnTo>
                  <a:pt x="190" y="74"/>
                </a:lnTo>
                <a:lnTo>
                  <a:pt x="194" y="72"/>
                </a:lnTo>
                <a:lnTo>
                  <a:pt x="196" y="71"/>
                </a:lnTo>
                <a:lnTo>
                  <a:pt x="198" y="69"/>
                </a:lnTo>
                <a:lnTo>
                  <a:pt x="202" y="68"/>
                </a:lnTo>
                <a:lnTo>
                  <a:pt x="205" y="67"/>
                </a:lnTo>
                <a:lnTo>
                  <a:pt x="209" y="67"/>
                </a:lnTo>
                <a:lnTo>
                  <a:pt x="213" y="67"/>
                </a:lnTo>
                <a:lnTo>
                  <a:pt x="217" y="67"/>
                </a:lnTo>
                <a:lnTo>
                  <a:pt x="221" y="67"/>
                </a:lnTo>
                <a:lnTo>
                  <a:pt x="223" y="68"/>
                </a:lnTo>
                <a:lnTo>
                  <a:pt x="226" y="69"/>
                </a:lnTo>
                <a:lnTo>
                  <a:pt x="229" y="71"/>
                </a:lnTo>
                <a:lnTo>
                  <a:pt x="230" y="72"/>
                </a:lnTo>
                <a:lnTo>
                  <a:pt x="232" y="73"/>
                </a:lnTo>
                <a:lnTo>
                  <a:pt x="234" y="75"/>
                </a:lnTo>
                <a:lnTo>
                  <a:pt x="236" y="76"/>
                </a:lnTo>
                <a:lnTo>
                  <a:pt x="238" y="79"/>
                </a:lnTo>
                <a:lnTo>
                  <a:pt x="238" y="80"/>
                </a:lnTo>
                <a:lnTo>
                  <a:pt x="240" y="82"/>
                </a:lnTo>
                <a:lnTo>
                  <a:pt x="242" y="86"/>
                </a:lnTo>
                <a:lnTo>
                  <a:pt x="244" y="89"/>
                </a:lnTo>
                <a:lnTo>
                  <a:pt x="247" y="93"/>
                </a:lnTo>
                <a:lnTo>
                  <a:pt x="251" y="98"/>
                </a:lnTo>
                <a:lnTo>
                  <a:pt x="254" y="101"/>
                </a:lnTo>
                <a:lnTo>
                  <a:pt x="256" y="102"/>
                </a:lnTo>
                <a:lnTo>
                  <a:pt x="254" y="103"/>
                </a:lnTo>
                <a:lnTo>
                  <a:pt x="249" y="105"/>
                </a:lnTo>
                <a:lnTo>
                  <a:pt x="246" y="107"/>
                </a:lnTo>
                <a:lnTo>
                  <a:pt x="242" y="108"/>
                </a:lnTo>
                <a:lnTo>
                  <a:pt x="238" y="110"/>
                </a:lnTo>
                <a:lnTo>
                  <a:pt x="236" y="112"/>
                </a:lnTo>
                <a:lnTo>
                  <a:pt x="230" y="116"/>
                </a:lnTo>
                <a:lnTo>
                  <a:pt x="224" y="120"/>
                </a:lnTo>
                <a:lnTo>
                  <a:pt x="222" y="120"/>
                </a:lnTo>
                <a:lnTo>
                  <a:pt x="218" y="121"/>
                </a:lnTo>
                <a:lnTo>
                  <a:pt x="215" y="122"/>
                </a:lnTo>
                <a:lnTo>
                  <a:pt x="211" y="122"/>
                </a:lnTo>
                <a:lnTo>
                  <a:pt x="207" y="121"/>
                </a:lnTo>
                <a:lnTo>
                  <a:pt x="204" y="120"/>
                </a:lnTo>
                <a:lnTo>
                  <a:pt x="201" y="120"/>
                </a:lnTo>
                <a:lnTo>
                  <a:pt x="198" y="120"/>
                </a:lnTo>
                <a:lnTo>
                  <a:pt x="198" y="120"/>
                </a:lnTo>
                <a:lnTo>
                  <a:pt x="197" y="119"/>
                </a:lnTo>
                <a:lnTo>
                  <a:pt x="195" y="115"/>
                </a:lnTo>
                <a:lnTo>
                  <a:pt x="194" y="112"/>
                </a:lnTo>
                <a:lnTo>
                  <a:pt x="191" y="108"/>
                </a:lnTo>
                <a:lnTo>
                  <a:pt x="190" y="106"/>
                </a:lnTo>
                <a:lnTo>
                  <a:pt x="186" y="104"/>
                </a:lnTo>
                <a:lnTo>
                  <a:pt x="184" y="100"/>
                </a:lnTo>
                <a:lnTo>
                  <a:pt x="182" y="99"/>
                </a:lnTo>
                <a:lnTo>
                  <a:pt x="180" y="98"/>
                </a:lnTo>
                <a:lnTo>
                  <a:pt x="178" y="96"/>
                </a:lnTo>
                <a:lnTo>
                  <a:pt x="175" y="96"/>
                </a:lnTo>
                <a:lnTo>
                  <a:pt x="175" y="96"/>
                </a:lnTo>
                <a:close/>
                <a:moveTo>
                  <a:pt x="104" y="51"/>
                </a:moveTo>
                <a:lnTo>
                  <a:pt x="106" y="51"/>
                </a:lnTo>
                <a:lnTo>
                  <a:pt x="108" y="51"/>
                </a:lnTo>
                <a:lnTo>
                  <a:pt x="109" y="52"/>
                </a:lnTo>
                <a:lnTo>
                  <a:pt x="110" y="53"/>
                </a:lnTo>
                <a:lnTo>
                  <a:pt x="112" y="55"/>
                </a:lnTo>
                <a:lnTo>
                  <a:pt x="113" y="56"/>
                </a:lnTo>
                <a:lnTo>
                  <a:pt x="113" y="58"/>
                </a:lnTo>
                <a:lnTo>
                  <a:pt x="113" y="59"/>
                </a:lnTo>
                <a:lnTo>
                  <a:pt x="113" y="62"/>
                </a:lnTo>
                <a:lnTo>
                  <a:pt x="113" y="63"/>
                </a:lnTo>
                <a:lnTo>
                  <a:pt x="112" y="65"/>
                </a:lnTo>
                <a:lnTo>
                  <a:pt x="110" y="67"/>
                </a:lnTo>
                <a:lnTo>
                  <a:pt x="109" y="67"/>
                </a:lnTo>
                <a:lnTo>
                  <a:pt x="108" y="68"/>
                </a:lnTo>
                <a:lnTo>
                  <a:pt x="106" y="69"/>
                </a:lnTo>
                <a:lnTo>
                  <a:pt x="104" y="69"/>
                </a:lnTo>
                <a:lnTo>
                  <a:pt x="102" y="69"/>
                </a:lnTo>
                <a:lnTo>
                  <a:pt x="101" y="68"/>
                </a:lnTo>
                <a:lnTo>
                  <a:pt x="99" y="67"/>
                </a:lnTo>
                <a:lnTo>
                  <a:pt x="97" y="67"/>
                </a:lnTo>
                <a:lnTo>
                  <a:pt x="97" y="65"/>
                </a:lnTo>
                <a:lnTo>
                  <a:pt x="95" y="63"/>
                </a:lnTo>
                <a:lnTo>
                  <a:pt x="95" y="62"/>
                </a:lnTo>
                <a:lnTo>
                  <a:pt x="95" y="59"/>
                </a:lnTo>
                <a:lnTo>
                  <a:pt x="95" y="58"/>
                </a:lnTo>
                <a:lnTo>
                  <a:pt x="95" y="56"/>
                </a:lnTo>
                <a:lnTo>
                  <a:pt x="97" y="55"/>
                </a:lnTo>
                <a:lnTo>
                  <a:pt x="97" y="53"/>
                </a:lnTo>
                <a:lnTo>
                  <a:pt x="99" y="52"/>
                </a:lnTo>
                <a:lnTo>
                  <a:pt x="101" y="51"/>
                </a:lnTo>
                <a:lnTo>
                  <a:pt x="102" y="51"/>
                </a:lnTo>
                <a:lnTo>
                  <a:pt x="104" y="51"/>
                </a:lnTo>
                <a:lnTo>
                  <a:pt x="104" y="51"/>
                </a:lnTo>
                <a:close/>
                <a:moveTo>
                  <a:pt x="97" y="96"/>
                </a:moveTo>
                <a:lnTo>
                  <a:pt x="95" y="96"/>
                </a:lnTo>
                <a:lnTo>
                  <a:pt x="93" y="98"/>
                </a:lnTo>
                <a:lnTo>
                  <a:pt x="91" y="99"/>
                </a:lnTo>
                <a:lnTo>
                  <a:pt x="89" y="100"/>
                </a:lnTo>
                <a:lnTo>
                  <a:pt x="86" y="104"/>
                </a:lnTo>
                <a:lnTo>
                  <a:pt x="84" y="106"/>
                </a:lnTo>
                <a:lnTo>
                  <a:pt x="81" y="108"/>
                </a:lnTo>
                <a:lnTo>
                  <a:pt x="80" y="112"/>
                </a:lnTo>
                <a:lnTo>
                  <a:pt x="77" y="115"/>
                </a:lnTo>
                <a:lnTo>
                  <a:pt x="77" y="119"/>
                </a:lnTo>
                <a:lnTo>
                  <a:pt x="75" y="120"/>
                </a:lnTo>
                <a:lnTo>
                  <a:pt x="74" y="120"/>
                </a:lnTo>
                <a:lnTo>
                  <a:pt x="73" y="120"/>
                </a:lnTo>
                <a:lnTo>
                  <a:pt x="69" y="120"/>
                </a:lnTo>
                <a:lnTo>
                  <a:pt x="65" y="121"/>
                </a:lnTo>
                <a:lnTo>
                  <a:pt x="61" y="122"/>
                </a:lnTo>
                <a:lnTo>
                  <a:pt x="58" y="122"/>
                </a:lnTo>
                <a:lnTo>
                  <a:pt x="54" y="121"/>
                </a:lnTo>
                <a:lnTo>
                  <a:pt x="51" y="120"/>
                </a:lnTo>
                <a:lnTo>
                  <a:pt x="49" y="120"/>
                </a:lnTo>
                <a:lnTo>
                  <a:pt x="43" y="116"/>
                </a:lnTo>
                <a:lnTo>
                  <a:pt x="37" y="112"/>
                </a:lnTo>
                <a:lnTo>
                  <a:pt x="34" y="110"/>
                </a:lnTo>
                <a:lnTo>
                  <a:pt x="31" y="108"/>
                </a:lnTo>
                <a:lnTo>
                  <a:pt x="28" y="107"/>
                </a:lnTo>
                <a:lnTo>
                  <a:pt x="25" y="105"/>
                </a:lnTo>
                <a:lnTo>
                  <a:pt x="19" y="103"/>
                </a:lnTo>
                <a:lnTo>
                  <a:pt x="17" y="102"/>
                </a:lnTo>
                <a:lnTo>
                  <a:pt x="18" y="101"/>
                </a:lnTo>
                <a:lnTo>
                  <a:pt x="21" y="98"/>
                </a:lnTo>
                <a:lnTo>
                  <a:pt x="25" y="93"/>
                </a:lnTo>
                <a:lnTo>
                  <a:pt x="29" y="89"/>
                </a:lnTo>
                <a:lnTo>
                  <a:pt x="31" y="86"/>
                </a:lnTo>
                <a:lnTo>
                  <a:pt x="33" y="82"/>
                </a:lnTo>
                <a:lnTo>
                  <a:pt x="34" y="80"/>
                </a:lnTo>
                <a:lnTo>
                  <a:pt x="36" y="79"/>
                </a:lnTo>
                <a:lnTo>
                  <a:pt x="37" y="76"/>
                </a:lnTo>
                <a:lnTo>
                  <a:pt x="39" y="75"/>
                </a:lnTo>
                <a:lnTo>
                  <a:pt x="41" y="73"/>
                </a:lnTo>
                <a:lnTo>
                  <a:pt x="43" y="72"/>
                </a:lnTo>
                <a:lnTo>
                  <a:pt x="45" y="71"/>
                </a:lnTo>
                <a:lnTo>
                  <a:pt x="47" y="69"/>
                </a:lnTo>
                <a:lnTo>
                  <a:pt x="49" y="68"/>
                </a:lnTo>
                <a:lnTo>
                  <a:pt x="53" y="67"/>
                </a:lnTo>
                <a:lnTo>
                  <a:pt x="56" y="67"/>
                </a:lnTo>
                <a:lnTo>
                  <a:pt x="60" y="67"/>
                </a:lnTo>
                <a:lnTo>
                  <a:pt x="65" y="67"/>
                </a:lnTo>
                <a:lnTo>
                  <a:pt x="68" y="67"/>
                </a:lnTo>
                <a:lnTo>
                  <a:pt x="71" y="68"/>
                </a:lnTo>
                <a:lnTo>
                  <a:pt x="74" y="69"/>
                </a:lnTo>
                <a:lnTo>
                  <a:pt x="77" y="71"/>
                </a:lnTo>
                <a:lnTo>
                  <a:pt x="80" y="72"/>
                </a:lnTo>
                <a:lnTo>
                  <a:pt x="82" y="74"/>
                </a:lnTo>
                <a:lnTo>
                  <a:pt x="85" y="76"/>
                </a:lnTo>
                <a:lnTo>
                  <a:pt x="88" y="78"/>
                </a:lnTo>
                <a:lnTo>
                  <a:pt x="90" y="81"/>
                </a:lnTo>
                <a:lnTo>
                  <a:pt x="92" y="84"/>
                </a:lnTo>
                <a:lnTo>
                  <a:pt x="93" y="88"/>
                </a:lnTo>
                <a:lnTo>
                  <a:pt x="96" y="93"/>
                </a:lnTo>
                <a:lnTo>
                  <a:pt x="97" y="95"/>
                </a:lnTo>
                <a:lnTo>
                  <a:pt x="97" y="9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0320" rIns="90000" bIns="40320" anchor="ctr">
            <a:noAutofit/>
          </a:bodyPr>
          <a:lstStyle/>
          <a:p>
            <a:endParaRPr/>
          </a:p>
        </p:txBody>
      </p:sp>
      <p:sp>
        <p:nvSpPr>
          <p:cNvPr id="13" name="ïṩļïḓe">
            <a:extLst>
              <a:ext uri="{FF2B5EF4-FFF2-40B4-BE49-F238E27FC236}">
                <a16:creationId xmlns:a16="http://schemas.microsoft.com/office/drawing/2014/main" id="{471D57C1-FF3F-44BD-9AB3-2FA2C690C0C9}"/>
              </a:ext>
            </a:extLst>
          </p:cNvPr>
          <p:cNvSpPr>
            <a:spLocks noGrp="1"/>
          </p:cNvSpPr>
          <p:nvPr/>
        </p:nvSpPr>
        <p:spPr>
          <a:xfrm>
            <a:off x="746640" y="666720"/>
            <a:ext cx="64800" cy="59040"/>
          </a:xfrm>
          <a:custGeom>
            <a:avLst/>
            <a:gdLst>
              <a:gd name="textAreaLeft" fmla="*/ 0 w 64800"/>
              <a:gd name="textAreaRight" fmla="*/ 65160 w 64800"/>
              <a:gd name="textAreaTop" fmla="*/ 0 h 59040"/>
              <a:gd name="textAreaBottom" fmla="*/ 59400 h 59040"/>
              <a:gd name="GluePoint1X" fmla="*/ 27 w 149"/>
              <a:gd name="GluePoint1Y" fmla="*/ 59 h 136"/>
              <a:gd name="GluePoint2X" fmla="*/ 21 w 149"/>
              <a:gd name="GluePoint2Y" fmla="*/ 66 h 136"/>
              <a:gd name="GluePoint3X" fmla="*/ 19 w 149"/>
              <a:gd name="GluePoint3Y" fmla="*/ 59 h 136"/>
              <a:gd name="GluePoint4X" fmla="*/ 9 w 149"/>
              <a:gd name="GluePoint4Y" fmla="*/ 54 h 136"/>
              <a:gd name="GluePoint5X" fmla="*/ 1 w 149"/>
              <a:gd name="GluePoint5Y" fmla="*/ 49 h 136"/>
              <a:gd name="GluePoint6X" fmla="*/ 3 w 149"/>
              <a:gd name="GluePoint6Y" fmla="*/ 35 h 136"/>
              <a:gd name="GluePoint7X" fmla="*/ 9 w 149"/>
              <a:gd name="GluePoint7Y" fmla="*/ 34 h 136"/>
              <a:gd name="GluePoint8X" fmla="*/ 20 w 149"/>
              <a:gd name="GluePoint8Y" fmla="*/ 43 h 136"/>
              <a:gd name="GluePoint9X" fmla="*/ 21 w 149"/>
              <a:gd name="GluePoint9Y" fmla="*/ 35 h 136"/>
              <a:gd name="GluePoint10X" fmla="*/ 8 w 149"/>
              <a:gd name="GluePoint10Y" fmla="*/ 8 h 136"/>
              <a:gd name="GluePoint11X" fmla="*/ 17 w 149"/>
              <a:gd name="GluePoint11Y" fmla="*/ 0 h 136"/>
              <a:gd name="GluePoint12X" fmla="*/ 24 w 149"/>
              <a:gd name="GluePoint12Y" fmla="*/ 6 h 136"/>
              <a:gd name="GluePoint13X" fmla="*/ 29 w 149"/>
              <a:gd name="GluePoint13Y" fmla="*/ 38 h 136"/>
              <a:gd name="GluePoint14X" fmla="*/ 31 w 149"/>
              <a:gd name="GluePoint14Y" fmla="*/ 49 h 136"/>
              <a:gd name="GluePoint15X" fmla="*/ 46 w 149"/>
              <a:gd name="GluePoint15Y" fmla="*/ 61 h 136"/>
              <a:gd name="GluePoint16X" fmla="*/ 46 w 149"/>
              <a:gd name="GluePoint16Y" fmla="*/ 55 h 136"/>
              <a:gd name="GluePoint17X" fmla="*/ 41 w 149"/>
              <a:gd name="GluePoint17Y" fmla="*/ 43 h 136"/>
              <a:gd name="GluePoint18X" fmla="*/ 47 w 149"/>
              <a:gd name="GluePoint18Y" fmla="*/ 41 h 136"/>
              <a:gd name="GluePoint19X" fmla="*/ 34 w 149"/>
              <a:gd name="GluePoint19Y" fmla="*/ 24 h 136"/>
              <a:gd name="GluePoint20X" fmla="*/ 38 w 149"/>
              <a:gd name="GluePoint20Y" fmla="*/ 19 h 136"/>
              <a:gd name="GluePoint21X" fmla="*/ 45 w 149"/>
              <a:gd name="GluePoint21Y" fmla="*/ 26 h 136"/>
              <a:gd name="GluePoint22X" fmla="*/ 49 w 149"/>
              <a:gd name="GluePoint22Y" fmla="*/ 28 h 136"/>
              <a:gd name="GluePoint23X" fmla="*/ 45 w 149"/>
              <a:gd name="GluePoint23Y" fmla="*/ 10 h 136"/>
              <a:gd name="GluePoint24X" fmla="*/ 50 w 149"/>
              <a:gd name="GluePoint24Y" fmla="*/ 8 h 136"/>
              <a:gd name="GluePoint25X" fmla="*/ 53 w 149"/>
              <a:gd name="GluePoint25Y" fmla="*/ 28 h 136"/>
              <a:gd name="GluePoint26X" fmla="*/ 67 w 149"/>
              <a:gd name="GluePoint26Y" fmla="*/ 56 h 136"/>
              <a:gd name="GluePoint27X" fmla="*/ 68 w 149"/>
              <a:gd name="GluePoint27Y" fmla="*/ 37 h 136"/>
              <a:gd name="GluePoint28X" fmla="*/ 70 w 149"/>
              <a:gd name="GluePoint28Y" fmla="*/ 13 h 136"/>
              <a:gd name="GluePoint29X" fmla="*/ 77 w 149"/>
              <a:gd name="GluePoint29Y" fmla="*/ 20 h 136"/>
              <a:gd name="GluePoint30X" fmla="*/ 73 w 149"/>
              <a:gd name="GluePoint30Y" fmla="*/ 37 h 136"/>
              <a:gd name="GluePoint31X" fmla="*/ 85 w 149"/>
              <a:gd name="GluePoint31Y" fmla="*/ 64 h 136"/>
              <a:gd name="GluePoint32X" fmla="*/ 97 w 149"/>
              <a:gd name="GluePoint32Y" fmla="*/ 67 h 136"/>
              <a:gd name="GluePoint33X" fmla="*/ 100 w 149"/>
              <a:gd name="GluePoint33Y" fmla="*/ 55 h 136"/>
              <a:gd name="GluePoint34X" fmla="*/ 106 w 149"/>
              <a:gd name="GluePoint34Y" fmla="*/ 59 h 136"/>
              <a:gd name="GluePoint35X" fmla="*/ 105 w 149"/>
              <a:gd name="GluePoint35Y" fmla="*/ 71 h 136"/>
              <a:gd name="GluePoint36X" fmla="*/ 142 w 149"/>
              <a:gd name="GluePoint36Y" fmla="*/ 82 h 136"/>
              <a:gd name="GluePoint37X" fmla="*/ 148 w 149"/>
              <a:gd name="GluePoint37Y" fmla="*/ 91 h 136"/>
              <a:gd name="GluePoint38X" fmla="*/ 132 w 149"/>
              <a:gd name="GluePoint38Y" fmla="*/ 98 h 136"/>
              <a:gd name="GluePoint39X" fmla="*/ 133 w 149"/>
              <a:gd name="GluePoint39Y" fmla="*/ 92 h 136"/>
              <a:gd name="GluePoint40X" fmla="*/ 109 w 149"/>
              <a:gd name="GluePoint40Y" fmla="*/ 80 h 136"/>
              <a:gd name="GluePoint41X" fmla="*/ 109 w 149"/>
              <a:gd name="GluePoint41Y" fmla="*/ 91 h 136"/>
              <a:gd name="GluePoint42X" fmla="*/ 113 w 149"/>
              <a:gd name="GluePoint42Y" fmla="*/ 101 h 136"/>
              <a:gd name="GluePoint43X" fmla="*/ 101 w 149"/>
              <a:gd name="GluePoint43Y" fmla="*/ 104 h 136"/>
              <a:gd name="GluePoint44X" fmla="*/ 97 w 149"/>
              <a:gd name="GluePoint44Y" fmla="*/ 87 h 136"/>
              <a:gd name="GluePoint45X" fmla="*/ 76 w 149"/>
              <a:gd name="GluePoint45Y" fmla="*/ 71 h 136"/>
              <a:gd name="GluePoint46X" fmla="*/ 81 w 149"/>
              <a:gd name="GluePoint46Y" fmla="*/ 96 h 136"/>
              <a:gd name="GluePoint47X" fmla="*/ 91 w 149"/>
              <a:gd name="GluePoint47Y" fmla="*/ 125 h 136"/>
              <a:gd name="GluePoint48X" fmla="*/ 86 w 149"/>
              <a:gd name="GluePoint48Y" fmla="*/ 136 h 136"/>
              <a:gd name="GluePoint49X" fmla="*/ 76 w 149"/>
              <a:gd name="GluePoint49Y" fmla="*/ 124 h 136"/>
              <a:gd name="GluePoint50X" fmla="*/ 70 w 149"/>
              <a:gd name="GluePoint50Y" fmla="*/ 78 h 136"/>
              <a:gd name="GluePoint51X" fmla="*/ 57 w 149"/>
              <a:gd name="GluePoint51Y" fmla="*/ 60 h 136"/>
              <a:gd name="GluePoint52X" fmla="*/ 55 w 149"/>
              <a:gd name="GluePoint52Y" fmla="*/ 71 h 136"/>
              <a:gd name="GluePoint53X" fmla="*/ 56 w 149"/>
              <a:gd name="GluePoint53Y" fmla="*/ 91 h 136"/>
              <a:gd name="GluePoint54X" fmla="*/ 47 w 149"/>
              <a:gd name="GluePoint54Y" fmla="*/ 89 h 136"/>
              <a:gd name="GluePoint55X" fmla="*/ 41 w 149"/>
              <a:gd name="GluePoint55Y" fmla="*/ 68 h 136"/>
            </a:gdLst>
            <a:ahLst/>
            <a:cxnLst/>
            <a:rect l="textAreaLeft" t="textAreaTop" r="textAreaRight" b="textAreaBottom"/>
            <a:pathLst>
              <a:path w="149" h="136">
                <a:moveTo>
                  <a:pt x="32" y="60"/>
                </a:moveTo>
                <a:lnTo>
                  <a:pt x="31" y="60"/>
                </a:lnTo>
                <a:lnTo>
                  <a:pt x="29" y="59"/>
                </a:lnTo>
                <a:lnTo>
                  <a:pt x="29" y="58"/>
                </a:lnTo>
                <a:lnTo>
                  <a:pt x="28" y="58"/>
                </a:lnTo>
                <a:lnTo>
                  <a:pt x="27" y="58"/>
                </a:lnTo>
                <a:lnTo>
                  <a:pt x="27" y="59"/>
                </a:lnTo>
                <a:lnTo>
                  <a:pt x="26" y="62"/>
                </a:lnTo>
                <a:lnTo>
                  <a:pt x="25" y="64"/>
                </a:lnTo>
                <a:lnTo>
                  <a:pt x="25" y="66"/>
                </a:lnTo>
                <a:lnTo>
                  <a:pt x="24" y="66"/>
                </a:lnTo>
                <a:lnTo>
                  <a:pt x="24" y="67"/>
                </a:lnTo>
                <a:lnTo>
                  <a:pt x="23" y="67"/>
                </a:lnTo>
                <a:lnTo>
                  <a:pt x="21" y="66"/>
                </a:lnTo>
                <a:lnTo>
                  <a:pt x="20" y="66"/>
                </a:lnTo>
                <a:lnTo>
                  <a:pt x="19" y="65"/>
                </a:lnTo>
                <a:lnTo>
                  <a:pt x="18" y="65"/>
                </a:lnTo>
                <a:lnTo>
                  <a:pt x="18" y="64"/>
                </a:lnTo>
                <a:lnTo>
                  <a:pt x="18" y="63"/>
                </a:lnTo>
                <a:lnTo>
                  <a:pt x="18" y="62"/>
                </a:lnTo>
                <a:lnTo>
                  <a:pt x="19" y="59"/>
                </a:lnTo>
                <a:lnTo>
                  <a:pt x="19" y="58"/>
                </a:lnTo>
                <a:lnTo>
                  <a:pt x="19" y="57"/>
                </a:lnTo>
                <a:lnTo>
                  <a:pt x="19" y="56"/>
                </a:lnTo>
                <a:lnTo>
                  <a:pt x="18" y="56"/>
                </a:lnTo>
                <a:lnTo>
                  <a:pt x="16" y="55"/>
                </a:lnTo>
                <a:lnTo>
                  <a:pt x="13" y="55"/>
                </a:lnTo>
                <a:lnTo>
                  <a:pt x="9" y="54"/>
                </a:lnTo>
                <a:lnTo>
                  <a:pt x="8" y="53"/>
                </a:lnTo>
                <a:lnTo>
                  <a:pt x="7" y="52"/>
                </a:lnTo>
                <a:lnTo>
                  <a:pt x="5" y="52"/>
                </a:lnTo>
                <a:lnTo>
                  <a:pt x="3" y="51"/>
                </a:lnTo>
                <a:lnTo>
                  <a:pt x="2" y="51"/>
                </a:lnTo>
                <a:lnTo>
                  <a:pt x="1" y="50"/>
                </a:lnTo>
                <a:lnTo>
                  <a:pt x="1" y="49"/>
                </a:lnTo>
                <a:lnTo>
                  <a:pt x="0" y="46"/>
                </a:lnTo>
                <a:lnTo>
                  <a:pt x="1" y="43"/>
                </a:lnTo>
                <a:lnTo>
                  <a:pt x="1" y="41"/>
                </a:lnTo>
                <a:lnTo>
                  <a:pt x="1" y="39"/>
                </a:lnTo>
                <a:lnTo>
                  <a:pt x="1" y="38"/>
                </a:lnTo>
                <a:lnTo>
                  <a:pt x="2" y="37"/>
                </a:lnTo>
                <a:lnTo>
                  <a:pt x="3" y="35"/>
                </a:lnTo>
                <a:lnTo>
                  <a:pt x="4" y="35"/>
                </a:lnTo>
                <a:lnTo>
                  <a:pt x="5" y="34"/>
                </a:lnTo>
                <a:lnTo>
                  <a:pt x="5" y="34"/>
                </a:lnTo>
                <a:lnTo>
                  <a:pt x="6" y="34"/>
                </a:lnTo>
                <a:lnTo>
                  <a:pt x="7" y="34"/>
                </a:lnTo>
                <a:lnTo>
                  <a:pt x="9" y="34"/>
                </a:lnTo>
                <a:lnTo>
                  <a:pt x="9" y="34"/>
                </a:lnTo>
                <a:lnTo>
                  <a:pt x="10" y="34"/>
                </a:lnTo>
                <a:lnTo>
                  <a:pt x="11" y="35"/>
                </a:lnTo>
                <a:lnTo>
                  <a:pt x="12" y="35"/>
                </a:lnTo>
                <a:lnTo>
                  <a:pt x="13" y="37"/>
                </a:lnTo>
                <a:lnTo>
                  <a:pt x="16" y="39"/>
                </a:lnTo>
                <a:lnTo>
                  <a:pt x="19" y="42"/>
                </a:lnTo>
                <a:lnTo>
                  <a:pt x="20" y="43"/>
                </a:lnTo>
                <a:lnTo>
                  <a:pt x="21" y="43"/>
                </a:lnTo>
                <a:lnTo>
                  <a:pt x="21" y="43"/>
                </a:lnTo>
                <a:lnTo>
                  <a:pt x="22" y="43"/>
                </a:lnTo>
                <a:lnTo>
                  <a:pt x="22" y="43"/>
                </a:lnTo>
                <a:lnTo>
                  <a:pt x="22" y="42"/>
                </a:lnTo>
                <a:lnTo>
                  <a:pt x="21" y="39"/>
                </a:lnTo>
                <a:lnTo>
                  <a:pt x="21" y="35"/>
                </a:lnTo>
                <a:lnTo>
                  <a:pt x="19" y="30"/>
                </a:lnTo>
                <a:lnTo>
                  <a:pt x="17" y="26"/>
                </a:lnTo>
                <a:lnTo>
                  <a:pt x="14" y="19"/>
                </a:lnTo>
                <a:lnTo>
                  <a:pt x="11" y="14"/>
                </a:lnTo>
                <a:lnTo>
                  <a:pt x="9" y="12"/>
                </a:lnTo>
                <a:lnTo>
                  <a:pt x="9" y="10"/>
                </a:lnTo>
                <a:lnTo>
                  <a:pt x="8" y="8"/>
                </a:lnTo>
                <a:lnTo>
                  <a:pt x="8" y="7"/>
                </a:lnTo>
                <a:lnTo>
                  <a:pt x="9" y="6"/>
                </a:lnTo>
                <a:lnTo>
                  <a:pt x="9" y="4"/>
                </a:lnTo>
                <a:lnTo>
                  <a:pt x="11" y="2"/>
                </a:lnTo>
                <a:lnTo>
                  <a:pt x="12" y="2"/>
                </a:lnTo>
                <a:lnTo>
                  <a:pt x="14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20" y="1"/>
                </a:lnTo>
                <a:lnTo>
                  <a:pt x="21" y="2"/>
                </a:lnTo>
                <a:lnTo>
                  <a:pt x="23" y="3"/>
                </a:lnTo>
                <a:lnTo>
                  <a:pt x="24" y="4"/>
                </a:lnTo>
                <a:lnTo>
                  <a:pt x="24" y="6"/>
                </a:lnTo>
                <a:lnTo>
                  <a:pt x="24" y="9"/>
                </a:lnTo>
                <a:lnTo>
                  <a:pt x="24" y="13"/>
                </a:lnTo>
                <a:lnTo>
                  <a:pt x="25" y="17"/>
                </a:lnTo>
                <a:lnTo>
                  <a:pt x="27" y="23"/>
                </a:lnTo>
                <a:lnTo>
                  <a:pt x="27" y="28"/>
                </a:lnTo>
                <a:lnTo>
                  <a:pt x="28" y="32"/>
                </a:lnTo>
                <a:lnTo>
                  <a:pt x="29" y="38"/>
                </a:lnTo>
                <a:lnTo>
                  <a:pt x="29" y="41"/>
                </a:lnTo>
                <a:lnTo>
                  <a:pt x="29" y="45"/>
                </a:lnTo>
                <a:lnTo>
                  <a:pt x="29" y="46"/>
                </a:lnTo>
                <a:lnTo>
                  <a:pt x="29" y="47"/>
                </a:lnTo>
                <a:lnTo>
                  <a:pt x="29" y="48"/>
                </a:lnTo>
                <a:lnTo>
                  <a:pt x="30" y="49"/>
                </a:lnTo>
                <a:lnTo>
                  <a:pt x="31" y="49"/>
                </a:lnTo>
                <a:lnTo>
                  <a:pt x="32" y="49"/>
                </a:lnTo>
                <a:lnTo>
                  <a:pt x="33" y="50"/>
                </a:lnTo>
                <a:lnTo>
                  <a:pt x="36" y="52"/>
                </a:lnTo>
                <a:lnTo>
                  <a:pt x="39" y="55"/>
                </a:lnTo>
                <a:lnTo>
                  <a:pt x="41" y="57"/>
                </a:lnTo>
                <a:lnTo>
                  <a:pt x="44" y="59"/>
                </a:lnTo>
                <a:lnTo>
                  <a:pt x="46" y="61"/>
                </a:lnTo>
                <a:lnTo>
                  <a:pt x="46" y="61"/>
                </a:lnTo>
                <a:lnTo>
                  <a:pt x="47" y="61"/>
                </a:lnTo>
                <a:lnTo>
                  <a:pt x="47" y="60"/>
                </a:lnTo>
                <a:lnTo>
                  <a:pt x="47" y="59"/>
                </a:lnTo>
                <a:lnTo>
                  <a:pt x="47" y="57"/>
                </a:lnTo>
                <a:lnTo>
                  <a:pt x="47" y="56"/>
                </a:lnTo>
                <a:lnTo>
                  <a:pt x="46" y="55"/>
                </a:lnTo>
                <a:lnTo>
                  <a:pt x="46" y="54"/>
                </a:lnTo>
                <a:lnTo>
                  <a:pt x="44" y="51"/>
                </a:lnTo>
                <a:lnTo>
                  <a:pt x="41" y="47"/>
                </a:lnTo>
                <a:lnTo>
                  <a:pt x="41" y="46"/>
                </a:lnTo>
                <a:lnTo>
                  <a:pt x="41" y="44"/>
                </a:lnTo>
                <a:lnTo>
                  <a:pt x="41" y="43"/>
                </a:lnTo>
                <a:lnTo>
                  <a:pt x="41" y="43"/>
                </a:lnTo>
                <a:lnTo>
                  <a:pt x="41" y="42"/>
                </a:lnTo>
                <a:lnTo>
                  <a:pt x="41" y="42"/>
                </a:lnTo>
                <a:lnTo>
                  <a:pt x="44" y="42"/>
                </a:lnTo>
                <a:lnTo>
                  <a:pt x="46" y="42"/>
                </a:lnTo>
                <a:lnTo>
                  <a:pt x="47" y="42"/>
                </a:lnTo>
                <a:lnTo>
                  <a:pt x="47" y="42"/>
                </a:lnTo>
                <a:lnTo>
                  <a:pt x="47" y="41"/>
                </a:lnTo>
                <a:lnTo>
                  <a:pt x="46" y="40"/>
                </a:lnTo>
                <a:lnTo>
                  <a:pt x="44" y="37"/>
                </a:lnTo>
                <a:lnTo>
                  <a:pt x="41" y="34"/>
                </a:lnTo>
                <a:lnTo>
                  <a:pt x="38" y="30"/>
                </a:lnTo>
                <a:lnTo>
                  <a:pt x="37" y="28"/>
                </a:lnTo>
                <a:lnTo>
                  <a:pt x="35" y="26"/>
                </a:lnTo>
                <a:lnTo>
                  <a:pt x="34" y="24"/>
                </a:lnTo>
                <a:lnTo>
                  <a:pt x="33" y="22"/>
                </a:lnTo>
                <a:lnTo>
                  <a:pt x="33" y="22"/>
                </a:lnTo>
                <a:lnTo>
                  <a:pt x="34" y="21"/>
                </a:lnTo>
                <a:lnTo>
                  <a:pt x="35" y="19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9"/>
                </a:lnTo>
                <a:lnTo>
                  <a:pt x="41" y="20"/>
                </a:lnTo>
                <a:lnTo>
                  <a:pt x="41" y="22"/>
                </a:lnTo>
                <a:lnTo>
                  <a:pt x="42" y="23"/>
                </a:lnTo>
                <a:lnTo>
                  <a:pt x="44" y="25"/>
                </a:lnTo>
                <a:lnTo>
                  <a:pt x="44" y="26"/>
                </a:lnTo>
                <a:lnTo>
                  <a:pt x="45" y="26"/>
                </a:lnTo>
                <a:lnTo>
                  <a:pt x="45" y="27"/>
                </a:lnTo>
                <a:lnTo>
                  <a:pt x="46" y="27"/>
                </a:lnTo>
                <a:lnTo>
                  <a:pt x="47" y="28"/>
                </a:lnTo>
                <a:lnTo>
                  <a:pt x="48" y="29"/>
                </a:lnTo>
                <a:lnTo>
                  <a:pt x="49" y="29"/>
                </a:lnTo>
                <a:lnTo>
                  <a:pt x="49" y="28"/>
                </a:lnTo>
                <a:lnTo>
                  <a:pt x="49" y="28"/>
                </a:lnTo>
                <a:lnTo>
                  <a:pt x="49" y="26"/>
                </a:lnTo>
                <a:lnTo>
                  <a:pt x="48" y="23"/>
                </a:lnTo>
                <a:lnTo>
                  <a:pt x="46" y="19"/>
                </a:lnTo>
                <a:lnTo>
                  <a:pt x="45" y="16"/>
                </a:lnTo>
                <a:lnTo>
                  <a:pt x="45" y="14"/>
                </a:lnTo>
                <a:lnTo>
                  <a:pt x="45" y="13"/>
                </a:lnTo>
                <a:lnTo>
                  <a:pt x="45" y="10"/>
                </a:lnTo>
                <a:lnTo>
                  <a:pt x="46" y="8"/>
                </a:lnTo>
                <a:lnTo>
                  <a:pt x="48" y="6"/>
                </a:lnTo>
                <a:lnTo>
                  <a:pt x="48" y="6"/>
                </a:lnTo>
                <a:lnTo>
                  <a:pt x="49" y="6"/>
                </a:lnTo>
                <a:lnTo>
                  <a:pt x="49" y="6"/>
                </a:lnTo>
                <a:lnTo>
                  <a:pt x="49" y="6"/>
                </a:lnTo>
                <a:lnTo>
                  <a:pt x="50" y="8"/>
                </a:lnTo>
                <a:lnTo>
                  <a:pt x="51" y="10"/>
                </a:lnTo>
                <a:lnTo>
                  <a:pt x="51" y="12"/>
                </a:lnTo>
                <a:lnTo>
                  <a:pt x="52" y="15"/>
                </a:lnTo>
                <a:lnTo>
                  <a:pt x="53" y="18"/>
                </a:lnTo>
                <a:lnTo>
                  <a:pt x="53" y="22"/>
                </a:lnTo>
                <a:lnTo>
                  <a:pt x="53" y="26"/>
                </a:lnTo>
                <a:lnTo>
                  <a:pt x="53" y="28"/>
                </a:lnTo>
                <a:lnTo>
                  <a:pt x="53" y="30"/>
                </a:lnTo>
                <a:lnTo>
                  <a:pt x="53" y="32"/>
                </a:lnTo>
                <a:lnTo>
                  <a:pt x="56" y="37"/>
                </a:lnTo>
                <a:lnTo>
                  <a:pt x="60" y="44"/>
                </a:lnTo>
                <a:lnTo>
                  <a:pt x="64" y="51"/>
                </a:lnTo>
                <a:lnTo>
                  <a:pt x="66" y="55"/>
                </a:lnTo>
                <a:lnTo>
                  <a:pt x="67" y="56"/>
                </a:lnTo>
                <a:lnTo>
                  <a:pt x="68" y="56"/>
                </a:lnTo>
                <a:lnTo>
                  <a:pt x="68" y="56"/>
                </a:lnTo>
                <a:lnTo>
                  <a:pt x="69" y="55"/>
                </a:lnTo>
                <a:lnTo>
                  <a:pt x="69" y="55"/>
                </a:lnTo>
                <a:lnTo>
                  <a:pt x="69" y="55"/>
                </a:lnTo>
                <a:lnTo>
                  <a:pt x="68" y="47"/>
                </a:lnTo>
                <a:lnTo>
                  <a:pt x="68" y="37"/>
                </a:lnTo>
                <a:lnTo>
                  <a:pt x="68" y="30"/>
                </a:lnTo>
                <a:lnTo>
                  <a:pt x="68" y="26"/>
                </a:lnTo>
                <a:lnTo>
                  <a:pt x="68" y="22"/>
                </a:lnTo>
                <a:lnTo>
                  <a:pt x="68" y="19"/>
                </a:lnTo>
                <a:lnTo>
                  <a:pt x="69" y="16"/>
                </a:lnTo>
                <a:lnTo>
                  <a:pt x="70" y="14"/>
                </a:lnTo>
                <a:lnTo>
                  <a:pt x="70" y="13"/>
                </a:lnTo>
                <a:lnTo>
                  <a:pt x="71" y="13"/>
                </a:lnTo>
                <a:lnTo>
                  <a:pt x="72" y="12"/>
                </a:lnTo>
                <a:lnTo>
                  <a:pt x="72" y="12"/>
                </a:lnTo>
                <a:lnTo>
                  <a:pt x="73" y="14"/>
                </a:lnTo>
                <a:lnTo>
                  <a:pt x="76" y="15"/>
                </a:lnTo>
                <a:lnTo>
                  <a:pt x="77" y="18"/>
                </a:lnTo>
                <a:lnTo>
                  <a:pt x="77" y="20"/>
                </a:lnTo>
                <a:lnTo>
                  <a:pt x="77" y="22"/>
                </a:lnTo>
                <a:lnTo>
                  <a:pt x="77" y="25"/>
                </a:lnTo>
                <a:lnTo>
                  <a:pt x="76" y="26"/>
                </a:lnTo>
                <a:lnTo>
                  <a:pt x="74" y="29"/>
                </a:lnTo>
                <a:lnTo>
                  <a:pt x="74" y="30"/>
                </a:lnTo>
                <a:lnTo>
                  <a:pt x="73" y="34"/>
                </a:lnTo>
                <a:lnTo>
                  <a:pt x="73" y="37"/>
                </a:lnTo>
                <a:lnTo>
                  <a:pt x="73" y="40"/>
                </a:lnTo>
                <a:lnTo>
                  <a:pt x="73" y="47"/>
                </a:lnTo>
                <a:lnTo>
                  <a:pt x="73" y="52"/>
                </a:lnTo>
                <a:lnTo>
                  <a:pt x="74" y="56"/>
                </a:lnTo>
                <a:lnTo>
                  <a:pt x="74" y="58"/>
                </a:lnTo>
                <a:lnTo>
                  <a:pt x="78" y="60"/>
                </a:lnTo>
                <a:lnTo>
                  <a:pt x="85" y="64"/>
                </a:lnTo>
                <a:lnTo>
                  <a:pt x="89" y="66"/>
                </a:lnTo>
                <a:lnTo>
                  <a:pt x="92" y="67"/>
                </a:lnTo>
                <a:lnTo>
                  <a:pt x="94" y="67"/>
                </a:lnTo>
                <a:lnTo>
                  <a:pt x="95" y="67"/>
                </a:lnTo>
                <a:lnTo>
                  <a:pt x="96" y="67"/>
                </a:lnTo>
                <a:lnTo>
                  <a:pt x="97" y="67"/>
                </a:lnTo>
                <a:lnTo>
                  <a:pt x="97" y="67"/>
                </a:lnTo>
                <a:lnTo>
                  <a:pt x="97" y="66"/>
                </a:lnTo>
                <a:lnTo>
                  <a:pt x="97" y="63"/>
                </a:lnTo>
                <a:lnTo>
                  <a:pt x="97" y="59"/>
                </a:lnTo>
                <a:lnTo>
                  <a:pt x="97" y="58"/>
                </a:lnTo>
                <a:lnTo>
                  <a:pt x="98" y="56"/>
                </a:lnTo>
                <a:lnTo>
                  <a:pt x="99" y="55"/>
                </a:lnTo>
                <a:lnTo>
                  <a:pt x="100" y="55"/>
                </a:lnTo>
                <a:lnTo>
                  <a:pt x="101" y="55"/>
                </a:lnTo>
                <a:lnTo>
                  <a:pt x="102" y="55"/>
                </a:lnTo>
                <a:lnTo>
                  <a:pt x="104" y="55"/>
                </a:lnTo>
                <a:lnTo>
                  <a:pt x="105" y="56"/>
                </a:lnTo>
                <a:lnTo>
                  <a:pt x="105" y="57"/>
                </a:lnTo>
                <a:lnTo>
                  <a:pt x="105" y="58"/>
                </a:lnTo>
                <a:lnTo>
                  <a:pt x="106" y="59"/>
                </a:lnTo>
                <a:lnTo>
                  <a:pt x="106" y="59"/>
                </a:lnTo>
                <a:lnTo>
                  <a:pt x="105" y="63"/>
                </a:lnTo>
                <a:lnTo>
                  <a:pt x="105" y="66"/>
                </a:lnTo>
                <a:lnTo>
                  <a:pt x="104" y="67"/>
                </a:lnTo>
                <a:lnTo>
                  <a:pt x="104" y="69"/>
                </a:lnTo>
                <a:lnTo>
                  <a:pt x="105" y="71"/>
                </a:lnTo>
                <a:lnTo>
                  <a:pt x="105" y="71"/>
                </a:lnTo>
                <a:lnTo>
                  <a:pt x="110" y="73"/>
                </a:lnTo>
                <a:lnTo>
                  <a:pt x="120" y="75"/>
                </a:lnTo>
                <a:lnTo>
                  <a:pt x="129" y="78"/>
                </a:lnTo>
                <a:lnTo>
                  <a:pt x="135" y="79"/>
                </a:lnTo>
                <a:lnTo>
                  <a:pt x="137" y="80"/>
                </a:lnTo>
                <a:lnTo>
                  <a:pt x="140" y="81"/>
                </a:lnTo>
                <a:lnTo>
                  <a:pt x="142" y="82"/>
                </a:lnTo>
                <a:lnTo>
                  <a:pt x="145" y="84"/>
                </a:lnTo>
                <a:lnTo>
                  <a:pt x="147" y="86"/>
                </a:lnTo>
                <a:lnTo>
                  <a:pt x="149" y="87"/>
                </a:lnTo>
                <a:lnTo>
                  <a:pt x="149" y="88"/>
                </a:lnTo>
                <a:lnTo>
                  <a:pt x="149" y="89"/>
                </a:lnTo>
                <a:lnTo>
                  <a:pt x="148" y="90"/>
                </a:lnTo>
                <a:lnTo>
                  <a:pt x="148" y="91"/>
                </a:lnTo>
                <a:lnTo>
                  <a:pt x="144" y="95"/>
                </a:lnTo>
                <a:lnTo>
                  <a:pt x="140" y="97"/>
                </a:lnTo>
                <a:lnTo>
                  <a:pt x="137" y="98"/>
                </a:lnTo>
                <a:lnTo>
                  <a:pt x="135" y="99"/>
                </a:lnTo>
                <a:lnTo>
                  <a:pt x="133" y="98"/>
                </a:lnTo>
                <a:lnTo>
                  <a:pt x="133" y="98"/>
                </a:lnTo>
                <a:lnTo>
                  <a:pt x="132" y="98"/>
                </a:lnTo>
                <a:lnTo>
                  <a:pt x="132" y="97"/>
                </a:lnTo>
                <a:lnTo>
                  <a:pt x="132" y="96"/>
                </a:lnTo>
                <a:lnTo>
                  <a:pt x="133" y="95"/>
                </a:lnTo>
                <a:lnTo>
                  <a:pt x="133" y="95"/>
                </a:lnTo>
                <a:lnTo>
                  <a:pt x="133" y="94"/>
                </a:lnTo>
                <a:lnTo>
                  <a:pt x="133" y="93"/>
                </a:lnTo>
                <a:lnTo>
                  <a:pt x="133" y="92"/>
                </a:lnTo>
                <a:lnTo>
                  <a:pt x="131" y="91"/>
                </a:lnTo>
                <a:lnTo>
                  <a:pt x="129" y="90"/>
                </a:lnTo>
                <a:lnTo>
                  <a:pt x="126" y="88"/>
                </a:lnTo>
                <a:lnTo>
                  <a:pt x="122" y="87"/>
                </a:lnTo>
                <a:lnTo>
                  <a:pt x="115" y="83"/>
                </a:lnTo>
                <a:lnTo>
                  <a:pt x="110" y="81"/>
                </a:lnTo>
                <a:lnTo>
                  <a:pt x="109" y="80"/>
                </a:lnTo>
                <a:lnTo>
                  <a:pt x="107" y="80"/>
                </a:lnTo>
                <a:lnTo>
                  <a:pt x="107" y="80"/>
                </a:lnTo>
                <a:lnTo>
                  <a:pt x="106" y="80"/>
                </a:lnTo>
                <a:lnTo>
                  <a:pt x="106" y="83"/>
                </a:lnTo>
                <a:lnTo>
                  <a:pt x="107" y="86"/>
                </a:lnTo>
                <a:lnTo>
                  <a:pt x="108" y="89"/>
                </a:lnTo>
                <a:lnTo>
                  <a:pt x="109" y="91"/>
                </a:lnTo>
                <a:lnTo>
                  <a:pt x="110" y="92"/>
                </a:lnTo>
                <a:lnTo>
                  <a:pt x="113" y="95"/>
                </a:lnTo>
                <a:lnTo>
                  <a:pt x="113" y="97"/>
                </a:lnTo>
                <a:lnTo>
                  <a:pt x="113" y="99"/>
                </a:lnTo>
                <a:lnTo>
                  <a:pt x="113" y="99"/>
                </a:lnTo>
                <a:lnTo>
                  <a:pt x="113" y="100"/>
                </a:lnTo>
                <a:lnTo>
                  <a:pt x="113" y="101"/>
                </a:lnTo>
                <a:lnTo>
                  <a:pt x="112" y="102"/>
                </a:lnTo>
                <a:lnTo>
                  <a:pt x="109" y="103"/>
                </a:lnTo>
                <a:lnTo>
                  <a:pt x="108" y="104"/>
                </a:lnTo>
                <a:lnTo>
                  <a:pt x="105" y="104"/>
                </a:lnTo>
                <a:lnTo>
                  <a:pt x="104" y="104"/>
                </a:lnTo>
                <a:lnTo>
                  <a:pt x="102" y="104"/>
                </a:lnTo>
                <a:lnTo>
                  <a:pt x="101" y="104"/>
                </a:lnTo>
                <a:lnTo>
                  <a:pt x="100" y="103"/>
                </a:lnTo>
                <a:lnTo>
                  <a:pt x="100" y="103"/>
                </a:lnTo>
                <a:lnTo>
                  <a:pt x="100" y="100"/>
                </a:lnTo>
                <a:lnTo>
                  <a:pt x="100" y="99"/>
                </a:lnTo>
                <a:lnTo>
                  <a:pt x="100" y="96"/>
                </a:lnTo>
                <a:lnTo>
                  <a:pt x="98" y="91"/>
                </a:lnTo>
                <a:lnTo>
                  <a:pt x="97" y="87"/>
                </a:lnTo>
                <a:lnTo>
                  <a:pt x="97" y="83"/>
                </a:lnTo>
                <a:lnTo>
                  <a:pt x="97" y="79"/>
                </a:lnTo>
                <a:lnTo>
                  <a:pt x="97" y="77"/>
                </a:lnTo>
                <a:lnTo>
                  <a:pt x="77" y="70"/>
                </a:lnTo>
                <a:lnTo>
                  <a:pt x="77" y="70"/>
                </a:lnTo>
                <a:lnTo>
                  <a:pt x="77" y="70"/>
                </a:lnTo>
                <a:lnTo>
                  <a:pt x="76" y="71"/>
                </a:lnTo>
                <a:lnTo>
                  <a:pt x="76" y="71"/>
                </a:lnTo>
                <a:lnTo>
                  <a:pt x="76" y="72"/>
                </a:lnTo>
                <a:lnTo>
                  <a:pt x="76" y="74"/>
                </a:lnTo>
                <a:lnTo>
                  <a:pt x="77" y="79"/>
                </a:lnTo>
                <a:lnTo>
                  <a:pt x="78" y="87"/>
                </a:lnTo>
                <a:lnTo>
                  <a:pt x="79" y="91"/>
                </a:lnTo>
                <a:lnTo>
                  <a:pt x="81" y="96"/>
                </a:lnTo>
                <a:lnTo>
                  <a:pt x="82" y="101"/>
                </a:lnTo>
                <a:lnTo>
                  <a:pt x="84" y="106"/>
                </a:lnTo>
                <a:lnTo>
                  <a:pt x="87" y="115"/>
                </a:lnTo>
                <a:lnTo>
                  <a:pt x="90" y="120"/>
                </a:lnTo>
                <a:lnTo>
                  <a:pt x="90" y="122"/>
                </a:lnTo>
                <a:lnTo>
                  <a:pt x="91" y="123"/>
                </a:lnTo>
                <a:lnTo>
                  <a:pt x="91" y="125"/>
                </a:lnTo>
                <a:lnTo>
                  <a:pt x="91" y="127"/>
                </a:lnTo>
                <a:lnTo>
                  <a:pt x="90" y="130"/>
                </a:lnTo>
                <a:lnTo>
                  <a:pt x="89" y="132"/>
                </a:lnTo>
                <a:lnTo>
                  <a:pt x="89" y="134"/>
                </a:lnTo>
                <a:lnTo>
                  <a:pt x="88" y="135"/>
                </a:lnTo>
                <a:lnTo>
                  <a:pt x="86" y="136"/>
                </a:lnTo>
                <a:lnTo>
                  <a:pt x="86" y="136"/>
                </a:lnTo>
                <a:lnTo>
                  <a:pt x="85" y="136"/>
                </a:lnTo>
                <a:lnTo>
                  <a:pt x="85" y="136"/>
                </a:lnTo>
                <a:lnTo>
                  <a:pt x="82" y="135"/>
                </a:lnTo>
                <a:lnTo>
                  <a:pt x="79" y="134"/>
                </a:lnTo>
                <a:lnTo>
                  <a:pt x="77" y="131"/>
                </a:lnTo>
                <a:lnTo>
                  <a:pt x="77" y="127"/>
                </a:lnTo>
                <a:lnTo>
                  <a:pt x="76" y="124"/>
                </a:lnTo>
                <a:lnTo>
                  <a:pt x="75" y="121"/>
                </a:lnTo>
                <a:lnTo>
                  <a:pt x="73" y="114"/>
                </a:lnTo>
                <a:lnTo>
                  <a:pt x="73" y="106"/>
                </a:lnTo>
                <a:lnTo>
                  <a:pt x="72" y="99"/>
                </a:lnTo>
                <a:lnTo>
                  <a:pt x="72" y="91"/>
                </a:lnTo>
                <a:lnTo>
                  <a:pt x="71" y="84"/>
                </a:lnTo>
                <a:lnTo>
                  <a:pt x="70" y="78"/>
                </a:lnTo>
                <a:lnTo>
                  <a:pt x="70" y="73"/>
                </a:lnTo>
                <a:lnTo>
                  <a:pt x="69" y="70"/>
                </a:lnTo>
                <a:lnTo>
                  <a:pt x="69" y="67"/>
                </a:lnTo>
                <a:lnTo>
                  <a:pt x="69" y="67"/>
                </a:lnTo>
                <a:lnTo>
                  <a:pt x="67" y="66"/>
                </a:lnTo>
                <a:lnTo>
                  <a:pt x="62" y="63"/>
                </a:lnTo>
                <a:lnTo>
                  <a:pt x="57" y="60"/>
                </a:lnTo>
                <a:lnTo>
                  <a:pt x="55" y="59"/>
                </a:lnTo>
                <a:lnTo>
                  <a:pt x="54" y="59"/>
                </a:lnTo>
                <a:lnTo>
                  <a:pt x="54" y="59"/>
                </a:lnTo>
                <a:lnTo>
                  <a:pt x="54" y="60"/>
                </a:lnTo>
                <a:lnTo>
                  <a:pt x="54" y="62"/>
                </a:lnTo>
                <a:lnTo>
                  <a:pt x="54" y="67"/>
                </a:lnTo>
                <a:lnTo>
                  <a:pt x="55" y="71"/>
                </a:lnTo>
                <a:lnTo>
                  <a:pt x="55" y="75"/>
                </a:lnTo>
                <a:lnTo>
                  <a:pt x="55" y="79"/>
                </a:lnTo>
                <a:lnTo>
                  <a:pt x="57" y="83"/>
                </a:lnTo>
                <a:lnTo>
                  <a:pt x="57" y="86"/>
                </a:lnTo>
                <a:lnTo>
                  <a:pt x="57" y="87"/>
                </a:lnTo>
                <a:lnTo>
                  <a:pt x="57" y="89"/>
                </a:lnTo>
                <a:lnTo>
                  <a:pt x="56" y="91"/>
                </a:lnTo>
                <a:lnTo>
                  <a:pt x="55" y="91"/>
                </a:lnTo>
                <a:lnTo>
                  <a:pt x="53" y="92"/>
                </a:lnTo>
                <a:lnTo>
                  <a:pt x="51" y="92"/>
                </a:lnTo>
                <a:lnTo>
                  <a:pt x="49" y="92"/>
                </a:lnTo>
                <a:lnTo>
                  <a:pt x="49" y="91"/>
                </a:lnTo>
                <a:lnTo>
                  <a:pt x="48" y="90"/>
                </a:lnTo>
                <a:lnTo>
                  <a:pt x="47" y="89"/>
                </a:lnTo>
                <a:lnTo>
                  <a:pt x="47" y="87"/>
                </a:lnTo>
                <a:lnTo>
                  <a:pt x="46" y="85"/>
                </a:lnTo>
                <a:lnTo>
                  <a:pt x="46" y="78"/>
                </a:lnTo>
                <a:lnTo>
                  <a:pt x="46" y="73"/>
                </a:lnTo>
                <a:lnTo>
                  <a:pt x="45" y="71"/>
                </a:lnTo>
                <a:lnTo>
                  <a:pt x="44" y="71"/>
                </a:lnTo>
                <a:lnTo>
                  <a:pt x="41" y="68"/>
                </a:lnTo>
                <a:lnTo>
                  <a:pt x="38" y="66"/>
                </a:lnTo>
                <a:lnTo>
                  <a:pt x="35" y="63"/>
                </a:lnTo>
                <a:lnTo>
                  <a:pt x="32" y="6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" rIns="90000" bIns="14400" anchor="ctr">
            <a:noAutofit/>
          </a:bodyPr>
          <a:lstStyle/>
          <a:p>
            <a:endParaRPr/>
          </a:p>
        </p:txBody>
      </p:sp>
      <p:sp>
        <p:nvSpPr>
          <p:cNvPr id="14" name="îsḻíďê">
            <a:extLst>
              <a:ext uri="{FF2B5EF4-FFF2-40B4-BE49-F238E27FC236}">
                <a16:creationId xmlns:a16="http://schemas.microsoft.com/office/drawing/2014/main" id="{8A6037CE-E3DB-4D50-BD8B-178196779CD7}"/>
              </a:ext>
            </a:extLst>
          </p:cNvPr>
          <p:cNvSpPr>
            <a:spLocks noGrp="1"/>
          </p:cNvSpPr>
          <p:nvPr/>
        </p:nvSpPr>
        <p:spPr>
          <a:xfrm>
            <a:off x="828720" y="627480"/>
            <a:ext cx="16200" cy="17280"/>
          </a:xfrm>
          <a:custGeom>
            <a:avLst/>
            <a:gdLst>
              <a:gd name="textAreaLeft" fmla="*/ 0 w 16200"/>
              <a:gd name="textAreaRight" fmla="*/ 16560 w 16200"/>
              <a:gd name="textAreaTop" fmla="*/ 0 h 17280"/>
              <a:gd name="textAreaBottom" fmla="*/ 17640 h 17280"/>
              <a:gd name="GluePoint1X" fmla="*/ 0 w 38"/>
              <a:gd name="GluePoint1Y" fmla="*/ 4 h 40"/>
              <a:gd name="GluePoint2X" fmla="*/ 0 w 38"/>
              <a:gd name="GluePoint2Y" fmla="*/ 4 h 40"/>
              <a:gd name="GluePoint3X" fmla="*/ 1 w 38"/>
              <a:gd name="GluePoint3Y" fmla="*/ 2 h 40"/>
              <a:gd name="GluePoint4X" fmla="*/ 2 w 38"/>
              <a:gd name="GluePoint4Y" fmla="*/ 1 h 40"/>
              <a:gd name="GluePoint5X" fmla="*/ 2 w 38"/>
              <a:gd name="GluePoint5Y" fmla="*/ 1 h 40"/>
              <a:gd name="GluePoint6X" fmla="*/ 3 w 38"/>
              <a:gd name="GluePoint6Y" fmla="*/ 0 h 40"/>
              <a:gd name="GluePoint7X" fmla="*/ 5 w 38"/>
              <a:gd name="GluePoint7Y" fmla="*/ 0 h 40"/>
              <a:gd name="GluePoint8X" fmla="*/ 6 w 38"/>
              <a:gd name="GluePoint8Y" fmla="*/ 0 h 40"/>
              <a:gd name="GluePoint9X" fmla="*/ 8 w 38"/>
              <a:gd name="GluePoint9Y" fmla="*/ 1 h 40"/>
              <a:gd name="GluePoint10X" fmla="*/ 10 w 38"/>
              <a:gd name="GluePoint10Y" fmla="*/ 3 h 40"/>
              <a:gd name="GluePoint11X" fmla="*/ 13 w 38"/>
              <a:gd name="GluePoint11Y" fmla="*/ 4 h 40"/>
              <a:gd name="GluePoint12X" fmla="*/ 18 w 38"/>
              <a:gd name="GluePoint12Y" fmla="*/ 8 h 40"/>
              <a:gd name="GluePoint13X" fmla="*/ 24 w 38"/>
              <a:gd name="GluePoint13Y" fmla="*/ 12 h 40"/>
              <a:gd name="GluePoint14X" fmla="*/ 29 w 38"/>
              <a:gd name="GluePoint14Y" fmla="*/ 17 h 40"/>
              <a:gd name="GluePoint15X" fmla="*/ 34 w 38"/>
              <a:gd name="GluePoint15Y" fmla="*/ 22 h 40"/>
              <a:gd name="GluePoint16X" fmla="*/ 35 w 38"/>
              <a:gd name="GluePoint16Y" fmla="*/ 24 h 40"/>
              <a:gd name="GluePoint17X" fmla="*/ 36 w 38"/>
              <a:gd name="GluePoint17Y" fmla="*/ 26 h 40"/>
              <a:gd name="GluePoint18X" fmla="*/ 38 w 38"/>
              <a:gd name="GluePoint18Y" fmla="*/ 28 h 40"/>
              <a:gd name="GluePoint19X" fmla="*/ 38 w 38"/>
              <a:gd name="GluePoint19Y" fmla="*/ 28 h 40"/>
              <a:gd name="GluePoint20X" fmla="*/ 36 w 38"/>
              <a:gd name="GluePoint20Y" fmla="*/ 31 h 40"/>
              <a:gd name="GluePoint21X" fmla="*/ 33 w 38"/>
              <a:gd name="GluePoint21Y" fmla="*/ 35 h 40"/>
              <a:gd name="GluePoint22X" fmla="*/ 31 w 38"/>
              <a:gd name="GluePoint22Y" fmla="*/ 37 h 40"/>
              <a:gd name="GluePoint23X" fmla="*/ 30 w 38"/>
              <a:gd name="GluePoint23Y" fmla="*/ 39 h 40"/>
              <a:gd name="GluePoint24X" fmla="*/ 28 w 38"/>
              <a:gd name="GluePoint24Y" fmla="*/ 40 h 40"/>
              <a:gd name="GluePoint25X" fmla="*/ 26 w 38"/>
              <a:gd name="GluePoint25Y" fmla="*/ 40 h 40"/>
              <a:gd name="GluePoint26X" fmla="*/ 26 w 38"/>
              <a:gd name="GluePoint26Y" fmla="*/ 39 h 40"/>
              <a:gd name="GluePoint27X" fmla="*/ 25 w 38"/>
              <a:gd name="GluePoint27Y" fmla="*/ 39 h 40"/>
              <a:gd name="GluePoint28X" fmla="*/ 24 w 38"/>
              <a:gd name="GluePoint28Y" fmla="*/ 37 h 40"/>
              <a:gd name="GluePoint29X" fmla="*/ 23 w 38"/>
              <a:gd name="GluePoint29Y" fmla="*/ 36 h 40"/>
              <a:gd name="GluePoint30X" fmla="*/ 22 w 38"/>
              <a:gd name="GluePoint30Y" fmla="*/ 33 h 40"/>
              <a:gd name="GluePoint31X" fmla="*/ 20 w 38"/>
              <a:gd name="GluePoint31Y" fmla="*/ 30 h 40"/>
              <a:gd name="GluePoint32X" fmla="*/ 18 w 38"/>
              <a:gd name="GluePoint32Y" fmla="*/ 27 h 40"/>
              <a:gd name="GluePoint33X" fmla="*/ 15 w 38"/>
              <a:gd name="GluePoint33Y" fmla="*/ 23 h 40"/>
              <a:gd name="GluePoint34X" fmla="*/ 14 w 38"/>
              <a:gd name="GluePoint34Y" fmla="*/ 20 h 40"/>
              <a:gd name="GluePoint35X" fmla="*/ 10 w 38"/>
              <a:gd name="GluePoint35Y" fmla="*/ 16 h 40"/>
              <a:gd name="GluePoint36X" fmla="*/ 5 w 38"/>
              <a:gd name="GluePoint36Y" fmla="*/ 10 h 40"/>
              <a:gd name="GluePoint37X" fmla="*/ 0 w 38"/>
              <a:gd name="GluePoint37Y" fmla="*/ 4 h 40"/>
            </a:gdLst>
            <a:ahLst/>
            <a:cxnLst/>
            <a:rect l="textAreaLeft" t="textAreaTop" r="textAreaRight" b="textAreaBottom"/>
            <a:pathLst>
              <a:path w="38" h="40">
                <a:moveTo>
                  <a:pt x="0" y="4"/>
                </a:moveTo>
                <a:lnTo>
                  <a:pt x="0" y="4"/>
                </a:lnTo>
                <a:lnTo>
                  <a:pt x="1" y="2"/>
                </a:lnTo>
                <a:lnTo>
                  <a:pt x="2" y="1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10" y="3"/>
                </a:lnTo>
                <a:lnTo>
                  <a:pt x="13" y="4"/>
                </a:lnTo>
                <a:lnTo>
                  <a:pt x="18" y="8"/>
                </a:lnTo>
                <a:lnTo>
                  <a:pt x="24" y="12"/>
                </a:lnTo>
                <a:lnTo>
                  <a:pt x="29" y="17"/>
                </a:lnTo>
                <a:lnTo>
                  <a:pt x="34" y="22"/>
                </a:lnTo>
                <a:lnTo>
                  <a:pt x="35" y="24"/>
                </a:lnTo>
                <a:lnTo>
                  <a:pt x="36" y="26"/>
                </a:lnTo>
                <a:lnTo>
                  <a:pt x="38" y="28"/>
                </a:lnTo>
                <a:lnTo>
                  <a:pt x="38" y="28"/>
                </a:lnTo>
                <a:lnTo>
                  <a:pt x="36" y="31"/>
                </a:lnTo>
                <a:lnTo>
                  <a:pt x="33" y="35"/>
                </a:lnTo>
                <a:lnTo>
                  <a:pt x="31" y="37"/>
                </a:lnTo>
                <a:lnTo>
                  <a:pt x="30" y="39"/>
                </a:lnTo>
                <a:lnTo>
                  <a:pt x="28" y="40"/>
                </a:lnTo>
                <a:lnTo>
                  <a:pt x="26" y="40"/>
                </a:lnTo>
                <a:lnTo>
                  <a:pt x="26" y="39"/>
                </a:lnTo>
                <a:lnTo>
                  <a:pt x="25" y="39"/>
                </a:lnTo>
                <a:lnTo>
                  <a:pt x="24" y="37"/>
                </a:lnTo>
                <a:lnTo>
                  <a:pt x="23" y="36"/>
                </a:lnTo>
                <a:lnTo>
                  <a:pt x="22" y="33"/>
                </a:lnTo>
                <a:lnTo>
                  <a:pt x="20" y="30"/>
                </a:lnTo>
                <a:lnTo>
                  <a:pt x="18" y="27"/>
                </a:lnTo>
                <a:lnTo>
                  <a:pt x="15" y="23"/>
                </a:lnTo>
                <a:lnTo>
                  <a:pt x="14" y="20"/>
                </a:lnTo>
                <a:lnTo>
                  <a:pt x="10" y="16"/>
                </a:lnTo>
                <a:lnTo>
                  <a:pt x="5" y="10"/>
                </a:lnTo>
                <a:lnTo>
                  <a:pt x="0" y="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ctr">
            <a:noAutofit/>
          </a:bodyPr>
          <a:lstStyle/>
          <a:p>
            <a:endParaRPr/>
          </a:p>
        </p:txBody>
      </p:sp>
      <p:sp>
        <p:nvSpPr>
          <p:cNvPr id="15" name="îSlíḍé">
            <a:extLst>
              <a:ext uri="{FF2B5EF4-FFF2-40B4-BE49-F238E27FC236}">
                <a16:creationId xmlns:a16="http://schemas.microsoft.com/office/drawing/2014/main" id="{970A31A8-2B93-4028-AB9A-0B832F8CF655}"/>
              </a:ext>
            </a:extLst>
          </p:cNvPr>
          <p:cNvSpPr>
            <a:spLocks noGrp="1"/>
          </p:cNvSpPr>
          <p:nvPr/>
        </p:nvSpPr>
        <p:spPr>
          <a:xfrm>
            <a:off x="811080" y="583200"/>
            <a:ext cx="56160" cy="47160"/>
          </a:xfrm>
          <a:custGeom>
            <a:avLst/>
            <a:gdLst>
              <a:gd name="textAreaLeft" fmla="*/ 0 w 56160"/>
              <a:gd name="textAreaRight" fmla="*/ 56520 w 56160"/>
              <a:gd name="textAreaTop" fmla="*/ 0 h 47160"/>
              <a:gd name="textAreaBottom" fmla="*/ 47520 h 47160"/>
              <a:gd name="GluePoint1X" fmla="*/ 17 w 129"/>
              <a:gd name="GluePoint1Y" fmla="*/ 93 h 109"/>
              <a:gd name="GluePoint2X" fmla="*/ 11 w 129"/>
              <a:gd name="GluePoint2Y" fmla="*/ 93 h 109"/>
              <a:gd name="GluePoint3X" fmla="*/ 3 w 129"/>
              <a:gd name="GluePoint3Y" fmla="*/ 95 h 109"/>
              <a:gd name="GluePoint4X" fmla="*/ 5 w 129"/>
              <a:gd name="GluePoint4Y" fmla="*/ 86 h 109"/>
              <a:gd name="GluePoint5X" fmla="*/ 13 w 129"/>
              <a:gd name="GluePoint5Y" fmla="*/ 60 h 109"/>
              <a:gd name="GluePoint6X" fmla="*/ 16 w 129"/>
              <a:gd name="GluePoint6Y" fmla="*/ 44 h 109"/>
              <a:gd name="GluePoint7X" fmla="*/ 4 w 129"/>
              <a:gd name="GluePoint7Y" fmla="*/ 21 h 109"/>
              <a:gd name="GluePoint8X" fmla="*/ 1 w 129"/>
              <a:gd name="GluePoint8Y" fmla="*/ 15 h 109"/>
              <a:gd name="GluePoint9X" fmla="*/ 22 w 129"/>
              <a:gd name="GluePoint9Y" fmla="*/ 17 h 109"/>
              <a:gd name="GluePoint10X" fmla="*/ 27 w 129"/>
              <a:gd name="GluePoint10Y" fmla="*/ 9 h 109"/>
              <a:gd name="GluePoint11X" fmla="*/ 35 w 129"/>
              <a:gd name="GluePoint11Y" fmla="*/ 17 h 109"/>
              <a:gd name="GluePoint12X" fmla="*/ 33 w 129"/>
              <a:gd name="GluePoint12Y" fmla="*/ 37 h 109"/>
              <a:gd name="GluePoint13X" fmla="*/ 37 w 129"/>
              <a:gd name="GluePoint13Y" fmla="*/ 64 h 109"/>
              <a:gd name="GluePoint14X" fmla="*/ 42 w 129"/>
              <a:gd name="GluePoint14Y" fmla="*/ 73 h 109"/>
              <a:gd name="GluePoint15X" fmla="*/ 46 w 129"/>
              <a:gd name="GluePoint15Y" fmla="*/ 65 h 109"/>
              <a:gd name="GluePoint16X" fmla="*/ 47 w 129"/>
              <a:gd name="GluePoint16Y" fmla="*/ 50 h 109"/>
              <a:gd name="GluePoint17X" fmla="*/ 45 w 129"/>
              <a:gd name="GluePoint17Y" fmla="*/ 42 h 109"/>
              <a:gd name="GluePoint18X" fmla="*/ 46 w 129"/>
              <a:gd name="GluePoint18Y" fmla="*/ 36 h 109"/>
              <a:gd name="GluePoint19X" fmla="*/ 52 w 129"/>
              <a:gd name="GluePoint19Y" fmla="*/ 16 h 109"/>
              <a:gd name="GluePoint20X" fmla="*/ 58 w 129"/>
              <a:gd name="GluePoint20Y" fmla="*/ 1 h 109"/>
              <a:gd name="GluePoint21X" fmla="*/ 66 w 129"/>
              <a:gd name="GluePoint21Y" fmla="*/ 8 h 109"/>
              <a:gd name="GluePoint22X" fmla="*/ 101 w 129"/>
              <a:gd name="GluePoint22Y" fmla="*/ 50 h 109"/>
              <a:gd name="GluePoint23X" fmla="*/ 128 w 129"/>
              <a:gd name="GluePoint23Y" fmla="*/ 82 h 109"/>
              <a:gd name="GluePoint24X" fmla="*/ 122 w 129"/>
              <a:gd name="GluePoint24Y" fmla="*/ 89 h 109"/>
              <a:gd name="GluePoint25X" fmla="*/ 96 w 129"/>
              <a:gd name="GluePoint25Y" fmla="*/ 90 h 109"/>
              <a:gd name="GluePoint26X" fmla="*/ 102 w 129"/>
              <a:gd name="GluePoint26Y" fmla="*/ 86 h 109"/>
              <a:gd name="GluePoint27X" fmla="*/ 110 w 129"/>
              <a:gd name="GluePoint27Y" fmla="*/ 80 h 109"/>
              <a:gd name="GluePoint28X" fmla="*/ 78 w 129"/>
              <a:gd name="GluePoint28Y" fmla="*/ 41 h 109"/>
              <a:gd name="GluePoint29X" fmla="*/ 59 w 129"/>
              <a:gd name="GluePoint29Y" fmla="*/ 13 h 109"/>
              <a:gd name="GluePoint30X" fmla="*/ 55 w 129"/>
              <a:gd name="GluePoint30Y" fmla="*/ 28 h 109"/>
              <a:gd name="GluePoint31X" fmla="*/ 58 w 129"/>
              <a:gd name="GluePoint31Y" fmla="*/ 35 h 109"/>
              <a:gd name="GluePoint32X" fmla="*/ 63 w 129"/>
              <a:gd name="GluePoint32Y" fmla="*/ 41 h 109"/>
              <a:gd name="GluePoint33X" fmla="*/ 56 w 129"/>
              <a:gd name="GluePoint33Y" fmla="*/ 58 h 109"/>
              <a:gd name="GluePoint34X" fmla="*/ 58 w 129"/>
              <a:gd name="GluePoint34Y" fmla="*/ 71 h 109"/>
              <a:gd name="GluePoint35X" fmla="*/ 56 w 129"/>
              <a:gd name="GluePoint35Y" fmla="*/ 77 h 109"/>
              <a:gd name="GluePoint36X" fmla="*/ 43 w 129"/>
              <a:gd name="GluePoint36Y" fmla="*/ 96 h 109"/>
              <a:gd name="GluePoint37X" fmla="*/ 39 w 129"/>
              <a:gd name="GluePoint37Y" fmla="*/ 97 h 109"/>
              <a:gd name="GluePoint38X" fmla="*/ 42 w 129"/>
              <a:gd name="GluePoint38Y" fmla="*/ 80 h 109"/>
              <a:gd name="GluePoint39X" fmla="*/ 37 w 129"/>
              <a:gd name="GluePoint39Y" fmla="*/ 73 h 109"/>
              <a:gd name="GluePoint40X" fmla="*/ 28 w 129"/>
              <a:gd name="GluePoint40Y" fmla="*/ 57 h 109"/>
              <a:gd name="GluePoint41X" fmla="*/ 22 w 129"/>
              <a:gd name="GluePoint41Y" fmla="*/ 66 h 109"/>
              <a:gd name="GluePoint42X" fmla="*/ 70 w 129"/>
              <a:gd name="GluePoint42Y" fmla="*/ 90 h 109"/>
              <a:gd name="GluePoint43X" fmla="*/ 72 w 129"/>
              <a:gd name="GluePoint43Y" fmla="*/ 107 h 109"/>
              <a:gd name="GluePoint44X" fmla="*/ 79 w 129"/>
              <a:gd name="GluePoint44Y" fmla="*/ 101 h 109"/>
              <a:gd name="GluePoint45X" fmla="*/ 87 w 129"/>
              <a:gd name="GluePoint45Y" fmla="*/ 107 h 109"/>
              <a:gd name="GluePoint46X" fmla="*/ 96 w 129"/>
              <a:gd name="GluePoint46Y" fmla="*/ 109 h 109"/>
              <a:gd name="GluePoint47X" fmla="*/ 100 w 129"/>
              <a:gd name="GluePoint47Y" fmla="*/ 106 h 109"/>
              <a:gd name="GluePoint48X" fmla="*/ 88 w 129"/>
              <a:gd name="GluePoint48Y" fmla="*/ 89 h 109"/>
              <a:gd name="GluePoint49X" fmla="*/ 86 w 129"/>
              <a:gd name="GluePoint49Y" fmla="*/ 73 h 109"/>
              <a:gd name="GluePoint50X" fmla="*/ 80 w 129"/>
              <a:gd name="GluePoint50Y" fmla="*/ 77 h 109"/>
              <a:gd name="GluePoint51X" fmla="*/ 70 w 129"/>
              <a:gd name="GluePoint51Y" fmla="*/ 90 h 109"/>
              <a:gd name="GluePoint52X" fmla="*/ 69 w 129"/>
              <a:gd name="GluePoint52Y" fmla="*/ 82 h 109"/>
              <a:gd name="GluePoint53X" fmla="*/ 75 w 129"/>
              <a:gd name="GluePoint53Y" fmla="*/ 70 h 109"/>
              <a:gd name="GluePoint54X" fmla="*/ 71 w 129"/>
              <a:gd name="GluePoint54Y" fmla="*/ 67 h 109"/>
              <a:gd name="GluePoint55X" fmla="*/ 65 w 129"/>
              <a:gd name="GluePoint55Y" fmla="*/ 71 h 109"/>
              <a:gd name="GluePoint56X" fmla="*/ 62 w 129"/>
              <a:gd name="GluePoint56Y" fmla="*/ 77 h 109"/>
              <a:gd name="GluePoint57X" fmla="*/ 58 w 129"/>
              <a:gd name="GluePoint57Y" fmla="*/ 85 h 109"/>
              <a:gd name="GluePoint58X" fmla="*/ 62 w 129"/>
              <a:gd name="GluePoint58Y" fmla="*/ 86 h 109"/>
            </a:gdLst>
            <a:ahLst/>
            <a:cxnLst/>
            <a:rect l="textAreaLeft" t="textAreaTop" r="textAreaRight" b="textAreaBottom"/>
            <a:pathLst>
              <a:path w="129" h="109">
                <a:moveTo>
                  <a:pt x="19" y="83"/>
                </a:moveTo>
                <a:lnTo>
                  <a:pt x="19" y="84"/>
                </a:lnTo>
                <a:lnTo>
                  <a:pt x="18" y="86"/>
                </a:lnTo>
                <a:lnTo>
                  <a:pt x="18" y="89"/>
                </a:lnTo>
                <a:lnTo>
                  <a:pt x="18" y="91"/>
                </a:lnTo>
                <a:lnTo>
                  <a:pt x="17" y="93"/>
                </a:lnTo>
                <a:lnTo>
                  <a:pt x="14" y="93"/>
                </a:lnTo>
                <a:lnTo>
                  <a:pt x="14" y="93"/>
                </a:lnTo>
                <a:lnTo>
                  <a:pt x="12" y="93"/>
                </a:lnTo>
                <a:lnTo>
                  <a:pt x="11" y="93"/>
                </a:lnTo>
                <a:lnTo>
                  <a:pt x="11" y="93"/>
                </a:lnTo>
                <a:lnTo>
                  <a:pt x="11" y="93"/>
                </a:lnTo>
                <a:lnTo>
                  <a:pt x="10" y="94"/>
                </a:lnTo>
                <a:lnTo>
                  <a:pt x="10" y="95"/>
                </a:lnTo>
                <a:lnTo>
                  <a:pt x="8" y="95"/>
                </a:lnTo>
                <a:lnTo>
                  <a:pt x="6" y="95"/>
                </a:lnTo>
                <a:lnTo>
                  <a:pt x="5" y="95"/>
                </a:lnTo>
                <a:lnTo>
                  <a:pt x="3" y="95"/>
                </a:lnTo>
                <a:lnTo>
                  <a:pt x="2" y="94"/>
                </a:lnTo>
                <a:lnTo>
                  <a:pt x="2" y="93"/>
                </a:lnTo>
                <a:lnTo>
                  <a:pt x="1" y="93"/>
                </a:lnTo>
                <a:lnTo>
                  <a:pt x="2" y="92"/>
                </a:lnTo>
                <a:lnTo>
                  <a:pt x="2" y="91"/>
                </a:lnTo>
                <a:lnTo>
                  <a:pt x="5" y="86"/>
                </a:lnTo>
                <a:lnTo>
                  <a:pt x="7" y="84"/>
                </a:lnTo>
                <a:lnTo>
                  <a:pt x="8" y="80"/>
                </a:lnTo>
                <a:lnTo>
                  <a:pt x="10" y="75"/>
                </a:lnTo>
                <a:lnTo>
                  <a:pt x="11" y="69"/>
                </a:lnTo>
                <a:lnTo>
                  <a:pt x="12" y="65"/>
                </a:lnTo>
                <a:lnTo>
                  <a:pt x="13" y="60"/>
                </a:lnTo>
                <a:lnTo>
                  <a:pt x="14" y="54"/>
                </a:lnTo>
                <a:lnTo>
                  <a:pt x="16" y="50"/>
                </a:lnTo>
                <a:lnTo>
                  <a:pt x="17" y="49"/>
                </a:lnTo>
                <a:lnTo>
                  <a:pt x="17" y="48"/>
                </a:lnTo>
                <a:lnTo>
                  <a:pt x="17" y="45"/>
                </a:lnTo>
                <a:lnTo>
                  <a:pt x="16" y="44"/>
                </a:lnTo>
                <a:lnTo>
                  <a:pt x="15" y="42"/>
                </a:lnTo>
                <a:lnTo>
                  <a:pt x="14" y="40"/>
                </a:lnTo>
                <a:lnTo>
                  <a:pt x="13" y="37"/>
                </a:lnTo>
                <a:lnTo>
                  <a:pt x="9" y="30"/>
                </a:lnTo>
                <a:lnTo>
                  <a:pt x="5" y="25"/>
                </a:lnTo>
                <a:lnTo>
                  <a:pt x="4" y="21"/>
                </a:lnTo>
                <a:lnTo>
                  <a:pt x="1" y="19"/>
                </a:lnTo>
                <a:lnTo>
                  <a:pt x="1" y="17"/>
                </a:lnTo>
                <a:lnTo>
                  <a:pt x="0" y="16"/>
                </a:lnTo>
                <a:lnTo>
                  <a:pt x="0" y="16"/>
                </a:lnTo>
                <a:lnTo>
                  <a:pt x="1" y="15"/>
                </a:lnTo>
                <a:lnTo>
                  <a:pt x="1" y="15"/>
                </a:lnTo>
                <a:lnTo>
                  <a:pt x="1" y="15"/>
                </a:lnTo>
                <a:lnTo>
                  <a:pt x="5" y="15"/>
                </a:lnTo>
                <a:lnTo>
                  <a:pt x="12" y="16"/>
                </a:lnTo>
                <a:lnTo>
                  <a:pt x="18" y="17"/>
                </a:lnTo>
                <a:lnTo>
                  <a:pt x="22" y="17"/>
                </a:lnTo>
                <a:lnTo>
                  <a:pt x="22" y="17"/>
                </a:lnTo>
                <a:lnTo>
                  <a:pt x="23" y="17"/>
                </a:lnTo>
                <a:lnTo>
                  <a:pt x="24" y="17"/>
                </a:lnTo>
                <a:lnTo>
                  <a:pt x="25" y="15"/>
                </a:lnTo>
                <a:lnTo>
                  <a:pt x="26" y="12"/>
                </a:lnTo>
                <a:lnTo>
                  <a:pt x="26" y="9"/>
                </a:lnTo>
                <a:lnTo>
                  <a:pt x="27" y="9"/>
                </a:lnTo>
                <a:lnTo>
                  <a:pt x="28" y="8"/>
                </a:lnTo>
                <a:lnTo>
                  <a:pt x="29" y="9"/>
                </a:lnTo>
                <a:lnTo>
                  <a:pt x="30" y="9"/>
                </a:lnTo>
                <a:lnTo>
                  <a:pt x="32" y="12"/>
                </a:lnTo>
                <a:lnTo>
                  <a:pt x="34" y="15"/>
                </a:lnTo>
                <a:lnTo>
                  <a:pt x="35" y="17"/>
                </a:lnTo>
                <a:lnTo>
                  <a:pt x="36" y="20"/>
                </a:lnTo>
                <a:lnTo>
                  <a:pt x="36" y="22"/>
                </a:lnTo>
                <a:lnTo>
                  <a:pt x="35" y="25"/>
                </a:lnTo>
                <a:lnTo>
                  <a:pt x="34" y="30"/>
                </a:lnTo>
                <a:lnTo>
                  <a:pt x="33" y="36"/>
                </a:lnTo>
                <a:lnTo>
                  <a:pt x="33" y="37"/>
                </a:lnTo>
                <a:lnTo>
                  <a:pt x="33" y="41"/>
                </a:lnTo>
                <a:lnTo>
                  <a:pt x="34" y="44"/>
                </a:lnTo>
                <a:lnTo>
                  <a:pt x="34" y="47"/>
                </a:lnTo>
                <a:lnTo>
                  <a:pt x="35" y="54"/>
                </a:lnTo>
                <a:lnTo>
                  <a:pt x="37" y="60"/>
                </a:lnTo>
                <a:lnTo>
                  <a:pt x="37" y="64"/>
                </a:lnTo>
                <a:lnTo>
                  <a:pt x="38" y="65"/>
                </a:lnTo>
                <a:lnTo>
                  <a:pt x="39" y="67"/>
                </a:lnTo>
                <a:lnTo>
                  <a:pt x="40" y="70"/>
                </a:lnTo>
                <a:lnTo>
                  <a:pt x="41" y="71"/>
                </a:lnTo>
                <a:lnTo>
                  <a:pt x="41" y="72"/>
                </a:lnTo>
                <a:lnTo>
                  <a:pt x="42" y="73"/>
                </a:lnTo>
                <a:lnTo>
                  <a:pt x="42" y="73"/>
                </a:lnTo>
                <a:lnTo>
                  <a:pt x="42" y="71"/>
                </a:lnTo>
                <a:lnTo>
                  <a:pt x="44" y="70"/>
                </a:lnTo>
                <a:lnTo>
                  <a:pt x="45" y="69"/>
                </a:lnTo>
                <a:lnTo>
                  <a:pt x="46" y="67"/>
                </a:lnTo>
                <a:lnTo>
                  <a:pt x="46" y="65"/>
                </a:lnTo>
                <a:lnTo>
                  <a:pt x="47" y="62"/>
                </a:lnTo>
                <a:lnTo>
                  <a:pt x="48" y="59"/>
                </a:lnTo>
                <a:lnTo>
                  <a:pt x="48" y="56"/>
                </a:lnTo>
                <a:lnTo>
                  <a:pt x="48" y="54"/>
                </a:lnTo>
                <a:lnTo>
                  <a:pt x="48" y="52"/>
                </a:lnTo>
                <a:lnTo>
                  <a:pt x="47" y="50"/>
                </a:lnTo>
                <a:lnTo>
                  <a:pt x="47" y="49"/>
                </a:lnTo>
                <a:lnTo>
                  <a:pt x="46" y="46"/>
                </a:lnTo>
                <a:lnTo>
                  <a:pt x="46" y="44"/>
                </a:lnTo>
                <a:lnTo>
                  <a:pt x="46" y="44"/>
                </a:lnTo>
                <a:lnTo>
                  <a:pt x="45" y="43"/>
                </a:lnTo>
                <a:lnTo>
                  <a:pt x="45" y="42"/>
                </a:lnTo>
                <a:lnTo>
                  <a:pt x="45" y="41"/>
                </a:lnTo>
                <a:lnTo>
                  <a:pt x="45" y="40"/>
                </a:lnTo>
                <a:lnTo>
                  <a:pt x="45" y="38"/>
                </a:lnTo>
                <a:lnTo>
                  <a:pt x="46" y="37"/>
                </a:lnTo>
                <a:lnTo>
                  <a:pt x="46" y="37"/>
                </a:lnTo>
                <a:lnTo>
                  <a:pt x="46" y="36"/>
                </a:lnTo>
                <a:lnTo>
                  <a:pt x="48" y="36"/>
                </a:lnTo>
                <a:lnTo>
                  <a:pt x="48" y="36"/>
                </a:lnTo>
                <a:lnTo>
                  <a:pt x="48" y="35"/>
                </a:lnTo>
                <a:lnTo>
                  <a:pt x="50" y="28"/>
                </a:lnTo>
                <a:lnTo>
                  <a:pt x="51" y="20"/>
                </a:lnTo>
                <a:lnTo>
                  <a:pt x="52" y="16"/>
                </a:lnTo>
                <a:lnTo>
                  <a:pt x="54" y="12"/>
                </a:lnTo>
                <a:lnTo>
                  <a:pt x="54" y="8"/>
                </a:lnTo>
                <a:lnTo>
                  <a:pt x="56" y="4"/>
                </a:lnTo>
                <a:lnTo>
                  <a:pt x="57" y="2"/>
                </a:lnTo>
                <a:lnTo>
                  <a:pt x="58" y="1"/>
                </a:lnTo>
                <a:lnTo>
                  <a:pt x="58" y="1"/>
                </a:lnTo>
                <a:lnTo>
                  <a:pt x="59" y="0"/>
                </a:lnTo>
                <a:lnTo>
                  <a:pt x="61" y="0"/>
                </a:lnTo>
                <a:lnTo>
                  <a:pt x="62" y="0"/>
                </a:lnTo>
                <a:lnTo>
                  <a:pt x="62" y="1"/>
                </a:lnTo>
                <a:lnTo>
                  <a:pt x="63" y="1"/>
                </a:lnTo>
                <a:lnTo>
                  <a:pt x="66" y="8"/>
                </a:lnTo>
                <a:lnTo>
                  <a:pt x="71" y="14"/>
                </a:lnTo>
                <a:lnTo>
                  <a:pt x="77" y="21"/>
                </a:lnTo>
                <a:lnTo>
                  <a:pt x="83" y="29"/>
                </a:lnTo>
                <a:lnTo>
                  <a:pt x="89" y="37"/>
                </a:lnTo>
                <a:lnTo>
                  <a:pt x="95" y="44"/>
                </a:lnTo>
                <a:lnTo>
                  <a:pt x="101" y="50"/>
                </a:lnTo>
                <a:lnTo>
                  <a:pt x="106" y="56"/>
                </a:lnTo>
                <a:lnTo>
                  <a:pt x="115" y="66"/>
                </a:lnTo>
                <a:lnTo>
                  <a:pt x="122" y="74"/>
                </a:lnTo>
                <a:lnTo>
                  <a:pt x="127" y="78"/>
                </a:lnTo>
                <a:lnTo>
                  <a:pt x="129" y="80"/>
                </a:lnTo>
                <a:lnTo>
                  <a:pt x="128" y="82"/>
                </a:lnTo>
                <a:lnTo>
                  <a:pt x="127" y="85"/>
                </a:lnTo>
                <a:lnTo>
                  <a:pt x="126" y="86"/>
                </a:lnTo>
                <a:lnTo>
                  <a:pt x="125" y="88"/>
                </a:lnTo>
                <a:lnTo>
                  <a:pt x="124" y="89"/>
                </a:lnTo>
                <a:lnTo>
                  <a:pt x="122" y="89"/>
                </a:lnTo>
                <a:lnTo>
                  <a:pt x="122" y="89"/>
                </a:lnTo>
                <a:lnTo>
                  <a:pt x="120" y="90"/>
                </a:lnTo>
                <a:lnTo>
                  <a:pt x="113" y="91"/>
                </a:lnTo>
                <a:lnTo>
                  <a:pt x="106" y="91"/>
                </a:lnTo>
                <a:lnTo>
                  <a:pt x="99" y="91"/>
                </a:lnTo>
                <a:lnTo>
                  <a:pt x="96" y="91"/>
                </a:lnTo>
                <a:lnTo>
                  <a:pt x="96" y="90"/>
                </a:lnTo>
                <a:lnTo>
                  <a:pt x="95" y="90"/>
                </a:lnTo>
                <a:lnTo>
                  <a:pt x="95" y="90"/>
                </a:lnTo>
                <a:lnTo>
                  <a:pt x="95" y="89"/>
                </a:lnTo>
                <a:lnTo>
                  <a:pt x="96" y="89"/>
                </a:lnTo>
                <a:lnTo>
                  <a:pt x="98" y="88"/>
                </a:lnTo>
                <a:lnTo>
                  <a:pt x="102" y="86"/>
                </a:lnTo>
                <a:lnTo>
                  <a:pt x="106" y="85"/>
                </a:lnTo>
                <a:lnTo>
                  <a:pt x="108" y="84"/>
                </a:lnTo>
                <a:lnTo>
                  <a:pt x="110" y="83"/>
                </a:lnTo>
                <a:lnTo>
                  <a:pt x="110" y="82"/>
                </a:lnTo>
                <a:lnTo>
                  <a:pt x="110" y="81"/>
                </a:lnTo>
                <a:lnTo>
                  <a:pt x="110" y="80"/>
                </a:lnTo>
                <a:lnTo>
                  <a:pt x="107" y="77"/>
                </a:lnTo>
                <a:lnTo>
                  <a:pt x="104" y="73"/>
                </a:lnTo>
                <a:lnTo>
                  <a:pt x="100" y="68"/>
                </a:lnTo>
                <a:lnTo>
                  <a:pt x="92" y="58"/>
                </a:lnTo>
                <a:lnTo>
                  <a:pt x="85" y="49"/>
                </a:lnTo>
                <a:lnTo>
                  <a:pt x="78" y="41"/>
                </a:lnTo>
                <a:lnTo>
                  <a:pt x="70" y="30"/>
                </a:lnTo>
                <a:lnTo>
                  <a:pt x="64" y="21"/>
                </a:lnTo>
                <a:lnTo>
                  <a:pt x="61" y="15"/>
                </a:lnTo>
                <a:lnTo>
                  <a:pt x="61" y="14"/>
                </a:lnTo>
                <a:lnTo>
                  <a:pt x="60" y="13"/>
                </a:lnTo>
                <a:lnTo>
                  <a:pt x="59" y="13"/>
                </a:lnTo>
                <a:lnTo>
                  <a:pt x="59" y="13"/>
                </a:lnTo>
                <a:lnTo>
                  <a:pt x="58" y="14"/>
                </a:lnTo>
                <a:lnTo>
                  <a:pt x="58" y="15"/>
                </a:lnTo>
                <a:lnTo>
                  <a:pt x="57" y="17"/>
                </a:lnTo>
                <a:lnTo>
                  <a:pt x="57" y="21"/>
                </a:lnTo>
                <a:lnTo>
                  <a:pt x="55" y="28"/>
                </a:lnTo>
                <a:lnTo>
                  <a:pt x="55" y="32"/>
                </a:lnTo>
                <a:lnTo>
                  <a:pt x="55" y="33"/>
                </a:lnTo>
                <a:lnTo>
                  <a:pt x="55" y="33"/>
                </a:lnTo>
                <a:lnTo>
                  <a:pt x="56" y="34"/>
                </a:lnTo>
                <a:lnTo>
                  <a:pt x="57" y="34"/>
                </a:lnTo>
                <a:lnTo>
                  <a:pt x="58" y="35"/>
                </a:lnTo>
                <a:lnTo>
                  <a:pt x="59" y="36"/>
                </a:lnTo>
                <a:lnTo>
                  <a:pt x="61" y="36"/>
                </a:lnTo>
                <a:lnTo>
                  <a:pt x="62" y="37"/>
                </a:lnTo>
                <a:lnTo>
                  <a:pt x="62" y="38"/>
                </a:lnTo>
                <a:lnTo>
                  <a:pt x="63" y="40"/>
                </a:lnTo>
                <a:lnTo>
                  <a:pt x="63" y="41"/>
                </a:lnTo>
                <a:lnTo>
                  <a:pt x="62" y="44"/>
                </a:lnTo>
                <a:lnTo>
                  <a:pt x="60" y="49"/>
                </a:lnTo>
                <a:lnTo>
                  <a:pt x="58" y="53"/>
                </a:lnTo>
                <a:lnTo>
                  <a:pt x="58" y="55"/>
                </a:lnTo>
                <a:lnTo>
                  <a:pt x="56" y="57"/>
                </a:lnTo>
                <a:lnTo>
                  <a:pt x="56" y="58"/>
                </a:lnTo>
                <a:lnTo>
                  <a:pt x="56" y="60"/>
                </a:lnTo>
                <a:lnTo>
                  <a:pt x="56" y="61"/>
                </a:lnTo>
                <a:lnTo>
                  <a:pt x="57" y="65"/>
                </a:lnTo>
                <a:lnTo>
                  <a:pt x="57" y="68"/>
                </a:lnTo>
                <a:lnTo>
                  <a:pt x="58" y="69"/>
                </a:lnTo>
                <a:lnTo>
                  <a:pt x="58" y="71"/>
                </a:lnTo>
                <a:lnTo>
                  <a:pt x="58" y="72"/>
                </a:lnTo>
                <a:lnTo>
                  <a:pt x="58" y="73"/>
                </a:lnTo>
                <a:lnTo>
                  <a:pt x="58" y="74"/>
                </a:lnTo>
                <a:lnTo>
                  <a:pt x="58" y="75"/>
                </a:lnTo>
                <a:lnTo>
                  <a:pt x="57" y="76"/>
                </a:lnTo>
                <a:lnTo>
                  <a:pt x="56" y="77"/>
                </a:lnTo>
                <a:lnTo>
                  <a:pt x="55" y="77"/>
                </a:lnTo>
                <a:lnTo>
                  <a:pt x="51" y="76"/>
                </a:lnTo>
                <a:lnTo>
                  <a:pt x="49" y="76"/>
                </a:lnTo>
                <a:lnTo>
                  <a:pt x="49" y="91"/>
                </a:lnTo>
                <a:lnTo>
                  <a:pt x="47" y="93"/>
                </a:lnTo>
                <a:lnTo>
                  <a:pt x="43" y="96"/>
                </a:lnTo>
                <a:lnTo>
                  <a:pt x="42" y="97"/>
                </a:lnTo>
                <a:lnTo>
                  <a:pt x="40" y="97"/>
                </a:lnTo>
                <a:lnTo>
                  <a:pt x="40" y="97"/>
                </a:lnTo>
                <a:lnTo>
                  <a:pt x="39" y="97"/>
                </a:lnTo>
                <a:lnTo>
                  <a:pt x="39" y="97"/>
                </a:lnTo>
                <a:lnTo>
                  <a:pt x="39" y="97"/>
                </a:lnTo>
                <a:lnTo>
                  <a:pt x="40" y="93"/>
                </a:lnTo>
                <a:lnTo>
                  <a:pt x="42" y="89"/>
                </a:lnTo>
                <a:lnTo>
                  <a:pt x="42" y="85"/>
                </a:lnTo>
                <a:lnTo>
                  <a:pt x="43" y="83"/>
                </a:lnTo>
                <a:lnTo>
                  <a:pt x="43" y="81"/>
                </a:lnTo>
                <a:lnTo>
                  <a:pt x="42" y="80"/>
                </a:lnTo>
                <a:lnTo>
                  <a:pt x="42" y="79"/>
                </a:lnTo>
                <a:lnTo>
                  <a:pt x="41" y="78"/>
                </a:lnTo>
                <a:lnTo>
                  <a:pt x="39" y="77"/>
                </a:lnTo>
                <a:lnTo>
                  <a:pt x="38" y="77"/>
                </a:lnTo>
                <a:lnTo>
                  <a:pt x="38" y="75"/>
                </a:lnTo>
                <a:lnTo>
                  <a:pt x="37" y="73"/>
                </a:lnTo>
                <a:lnTo>
                  <a:pt x="35" y="69"/>
                </a:lnTo>
                <a:lnTo>
                  <a:pt x="32" y="64"/>
                </a:lnTo>
                <a:lnTo>
                  <a:pt x="30" y="61"/>
                </a:lnTo>
                <a:lnTo>
                  <a:pt x="29" y="59"/>
                </a:lnTo>
                <a:lnTo>
                  <a:pt x="28" y="58"/>
                </a:lnTo>
                <a:lnTo>
                  <a:pt x="28" y="57"/>
                </a:lnTo>
                <a:lnTo>
                  <a:pt x="27" y="57"/>
                </a:lnTo>
                <a:lnTo>
                  <a:pt x="26" y="57"/>
                </a:lnTo>
                <a:lnTo>
                  <a:pt x="26" y="59"/>
                </a:lnTo>
                <a:lnTo>
                  <a:pt x="24" y="61"/>
                </a:lnTo>
                <a:lnTo>
                  <a:pt x="23" y="64"/>
                </a:lnTo>
                <a:lnTo>
                  <a:pt x="22" y="66"/>
                </a:lnTo>
                <a:lnTo>
                  <a:pt x="21" y="73"/>
                </a:lnTo>
                <a:lnTo>
                  <a:pt x="20" y="77"/>
                </a:lnTo>
                <a:lnTo>
                  <a:pt x="19" y="81"/>
                </a:lnTo>
                <a:lnTo>
                  <a:pt x="19" y="83"/>
                </a:lnTo>
                <a:lnTo>
                  <a:pt x="19" y="83"/>
                </a:lnTo>
                <a:close/>
                <a:moveTo>
                  <a:pt x="70" y="90"/>
                </a:moveTo>
                <a:lnTo>
                  <a:pt x="77" y="97"/>
                </a:lnTo>
                <a:lnTo>
                  <a:pt x="76" y="98"/>
                </a:lnTo>
                <a:lnTo>
                  <a:pt x="75" y="100"/>
                </a:lnTo>
                <a:lnTo>
                  <a:pt x="74" y="102"/>
                </a:lnTo>
                <a:lnTo>
                  <a:pt x="72" y="106"/>
                </a:lnTo>
                <a:lnTo>
                  <a:pt x="72" y="107"/>
                </a:lnTo>
                <a:lnTo>
                  <a:pt x="73" y="108"/>
                </a:lnTo>
                <a:lnTo>
                  <a:pt x="74" y="108"/>
                </a:lnTo>
                <a:lnTo>
                  <a:pt x="74" y="107"/>
                </a:lnTo>
                <a:lnTo>
                  <a:pt x="77" y="105"/>
                </a:lnTo>
                <a:lnTo>
                  <a:pt x="78" y="102"/>
                </a:lnTo>
                <a:lnTo>
                  <a:pt x="79" y="101"/>
                </a:lnTo>
                <a:lnTo>
                  <a:pt x="80" y="101"/>
                </a:lnTo>
                <a:lnTo>
                  <a:pt x="80" y="101"/>
                </a:lnTo>
                <a:lnTo>
                  <a:pt x="82" y="101"/>
                </a:lnTo>
                <a:lnTo>
                  <a:pt x="83" y="103"/>
                </a:lnTo>
                <a:lnTo>
                  <a:pt x="86" y="105"/>
                </a:lnTo>
                <a:lnTo>
                  <a:pt x="87" y="107"/>
                </a:lnTo>
                <a:lnTo>
                  <a:pt x="89" y="108"/>
                </a:lnTo>
                <a:lnTo>
                  <a:pt x="90" y="109"/>
                </a:lnTo>
                <a:lnTo>
                  <a:pt x="91" y="109"/>
                </a:lnTo>
                <a:lnTo>
                  <a:pt x="93" y="109"/>
                </a:lnTo>
                <a:lnTo>
                  <a:pt x="94" y="109"/>
                </a:lnTo>
                <a:lnTo>
                  <a:pt x="96" y="109"/>
                </a:lnTo>
                <a:lnTo>
                  <a:pt x="98" y="109"/>
                </a:lnTo>
                <a:lnTo>
                  <a:pt x="98" y="109"/>
                </a:lnTo>
                <a:lnTo>
                  <a:pt x="99" y="109"/>
                </a:lnTo>
                <a:lnTo>
                  <a:pt x="100" y="108"/>
                </a:lnTo>
                <a:lnTo>
                  <a:pt x="100" y="108"/>
                </a:lnTo>
                <a:lnTo>
                  <a:pt x="100" y="106"/>
                </a:lnTo>
                <a:lnTo>
                  <a:pt x="100" y="105"/>
                </a:lnTo>
                <a:lnTo>
                  <a:pt x="98" y="102"/>
                </a:lnTo>
                <a:lnTo>
                  <a:pt x="98" y="101"/>
                </a:lnTo>
                <a:lnTo>
                  <a:pt x="96" y="99"/>
                </a:lnTo>
                <a:lnTo>
                  <a:pt x="92" y="95"/>
                </a:lnTo>
                <a:lnTo>
                  <a:pt x="88" y="89"/>
                </a:lnTo>
                <a:lnTo>
                  <a:pt x="86" y="86"/>
                </a:lnTo>
                <a:lnTo>
                  <a:pt x="85" y="85"/>
                </a:lnTo>
                <a:lnTo>
                  <a:pt x="85" y="81"/>
                </a:lnTo>
                <a:lnTo>
                  <a:pt x="86" y="78"/>
                </a:lnTo>
                <a:lnTo>
                  <a:pt x="86" y="75"/>
                </a:lnTo>
                <a:lnTo>
                  <a:pt x="86" y="73"/>
                </a:lnTo>
                <a:lnTo>
                  <a:pt x="85" y="73"/>
                </a:lnTo>
                <a:lnTo>
                  <a:pt x="85" y="73"/>
                </a:lnTo>
                <a:lnTo>
                  <a:pt x="83" y="73"/>
                </a:lnTo>
                <a:lnTo>
                  <a:pt x="82" y="73"/>
                </a:lnTo>
                <a:lnTo>
                  <a:pt x="80" y="74"/>
                </a:lnTo>
                <a:lnTo>
                  <a:pt x="80" y="77"/>
                </a:lnTo>
                <a:lnTo>
                  <a:pt x="80" y="79"/>
                </a:lnTo>
                <a:lnTo>
                  <a:pt x="80" y="82"/>
                </a:lnTo>
                <a:lnTo>
                  <a:pt x="80" y="84"/>
                </a:lnTo>
                <a:lnTo>
                  <a:pt x="75" y="86"/>
                </a:lnTo>
                <a:lnTo>
                  <a:pt x="70" y="90"/>
                </a:lnTo>
                <a:lnTo>
                  <a:pt x="70" y="90"/>
                </a:lnTo>
                <a:close/>
                <a:moveTo>
                  <a:pt x="67" y="84"/>
                </a:moveTo>
                <a:lnTo>
                  <a:pt x="68" y="84"/>
                </a:lnTo>
                <a:lnTo>
                  <a:pt x="69" y="84"/>
                </a:lnTo>
                <a:lnTo>
                  <a:pt x="69" y="84"/>
                </a:lnTo>
                <a:lnTo>
                  <a:pt x="69" y="83"/>
                </a:lnTo>
                <a:lnTo>
                  <a:pt x="69" y="82"/>
                </a:lnTo>
                <a:lnTo>
                  <a:pt x="70" y="82"/>
                </a:lnTo>
                <a:lnTo>
                  <a:pt x="70" y="79"/>
                </a:lnTo>
                <a:lnTo>
                  <a:pt x="72" y="77"/>
                </a:lnTo>
                <a:lnTo>
                  <a:pt x="74" y="73"/>
                </a:lnTo>
                <a:lnTo>
                  <a:pt x="75" y="71"/>
                </a:lnTo>
                <a:lnTo>
                  <a:pt x="75" y="70"/>
                </a:lnTo>
                <a:lnTo>
                  <a:pt x="75" y="69"/>
                </a:lnTo>
                <a:lnTo>
                  <a:pt x="74" y="69"/>
                </a:lnTo>
                <a:lnTo>
                  <a:pt x="74" y="69"/>
                </a:lnTo>
                <a:lnTo>
                  <a:pt x="73" y="68"/>
                </a:lnTo>
                <a:lnTo>
                  <a:pt x="72" y="67"/>
                </a:lnTo>
                <a:lnTo>
                  <a:pt x="71" y="67"/>
                </a:lnTo>
                <a:lnTo>
                  <a:pt x="70" y="67"/>
                </a:lnTo>
                <a:lnTo>
                  <a:pt x="69" y="67"/>
                </a:lnTo>
                <a:lnTo>
                  <a:pt x="68" y="68"/>
                </a:lnTo>
                <a:lnTo>
                  <a:pt x="66" y="69"/>
                </a:lnTo>
                <a:lnTo>
                  <a:pt x="66" y="70"/>
                </a:lnTo>
                <a:lnTo>
                  <a:pt x="65" y="71"/>
                </a:lnTo>
                <a:lnTo>
                  <a:pt x="65" y="73"/>
                </a:lnTo>
                <a:lnTo>
                  <a:pt x="64" y="73"/>
                </a:lnTo>
                <a:lnTo>
                  <a:pt x="64" y="74"/>
                </a:lnTo>
                <a:lnTo>
                  <a:pt x="64" y="75"/>
                </a:lnTo>
                <a:lnTo>
                  <a:pt x="63" y="77"/>
                </a:lnTo>
                <a:lnTo>
                  <a:pt x="62" y="77"/>
                </a:lnTo>
                <a:lnTo>
                  <a:pt x="61" y="78"/>
                </a:lnTo>
                <a:lnTo>
                  <a:pt x="59" y="80"/>
                </a:lnTo>
                <a:lnTo>
                  <a:pt x="58" y="81"/>
                </a:lnTo>
                <a:lnTo>
                  <a:pt x="58" y="82"/>
                </a:lnTo>
                <a:lnTo>
                  <a:pt x="58" y="83"/>
                </a:lnTo>
                <a:lnTo>
                  <a:pt x="58" y="85"/>
                </a:lnTo>
                <a:lnTo>
                  <a:pt x="59" y="85"/>
                </a:lnTo>
                <a:lnTo>
                  <a:pt x="59" y="85"/>
                </a:lnTo>
                <a:lnTo>
                  <a:pt x="60" y="86"/>
                </a:lnTo>
                <a:lnTo>
                  <a:pt x="61" y="86"/>
                </a:lnTo>
                <a:lnTo>
                  <a:pt x="62" y="86"/>
                </a:lnTo>
                <a:lnTo>
                  <a:pt x="62" y="86"/>
                </a:lnTo>
                <a:lnTo>
                  <a:pt x="63" y="85"/>
                </a:lnTo>
                <a:lnTo>
                  <a:pt x="66" y="84"/>
                </a:lnTo>
                <a:lnTo>
                  <a:pt x="67" y="8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ctr">
            <a:noAutofit/>
          </a:bodyPr>
          <a:lstStyle/>
          <a:p>
            <a:endParaRPr/>
          </a:p>
        </p:txBody>
      </p:sp>
      <p:sp>
        <p:nvSpPr>
          <p:cNvPr id="16" name="iśḻîḓé">
            <a:extLst>
              <a:ext uri="{FF2B5EF4-FFF2-40B4-BE49-F238E27FC236}">
                <a16:creationId xmlns:a16="http://schemas.microsoft.com/office/drawing/2014/main" id="{C7985BDE-BF77-4FDF-8CD7-AE4C795617C4}"/>
              </a:ext>
            </a:extLst>
          </p:cNvPr>
          <p:cNvSpPr>
            <a:spLocks noGrp="1"/>
          </p:cNvSpPr>
          <p:nvPr/>
        </p:nvSpPr>
        <p:spPr>
          <a:xfrm>
            <a:off x="932400" y="532800"/>
            <a:ext cx="20520" cy="57240"/>
          </a:xfrm>
          <a:custGeom>
            <a:avLst/>
            <a:gdLst>
              <a:gd name="textAreaLeft" fmla="*/ 0 w 20520"/>
              <a:gd name="textAreaRight" fmla="*/ 20880 w 20520"/>
              <a:gd name="textAreaTop" fmla="*/ 0 h 57240"/>
              <a:gd name="textAreaBottom" fmla="*/ 57600 h 57240"/>
              <a:gd name="GluePoint1X" fmla="*/ 1 w 48"/>
              <a:gd name="GluePoint1Y" fmla="*/ 31 h 132"/>
              <a:gd name="GluePoint2X" fmla="*/ 9 w 48"/>
              <a:gd name="GluePoint2Y" fmla="*/ 20 h 132"/>
              <a:gd name="GluePoint3X" fmla="*/ 26 w 48"/>
              <a:gd name="GluePoint3Y" fmla="*/ 4 h 132"/>
              <a:gd name="GluePoint4X" fmla="*/ 34 w 48"/>
              <a:gd name="GluePoint4Y" fmla="*/ 0 h 132"/>
              <a:gd name="GluePoint5X" fmla="*/ 40 w 48"/>
              <a:gd name="GluePoint5Y" fmla="*/ 1 h 132"/>
              <a:gd name="GluePoint6X" fmla="*/ 41 w 48"/>
              <a:gd name="GluePoint6Y" fmla="*/ 4 h 132"/>
              <a:gd name="GluePoint7X" fmla="*/ 38 w 48"/>
              <a:gd name="GluePoint7Y" fmla="*/ 20 h 132"/>
              <a:gd name="GluePoint8X" fmla="*/ 32 w 48"/>
              <a:gd name="GluePoint8Y" fmla="*/ 60 h 132"/>
              <a:gd name="GluePoint9X" fmla="*/ 28 w 48"/>
              <a:gd name="GluePoint9Y" fmla="*/ 65 h 132"/>
              <a:gd name="GluePoint10X" fmla="*/ 20 w 48"/>
              <a:gd name="GluePoint10Y" fmla="*/ 70 h 132"/>
              <a:gd name="GluePoint11X" fmla="*/ 20 w 48"/>
              <a:gd name="GluePoint11Y" fmla="*/ 81 h 132"/>
              <a:gd name="GluePoint12X" fmla="*/ 22 w 48"/>
              <a:gd name="GluePoint12Y" fmla="*/ 90 h 132"/>
              <a:gd name="GluePoint13X" fmla="*/ 31 w 48"/>
              <a:gd name="GluePoint13Y" fmla="*/ 90 h 132"/>
              <a:gd name="GluePoint14X" fmla="*/ 35 w 48"/>
              <a:gd name="GluePoint14Y" fmla="*/ 91 h 132"/>
              <a:gd name="GluePoint15X" fmla="*/ 35 w 48"/>
              <a:gd name="GluePoint15Y" fmla="*/ 97 h 132"/>
              <a:gd name="GluePoint16X" fmla="*/ 27 w 48"/>
              <a:gd name="GluePoint16Y" fmla="*/ 114 h 132"/>
              <a:gd name="GluePoint17X" fmla="*/ 26 w 48"/>
              <a:gd name="GluePoint17Y" fmla="*/ 120 h 132"/>
              <a:gd name="GluePoint18X" fmla="*/ 34 w 48"/>
              <a:gd name="GluePoint18Y" fmla="*/ 117 h 132"/>
              <a:gd name="GluePoint19X" fmla="*/ 42 w 48"/>
              <a:gd name="GluePoint19Y" fmla="*/ 114 h 132"/>
              <a:gd name="GluePoint20X" fmla="*/ 47 w 48"/>
              <a:gd name="GluePoint20Y" fmla="*/ 118 h 132"/>
              <a:gd name="GluePoint21X" fmla="*/ 48 w 48"/>
              <a:gd name="GluePoint21Y" fmla="*/ 124 h 132"/>
              <a:gd name="GluePoint22X" fmla="*/ 41 w 48"/>
              <a:gd name="GluePoint22Y" fmla="*/ 129 h 132"/>
              <a:gd name="GluePoint23X" fmla="*/ 30 w 48"/>
              <a:gd name="GluePoint23Y" fmla="*/ 132 h 132"/>
              <a:gd name="GluePoint24X" fmla="*/ 16 w 48"/>
              <a:gd name="GluePoint24Y" fmla="*/ 131 h 132"/>
              <a:gd name="GluePoint25X" fmla="*/ 13 w 48"/>
              <a:gd name="GluePoint25Y" fmla="*/ 128 h 132"/>
              <a:gd name="GluePoint26X" fmla="*/ 15 w 48"/>
              <a:gd name="GluePoint26Y" fmla="*/ 124 h 132"/>
              <a:gd name="GluePoint27X" fmla="*/ 16 w 48"/>
              <a:gd name="GluePoint27Y" fmla="*/ 121 h 132"/>
              <a:gd name="GluePoint28X" fmla="*/ 16 w 48"/>
              <a:gd name="GluePoint28Y" fmla="*/ 108 h 132"/>
              <a:gd name="GluePoint29X" fmla="*/ 12 w 48"/>
              <a:gd name="GluePoint29Y" fmla="*/ 106 h 132"/>
              <a:gd name="GluePoint30X" fmla="*/ 10 w 48"/>
              <a:gd name="GluePoint30Y" fmla="*/ 102 h 132"/>
              <a:gd name="GluePoint31X" fmla="*/ 12 w 48"/>
              <a:gd name="GluePoint31Y" fmla="*/ 91 h 132"/>
              <a:gd name="GluePoint32X" fmla="*/ 7 w 48"/>
              <a:gd name="GluePoint32Y" fmla="*/ 81 h 132"/>
              <a:gd name="GluePoint33X" fmla="*/ 4 w 48"/>
              <a:gd name="GluePoint33Y" fmla="*/ 78 h 132"/>
              <a:gd name="GluePoint34X" fmla="*/ 8 w 48"/>
              <a:gd name="GluePoint34Y" fmla="*/ 73 h 132"/>
              <a:gd name="GluePoint35X" fmla="*/ 10 w 48"/>
              <a:gd name="GluePoint35Y" fmla="*/ 62 h 132"/>
              <a:gd name="GluePoint36X" fmla="*/ 10 w 48"/>
              <a:gd name="GluePoint36Y" fmla="*/ 60 h 132"/>
              <a:gd name="GluePoint37X" fmla="*/ 5 w 48"/>
              <a:gd name="GluePoint37Y" fmla="*/ 60 h 132"/>
              <a:gd name="GluePoint38X" fmla="*/ 4 w 48"/>
              <a:gd name="GluePoint38Y" fmla="*/ 56 h 132"/>
              <a:gd name="GluePoint39X" fmla="*/ 8 w 48"/>
              <a:gd name="GluePoint39Y" fmla="*/ 52 h 132"/>
              <a:gd name="GluePoint40X" fmla="*/ 12 w 48"/>
              <a:gd name="GluePoint40Y" fmla="*/ 49 h 132"/>
              <a:gd name="GluePoint41X" fmla="*/ 14 w 48"/>
              <a:gd name="GluePoint41Y" fmla="*/ 34 h 132"/>
              <a:gd name="GluePoint42X" fmla="*/ 19 w 48"/>
              <a:gd name="GluePoint42Y" fmla="*/ 32 h 132"/>
              <a:gd name="GluePoint43X" fmla="*/ 20 w 48"/>
              <a:gd name="GluePoint43Y" fmla="*/ 39 h 132"/>
              <a:gd name="GluePoint44X" fmla="*/ 20 w 48"/>
              <a:gd name="GluePoint44Y" fmla="*/ 49 h 132"/>
              <a:gd name="GluePoint45X" fmla="*/ 23 w 48"/>
              <a:gd name="GluePoint45Y" fmla="*/ 49 h 132"/>
              <a:gd name="GluePoint46X" fmla="*/ 30 w 48"/>
              <a:gd name="GluePoint46Y" fmla="*/ 18 h 132"/>
              <a:gd name="GluePoint47X" fmla="*/ 30 w 48"/>
              <a:gd name="GluePoint47Y" fmla="*/ 10 h 132"/>
              <a:gd name="GluePoint48X" fmla="*/ 18 w 48"/>
              <a:gd name="GluePoint48Y" fmla="*/ 21 h 132"/>
            </a:gdLst>
            <a:ahLst/>
            <a:cxnLst/>
            <a:rect l="textAreaLeft" t="textAreaTop" r="textAreaRight" b="textAreaBottom"/>
            <a:pathLst>
              <a:path w="48" h="132">
                <a:moveTo>
                  <a:pt x="8" y="32"/>
                </a:moveTo>
                <a:lnTo>
                  <a:pt x="0" y="36"/>
                </a:lnTo>
                <a:lnTo>
                  <a:pt x="0" y="34"/>
                </a:lnTo>
                <a:lnTo>
                  <a:pt x="1" y="31"/>
                </a:lnTo>
                <a:lnTo>
                  <a:pt x="3" y="28"/>
                </a:lnTo>
                <a:lnTo>
                  <a:pt x="4" y="27"/>
                </a:lnTo>
                <a:lnTo>
                  <a:pt x="6" y="24"/>
                </a:lnTo>
                <a:lnTo>
                  <a:pt x="9" y="20"/>
                </a:lnTo>
                <a:lnTo>
                  <a:pt x="16" y="14"/>
                </a:lnTo>
                <a:lnTo>
                  <a:pt x="21" y="8"/>
                </a:lnTo>
                <a:lnTo>
                  <a:pt x="24" y="6"/>
                </a:lnTo>
                <a:lnTo>
                  <a:pt x="26" y="4"/>
                </a:lnTo>
                <a:lnTo>
                  <a:pt x="28" y="3"/>
                </a:lnTo>
                <a:lnTo>
                  <a:pt x="30" y="1"/>
                </a:lnTo>
                <a:lnTo>
                  <a:pt x="32" y="0"/>
                </a:lnTo>
                <a:lnTo>
                  <a:pt x="34" y="0"/>
                </a:lnTo>
                <a:lnTo>
                  <a:pt x="36" y="0"/>
                </a:lnTo>
                <a:lnTo>
                  <a:pt x="37" y="0"/>
                </a:lnTo>
                <a:lnTo>
                  <a:pt x="39" y="0"/>
                </a:lnTo>
                <a:lnTo>
                  <a:pt x="40" y="1"/>
                </a:lnTo>
                <a:lnTo>
                  <a:pt x="40" y="2"/>
                </a:lnTo>
                <a:lnTo>
                  <a:pt x="41" y="3"/>
                </a:lnTo>
                <a:lnTo>
                  <a:pt x="41" y="4"/>
                </a:lnTo>
                <a:lnTo>
                  <a:pt x="41" y="4"/>
                </a:lnTo>
                <a:lnTo>
                  <a:pt x="41" y="8"/>
                </a:lnTo>
                <a:lnTo>
                  <a:pt x="40" y="12"/>
                </a:lnTo>
                <a:lnTo>
                  <a:pt x="39" y="17"/>
                </a:lnTo>
                <a:lnTo>
                  <a:pt x="38" y="20"/>
                </a:lnTo>
                <a:lnTo>
                  <a:pt x="36" y="28"/>
                </a:lnTo>
                <a:lnTo>
                  <a:pt x="35" y="40"/>
                </a:lnTo>
                <a:lnTo>
                  <a:pt x="33" y="53"/>
                </a:lnTo>
                <a:lnTo>
                  <a:pt x="32" y="60"/>
                </a:lnTo>
                <a:lnTo>
                  <a:pt x="32" y="61"/>
                </a:lnTo>
                <a:lnTo>
                  <a:pt x="31" y="63"/>
                </a:lnTo>
                <a:lnTo>
                  <a:pt x="29" y="64"/>
                </a:lnTo>
                <a:lnTo>
                  <a:pt x="28" y="65"/>
                </a:lnTo>
                <a:lnTo>
                  <a:pt x="24" y="68"/>
                </a:lnTo>
                <a:lnTo>
                  <a:pt x="22" y="68"/>
                </a:lnTo>
                <a:lnTo>
                  <a:pt x="21" y="69"/>
                </a:lnTo>
                <a:lnTo>
                  <a:pt x="20" y="70"/>
                </a:lnTo>
                <a:lnTo>
                  <a:pt x="20" y="71"/>
                </a:lnTo>
                <a:lnTo>
                  <a:pt x="20" y="72"/>
                </a:lnTo>
                <a:lnTo>
                  <a:pt x="20" y="76"/>
                </a:lnTo>
                <a:lnTo>
                  <a:pt x="20" y="81"/>
                </a:lnTo>
                <a:lnTo>
                  <a:pt x="20" y="86"/>
                </a:lnTo>
                <a:lnTo>
                  <a:pt x="21" y="89"/>
                </a:lnTo>
                <a:lnTo>
                  <a:pt x="22" y="89"/>
                </a:lnTo>
                <a:lnTo>
                  <a:pt x="22" y="90"/>
                </a:lnTo>
                <a:lnTo>
                  <a:pt x="23" y="91"/>
                </a:lnTo>
                <a:lnTo>
                  <a:pt x="24" y="91"/>
                </a:lnTo>
                <a:lnTo>
                  <a:pt x="27" y="90"/>
                </a:lnTo>
                <a:lnTo>
                  <a:pt x="31" y="90"/>
                </a:lnTo>
                <a:lnTo>
                  <a:pt x="32" y="90"/>
                </a:lnTo>
                <a:lnTo>
                  <a:pt x="34" y="90"/>
                </a:lnTo>
                <a:lnTo>
                  <a:pt x="35" y="91"/>
                </a:lnTo>
                <a:lnTo>
                  <a:pt x="35" y="91"/>
                </a:lnTo>
                <a:lnTo>
                  <a:pt x="36" y="92"/>
                </a:lnTo>
                <a:lnTo>
                  <a:pt x="36" y="92"/>
                </a:lnTo>
                <a:lnTo>
                  <a:pt x="36" y="95"/>
                </a:lnTo>
                <a:lnTo>
                  <a:pt x="35" y="97"/>
                </a:lnTo>
                <a:lnTo>
                  <a:pt x="33" y="100"/>
                </a:lnTo>
                <a:lnTo>
                  <a:pt x="32" y="104"/>
                </a:lnTo>
                <a:lnTo>
                  <a:pt x="28" y="111"/>
                </a:lnTo>
                <a:lnTo>
                  <a:pt x="27" y="114"/>
                </a:lnTo>
                <a:lnTo>
                  <a:pt x="26" y="116"/>
                </a:lnTo>
                <a:lnTo>
                  <a:pt x="25" y="118"/>
                </a:lnTo>
                <a:lnTo>
                  <a:pt x="25" y="119"/>
                </a:lnTo>
                <a:lnTo>
                  <a:pt x="26" y="120"/>
                </a:lnTo>
                <a:lnTo>
                  <a:pt x="27" y="120"/>
                </a:lnTo>
                <a:lnTo>
                  <a:pt x="28" y="120"/>
                </a:lnTo>
                <a:lnTo>
                  <a:pt x="31" y="119"/>
                </a:lnTo>
                <a:lnTo>
                  <a:pt x="34" y="117"/>
                </a:lnTo>
                <a:lnTo>
                  <a:pt x="37" y="116"/>
                </a:lnTo>
                <a:lnTo>
                  <a:pt x="40" y="115"/>
                </a:lnTo>
                <a:lnTo>
                  <a:pt x="40" y="115"/>
                </a:lnTo>
                <a:lnTo>
                  <a:pt x="42" y="114"/>
                </a:lnTo>
                <a:lnTo>
                  <a:pt x="43" y="114"/>
                </a:lnTo>
                <a:lnTo>
                  <a:pt x="44" y="115"/>
                </a:lnTo>
                <a:lnTo>
                  <a:pt x="45" y="116"/>
                </a:lnTo>
                <a:lnTo>
                  <a:pt x="47" y="118"/>
                </a:lnTo>
                <a:lnTo>
                  <a:pt x="48" y="120"/>
                </a:lnTo>
                <a:lnTo>
                  <a:pt x="48" y="121"/>
                </a:lnTo>
                <a:lnTo>
                  <a:pt x="48" y="123"/>
                </a:lnTo>
                <a:lnTo>
                  <a:pt x="48" y="124"/>
                </a:lnTo>
                <a:lnTo>
                  <a:pt x="48" y="126"/>
                </a:lnTo>
                <a:lnTo>
                  <a:pt x="46" y="128"/>
                </a:lnTo>
                <a:lnTo>
                  <a:pt x="44" y="128"/>
                </a:lnTo>
                <a:lnTo>
                  <a:pt x="41" y="129"/>
                </a:lnTo>
                <a:lnTo>
                  <a:pt x="37" y="130"/>
                </a:lnTo>
                <a:lnTo>
                  <a:pt x="35" y="131"/>
                </a:lnTo>
                <a:lnTo>
                  <a:pt x="32" y="132"/>
                </a:lnTo>
                <a:lnTo>
                  <a:pt x="30" y="132"/>
                </a:lnTo>
                <a:lnTo>
                  <a:pt x="26" y="132"/>
                </a:lnTo>
                <a:lnTo>
                  <a:pt x="20" y="132"/>
                </a:lnTo>
                <a:lnTo>
                  <a:pt x="18" y="132"/>
                </a:lnTo>
                <a:lnTo>
                  <a:pt x="16" y="131"/>
                </a:lnTo>
                <a:lnTo>
                  <a:pt x="15" y="130"/>
                </a:lnTo>
                <a:lnTo>
                  <a:pt x="14" y="130"/>
                </a:lnTo>
                <a:lnTo>
                  <a:pt x="13" y="128"/>
                </a:lnTo>
                <a:lnTo>
                  <a:pt x="13" y="128"/>
                </a:lnTo>
                <a:lnTo>
                  <a:pt x="13" y="127"/>
                </a:lnTo>
                <a:lnTo>
                  <a:pt x="13" y="125"/>
                </a:lnTo>
                <a:lnTo>
                  <a:pt x="14" y="124"/>
                </a:lnTo>
                <a:lnTo>
                  <a:pt x="15" y="124"/>
                </a:lnTo>
                <a:lnTo>
                  <a:pt x="16" y="124"/>
                </a:lnTo>
                <a:lnTo>
                  <a:pt x="16" y="123"/>
                </a:lnTo>
                <a:lnTo>
                  <a:pt x="17" y="122"/>
                </a:lnTo>
                <a:lnTo>
                  <a:pt x="16" y="121"/>
                </a:lnTo>
                <a:lnTo>
                  <a:pt x="16" y="118"/>
                </a:lnTo>
                <a:lnTo>
                  <a:pt x="16" y="113"/>
                </a:lnTo>
                <a:lnTo>
                  <a:pt x="16" y="111"/>
                </a:lnTo>
                <a:lnTo>
                  <a:pt x="16" y="108"/>
                </a:lnTo>
                <a:lnTo>
                  <a:pt x="16" y="108"/>
                </a:lnTo>
                <a:lnTo>
                  <a:pt x="16" y="107"/>
                </a:lnTo>
                <a:lnTo>
                  <a:pt x="14" y="107"/>
                </a:lnTo>
                <a:lnTo>
                  <a:pt x="12" y="106"/>
                </a:lnTo>
                <a:lnTo>
                  <a:pt x="11" y="104"/>
                </a:lnTo>
                <a:lnTo>
                  <a:pt x="10" y="104"/>
                </a:lnTo>
                <a:lnTo>
                  <a:pt x="10" y="103"/>
                </a:lnTo>
                <a:lnTo>
                  <a:pt x="10" y="102"/>
                </a:lnTo>
                <a:lnTo>
                  <a:pt x="12" y="100"/>
                </a:lnTo>
                <a:lnTo>
                  <a:pt x="13" y="98"/>
                </a:lnTo>
                <a:lnTo>
                  <a:pt x="13" y="95"/>
                </a:lnTo>
                <a:lnTo>
                  <a:pt x="12" y="91"/>
                </a:lnTo>
                <a:lnTo>
                  <a:pt x="12" y="88"/>
                </a:lnTo>
                <a:lnTo>
                  <a:pt x="11" y="85"/>
                </a:lnTo>
                <a:lnTo>
                  <a:pt x="9" y="84"/>
                </a:lnTo>
                <a:lnTo>
                  <a:pt x="7" y="81"/>
                </a:lnTo>
                <a:lnTo>
                  <a:pt x="5" y="80"/>
                </a:lnTo>
                <a:lnTo>
                  <a:pt x="5" y="79"/>
                </a:lnTo>
                <a:lnTo>
                  <a:pt x="4" y="79"/>
                </a:lnTo>
                <a:lnTo>
                  <a:pt x="4" y="78"/>
                </a:lnTo>
                <a:lnTo>
                  <a:pt x="5" y="77"/>
                </a:lnTo>
                <a:lnTo>
                  <a:pt x="5" y="76"/>
                </a:lnTo>
                <a:lnTo>
                  <a:pt x="7" y="75"/>
                </a:lnTo>
                <a:lnTo>
                  <a:pt x="8" y="73"/>
                </a:lnTo>
                <a:lnTo>
                  <a:pt x="8" y="70"/>
                </a:lnTo>
                <a:lnTo>
                  <a:pt x="9" y="67"/>
                </a:lnTo>
                <a:lnTo>
                  <a:pt x="9" y="64"/>
                </a:lnTo>
                <a:lnTo>
                  <a:pt x="10" y="62"/>
                </a:lnTo>
                <a:lnTo>
                  <a:pt x="11" y="61"/>
                </a:lnTo>
                <a:lnTo>
                  <a:pt x="11" y="60"/>
                </a:lnTo>
                <a:lnTo>
                  <a:pt x="11" y="60"/>
                </a:lnTo>
                <a:lnTo>
                  <a:pt x="10" y="60"/>
                </a:lnTo>
                <a:lnTo>
                  <a:pt x="8" y="60"/>
                </a:lnTo>
                <a:lnTo>
                  <a:pt x="8" y="60"/>
                </a:lnTo>
                <a:lnTo>
                  <a:pt x="7" y="60"/>
                </a:lnTo>
                <a:lnTo>
                  <a:pt x="5" y="60"/>
                </a:lnTo>
                <a:lnTo>
                  <a:pt x="5" y="59"/>
                </a:lnTo>
                <a:lnTo>
                  <a:pt x="4" y="58"/>
                </a:lnTo>
                <a:lnTo>
                  <a:pt x="4" y="57"/>
                </a:lnTo>
                <a:lnTo>
                  <a:pt x="4" y="56"/>
                </a:lnTo>
                <a:lnTo>
                  <a:pt x="4" y="55"/>
                </a:lnTo>
                <a:lnTo>
                  <a:pt x="5" y="54"/>
                </a:lnTo>
                <a:lnTo>
                  <a:pt x="7" y="53"/>
                </a:lnTo>
                <a:lnTo>
                  <a:pt x="8" y="52"/>
                </a:lnTo>
                <a:lnTo>
                  <a:pt x="10" y="52"/>
                </a:lnTo>
                <a:lnTo>
                  <a:pt x="11" y="52"/>
                </a:lnTo>
                <a:lnTo>
                  <a:pt x="12" y="51"/>
                </a:lnTo>
                <a:lnTo>
                  <a:pt x="12" y="49"/>
                </a:lnTo>
                <a:lnTo>
                  <a:pt x="13" y="45"/>
                </a:lnTo>
                <a:lnTo>
                  <a:pt x="13" y="40"/>
                </a:lnTo>
                <a:lnTo>
                  <a:pt x="14" y="35"/>
                </a:lnTo>
                <a:lnTo>
                  <a:pt x="14" y="34"/>
                </a:lnTo>
                <a:lnTo>
                  <a:pt x="15" y="34"/>
                </a:lnTo>
                <a:lnTo>
                  <a:pt x="16" y="32"/>
                </a:lnTo>
                <a:lnTo>
                  <a:pt x="17" y="32"/>
                </a:lnTo>
                <a:lnTo>
                  <a:pt x="19" y="32"/>
                </a:lnTo>
                <a:lnTo>
                  <a:pt x="19" y="32"/>
                </a:lnTo>
                <a:lnTo>
                  <a:pt x="20" y="33"/>
                </a:lnTo>
                <a:lnTo>
                  <a:pt x="20" y="36"/>
                </a:lnTo>
                <a:lnTo>
                  <a:pt x="20" y="39"/>
                </a:lnTo>
                <a:lnTo>
                  <a:pt x="20" y="41"/>
                </a:lnTo>
                <a:lnTo>
                  <a:pt x="20" y="44"/>
                </a:lnTo>
                <a:lnTo>
                  <a:pt x="20" y="47"/>
                </a:lnTo>
                <a:lnTo>
                  <a:pt x="20" y="49"/>
                </a:lnTo>
                <a:lnTo>
                  <a:pt x="21" y="50"/>
                </a:lnTo>
                <a:lnTo>
                  <a:pt x="22" y="50"/>
                </a:lnTo>
                <a:lnTo>
                  <a:pt x="22" y="50"/>
                </a:lnTo>
                <a:lnTo>
                  <a:pt x="23" y="49"/>
                </a:lnTo>
                <a:lnTo>
                  <a:pt x="24" y="44"/>
                </a:lnTo>
                <a:lnTo>
                  <a:pt x="27" y="34"/>
                </a:lnTo>
                <a:lnTo>
                  <a:pt x="28" y="24"/>
                </a:lnTo>
                <a:lnTo>
                  <a:pt x="30" y="18"/>
                </a:lnTo>
                <a:lnTo>
                  <a:pt x="31" y="15"/>
                </a:lnTo>
                <a:lnTo>
                  <a:pt x="31" y="12"/>
                </a:lnTo>
                <a:lnTo>
                  <a:pt x="30" y="11"/>
                </a:lnTo>
                <a:lnTo>
                  <a:pt x="30" y="10"/>
                </a:lnTo>
                <a:lnTo>
                  <a:pt x="29" y="10"/>
                </a:lnTo>
                <a:lnTo>
                  <a:pt x="28" y="11"/>
                </a:lnTo>
                <a:lnTo>
                  <a:pt x="24" y="16"/>
                </a:lnTo>
                <a:lnTo>
                  <a:pt x="18" y="21"/>
                </a:lnTo>
                <a:lnTo>
                  <a:pt x="12" y="26"/>
                </a:lnTo>
                <a:lnTo>
                  <a:pt x="8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600" rIns="90000" bIns="12600" anchor="ctr">
            <a:noAutofit/>
          </a:bodyPr>
          <a:lstStyle/>
          <a:p>
            <a:endParaRPr/>
          </a:p>
        </p:txBody>
      </p:sp>
      <p:sp>
        <p:nvSpPr>
          <p:cNvPr id="17" name="íśḷídê">
            <a:extLst>
              <a:ext uri="{FF2B5EF4-FFF2-40B4-BE49-F238E27FC236}">
                <a16:creationId xmlns:a16="http://schemas.microsoft.com/office/drawing/2014/main" id="{25545FD7-69A9-48F6-A7E6-A03CB9B4E053}"/>
              </a:ext>
            </a:extLst>
          </p:cNvPr>
          <p:cNvSpPr>
            <a:spLocks noGrp="1"/>
          </p:cNvSpPr>
          <p:nvPr/>
        </p:nvSpPr>
        <p:spPr>
          <a:xfrm>
            <a:off x="925920" y="549000"/>
            <a:ext cx="7200" cy="12600"/>
          </a:xfrm>
          <a:custGeom>
            <a:avLst/>
            <a:gdLst>
              <a:gd name="textAreaLeft" fmla="*/ 0 w 7200"/>
              <a:gd name="textAreaRight" fmla="*/ 7560 w 7200"/>
              <a:gd name="textAreaTop" fmla="*/ 0 h 12600"/>
              <a:gd name="textAreaBottom" fmla="*/ 12960 h 12600"/>
              <a:gd name="GluePoint1X" fmla="*/ 2 w 17"/>
              <a:gd name="GluePoint1Y" fmla="*/ 6 h 30"/>
              <a:gd name="GluePoint2X" fmla="*/ 1 w 17"/>
              <a:gd name="GluePoint2Y" fmla="*/ 5 h 30"/>
              <a:gd name="GluePoint3X" fmla="*/ 0 w 17"/>
              <a:gd name="GluePoint3Y" fmla="*/ 3 h 30"/>
              <a:gd name="GluePoint4X" fmla="*/ 0 w 17"/>
              <a:gd name="GluePoint4Y" fmla="*/ 3 h 30"/>
              <a:gd name="GluePoint5X" fmla="*/ 0 w 17"/>
              <a:gd name="GluePoint5Y" fmla="*/ 3 h 30"/>
              <a:gd name="GluePoint6X" fmla="*/ 1 w 17"/>
              <a:gd name="GluePoint6Y" fmla="*/ 2 h 30"/>
              <a:gd name="GluePoint7X" fmla="*/ 3 w 17"/>
              <a:gd name="GluePoint7Y" fmla="*/ 1 h 30"/>
              <a:gd name="GluePoint8X" fmla="*/ 6 w 17"/>
              <a:gd name="GluePoint8Y" fmla="*/ 1 h 30"/>
              <a:gd name="GluePoint9X" fmla="*/ 9 w 17"/>
              <a:gd name="GluePoint9Y" fmla="*/ 0 h 30"/>
              <a:gd name="GluePoint10X" fmla="*/ 11 w 17"/>
              <a:gd name="GluePoint10Y" fmla="*/ 0 h 30"/>
              <a:gd name="GluePoint11X" fmla="*/ 12 w 17"/>
              <a:gd name="GluePoint11Y" fmla="*/ 1 h 30"/>
              <a:gd name="GluePoint12X" fmla="*/ 13 w 17"/>
              <a:gd name="GluePoint12Y" fmla="*/ 2 h 30"/>
              <a:gd name="GluePoint13X" fmla="*/ 14 w 17"/>
              <a:gd name="GluePoint13Y" fmla="*/ 3 h 30"/>
              <a:gd name="GluePoint14X" fmla="*/ 15 w 17"/>
              <a:gd name="GluePoint14Y" fmla="*/ 7 h 30"/>
              <a:gd name="GluePoint15X" fmla="*/ 15 w 17"/>
              <a:gd name="GluePoint15Y" fmla="*/ 14 h 30"/>
              <a:gd name="GluePoint16X" fmla="*/ 16 w 17"/>
              <a:gd name="GluePoint16Y" fmla="*/ 19 h 30"/>
              <a:gd name="GluePoint17X" fmla="*/ 17 w 17"/>
              <a:gd name="GluePoint17Y" fmla="*/ 23 h 30"/>
              <a:gd name="GluePoint18X" fmla="*/ 17 w 17"/>
              <a:gd name="GluePoint18Y" fmla="*/ 25 h 30"/>
              <a:gd name="GluePoint19X" fmla="*/ 17 w 17"/>
              <a:gd name="GluePoint19Y" fmla="*/ 27 h 30"/>
              <a:gd name="GluePoint20X" fmla="*/ 16 w 17"/>
              <a:gd name="GluePoint20Y" fmla="*/ 28 h 30"/>
              <a:gd name="GluePoint21X" fmla="*/ 15 w 17"/>
              <a:gd name="GluePoint21Y" fmla="*/ 29 h 30"/>
              <a:gd name="GluePoint22X" fmla="*/ 14 w 17"/>
              <a:gd name="GluePoint22Y" fmla="*/ 30 h 30"/>
              <a:gd name="GluePoint23X" fmla="*/ 11 w 17"/>
              <a:gd name="GluePoint23Y" fmla="*/ 30 h 30"/>
              <a:gd name="GluePoint24X" fmla="*/ 10 w 17"/>
              <a:gd name="GluePoint24Y" fmla="*/ 30 h 30"/>
              <a:gd name="GluePoint25X" fmla="*/ 8 w 17"/>
              <a:gd name="GluePoint25Y" fmla="*/ 29 h 30"/>
              <a:gd name="GluePoint26X" fmla="*/ 7 w 17"/>
              <a:gd name="GluePoint26Y" fmla="*/ 28 h 30"/>
              <a:gd name="GluePoint27X" fmla="*/ 7 w 17"/>
              <a:gd name="GluePoint27Y" fmla="*/ 27 h 30"/>
              <a:gd name="GluePoint28X" fmla="*/ 6 w 17"/>
              <a:gd name="GluePoint28Y" fmla="*/ 23 h 30"/>
              <a:gd name="GluePoint29X" fmla="*/ 6 w 17"/>
              <a:gd name="GluePoint29Y" fmla="*/ 19 h 30"/>
              <a:gd name="GluePoint30X" fmla="*/ 5 w 17"/>
              <a:gd name="GluePoint30Y" fmla="*/ 15 h 30"/>
              <a:gd name="GluePoint31X" fmla="*/ 4 w 17"/>
              <a:gd name="GluePoint31Y" fmla="*/ 11 h 30"/>
              <a:gd name="GluePoint32X" fmla="*/ 3 w 17"/>
              <a:gd name="GluePoint32Y" fmla="*/ 8 h 30"/>
              <a:gd name="GluePoint33X" fmla="*/ 3 w 17"/>
              <a:gd name="GluePoint33Y" fmla="*/ 7 h 30"/>
              <a:gd name="GluePoint34X" fmla="*/ 3 w 17"/>
              <a:gd name="GluePoint34Y" fmla="*/ 7 h 30"/>
              <a:gd name="GluePoint35X" fmla="*/ 2 w 17"/>
              <a:gd name="GluePoint35Y" fmla="*/ 6 h 30"/>
            </a:gdLst>
            <a:ahLst/>
            <a:cxnLst/>
            <a:rect l="textAreaLeft" t="textAreaTop" r="textAreaRight" b="textAreaBottom"/>
            <a:pathLst>
              <a:path w="17" h="30">
                <a:moveTo>
                  <a:pt x="2" y="6"/>
                </a:moveTo>
                <a:lnTo>
                  <a:pt x="1" y="5"/>
                </a:lnTo>
                <a:lnTo>
                  <a:pt x="0" y="3"/>
                </a:lnTo>
                <a:lnTo>
                  <a:pt x="0" y="3"/>
                </a:lnTo>
                <a:lnTo>
                  <a:pt x="0" y="3"/>
                </a:lnTo>
                <a:lnTo>
                  <a:pt x="1" y="2"/>
                </a:lnTo>
                <a:lnTo>
                  <a:pt x="3" y="1"/>
                </a:lnTo>
                <a:lnTo>
                  <a:pt x="6" y="1"/>
                </a:lnTo>
                <a:lnTo>
                  <a:pt x="9" y="0"/>
                </a:lnTo>
                <a:lnTo>
                  <a:pt x="11" y="0"/>
                </a:lnTo>
                <a:lnTo>
                  <a:pt x="12" y="1"/>
                </a:lnTo>
                <a:lnTo>
                  <a:pt x="13" y="2"/>
                </a:lnTo>
                <a:lnTo>
                  <a:pt x="14" y="3"/>
                </a:lnTo>
                <a:lnTo>
                  <a:pt x="15" y="7"/>
                </a:lnTo>
                <a:lnTo>
                  <a:pt x="15" y="14"/>
                </a:lnTo>
                <a:lnTo>
                  <a:pt x="16" y="19"/>
                </a:lnTo>
                <a:lnTo>
                  <a:pt x="17" y="23"/>
                </a:lnTo>
                <a:lnTo>
                  <a:pt x="17" y="25"/>
                </a:lnTo>
                <a:lnTo>
                  <a:pt x="17" y="27"/>
                </a:lnTo>
                <a:lnTo>
                  <a:pt x="16" y="28"/>
                </a:lnTo>
                <a:lnTo>
                  <a:pt x="15" y="29"/>
                </a:lnTo>
                <a:lnTo>
                  <a:pt x="14" y="30"/>
                </a:lnTo>
                <a:lnTo>
                  <a:pt x="11" y="30"/>
                </a:lnTo>
                <a:lnTo>
                  <a:pt x="10" y="30"/>
                </a:lnTo>
                <a:lnTo>
                  <a:pt x="8" y="29"/>
                </a:lnTo>
                <a:lnTo>
                  <a:pt x="7" y="28"/>
                </a:lnTo>
                <a:lnTo>
                  <a:pt x="7" y="27"/>
                </a:lnTo>
                <a:lnTo>
                  <a:pt x="6" y="23"/>
                </a:lnTo>
                <a:lnTo>
                  <a:pt x="6" y="19"/>
                </a:lnTo>
                <a:lnTo>
                  <a:pt x="5" y="15"/>
                </a:lnTo>
                <a:lnTo>
                  <a:pt x="4" y="11"/>
                </a:lnTo>
                <a:lnTo>
                  <a:pt x="3" y="8"/>
                </a:lnTo>
                <a:lnTo>
                  <a:pt x="3" y="7"/>
                </a:lnTo>
                <a:lnTo>
                  <a:pt x="3" y="7"/>
                </a:lnTo>
                <a:lnTo>
                  <a:pt x="2" y="6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ctr">
            <a:noAutofit/>
          </a:bodyPr>
          <a:lstStyle/>
          <a:p>
            <a:endParaRPr/>
          </a:p>
        </p:txBody>
      </p:sp>
      <p:sp>
        <p:nvSpPr>
          <p:cNvPr id="18" name="íśļiḋé">
            <a:extLst>
              <a:ext uri="{FF2B5EF4-FFF2-40B4-BE49-F238E27FC236}">
                <a16:creationId xmlns:a16="http://schemas.microsoft.com/office/drawing/2014/main" id="{2BFF7197-1658-49BD-9317-F3861E01DF0F}"/>
              </a:ext>
            </a:extLst>
          </p:cNvPr>
          <p:cNvSpPr>
            <a:spLocks noGrp="1"/>
          </p:cNvSpPr>
          <p:nvPr/>
        </p:nvSpPr>
        <p:spPr>
          <a:xfrm>
            <a:off x="907560" y="546840"/>
            <a:ext cx="17640" cy="43200"/>
          </a:xfrm>
          <a:custGeom>
            <a:avLst/>
            <a:gdLst>
              <a:gd name="textAreaLeft" fmla="*/ 0 w 17640"/>
              <a:gd name="textAreaRight" fmla="*/ 18000 w 17640"/>
              <a:gd name="textAreaTop" fmla="*/ 0 h 43200"/>
              <a:gd name="textAreaBottom" fmla="*/ 43560 h 43200"/>
              <a:gd name="GluePoint1X" fmla="*/ 14 w 41"/>
              <a:gd name="GluePoint1Y" fmla="*/ 26 h 100"/>
              <a:gd name="GluePoint2X" fmla="*/ 10 w 41"/>
              <a:gd name="GluePoint2Y" fmla="*/ 30 h 100"/>
              <a:gd name="GluePoint3X" fmla="*/ 5 w 41"/>
              <a:gd name="GluePoint3Y" fmla="*/ 28 h 100"/>
              <a:gd name="GluePoint4X" fmla="*/ 1 w 41"/>
              <a:gd name="GluePoint4Y" fmla="*/ 26 h 100"/>
              <a:gd name="GluePoint5X" fmla="*/ 0 w 41"/>
              <a:gd name="GluePoint5Y" fmla="*/ 24 h 100"/>
              <a:gd name="GluePoint6X" fmla="*/ 2 w 41"/>
              <a:gd name="GluePoint6Y" fmla="*/ 19 h 100"/>
              <a:gd name="GluePoint7X" fmla="*/ 10 w 41"/>
              <a:gd name="GluePoint7Y" fmla="*/ 12 h 100"/>
              <a:gd name="GluePoint8X" fmla="*/ 21 w 41"/>
              <a:gd name="GluePoint8Y" fmla="*/ 4 h 100"/>
              <a:gd name="GluePoint9X" fmla="*/ 29 w 41"/>
              <a:gd name="GluePoint9Y" fmla="*/ 0 h 100"/>
              <a:gd name="GluePoint10X" fmla="*/ 30 w 41"/>
              <a:gd name="GluePoint10Y" fmla="*/ 0 h 100"/>
              <a:gd name="GluePoint11X" fmla="*/ 33 w 41"/>
              <a:gd name="GluePoint11Y" fmla="*/ 4 h 100"/>
              <a:gd name="GluePoint12X" fmla="*/ 35 w 41"/>
              <a:gd name="GluePoint12Y" fmla="*/ 8 h 100"/>
              <a:gd name="GluePoint13X" fmla="*/ 33 w 41"/>
              <a:gd name="GluePoint13Y" fmla="*/ 16 h 100"/>
              <a:gd name="GluePoint14X" fmla="*/ 32 w 41"/>
              <a:gd name="GluePoint14Y" fmla="*/ 30 h 100"/>
              <a:gd name="GluePoint15X" fmla="*/ 31 w 41"/>
              <a:gd name="GluePoint15Y" fmla="*/ 44 h 100"/>
              <a:gd name="GluePoint16X" fmla="*/ 33 w 41"/>
              <a:gd name="GluePoint16Y" fmla="*/ 46 h 100"/>
              <a:gd name="GluePoint17X" fmla="*/ 35 w 41"/>
              <a:gd name="GluePoint17Y" fmla="*/ 48 h 100"/>
              <a:gd name="GluePoint18X" fmla="*/ 31 w 41"/>
              <a:gd name="GluePoint18Y" fmla="*/ 54 h 100"/>
              <a:gd name="GluePoint19X" fmla="*/ 32 w 41"/>
              <a:gd name="GluePoint19Y" fmla="*/ 57 h 100"/>
              <a:gd name="GluePoint20X" fmla="*/ 35 w 41"/>
              <a:gd name="GluePoint20Y" fmla="*/ 58 h 100"/>
              <a:gd name="GluePoint21X" fmla="*/ 37 w 41"/>
              <a:gd name="GluePoint21Y" fmla="*/ 54 h 100"/>
              <a:gd name="GluePoint22X" fmla="*/ 41 w 41"/>
              <a:gd name="GluePoint22Y" fmla="*/ 48 h 100"/>
              <a:gd name="GluePoint23X" fmla="*/ 35 w 41"/>
              <a:gd name="GluePoint23Y" fmla="*/ 72 h 100"/>
              <a:gd name="GluePoint24X" fmla="*/ 30 w 41"/>
              <a:gd name="GluePoint24Y" fmla="*/ 88 h 100"/>
              <a:gd name="GluePoint25X" fmla="*/ 25 w 41"/>
              <a:gd name="GluePoint25Y" fmla="*/ 96 h 100"/>
              <a:gd name="GluePoint26X" fmla="*/ 21 w 41"/>
              <a:gd name="GluePoint26Y" fmla="*/ 100 h 100"/>
              <a:gd name="GluePoint27X" fmla="*/ 17 w 41"/>
              <a:gd name="GluePoint27Y" fmla="*/ 100 h 100"/>
              <a:gd name="GluePoint28X" fmla="*/ 15 w 41"/>
              <a:gd name="GluePoint28Y" fmla="*/ 97 h 100"/>
              <a:gd name="GluePoint29X" fmla="*/ 16 w 41"/>
              <a:gd name="GluePoint29Y" fmla="*/ 89 h 100"/>
              <a:gd name="GluePoint30X" fmla="*/ 18 w 41"/>
              <a:gd name="GluePoint30Y" fmla="*/ 82 h 100"/>
              <a:gd name="GluePoint31X" fmla="*/ 21 w 41"/>
              <a:gd name="GluePoint31Y" fmla="*/ 74 h 100"/>
              <a:gd name="GluePoint32X" fmla="*/ 20 w 41"/>
              <a:gd name="GluePoint32Y" fmla="*/ 68 h 100"/>
              <a:gd name="GluePoint33X" fmla="*/ 18 w 41"/>
              <a:gd name="GluePoint33Y" fmla="*/ 65 h 100"/>
              <a:gd name="GluePoint34X" fmla="*/ 9 w 41"/>
              <a:gd name="GluePoint34Y" fmla="*/ 69 h 100"/>
              <a:gd name="GluePoint35X" fmla="*/ 5 w 41"/>
              <a:gd name="GluePoint35Y" fmla="*/ 70 h 100"/>
              <a:gd name="GluePoint36X" fmla="*/ 5 w 41"/>
              <a:gd name="GluePoint36Y" fmla="*/ 68 h 100"/>
              <a:gd name="GluePoint37X" fmla="*/ 5 w 41"/>
              <a:gd name="GluePoint37Y" fmla="*/ 61 h 100"/>
              <a:gd name="GluePoint38X" fmla="*/ 7 w 41"/>
              <a:gd name="GluePoint38Y" fmla="*/ 61 h 100"/>
              <a:gd name="GluePoint39X" fmla="*/ 9 w 41"/>
              <a:gd name="GluePoint39Y" fmla="*/ 59 h 100"/>
              <a:gd name="GluePoint40X" fmla="*/ 17 w 41"/>
              <a:gd name="GluePoint40Y" fmla="*/ 54 h 100"/>
              <a:gd name="GluePoint41X" fmla="*/ 20 w 41"/>
              <a:gd name="GluePoint41Y" fmla="*/ 50 h 100"/>
              <a:gd name="GluePoint42X" fmla="*/ 20 w 41"/>
              <a:gd name="GluePoint42Y" fmla="*/ 40 h 100"/>
              <a:gd name="GluePoint43X" fmla="*/ 19 w 41"/>
              <a:gd name="GluePoint43Y" fmla="*/ 25 h 100"/>
              <a:gd name="GluePoint44X" fmla="*/ 17 w 41"/>
              <a:gd name="GluePoint44Y" fmla="*/ 24 h 100"/>
            </a:gdLst>
            <a:ahLst/>
            <a:cxnLst/>
            <a:rect l="textAreaLeft" t="textAreaTop" r="textAreaRight" b="textAreaBottom"/>
            <a:pathLst>
              <a:path w="41" h="100">
                <a:moveTo>
                  <a:pt x="17" y="24"/>
                </a:moveTo>
                <a:lnTo>
                  <a:pt x="16" y="24"/>
                </a:lnTo>
                <a:lnTo>
                  <a:pt x="14" y="26"/>
                </a:lnTo>
                <a:lnTo>
                  <a:pt x="13" y="28"/>
                </a:lnTo>
                <a:lnTo>
                  <a:pt x="12" y="28"/>
                </a:lnTo>
                <a:lnTo>
                  <a:pt x="10" y="30"/>
                </a:lnTo>
                <a:lnTo>
                  <a:pt x="9" y="30"/>
                </a:lnTo>
                <a:lnTo>
                  <a:pt x="7" y="29"/>
                </a:lnTo>
                <a:lnTo>
                  <a:pt x="5" y="28"/>
                </a:lnTo>
                <a:lnTo>
                  <a:pt x="3" y="28"/>
                </a:lnTo>
                <a:lnTo>
                  <a:pt x="1" y="27"/>
                </a:lnTo>
                <a:lnTo>
                  <a:pt x="1" y="26"/>
                </a:lnTo>
                <a:lnTo>
                  <a:pt x="0" y="26"/>
                </a:lnTo>
                <a:lnTo>
                  <a:pt x="0" y="24"/>
                </a:lnTo>
                <a:lnTo>
                  <a:pt x="0" y="24"/>
                </a:lnTo>
                <a:lnTo>
                  <a:pt x="0" y="22"/>
                </a:lnTo>
                <a:lnTo>
                  <a:pt x="1" y="20"/>
                </a:lnTo>
                <a:lnTo>
                  <a:pt x="2" y="19"/>
                </a:lnTo>
                <a:lnTo>
                  <a:pt x="5" y="16"/>
                </a:lnTo>
                <a:lnTo>
                  <a:pt x="8" y="14"/>
                </a:lnTo>
                <a:lnTo>
                  <a:pt x="10" y="12"/>
                </a:lnTo>
                <a:lnTo>
                  <a:pt x="16" y="8"/>
                </a:lnTo>
                <a:lnTo>
                  <a:pt x="18" y="6"/>
                </a:lnTo>
                <a:lnTo>
                  <a:pt x="21" y="4"/>
                </a:lnTo>
                <a:lnTo>
                  <a:pt x="25" y="1"/>
                </a:lnTo>
                <a:lnTo>
                  <a:pt x="27" y="0"/>
                </a:lnTo>
                <a:lnTo>
                  <a:pt x="29" y="0"/>
                </a:lnTo>
                <a:lnTo>
                  <a:pt x="29" y="0"/>
                </a:lnTo>
                <a:lnTo>
                  <a:pt x="29" y="0"/>
                </a:lnTo>
                <a:lnTo>
                  <a:pt x="30" y="0"/>
                </a:lnTo>
                <a:lnTo>
                  <a:pt x="30" y="0"/>
                </a:lnTo>
                <a:lnTo>
                  <a:pt x="31" y="2"/>
                </a:lnTo>
                <a:lnTo>
                  <a:pt x="33" y="4"/>
                </a:lnTo>
                <a:lnTo>
                  <a:pt x="34" y="5"/>
                </a:lnTo>
                <a:lnTo>
                  <a:pt x="35" y="6"/>
                </a:lnTo>
                <a:lnTo>
                  <a:pt x="35" y="8"/>
                </a:lnTo>
                <a:lnTo>
                  <a:pt x="35" y="8"/>
                </a:lnTo>
                <a:lnTo>
                  <a:pt x="35" y="12"/>
                </a:lnTo>
                <a:lnTo>
                  <a:pt x="33" y="16"/>
                </a:lnTo>
                <a:lnTo>
                  <a:pt x="33" y="21"/>
                </a:lnTo>
                <a:lnTo>
                  <a:pt x="32" y="24"/>
                </a:lnTo>
                <a:lnTo>
                  <a:pt x="32" y="30"/>
                </a:lnTo>
                <a:lnTo>
                  <a:pt x="31" y="36"/>
                </a:lnTo>
                <a:lnTo>
                  <a:pt x="31" y="43"/>
                </a:lnTo>
                <a:lnTo>
                  <a:pt x="31" y="44"/>
                </a:lnTo>
                <a:lnTo>
                  <a:pt x="31" y="45"/>
                </a:lnTo>
                <a:lnTo>
                  <a:pt x="33" y="46"/>
                </a:lnTo>
                <a:lnTo>
                  <a:pt x="33" y="46"/>
                </a:lnTo>
                <a:lnTo>
                  <a:pt x="34" y="47"/>
                </a:lnTo>
                <a:lnTo>
                  <a:pt x="35" y="48"/>
                </a:lnTo>
                <a:lnTo>
                  <a:pt x="35" y="48"/>
                </a:lnTo>
                <a:lnTo>
                  <a:pt x="33" y="51"/>
                </a:lnTo>
                <a:lnTo>
                  <a:pt x="32" y="53"/>
                </a:lnTo>
                <a:lnTo>
                  <a:pt x="31" y="54"/>
                </a:lnTo>
                <a:lnTo>
                  <a:pt x="31" y="56"/>
                </a:lnTo>
                <a:lnTo>
                  <a:pt x="31" y="56"/>
                </a:lnTo>
                <a:lnTo>
                  <a:pt x="32" y="57"/>
                </a:lnTo>
                <a:lnTo>
                  <a:pt x="33" y="57"/>
                </a:lnTo>
                <a:lnTo>
                  <a:pt x="34" y="58"/>
                </a:lnTo>
                <a:lnTo>
                  <a:pt x="35" y="58"/>
                </a:lnTo>
                <a:lnTo>
                  <a:pt x="36" y="57"/>
                </a:lnTo>
                <a:lnTo>
                  <a:pt x="37" y="56"/>
                </a:lnTo>
                <a:lnTo>
                  <a:pt x="37" y="54"/>
                </a:lnTo>
                <a:lnTo>
                  <a:pt x="39" y="49"/>
                </a:lnTo>
                <a:lnTo>
                  <a:pt x="41" y="47"/>
                </a:lnTo>
                <a:lnTo>
                  <a:pt x="41" y="48"/>
                </a:lnTo>
                <a:lnTo>
                  <a:pt x="40" y="54"/>
                </a:lnTo>
                <a:lnTo>
                  <a:pt x="38" y="61"/>
                </a:lnTo>
                <a:lnTo>
                  <a:pt x="35" y="72"/>
                </a:lnTo>
                <a:lnTo>
                  <a:pt x="33" y="79"/>
                </a:lnTo>
                <a:lnTo>
                  <a:pt x="32" y="84"/>
                </a:lnTo>
                <a:lnTo>
                  <a:pt x="30" y="88"/>
                </a:lnTo>
                <a:lnTo>
                  <a:pt x="29" y="92"/>
                </a:lnTo>
                <a:lnTo>
                  <a:pt x="27" y="94"/>
                </a:lnTo>
                <a:lnTo>
                  <a:pt x="25" y="96"/>
                </a:lnTo>
                <a:lnTo>
                  <a:pt x="24" y="98"/>
                </a:lnTo>
                <a:lnTo>
                  <a:pt x="22" y="99"/>
                </a:lnTo>
                <a:lnTo>
                  <a:pt x="21" y="100"/>
                </a:lnTo>
                <a:lnTo>
                  <a:pt x="20" y="100"/>
                </a:lnTo>
                <a:lnTo>
                  <a:pt x="18" y="100"/>
                </a:lnTo>
                <a:lnTo>
                  <a:pt x="17" y="100"/>
                </a:lnTo>
                <a:lnTo>
                  <a:pt x="16" y="100"/>
                </a:lnTo>
                <a:lnTo>
                  <a:pt x="15" y="98"/>
                </a:lnTo>
                <a:lnTo>
                  <a:pt x="15" y="97"/>
                </a:lnTo>
                <a:lnTo>
                  <a:pt x="15" y="96"/>
                </a:lnTo>
                <a:lnTo>
                  <a:pt x="16" y="92"/>
                </a:lnTo>
                <a:lnTo>
                  <a:pt x="16" y="89"/>
                </a:lnTo>
                <a:lnTo>
                  <a:pt x="17" y="87"/>
                </a:lnTo>
                <a:lnTo>
                  <a:pt x="17" y="84"/>
                </a:lnTo>
                <a:lnTo>
                  <a:pt x="18" y="82"/>
                </a:lnTo>
                <a:lnTo>
                  <a:pt x="19" y="79"/>
                </a:lnTo>
                <a:lnTo>
                  <a:pt x="20" y="76"/>
                </a:lnTo>
                <a:lnTo>
                  <a:pt x="21" y="74"/>
                </a:lnTo>
                <a:lnTo>
                  <a:pt x="21" y="72"/>
                </a:lnTo>
                <a:lnTo>
                  <a:pt x="21" y="69"/>
                </a:lnTo>
                <a:lnTo>
                  <a:pt x="20" y="68"/>
                </a:lnTo>
                <a:lnTo>
                  <a:pt x="20" y="67"/>
                </a:lnTo>
                <a:lnTo>
                  <a:pt x="19" y="65"/>
                </a:lnTo>
                <a:lnTo>
                  <a:pt x="18" y="65"/>
                </a:lnTo>
                <a:lnTo>
                  <a:pt x="16" y="66"/>
                </a:lnTo>
                <a:lnTo>
                  <a:pt x="13" y="68"/>
                </a:lnTo>
                <a:lnTo>
                  <a:pt x="9" y="69"/>
                </a:lnTo>
                <a:lnTo>
                  <a:pt x="6" y="70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9"/>
                </a:lnTo>
                <a:lnTo>
                  <a:pt x="5" y="68"/>
                </a:lnTo>
                <a:lnTo>
                  <a:pt x="5" y="66"/>
                </a:lnTo>
                <a:lnTo>
                  <a:pt x="5" y="63"/>
                </a:lnTo>
                <a:lnTo>
                  <a:pt x="5" y="61"/>
                </a:lnTo>
                <a:lnTo>
                  <a:pt x="6" y="61"/>
                </a:lnTo>
                <a:lnTo>
                  <a:pt x="6" y="61"/>
                </a:lnTo>
                <a:lnTo>
                  <a:pt x="7" y="61"/>
                </a:lnTo>
                <a:lnTo>
                  <a:pt x="7" y="61"/>
                </a:lnTo>
                <a:lnTo>
                  <a:pt x="8" y="60"/>
                </a:lnTo>
                <a:lnTo>
                  <a:pt x="9" y="59"/>
                </a:lnTo>
                <a:lnTo>
                  <a:pt x="14" y="55"/>
                </a:lnTo>
                <a:lnTo>
                  <a:pt x="16" y="54"/>
                </a:lnTo>
                <a:lnTo>
                  <a:pt x="17" y="54"/>
                </a:lnTo>
                <a:lnTo>
                  <a:pt x="18" y="52"/>
                </a:lnTo>
                <a:lnTo>
                  <a:pt x="20" y="52"/>
                </a:lnTo>
                <a:lnTo>
                  <a:pt x="20" y="50"/>
                </a:lnTo>
                <a:lnTo>
                  <a:pt x="21" y="48"/>
                </a:lnTo>
                <a:lnTo>
                  <a:pt x="21" y="46"/>
                </a:lnTo>
                <a:lnTo>
                  <a:pt x="20" y="40"/>
                </a:lnTo>
                <a:lnTo>
                  <a:pt x="20" y="34"/>
                </a:lnTo>
                <a:lnTo>
                  <a:pt x="20" y="28"/>
                </a:lnTo>
                <a:lnTo>
                  <a:pt x="19" y="25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19" name="işļîdé">
            <a:extLst>
              <a:ext uri="{FF2B5EF4-FFF2-40B4-BE49-F238E27FC236}">
                <a16:creationId xmlns:a16="http://schemas.microsoft.com/office/drawing/2014/main" id="{37A5585E-A2B1-4035-A9D0-A7D094875F27}"/>
              </a:ext>
            </a:extLst>
          </p:cNvPr>
          <p:cNvSpPr>
            <a:spLocks noGrp="1"/>
          </p:cNvSpPr>
          <p:nvPr/>
        </p:nvSpPr>
        <p:spPr>
          <a:xfrm>
            <a:off x="1011960" y="551160"/>
            <a:ext cx="50400" cy="38160"/>
          </a:xfrm>
          <a:custGeom>
            <a:avLst/>
            <a:gdLst>
              <a:gd name="textAreaLeft" fmla="*/ 0 w 50400"/>
              <a:gd name="textAreaRight" fmla="*/ 50760 w 50400"/>
              <a:gd name="textAreaTop" fmla="*/ 0 h 38160"/>
              <a:gd name="textAreaBottom" fmla="*/ 38520 h 38160"/>
              <a:gd name="GluePoint1X" fmla="*/ 51 w 116"/>
              <a:gd name="GluePoint1Y" fmla="*/ 2 h 88"/>
              <a:gd name="GluePoint2X" fmla="*/ 53 w 116"/>
              <a:gd name="GluePoint2Y" fmla="*/ 0 h 88"/>
              <a:gd name="GluePoint3X" fmla="*/ 56 w 116"/>
              <a:gd name="GluePoint3Y" fmla="*/ 1 h 88"/>
              <a:gd name="GluePoint4X" fmla="*/ 62 w 116"/>
              <a:gd name="GluePoint4Y" fmla="*/ 3 h 88"/>
              <a:gd name="GluePoint5X" fmla="*/ 69 w 116"/>
              <a:gd name="GluePoint5Y" fmla="*/ 6 h 88"/>
              <a:gd name="GluePoint6X" fmla="*/ 88 w 116"/>
              <a:gd name="GluePoint6Y" fmla="*/ 10 h 88"/>
              <a:gd name="GluePoint7X" fmla="*/ 98 w 116"/>
              <a:gd name="GluePoint7Y" fmla="*/ 10 h 88"/>
              <a:gd name="GluePoint8X" fmla="*/ 107 w 116"/>
              <a:gd name="GluePoint8Y" fmla="*/ 11 h 88"/>
              <a:gd name="GluePoint9X" fmla="*/ 116 w 116"/>
              <a:gd name="GluePoint9Y" fmla="*/ 18 h 88"/>
              <a:gd name="GluePoint10X" fmla="*/ 115 w 116"/>
              <a:gd name="GluePoint10Y" fmla="*/ 22 h 88"/>
              <a:gd name="GluePoint11X" fmla="*/ 113 w 116"/>
              <a:gd name="GluePoint11Y" fmla="*/ 26 h 88"/>
              <a:gd name="GluePoint12X" fmla="*/ 95 w 116"/>
              <a:gd name="GluePoint12Y" fmla="*/ 39 h 88"/>
              <a:gd name="GluePoint13X" fmla="*/ 79 w 116"/>
              <a:gd name="GluePoint13Y" fmla="*/ 54 h 88"/>
              <a:gd name="GluePoint14X" fmla="*/ 75 w 116"/>
              <a:gd name="GluePoint14Y" fmla="*/ 60 h 88"/>
              <a:gd name="GluePoint15X" fmla="*/ 77 w 116"/>
              <a:gd name="GluePoint15Y" fmla="*/ 61 h 88"/>
              <a:gd name="GluePoint16X" fmla="*/ 87 w 116"/>
              <a:gd name="GluePoint16Y" fmla="*/ 58 h 88"/>
              <a:gd name="GluePoint17X" fmla="*/ 93 w 116"/>
              <a:gd name="GluePoint17Y" fmla="*/ 59 h 88"/>
              <a:gd name="GluePoint18X" fmla="*/ 96 w 116"/>
              <a:gd name="GluePoint18Y" fmla="*/ 63 h 88"/>
              <a:gd name="GluePoint19X" fmla="*/ 95 w 116"/>
              <a:gd name="GluePoint19Y" fmla="*/ 68 h 88"/>
              <a:gd name="GluePoint20X" fmla="*/ 92 w 116"/>
              <a:gd name="GluePoint20Y" fmla="*/ 70 h 88"/>
              <a:gd name="GluePoint21X" fmla="*/ 88 w 116"/>
              <a:gd name="GluePoint21Y" fmla="*/ 71 h 88"/>
              <a:gd name="GluePoint22X" fmla="*/ 80 w 116"/>
              <a:gd name="GluePoint22Y" fmla="*/ 70 h 88"/>
              <a:gd name="GluePoint23X" fmla="*/ 68 w 116"/>
              <a:gd name="GluePoint23Y" fmla="*/ 71 h 88"/>
              <a:gd name="GluePoint24X" fmla="*/ 43 w 116"/>
              <a:gd name="GluePoint24Y" fmla="*/ 78 h 88"/>
              <a:gd name="GluePoint25X" fmla="*/ 27 w 116"/>
              <a:gd name="GluePoint25Y" fmla="*/ 84 h 88"/>
              <a:gd name="GluePoint26X" fmla="*/ 21 w 116"/>
              <a:gd name="GluePoint26Y" fmla="*/ 87 h 88"/>
              <a:gd name="GluePoint27X" fmla="*/ 19 w 116"/>
              <a:gd name="GluePoint27Y" fmla="*/ 88 h 88"/>
              <a:gd name="GluePoint28X" fmla="*/ 11 w 116"/>
              <a:gd name="GluePoint28Y" fmla="*/ 84 h 88"/>
              <a:gd name="GluePoint29X" fmla="*/ 3 w 116"/>
              <a:gd name="GluePoint29Y" fmla="*/ 79 h 88"/>
              <a:gd name="GluePoint30X" fmla="*/ 1 w 116"/>
              <a:gd name="GluePoint30Y" fmla="*/ 74 h 88"/>
              <a:gd name="GluePoint31X" fmla="*/ 0 w 116"/>
              <a:gd name="GluePoint31Y" fmla="*/ 68 h 88"/>
              <a:gd name="GluePoint32X" fmla="*/ 2 w 116"/>
              <a:gd name="GluePoint32Y" fmla="*/ 66 h 88"/>
              <a:gd name="GluePoint33X" fmla="*/ 9 w 116"/>
              <a:gd name="GluePoint33Y" fmla="*/ 66 h 88"/>
              <a:gd name="GluePoint34X" fmla="*/ 18 w 116"/>
              <a:gd name="GluePoint34Y" fmla="*/ 67 h 88"/>
              <a:gd name="GluePoint35X" fmla="*/ 27 w 116"/>
              <a:gd name="GluePoint35Y" fmla="*/ 65 h 88"/>
              <a:gd name="GluePoint36X" fmla="*/ 45 w 116"/>
              <a:gd name="GluePoint36Y" fmla="*/ 61 h 88"/>
              <a:gd name="GluePoint37X" fmla="*/ 63 w 116"/>
              <a:gd name="GluePoint37Y" fmla="*/ 48 h 88"/>
              <a:gd name="GluePoint38X" fmla="*/ 83 w 116"/>
              <a:gd name="GluePoint38Y" fmla="*/ 30 h 88"/>
              <a:gd name="GluePoint39X" fmla="*/ 97 w 116"/>
              <a:gd name="GluePoint39Y" fmla="*/ 20 h 88"/>
              <a:gd name="GluePoint40X" fmla="*/ 98 w 116"/>
              <a:gd name="GluePoint40Y" fmla="*/ 18 h 88"/>
              <a:gd name="GluePoint41X" fmla="*/ 92 w 116"/>
              <a:gd name="GluePoint41Y" fmla="*/ 17 h 88"/>
              <a:gd name="GluePoint42X" fmla="*/ 77 w 116"/>
              <a:gd name="GluePoint42Y" fmla="*/ 21 h 88"/>
              <a:gd name="GluePoint43X" fmla="*/ 68 w 116"/>
              <a:gd name="GluePoint43Y" fmla="*/ 25 h 88"/>
              <a:gd name="GluePoint44X" fmla="*/ 63 w 116"/>
              <a:gd name="GluePoint44Y" fmla="*/ 25 h 88"/>
              <a:gd name="GluePoint45X" fmla="*/ 58 w 116"/>
              <a:gd name="GluePoint45Y" fmla="*/ 22 h 88"/>
              <a:gd name="GluePoint46X" fmla="*/ 54 w 116"/>
              <a:gd name="GluePoint46Y" fmla="*/ 16 h 88"/>
              <a:gd name="GluePoint47X" fmla="*/ 51 w 116"/>
              <a:gd name="GluePoint47Y" fmla="*/ 8 h 88"/>
            </a:gdLst>
            <a:ahLst/>
            <a:cxnLst/>
            <a:rect l="textAreaLeft" t="textAreaTop" r="textAreaRight" b="textAreaBottom"/>
            <a:pathLst>
              <a:path w="116" h="88">
                <a:moveTo>
                  <a:pt x="51" y="5"/>
                </a:moveTo>
                <a:lnTo>
                  <a:pt x="51" y="3"/>
                </a:lnTo>
                <a:lnTo>
                  <a:pt x="51" y="2"/>
                </a:lnTo>
                <a:lnTo>
                  <a:pt x="51" y="2"/>
                </a:lnTo>
                <a:lnTo>
                  <a:pt x="51" y="1"/>
                </a:lnTo>
                <a:lnTo>
                  <a:pt x="53" y="0"/>
                </a:lnTo>
                <a:lnTo>
                  <a:pt x="54" y="0"/>
                </a:lnTo>
                <a:lnTo>
                  <a:pt x="55" y="0"/>
                </a:lnTo>
                <a:lnTo>
                  <a:pt x="56" y="1"/>
                </a:lnTo>
                <a:lnTo>
                  <a:pt x="58" y="1"/>
                </a:lnTo>
                <a:lnTo>
                  <a:pt x="59" y="2"/>
                </a:lnTo>
                <a:lnTo>
                  <a:pt x="62" y="3"/>
                </a:lnTo>
                <a:lnTo>
                  <a:pt x="64" y="5"/>
                </a:lnTo>
                <a:lnTo>
                  <a:pt x="67" y="6"/>
                </a:lnTo>
                <a:lnTo>
                  <a:pt x="69" y="6"/>
                </a:lnTo>
                <a:lnTo>
                  <a:pt x="75" y="8"/>
                </a:lnTo>
                <a:lnTo>
                  <a:pt x="83" y="10"/>
                </a:lnTo>
                <a:lnTo>
                  <a:pt x="88" y="10"/>
                </a:lnTo>
                <a:lnTo>
                  <a:pt x="92" y="10"/>
                </a:lnTo>
                <a:lnTo>
                  <a:pt x="95" y="10"/>
                </a:lnTo>
                <a:lnTo>
                  <a:pt x="98" y="10"/>
                </a:lnTo>
                <a:lnTo>
                  <a:pt x="101" y="10"/>
                </a:lnTo>
                <a:lnTo>
                  <a:pt x="103" y="10"/>
                </a:lnTo>
                <a:lnTo>
                  <a:pt x="107" y="11"/>
                </a:lnTo>
                <a:lnTo>
                  <a:pt x="111" y="14"/>
                </a:lnTo>
                <a:lnTo>
                  <a:pt x="115" y="17"/>
                </a:lnTo>
                <a:lnTo>
                  <a:pt x="116" y="18"/>
                </a:lnTo>
                <a:lnTo>
                  <a:pt x="115" y="19"/>
                </a:lnTo>
                <a:lnTo>
                  <a:pt x="115" y="22"/>
                </a:lnTo>
                <a:lnTo>
                  <a:pt x="115" y="22"/>
                </a:lnTo>
                <a:lnTo>
                  <a:pt x="115" y="24"/>
                </a:lnTo>
                <a:lnTo>
                  <a:pt x="114" y="26"/>
                </a:lnTo>
                <a:lnTo>
                  <a:pt x="113" y="26"/>
                </a:lnTo>
                <a:lnTo>
                  <a:pt x="109" y="29"/>
                </a:lnTo>
                <a:lnTo>
                  <a:pt x="103" y="34"/>
                </a:lnTo>
                <a:lnTo>
                  <a:pt x="95" y="39"/>
                </a:lnTo>
                <a:lnTo>
                  <a:pt x="87" y="46"/>
                </a:lnTo>
                <a:lnTo>
                  <a:pt x="83" y="50"/>
                </a:lnTo>
                <a:lnTo>
                  <a:pt x="79" y="54"/>
                </a:lnTo>
                <a:lnTo>
                  <a:pt x="77" y="57"/>
                </a:lnTo>
                <a:lnTo>
                  <a:pt x="75" y="58"/>
                </a:lnTo>
                <a:lnTo>
                  <a:pt x="75" y="60"/>
                </a:lnTo>
                <a:lnTo>
                  <a:pt x="75" y="61"/>
                </a:lnTo>
                <a:lnTo>
                  <a:pt x="75" y="61"/>
                </a:lnTo>
                <a:lnTo>
                  <a:pt x="77" y="61"/>
                </a:lnTo>
                <a:lnTo>
                  <a:pt x="80" y="61"/>
                </a:lnTo>
                <a:lnTo>
                  <a:pt x="85" y="59"/>
                </a:lnTo>
                <a:lnTo>
                  <a:pt x="87" y="58"/>
                </a:lnTo>
                <a:lnTo>
                  <a:pt x="88" y="57"/>
                </a:lnTo>
                <a:lnTo>
                  <a:pt x="91" y="58"/>
                </a:lnTo>
                <a:lnTo>
                  <a:pt x="93" y="59"/>
                </a:lnTo>
                <a:lnTo>
                  <a:pt x="95" y="61"/>
                </a:lnTo>
                <a:lnTo>
                  <a:pt x="96" y="62"/>
                </a:lnTo>
                <a:lnTo>
                  <a:pt x="96" y="63"/>
                </a:lnTo>
                <a:lnTo>
                  <a:pt x="96" y="65"/>
                </a:lnTo>
                <a:lnTo>
                  <a:pt x="96" y="66"/>
                </a:lnTo>
                <a:lnTo>
                  <a:pt x="95" y="68"/>
                </a:lnTo>
                <a:lnTo>
                  <a:pt x="95" y="69"/>
                </a:lnTo>
                <a:lnTo>
                  <a:pt x="93" y="70"/>
                </a:lnTo>
                <a:lnTo>
                  <a:pt x="92" y="70"/>
                </a:lnTo>
                <a:lnTo>
                  <a:pt x="91" y="70"/>
                </a:lnTo>
                <a:lnTo>
                  <a:pt x="90" y="71"/>
                </a:lnTo>
                <a:lnTo>
                  <a:pt x="88" y="71"/>
                </a:lnTo>
                <a:lnTo>
                  <a:pt x="87" y="71"/>
                </a:lnTo>
                <a:lnTo>
                  <a:pt x="85" y="71"/>
                </a:lnTo>
                <a:lnTo>
                  <a:pt x="80" y="70"/>
                </a:lnTo>
                <a:lnTo>
                  <a:pt x="76" y="70"/>
                </a:lnTo>
                <a:lnTo>
                  <a:pt x="72" y="71"/>
                </a:lnTo>
                <a:lnTo>
                  <a:pt x="68" y="71"/>
                </a:lnTo>
                <a:lnTo>
                  <a:pt x="60" y="73"/>
                </a:lnTo>
                <a:lnTo>
                  <a:pt x="52" y="75"/>
                </a:lnTo>
                <a:lnTo>
                  <a:pt x="43" y="78"/>
                </a:lnTo>
                <a:lnTo>
                  <a:pt x="35" y="81"/>
                </a:lnTo>
                <a:lnTo>
                  <a:pt x="31" y="82"/>
                </a:lnTo>
                <a:lnTo>
                  <a:pt x="27" y="84"/>
                </a:lnTo>
                <a:lnTo>
                  <a:pt x="24" y="85"/>
                </a:lnTo>
                <a:lnTo>
                  <a:pt x="22" y="86"/>
                </a:lnTo>
                <a:lnTo>
                  <a:pt x="21" y="87"/>
                </a:lnTo>
                <a:lnTo>
                  <a:pt x="20" y="87"/>
                </a:lnTo>
                <a:lnTo>
                  <a:pt x="19" y="88"/>
                </a:lnTo>
                <a:lnTo>
                  <a:pt x="19" y="88"/>
                </a:lnTo>
                <a:lnTo>
                  <a:pt x="16" y="87"/>
                </a:lnTo>
                <a:lnTo>
                  <a:pt x="15" y="86"/>
                </a:lnTo>
                <a:lnTo>
                  <a:pt x="11" y="84"/>
                </a:lnTo>
                <a:lnTo>
                  <a:pt x="7" y="82"/>
                </a:lnTo>
                <a:lnTo>
                  <a:pt x="5" y="81"/>
                </a:lnTo>
                <a:lnTo>
                  <a:pt x="3" y="79"/>
                </a:lnTo>
                <a:lnTo>
                  <a:pt x="2" y="78"/>
                </a:lnTo>
                <a:lnTo>
                  <a:pt x="1" y="75"/>
                </a:lnTo>
                <a:lnTo>
                  <a:pt x="1" y="74"/>
                </a:lnTo>
                <a:lnTo>
                  <a:pt x="0" y="72"/>
                </a:lnTo>
                <a:lnTo>
                  <a:pt x="0" y="70"/>
                </a:lnTo>
                <a:lnTo>
                  <a:pt x="0" y="68"/>
                </a:lnTo>
                <a:lnTo>
                  <a:pt x="1" y="67"/>
                </a:lnTo>
                <a:lnTo>
                  <a:pt x="2" y="66"/>
                </a:lnTo>
                <a:lnTo>
                  <a:pt x="2" y="66"/>
                </a:lnTo>
                <a:lnTo>
                  <a:pt x="3" y="65"/>
                </a:lnTo>
                <a:lnTo>
                  <a:pt x="7" y="65"/>
                </a:lnTo>
                <a:lnTo>
                  <a:pt x="9" y="66"/>
                </a:lnTo>
                <a:lnTo>
                  <a:pt x="11" y="66"/>
                </a:lnTo>
                <a:lnTo>
                  <a:pt x="15" y="66"/>
                </a:lnTo>
                <a:lnTo>
                  <a:pt x="18" y="67"/>
                </a:lnTo>
                <a:lnTo>
                  <a:pt x="19" y="67"/>
                </a:lnTo>
                <a:lnTo>
                  <a:pt x="22" y="66"/>
                </a:lnTo>
                <a:lnTo>
                  <a:pt x="27" y="65"/>
                </a:lnTo>
                <a:lnTo>
                  <a:pt x="34" y="63"/>
                </a:lnTo>
                <a:lnTo>
                  <a:pt x="40" y="62"/>
                </a:lnTo>
                <a:lnTo>
                  <a:pt x="45" y="61"/>
                </a:lnTo>
                <a:lnTo>
                  <a:pt x="48" y="60"/>
                </a:lnTo>
                <a:lnTo>
                  <a:pt x="54" y="56"/>
                </a:lnTo>
                <a:lnTo>
                  <a:pt x="63" y="48"/>
                </a:lnTo>
                <a:lnTo>
                  <a:pt x="72" y="40"/>
                </a:lnTo>
                <a:lnTo>
                  <a:pt x="78" y="34"/>
                </a:lnTo>
                <a:lnTo>
                  <a:pt x="83" y="30"/>
                </a:lnTo>
                <a:lnTo>
                  <a:pt x="91" y="25"/>
                </a:lnTo>
                <a:lnTo>
                  <a:pt x="95" y="22"/>
                </a:lnTo>
                <a:lnTo>
                  <a:pt x="97" y="20"/>
                </a:lnTo>
                <a:lnTo>
                  <a:pt x="98" y="18"/>
                </a:lnTo>
                <a:lnTo>
                  <a:pt x="98" y="18"/>
                </a:lnTo>
                <a:lnTo>
                  <a:pt x="98" y="18"/>
                </a:lnTo>
                <a:lnTo>
                  <a:pt x="98" y="17"/>
                </a:lnTo>
                <a:lnTo>
                  <a:pt x="95" y="17"/>
                </a:lnTo>
                <a:lnTo>
                  <a:pt x="92" y="17"/>
                </a:lnTo>
                <a:lnTo>
                  <a:pt x="89" y="18"/>
                </a:lnTo>
                <a:lnTo>
                  <a:pt x="85" y="18"/>
                </a:lnTo>
                <a:lnTo>
                  <a:pt x="77" y="21"/>
                </a:lnTo>
                <a:lnTo>
                  <a:pt x="71" y="22"/>
                </a:lnTo>
                <a:lnTo>
                  <a:pt x="70" y="23"/>
                </a:lnTo>
                <a:lnTo>
                  <a:pt x="68" y="25"/>
                </a:lnTo>
                <a:lnTo>
                  <a:pt x="67" y="25"/>
                </a:lnTo>
                <a:lnTo>
                  <a:pt x="65" y="25"/>
                </a:lnTo>
                <a:lnTo>
                  <a:pt x="63" y="25"/>
                </a:lnTo>
                <a:lnTo>
                  <a:pt x="61" y="24"/>
                </a:lnTo>
                <a:lnTo>
                  <a:pt x="59" y="23"/>
                </a:lnTo>
                <a:lnTo>
                  <a:pt x="58" y="22"/>
                </a:lnTo>
                <a:lnTo>
                  <a:pt x="56" y="21"/>
                </a:lnTo>
                <a:lnTo>
                  <a:pt x="55" y="18"/>
                </a:lnTo>
                <a:lnTo>
                  <a:pt x="54" y="16"/>
                </a:lnTo>
                <a:lnTo>
                  <a:pt x="52" y="12"/>
                </a:lnTo>
                <a:lnTo>
                  <a:pt x="51" y="10"/>
                </a:lnTo>
                <a:lnTo>
                  <a:pt x="51" y="8"/>
                </a:lnTo>
                <a:lnTo>
                  <a:pt x="51" y="6"/>
                </a:lnTo>
                <a:lnTo>
                  <a:pt x="51" y="5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ctr">
            <a:noAutofit/>
          </a:bodyPr>
          <a:lstStyle/>
          <a:p>
            <a:endParaRPr/>
          </a:p>
        </p:txBody>
      </p:sp>
      <p:sp>
        <p:nvSpPr>
          <p:cNvPr id="20" name="ísļidê">
            <a:extLst>
              <a:ext uri="{FF2B5EF4-FFF2-40B4-BE49-F238E27FC236}">
                <a16:creationId xmlns:a16="http://schemas.microsoft.com/office/drawing/2014/main" id="{70D5E887-4AD7-47C1-82FA-D660CA4E664E}"/>
              </a:ext>
            </a:extLst>
          </p:cNvPr>
          <p:cNvSpPr>
            <a:spLocks noGrp="1"/>
          </p:cNvSpPr>
          <p:nvPr/>
        </p:nvSpPr>
        <p:spPr>
          <a:xfrm>
            <a:off x="1117440" y="623880"/>
            <a:ext cx="11160" cy="22680"/>
          </a:xfrm>
          <a:custGeom>
            <a:avLst/>
            <a:gdLst>
              <a:gd name="textAreaLeft" fmla="*/ 0 w 11160"/>
              <a:gd name="textAreaRight" fmla="*/ 11520 w 11160"/>
              <a:gd name="textAreaTop" fmla="*/ 0 h 22680"/>
              <a:gd name="textAreaBottom" fmla="*/ 23040 h 22680"/>
              <a:gd name="GluePoint1X" fmla="*/ 16 w 26"/>
              <a:gd name="GluePoint1Y" fmla="*/ 0 h 53"/>
              <a:gd name="GluePoint2X" fmla="*/ 15 w 26"/>
              <a:gd name="GluePoint2Y" fmla="*/ 3 h 53"/>
              <a:gd name="GluePoint3X" fmla="*/ 14 w 26"/>
              <a:gd name="GluePoint3Y" fmla="*/ 9 h 53"/>
              <a:gd name="GluePoint4X" fmla="*/ 14 w 26"/>
              <a:gd name="GluePoint4Y" fmla="*/ 15 h 53"/>
              <a:gd name="GluePoint5X" fmla="*/ 14 w 26"/>
              <a:gd name="GluePoint5Y" fmla="*/ 20 h 53"/>
              <a:gd name="GluePoint6X" fmla="*/ 16 w 26"/>
              <a:gd name="GluePoint6Y" fmla="*/ 28 h 53"/>
              <a:gd name="GluePoint7X" fmla="*/ 17 w 26"/>
              <a:gd name="GluePoint7Y" fmla="*/ 32 h 53"/>
              <a:gd name="GluePoint8X" fmla="*/ 18 w 26"/>
              <a:gd name="GluePoint8Y" fmla="*/ 37 h 53"/>
              <a:gd name="GluePoint9X" fmla="*/ 20 w 26"/>
              <a:gd name="GluePoint9Y" fmla="*/ 41 h 53"/>
              <a:gd name="GluePoint10X" fmla="*/ 22 w 26"/>
              <a:gd name="GluePoint10Y" fmla="*/ 45 h 53"/>
              <a:gd name="GluePoint11X" fmla="*/ 24 w 26"/>
              <a:gd name="GluePoint11Y" fmla="*/ 48 h 53"/>
              <a:gd name="GluePoint12X" fmla="*/ 25 w 26"/>
              <a:gd name="GluePoint12Y" fmla="*/ 50 h 53"/>
              <a:gd name="GluePoint13X" fmla="*/ 26 w 26"/>
              <a:gd name="GluePoint13Y" fmla="*/ 52 h 53"/>
              <a:gd name="GluePoint14X" fmla="*/ 25 w 26"/>
              <a:gd name="GluePoint14Y" fmla="*/ 52 h 53"/>
              <a:gd name="GluePoint15X" fmla="*/ 25 w 26"/>
              <a:gd name="GluePoint15Y" fmla="*/ 53 h 53"/>
              <a:gd name="GluePoint16X" fmla="*/ 23 w 26"/>
              <a:gd name="GluePoint16Y" fmla="*/ 53 h 53"/>
              <a:gd name="GluePoint17X" fmla="*/ 22 w 26"/>
              <a:gd name="GluePoint17Y" fmla="*/ 52 h 53"/>
              <a:gd name="GluePoint18X" fmla="*/ 17 w 26"/>
              <a:gd name="GluePoint18Y" fmla="*/ 48 h 53"/>
              <a:gd name="GluePoint19X" fmla="*/ 12 w 26"/>
              <a:gd name="GluePoint19Y" fmla="*/ 44 h 53"/>
              <a:gd name="GluePoint20X" fmla="*/ 9 w 26"/>
              <a:gd name="GluePoint20Y" fmla="*/ 42 h 53"/>
              <a:gd name="GluePoint21X" fmla="*/ 6 w 26"/>
              <a:gd name="GluePoint21Y" fmla="*/ 40 h 53"/>
              <a:gd name="GluePoint22X" fmla="*/ 3 w 26"/>
              <a:gd name="GluePoint22Y" fmla="*/ 40 h 53"/>
              <a:gd name="GluePoint23X" fmla="*/ 2 w 26"/>
              <a:gd name="GluePoint23Y" fmla="*/ 38 h 53"/>
              <a:gd name="GluePoint24X" fmla="*/ 1 w 26"/>
              <a:gd name="GluePoint24Y" fmla="*/ 37 h 53"/>
              <a:gd name="GluePoint25X" fmla="*/ 0 w 26"/>
              <a:gd name="GluePoint25Y" fmla="*/ 36 h 53"/>
              <a:gd name="GluePoint26X" fmla="*/ 0 w 26"/>
              <a:gd name="GluePoint26Y" fmla="*/ 36 h 53"/>
              <a:gd name="GluePoint27X" fmla="*/ 0 w 26"/>
              <a:gd name="GluePoint27Y" fmla="*/ 34 h 53"/>
              <a:gd name="GluePoint28X" fmla="*/ 0 w 26"/>
              <a:gd name="GluePoint28Y" fmla="*/ 30 h 53"/>
              <a:gd name="GluePoint29X" fmla="*/ 0 w 26"/>
              <a:gd name="GluePoint29Y" fmla="*/ 24 h 53"/>
              <a:gd name="GluePoint30X" fmla="*/ 1 w 26"/>
              <a:gd name="GluePoint30Y" fmla="*/ 21 h 53"/>
              <a:gd name="GluePoint31X" fmla="*/ 2 w 26"/>
              <a:gd name="GluePoint31Y" fmla="*/ 19 h 53"/>
              <a:gd name="GluePoint32X" fmla="*/ 2 w 26"/>
              <a:gd name="GluePoint32Y" fmla="*/ 16 h 53"/>
              <a:gd name="GluePoint33X" fmla="*/ 3 w 26"/>
              <a:gd name="GluePoint33Y" fmla="*/ 15 h 53"/>
              <a:gd name="GluePoint34X" fmla="*/ 4 w 26"/>
              <a:gd name="GluePoint34Y" fmla="*/ 12 h 53"/>
              <a:gd name="GluePoint35X" fmla="*/ 5 w 26"/>
              <a:gd name="GluePoint35Y" fmla="*/ 9 h 53"/>
              <a:gd name="GluePoint36X" fmla="*/ 5 w 26"/>
              <a:gd name="GluePoint36Y" fmla="*/ 6 h 53"/>
              <a:gd name="GluePoint37X" fmla="*/ 6 w 26"/>
              <a:gd name="GluePoint37Y" fmla="*/ 4 h 53"/>
              <a:gd name="GluePoint38X" fmla="*/ 6 w 26"/>
              <a:gd name="GluePoint38Y" fmla="*/ 3 h 53"/>
              <a:gd name="GluePoint39X" fmla="*/ 6 w 26"/>
              <a:gd name="GluePoint39Y" fmla="*/ 2 h 53"/>
              <a:gd name="GluePoint40X" fmla="*/ 7 w 26"/>
              <a:gd name="GluePoint40Y" fmla="*/ 1 h 53"/>
              <a:gd name="GluePoint41X" fmla="*/ 8 w 26"/>
              <a:gd name="GluePoint41Y" fmla="*/ 0 h 53"/>
              <a:gd name="GluePoint42X" fmla="*/ 13 w 26"/>
              <a:gd name="GluePoint42Y" fmla="*/ 0 h 53"/>
              <a:gd name="GluePoint43X" fmla="*/ 16 w 26"/>
              <a:gd name="GluePoint43Y" fmla="*/ 0 h 53"/>
            </a:gdLst>
            <a:ahLst/>
            <a:cxnLst/>
            <a:rect l="textAreaLeft" t="textAreaTop" r="textAreaRight" b="textAreaBottom"/>
            <a:pathLst>
              <a:path w="26" h="53">
                <a:moveTo>
                  <a:pt x="16" y="0"/>
                </a:moveTo>
                <a:lnTo>
                  <a:pt x="15" y="3"/>
                </a:lnTo>
                <a:lnTo>
                  <a:pt x="14" y="9"/>
                </a:lnTo>
                <a:lnTo>
                  <a:pt x="14" y="15"/>
                </a:lnTo>
                <a:lnTo>
                  <a:pt x="14" y="20"/>
                </a:lnTo>
                <a:lnTo>
                  <a:pt x="16" y="28"/>
                </a:lnTo>
                <a:lnTo>
                  <a:pt x="17" y="32"/>
                </a:lnTo>
                <a:lnTo>
                  <a:pt x="18" y="37"/>
                </a:lnTo>
                <a:lnTo>
                  <a:pt x="20" y="41"/>
                </a:lnTo>
                <a:lnTo>
                  <a:pt x="22" y="45"/>
                </a:lnTo>
                <a:lnTo>
                  <a:pt x="24" y="48"/>
                </a:lnTo>
                <a:lnTo>
                  <a:pt x="25" y="50"/>
                </a:lnTo>
                <a:lnTo>
                  <a:pt x="26" y="52"/>
                </a:lnTo>
                <a:lnTo>
                  <a:pt x="25" y="52"/>
                </a:lnTo>
                <a:lnTo>
                  <a:pt x="25" y="53"/>
                </a:lnTo>
                <a:lnTo>
                  <a:pt x="23" y="53"/>
                </a:lnTo>
                <a:lnTo>
                  <a:pt x="22" y="52"/>
                </a:lnTo>
                <a:lnTo>
                  <a:pt x="17" y="48"/>
                </a:lnTo>
                <a:lnTo>
                  <a:pt x="12" y="44"/>
                </a:lnTo>
                <a:lnTo>
                  <a:pt x="9" y="42"/>
                </a:lnTo>
                <a:lnTo>
                  <a:pt x="6" y="40"/>
                </a:lnTo>
                <a:lnTo>
                  <a:pt x="3" y="40"/>
                </a:lnTo>
                <a:lnTo>
                  <a:pt x="2" y="38"/>
                </a:lnTo>
                <a:lnTo>
                  <a:pt x="1" y="37"/>
                </a:lnTo>
                <a:lnTo>
                  <a:pt x="0" y="36"/>
                </a:lnTo>
                <a:lnTo>
                  <a:pt x="0" y="36"/>
                </a:lnTo>
                <a:lnTo>
                  <a:pt x="0" y="34"/>
                </a:lnTo>
                <a:lnTo>
                  <a:pt x="0" y="30"/>
                </a:lnTo>
                <a:lnTo>
                  <a:pt x="0" y="24"/>
                </a:lnTo>
                <a:lnTo>
                  <a:pt x="1" y="21"/>
                </a:lnTo>
                <a:lnTo>
                  <a:pt x="2" y="19"/>
                </a:lnTo>
                <a:lnTo>
                  <a:pt x="2" y="16"/>
                </a:lnTo>
                <a:lnTo>
                  <a:pt x="3" y="15"/>
                </a:lnTo>
                <a:lnTo>
                  <a:pt x="4" y="12"/>
                </a:lnTo>
                <a:lnTo>
                  <a:pt x="5" y="9"/>
                </a:lnTo>
                <a:lnTo>
                  <a:pt x="5" y="6"/>
                </a:lnTo>
                <a:lnTo>
                  <a:pt x="6" y="4"/>
                </a:lnTo>
                <a:lnTo>
                  <a:pt x="6" y="3"/>
                </a:lnTo>
                <a:lnTo>
                  <a:pt x="6" y="2"/>
                </a:lnTo>
                <a:lnTo>
                  <a:pt x="7" y="1"/>
                </a:lnTo>
                <a:lnTo>
                  <a:pt x="8" y="0"/>
                </a:lnTo>
                <a:lnTo>
                  <a:pt x="13" y="0"/>
                </a:lnTo>
                <a:lnTo>
                  <a:pt x="16" y="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endParaRPr/>
          </a:p>
        </p:txBody>
      </p:sp>
      <p:sp>
        <p:nvSpPr>
          <p:cNvPr id="21" name="işľíḋe">
            <a:extLst>
              <a:ext uri="{FF2B5EF4-FFF2-40B4-BE49-F238E27FC236}">
                <a16:creationId xmlns:a16="http://schemas.microsoft.com/office/drawing/2014/main" id="{7579D052-148E-44E1-BE31-D0D0289CCE1F}"/>
              </a:ext>
            </a:extLst>
          </p:cNvPr>
          <p:cNvSpPr>
            <a:spLocks noGrp="1"/>
          </p:cNvSpPr>
          <p:nvPr/>
        </p:nvSpPr>
        <p:spPr>
          <a:xfrm>
            <a:off x="1079280" y="598320"/>
            <a:ext cx="60480" cy="30240"/>
          </a:xfrm>
          <a:custGeom>
            <a:avLst/>
            <a:gdLst>
              <a:gd name="textAreaLeft" fmla="*/ 0 w 60480"/>
              <a:gd name="textAreaRight" fmla="*/ 60840 w 60480"/>
              <a:gd name="textAreaTop" fmla="*/ 0 h 30240"/>
              <a:gd name="textAreaBottom" fmla="*/ 30600 h 30240"/>
              <a:gd name="GluePoint1X" fmla="*/ 121 w 139"/>
              <a:gd name="GluePoint1Y" fmla="*/ 7 h 70"/>
              <a:gd name="GluePoint2X" fmla="*/ 121 w 139"/>
              <a:gd name="GluePoint2Y" fmla="*/ 4 h 70"/>
              <a:gd name="GluePoint3X" fmla="*/ 124 w 139"/>
              <a:gd name="GluePoint3Y" fmla="*/ 2 h 70"/>
              <a:gd name="GluePoint4X" fmla="*/ 130 w 139"/>
              <a:gd name="GluePoint4Y" fmla="*/ 0 h 70"/>
              <a:gd name="GluePoint5X" fmla="*/ 134 w 139"/>
              <a:gd name="GluePoint5Y" fmla="*/ 4 h 70"/>
              <a:gd name="GluePoint6X" fmla="*/ 139 w 139"/>
              <a:gd name="GluePoint6Y" fmla="*/ 12 h 70"/>
              <a:gd name="GluePoint7X" fmla="*/ 137 w 139"/>
              <a:gd name="GluePoint7Y" fmla="*/ 18 h 70"/>
              <a:gd name="GluePoint8X" fmla="*/ 125 w 139"/>
              <a:gd name="GluePoint8Y" fmla="*/ 31 h 70"/>
              <a:gd name="GluePoint9X" fmla="*/ 122 w 139"/>
              <a:gd name="GluePoint9Y" fmla="*/ 37 h 70"/>
              <a:gd name="GluePoint10X" fmla="*/ 124 w 139"/>
              <a:gd name="GluePoint10Y" fmla="*/ 38 h 70"/>
              <a:gd name="GluePoint11X" fmla="*/ 124 w 139"/>
              <a:gd name="GluePoint11Y" fmla="*/ 37 h 70"/>
              <a:gd name="GluePoint12X" fmla="*/ 129 w 139"/>
              <a:gd name="GluePoint12Y" fmla="*/ 37 h 70"/>
              <a:gd name="GluePoint13X" fmla="*/ 133 w 139"/>
              <a:gd name="GluePoint13Y" fmla="*/ 38 h 70"/>
              <a:gd name="GluePoint14X" fmla="*/ 135 w 139"/>
              <a:gd name="GluePoint14Y" fmla="*/ 41 h 70"/>
              <a:gd name="GluePoint15X" fmla="*/ 133 w 139"/>
              <a:gd name="GluePoint15Y" fmla="*/ 46 h 70"/>
              <a:gd name="GluePoint16X" fmla="*/ 129 w 139"/>
              <a:gd name="GluePoint16Y" fmla="*/ 50 h 70"/>
              <a:gd name="GluePoint17X" fmla="*/ 127 w 139"/>
              <a:gd name="GluePoint17Y" fmla="*/ 50 h 70"/>
              <a:gd name="GluePoint18X" fmla="*/ 119 w 139"/>
              <a:gd name="GluePoint18Y" fmla="*/ 45 h 70"/>
              <a:gd name="GluePoint19X" fmla="*/ 113 w 139"/>
              <a:gd name="GluePoint19Y" fmla="*/ 45 h 70"/>
              <a:gd name="GluePoint20X" fmla="*/ 99 w 139"/>
              <a:gd name="GluePoint20Y" fmla="*/ 53 h 70"/>
              <a:gd name="GluePoint21X" fmla="*/ 84 w 139"/>
              <a:gd name="GluePoint21Y" fmla="*/ 61 h 70"/>
              <a:gd name="GluePoint22X" fmla="*/ 70 w 139"/>
              <a:gd name="GluePoint22Y" fmla="*/ 66 h 70"/>
              <a:gd name="GluePoint23X" fmla="*/ 47 w 139"/>
              <a:gd name="GluePoint23Y" fmla="*/ 69 h 70"/>
              <a:gd name="GluePoint24X" fmla="*/ 31 w 139"/>
              <a:gd name="GluePoint24Y" fmla="*/ 69 h 70"/>
              <a:gd name="GluePoint25X" fmla="*/ 14 w 139"/>
              <a:gd name="GluePoint25Y" fmla="*/ 69 h 70"/>
              <a:gd name="GluePoint26X" fmla="*/ 0 w 139"/>
              <a:gd name="GluePoint26Y" fmla="*/ 67 h 70"/>
              <a:gd name="GluePoint27X" fmla="*/ 0 w 139"/>
              <a:gd name="GluePoint27Y" fmla="*/ 66 h 70"/>
              <a:gd name="GluePoint28X" fmla="*/ 4 w 139"/>
              <a:gd name="GluePoint28Y" fmla="*/ 64 h 70"/>
              <a:gd name="GluePoint29X" fmla="*/ 16 w 139"/>
              <a:gd name="GluePoint29Y" fmla="*/ 62 h 70"/>
              <a:gd name="GluePoint30X" fmla="*/ 37 w 139"/>
              <a:gd name="GluePoint30Y" fmla="*/ 59 h 70"/>
              <a:gd name="GluePoint31X" fmla="*/ 49 w 139"/>
              <a:gd name="GluePoint31Y" fmla="*/ 58 h 70"/>
              <a:gd name="GluePoint32X" fmla="*/ 65 w 139"/>
              <a:gd name="GluePoint32Y" fmla="*/ 54 h 70"/>
              <a:gd name="GluePoint33X" fmla="*/ 83 w 139"/>
              <a:gd name="GluePoint33Y" fmla="*/ 49 h 70"/>
              <a:gd name="GluePoint34X" fmla="*/ 87 w 139"/>
              <a:gd name="GluePoint34Y" fmla="*/ 47 h 70"/>
              <a:gd name="GluePoint35X" fmla="*/ 89 w 139"/>
              <a:gd name="GluePoint35Y" fmla="*/ 43 h 70"/>
              <a:gd name="GluePoint36X" fmla="*/ 87 w 139"/>
              <a:gd name="GluePoint36Y" fmla="*/ 42 h 70"/>
              <a:gd name="GluePoint37X" fmla="*/ 75 w 139"/>
              <a:gd name="GluePoint37Y" fmla="*/ 43 h 70"/>
              <a:gd name="GluePoint38X" fmla="*/ 68 w 139"/>
              <a:gd name="GluePoint38Y" fmla="*/ 40 h 70"/>
              <a:gd name="GluePoint39X" fmla="*/ 65 w 139"/>
              <a:gd name="GluePoint39Y" fmla="*/ 35 h 70"/>
              <a:gd name="GluePoint40X" fmla="*/ 65 w 139"/>
              <a:gd name="GluePoint40Y" fmla="*/ 32 h 70"/>
              <a:gd name="GluePoint41X" fmla="*/ 67 w 139"/>
              <a:gd name="GluePoint41Y" fmla="*/ 29 h 70"/>
              <a:gd name="GluePoint42X" fmla="*/ 78 w 139"/>
              <a:gd name="GluePoint42Y" fmla="*/ 30 h 70"/>
              <a:gd name="GluePoint43X" fmla="*/ 94 w 139"/>
              <a:gd name="GluePoint43Y" fmla="*/ 32 h 70"/>
              <a:gd name="GluePoint44X" fmla="*/ 103 w 139"/>
              <a:gd name="GluePoint44Y" fmla="*/ 33 h 70"/>
              <a:gd name="GluePoint45X" fmla="*/ 106 w 139"/>
              <a:gd name="GluePoint45Y" fmla="*/ 31 h 70"/>
              <a:gd name="GluePoint46X" fmla="*/ 118 w 139"/>
              <a:gd name="GluePoint46Y" fmla="*/ 14 h 70"/>
            </a:gdLst>
            <a:ahLst/>
            <a:cxnLst/>
            <a:rect l="textAreaLeft" t="textAreaTop" r="textAreaRight" b="textAreaBottom"/>
            <a:pathLst>
              <a:path w="139" h="70">
                <a:moveTo>
                  <a:pt x="121" y="10"/>
                </a:moveTo>
                <a:lnTo>
                  <a:pt x="121" y="9"/>
                </a:lnTo>
                <a:lnTo>
                  <a:pt x="121" y="7"/>
                </a:lnTo>
                <a:lnTo>
                  <a:pt x="121" y="6"/>
                </a:lnTo>
                <a:lnTo>
                  <a:pt x="121" y="5"/>
                </a:lnTo>
                <a:lnTo>
                  <a:pt x="121" y="4"/>
                </a:lnTo>
                <a:lnTo>
                  <a:pt x="122" y="3"/>
                </a:lnTo>
                <a:lnTo>
                  <a:pt x="122" y="2"/>
                </a:lnTo>
                <a:lnTo>
                  <a:pt x="124" y="2"/>
                </a:lnTo>
                <a:lnTo>
                  <a:pt x="125" y="2"/>
                </a:lnTo>
                <a:lnTo>
                  <a:pt x="128" y="1"/>
                </a:lnTo>
                <a:lnTo>
                  <a:pt x="130" y="0"/>
                </a:lnTo>
                <a:lnTo>
                  <a:pt x="131" y="1"/>
                </a:lnTo>
                <a:lnTo>
                  <a:pt x="133" y="2"/>
                </a:lnTo>
                <a:lnTo>
                  <a:pt x="134" y="4"/>
                </a:lnTo>
                <a:lnTo>
                  <a:pt x="137" y="7"/>
                </a:lnTo>
                <a:lnTo>
                  <a:pt x="138" y="10"/>
                </a:lnTo>
                <a:lnTo>
                  <a:pt x="139" y="12"/>
                </a:lnTo>
                <a:lnTo>
                  <a:pt x="139" y="14"/>
                </a:lnTo>
                <a:lnTo>
                  <a:pt x="138" y="15"/>
                </a:lnTo>
                <a:lnTo>
                  <a:pt x="137" y="18"/>
                </a:lnTo>
                <a:lnTo>
                  <a:pt x="133" y="22"/>
                </a:lnTo>
                <a:lnTo>
                  <a:pt x="128" y="29"/>
                </a:lnTo>
                <a:lnTo>
                  <a:pt x="125" y="31"/>
                </a:lnTo>
                <a:lnTo>
                  <a:pt x="124" y="34"/>
                </a:lnTo>
                <a:lnTo>
                  <a:pt x="123" y="36"/>
                </a:lnTo>
                <a:lnTo>
                  <a:pt x="122" y="37"/>
                </a:lnTo>
                <a:lnTo>
                  <a:pt x="123" y="38"/>
                </a:lnTo>
                <a:lnTo>
                  <a:pt x="123" y="38"/>
                </a:lnTo>
                <a:lnTo>
                  <a:pt x="124" y="38"/>
                </a:lnTo>
                <a:lnTo>
                  <a:pt x="124" y="38"/>
                </a:lnTo>
                <a:lnTo>
                  <a:pt x="124" y="37"/>
                </a:lnTo>
                <a:lnTo>
                  <a:pt x="124" y="37"/>
                </a:lnTo>
                <a:lnTo>
                  <a:pt x="125" y="37"/>
                </a:lnTo>
                <a:lnTo>
                  <a:pt x="125" y="37"/>
                </a:lnTo>
                <a:lnTo>
                  <a:pt x="129" y="37"/>
                </a:lnTo>
                <a:lnTo>
                  <a:pt x="131" y="38"/>
                </a:lnTo>
                <a:lnTo>
                  <a:pt x="133" y="38"/>
                </a:lnTo>
                <a:lnTo>
                  <a:pt x="133" y="38"/>
                </a:lnTo>
                <a:lnTo>
                  <a:pt x="134" y="38"/>
                </a:lnTo>
                <a:lnTo>
                  <a:pt x="135" y="38"/>
                </a:lnTo>
                <a:lnTo>
                  <a:pt x="135" y="41"/>
                </a:lnTo>
                <a:lnTo>
                  <a:pt x="135" y="42"/>
                </a:lnTo>
                <a:lnTo>
                  <a:pt x="134" y="45"/>
                </a:lnTo>
                <a:lnTo>
                  <a:pt x="133" y="46"/>
                </a:lnTo>
                <a:lnTo>
                  <a:pt x="132" y="48"/>
                </a:lnTo>
                <a:lnTo>
                  <a:pt x="130" y="49"/>
                </a:lnTo>
                <a:lnTo>
                  <a:pt x="129" y="50"/>
                </a:lnTo>
                <a:lnTo>
                  <a:pt x="129" y="50"/>
                </a:lnTo>
                <a:lnTo>
                  <a:pt x="128" y="50"/>
                </a:lnTo>
                <a:lnTo>
                  <a:pt x="127" y="50"/>
                </a:lnTo>
                <a:lnTo>
                  <a:pt x="125" y="48"/>
                </a:lnTo>
                <a:lnTo>
                  <a:pt x="121" y="46"/>
                </a:lnTo>
                <a:lnTo>
                  <a:pt x="119" y="45"/>
                </a:lnTo>
                <a:lnTo>
                  <a:pt x="117" y="45"/>
                </a:lnTo>
                <a:lnTo>
                  <a:pt x="115" y="45"/>
                </a:lnTo>
                <a:lnTo>
                  <a:pt x="113" y="45"/>
                </a:lnTo>
                <a:lnTo>
                  <a:pt x="109" y="48"/>
                </a:lnTo>
                <a:lnTo>
                  <a:pt x="104" y="51"/>
                </a:lnTo>
                <a:lnTo>
                  <a:pt x="99" y="53"/>
                </a:lnTo>
                <a:lnTo>
                  <a:pt x="95" y="54"/>
                </a:lnTo>
                <a:lnTo>
                  <a:pt x="89" y="58"/>
                </a:lnTo>
                <a:lnTo>
                  <a:pt x="84" y="61"/>
                </a:lnTo>
                <a:lnTo>
                  <a:pt x="78" y="63"/>
                </a:lnTo>
                <a:lnTo>
                  <a:pt x="75" y="64"/>
                </a:lnTo>
                <a:lnTo>
                  <a:pt x="70" y="66"/>
                </a:lnTo>
                <a:lnTo>
                  <a:pt x="62" y="66"/>
                </a:lnTo>
                <a:lnTo>
                  <a:pt x="53" y="68"/>
                </a:lnTo>
                <a:lnTo>
                  <a:pt x="47" y="69"/>
                </a:lnTo>
                <a:lnTo>
                  <a:pt x="41" y="70"/>
                </a:lnTo>
                <a:lnTo>
                  <a:pt x="36" y="70"/>
                </a:lnTo>
                <a:lnTo>
                  <a:pt x="31" y="69"/>
                </a:lnTo>
                <a:lnTo>
                  <a:pt x="27" y="69"/>
                </a:lnTo>
                <a:lnTo>
                  <a:pt x="21" y="69"/>
                </a:lnTo>
                <a:lnTo>
                  <a:pt x="14" y="69"/>
                </a:lnTo>
                <a:lnTo>
                  <a:pt x="7" y="68"/>
                </a:lnTo>
                <a:lnTo>
                  <a:pt x="0" y="67"/>
                </a:lnTo>
                <a:lnTo>
                  <a:pt x="0" y="67"/>
                </a:lnTo>
                <a:lnTo>
                  <a:pt x="0" y="67"/>
                </a:lnTo>
                <a:lnTo>
                  <a:pt x="0" y="66"/>
                </a:lnTo>
                <a:lnTo>
                  <a:pt x="0" y="66"/>
                </a:lnTo>
                <a:lnTo>
                  <a:pt x="1" y="65"/>
                </a:lnTo>
                <a:lnTo>
                  <a:pt x="2" y="64"/>
                </a:lnTo>
                <a:lnTo>
                  <a:pt x="4" y="64"/>
                </a:lnTo>
                <a:lnTo>
                  <a:pt x="6" y="63"/>
                </a:lnTo>
                <a:lnTo>
                  <a:pt x="9" y="63"/>
                </a:lnTo>
                <a:lnTo>
                  <a:pt x="16" y="62"/>
                </a:lnTo>
                <a:lnTo>
                  <a:pt x="23" y="61"/>
                </a:lnTo>
                <a:lnTo>
                  <a:pt x="31" y="60"/>
                </a:lnTo>
                <a:lnTo>
                  <a:pt x="37" y="59"/>
                </a:lnTo>
                <a:lnTo>
                  <a:pt x="43" y="59"/>
                </a:lnTo>
                <a:lnTo>
                  <a:pt x="46" y="59"/>
                </a:lnTo>
                <a:lnTo>
                  <a:pt x="49" y="58"/>
                </a:lnTo>
                <a:lnTo>
                  <a:pt x="52" y="58"/>
                </a:lnTo>
                <a:lnTo>
                  <a:pt x="54" y="58"/>
                </a:lnTo>
                <a:lnTo>
                  <a:pt x="65" y="54"/>
                </a:lnTo>
                <a:lnTo>
                  <a:pt x="75" y="51"/>
                </a:lnTo>
                <a:lnTo>
                  <a:pt x="80" y="50"/>
                </a:lnTo>
                <a:lnTo>
                  <a:pt x="83" y="49"/>
                </a:lnTo>
                <a:lnTo>
                  <a:pt x="85" y="49"/>
                </a:lnTo>
                <a:lnTo>
                  <a:pt x="86" y="47"/>
                </a:lnTo>
                <a:lnTo>
                  <a:pt x="87" y="47"/>
                </a:lnTo>
                <a:lnTo>
                  <a:pt x="88" y="46"/>
                </a:lnTo>
                <a:lnTo>
                  <a:pt x="89" y="44"/>
                </a:lnTo>
                <a:lnTo>
                  <a:pt x="89" y="43"/>
                </a:lnTo>
                <a:lnTo>
                  <a:pt x="89" y="42"/>
                </a:lnTo>
                <a:lnTo>
                  <a:pt x="89" y="42"/>
                </a:lnTo>
                <a:lnTo>
                  <a:pt x="87" y="42"/>
                </a:lnTo>
                <a:lnTo>
                  <a:pt x="84" y="43"/>
                </a:lnTo>
                <a:lnTo>
                  <a:pt x="80" y="43"/>
                </a:lnTo>
                <a:lnTo>
                  <a:pt x="75" y="43"/>
                </a:lnTo>
                <a:lnTo>
                  <a:pt x="72" y="42"/>
                </a:lnTo>
                <a:lnTo>
                  <a:pt x="70" y="42"/>
                </a:lnTo>
                <a:lnTo>
                  <a:pt x="68" y="40"/>
                </a:lnTo>
                <a:lnTo>
                  <a:pt x="65" y="38"/>
                </a:lnTo>
                <a:lnTo>
                  <a:pt x="65" y="36"/>
                </a:lnTo>
                <a:lnTo>
                  <a:pt x="65" y="35"/>
                </a:lnTo>
                <a:lnTo>
                  <a:pt x="65" y="34"/>
                </a:lnTo>
                <a:lnTo>
                  <a:pt x="65" y="33"/>
                </a:lnTo>
                <a:lnTo>
                  <a:pt x="65" y="32"/>
                </a:lnTo>
                <a:lnTo>
                  <a:pt x="65" y="30"/>
                </a:lnTo>
                <a:lnTo>
                  <a:pt x="66" y="30"/>
                </a:lnTo>
                <a:lnTo>
                  <a:pt x="67" y="29"/>
                </a:lnTo>
                <a:lnTo>
                  <a:pt x="70" y="29"/>
                </a:lnTo>
                <a:lnTo>
                  <a:pt x="73" y="30"/>
                </a:lnTo>
                <a:lnTo>
                  <a:pt x="78" y="30"/>
                </a:lnTo>
                <a:lnTo>
                  <a:pt x="85" y="31"/>
                </a:lnTo>
                <a:lnTo>
                  <a:pt x="90" y="32"/>
                </a:lnTo>
                <a:lnTo>
                  <a:pt x="94" y="32"/>
                </a:lnTo>
                <a:lnTo>
                  <a:pt x="97" y="33"/>
                </a:lnTo>
                <a:lnTo>
                  <a:pt x="101" y="33"/>
                </a:lnTo>
                <a:lnTo>
                  <a:pt x="103" y="33"/>
                </a:lnTo>
                <a:lnTo>
                  <a:pt x="105" y="32"/>
                </a:lnTo>
                <a:lnTo>
                  <a:pt x="105" y="32"/>
                </a:lnTo>
                <a:lnTo>
                  <a:pt x="106" y="31"/>
                </a:lnTo>
                <a:lnTo>
                  <a:pt x="109" y="28"/>
                </a:lnTo>
                <a:lnTo>
                  <a:pt x="114" y="21"/>
                </a:lnTo>
                <a:lnTo>
                  <a:pt x="118" y="14"/>
                </a:lnTo>
                <a:lnTo>
                  <a:pt x="121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0" rIns="90000" bIns="-14400" anchor="ctr">
            <a:noAutofit/>
          </a:bodyPr>
          <a:lstStyle/>
          <a:p>
            <a:endParaRPr/>
          </a:p>
        </p:txBody>
      </p:sp>
      <p:sp>
        <p:nvSpPr>
          <p:cNvPr id="22" name="isḷiḑé">
            <a:extLst>
              <a:ext uri="{FF2B5EF4-FFF2-40B4-BE49-F238E27FC236}">
                <a16:creationId xmlns:a16="http://schemas.microsoft.com/office/drawing/2014/main" id="{8981E119-BB40-41C5-AF0F-7D226450F070}"/>
              </a:ext>
            </a:extLst>
          </p:cNvPr>
          <p:cNvSpPr>
            <a:spLocks noGrp="1"/>
          </p:cNvSpPr>
          <p:nvPr/>
        </p:nvSpPr>
        <p:spPr>
          <a:xfrm>
            <a:off x="1135800" y="672840"/>
            <a:ext cx="67680" cy="37800"/>
          </a:xfrm>
          <a:custGeom>
            <a:avLst/>
            <a:gdLst>
              <a:gd name="textAreaLeft" fmla="*/ 0 w 67680"/>
              <a:gd name="textAreaRight" fmla="*/ 68040 w 67680"/>
              <a:gd name="textAreaTop" fmla="*/ 0 h 37800"/>
              <a:gd name="textAreaBottom" fmla="*/ 38160 h 37800"/>
              <a:gd name="GluePoint1X" fmla="*/ 107 w 156"/>
              <a:gd name="GluePoint1Y" fmla="*/ 43 h 87"/>
              <a:gd name="GluePoint2X" fmla="*/ 105 w 156"/>
              <a:gd name="GluePoint2Y" fmla="*/ 49 h 87"/>
              <a:gd name="GluePoint3X" fmla="*/ 101 w 156"/>
              <a:gd name="GluePoint3Y" fmla="*/ 28 h 87"/>
              <a:gd name="GluePoint4X" fmla="*/ 109 w 156"/>
              <a:gd name="GluePoint4Y" fmla="*/ 32 h 87"/>
              <a:gd name="GluePoint5X" fmla="*/ 104 w 156"/>
              <a:gd name="GluePoint5Y" fmla="*/ 35 h 87"/>
              <a:gd name="GluePoint6X" fmla="*/ 98 w 156"/>
              <a:gd name="GluePoint6Y" fmla="*/ 18 h 87"/>
              <a:gd name="GluePoint7X" fmla="*/ 105 w 156"/>
              <a:gd name="GluePoint7Y" fmla="*/ 20 h 87"/>
              <a:gd name="GluePoint8X" fmla="*/ 99 w 156"/>
              <a:gd name="GluePoint8Y" fmla="*/ 22 h 87"/>
              <a:gd name="GluePoint9X" fmla="*/ 97 w 156"/>
              <a:gd name="GluePoint9Y" fmla="*/ 25 h 87"/>
              <a:gd name="GluePoint10X" fmla="*/ 89 w 156"/>
              <a:gd name="GluePoint10Y" fmla="*/ 28 h 87"/>
              <a:gd name="GluePoint11X" fmla="*/ 90 w 156"/>
              <a:gd name="GluePoint11Y" fmla="*/ 36 h 87"/>
              <a:gd name="GluePoint12X" fmla="*/ 80 w 156"/>
              <a:gd name="GluePoint12Y" fmla="*/ 37 h 87"/>
              <a:gd name="GluePoint13X" fmla="*/ 78 w 156"/>
              <a:gd name="GluePoint13Y" fmla="*/ 41 h 87"/>
              <a:gd name="GluePoint14X" fmla="*/ 93 w 156"/>
              <a:gd name="GluePoint14Y" fmla="*/ 48 h 87"/>
              <a:gd name="GluePoint15X" fmla="*/ 85 w 156"/>
              <a:gd name="GluePoint15Y" fmla="*/ 52 h 87"/>
              <a:gd name="GluePoint16X" fmla="*/ 95 w 156"/>
              <a:gd name="GluePoint16Y" fmla="*/ 53 h 87"/>
              <a:gd name="GluePoint17X" fmla="*/ 110 w 156"/>
              <a:gd name="GluePoint17Y" fmla="*/ 55 h 87"/>
              <a:gd name="GluePoint18X" fmla="*/ 119 w 156"/>
              <a:gd name="GluePoint18Y" fmla="*/ 49 h 87"/>
              <a:gd name="GluePoint19X" fmla="*/ 128 w 156"/>
              <a:gd name="GluePoint19Y" fmla="*/ 62 h 87"/>
              <a:gd name="GluePoint20X" fmla="*/ 92 w 156"/>
              <a:gd name="GluePoint20Y" fmla="*/ 59 h 87"/>
              <a:gd name="GluePoint21X" fmla="*/ 74 w 156"/>
              <a:gd name="GluePoint21Y" fmla="*/ 49 h 87"/>
              <a:gd name="GluePoint22X" fmla="*/ 53 w 156"/>
              <a:gd name="GluePoint22Y" fmla="*/ 33 h 87"/>
              <a:gd name="GluePoint23X" fmla="*/ 60 w 156"/>
              <a:gd name="GluePoint23Y" fmla="*/ 45 h 87"/>
              <a:gd name="GluePoint24X" fmla="*/ 73 w 156"/>
              <a:gd name="GluePoint24Y" fmla="*/ 61 h 87"/>
              <a:gd name="GluePoint25X" fmla="*/ 52 w 156"/>
              <a:gd name="GluePoint25Y" fmla="*/ 53 h 87"/>
              <a:gd name="GluePoint26X" fmla="*/ 32 w 156"/>
              <a:gd name="GluePoint26Y" fmla="*/ 45 h 87"/>
              <a:gd name="GluePoint27X" fmla="*/ 11 w 156"/>
              <a:gd name="GluePoint27Y" fmla="*/ 29 h 87"/>
              <a:gd name="GluePoint28X" fmla="*/ 9 w 156"/>
              <a:gd name="GluePoint28Y" fmla="*/ 41 h 87"/>
              <a:gd name="GluePoint29X" fmla="*/ 35 w 156"/>
              <a:gd name="GluePoint29Y" fmla="*/ 60 h 87"/>
              <a:gd name="GluePoint30X" fmla="*/ 25 w 156"/>
              <a:gd name="GluePoint30Y" fmla="*/ 69 h 87"/>
              <a:gd name="GluePoint31X" fmla="*/ 6 w 156"/>
              <a:gd name="GluePoint31Y" fmla="*/ 69 h 87"/>
              <a:gd name="GluePoint32X" fmla="*/ 0 w 156"/>
              <a:gd name="GluePoint32Y" fmla="*/ 66 h 87"/>
              <a:gd name="GluePoint33X" fmla="*/ 5 w 156"/>
              <a:gd name="GluePoint33Y" fmla="*/ 86 h 87"/>
              <a:gd name="GluePoint34X" fmla="*/ 37 w 156"/>
              <a:gd name="GluePoint34Y" fmla="*/ 73 h 87"/>
              <a:gd name="GluePoint35X" fmla="*/ 51 w 156"/>
              <a:gd name="GluePoint35Y" fmla="*/ 71 h 87"/>
              <a:gd name="GluePoint36X" fmla="*/ 44 w 156"/>
              <a:gd name="GluePoint36Y" fmla="*/ 75 h 87"/>
              <a:gd name="GluePoint37X" fmla="*/ 61 w 156"/>
              <a:gd name="GluePoint37Y" fmla="*/ 86 h 87"/>
              <a:gd name="GluePoint38X" fmla="*/ 64 w 156"/>
              <a:gd name="GluePoint38Y" fmla="*/ 72 h 87"/>
              <a:gd name="GluePoint39X" fmla="*/ 53 w 156"/>
              <a:gd name="GluePoint39Y" fmla="*/ 61 h 87"/>
              <a:gd name="GluePoint40X" fmla="*/ 75 w 156"/>
              <a:gd name="GluePoint40Y" fmla="*/ 67 h 87"/>
              <a:gd name="GluePoint41X" fmla="*/ 95 w 156"/>
              <a:gd name="GluePoint41Y" fmla="*/ 76 h 87"/>
              <a:gd name="GluePoint42X" fmla="*/ 94 w 156"/>
              <a:gd name="GluePoint42Y" fmla="*/ 65 h 87"/>
              <a:gd name="GluePoint43X" fmla="*/ 117 w 156"/>
              <a:gd name="GluePoint43Y" fmla="*/ 67 h 87"/>
              <a:gd name="GluePoint44X" fmla="*/ 143 w 156"/>
              <a:gd name="GluePoint44Y" fmla="*/ 67 h 87"/>
              <a:gd name="GluePoint45X" fmla="*/ 132 w 156"/>
              <a:gd name="GluePoint45Y" fmla="*/ 51 h 87"/>
              <a:gd name="GluePoint46X" fmla="*/ 118 w 156"/>
              <a:gd name="GluePoint46Y" fmla="*/ 41 h 87"/>
              <a:gd name="GluePoint47X" fmla="*/ 120 w 156"/>
              <a:gd name="GluePoint47Y" fmla="*/ 32 h 87"/>
              <a:gd name="GluePoint48X" fmla="*/ 145 w 156"/>
              <a:gd name="GluePoint48Y" fmla="*/ 39 h 87"/>
              <a:gd name="GluePoint49X" fmla="*/ 155 w 156"/>
              <a:gd name="GluePoint49Y" fmla="*/ 37 h 87"/>
              <a:gd name="GluePoint50X" fmla="*/ 150 w 156"/>
              <a:gd name="GluePoint50Y" fmla="*/ 23 h 87"/>
              <a:gd name="GluePoint51X" fmla="*/ 137 w 156"/>
              <a:gd name="GluePoint51Y" fmla="*/ 29 h 87"/>
              <a:gd name="GluePoint52X" fmla="*/ 112 w 156"/>
              <a:gd name="GluePoint52Y" fmla="*/ 21 h 87"/>
              <a:gd name="GluePoint53X" fmla="*/ 105 w 156"/>
              <a:gd name="GluePoint53Y" fmla="*/ 11 h 87"/>
              <a:gd name="GluePoint54X" fmla="*/ 105 w 156"/>
              <a:gd name="GluePoint54Y" fmla="*/ 1 h 87"/>
              <a:gd name="GluePoint55X" fmla="*/ 93 w 156"/>
              <a:gd name="GluePoint55Y" fmla="*/ 13 h 87"/>
              <a:gd name="GluePoint56X" fmla="*/ 78 w 156"/>
              <a:gd name="GluePoint56Y" fmla="*/ 24 h 87"/>
              <a:gd name="GluePoint57X" fmla="*/ 79 w 156"/>
              <a:gd name="GluePoint57Y" fmla="*/ 6 h 87"/>
              <a:gd name="GluePoint58X" fmla="*/ 68 w 156"/>
              <a:gd name="GluePoint58Y" fmla="*/ 22 h 87"/>
              <a:gd name="GluePoint59X" fmla="*/ 67 w 156"/>
              <a:gd name="GluePoint59Y" fmla="*/ 28 h 87"/>
            </a:gdLst>
            <a:ahLst/>
            <a:cxnLst/>
            <a:rect l="textAreaLeft" t="textAreaTop" r="textAreaRight" b="textAreaBottom"/>
            <a:pathLst>
              <a:path w="156" h="87">
                <a:moveTo>
                  <a:pt x="96" y="49"/>
                </a:moveTo>
                <a:lnTo>
                  <a:pt x="97" y="47"/>
                </a:lnTo>
                <a:lnTo>
                  <a:pt x="97" y="45"/>
                </a:lnTo>
                <a:lnTo>
                  <a:pt x="97" y="45"/>
                </a:lnTo>
                <a:lnTo>
                  <a:pt x="98" y="44"/>
                </a:lnTo>
                <a:lnTo>
                  <a:pt x="99" y="44"/>
                </a:lnTo>
                <a:lnTo>
                  <a:pt x="100" y="44"/>
                </a:lnTo>
                <a:lnTo>
                  <a:pt x="104" y="44"/>
                </a:lnTo>
                <a:lnTo>
                  <a:pt x="107" y="43"/>
                </a:lnTo>
                <a:lnTo>
                  <a:pt x="108" y="44"/>
                </a:lnTo>
                <a:lnTo>
                  <a:pt x="109" y="45"/>
                </a:lnTo>
                <a:lnTo>
                  <a:pt x="109" y="46"/>
                </a:lnTo>
                <a:lnTo>
                  <a:pt x="109" y="47"/>
                </a:lnTo>
                <a:lnTo>
                  <a:pt x="109" y="48"/>
                </a:lnTo>
                <a:lnTo>
                  <a:pt x="109" y="48"/>
                </a:lnTo>
                <a:lnTo>
                  <a:pt x="108" y="49"/>
                </a:lnTo>
                <a:lnTo>
                  <a:pt x="105" y="49"/>
                </a:lnTo>
                <a:lnTo>
                  <a:pt x="105" y="49"/>
                </a:lnTo>
                <a:lnTo>
                  <a:pt x="104" y="50"/>
                </a:lnTo>
                <a:lnTo>
                  <a:pt x="102" y="50"/>
                </a:lnTo>
                <a:lnTo>
                  <a:pt x="101" y="50"/>
                </a:lnTo>
                <a:lnTo>
                  <a:pt x="97" y="49"/>
                </a:lnTo>
                <a:lnTo>
                  <a:pt x="96" y="49"/>
                </a:lnTo>
                <a:lnTo>
                  <a:pt x="96" y="49"/>
                </a:lnTo>
                <a:close/>
                <a:moveTo>
                  <a:pt x="101" y="32"/>
                </a:moveTo>
                <a:lnTo>
                  <a:pt x="100" y="30"/>
                </a:lnTo>
                <a:lnTo>
                  <a:pt x="101" y="28"/>
                </a:lnTo>
                <a:lnTo>
                  <a:pt x="101" y="28"/>
                </a:lnTo>
                <a:lnTo>
                  <a:pt x="101" y="27"/>
                </a:lnTo>
                <a:lnTo>
                  <a:pt x="102" y="27"/>
                </a:lnTo>
                <a:lnTo>
                  <a:pt x="104" y="28"/>
                </a:lnTo>
                <a:lnTo>
                  <a:pt x="106" y="29"/>
                </a:lnTo>
                <a:lnTo>
                  <a:pt x="108" y="31"/>
                </a:lnTo>
                <a:lnTo>
                  <a:pt x="108" y="31"/>
                </a:lnTo>
                <a:lnTo>
                  <a:pt x="109" y="32"/>
                </a:lnTo>
                <a:lnTo>
                  <a:pt x="109" y="32"/>
                </a:lnTo>
                <a:lnTo>
                  <a:pt x="109" y="33"/>
                </a:lnTo>
                <a:lnTo>
                  <a:pt x="109" y="35"/>
                </a:lnTo>
                <a:lnTo>
                  <a:pt x="109" y="36"/>
                </a:lnTo>
                <a:lnTo>
                  <a:pt x="108" y="37"/>
                </a:lnTo>
                <a:lnTo>
                  <a:pt x="108" y="37"/>
                </a:lnTo>
                <a:lnTo>
                  <a:pt x="108" y="36"/>
                </a:lnTo>
                <a:lnTo>
                  <a:pt x="107" y="36"/>
                </a:lnTo>
                <a:lnTo>
                  <a:pt x="105" y="35"/>
                </a:lnTo>
                <a:lnTo>
                  <a:pt x="104" y="35"/>
                </a:lnTo>
                <a:lnTo>
                  <a:pt x="102" y="33"/>
                </a:lnTo>
                <a:lnTo>
                  <a:pt x="101" y="32"/>
                </a:lnTo>
                <a:lnTo>
                  <a:pt x="101" y="32"/>
                </a:lnTo>
                <a:close/>
                <a:moveTo>
                  <a:pt x="99" y="21"/>
                </a:moveTo>
                <a:lnTo>
                  <a:pt x="98" y="21"/>
                </a:lnTo>
                <a:lnTo>
                  <a:pt x="98" y="20"/>
                </a:lnTo>
                <a:lnTo>
                  <a:pt x="97" y="20"/>
                </a:lnTo>
                <a:lnTo>
                  <a:pt x="97" y="19"/>
                </a:lnTo>
                <a:lnTo>
                  <a:pt x="98" y="18"/>
                </a:lnTo>
                <a:lnTo>
                  <a:pt x="99" y="17"/>
                </a:lnTo>
                <a:lnTo>
                  <a:pt x="101" y="16"/>
                </a:lnTo>
                <a:lnTo>
                  <a:pt x="101" y="16"/>
                </a:lnTo>
                <a:lnTo>
                  <a:pt x="101" y="16"/>
                </a:lnTo>
                <a:lnTo>
                  <a:pt x="102" y="16"/>
                </a:lnTo>
                <a:lnTo>
                  <a:pt x="102" y="16"/>
                </a:lnTo>
                <a:lnTo>
                  <a:pt x="103" y="16"/>
                </a:lnTo>
                <a:lnTo>
                  <a:pt x="104" y="18"/>
                </a:lnTo>
                <a:lnTo>
                  <a:pt x="105" y="20"/>
                </a:lnTo>
                <a:lnTo>
                  <a:pt x="105" y="21"/>
                </a:lnTo>
                <a:lnTo>
                  <a:pt x="105" y="21"/>
                </a:lnTo>
                <a:lnTo>
                  <a:pt x="105" y="22"/>
                </a:lnTo>
                <a:lnTo>
                  <a:pt x="105" y="23"/>
                </a:lnTo>
                <a:lnTo>
                  <a:pt x="105" y="24"/>
                </a:lnTo>
                <a:lnTo>
                  <a:pt x="103" y="24"/>
                </a:lnTo>
                <a:lnTo>
                  <a:pt x="102" y="24"/>
                </a:lnTo>
                <a:lnTo>
                  <a:pt x="101" y="24"/>
                </a:lnTo>
                <a:lnTo>
                  <a:pt x="99" y="22"/>
                </a:lnTo>
                <a:lnTo>
                  <a:pt x="99" y="21"/>
                </a:lnTo>
                <a:lnTo>
                  <a:pt x="99" y="21"/>
                </a:lnTo>
                <a:close/>
                <a:moveTo>
                  <a:pt x="89" y="29"/>
                </a:moveTo>
                <a:lnTo>
                  <a:pt x="92" y="29"/>
                </a:lnTo>
                <a:lnTo>
                  <a:pt x="96" y="29"/>
                </a:lnTo>
                <a:lnTo>
                  <a:pt x="97" y="28"/>
                </a:lnTo>
                <a:lnTo>
                  <a:pt x="97" y="28"/>
                </a:lnTo>
                <a:lnTo>
                  <a:pt x="97" y="27"/>
                </a:lnTo>
                <a:lnTo>
                  <a:pt x="97" y="25"/>
                </a:lnTo>
                <a:lnTo>
                  <a:pt x="97" y="24"/>
                </a:lnTo>
                <a:lnTo>
                  <a:pt x="97" y="24"/>
                </a:lnTo>
                <a:lnTo>
                  <a:pt x="96" y="23"/>
                </a:lnTo>
                <a:lnTo>
                  <a:pt x="94" y="23"/>
                </a:lnTo>
                <a:lnTo>
                  <a:pt x="93" y="24"/>
                </a:lnTo>
                <a:lnTo>
                  <a:pt x="91" y="24"/>
                </a:lnTo>
                <a:lnTo>
                  <a:pt x="91" y="26"/>
                </a:lnTo>
                <a:lnTo>
                  <a:pt x="90" y="27"/>
                </a:lnTo>
                <a:lnTo>
                  <a:pt x="89" y="28"/>
                </a:lnTo>
                <a:lnTo>
                  <a:pt x="89" y="29"/>
                </a:lnTo>
                <a:lnTo>
                  <a:pt x="89" y="29"/>
                </a:lnTo>
                <a:close/>
                <a:moveTo>
                  <a:pt x="85" y="31"/>
                </a:moveTo>
                <a:lnTo>
                  <a:pt x="86" y="32"/>
                </a:lnTo>
                <a:lnTo>
                  <a:pt x="88" y="32"/>
                </a:lnTo>
                <a:lnTo>
                  <a:pt x="89" y="32"/>
                </a:lnTo>
                <a:lnTo>
                  <a:pt x="89" y="33"/>
                </a:lnTo>
                <a:lnTo>
                  <a:pt x="90" y="35"/>
                </a:lnTo>
                <a:lnTo>
                  <a:pt x="90" y="36"/>
                </a:lnTo>
                <a:lnTo>
                  <a:pt x="91" y="37"/>
                </a:lnTo>
                <a:lnTo>
                  <a:pt x="91" y="37"/>
                </a:lnTo>
                <a:lnTo>
                  <a:pt x="90" y="38"/>
                </a:lnTo>
                <a:lnTo>
                  <a:pt x="89" y="39"/>
                </a:lnTo>
                <a:lnTo>
                  <a:pt x="88" y="39"/>
                </a:lnTo>
                <a:lnTo>
                  <a:pt x="87" y="39"/>
                </a:lnTo>
                <a:lnTo>
                  <a:pt x="84" y="38"/>
                </a:lnTo>
                <a:lnTo>
                  <a:pt x="81" y="37"/>
                </a:lnTo>
                <a:lnTo>
                  <a:pt x="80" y="37"/>
                </a:lnTo>
                <a:lnTo>
                  <a:pt x="79" y="37"/>
                </a:lnTo>
                <a:lnTo>
                  <a:pt x="78" y="37"/>
                </a:lnTo>
                <a:lnTo>
                  <a:pt x="77" y="37"/>
                </a:lnTo>
                <a:lnTo>
                  <a:pt x="77" y="37"/>
                </a:lnTo>
                <a:lnTo>
                  <a:pt x="77" y="38"/>
                </a:lnTo>
                <a:lnTo>
                  <a:pt x="77" y="38"/>
                </a:lnTo>
                <a:lnTo>
                  <a:pt x="77" y="39"/>
                </a:lnTo>
                <a:lnTo>
                  <a:pt x="77" y="40"/>
                </a:lnTo>
                <a:lnTo>
                  <a:pt x="78" y="41"/>
                </a:lnTo>
                <a:lnTo>
                  <a:pt x="79" y="41"/>
                </a:lnTo>
                <a:lnTo>
                  <a:pt x="81" y="41"/>
                </a:lnTo>
                <a:lnTo>
                  <a:pt x="84" y="42"/>
                </a:lnTo>
                <a:lnTo>
                  <a:pt x="89" y="44"/>
                </a:lnTo>
                <a:lnTo>
                  <a:pt x="91" y="45"/>
                </a:lnTo>
                <a:lnTo>
                  <a:pt x="92" y="46"/>
                </a:lnTo>
                <a:lnTo>
                  <a:pt x="93" y="47"/>
                </a:lnTo>
                <a:lnTo>
                  <a:pt x="93" y="48"/>
                </a:lnTo>
                <a:lnTo>
                  <a:pt x="93" y="48"/>
                </a:lnTo>
                <a:lnTo>
                  <a:pt x="93" y="49"/>
                </a:lnTo>
                <a:lnTo>
                  <a:pt x="92" y="49"/>
                </a:lnTo>
                <a:lnTo>
                  <a:pt x="91" y="49"/>
                </a:lnTo>
                <a:lnTo>
                  <a:pt x="89" y="49"/>
                </a:lnTo>
                <a:lnTo>
                  <a:pt x="88" y="49"/>
                </a:lnTo>
                <a:lnTo>
                  <a:pt x="87" y="49"/>
                </a:lnTo>
                <a:lnTo>
                  <a:pt x="86" y="50"/>
                </a:lnTo>
                <a:lnTo>
                  <a:pt x="85" y="51"/>
                </a:lnTo>
                <a:lnTo>
                  <a:pt x="85" y="52"/>
                </a:lnTo>
                <a:lnTo>
                  <a:pt x="84" y="52"/>
                </a:lnTo>
                <a:lnTo>
                  <a:pt x="84" y="52"/>
                </a:lnTo>
                <a:lnTo>
                  <a:pt x="85" y="53"/>
                </a:lnTo>
                <a:lnTo>
                  <a:pt x="85" y="53"/>
                </a:lnTo>
                <a:lnTo>
                  <a:pt x="86" y="53"/>
                </a:lnTo>
                <a:lnTo>
                  <a:pt x="88" y="53"/>
                </a:lnTo>
                <a:lnTo>
                  <a:pt x="91" y="53"/>
                </a:lnTo>
                <a:lnTo>
                  <a:pt x="94" y="53"/>
                </a:lnTo>
                <a:lnTo>
                  <a:pt x="95" y="53"/>
                </a:lnTo>
                <a:lnTo>
                  <a:pt x="97" y="53"/>
                </a:lnTo>
                <a:lnTo>
                  <a:pt x="97" y="54"/>
                </a:lnTo>
                <a:lnTo>
                  <a:pt x="100" y="55"/>
                </a:lnTo>
                <a:lnTo>
                  <a:pt x="101" y="56"/>
                </a:lnTo>
                <a:lnTo>
                  <a:pt x="104" y="56"/>
                </a:lnTo>
                <a:lnTo>
                  <a:pt x="106" y="56"/>
                </a:lnTo>
                <a:lnTo>
                  <a:pt x="108" y="56"/>
                </a:lnTo>
                <a:lnTo>
                  <a:pt x="109" y="55"/>
                </a:lnTo>
                <a:lnTo>
                  <a:pt x="110" y="55"/>
                </a:lnTo>
                <a:lnTo>
                  <a:pt x="111" y="54"/>
                </a:lnTo>
                <a:lnTo>
                  <a:pt x="112" y="53"/>
                </a:lnTo>
                <a:lnTo>
                  <a:pt x="112" y="52"/>
                </a:lnTo>
                <a:lnTo>
                  <a:pt x="113" y="49"/>
                </a:lnTo>
                <a:lnTo>
                  <a:pt x="113" y="47"/>
                </a:lnTo>
                <a:lnTo>
                  <a:pt x="115" y="46"/>
                </a:lnTo>
                <a:lnTo>
                  <a:pt x="116" y="46"/>
                </a:lnTo>
                <a:lnTo>
                  <a:pt x="117" y="47"/>
                </a:lnTo>
                <a:lnTo>
                  <a:pt x="119" y="49"/>
                </a:lnTo>
                <a:lnTo>
                  <a:pt x="121" y="51"/>
                </a:lnTo>
                <a:lnTo>
                  <a:pt x="123" y="53"/>
                </a:lnTo>
                <a:lnTo>
                  <a:pt x="126" y="55"/>
                </a:lnTo>
                <a:lnTo>
                  <a:pt x="129" y="57"/>
                </a:lnTo>
                <a:lnTo>
                  <a:pt x="130" y="60"/>
                </a:lnTo>
                <a:lnTo>
                  <a:pt x="130" y="61"/>
                </a:lnTo>
                <a:lnTo>
                  <a:pt x="129" y="61"/>
                </a:lnTo>
                <a:lnTo>
                  <a:pt x="129" y="61"/>
                </a:lnTo>
                <a:lnTo>
                  <a:pt x="128" y="62"/>
                </a:lnTo>
                <a:lnTo>
                  <a:pt x="125" y="62"/>
                </a:lnTo>
                <a:lnTo>
                  <a:pt x="122" y="61"/>
                </a:lnTo>
                <a:lnTo>
                  <a:pt x="119" y="61"/>
                </a:lnTo>
                <a:lnTo>
                  <a:pt x="114" y="61"/>
                </a:lnTo>
                <a:lnTo>
                  <a:pt x="109" y="61"/>
                </a:lnTo>
                <a:lnTo>
                  <a:pt x="105" y="61"/>
                </a:lnTo>
                <a:lnTo>
                  <a:pt x="100" y="60"/>
                </a:lnTo>
                <a:lnTo>
                  <a:pt x="95" y="59"/>
                </a:lnTo>
                <a:lnTo>
                  <a:pt x="92" y="59"/>
                </a:lnTo>
                <a:lnTo>
                  <a:pt x="89" y="59"/>
                </a:lnTo>
                <a:lnTo>
                  <a:pt x="89" y="59"/>
                </a:lnTo>
                <a:lnTo>
                  <a:pt x="88" y="59"/>
                </a:lnTo>
                <a:lnTo>
                  <a:pt x="87" y="59"/>
                </a:lnTo>
                <a:lnTo>
                  <a:pt x="86" y="58"/>
                </a:lnTo>
                <a:lnTo>
                  <a:pt x="84" y="57"/>
                </a:lnTo>
                <a:lnTo>
                  <a:pt x="81" y="53"/>
                </a:lnTo>
                <a:lnTo>
                  <a:pt x="77" y="51"/>
                </a:lnTo>
                <a:lnTo>
                  <a:pt x="74" y="49"/>
                </a:lnTo>
                <a:lnTo>
                  <a:pt x="72" y="48"/>
                </a:lnTo>
                <a:lnTo>
                  <a:pt x="69" y="46"/>
                </a:lnTo>
                <a:lnTo>
                  <a:pt x="65" y="44"/>
                </a:lnTo>
                <a:lnTo>
                  <a:pt x="63" y="42"/>
                </a:lnTo>
                <a:lnTo>
                  <a:pt x="60" y="39"/>
                </a:lnTo>
                <a:lnTo>
                  <a:pt x="57" y="36"/>
                </a:lnTo>
                <a:lnTo>
                  <a:pt x="56" y="35"/>
                </a:lnTo>
                <a:lnTo>
                  <a:pt x="54" y="33"/>
                </a:lnTo>
                <a:lnTo>
                  <a:pt x="53" y="33"/>
                </a:lnTo>
                <a:lnTo>
                  <a:pt x="52" y="33"/>
                </a:lnTo>
                <a:lnTo>
                  <a:pt x="50" y="33"/>
                </a:lnTo>
                <a:lnTo>
                  <a:pt x="50" y="35"/>
                </a:lnTo>
                <a:lnTo>
                  <a:pt x="50" y="36"/>
                </a:lnTo>
                <a:lnTo>
                  <a:pt x="50" y="37"/>
                </a:lnTo>
                <a:lnTo>
                  <a:pt x="53" y="39"/>
                </a:lnTo>
                <a:lnTo>
                  <a:pt x="56" y="41"/>
                </a:lnTo>
                <a:lnTo>
                  <a:pt x="57" y="42"/>
                </a:lnTo>
                <a:lnTo>
                  <a:pt x="60" y="45"/>
                </a:lnTo>
                <a:lnTo>
                  <a:pt x="63" y="49"/>
                </a:lnTo>
                <a:lnTo>
                  <a:pt x="66" y="51"/>
                </a:lnTo>
                <a:lnTo>
                  <a:pt x="73" y="56"/>
                </a:lnTo>
                <a:lnTo>
                  <a:pt x="77" y="58"/>
                </a:lnTo>
                <a:lnTo>
                  <a:pt x="77" y="59"/>
                </a:lnTo>
                <a:lnTo>
                  <a:pt x="77" y="59"/>
                </a:lnTo>
                <a:lnTo>
                  <a:pt x="77" y="60"/>
                </a:lnTo>
                <a:lnTo>
                  <a:pt x="74" y="61"/>
                </a:lnTo>
                <a:lnTo>
                  <a:pt x="73" y="61"/>
                </a:lnTo>
                <a:lnTo>
                  <a:pt x="70" y="61"/>
                </a:lnTo>
                <a:lnTo>
                  <a:pt x="68" y="61"/>
                </a:lnTo>
                <a:lnTo>
                  <a:pt x="65" y="60"/>
                </a:lnTo>
                <a:lnTo>
                  <a:pt x="61" y="59"/>
                </a:lnTo>
                <a:lnTo>
                  <a:pt x="58" y="58"/>
                </a:lnTo>
                <a:lnTo>
                  <a:pt x="57" y="57"/>
                </a:lnTo>
                <a:lnTo>
                  <a:pt x="54" y="55"/>
                </a:lnTo>
                <a:lnTo>
                  <a:pt x="53" y="54"/>
                </a:lnTo>
                <a:lnTo>
                  <a:pt x="52" y="53"/>
                </a:lnTo>
                <a:lnTo>
                  <a:pt x="51" y="53"/>
                </a:lnTo>
                <a:lnTo>
                  <a:pt x="49" y="53"/>
                </a:lnTo>
                <a:lnTo>
                  <a:pt x="47" y="53"/>
                </a:lnTo>
                <a:lnTo>
                  <a:pt x="45" y="53"/>
                </a:lnTo>
                <a:lnTo>
                  <a:pt x="43" y="52"/>
                </a:lnTo>
                <a:lnTo>
                  <a:pt x="40" y="50"/>
                </a:lnTo>
                <a:lnTo>
                  <a:pt x="38" y="49"/>
                </a:lnTo>
                <a:lnTo>
                  <a:pt x="35" y="47"/>
                </a:lnTo>
                <a:lnTo>
                  <a:pt x="32" y="45"/>
                </a:lnTo>
                <a:lnTo>
                  <a:pt x="29" y="44"/>
                </a:lnTo>
                <a:lnTo>
                  <a:pt x="25" y="42"/>
                </a:lnTo>
                <a:lnTo>
                  <a:pt x="24" y="42"/>
                </a:lnTo>
                <a:lnTo>
                  <a:pt x="21" y="41"/>
                </a:lnTo>
                <a:lnTo>
                  <a:pt x="17" y="38"/>
                </a:lnTo>
                <a:lnTo>
                  <a:pt x="15" y="35"/>
                </a:lnTo>
                <a:lnTo>
                  <a:pt x="13" y="32"/>
                </a:lnTo>
                <a:lnTo>
                  <a:pt x="12" y="31"/>
                </a:lnTo>
                <a:lnTo>
                  <a:pt x="11" y="29"/>
                </a:lnTo>
                <a:lnTo>
                  <a:pt x="9" y="28"/>
                </a:lnTo>
                <a:lnTo>
                  <a:pt x="8" y="27"/>
                </a:lnTo>
                <a:lnTo>
                  <a:pt x="8" y="27"/>
                </a:lnTo>
                <a:lnTo>
                  <a:pt x="6" y="28"/>
                </a:lnTo>
                <a:lnTo>
                  <a:pt x="4" y="29"/>
                </a:lnTo>
                <a:lnTo>
                  <a:pt x="4" y="31"/>
                </a:lnTo>
                <a:lnTo>
                  <a:pt x="6" y="35"/>
                </a:lnTo>
                <a:lnTo>
                  <a:pt x="8" y="39"/>
                </a:lnTo>
                <a:lnTo>
                  <a:pt x="9" y="41"/>
                </a:lnTo>
                <a:lnTo>
                  <a:pt x="10" y="42"/>
                </a:lnTo>
                <a:lnTo>
                  <a:pt x="12" y="44"/>
                </a:lnTo>
                <a:lnTo>
                  <a:pt x="13" y="45"/>
                </a:lnTo>
                <a:lnTo>
                  <a:pt x="17" y="47"/>
                </a:lnTo>
                <a:lnTo>
                  <a:pt x="20" y="49"/>
                </a:lnTo>
                <a:lnTo>
                  <a:pt x="26" y="53"/>
                </a:lnTo>
                <a:lnTo>
                  <a:pt x="32" y="57"/>
                </a:lnTo>
                <a:lnTo>
                  <a:pt x="33" y="58"/>
                </a:lnTo>
                <a:lnTo>
                  <a:pt x="35" y="60"/>
                </a:lnTo>
                <a:lnTo>
                  <a:pt x="36" y="61"/>
                </a:lnTo>
                <a:lnTo>
                  <a:pt x="36" y="62"/>
                </a:lnTo>
                <a:lnTo>
                  <a:pt x="35" y="62"/>
                </a:lnTo>
                <a:lnTo>
                  <a:pt x="35" y="63"/>
                </a:lnTo>
                <a:lnTo>
                  <a:pt x="34" y="64"/>
                </a:lnTo>
                <a:lnTo>
                  <a:pt x="33" y="65"/>
                </a:lnTo>
                <a:lnTo>
                  <a:pt x="31" y="66"/>
                </a:lnTo>
                <a:lnTo>
                  <a:pt x="29" y="68"/>
                </a:lnTo>
                <a:lnTo>
                  <a:pt x="25" y="69"/>
                </a:lnTo>
                <a:lnTo>
                  <a:pt x="22" y="72"/>
                </a:lnTo>
                <a:lnTo>
                  <a:pt x="18" y="73"/>
                </a:lnTo>
                <a:lnTo>
                  <a:pt x="14" y="73"/>
                </a:lnTo>
                <a:lnTo>
                  <a:pt x="12" y="74"/>
                </a:lnTo>
                <a:lnTo>
                  <a:pt x="10" y="74"/>
                </a:lnTo>
                <a:lnTo>
                  <a:pt x="9" y="74"/>
                </a:lnTo>
                <a:lnTo>
                  <a:pt x="8" y="73"/>
                </a:lnTo>
                <a:lnTo>
                  <a:pt x="8" y="72"/>
                </a:lnTo>
                <a:lnTo>
                  <a:pt x="6" y="69"/>
                </a:lnTo>
                <a:lnTo>
                  <a:pt x="4" y="66"/>
                </a:lnTo>
                <a:lnTo>
                  <a:pt x="3" y="62"/>
                </a:lnTo>
                <a:lnTo>
                  <a:pt x="2" y="61"/>
                </a:lnTo>
                <a:lnTo>
                  <a:pt x="2" y="61"/>
                </a:lnTo>
                <a:lnTo>
                  <a:pt x="1" y="61"/>
                </a:lnTo>
                <a:lnTo>
                  <a:pt x="0" y="61"/>
                </a:lnTo>
                <a:lnTo>
                  <a:pt x="0" y="63"/>
                </a:lnTo>
                <a:lnTo>
                  <a:pt x="0" y="65"/>
                </a:lnTo>
                <a:lnTo>
                  <a:pt x="0" y="66"/>
                </a:lnTo>
                <a:lnTo>
                  <a:pt x="0" y="69"/>
                </a:lnTo>
                <a:lnTo>
                  <a:pt x="2" y="73"/>
                </a:lnTo>
                <a:lnTo>
                  <a:pt x="2" y="77"/>
                </a:lnTo>
                <a:lnTo>
                  <a:pt x="3" y="81"/>
                </a:lnTo>
                <a:lnTo>
                  <a:pt x="3" y="85"/>
                </a:lnTo>
                <a:lnTo>
                  <a:pt x="4" y="85"/>
                </a:lnTo>
                <a:lnTo>
                  <a:pt x="4" y="85"/>
                </a:lnTo>
                <a:lnTo>
                  <a:pt x="4" y="86"/>
                </a:lnTo>
                <a:lnTo>
                  <a:pt x="5" y="86"/>
                </a:lnTo>
                <a:lnTo>
                  <a:pt x="7" y="87"/>
                </a:lnTo>
                <a:lnTo>
                  <a:pt x="9" y="87"/>
                </a:lnTo>
                <a:lnTo>
                  <a:pt x="13" y="87"/>
                </a:lnTo>
                <a:lnTo>
                  <a:pt x="16" y="86"/>
                </a:lnTo>
                <a:lnTo>
                  <a:pt x="19" y="85"/>
                </a:lnTo>
                <a:lnTo>
                  <a:pt x="25" y="81"/>
                </a:lnTo>
                <a:lnTo>
                  <a:pt x="30" y="78"/>
                </a:lnTo>
                <a:lnTo>
                  <a:pt x="34" y="76"/>
                </a:lnTo>
                <a:lnTo>
                  <a:pt x="37" y="73"/>
                </a:lnTo>
                <a:lnTo>
                  <a:pt x="42" y="70"/>
                </a:lnTo>
                <a:lnTo>
                  <a:pt x="43" y="69"/>
                </a:lnTo>
                <a:lnTo>
                  <a:pt x="44" y="69"/>
                </a:lnTo>
                <a:lnTo>
                  <a:pt x="45" y="68"/>
                </a:lnTo>
                <a:lnTo>
                  <a:pt x="46" y="68"/>
                </a:lnTo>
                <a:lnTo>
                  <a:pt x="47" y="68"/>
                </a:lnTo>
                <a:lnTo>
                  <a:pt x="48" y="69"/>
                </a:lnTo>
                <a:lnTo>
                  <a:pt x="49" y="69"/>
                </a:lnTo>
                <a:lnTo>
                  <a:pt x="51" y="71"/>
                </a:lnTo>
                <a:lnTo>
                  <a:pt x="52" y="72"/>
                </a:lnTo>
                <a:lnTo>
                  <a:pt x="53" y="73"/>
                </a:lnTo>
                <a:lnTo>
                  <a:pt x="53" y="73"/>
                </a:lnTo>
                <a:lnTo>
                  <a:pt x="53" y="73"/>
                </a:lnTo>
                <a:lnTo>
                  <a:pt x="51" y="74"/>
                </a:lnTo>
                <a:lnTo>
                  <a:pt x="49" y="74"/>
                </a:lnTo>
                <a:lnTo>
                  <a:pt x="47" y="74"/>
                </a:lnTo>
                <a:lnTo>
                  <a:pt x="45" y="74"/>
                </a:lnTo>
                <a:lnTo>
                  <a:pt x="44" y="75"/>
                </a:lnTo>
                <a:lnTo>
                  <a:pt x="43" y="75"/>
                </a:lnTo>
                <a:lnTo>
                  <a:pt x="43" y="75"/>
                </a:lnTo>
                <a:lnTo>
                  <a:pt x="43" y="76"/>
                </a:lnTo>
                <a:lnTo>
                  <a:pt x="44" y="77"/>
                </a:lnTo>
                <a:lnTo>
                  <a:pt x="47" y="77"/>
                </a:lnTo>
                <a:lnTo>
                  <a:pt x="50" y="80"/>
                </a:lnTo>
                <a:lnTo>
                  <a:pt x="55" y="82"/>
                </a:lnTo>
                <a:lnTo>
                  <a:pt x="58" y="85"/>
                </a:lnTo>
                <a:lnTo>
                  <a:pt x="61" y="86"/>
                </a:lnTo>
                <a:lnTo>
                  <a:pt x="61" y="86"/>
                </a:lnTo>
                <a:lnTo>
                  <a:pt x="63" y="85"/>
                </a:lnTo>
                <a:lnTo>
                  <a:pt x="64" y="85"/>
                </a:lnTo>
                <a:lnTo>
                  <a:pt x="65" y="83"/>
                </a:lnTo>
                <a:lnTo>
                  <a:pt x="65" y="81"/>
                </a:lnTo>
                <a:lnTo>
                  <a:pt x="65" y="79"/>
                </a:lnTo>
                <a:lnTo>
                  <a:pt x="65" y="77"/>
                </a:lnTo>
                <a:lnTo>
                  <a:pt x="65" y="74"/>
                </a:lnTo>
                <a:lnTo>
                  <a:pt x="64" y="72"/>
                </a:lnTo>
                <a:lnTo>
                  <a:pt x="62" y="70"/>
                </a:lnTo>
                <a:lnTo>
                  <a:pt x="61" y="69"/>
                </a:lnTo>
                <a:lnTo>
                  <a:pt x="61" y="69"/>
                </a:lnTo>
                <a:lnTo>
                  <a:pt x="59" y="68"/>
                </a:lnTo>
                <a:lnTo>
                  <a:pt x="57" y="67"/>
                </a:lnTo>
                <a:lnTo>
                  <a:pt x="56" y="65"/>
                </a:lnTo>
                <a:lnTo>
                  <a:pt x="54" y="62"/>
                </a:lnTo>
                <a:lnTo>
                  <a:pt x="54" y="62"/>
                </a:lnTo>
                <a:lnTo>
                  <a:pt x="53" y="61"/>
                </a:lnTo>
                <a:lnTo>
                  <a:pt x="54" y="61"/>
                </a:lnTo>
                <a:lnTo>
                  <a:pt x="54" y="61"/>
                </a:lnTo>
                <a:lnTo>
                  <a:pt x="55" y="61"/>
                </a:lnTo>
                <a:lnTo>
                  <a:pt x="57" y="61"/>
                </a:lnTo>
                <a:lnTo>
                  <a:pt x="61" y="62"/>
                </a:lnTo>
                <a:lnTo>
                  <a:pt x="65" y="63"/>
                </a:lnTo>
                <a:lnTo>
                  <a:pt x="69" y="65"/>
                </a:lnTo>
                <a:lnTo>
                  <a:pt x="73" y="66"/>
                </a:lnTo>
                <a:lnTo>
                  <a:pt x="75" y="67"/>
                </a:lnTo>
                <a:lnTo>
                  <a:pt x="77" y="69"/>
                </a:lnTo>
                <a:lnTo>
                  <a:pt x="80" y="70"/>
                </a:lnTo>
                <a:lnTo>
                  <a:pt x="82" y="73"/>
                </a:lnTo>
                <a:lnTo>
                  <a:pt x="85" y="75"/>
                </a:lnTo>
                <a:lnTo>
                  <a:pt x="87" y="76"/>
                </a:lnTo>
                <a:lnTo>
                  <a:pt x="89" y="77"/>
                </a:lnTo>
                <a:lnTo>
                  <a:pt x="90" y="77"/>
                </a:lnTo>
                <a:lnTo>
                  <a:pt x="93" y="77"/>
                </a:lnTo>
                <a:lnTo>
                  <a:pt x="95" y="76"/>
                </a:lnTo>
                <a:lnTo>
                  <a:pt x="95" y="76"/>
                </a:lnTo>
                <a:lnTo>
                  <a:pt x="95" y="75"/>
                </a:lnTo>
                <a:lnTo>
                  <a:pt x="95" y="73"/>
                </a:lnTo>
                <a:lnTo>
                  <a:pt x="95" y="72"/>
                </a:lnTo>
                <a:lnTo>
                  <a:pt x="94" y="70"/>
                </a:lnTo>
                <a:lnTo>
                  <a:pt x="94" y="69"/>
                </a:lnTo>
                <a:lnTo>
                  <a:pt x="93" y="68"/>
                </a:lnTo>
                <a:lnTo>
                  <a:pt x="94" y="66"/>
                </a:lnTo>
                <a:lnTo>
                  <a:pt x="94" y="65"/>
                </a:lnTo>
                <a:lnTo>
                  <a:pt x="95" y="65"/>
                </a:lnTo>
                <a:lnTo>
                  <a:pt x="96" y="64"/>
                </a:lnTo>
                <a:lnTo>
                  <a:pt x="97" y="64"/>
                </a:lnTo>
                <a:lnTo>
                  <a:pt x="101" y="65"/>
                </a:lnTo>
                <a:lnTo>
                  <a:pt x="105" y="65"/>
                </a:lnTo>
                <a:lnTo>
                  <a:pt x="109" y="65"/>
                </a:lnTo>
                <a:lnTo>
                  <a:pt x="112" y="65"/>
                </a:lnTo>
                <a:lnTo>
                  <a:pt x="114" y="66"/>
                </a:lnTo>
                <a:lnTo>
                  <a:pt x="117" y="67"/>
                </a:lnTo>
                <a:lnTo>
                  <a:pt x="123" y="69"/>
                </a:lnTo>
                <a:lnTo>
                  <a:pt x="128" y="71"/>
                </a:lnTo>
                <a:lnTo>
                  <a:pt x="130" y="72"/>
                </a:lnTo>
                <a:lnTo>
                  <a:pt x="132" y="72"/>
                </a:lnTo>
                <a:lnTo>
                  <a:pt x="135" y="72"/>
                </a:lnTo>
                <a:lnTo>
                  <a:pt x="137" y="72"/>
                </a:lnTo>
                <a:lnTo>
                  <a:pt x="140" y="70"/>
                </a:lnTo>
                <a:lnTo>
                  <a:pt x="141" y="69"/>
                </a:lnTo>
                <a:lnTo>
                  <a:pt x="143" y="67"/>
                </a:lnTo>
                <a:lnTo>
                  <a:pt x="144" y="65"/>
                </a:lnTo>
                <a:lnTo>
                  <a:pt x="144" y="64"/>
                </a:lnTo>
                <a:lnTo>
                  <a:pt x="145" y="61"/>
                </a:lnTo>
                <a:lnTo>
                  <a:pt x="144" y="60"/>
                </a:lnTo>
                <a:lnTo>
                  <a:pt x="144" y="59"/>
                </a:lnTo>
                <a:lnTo>
                  <a:pt x="143" y="58"/>
                </a:lnTo>
                <a:lnTo>
                  <a:pt x="141" y="57"/>
                </a:lnTo>
                <a:lnTo>
                  <a:pt x="137" y="55"/>
                </a:lnTo>
                <a:lnTo>
                  <a:pt x="132" y="51"/>
                </a:lnTo>
                <a:lnTo>
                  <a:pt x="126" y="48"/>
                </a:lnTo>
                <a:lnTo>
                  <a:pt x="123" y="46"/>
                </a:lnTo>
                <a:lnTo>
                  <a:pt x="122" y="46"/>
                </a:lnTo>
                <a:lnTo>
                  <a:pt x="121" y="45"/>
                </a:lnTo>
                <a:lnTo>
                  <a:pt x="121" y="45"/>
                </a:lnTo>
                <a:lnTo>
                  <a:pt x="120" y="44"/>
                </a:lnTo>
                <a:lnTo>
                  <a:pt x="119" y="43"/>
                </a:lnTo>
                <a:lnTo>
                  <a:pt x="119" y="42"/>
                </a:lnTo>
                <a:lnTo>
                  <a:pt x="118" y="41"/>
                </a:lnTo>
                <a:lnTo>
                  <a:pt x="119" y="41"/>
                </a:lnTo>
                <a:lnTo>
                  <a:pt x="119" y="39"/>
                </a:lnTo>
                <a:lnTo>
                  <a:pt x="118" y="37"/>
                </a:lnTo>
                <a:lnTo>
                  <a:pt x="118" y="37"/>
                </a:lnTo>
                <a:lnTo>
                  <a:pt x="118" y="36"/>
                </a:lnTo>
                <a:lnTo>
                  <a:pt x="118" y="35"/>
                </a:lnTo>
                <a:lnTo>
                  <a:pt x="119" y="33"/>
                </a:lnTo>
                <a:lnTo>
                  <a:pt x="119" y="32"/>
                </a:lnTo>
                <a:lnTo>
                  <a:pt x="120" y="32"/>
                </a:lnTo>
                <a:lnTo>
                  <a:pt x="121" y="32"/>
                </a:lnTo>
                <a:lnTo>
                  <a:pt x="122" y="32"/>
                </a:lnTo>
                <a:lnTo>
                  <a:pt x="125" y="32"/>
                </a:lnTo>
                <a:lnTo>
                  <a:pt x="127" y="32"/>
                </a:lnTo>
                <a:lnTo>
                  <a:pt x="130" y="34"/>
                </a:lnTo>
                <a:lnTo>
                  <a:pt x="135" y="35"/>
                </a:lnTo>
                <a:lnTo>
                  <a:pt x="140" y="37"/>
                </a:lnTo>
                <a:lnTo>
                  <a:pt x="143" y="38"/>
                </a:lnTo>
                <a:lnTo>
                  <a:pt x="145" y="39"/>
                </a:lnTo>
                <a:lnTo>
                  <a:pt x="147" y="40"/>
                </a:lnTo>
                <a:lnTo>
                  <a:pt x="148" y="40"/>
                </a:lnTo>
                <a:lnTo>
                  <a:pt x="149" y="39"/>
                </a:lnTo>
                <a:lnTo>
                  <a:pt x="151" y="38"/>
                </a:lnTo>
                <a:lnTo>
                  <a:pt x="153" y="38"/>
                </a:lnTo>
                <a:lnTo>
                  <a:pt x="153" y="38"/>
                </a:lnTo>
                <a:lnTo>
                  <a:pt x="154" y="37"/>
                </a:lnTo>
                <a:lnTo>
                  <a:pt x="154" y="37"/>
                </a:lnTo>
                <a:lnTo>
                  <a:pt x="155" y="37"/>
                </a:lnTo>
                <a:lnTo>
                  <a:pt x="156" y="33"/>
                </a:lnTo>
                <a:lnTo>
                  <a:pt x="156" y="29"/>
                </a:lnTo>
                <a:lnTo>
                  <a:pt x="156" y="27"/>
                </a:lnTo>
                <a:lnTo>
                  <a:pt x="155" y="24"/>
                </a:lnTo>
                <a:lnTo>
                  <a:pt x="154" y="24"/>
                </a:lnTo>
                <a:lnTo>
                  <a:pt x="153" y="23"/>
                </a:lnTo>
                <a:lnTo>
                  <a:pt x="153" y="22"/>
                </a:lnTo>
                <a:lnTo>
                  <a:pt x="151" y="22"/>
                </a:lnTo>
                <a:lnTo>
                  <a:pt x="150" y="23"/>
                </a:lnTo>
                <a:lnTo>
                  <a:pt x="150" y="23"/>
                </a:lnTo>
                <a:lnTo>
                  <a:pt x="150" y="24"/>
                </a:lnTo>
                <a:lnTo>
                  <a:pt x="149" y="24"/>
                </a:lnTo>
                <a:lnTo>
                  <a:pt x="147" y="25"/>
                </a:lnTo>
                <a:lnTo>
                  <a:pt x="143" y="28"/>
                </a:lnTo>
                <a:lnTo>
                  <a:pt x="142" y="28"/>
                </a:lnTo>
                <a:lnTo>
                  <a:pt x="141" y="28"/>
                </a:lnTo>
                <a:lnTo>
                  <a:pt x="138" y="28"/>
                </a:lnTo>
                <a:lnTo>
                  <a:pt x="137" y="29"/>
                </a:lnTo>
                <a:lnTo>
                  <a:pt x="132" y="28"/>
                </a:lnTo>
                <a:lnTo>
                  <a:pt x="127" y="28"/>
                </a:lnTo>
                <a:lnTo>
                  <a:pt x="118" y="27"/>
                </a:lnTo>
                <a:lnTo>
                  <a:pt x="114" y="26"/>
                </a:lnTo>
                <a:lnTo>
                  <a:pt x="113" y="25"/>
                </a:lnTo>
                <a:lnTo>
                  <a:pt x="113" y="25"/>
                </a:lnTo>
                <a:lnTo>
                  <a:pt x="113" y="24"/>
                </a:lnTo>
                <a:lnTo>
                  <a:pt x="112" y="24"/>
                </a:lnTo>
                <a:lnTo>
                  <a:pt x="112" y="21"/>
                </a:lnTo>
                <a:lnTo>
                  <a:pt x="110" y="20"/>
                </a:lnTo>
                <a:lnTo>
                  <a:pt x="109" y="18"/>
                </a:lnTo>
                <a:lnTo>
                  <a:pt x="108" y="16"/>
                </a:lnTo>
                <a:lnTo>
                  <a:pt x="106" y="15"/>
                </a:lnTo>
                <a:lnTo>
                  <a:pt x="105" y="14"/>
                </a:lnTo>
                <a:lnTo>
                  <a:pt x="105" y="14"/>
                </a:lnTo>
                <a:lnTo>
                  <a:pt x="105" y="12"/>
                </a:lnTo>
                <a:lnTo>
                  <a:pt x="105" y="12"/>
                </a:lnTo>
                <a:lnTo>
                  <a:pt x="105" y="11"/>
                </a:lnTo>
                <a:lnTo>
                  <a:pt x="105" y="8"/>
                </a:lnTo>
                <a:lnTo>
                  <a:pt x="105" y="8"/>
                </a:lnTo>
                <a:lnTo>
                  <a:pt x="105" y="8"/>
                </a:lnTo>
                <a:lnTo>
                  <a:pt x="106" y="6"/>
                </a:lnTo>
                <a:lnTo>
                  <a:pt x="106" y="5"/>
                </a:lnTo>
                <a:lnTo>
                  <a:pt x="106" y="4"/>
                </a:lnTo>
                <a:lnTo>
                  <a:pt x="106" y="3"/>
                </a:lnTo>
                <a:lnTo>
                  <a:pt x="105" y="2"/>
                </a:lnTo>
                <a:lnTo>
                  <a:pt x="105" y="1"/>
                </a:lnTo>
                <a:lnTo>
                  <a:pt x="105" y="0"/>
                </a:lnTo>
                <a:lnTo>
                  <a:pt x="104" y="0"/>
                </a:lnTo>
                <a:lnTo>
                  <a:pt x="102" y="0"/>
                </a:lnTo>
                <a:lnTo>
                  <a:pt x="102" y="1"/>
                </a:lnTo>
                <a:lnTo>
                  <a:pt x="101" y="2"/>
                </a:lnTo>
                <a:lnTo>
                  <a:pt x="101" y="3"/>
                </a:lnTo>
                <a:lnTo>
                  <a:pt x="100" y="4"/>
                </a:lnTo>
                <a:lnTo>
                  <a:pt x="97" y="8"/>
                </a:lnTo>
                <a:lnTo>
                  <a:pt x="93" y="13"/>
                </a:lnTo>
                <a:lnTo>
                  <a:pt x="89" y="18"/>
                </a:lnTo>
                <a:lnTo>
                  <a:pt x="86" y="22"/>
                </a:lnTo>
                <a:lnTo>
                  <a:pt x="84" y="24"/>
                </a:lnTo>
                <a:lnTo>
                  <a:pt x="83" y="24"/>
                </a:lnTo>
                <a:lnTo>
                  <a:pt x="81" y="25"/>
                </a:lnTo>
                <a:lnTo>
                  <a:pt x="80" y="25"/>
                </a:lnTo>
                <a:lnTo>
                  <a:pt x="79" y="25"/>
                </a:lnTo>
                <a:lnTo>
                  <a:pt x="78" y="25"/>
                </a:lnTo>
                <a:lnTo>
                  <a:pt x="78" y="24"/>
                </a:lnTo>
                <a:lnTo>
                  <a:pt x="78" y="24"/>
                </a:lnTo>
                <a:lnTo>
                  <a:pt x="80" y="19"/>
                </a:lnTo>
                <a:lnTo>
                  <a:pt x="81" y="14"/>
                </a:lnTo>
                <a:lnTo>
                  <a:pt x="82" y="13"/>
                </a:lnTo>
                <a:lnTo>
                  <a:pt x="82" y="11"/>
                </a:lnTo>
                <a:lnTo>
                  <a:pt x="81" y="9"/>
                </a:lnTo>
                <a:lnTo>
                  <a:pt x="80" y="7"/>
                </a:lnTo>
                <a:lnTo>
                  <a:pt x="80" y="7"/>
                </a:lnTo>
                <a:lnTo>
                  <a:pt x="79" y="6"/>
                </a:lnTo>
                <a:lnTo>
                  <a:pt x="78" y="7"/>
                </a:lnTo>
                <a:lnTo>
                  <a:pt x="78" y="7"/>
                </a:lnTo>
                <a:lnTo>
                  <a:pt x="77" y="9"/>
                </a:lnTo>
                <a:lnTo>
                  <a:pt x="76" y="12"/>
                </a:lnTo>
                <a:lnTo>
                  <a:pt x="74" y="16"/>
                </a:lnTo>
                <a:lnTo>
                  <a:pt x="73" y="18"/>
                </a:lnTo>
                <a:lnTo>
                  <a:pt x="71" y="20"/>
                </a:lnTo>
                <a:lnTo>
                  <a:pt x="69" y="21"/>
                </a:lnTo>
                <a:lnTo>
                  <a:pt x="68" y="22"/>
                </a:lnTo>
                <a:lnTo>
                  <a:pt x="67" y="23"/>
                </a:lnTo>
                <a:lnTo>
                  <a:pt x="65" y="24"/>
                </a:lnTo>
                <a:lnTo>
                  <a:pt x="65" y="25"/>
                </a:lnTo>
                <a:lnTo>
                  <a:pt x="64" y="26"/>
                </a:lnTo>
                <a:lnTo>
                  <a:pt x="64" y="27"/>
                </a:lnTo>
                <a:lnTo>
                  <a:pt x="64" y="27"/>
                </a:lnTo>
                <a:lnTo>
                  <a:pt x="64" y="28"/>
                </a:lnTo>
                <a:lnTo>
                  <a:pt x="65" y="28"/>
                </a:lnTo>
                <a:lnTo>
                  <a:pt x="67" y="28"/>
                </a:lnTo>
                <a:lnTo>
                  <a:pt x="71" y="29"/>
                </a:lnTo>
                <a:lnTo>
                  <a:pt x="76" y="30"/>
                </a:lnTo>
                <a:lnTo>
                  <a:pt x="81" y="31"/>
                </a:lnTo>
                <a:lnTo>
                  <a:pt x="85" y="3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endParaRPr/>
          </a:p>
        </p:txBody>
      </p:sp>
      <p:sp>
        <p:nvSpPr>
          <p:cNvPr id="23" name="ís1iďé">
            <a:extLst>
              <a:ext uri="{FF2B5EF4-FFF2-40B4-BE49-F238E27FC236}">
                <a16:creationId xmlns:a16="http://schemas.microsoft.com/office/drawing/2014/main" id="{F7C4DC03-891E-4F33-9F5D-83C6B6FC58EC}"/>
              </a:ext>
            </a:extLst>
          </p:cNvPr>
          <p:cNvSpPr>
            <a:spLocks noGrp="1"/>
          </p:cNvSpPr>
          <p:nvPr/>
        </p:nvSpPr>
        <p:spPr>
          <a:xfrm>
            <a:off x="873000" y="788040"/>
            <a:ext cx="327240" cy="210600"/>
          </a:xfrm>
          <a:custGeom>
            <a:avLst/>
            <a:gdLst>
              <a:gd name="textAreaLeft" fmla="*/ 0 w 327240"/>
              <a:gd name="textAreaRight" fmla="*/ 327600 w 327240"/>
              <a:gd name="textAreaTop" fmla="*/ 0 h 210600"/>
              <a:gd name="textAreaBottom" fmla="*/ 210960 h 210600"/>
              <a:gd name="GluePoint1X" fmla="*/ 238 w 750"/>
              <a:gd name="GluePoint1Y" fmla="*/ 410 h 483"/>
              <a:gd name="GluePoint2X" fmla="*/ 260 w 750"/>
              <a:gd name="GluePoint2Y" fmla="*/ 439 h 483"/>
              <a:gd name="GluePoint3X" fmla="*/ 256 w 750"/>
              <a:gd name="GluePoint3Y" fmla="*/ 482 h 483"/>
              <a:gd name="GluePoint4X" fmla="*/ 230 w 750"/>
              <a:gd name="GluePoint4Y" fmla="*/ 454 h 483"/>
              <a:gd name="GluePoint5X" fmla="*/ 255 w 750"/>
              <a:gd name="GluePoint5Y" fmla="*/ 473 h 483"/>
              <a:gd name="GluePoint6X" fmla="*/ 249 w 750"/>
              <a:gd name="GluePoint6Y" fmla="*/ 443 h 483"/>
              <a:gd name="GluePoint7X" fmla="*/ 234 w 750"/>
              <a:gd name="GluePoint7Y" fmla="*/ 401 h 483"/>
              <a:gd name="GluePoint8X" fmla="*/ 260 w 750"/>
              <a:gd name="GluePoint8Y" fmla="*/ 397 h 483"/>
              <a:gd name="GluePoint9X" fmla="*/ 28 w 750"/>
              <a:gd name="GluePoint9Y" fmla="*/ 433 h 483"/>
              <a:gd name="GluePoint10X" fmla="*/ 13 w 750"/>
              <a:gd name="GluePoint10Y" fmla="*/ 428 h 483"/>
              <a:gd name="GluePoint11X" fmla="*/ 0 w 750"/>
              <a:gd name="GluePoint11Y" fmla="*/ 419 h 483"/>
              <a:gd name="GluePoint12X" fmla="*/ 37 w 750"/>
              <a:gd name="GluePoint12Y" fmla="*/ 447 h 483"/>
              <a:gd name="GluePoint13X" fmla="*/ 123 w 750"/>
              <a:gd name="GluePoint13Y" fmla="*/ 381 h 483"/>
              <a:gd name="GluePoint14X" fmla="*/ 160 w 750"/>
              <a:gd name="GluePoint14Y" fmla="*/ 436 h 483"/>
              <a:gd name="GluePoint15X" fmla="*/ 224 w 750"/>
              <a:gd name="GluePoint15Y" fmla="*/ 423 h 483"/>
              <a:gd name="GluePoint16X" fmla="*/ 193 w 750"/>
              <a:gd name="GluePoint16Y" fmla="*/ 391 h 483"/>
              <a:gd name="GluePoint17X" fmla="*/ 216 w 750"/>
              <a:gd name="GluePoint17Y" fmla="*/ 409 h 483"/>
              <a:gd name="GluePoint18X" fmla="*/ 278 w 750"/>
              <a:gd name="GluePoint18Y" fmla="*/ 482 h 483"/>
              <a:gd name="GluePoint19X" fmla="*/ 351 w 750"/>
              <a:gd name="GluePoint19Y" fmla="*/ 426 h 483"/>
              <a:gd name="GluePoint20X" fmla="*/ 437 w 750"/>
              <a:gd name="GluePoint20Y" fmla="*/ 430 h 483"/>
              <a:gd name="GluePoint21X" fmla="*/ 411 w 750"/>
              <a:gd name="GluePoint21Y" fmla="*/ 359 h 483"/>
              <a:gd name="GluePoint22X" fmla="*/ 388 w 750"/>
              <a:gd name="GluePoint22Y" fmla="*/ 381 h 483"/>
              <a:gd name="GluePoint23X" fmla="*/ 423 w 750"/>
              <a:gd name="GluePoint23Y" fmla="*/ 447 h 483"/>
              <a:gd name="GluePoint24X" fmla="*/ 405 w 750"/>
              <a:gd name="GluePoint24Y" fmla="*/ 417 h 483"/>
              <a:gd name="GluePoint25X" fmla="*/ 401 w 750"/>
              <a:gd name="GluePoint25Y" fmla="*/ 366 h 483"/>
              <a:gd name="GluePoint26X" fmla="*/ 427 w 750"/>
              <a:gd name="GluePoint26Y" fmla="*/ 408 h 483"/>
              <a:gd name="GluePoint27X" fmla="*/ 448 w 750"/>
              <a:gd name="GluePoint27Y" fmla="*/ 334 h 483"/>
              <a:gd name="GluePoint28X" fmla="*/ 498 w 750"/>
              <a:gd name="GluePoint28Y" fmla="*/ 301 h 483"/>
              <a:gd name="GluePoint29X" fmla="*/ 551 w 750"/>
              <a:gd name="GluePoint29Y" fmla="*/ 375 h 483"/>
              <a:gd name="GluePoint30X" fmla="*/ 583 w 750"/>
              <a:gd name="GluePoint30Y" fmla="*/ 330 h 483"/>
              <a:gd name="GluePoint31X" fmla="*/ 544 w 750"/>
              <a:gd name="GluePoint31Y" fmla="*/ 279 h 483"/>
              <a:gd name="GluePoint32X" fmla="*/ 565 w 750"/>
              <a:gd name="GluePoint32Y" fmla="*/ 265 h 483"/>
              <a:gd name="GluePoint33X" fmla="*/ 537 w 750"/>
              <a:gd name="GluePoint33Y" fmla="*/ 269 h 483"/>
              <a:gd name="GluePoint34X" fmla="*/ 572 w 750"/>
              <a:gd name="GluePoint34Y" fmla="*/ 333 h 483"/>
              <a:gd name="GluePoint35X" fmla="*/ 602 w 750"/>
              <a:gd name="GluePoint35Y" fmla="*/ 327 h 483"/>
              <a:gd name="GluePoint36X" fmla="*/ 589 w 750"/>
              <a:gd name="GluePoint36Y" fmla="*/ 271 h 483"/>
              <a:gd name="GluePoint37X" fmla="*/ 650 w 750"/>
              <a:gd name="GluePoint37Y" fmla="*/ 233 h 483"/>
              <a:gd name="GluePoint38X" fmla="*/ 668 w 750"/>
              <a:gd name="GluePoint38Y" fmla="*/ 220 h 483"/>
              <a:gd name="GluePoint39X" fmla="*/ 613 w 750"/>
              <a:gd name="GluePoint39Y" fmla="*/ 169 h 483"/>
              <a:gd name="GluePoint40X" fmla="*/ 644 w 750"/>
              <a:gd name="GluePoint40Y" fmla="*/ 157 h 483"/>
              <a:gd name="GluePoint41X" fmla="*/ 690 w 750"/>
              <a:gd name="GluePoint41Y" fmla="*/ 213 h 483"/>
              <a:gd name="GluePoint42X" fmla="*/ 658 w 750"/>
              <a:gd name="GluePoint42Y" fmla="*/ 175 h 483"/>
              <a:gd name="GluePoint43X" fmla="*/ 620 w 750"/>
              <a:gd name="GluePoint43Y" fmla="*/ 169 h 483"/>
              <a:gd name="GluePoint44X" fmla="*/ 664 w 750"/>
              <a:gd name="GluePoint44Y" fmla="*/ 208 h 483"/>
              <a:gd name="GluePoint45X" fmla="*/ 710 w 750"/>
              <a:gd name="GluePoint45Y" fmla="*/ 149 h 483"/>
              <a:gd name="GluePoint46X" fmla="*/ 697 w 750"/>
              <a:gd name="GluePoint46Y" fmla="*/ 143 h 483"/>
              <a:gd name="GluePoint47X" fmla="*/ 641 w 750"/>
              <a:gd name="GluePoint47Y" fmla="*/ 104 h 483"/>
              <a:gd name="GluePoint48X" fmla="*/ 692 w 750"/>
              <a:gd name="GluePoint48Y" fmla="*/ 96 h 483"/>
              <a:gd name="GluePoint49X" fmla="*/ 709 w 750"/>
              <a:gd name="GluePoint49Y" fmla="*/ 135 h 483"/>
              <a:gd name="GluePoint50X" fmla="*/ 650 w 750"/>
              <a:gd name="GluePoint50Y" fmla="*/ 108 h 483"/>
              <a:gd name="GluePoint51X" fmla="*/ 667 w 750"/>
              <a:gd name="GluePoint51Y" fmla="*/ 97 h 483"/>
              <a:gd name="GluePoint52X" fmla="*/ 718 w 750"/>
              <a:gd name="GluePoint52Y" fmla="*/ 126 h 483"/>
              <a:gd name="GluePoint53X" fmla="*/ 706 w 750"/>
              <a:gd name="GluePoint53Y" fmla="*/ 61 h 483"/>
              <a:gd name="GluePoint54X" fmla="*/ 732 w 750"/>
              <a:gd name="GluePoint54Y" fmla="*/ 81 h 483"/>
              <a:gd name="GluePoint55X" fmla="*/ 669 w 750"/>
              <a:gd name="GluePoint55Y" fmla="*/ 73 h 483"/>
              <a:gd name="GluePoint56X" fmla="*/ 673 w 750"/>
              <a:gd name="GluePoint56Y" fmla="*/ 53 h 483"/>
              <a:gd name="GluePoint57X" fmla="*/ 654 w 750"/>
              <a:gd name="GluePoint57Y" fmla="*/ 62 h 483"/>
              <a:gd name="GluePoint58X" fmla="*/ 698 w 750"/>
              <a:gd name="GluePoint58Y" fmla="*/ 91 h 483"/>
              <a:gd name="GluePoint59X" fmla="*/ 741 w 750"/>
              <a:gd name="GluePoint59Y" fmla="*/ 77 h 483"/>
              <a:gd name="GluePoint60X" fmla="*/ 662 w 750"/>
              <a:gd name="GluePoint60Y" fmla="*/ 9 h 483"/>
            </a:gdLst>
            <a:ahLst/>
            <a:cxnLst/>
            <a:rect l="textAreaLeft" t="textAreaTop" r="textAreaRight" b="textAreaBottom"/>
            <a:pathLst>
              <a:path w="750" h="483">
                <a:moveTo>
                  <a:pt x="265" y="417"/>
                </a:moveTo>
                <a:lnTo>
                  <a:pt x="258" y="417"/>
                </a:lnTo>
                <a:lnTo>
                  <a:pt x="258" y="414"/>
                </a:lnTo>
                <a:lnTo>
                  <a:pt x="257" y="411"/>
                </a:lnTo>
                <a:lnTo>
                  <a:pt x="257" y="408"/>
                </a:lnTo>
                <a:lnTo>
                  <a:pt x="256" y="405"/>
                </a:lnTo>
                <a:lnTo>
                  <a:pt x="255" y="404"/>
                </a:lnTo>
                <a:lnTo>
                  <a:pt x="253" y="403"/>
                </a:lnTo>
                <a:lnTo>
                  <a:pt x="251" y="401"/>
                </a:lnTo>
                <a:lnTo>
                  <a:pt x="249" y="401"/>
                </a:lnTo>
                <a:lnTo>
                  <a:pt x="246" y="401"/>
                </a:lnTo>
                <a:lnTo>
                  <a:pt x="244" y="402"/>
                </a:lnTo>
                <a:lnTo>
                  <a:pt x="241" y="404"/>
                </a:lnTo>
                <a:lnTo>
                  <a:pt x="241" y="405"/>
                </a:lnTo>
                <a:lnTo>
                  <a:pt x="239" y="408"/>
                </a:lnTo>
                <a:lnTo>
                  <a:pt x="238" y="410"/>
                </a:lnTo>
                <a:lnTo>
                  <a:pt x="238" y="414"/>
                </a:lnTo>
                <a:lnTo>
                  <a:pt x="238" y="417"/>
                </a:lnTo>
                <a:lnTo>
                  <a:pt x="238" y="420"/>
                </a:lnTo>
                <a:lnTo>
                  <a:pt x="238" y="421"/>
                </a:lnTo>
                <a:lnTo>
                  <a:pt x="238" y="423"/>
                </a:lnTo>
                <a:lnTo>
                  <a:pt x="239" y="425"/>
                </a:lnTo>
                <a:lnTo>
                  <a:pt x="240" y="426"/>
                </a:lnTo>
                <a:lnTo>
                  <a:pt x="241" y="428"/>
                </a:lnTo>
                <a:lnTo>
                  <a:pt x="242" y="429"/>
                </a:lnTo>
                <a:lnTo>
                  <a:pt x="244" y="430"/>
                </a:lnTo>
                <a:lnTo>
                  <a:pt x="245" y="431"/>
                </a:lnTo>
                <a:lnTo>
                  <a:pt x="249" y="433"/>
                </a:lnTo>
                <a:lnTo>
                  <a:pt x="251" y="434"/>
                </a:lnTo>
                <a:lnTo>
                  <a:pt x="253" y="434"/>
                </a:lnTo>
                <a:lnTo>
                  <a:pt x="257" y="437"/>
                </a:lnTo>
                <a:lnTo>
                  <a:pt x="260" y="439"/>
                </a:lnTo>
                <a:lnTo>
                  <a:pt x="262" y="442"/>
                </a:lnTo>
                <a:lnTo>
                  <a:pt x="264" y="444"/>
                </a:lnTo>
                <a:lnTo>
                  <a:pt x="265" y="447"/>
                </a:lnTo>
                <a:lnTo>
                  <a:pt x="266" y="450"/>
                </a:lnTo>
                <a:lnTo>
                  <a:pt x="267" y="454"/>
                </a:lnTo>
                <a:lnTo>
                  <a:pt x="267" y="458"/>
                </a:lnTo>
                <a:lnTo>
                  <a:pt x="266" y="463"/>
                </a:lnTo>
                <a:lnTo>
                  <a:pt x="265" y="469"/>
                </a:lnTo>
                <a:lnTo>
                  <a:pt x="265" y="471"/>
                </a:lnTo>
                <a:lnTo>
                  <a:pt x="264" y="473"/>
                </a:lnTo>
                <a:lnTo>
                  <a:pt x="263" y="475"/>
                </a:lnTo>
                <a:lnTo>
                  <a:pt x="261" y="477"/>
                </a:lnTo>
                <a:lnTo>
                  <a:pt x="261" y="478"/>
                </a:lnTo>
                <a:lnTo>
                  <a:pt x="259" y="479"/>
                </a:lnTo>
                <a:lnTo>
                  <a:pt x="257" y="481"/>
                </a:lnTo>
                <a:lnTo>
                  <a:pt x="256" y="482"/>
                </a:lnTo>
                <a:lnTo>
                  <a:pt x="254" y="482"/>
                </a:lnTo>
                <a:lnTo>
                  <a:pt x="253" y="483"/>
                </a:lnTo>
                <a:lnTo>
                  <a:pt x="250" y="483"/>
                </a:lnTo>
                <a:lnTo>
                  <a:pt x="248" y="483"/>
                </a:lnTo>
                <a:lnTo>
                  <a:pt x="245" y="483"/>
                </a:lnTo>
                <a:lnTo>
                  <a:pt x="242" y="482"/>
                </a:lnTo>
                <a:lnTo>
                  <a:pt x="240" y="482"/>
                </a:lnTo>
                <a:lnTo>
                  <a:pt x="237" y="481"/>
                </a:lnTo>
                <a:lnTo>
                  <a:pt x="236" y="478"/>
                </a:lnTo>
                <a:lnTo>
                  <a:pt x="234" y="476"/>
                </a:lnTo>
                <a:lnTo>
                  <a:pt x="232" y="474"/>
                </a:lnTo>
                <a:lnTo>
                  <a:pt x="231" y="470"/>
                </a:lnTo>
                <a:lnTo>
                  <a:pt x="231" y="468"/>
                </a:lnTo>
                <a:lnTo>
                  <a:pt x="230" y="464"/>
                </a:lnTo>
                <a:lnTo>
                  <a:pt x="230" y="459"/>
                </a:lnTo>
                <a:lnTo>
                  <a:pt x="230" y="454"/>
                </a:lnTo>
                <a:lnTo>
                  <a:pt x="236" y="454"/>
                </a:lnTo>
                <a:lnTo>
                  <a:pt x="236" y="459"/>
                </a:lnTo>
                <a:lnTo>
                  <a:pt x="236" y="464"/>
                </a:lnTo>
                <a:lnTo>
                  <a:pt x="237" y="467"/>
                </a:lnTo>
                <a:lnTo>
                  <a:pt x="239" y="470"/>
                </a:lnTo>
                <a:lnTo>
                  <a:pt x="240" y="471"/>
                </a:lnTo>
                <a:lnTo>
                  <a:pt x="241" y="473"/>
                </a:lnTo>
                <a:lnTo>
                  <a:pt x="241" y="474"/>
                </a:lnTo>
                <a:lnTo>
                  <a:pt x="243" y="474"/>
                </a:lnTo>
                <a:lnTo>
                  <a:pt x="244" y="474"/>
                </a:lnTo>
                <a:lnTo>
                  <a:pt x="245" y="475"/>
                </a:lnTo>
                <a:lnTo>
                  <a:pt x="247" y="475"/>
                </a:lnTo>
                <a:lnTo>
                  <a:pt x="249" y="475"/>
                </a:lnTo>
                <a:lnTo>
                  <a:pt x="251" y="475"/>
                </a:lnTo>
                <a:lnTo>
                  <a:pt x="253" y="474"/>
                </a:lnTo>
                <a:lnTo>
                  <a:pt x="255" y="473"/>
                </a:lnTo>
                <a:lnTo>
                  <a:pt x="257" y="471"/>
                </a:lnTo>
                <a:lnTo>
                  <a:pt x="258" y="469"/>
                </a:lnTo>
                <a:lnTo>
                  <a:pt x="259" y="466"/>
                </a:lnTo>
                <a:lnTo>
                  <a:pt x="260" y="463"/>
                </a:lnTo>
                <a:lnTo>
                  <a:pt x="260" y="460"/>
                </a:lnTo>
                <a:lnTo>
                  <a:pt x="260" y="457"/>
                </a:lnTo>
                <a:lnTo>
                  <a:pt x="259" y="454"/>
                </a:lnTo>
                <a:lnTo>
                  <a:pt x="258" y="453"/>
                </a:lnTo>
                <a:lnTo>
                  <a:pt x="257" y="450"/>
                </a:lnTo>
                <a:lnTo>
                  <a:pt x="257" y="449"/>
                </a:lnTo>
                <a:lnTo>
                  <a:pt x="255" y="447"/>
                </a:lnTo>
                <a:lnTo>
                  <a:pt x="253" y="446"/>
                </a:lnTo>
                <a:lnTo>
                  <a:pt x="251" y="445"/>
                </a:lnTo>
                <a:lnTo>
                  <a:pt x="251" y="445"/>
                </a:lnTo>
                <a:lnTo>
                  <a:pt x="250" y="444"/>
                </a:lnTo>
                <a:lnTo>
                  <a:pt x="249" y="443"/>
                </a:lnTo>
                <a:lnTo>
                  <a:pt x="246" y="442"/>
                </a:lnTo>
                <a:lnTo>
                  <a:pt x="241" y="439"/>
                </a:lnTo>
                <a:lnTo>
                  <a:pt x="238" y="437"/>
                </a:lnTo>
                <a:lnTo>
                  <a:pt x="236" y="436"/>
                </a:lnTo>
                <a:lnTo>
                  <a:pt x="234" y="434"/>
                </a:lnTo>
                <a:lnTo>
                  <a:pt x="233" y="432"/>
                </a:lnTo>
                <a:lnTo>
                  <a:pt x="232" y="430"/>
                </a:lnTo>
                <a:lnTo>
                  <a:pt x="232" y="427"/>
                </a:lnTo>
                <a:lnTo>
                  <a:pt x="231" y="424"/>
                </a:lnTo>
                <a:lnTo>
                  <a:pt x="231" y="421"/>
                </a:lnTo>
                <a:lnTo>
                  <a:pt x="231" y="417"/>
                </a:lnTo>
                <a:lnTo>
                  <a:pt x="231" y="412"/>
                </a:lnTo>
                <a:lnTo>
                  <a:pt x="232" y="407"/>
                </a:lnTo>
                <a:lnTo>
                  <a:pt x="232" y="405"/>
                </a:lnTo>
                <a:lnTo>
                  <a:pt x="233" y="403"/>
                </a:lnTo>
                <a:lnTo>
                  <a:pt x="234" y="401"/>
                </a:lnTo>
                <a:lnTo>
                  <a:pt x="235" y="399"/>
                </a:lnTo>
                <a:lnTo>
                  <a:pt x="236" y="397"/>
                </a:lnTo>
                <a:lnTo>
                  <a:pt x="237" y="397"/>
                </a:lnTo>
                <a:lnTo>
                  <a:pt x="239" y="395"/>
                </a:lnTo>
                <a:lnTo>
                  <a:pt x="241" y="394"/>
                </a:lnTo>
                <a:lnTo>
                  <a:pt x="242" y="393"/>
                </a:lnTo>
                <a:lnTo>
                  <a:pt x="244" y="393"/>
                </a:lnTo>
                <a:lnTo>
                  <a:pt x="245" y="393"/>
                </a:lnTo>
                <a:lnTo>
                  <a:pt x="248" y="393"/>
                </a:lnTo>
                <a:lnTo>
                  <a:pt x="249" y="393"/>
                </a:lnTo>
                <a:lnTo>
                  <a:pt x="252" y="393"/>
                </a:lnTo>
                <a:lnTo>
                  <a:pt x="253" y="393"/>
                </a:lnTo>
                <a:lnTo>
                  <a:pt x="256" y="394"/>
                </a:lnTo>
                <a:lnTo>
                  <a:pt x="257" y="395"/>
                </a:lnTo>
                <a:lnTo>
                  <a:pt x="258" y="396"/>
                </a:lnTo>
                <a:lnTo>
                  <a:pt x="260" y="397"/>
                </a:lnTo>
                <a:lnTo>
                  <a:pt x="261" y="399"/>
                </a:lnTo>
                <a:lnTo>
                  <a:pt x="262" y="401"/>
                </a:lnTo>
                <a:lnTo>
                  <a:pt x="263" y="403"/>
                </a:lnTo>
                <a:lnTo>
                  <a:pt x="264" y="405"/>
                </a:lnTo>
                <a:lnTo>
                  <a:pt x="264" y="407"/>
                </a:lnTo>
                <a:lnTo>
                  <a:pt x="265" y="412"/>
                </a:lnTo>
                <a:lnTo>
                  <a:pt x="265" y="417"/>
                </a:lnTo>
                <a:lnTo>
                  <a:pt x="265" y="417"/>
                </a:lnTo>
                <a:close/>
                <a:moveTo>
                  <a:pt x="16" y="438"/>
                </a:moveTo>
                <a:lnTo>
                  <a:pt x="18" y="438"/>
                </a:lnTo>
                <a:lnTo>
                  <a:pt x="20" y="438"/>
                </a:lnTo>
                <a:lnTo>
                  <a:pt x="21" y="437"/>
                </a:lnTo>
                <a:lnTo>
                  <a:pt x="23" y="436"/>
                </a:lnTo>
                <a:lnTo>
                  <a:pt x="24" y="435"/>
                </a:lnTo>
                <a:lnTo>
                  <a:pt x="27" y="434"/>
                </a:lnTo>
                <a:lnTo>
                  <a:pt x="28" y="433"/>
                </a:lnTo>
                <a:lnTo>
                  <a:pt x="29" y="431"/>
                </a:lnTo>
                <a:lnTo>
                  <a:pt x="30" y="430"/>
                </a:lnTo>
                <a:lnTo>
                  <a:pt x="32" y="428"/>
                </a:lnTo>
                <a:lnTo>
                  <a:pt x="32" y="425"/>
                </a:lnTo>
                <a:lnTo>
                  <a:pt x="34" y="423"/>
                </a:lnTo>
                <a:lnTo>
                  <a:pt x="58" y="358"/>
                </a:lnTo>
                <a:lnTo>
                  <a:pt x="51" y="355"/>
                </a:lnTo>
                <a:lnTo>
                  <a:pt x="27" y="420"/>
                </a:lnTo>
                <a:lnTo>
                  <a:pt x="25" y="423"/>
                </a:lnTo>
                <a:lnTo>
                  <a:pt x="24" y="425"/>
                </a:lnTo>
                <a:lnTo>
                  <a:pt x="23" y="426"/>
                </a:lnTo>
                <a:lnTo>
                  <a:pt x="20" y="428"/>
                </a:lnTo>
                <a:lnTo>
                  <a:pt x="19" y="429"/>
                </a:lnTo>
                <a:lnTo>
                  <a:pt x="17" y="429"/>
                </a:lnTo>
                <a:lnTo>
                  <a:pt x="15" y="429"/>
                </a:lnTo>
                <a:lnTo>
                  <a:pt x="13" y="428"/>
                </a:lnTo>
                <a:lnTo>
                  <a:pt x="12" y="427"/>
                </a:lnTo>
                <a:lnTo>
                  <a:pt x="10" y="425"/>
                </a:lnTo>
                <a:lnTo>
                  <a:pt x="9" y="424"/>
                </a:lnTo>
                <a:lnTo>
                  <a:pt x="8" y="421"/>
                </a:lnTo>
                <a:lnTo>
                  <a:pt x="8" y="419"/>
                </a:lnTo>
                <a:lnTo>
                  <a:pt x="8" y="417"/>
                </a:lnTo>
                <a:lnTo>
                  <a:pt x="8" y="414"/>
                </a:lnTo>
                <a:lnTo>
                  <a:pt x="8" y="411"/>
                </a:lnTo>
                <a:lnTo>
                  <a:pt x="33" y="346"/>
                </a:lnTo>
                <a:lnTo>
                  <a:pt x="26" y="342"/>
                </a:lnTo>
                <a:lnTo>
                  <a:pt x="2" y="407"/>
                </a:lnTo>
                <a:lnTo>
                  <a:pt x="1" y="410"/>
                </a:lnTo>
                <a:lnTo>
                  <a:pt x="0" y="412"/>
                </a:lnTo>
                <a:lnTo>
                  <a:pt x="0" y="414"/>
                </a:lnTo>
                <a:lnTo>
                  <a:pt x="0" y="417"/>
                </a:lnTo>
                <a:lnTo>
                  <a:pt x="0" y="419"/>
                </a:lnTo>
                <a:lnTo>
                  <a:pt x="0" y="421"/>
                </a:lnTo>
                <a:lnTo>
                  <a:pt x="0" y="423"/>
                </a:lnTo>
                <a:lnTo>
                  <a:pt x="1" y="425"/>
                </a:lnTo>
                <a:lnTo>
                  <a:pt x="3" y="428"/>
                </a:lnTo>
                <a:lnTo>
                  <a:pt x="4" y="430"/>
                </a:lnTo>
                <a:lnTo>
                  <a:pt x="5" y="432"/>
                </a:lnTo>
                <a:lnTo>
                  <a:pt x="7" y="434"/>
                </a:lnTo>
                <a:lnTo>
                  <a:pt x="8" y="435"/>
                </a:lnTo>
                <a:lnTo>
                  <a:pt x="11" y="436"/>
                </a:lnTo>
                <a:lnTo>
                  <a:pt x="14" y="438"/>
                </a:lnTo>
                <a:lnTo>
                  <a:pt x="16" y="438"/>
                </a:lnTo>
                <a:lnTo>
                  <a:pt x="16" y="438"/>
                </a:lnTo>
                <a:close/>
                <a:moveTo>
                  <a:pt x="68" y="458"/>
                </a:moveTo>
                <a:lnTo>
                  <a:pt x="68" y="373"/>
                </a:lnTo>
                <a:lnTo>
                  <a:pt x="44" y="450"/>
                </a:lnTo>
                <a:lnTo>
                  <a:pt x="37" y="447"/>
                </a:lnTo>
                <a:lnTo>
                  <a:pt x="64" y="361"/>
                </a:lnTo>
                <a:lnTo>
                  <a:pt x="75" y="365"/>
                </a:lnTo>
                <a:lnTo>
                  <a:pt x="74" y="435"/>
                </a:lnTo>
                <a:lnTo>
                  <a:pt x="91" y="370"/>
                </a:lnTo>
                <a:lnTo>
                  <a:pt x="98" y="373"/>
                </a:lnTo>
                <a:lnTo>
                  <a:pt x="75" y="460"/>
                </a:lnTo>
                <a:lnTo>
                  <a:pt x="68" y="458"/>
                </a:lnTo>
                <a:lnTo>
                  <a:pt x="68" y="458"/>
                </a:lnTo>
                <a:close/>
                <a:moveTo>
                  <a:pt x="92" y="466"/>
                </a:moveTo>
                <a:lnTo>
                  <a:pt x="111" y="377"/>
                </a:lnTo>
                <a:lnTo>
                  <a:pt x="104" y="375"/>
                </a:lnTo>
                <a:lnTo>
                  <a:pt x="84" y="463"/>
                </a:lnTo>
                <a:lnTo>
                  <a:pt x="92" y="466"/>
                </a:lnTo>
                <a:lnTo>
                  <a:pt x="92" y="466"/>
                </a:lnTo>
                <a:close/>
                <a:moveTo>
                  <a:pt x="124" y="454"/>
                </a:moveTo>
                <a:lnTo>
                  <a:pt x="123" y="381"/>
                </a:lnTo>
                <a:lnTo>
                  <a:pt x="116" y="378"/>
                </a:lnTo>
                <a:lnTo>
                  <a:pt x="117" y="471"/>
                </a:lnTo>
                <a:lnTo>
                  <a:pt x="124" y="474"/>
                </a:lnTo>
                <a:lnTo>
                  <a:pt x="152" y="386"/>
                </a:lnTo>
                <a:lnTo>
                  <a:pt x="144" y="385"/>
                </a:lnTo>
                <a:lnTo>
                  <a:pt x="124" y="454"/>
                </a:lnTo>
                <a:lnTo>
                  <a:pt x="124" y="454"/>
                </a:lnTo>
                <a:close/>
                <a:moveTo>
                  <a:pt x="146" y="477"/>
                </a:moveTo>
                <a:lnTo>
                  <a:pt x="157" y="387"/>
                </a:lnTo>
                <a:lnTo>
                  <a:pt x="187" y="392"/>
                </a:lnTo>
                <a:lnTo>
                  <a:pt x="186" y="401"/>
                </a:lnTo>
                <a:lnTo>
                  <a:pt x="164" y="397"/>
                </a:lnTo>
                <a:lnTo>
                  <a:pt x="160" y="426"/>
                </a:lnTo>
                <a:lnTo>
                  <a:pt x="177" y="429"/>
                </a:lnTo>
                <a:lnTo>
                  <a:pt x="176" y="438"/>
                </a:lnTo>
                <a:lnTo>
                  <a:pt x="160" y="436"/>
                </a:lnTo>
                <a:lnTo>
                  <a:pt x="155" y="469"/>
                </a:lnTo>
                <a:lnTo>
                  <a:pt x="179" y="472"/>
                </a:lnTo>
                <a:lnTo>
                  <a:pt x="177" y="481"/>
                </a:lnTo>
                <a:lnTo>
                  <a:pt x="146" y="477"/>
                </a:lnTo>
                <a:lnTo>
                  <a:pt x="146" y="477"/>
                </a:lnTo>
                <a:close/>
                <a:moveTo>
                  <a:pt x="224" y="483"/>
                </a:moveTo>
                <a:lnTo>
                  <a:pt x="214" y="438"/>
                </a:lnTo>
                <a:lnTo>
                  <a:pt x="216" y="438"/>
                </a:lnTo>
                <a:lnTo>
                  <a:pt x="216" y="437"/>
                </a:lnTo>
                <a:lnTo>
                  <a:pt x="217" y="436"/>
                </a:lnTo>
                <a:lnTo>
                  <a:pt x="219" y="434"/>
                </a:lnTo>
                <a:lnTo>
                  <a:pt x="220" y="432"/>
                </a:lnTo>
                <a:lnTo>
                  <a:pt x="222" y="430"/>
                </a:lnTo>
                <a:lnTo>
                  <a:pt x="223" y="426"/>
                </a:lnTo>
                <a:lnTo>
                  <a:pt x="224" y="423"/>
                </a:lnTo>
                <a:lnTo>
                  <a:pt x="224" y="423"/>
                </a:lnTo>
                <a:lnTo>
                  <a:pt x="224" y="422"/>
                </a:lnTo>
                <a:lnTo>
                  <a:pt x="225" y="420"/>
                </a:lnTo>
                <a:lnTo>
                  <a:pt x="225" y="414"/>
                </a:lnTo>
                <a:lnTo>
                  <a:pt x="225" y="410"/>
                </a:lnTo>
                <a:lnTo>
                  <a:pt x="224" y="407"/>
                </a:lnTo>
                <a:lnTo>
                  <a:pt x="223" y="403"/>
                </a:lnTo>
                <a:lnTo>
                  <a:pt x="221" y="400"/>
                </a:lnTo>
                <a:lnTo>
                  <a:pt x="220" y="398"/>
                </a:lnTo>
                <a:lnTo>
                  <a:pt x="220" y="397"/>
                </a:lnTo>
                <a:lnTo>
                  <a:pt x="218" y="395"/>
                </a:lnTo>
                <a:lnTo>
                  <a:pt x="216" y="394"/>
                </a:lnTo>
                <a:lnTo>
                  <a:pt x="215" y="393"/>
                </a:lnTo>
                <a:lnTo>
                  <a:pt x="213" y="393"/>
                </a:lnTo>
                <a:lnTo>
                  <a:pt x="211" y="392"/>
                </a:lnTo>
                <a:lnTo>
                  <a:pt x="209" y="392"/>
                </a:lnTo>
                <a:lnTo>
                  <a:pt x="193" y="391"/>
                </a:lnTo>
                <a:lnTo>
                  <a:pt x="189" y="482"/>
                </a:lnTo>
                <a:lnTo>
                  <a:pt x="197" y="482"/>
                </a:lnTo>
                <a:lnTo>
                  <a:pt x="199" y="439"/>
                </a:lnTo>
                <a:lnTo>
                  <a:pt x="206" y="440"/>
                </a:lnTo>
                <a:lnTo>
                  <a:pt x="216" y="483"/>
                </a:lnTo>
                <a:lnTo>
                  <a:pt x="224" y="483"/>
                </a:lnTo>
                <a:lnTo>
                  <a:pt x="224" y="483"/>
                </a:lnTo>
                <a:close/>
                <a:moveTo>
                  <a:pt x="199" y="430"/>
                </a:moveTo>
                <a:lnTo>
                  <a:pt x="200" y="401"/>
                </a:lnTo>
                <a:lnTo>
                  <a:pt x="208" y="401"/>
                </a:lnTo>
                <a:lnTo>
                  <a:pt x="209" y="401"/>
                </a:lnTo>
                <a:lnTo>
                  <a:pt x="212" y="402"/>
                </a:lnTo>
                <a:lnTo>
                  <a:pt x="213" y="403"/>
                </a:lnTo>
                <a:lnTo>
                  <a:pt x="214" y="405"/>
                </a:lnTo>
                <a:lnTo>
                  <a:pt x="216" y="407"/>
                </a:lnTo>
                <a:lnTo>
                  <a:pt x="216" y="409"/>
                </a:lnTo>
                <a:lnTo>
                  <a:pt x="216" y="412"/>
                </a:lnTo>
                <a:lnTo>
                  <a:pt x="216" y="415"/>
                </a:lnTo>
                <a:lnTo>
                  <a:pt x="216" y="418"/>
                </a:lnTo>
                <a:lnTo>
                  <a:pt x="216" y="421"/>
                </a:lnTo>
                <a:lnTo>
                  <a:pt x="214" y="425"/>
                </a:lnTo>
                <a:lnTo>
                  <a:pt x="213" y="427"/>
                </a:lnTo>
                <a:lnTo>
                  <a:pt x="212" y="429"/>
                </a:lnTo>
                <a:lnTo>
                  <a:pt x="210" y="430"/>
                </a:lnTo>
                <a:lnTo>
                  <a:pt x="208" y="430"/>
                </a:lnTo>
                <a:lnTo>
                  <a:pt x="206" y="430"/>
                </a:lnTo>
                <a:lnTo>
                  <a:pt x="199" y="430"/>
                </a:lnTo>
                <a:lnTo>
                  <a:pt x="199" y="430"/>
                </a:lnTo>
                <a:close/>
                <a:moveTo>
                  <a:pt x="285" y="481"/>
                </a:moveTo>
                <a:lnTo>
                  <a:pt x="278" y="390"/>
                </a:lnTo>
                <a:lnTo>
                  <a:pt x="270" y="391"/>
                </a:lnTo>
                <a:lnTo>
                  <a:pt x="278" y="482"/>
                </a:lnTo>
                <a:lnTo>
                  <a:pt x="285" y="481"/>
                </a:lnTo>
                <a:lnTo>
                  <a:pt x="285" y="481"/>
                </a:lnTo>
                <a:close/>
                <a:moveTo>
                  <a:pt x="282" y="398"/>
                </a:moveTo>
                <a:lnTo>
                  <a:pt x="282" y="389"/>
                </a:lnTo>
                <a:lnTo>
                  <a:pt x="318" y="385"/>
                </a:lnTo>
                <a:lnTo>
                  <a:pt x="319" y="393"/>
                </a:lnTo>
                <a:lnTo>
                  <a:pt x="305" y="395"/>
                </a:lnTo>
                <a:lnTo>
                  <a:pt x="314" y="477"/>
                </a:lnTo>
                <a:lnTo>
                  <a:pt x="307" y="478"/>
                </a:lnTo>
                <a:lnTo>
                  <a:pt x="297" y="397"/>
                </a:lnTo>
                <a:lnTo>
                  <a:pt x="282" y="398"/>
                </a:lnTo>
                <a:lnTo>
                  <a:pt x="282" y="398"/>
                </a:lnTo>
                <a:close/>
                <a:moveTo>
                  <a:pt x="344" y="428"/>
                </a:moveTo>
                <a:lnTo>
                  <a:pt x="353" y="470"/>
                </a:lnTo>
                <a:lnTo>
                  <a:pt x="361" y="468"/>
                </a:lnTo>
                <a:lnTo>
                  <a:pt x="351" y="426"/>
                </a:lnTo>
                <a:lnTo>
                  <a:pt x="357" y="374"/>
                </a:lnTo>
                <a:lnTo>
                  <a:pt x="350" y="377"/>
                </a:lnTo>
                <a:lnTo>
                  <a:pt x="345" y="416"/>
                </a:lnTo>
                <a:lnTo>
                  <a:pt x="329" y="381"/>
                </a:lnTo>
                <a:lnTo>
                  <a:pt x="322" y="384"/>
                </a:lnTo>
                <a:lnTo>
                  <a:pt x="344" y="428"/>
                </a:lnTo>
                <a:lnTo>
                  <a:pt x="344" y="428"/>
                </a:lnTo>
                <a:close/>
                <a:moveTo>
                  <a:pt x="427" y="446"/>
                </a:moveTo>
                <a:lnTo>
                  <a:pt x="429" y="445"/>
                </a:lnTo>
                <a:lnTo>
                  <a:pt x="431" y="443"/>
                </a:lnTo>
                <a:lnTo>
                  <a:pt x="433" y="442"/>
                </a:lnTo>
                <a:lnTo>
                  <a:pt x="434" y="440"/>
                </a:lnTo>
                <a:lnTo>
                  <a:pt x="436" y="438"/>
                </a:lnTo>
                <a:lnTo>
                  <a:pt x="437" y="436"/>
                </a:lnTo>
                <a:lnTo>
                  <a:pt x="437" y="433"/>
                </a:lnTo>
                <a:lnTo>
                  <a:pt x="437" y="430"/>
                </a:lnTo>
                <a:lnTo>
                  <a:pt x="438" y="427"/>
                </a:lnTo>
                <a:lnTo>
                  <a:pt x="437" y="423"/>
                </a:lnTo>
                <a:lnTo>
                  <a:pt x="437" y="419"/>
                </a:lnTo>
                <a:lnTo>
                  <a:pt x="436" y="414"/>
                </a:lnTo>
                <a:lnTo>
                  <a:pt x="433" y="403"/>
                </a:lnTo>
                <a:lnTo>
                  <a:pt x="431" y="393"/>
                </a:lnTo>
                <a:lnTo>
                  <a:pt x="429" y="388"/>
                </a:lnTo>
                <a:lnTo>
                  <a:pt x="427" y="383"/>
                </a:lnTo>
                <a:lnTo>
                  <a:pt x="425" y="379"/>
                </a:lnTo>
                <a:lnTo>
                  <a:pt x="423" y="374"/>
                </a:lnTo>
                <a:lnTo>
                  <a:pt x="421" y="370"/>
                </a:lnTo>
                <a:lnTo>
                  <a:pt x="419" y="367"/>
                </a:lnTo>
                <a:lnTo>
                  <a:pt x="417" y="364"/>
                </a:lnTo>
                <a:lnTo>
                  <a:pt x="415" y="362"/>
                </a:lnTo>
                <a:lnTo>
                  <a:pt x="413" y="360"/>
                </a:lnTo>
                <a:lnTo>
                  <a:pt x="411" y="359"/>
                </a:lnTo>
                <a:lnTo>
                  <a:pt x="409" y="358"/>
                </a:lnTo>
                <a:lnTo>
                  <a:pt x="407" y="357"/>
                </a:lnTo>
                <a:lnTo>
                  <a:pt x="405" y="357"/>
                </a:lnTo>
                <a:lnTo>
                  <a:pt x="403" y="357"/>
                </a:lnTo>
                <a:lnTo>
                  <a:pt x="401" y="357"/>
                </a:lnTo>
                <a:lnTo>
                  <a:pt x="398" y="358"/>
                </a:lnTo>
                <a:lnTo>
                  <a:pt x="396" y="360"/>
                </a:lnTo>
                <a:lnTo>
                  <a:pt x="394" y="361"/>
                </a:lnTo>
                <a:lnTo>
                  <a:pt x="393" y="362"/>
                </a:lnTo>
                <a:lnTo>
                  <a:pt x="391" y="364"/>
                </a:lnTo>
                <a:lnTo>
                  <a:pt x="390" y="366"/>
                </a:lnTo>
                <a:lnTo>
                  <a:pt x="389" y="369"/>
                </a:lnTo>
                <a:lnTo>
                  <a:pt x="388" y="371"/>
                </a:lnTo>
                <a:lnTo>
                  <a:pt x="388" y="374"/>
                </a:lnTo>
                <a:lnTo>
                  <a:pt x="388" y="377"/>
                </a:lnTo>
                <a:lnTo>
                  <a:pt x="388" y="381"/>
                </a:lnTo>
                <a:lnTo>
                  <a:pt x="389" y="385"/>
                </a:lnTo>
                <a:lnTo>
                  <a:pt x="389" y="389"/>
                </a:lnTo>
                <a:lnTo>
                  <a:pt x="392" y="399"/>
                </a:lnTo>
                <a:lnTo>
                  <a:pt x="395" y="409"/>
                </a:lnTo>
                <a:lnTo>
                  <a:pt x="398" y="419"/>
                </a:lnTo>
                <a:lnTo>
                  <a:pt x="402" y="429"/>
                </a:lnTo>
                <a:lnTo>
                  <a:pt x="405" y="433"/>
                </a:lnTo>
                <a:lnTo>
                  <a:pt x="407" y="437"/>
                </a:lnTo>
                <a:lnTo>
                  <a:pt x="409" y="440"/>
                </a:lnTo>
                <a:lnTo>
                  <a:pt x="410" y="442"/>
                </a:lnTo>
                <a:lnTo>
                  <a:pt x="413" y="444"/>
                </a:lnTo>
                <a:lnTo>
                  <a:pt x="414" y="446"/>
                </a:lnTo>
                <a:lnTo>
                  <a:pt x="416" y="446"/>
                </a:lnTo>
                <a:lnTo>
                  <a:pt x="418" y="447"/>
                </a:lnTo>
                <a:lnTo>
                  <a:pt x="421" y="447"/>
                </a:lnTo>
                <a:lnTo>
                  <a:pt x="423" y="447"/>
                </a:lnTo>
                <a:lnTo>
                  <a:pt x="425" y="446"/>
                </a:lnTo>
                <a:lnTo>
                  <a:pt x="427" y="446"/>
                </a:lnTo>
                <a:lnTo>
                  <a:pt x="427" y="446"/>
                </a:lnTo>
                <a:close/>
                <a:moveTo>
                  <a:pt x="425" y="438"/>
                </a:moveTo>
                <a:lnTo>
                  <a:pt x="422" y="438"/>
                </a:lnTo>
                <a:lnTo>
                  <a:pt x="421" y="438"/>
                </a:lnTo>
                <a:lnTo>
                  <a:pt x="419" y="438"/>
                </a:lnTo>
                <a:lnTo>
                  <a:pt x="417" y="438"/>
                </a:lnTo>
                <a:lnTo>
                  <a:pt x="417" y="437"/>
                </a:lnTo>
                <a:lnTo>
                  <a:pt x="416" y="436"/>
                </a:lnTo>
                <a:lnTo>
                  <a:pt x="414" y="434"/>
                </a:lnTo>
                <a:lnTo>
                  <a:pt x="413" y="432"/>
                </a:lnTo>
                <a:lnTo>
                  <a:pt x="411" y="430"/>
                </a:lnTo>
                <a:lnTo>
                  <a:pt x="410" y="427"/>
                </a:lnTo>
                <a:lnTo>
                  <a:pt x="408" y="423"/>
                </a:lnTo>
                <a:lnTo>
                  <a:pt x="405" y="417"/>
                </a:lnTo>
                <a:lnTo>
                  <a:pt x="404" y="411"/>
                </a:lnTo>
                <a:lnTo>
                  <a:pt x="401" y="405"/>
                </a:lnTo>
                <a:lnTo>
                  <a:pt x="400" y="401"/>
                </a:lnTo>
                <a:lnTo>
                  <a:pt x="398" y="395"/>
                </a:lnTo>
                <a:lnTo>
                  <a:pt x="397" y="389"/>
                </a:lnTo>
                <a:lnTo>
                  <a:pt x="396" y="386"/>
                </a:lnTo>
                <a:lnTo>
                  <a:pt x="396" y="382"/>
                </a:lnTo>
                <a:lnTo>
                  <a:pt x="395" y="380"/>
                </a:lnTo>
                <a:lnTo>
                  <a:pt x="395" y="377"/>
                </a:lnTo>
                <a:lnTo>
                  <a:pt x="396" y="375"/>
                </a:lnTo>
                <a:lnTo>
                  <a:pt x="396" y="373"/>
                </a:lnTo>
                <a:lnTo>
                  <a:pt x="396" y="372"/>
                </a:lnTo>
                <a:lnTo>
                  <a:pt x="397" y="370"/>
                </a:lnTo>
                <a:lnTo>
                  <a:pt x="397" y="369"/>
                </a:lnTo>
                <a:lnTo>
                  <a:pt x="399" y="368"/>
                </a:lnTo>
                <a:lnTo>
                  <a:pt x="401" y="366"/>
                </a:lnTo>
                <a:lnTo>
                  <a:pt x="403" y="365"/>
                </a:lnTo>
                <a:lnTo>
                  <a:pt x="405" y="365"/>
                </a:lnTo>
                <a:lnTo>
                  <a:pt x="407" y="366"/>
                </a:lnTo>
                <a:lnTo>
                  <a:pt x="408" y="367"/>
                </a:lnTo>
                <a:lnTo>
                  <a:pt x="409" y="368"/>
                </a:lnTo>
                <a:lnTo>
                  <a:pt x="410" y="369"/>
                </a:lnTo>
                <a:lnTo>
                  <a:pt x="412" y="370"/>
                </a:lnTo>
                <a:lnTo>
                  <a:pt x="413" y="372"/>
                </a:lnTo>
                <a:lnTo>
                  <a:pt x="414" y="374"/>
                </a:lnTo>
                <a:lnTo>
                  <a:pt x="416" y="377"/>
                </a:lnTo>
                <a:lnTo>
                  <a:pt x="417" y="381"/>
                </a:lnTo>
                <a:lnTo>
                  <a:pt x="420" y="385"/>
                </a:lnTo>
                <a:lnTo>
                  <a:pt x="421" y="391"/>
                </a:lnTo>
                <a:lnTo>
                  <a:pt x="423" y="396"/>
                </a:lnTo>
                <a:lnTo>
                  <a:pt x="425" y="401"/>
                </a:lnTo>
                <a:lnTo>
                  <a:pt x="427" y="408"/>
                </a:lnTo>
                <a:lnTo>
                  <a:pt x="429" y="414"/>
                </a:lnTo>
                <a:lnTo>
                  <a:pt x="429" y="418"/>
                </a:lnTo>
                <a:lnTo>
                  <a:pt x="430" y="421"/>
                </a:lnTo>
                <a:lnTo>
                  <a:pt x="430" y="425"/>
                </a:lnTo>
                <a:lnTo>
                  <a:pt x="430" y="427"/>
                </a:lnTo>
                <a:lnTo>
                  <a:pt x="430" y="429"/>
                </a:lnTo>
                <a:lnTo>
                  <a:pt x="430" y="431"/>
                </a:lnTo>
                <a:lnTo>
                  <a:pt x="429" y="433"/>
                </a:lnTo>
                <a:lnTo>
                  <a:pt x="429" y="434"/>
                </a:lnTo>
                <a:lnTo>
                  <a:pt x="429" y="435"/>
                </a:lnTo>
                <a:lnTo>
                  <a:pt x="427" y="437"/>
                </a:lnTo>
                <a:lnTo>
                  <a:pt x="425" y="438"/>
                </a:lnTo>
                <a:lnTo>
                  <a:pt x="425" y="438"/>
                </a:lnTo>
                <a:close/>
                <a:moveTo>
                  <a:pt x="454" y="434"/>
                </a:moveTo>
                <a:lnTo>
                  <a:pt x="421" y="349"/>
                </a:lnTo>
                <a:lnTo>
                  <a:pt x="448" y="334"/>
                </a:lnTo>
                <a:lnTo>
                  <a:pt x="452" y="343"/>
                </a:lnTo>
                <a:lnTo>
                  <a:pt x="431" y="353"/>
                </a:lnTo>
                <a:lnTo>
                  <a:pt x="441" y="377"/>
                </a:lnTo>
                <a:lnTo>
                  <a:pt x="459" y="367"/>
                </a:lnTo>
                <a:lnTo>
                  <a:pt x="462" y="375"/>
                </a:lnTo>
                <a:lnTo>
                  <a:pt x="444" y="385"/>
                </a:lnTo>
                <a:lnTo>
                  <a:pt x="461" y="430"/>
                </a:lnTo>
                <a:lnTo>
                  <a:pt x="454" y="434"/>
                </a:lnTo>
                <a:lnTo>
                  <a:pt x="454" y="434"/>
                </a:lnTo>
                <a:close/>
                <a:moveTo>
                  <a:pt x="471" y="330"/>
                </a:moveTo>
                <a:lnTo>
                  <a:pt x="484" y="321"/>
                </a:lnTo>
                <a:lnTo>
                  <a:pt x="526" y="392"/>
                </a:lnTo>
                <a:lnTo>
                  <a:pt x="533" y="388"/>
                </a:lnTo>
                <a:lnTo>
                  <a:pt x="490" y="317"/>
                </a:lnTo>
                <a:lnTo>
                  <a:pt x="503" y="308"/>
                </a:lnTo>
                <a:lnTo>
                  <a:pt x="498" y="301"/>
                </a:lnTo>
                <a:lnTo>
                  <a:pt x="466" y="323"/>
                </a:lnTo>
                <a:lnTo>
                  <a:pt x="471" y="330"/>
                </a:lnTo>
                <a:lnTo>
                  <a:pt x="471" y="330"/>
                </a:lnTo>
                <a:close/>
                <a:moveTo>
                  <a:pt x="551" y="375"/>
                </a:moveTo>
                <a:lnTo>
                  <a:pt x="503" y="297"/>
                </a:lnTo>
                <a:lnTo>
                  <a:pt x="527" y="277"/>
                </a:lnTo>
                <a:lnTo>
                  <a:pt x="532" y="284"/>
                </a:lnTo>
                <a:lnTo>
                  <a:pt x="514" y="299"/>
                </a:lnTo>
                <a:lnTo>
                  <a:pt x="529" y="324"/>
                </a:lnTo>
                <a:lnTo>
                  <a:pt x="542" y="312"/>
                </a:lnTo>
                <a:lnTo>
                  <a:pt x="547" y="319"/>
                </a:lnTo>
                <a:lnTo>
                  <a:pt x="533" y="331"/>
                </a:lnTo>
                <a:lnTo>
                  <a:pt x="553" y="363"/>
                </a:lnTo>
                <a:lnTo>
                  <a:pt x="572" y="346"/>
                </a:lnTo>
                <a:lnTo>
                  <a:pt x="576" y="353"/>
                </a:lnTo>
                <a:lnTo>
                  <a:pt x="551" y="375"/>
                </a:lnTo>
                <a:lnTo>
                  <a:pt x="551" y="375"/>
                </a:lnTo>
                <a:close/>
                <a:moveTo>
                  <a:pt x="588" y="306"/>
                </a:moveTo>
                <a:lnTo>
                  <a:pt x="591" y="311"/>
                </a:lnTo>
                <a:lnTo>
                  <a:pt x="593" y="315"/>
                </a:lnTo>
                <a:lnTo>
                  <a:pt x="595" y="319"/>
                </a:lnTo>
                <a:lnTo>
                  <a:pt x="595" y="321"/>
                </a:lnTo>
                <a:lnTo>
                  <a:pt x="595" y="324"/>
                </a:lnTo>
                <a:lnTo>
                  <a:pt x="595" y="326"/>
                </a:lnTo>
                <a:lnTo>
                  <a:pt x="594" y="328"/>
                </a:lnTo>
                <a:lnTo>
                  <a:pt x="593" y="329"/>
                </a:lnTo>
                <a:lnTo>
                  <a:pt x="590" y="330"/>
                </a:lnTo>
                <a:lnTo>
                  <a:pt x="589" y="332"/>
                </a:lnTo>
                <a:lnTo>
                  <a:pt x="588" y="332"/>
                </a:lnTo>
                <a:lnTo>
                  <a:pt x="586" y="332"/>
                </a:lnTo>
                <a:lnTo>
                  <a:pt x="585" y="331"/>
                </a:lnTo>
                <a:lnTo>
                  <a:pt x="583" y="330"/>
                </a:lnTo>
                <a:lnTo>
                  <a:pt x="581" y="330"/>
                </a:lnTo>
                <a:lnTo>
                  <a:pt x="580" y="329"/>
                </a:lnTo>
                <a:lnTo>
                  <a:pt x="577" y="327"/>
                </a:lnTo>
                <a:lnTo>
                  <a:pt x="575" y="325"/>
                </a:lnTo>
                <a:lnTo>
                  <a:pt x="573" y="322"/>
                </a:lnTo>
                <a:lnTo>
                  <a:pt x="569" y="317"/>
                </a:lnTo>
                <a:lnTo>
                  <a:pt x="565" y="313"/>
                </a:lnTo>
                <a:lnTo>
                  <a:pt x="561" y="309"/>
                </a:lnTo>
                <a:lnTo>
                  <a:pt x="557" y="304"/>
                </a:lnTo>
                <a:lnTo>
                  <a:pt x="553" y="298"/>
                </a:lnTo>
                <a:lnTo>
                  <a:pt x="550" y="293"/>
                </a:lnTo>
                <a:lnTo>
                  <a:pt x="548" y="289"/>
                </a:lnTo>
                <a:lnTo>
                  <a:pt x="546" y="286"/>
                </a:lnTo>
                <a:lnTo>
                  <a:pt x="545" y="283"/>
                </a:lnTo>
                <a:lnTo>
                  <a:pt x="545" y="281"/>
                </a:lnTo>
                <a:lnTo>
                  <a:pt x="544" y="279"/>
                </a:lnTo>
                <a:lnTo>
                  <a:pt x="544" y="277"/>
                </a:lnTo>
                <a:lnTo>
                  <a:pt x="544" y="275"/>
                </a:lnTo>
                <a:lnTo>
                  <a:pt x="544" y="274"/>
                </a:lnTo>
                <a:lnTo>
                  <a:pt x="544" y="273"/>
                </a:lnTo>
                <a:lnTo>
                  <a:pt x="545" y="270"/>
                </a:lnTo>
                <a:lnTo>
                  <a:pt x="546" y="269"/>
                </a:lnTo>
                <a:lnTo>
                  <a:pt x="548" y="268"/>
                </a:lnTo>
                <a:lnTo>
                  <a:pt x="549" y="266"/>
                </a:lnTo>
                <a:lnTo>
                  <a:pt x="551" y="265"/>
                </a:lnTo>
                <a:lnTo>
                  <a:pt x="553" y="266"/>
                </a:lnTo>
                <a:lnTo>
                  <a:pt x="555" y="267"/>
                </a:lnTo>
                <a:lnTo>
                  <a:pt x="557" y="269"/>
                </a:lnTo>
                <a:lnTo>
                  <a:pt x="561" y="271"/>
                </a:lnTo>
                <a:lnTo>
                  <a:pt x="564" y="275"/>
                </a:lnTo>
                <a:lnTo>
                  <a:pt x="569" y="269"/>
                </a:lnTo>
                <a:lnTo>
                  <a:pt x="565" y="265"/>
                </a:lnTo>
                <a:lnTo>
                  <a:pt x="562" y="261"/>
                </a:lnTo>
                <a:lnTo>
                  <a:pt x="560" y="260"/>
                </a:lnTo>
                <a:lnTo>
                  <a:pt x="558" y="259"/>
                </a:lnTo>
                <a:lnTo>
                  <a:pt x="557" y="258"/>
                </a:lnTo>
                <a:lnTo>
                  <a:pt x="555" y="257"/>
                </a:lnTo>
                <a:lnTo>
                  <a:pt x="553" y="257"/>
                </a:lnTo>
                <a:lnTo>
                  <a:pt x="551" y="257"/>
                </a:lnTo>
                <a:lnTo>
                  <a:pt x="549" y="257"/>
                </a:lnTo>
                <a:lnTo>
                  <a:pt x="548" y="258"/>
                </a:lnTo>
                <a:lnTo>
                  <a:pt x="546" y="258"/>
                </a:lnTo>
                <a:lnTo>
                  <a:pt x="545" y="260"/>
                </a:lnTo>
                <a:lnTo>
                  <a:pt x="543" y="261"/>
                </a:lnTo>
                <a:lnTo>
                  <a:pt x="541" y="262"/>
                </a:lnTo>
                <a:lnTo>
                  <a:pt x="540" y="264"/>
                </a:lnTo>
                <a:lnTo>
                  <a:pt x="538" y="266"/>
                </a:lnTo>
                <a:lnTo>
                  <a:pt x="537" y="269"/>
                </a:lnTo>
                <a:lnTo>
                  <a:pt x="537" y="271"/>
                </a:lnTo>
                <a:lnTo>
                  <a:pt x="537" y="273"/>
                </a:lnTo>
                <a:lnTo>
                  <a:pt x="536" y="276"/>
                </a:lnTo>
                <a:lnTo>
                  <a:pt x="536" y="278"/>
                </a:lnTo>
                <a:lnTo>
                  <a:pt x="537" y="281"/>
                </a:lnTo>
                <a:lnTo>
                  <a:pt x="537" y="284"/>
                </a:lnTo>
                <a:lnTo>
                  <a:pt x="539" y="288"/>
                </a:lnTo>
                <a:lnTo>
                  <a:pt x="541" y="292"/>
                </a:lnTo>
                <a:lnTo>
                  <a:pt x="544" y="297"/>
                </a:lnTo>
                <a:lnTo>
                  <a:pt x="546" y="301"/>
                </a:lnTo>
                <a:lnTo>
                  <a:pt x="549" y="305"/>
                </a:lnTo>
                <a:lnTo>
                  <a:pt x="552" y="310"/>
                </a:lnTo>
                <a:lnTo>
                  <a:pt x="555" y="314"/>
                </a:lnTo>
                <a:lnTo>
                  <a:pt x="562" y="322"/>
                </a:lnTo>
                <a:lnTo>
                  <a:pt x="569" y="329"/>
                </a:lnTo>
                <a:lnTo>
                  <a:pt x="572" y="333"/>
                </a:lnTo>
                <a:lnTo>
                  <a:pt x="575" y="336"/>
                </a:lnTo>
                <a:lnTo>
                  <a:pt x="578" y="338"/>
                </a:lnTo>
                <a:lnTo>
                  <a:pt x="581" y="339"/>
                </a:lnTo>
                <a:lnTo>
                  <a:pt x="583" y="340"/>
                </a:lnTo>
                <a:lnTo>
                  <a:pt x="585" y="341"/>
                </a:lnTo>
                <a:lnTo>
                  <a:pt x="587" y="341"/>
                </a:lnTo>
                <a:lnTo>
                  <a:pt x="589" y="340"/>
                </a:lnTo>
                <a:lnTo>
                  <a:pt x="592" y="340"/>
                </a:lnTo>
                <a:lnTo>
                  <a:pt x="593" y="338"/>
                </a:lnTo>
                <a:lnTo>
                  <a:pt x="596" y="337"/>
                </a:lnTo>
                <a:lnTo>
                  <a:pt x="597" y="336"/>
                </a:lnTo>
                <a:lnTo>
                  <a:pt x="599" y="334"/>
                </a:lnTo>
                <a:lnTo>
                  <a:pt x="600" y="333"/>
                </a:lnTo>
                <a:lnTo>
                  <a:pt x="601" y="330"/>
                </a:lnTo>
                <a:lnTo>
                  <a:pt x="601" y="329"/>
                </a:lnTo>
                <a:lnTo>
                  <a:pt x="602" y="327"/>
                </a:lnTo>
                <a:lnTo>
                  <a:pt x="603" y="325"/>
                </a:lnTo>
                <a:lnTo>
                  <a:pt x="603" y="322"/>
                </a:lnTo>
                <a:lnTo>
                  <a:pt x="603" y="321"/>
                </a:lnTo>
                <a:lnTo>
                  <a:pt x="602" y="318"/>
                </a:lnTo>
                <a:lnTo>
                  <a:pt x="601" y="316"/>
                </a:lnTo>
                <a:lnTo>
                  <a:pt x="601" y="313"/>
                </a:lnTo>
                <a:lnTo>
                  <a:pt x="600" y="311"/>
                </a:lnTo>
                <a:lnTo>
                  <a:pt x="597" y="306"/>
                </a:lnTo>
                <a:lnTo>
                  <a:pt x="593" y="301"/>
                </a:lnTo>
                <a:lnTo>
                  <a:pt x="588" y="306"/>
                </a:lnTo>
                <a:lnTo>
                  <a:pt x="588" y="306"/>
                </a:lnTo>
                <a:close/>
                <a:moveTo>
                  <a:pt x="642" y="284"/>
                </a:moveTo>
                <a:lnTo>
                  <a:pt x="579" y="218"/>
                </a:lnTo>
                <a:lnTo>
                  <a:pt x="573" y="225"/>
                </a:lnTo>
                <a:lnTo>
                  <a:pt x="603" y="253"/>
                </a:lnTo>
                <a:lnTo>
                  <a:pt x="589" y="271"/>
                </a:lnTo>
                <a:lnTo>
                  <a:pt x="560" y="241"/>
                </a:lnTo>
                <a:lnTo>
                  <a:pt x="555" y="248"/>
                </a:lnTo>
                <a:lnTo>
                  <a:pt x="617" y="313"/>
                </a:lnTo>
                <a:lnTo>
                  <a:pt x="622" y="307"/>
                </a:lnTo>
                <a:lnTo>
                  <a:pt x="594" y="277"/>
                </a:lnTo>
                <a:lnTo>
                  <a:pt x="609" y="260"/>
                </a:lnTo>
                <a:lnTo>
                  <a:pt x="637" y="290"/>
                </a:lnTo>
                <a:lnTo>
                  <a:pt x="642" y="284"/>
                </a:lnTo>
                <a:lnTo>
                  <a:pt x="642" y="284"/>
                </a:lnTo>
                <a:close/>
                <a:moveTo>
                  <a:pt x="668" y="249"/>
                </a:moveTo>
                <a:lnTo>
                  <a:pt x="596" y="215"/>
                </a:lnTo>
                <a:lnTo>
                  <a:pt x="654" y="268"/>
                </a:lnTo>
                <a:lnTo>
                  <a:pt x="650" y="274"/>
                </a:lnTo>
                <a:lnTo>
                  <a:pt x="582" y="213"/>
                </a:lnTo>
                <a:lnTo>
                  <a:pt x="589" y="202"/>
                </a:lnTo>
                <a:lnTo>
                  <a:pt x="650" y="233"/>
                </a:lnTo>
                <a:lnTo>
                  <a:pt x="600" y="188"/>
                </a:lnTo>
                <a:lnTo>
                  <a:pt x="604" y="181"/>
                </a:lnTo>
                <a:lnTo>
                  <a:pt x="673" y="241"/>
                </a:lnTo>
                <a:lnTo>
                  <a:pt x="668" y="249"/>
                </a:lnTo>
                <a:lnTo>
                  <a:pt x="668" y="249"/>
                </a:lnTo>
                <a:close/>
                <a:moveTo>
                  <a:pt x="690" y="213"/>
                </a:moveTo>
                <a:lnTo>
                  <a:pt x="689" y="215"/>
                </a:lnTo>
                <a:lnTo>
                  <a:pt x="687" y="217"/>
                </a:lnTo>
                <a:lnTo>
                  <a:pt x="686" y="219"/>
                </a:lnTo>
                <a:lnTo>
                  <a:pt x="683" y="220"/>
                </a:lnTo>
                <a:lnTo>
                  <a:pt x="682" y="221"/>
                </a:lnTo>
                <a:lnTo>
                  <a:pt x="679" y="221"/>
                </a:lnTo>
                <a:lnTo>
                  <a:pt x="678" y="222"/>
                </a:lnTo>
                <a:lnTo>
                  <a:pt x="675" y="222"/>
                </a:lnTo>
                <a:lnTo>
                  <a:pt x="672" y="221"/>
                </a:lnTo>
                <a:lnTo>
                  <a:pt x="668" y="220"/>
                </a:lnTo>
                <a:lnTo>
                  <a:pt x="665" y="218"/>
                </a:lnTo>
                <a:lnTo>
                  <a:pt x="660" y="216"/>
                </a:lnTo>
                <a:lnTo>
                  <a:pt x="650" y="210"/>
                </a:lnTo>
                <a:lnTo>
                  <a:pt x="642" y="205"/>
                </a:lnTo>
                <a:lnTo>
                  <a:pt x="638" y="202"/>
                </a:lnTo>
                <a:lnTo>
                  <a:pt x="634" y="199"/>
                </a:lnTo>
                <a:lnTo>
                  <a:pt x="630" y="195"/>
                </a:lnTo>
                <a:lnTo>
                  <a:pt x="626" y="192"/>
                </a:lnTo>
                <a:lnTo>
                  <a:pt x="622" y="189"/>
                </a:lnTo>
                <a:lnTo>
                  <a:pt x="619" y="185"/>
                </a:lnTo>
                <a:lnTo>
                  <a:pt x="617" y="182"/>
                </a:lnTo>
                <a:lnTo>
                  <a:pt x="615" y="179"/>
                </a:lnTo>
                <a:lnTo>
                  <a:pt x="614" y="177"/>
                </a:lnTo>
                <a:lnTo>
                  <a:pt x="613" y="174"/>
                </a:lnTo>
                <a:lnTo>
                  <a:pt x="613" y="172"/>
                </a:lnTo>
                <a:lnTo>
                  <a:pt x="613" y="169"/>
                </a:lnTo>
                <a:lnTo>
                  <a:pt x="613" y="167"/>
                </a:lnTo>
                <a:lnTo>
                  <a:pt x="613" y="165"/>
                </a:lnTo>
                <a:lnTo>
                  <a:pt x="614" y="162"/>
                </a:lnTo>
                <a:lnTo>
                  <a:pt x="615" y="160"/>
                </a:lnTo>
                <a:lnTo>
                  <a:pt x="616" y="157"/>
                </a:lnTo>
                <a:lnTo>
                  <a:pt x="618" y="156"/>
                </a:lnTo>
                <a:lnTo>
                  <a:pt x="620" y="153"/>
                </a:lnTo>
                <a:lnTo>
                  <a:pt x="622" y="153"/>
                </a:lnTo>
                <a:lnTo>
                  <a:pt x="623" y="151"/>
                </a:lnTo>
                <a:lnTo>
                  <a:pt x="626" y="151"/>
                </a:lnTo>
                <a:lnTo>
                  <a:pt x="627" y="151"/>
                </a:lnTo>
                <a:lnTo>
                  <a:pt x="630" y="151"/>
                </a:lnTo>
                <a:lnTo>
                  <a:pt x="633" y="151"/>
                </a:lnTo>
                <a:lnTo>
                  <a:pt x="637" y="153"/>
                </a:lnTo>
                <a:lnTo>
                  <a:pt x="640" y="154"/>
                </a:lnTo>
                <a:lnTo>
                  <a:pt x="644" y="157"/>
                </a:lnTo>
                <a:lnTo>
                  <a:pt x="654" y="161"/>
                </a:lnTo>
                <a:lnTo>
                  <a:pt x="662" y="167"/>
                </a:lnTo>
                <a:lnTo>
                  <a:pt x="670" y="173"/>
                </a:lnTo>
                <a:lnTo>
                  <a:pt x="678" y="181"/>
                </a:lnTo>
                <a:lnTo>
                  <a:pt x="682" y="184"/>
                </a:lnTo>
                <a:lnTo>
                  <a:pt x="686" y="188"/>
                </a:lnTo>
                <a:lnTo>
                  <a:pt x="688" y="190"/>
                </a:lnTo>
                <a:lnTo>
                  <a:pt x="690" y="193"/>
                </a:lnTo>
                <a:lnTo>
                  <a:pt x="691" y="196"/>
                </a:lnTo>
                <a:lnTo>
                  <a:pt x="692" y="198"/>
                </a:lnTo>
                <a:lnTo>
                  <a:pt x="692" y="201"/>
                </a:lnTo>
                <a:lnTo>
                  <a:pt x="692" y="203"/>
                </a:lnTo>
                <a:lnTo>
                  <a:pt x="692" y="205"/>
                </a:lnTo>
                <a:lnTo>
                  <a:pt x="692" y="208"/>
                </a:lnTo>
                <a:lnTo>
                  <a:pt x="691" y="210"/>
                </a:lnTo>
                <a:lnTo>
                  <a:pt x="690" y="213"/>
                </a:lnTo>
                <a:lnTo>
                  <a:pt x="690" y="213"/>
                </a:lnTo>
                <a:close/>
                <a:moveTo>
                  <a:pt x="684" y="209"/>
                </a:moveTo>
                <a:lnTo>
                  <a:pt x="685" y="206"/>
                </a:lnTo>
                <a:lnTo>
                  <a:pt x="685" y="204"/>
                </a:lnTo>
                <a:lnTo>
                  <a:pt x="685" y="202"/>
                </a:lnTo>
                <a:lnTo>
                  <a:pt x="685" y="201"/>
                </a:lnTo>
                <a:lnTo>
                  <a:pt x="684" y="199"/>
                </a:lnTo>
                <a:lnTo>
                  <a:pt x="683" y="197"/>
                </a:lnTo>
                <a:lnTo>
                  <a:pt x="682" y="196"/>
                </a:lnTo>
                <a:lnTo>
                  <a:pt x="681" y="193"/>
                </a:lnTo>
                <a:lnTo>
                  <a:pt x="679" y="192"/>
                </a:lnTo>
                <a:lnTo>
                  <a:pt x="678" y="189"/>
                </a:lnTo>
                <a:lnTo>
                  <a:pt x="674" y="186"/>
                </a:lnTo>
                <a:lnTo>
                  <a:pt x="668" y="182"/>
                </a:lnTo>
                <a:lnTo>
                  <a:pt x="662" y="178"/>
                </a:lnTo>
                <a:lnTo>
                  <a:pt x="658" y="175"/>
                </a:lnTo>
                <a:lnTo>
                  <a:pt x="654" y="171"/>
                </a:lnTo>
                <a:lnTo>
                  <a:pt x="648" y="168"/>
                </a:lnTo>
                <a:lnTo>
                  <a:pt x="642" y="164"/>
                </a:lnTo>
                <a:lnTo>
                  <a:pt x="638" y="162"/>
                </a:lnTo>
                <a:lnTo>
                  <a:pt x="636" y="161"/>
                </a:lnTo>
                <a:lnTo>
                  <a:pt x="634" y="160"/>
                </a:lnTo>
                <a:lnTo>
                  <a:pt x="632" y="160"/>
                </a:lnTo>
                <a:lnTo>
                  <a:pt x="630" y="159"/>
                </a:lnTo>
                <a:lnTo>
                  <a:pt x="628" y="159"/>
                </a:lnTo>
                <a:lnTo>
                  <a:pt x="627" y="160"/>
                </a:lnTo>
                <a:lnTo>
                  <a:pt x="626" y="160"/>
                </a:lnTo>
                <a:lnTo>
                  <a:pt x="625" y="161"/>
                </a:lnTo>
                <a:lnTo>
                  <a:pt x="623" y="162"/>
                </a:lnTo>
                <a:lnTo>
                  <a:pt x="622" y="164"/>
                </a:lnTo>
                <a:lnTo>
                  <a:pt x="620" y="166"/>
                </a:lnTo>
                <a:lnTo>
                  <a:pt x="620" y="169"/>
                </a:lnTo>
                <a:lnTo>
                  <a:pt x="620" y="170"/>
                </a:lnTo>
                <a:lnTo>
                  <a:pt x="620" y="172"/>
                </a:lnTo>
                <a:lnTo>
                  <a:pt x="621" y="173"/>
                </a:lnTo>
                <a:lnTo>
                  <a:pt x="622" y="175"/>
                </a:lnTo>
                <a:lnTo>
                  <a:pt x="622" y="177"/>
                </a:lnTo>
                <a:lnTo>
                  <a:pt x="624" y="178"/>
                </a:lnTo>
                <a:lnTo>
                  <a:pt x="626" y="181"/>
                </a:lnTo>
                <a:lnTo>
                  <a:pt x="627" y="183"/>
                </a:lnTo>
                <a:lnTo>
                  <a:pt x="631" y="186"/>
                </a:lnTo>
                <a:lnTo>
                  <a:pt x="636" y="189"/>
                </a:lnTo>
                <a:lnTo>
                  <a:pt x="642" y="194"/>
                </a:lnTo>
                <a:lnTo>
                  <a:pt x="646" y="197"/>
                </a:lnTo>
                <a:lnTo>
                  <a:pt x="650" y="201"/>
                </a:lnTo>
                <a:lnTo>
                  <a:pt x="655" y="204"/>
                </a:lnTo>
                <a:lnTo>
                  <a:pt x="660" y="206"/>
                </a:lnTo>
                <a:lnTo>
                  <a:pt x="664" y="208"/>
                </a:lnTo>
                <a:lnTo>
                  <a:pt x="666" y="209"/>
                </a:lnTo>
                <a:lnTo>
                  <a:pt x="670" y="211"/>
                </a:lnTo>
                <a:lnTo>
                  <a:pt x="673" y="213"/>
                </a:lnTo>
                <a:lnTo>
                  <a:pt x="675" y="213"/>
                </a:lnTo>
                <a:lnTo>
                  <a:pt x="677" y="213"/>
                </a:lnTo>
                <a:lnTo>
                  <a:pt x="678" y="213"/>
                </a:lnTo>
                <a:lnTo>
                  <a:pt x="679" y="213"/>
                </a:lnTo>
                <a:lnTo>
                  <a:pt x="681" y="212"/>
                </a:lnTo>
                <a:lnTo>
                  <a:pt x="682" y="210"/>
                </a:lnTo>
                <a:lnTo>
                  <a:pt x="684" y="209"/>
                </a:lnTo>
                <a:lnTo>
                  <a:pt x="684" y="209"/>
                </a:lnTo>
                <a:close/>
                <a:moveTo>
                  <a:pt x="630" y="130"/>
                </a:moveTo>
                <a:lnTo>
                  <a:pt x="626" y="137"/>
                </a:lnTo>
                <a:lnTo>
                  <a:pt x="705" y="183"/>
                </a:lnTo>
                <a:lnTo>
                  <a:pt x="718" y="153"/>
                </a:lnTo>
                <a:lnTo>
                  <a:pt x="710" y="149"/>
                </a:lnTo>
                <a:lnTo>
                  <a:pt x="701" y="171"/>
                </a:lnTo>
                <a:lnTo>
                  <a:pt x="630" y="130"/>
                </a:lnTo>
                <a:lnTo>
                  <a:pt x="630" y="130"/>
                </a:lnTo>
                <a:close/>
                <a:moveTo>
                  <a:pt x="726" y="133"/>
                </a:moveTo>
                <a:lnTo>
                  <a:pt x="725" y="135"/>
                </a:lnTo>
                <a:lnTo>
                  <a:pt x="723" y="137"/>
                </a:lnTo>
                <a:lnTo>
                  <a:pt x="722" y="139"/>
                </a:lnTo>
                <a:lnTo>
                  <a:pt x="720" y="141"/>
                </a:lnTo>
                <a:lnTo>
                  <a:pt x="718" y="141"/>
                </a:lnTo>
                <a:lnTo>
                  <a:pt x="715" y="142"/>
                </a:lnTo>
                <a:lnTo>
                  <a:pt x="713" y="143"/>
                </a:lnTo>
                <a:lnTo>
                  <a:pt x="710" y="144"/>
                </a:lnTo>
                <a:lnTo>
                  <a:pt x="707" y="144"/>
                </a:lnTo>
                <a:lnTo>
                  <a:pt x="704" y="144"/>
                </a:lnTo>
                <a:lnTo>
                  <a:pt x="701" y="143"/>
                </a:lnTo>
                <a:lnTo>
                  <a:pt x="697" y="143"/>
                </a:lnTo>
                <a:lnTo>
                  <a:pt x="692" y="141"/>
                </a:lnTo>
                <a:lnTo>
                  <a:pt x="688" y="141"/>
                </a:lnTo>
                <a:lnTo>
                  <a:pt x="684" y="139"/>
                </a:lnTo>
                <a:lnTo>
                  <a:pt x="679" y="137"/>
                </a:lnTo>
                <a:lnTo>
                  <a:pt x="670" y="133"/>
                </a:lnTo>
                <a:lnTo>
                  <a:pt x="661" y="129"/>
                </a:lnTo>
                <a:lnTo>
                  <a:pt x="656" y="126"/>
                </a:lnTo>
                <a:lnTo>
                  <a:pt x="652" y="124"/>
                </a:lnTo>
                <a:lnTo>
                  <a:pt x="649" y="121"/>
                </a:lnTo>
                <a:lnTo>
                  <a:pt x="647" y="119"/>
                </a:lnTo>
                <a:lnTo>
                  <a:pt x="646" y="117"/>
                </a:lnTo>
                <a:lnTo>
                  <a:pt x="644" y="114"/>
                </a:lnTo>
                <a:lnTo>
                  <a:pt x="642" y="112"/>
                </a:lnTo>
                <a:lnTo>
                  <a:pt x="642" y="109"/>
                </a:lnTo>
                <a:lnTo>
                  <a:pt x="641" y="106"/>
                </a:lnTo>
                <a:lnTo>
                  <a:pt x="641" y="104"/>
                </a:lnTo>
                <a:lnTo>
                  <a:pt x="641" y="101"/>
                </a:lnTo>
                <a:lnTo>
                  <a:pt x="642" y="98"/>
                </a:lnTo>
                <a:lnTo>
                  <a:pt x="642" y="96"/>
                </a:lnTo>
                <a:lnTo>
                  <a:pt x="644" y="93"/>
                </a:lnTo>
                <a:lnTo>
                  <a:pt x="646" y="92"/>
                </a:lnTo>
                <a:lnTo>
                  <a:pt x="647" y="90"/>
                </a:lnTo>
                <a:lnTo>
                  <a:pt x="650" y="89"/>
                </a:lnTo>
                <a:lnTo>
                  <a:pt x="651" y="88"/>
                </a:lnTo>
                <a:lnTo>
                  <a:pt x="654" y="88"/>
                </a:lnTo>
                <a:lnTo>
                  <a:pt x="657" y="87"/>
                </a:lnTo>
                <a:lnTo>
                  <a:pt x="659" y="87"/>
                </a:lnTo>
                <a:lnTo>
                  <a:pt x="663" y="87"/>
                </a:lnTo>
                <a:lnTo>
                  <a:pt x="667" y="88"/>
                </a:lnTo>
                <a:lnTo>
                  <a:pt x="672" y="89"/>
                </a:lnTo>
                <a:lnTo>
                  <a:pt x="682" y="92"/>
                </a:lnTo>
                <a:lnTo>
                  <a:pt x="692" y="96"/>
                </a:lnTo>
                <a:lnTo>
                  <a:pt x="701" y="100"/>
                </a:lnTo>
                <a:lnTo>
                  <a:pt x="709" y="104"/>
                </a:lnTo>
                <a:lnTo>
                  <a:pt x="712" y="105"/>
                </a:lnTo>
                <a:lnTo>
                  <a:pt x="715" y="108"/>
                </a:lnTo>
                <a:lnTo>
                  <a:pt x="718" y="110"/>
                </a:lnTo>
                <a:lnTo>
                  <a:pt x="720" y="112"/>
                </a:lnTo>
                <a:lnTo>
                  <a:pt x="722" y="114"/>
                </a:lnTo>
                <a:lnTo>
                  <a:pt x="723" y="117"/>
                </a:lnTo>
                <a:lnTo>
                  <a:pt x="724" y="119"/>
                </a:lnTo>
                <a:lnTo>
                  <a:pt x="726" y="122"/>
                </a:lnTo>
                <a:lnTo>
                  <a:pt x="726" y="125"/>
                </a:lnTo>
                <a:lnTo>
                  <a:pt x="726" y="127"/>
                </a:lnTo>
                <a:lnTo>
                  <a:pt x="726" y="130"/>
                </a:lnTo>
                <a:lnTo>
                  <a:pt x="726" y="133"/>
                </a:lnTo>
                <a:lnTo>
                  <a:pt x="726" y="133"/>
                </a:lnTo>
                <a:close/>
                <a:moveTo>
                  <a:pt x="709" y="135"/>
                </a:moveTo>
                <a:lnTo>
                  <a:pt x="707" y="135"/>
                </a:lnTo>
                <a:lnTo>
                  <a:pt x="705" y="135"/>
                </a:lnTo>
                <a:lnTo>
                  <a:pt x="702" y="135"/>
                </a:lnTo>
                <a:lnTo>
                  <a:pt x="700" y="134"/>
                </a:lnTo>
                <a:lnTo>
                  <a:pt x="696" y="134"/>
                </a:lnTo>
                <a:lnTo>
                  <a:pt x="691" y="133"/>
                </a:lnTo>
                <a:lnTo>
                  <a:pt x="686" y="131"/>
                </a:lnTo>
                <a:lnTo>
                  <a:pt x="682" y="129"/>
                </a:lnTo>
                <a:lnTo>
                  <a:pt x="677" y="127"/>
                </a:lnTo>
                <a:lnTo>
                  <a:pt x="670" y="125"/>
                </a:lnTo>
                <a:lnTo>
                  <a:pt x="664" y="121"/>
                </a:lnTo>
                <a:lnTo>
                  <a:pt x="660" y="119"/>
                </a:lnTo>
                <a:lnTo>
                  <a:pt x="655" y="116"/>
                </a:lnTo>
                <a:lnTo>
                  <a:pt x="653" y="113"/>
                </a:lnTo>
                <a:lnTo>
                  <a:pt x="650" y="110"/>
                </a:lnTo>
                <a:lnTo>
                  <a:pt x="650" y="108"/>
                </a:lnTo>
                <a:lnTo>
                  <a:pt x="649" y="106"/>
                </a:lnTo>
                <a:lnTo>
                  <a:pt x="649" y="105"/>
                </a:lnTo>
                <a:lnTo>
                  <a:pt x="649" y="104"/>
                </a:lnTo>
                <a:lnTo>
                  <a:pt x="649" y="102"/>
                </a:lnTo>
                <a:lnTo>
                  <a:pt x="650" y="101"/>
                </a:lnTo>
                <a:lnTo>
                  <a:pt x="650" y="101"/>
                </a:lnTo>
                <a:lnTo>
                  <a:pt x="650" y="99"/>
                </a:lnTo>
                <a:lnTo>
                  <a:pt x="651" y="98"/>
                </a:lnTo>
                <a:lnTo>
                  <a:pt x="653" y="97"/>
                </a:lnTo>
                <a:lnTo>
                  <a:pt x="654" y="97"/>
                </a:lnTo>
                <a:lnTo>
                  <a:pt x="656" y="96"/>
                </a:lnTo>
                <a:lnTo>
                  <a:pt x="658" y="96"/>
                </a:lnTo>
                <a:lnTo>
                  <a:pt x="660" y="95"/>
                </a:lnTo>
                <a:lnTo>
                  <a:pt x="662" y="95"/>
                </a:lnTo>
                <a:lnTo>
                  <a:pt x="664" y="96"/>
                </a:lnTo>
                <a:lnTo>
                  <a:pt x="667" y="97"/>
                </a:lnTo>
                <a:lnTo>
                  <a:pt x="671" y="97"/>
                </a:lnTo>
                <a:lnTo>
                  <a:pt x="678" y="100"/>
                </a:lnTo>
                <a:lnTo>
                  <a:pt x="684" y="102"/>
                </a:lnTo>
                <a:lnTo>
                  <a:pt x="690" y="104"/>
                </a:lnTo>
                <a:lnTo>
                  <a:pt x="694" y="106"/>
                </a:lnTo>
                <a:lnTo>
                  <a:pt x="699" y="108"/>
                </a:lnTo>
                <a:lnTo>
                  <a:pt x="703" y="110"/>
                </a:lnTo>
                <a:lnTo>
                  <a:pt x="706" y="112"/>
                </a:lnTo>
                <a:lnTo>
                  <a:pt x="711" y="115"/>
                </a:lnTo>
                <a:lnTo>
                  <a:pt x="714" y="117"/>
                </a:lnTo>
                <a:lnTo>
                  <a:pt x="715" y="119"/>
                </a:lnTo>
                <a:lnTo>
                  <a:pt x="716" y="121"/>
                </a:lnTo>
                <a:lnTo>
                  <a:pt x="718" y="121"/>
                </a:lnTo>
                <a:lnTo>
                  <a:pt x="718" y="123"/>
                </a:lnTo>
                <a:lnTo>
                  <a:pt x="718" y="125"/>
                </a:lnTo>
                <a:lnTo>
                  <a:pt x="718" y="126"/>
                </a:lnTo>
                <a:lnTo>
                  <a:pt x="719" y="127"/>
                </a:lnTo>
                <a:lnTo>
                  <a:pt x="718" y="129"/>
                </a:lnTo>
                <a:lnTo>
                  <a:pt x="718" y="129"/>
                </a:lnTo>
                <a:lnTo>
                  <a:pt x="718" y="131"/>
                </a:lnTo>
                <a:lnTo>
                  <a:pt x="717" y="132"/>
                </a:lnTo>
                <a:lnTo>
                  <a:pt x="716" y="133"/>
                </a:lnTo>
                <a:lnTo>
                  <a:pt x="714" y="133"/>
                </a:lnTo>
                <a:lnTo>
                  <a:pt x="713" y="134"/>
                </a:lnTo>
                <a:lnTo>
                  <a:pt x="710" y="135"/>
                </a:lnTo>
                <a:lnTo>
                  <a:pt x="709" y="135"/>
                </a:lnTo>
                <a:lnTo>
                  <a:pt x="709" y="135"/>
                </a:lnTo>
                <a:close/>
                <a:moveTo>
                  <a:pt x="745" y="59"/>
                </a:moveTo>
                <a:lnTo>
                  <a:pt x="701" y="49"/>
                </a:lnTo>
                <a:lnTo>
                  <a:pt x="698" y="69"/>
                </a:lnTo>
                <a:lnTo>
                  <a:pt x="705" y="71"/>
                </a:lnTo>
                <a:lnTo>
                  <a:pt x="706" y="61"/>
                </a:lnTo>
                <a:lnTo>
                  <a:pt x="710" y="61"/>
                </a:lnTo>
                <a:lnTo>
                  <a:pt x="716" y="62"/>
                </a:lnTo>
                <a:lnTo>
                  <a:pt x="721" y="63"/>
                </a:lnTo>
                <a:lnTo>
                  <a:pt x="724" y="64"/>
                </a:lnTo>
                <a:lnTo>
                  <a:pt x="727" y="65"/>
                </a:lnTo>
                <a:lnTo>
                  <a:pt x="730" y="67"/>
                </a:lnTo>
                <a:lnTo>
                  <a:pt x="731" y="68"/>
                </a:lnTo>
                <a:lnTo>
                  <a:pt x="732" y="69"/>
                </a:lnTo>
                <a:lnTo>
                  <a:pt x="733" y="69"/>
                </a:lnTo>
                <a:lnTo>
                  <a:pt x="733" y="71"/>
                </a:lnTo>
                <a:lnTo>
                  <a:pt x="734" y="72"/>
                </a:lnTo>
                <a:lnTo>
                  <a:pt x="734" y="73"/>
                </a:lnTo>
                <a:lnTo>
                  <a:pt x="734" y="75"/>
                </a:lnTo>
                <a:lnTo>
                  <a:pt x="734" y="77"/>
                </a:lnTo>
                <a:lnTo>
                  <a:pt x="733" y="79"/>
                </a:lnTo>
                <a:lnTo>
                  <a:pt x="732" y="81"/>
                </a:lnTo>
                <a:lnTo>
                  <a:pt x="731" y="82"/>
                </a:lnTo>
                <a:lnTo>
                  <a:pt x="730" y="82"/>
                </a:lnTo>
                <a:lnTo>
                  <a:pt x="729" y="83"/>
                </a:lnTo>
                <a:lnTo>
                  <a:pt x="727" y="84"/>
                </a:lnTo>
                <a:lnTo>
                  <a:pt x="724" y="84"/>
                </a:lnTo>
                <a:lnTo>
                  <a:pt x="722" y="85"/>
                </a:lnTo>
                <a:lnTo>
                  <a:pt x="718" y="85"/>
                </a:lnTo>
                <a:lnTo>
                  <a:pt x="714" y="85"/>
                </a:lnTo>
                <a:lnTo>
                  <a:pt x="707" y="84"/>
                </a:lnTo>
                <a:lnTo>
                  <a:pt x="700" y="83"/>
                </a:lnTo>
                <a:lnTo>
                  <a:pt x="692" y="81"/>
                </a:lnTo>
                <a:lnTo>
                  <a:pt x="685" y="80"/>
                </a:lnTo>
                <a:lnTo>
                  <a:pt x="679" y="77"/>
                </a:lnTo>
                <a:lnTo>
                  <a:pt x="674" y="75"/>
                </a:lnTo>
                <a:lnTo>
                  <a:pt x="671" y="74"/>
                </a:lnTo>
                <a:lnTo>
                  <a:pt x="669" y="73"/>
                </a:lnTo>
                <a:lnTo>
                  <a:pt x="667" y="72"/>
                </a:lnTo>
                <a:lnTo>
                  <a:pt x="666" y="71"/>
                </a:lnTo>
                <a:lnTo>
                  <a:pt x="665" y="69"/>
                </a:lnTo>
                <a:lnTo>
                  <a:pt x="664" y="68"/>
                </a:lnTo>
                <a:lnTo>
                  <a:pt x="663" y="67"/>
                </a:lnTo>
                <a:lnTo>
                  <a:pt x="662" y="65"/>
                </a:lnTo>
                <a:lnTo>
                  <a:pt x="662" y="64"/>
                </a:lnTo>
                <a:lnTo>
                  <a:pt x="662" y="62"/>
                </a:lnTo>
                <a:lnTo>
                  <a:pt x="662" y="61"/>
                </a:lnTo>
                <a:lnTo>
                  <a:pt x="662" y="59"/>
                </a:lnTo>
                <a:lnTo>
                  <a:pt x="663" y="57"/>
                </a:lnTo>
                <a:lnTo>
                  <a:pt x="665" y="56"/>
                </a:lnTo>
                <a:lnTo>
                  <a:pt x="666" y="55"/>
                </a:lnTo>
                <a:lnTo>
                  <a:pt x="668" y="54"/>
                </a:lnTo>
                <a:lnTo>
                  <a:pt x="670" y="53"/>
                </a:lnTo>
                <a:lnTo>
                  <a:pt x="673" y="53"/>
                </a:lnTo>
                <a:lnTo>
                  <a:pt x="676" y="54"/>
                </a:lnTo>
                <a:lnTo>
                  <a:pt x="679" y="54"/>
                </a:lnTo>
                <a:lnTo>
                  <a:pt x="681" y="46"/>
                </a:lnTo>
                <a:lnTo>
                  <a:pt x="677" y="45"/>
                </a:lnTo>
                <a:lnTo>
                  <a:pt x="673" y="45"/>
                </a:lnTo>
                <a:lnTo>
                  <a:pt x="669" y="45"/>
                </a:lnTo>
                <a:lnTo>
                  <a:pt x="665" y="46"/>
                </a:lnTo>
                <a:lnTo>
                  <a:pt x="662" y="47"/>
                </a:lnTo>
                <a:lnTo>
                  <a:pt x="661" y="48"/>
                </a:lnTo>
                <a:lnTo>
                  <a:pt x="659" y="49"/>
                </a:lnTo>
                <a:lnTo>
                  <a:pt x="657" y="51"/>
                </a:lnTo>
                <a:lnTo>
                  <a:pt x="655" y="53"/>
                </a:lnTo>
                <a:lnTo>
                  <a:pt x="654" y="56"/>
                </a:lnTo>
                <a:lnTo>
                  <a:pt x="654" y="57"/>
                </a:lnTo>
                <a:lnTo>
                  <a:pt x="654" y="60"/>
                </a:lnTo>
                <a:lnTo>
                  <a:pt x="654" y="62"/>
                </a:lnTo>
                <a:lnTo>
                  <a:pt x="654" y="65"/>
                </a:lnTo>
                <a:lnTo>
                  <a:pt x="654" y="67"/>
                </a:lnTo>
                <a:lnTo>
                  <a:pt x="655" y="69"/>
                </a:lnTo>
                <a:lnTo>
                  <a:pt x="656" y="72"/>
                </a:lnTo>
                <a:lnTo>
                  <a:pt x="657" y="74"/>
                </a:lnTo>
                <a:lnTo>
                  <a:pt x="659" y="76"/>
                </a:lnTo>
                <a:lnTo>
                  <a:pt x="661" y="77"/>
                </a:lnTo>
                <a:lnTo>
                  <a:pt x="663" y="80"/>
                </a:lnTo>
                <a:lnTo>
                  <a:pt x="666" y="81"/>
                </a:lnTo>
                <a:lnTo>
                  <a:pt x="670" y="83"/>
                </a:lnTo>
                <a:lnTo>
                  <a:pt x="674" y="85"/>
                </a:lnTo>
                <a:lnTo>
                  <a:pt x="678" y="86"/>
                </a:lnTo>
                <a:lnTo>
                  <a:pt x="683" y="88"/>
                </a:lnTo>
                <a:lnTo>
                  <a:pt x="689" y="89"/>
                </a:lnTo>
                <a:lnTo>
                  <a:pt x="694" y="90"/>
                </a:lnTo>
                <a:lnTo>
                  <a:pt x="698" y="91"/>
                </a:lnTo>
                <a:lnTo>
                  <a:pt x="703" y="92"/>
                </a:lnTo>
                <a:lnTo>
                  <a:pt x="709" y="93"/>
                </a:lnTo>
                <a:lnTo>
                  <a:pt x="713" y="93"/>
                </a:lnTo>
                <a:lnTo>
                  <a:pt x="718" y="93"/>
                </a:lnTo>
                <a:lnTo>
                  <a:pt x="722" y="93"/>
                </a:lnTo>
                <a:lnTo>
                  <a:pt x="726" y="93"/>
                </a:lnTo>
                <a:lnTo>
                  <a:pt x="729" y="92"/>
                </a:lnTo>
                <a:lnTo>
                  <a:pt x="731" y="91"/>
                </a:lnTo>
                <a:lnTo>
                  <a:pt x="733" y="90"/>
                </a:lnTo>
                <a:lnTo>
                  <a:pt x="735" y="89"/>
                </a:lnTo>
                <a:lnTo>
                  <a:pt x="737" y="88"/>
                </a:lnTo>
                <a:lnTo>
                  <a:pt x="738" y="86"/>
                </a:lnTo>
                <a:lnTo>
                  <a:pt x="739" y="84"/>
                </a:lnTo>
                <a:lnTo>
                  <a:pt x="740" y="82"/>
                </a:lnTo>
                <a:lnTo>
                  <a:pt x="741" y="79"/>
                </a:lnTo>
                <a:lnTo>
                  <a:pt x="741" y="77"/>
                </a:lnTo>
                <a:lnTo>
                  <a:pt x="741" y="75"/>
                </a:lnTo>
                <a:lnTo>
                  <a:pt x="741" y="73"/>
                </a:lnTo>
                <a:lnTo>
                  <a:pt x="741" y="71"/>
                </a:lnTo>
                <a:lnTo>
                  <a:pt x="740" y="69"/>
                </a:lnTo>
                <a:lnTo>
                  <a:pt x="739" y="68"/>
                </a:lnTo>
                <a:lnTo>
                  <a:pt x="738" y="66"/>
                </a:lnTo>
                <a:lnTo>
                  <a:pt x="738" y="65"/>
                </a:lnTo>
                <a:lnTo>
                  <a:pt x="743" y="66"/>
                </a:lnTo>
                <a:lnTo>
                  <a:pt x="745" y="59"/>
                </a:lnTo>
                <a:lnTo>
                  <a:pt x="745" y="59"/>
                </a:lnTo>
                <a:close/>
                <a:moveTo>
                  <a:pt x="707" y="32"/>
                </a:moveTo>
                <a:lnTo>
                  <a:pt x="748" y="39"/>
                </a:lnTo>
                <a:lnTo>
                  <a:pt x="750" y="30"/>
                </a:lnTo>
                <a:lnTo>
                  <a:pt x="708" y="23"/>
                </a:lnTo>
                <a:lnTo>
                  <a:pt x="663" y="0"/>
                </a:lnTo>
                <a:lnTo>
                  <a:pt x="662" y="9"/>
                </a:lnTo>
                <a:lnTo>
                  <a:pt x="698" y="26"/>
                </a:lnTo>
                <a:lnTo>
                  <a:pt x="658" y="33"/>
                </a:lnTo>
                <a:lnTo>
                  <a:pt x="657" y="42"/>
                </a:lnTo>
                <a:lnTo>
                  <a:pt x="707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4" name="íṥḻîḋè">
            <a:extLst>
              <a:ext uri="{FF2B5EF4-FFF2-40B4-BE49-F238E27FC236}">
                <a16:creationId xmlns:a16="http://schemas.microsoft.com/office/drawing/2014/main" id="{0416F2EC-C916-4994-B3EE-6BF97CBA5623}"/>
              </a:ext>
            </a:extLst>
          </p:cNvPr>
          <p:cNvSpPr>
            <a:spLocks noGrp="1"/>
          </p:cNvSpPr>
          <p:nvPr/>
        </p:nvSpPr>
        <p:spPr>
          <a:xfrm>
            <a:off x="745920" y="788400"/>
            <a:ext cx="66600" cy="100800"/>
          </a:xfrm>
          <a:custGeom>
            <a:avLst/>
            <a:gdLst>
              <a:gd name="textAreaLeft" fmla="*/ 0 w 66600"/>
              <a:gd name="textAreaRight" fmla="*/ 66960 w 66600"/>
              <a:gd name="textAreaTop" fmla="*/ 0 h 100800"/>
              <a:gd name="textAreaBottom" fmla="*/ 101160 h 100800"/>
              <a:gd name="GluePoint1X" fmla="*/ 85 w 153"/>
              <a:gd name="GluePoint1Y" fmla="*/ 34 h 232"/>
              <a:gd name="GluePoint2X" fmla="*/ 90 w 153"/>
              <a:gd name="GluePoint2Y" fmla="*/ 26 h 232"/>
              <a:gd name="GluePoint3X" fmla="*/ 90 w 153"/>
              <a:gd name="GluePoint3Y" fmla="*/ 13 h 232"/>
              <a:gd name="GluePoint4X" fmla="*/ 86 w 153"/>
              <a:gd name="GluePoint4Y" fmla="*/ 5 h 232"/>
              <a:gd name="GluePoint5X" fmla="*/ 78 w 153"/>
              <a:gd name="GluePoint5Y" fmla="*/ 0 h 232"/>
              <a:gd name="GluePoint6X" fmla="*/ 58 w 153"/>
              <a:gd name="GluePoint6Y" fmla="*/ 4 h 232"/>
              <a:gd name="GluePoint7X" fmla="*/ 38 w 153"/>
              <a:gd name="GluePoint7Y" fmla="*/ 22 h 232"/>
              <a:gd name="GluePoint8X" fmla="*/ 21 w 153"/>
              <a:gd name="GluePoint8Y" fmla="*/ 38 h 232"/>
              <a:gd name="GluePoint9X" fmla="*/ 10 w 153"/>
              <a:gd name="GluePoint9Y" fmla="*/ 36 h 232"/>
              <a:gd name="GluePoint10X" fmla="*/ 7 w 153"/>
              <a:gd name="GluePoint10Y" fmla="*/ 27 h 232"/>
              <a:gd name="GluePoint11X" fmla="*/ 14 w 153"/>
              <a:gd name="GluePoint11Y" fmla="*/ 18 h 232"/>
              <a:gd name="GluePoint12X" fmla="*/ 15 w 153"/>
              <a:gd name="GluePoint12Y" fmla="*/ 9 h 232"/>
              <a:gd name="GluePoint13X" fmla="*/ 3 w 153"/>
              <a:gd name="GluePoint13Y" fmla="*/ 16 h 232"/>
              <a:gd name="GluePoint14X" fmla="*/ 1 w 153"/>
              <a:gd name="GluePoint14Y" fmla="*/ 31 h 232"/>
              <a:gd name="GluePoint15X" fmla="*/ 4 w 153"/>
              <a:gd name="GluePoint15Y" fmla="*/ 40 h 232"/>
              <a:gd name="GluePoint16X" fmla="*/ 14 w 153"/>
              <a:gd name="GluePoint16Y" fmla="*/ 46 h 232"/>
              <a:gd name="GluePoint17X" fmla="*/ 28 w 153"/>
              <a:gd name="GluePoint17Y" fmla="*/ 45 h 232"/>
              <a:gd name="GluePoint18X" fmla="*/ 39 w 153"/>
              <a:gd name="GluePoint18Y" fmla="*/ 33 h 232"/>
              <a:gd name="GluePoint19X" fmla="*/ 62 w 153"/>
              <a:gd name="GluePoint19Y" fmla="*/ 9 h 232"/>
              <a:gd name="GluePoint20X" fmla="*/ 74 w 153"/>
              <a:gd name="GluePoint20Y" fmla="*/ 7 h 232"/>
              <a:gd name="GluePoint21X" fmla="*/ 82 w 153"/>
              <a:gd name="GluePoint21Y" fmla="*/ 13 h 232"/>
              <a:gd name="GluePoint22X" fmla="*/ 83 w 153"/>
              <a:gd name="GluePoint22Y" fmla="*/ 23 h 232"/>
              <a:gd name="GluePoint23X" fmla="*/ 77 w 153"/>
              <a:gd name="GluePoint23Y" fmla="*/ 29 h 232"/>
              <a:gd name="GluePoint24X" fmla="*/ 73 w 153"/>
              <a:gd name="GluePoint24Y" fmla="*/ 39 h 232"/>
              <a:gd name="GluePoint25X" fmla="*/ 9 w 153"/>
              <a:gd name="GluePoint25Y" fmla="*/ 69 h 232"/>
              <a:gd name="GluePoint26X" fmla="*/ 17 w 153"/>
              <a:gd name="GluePoint26Y" fmla="*/ 60 h 232"/>
              <a:gd name="GluePoint27X" fmla="*/ 36 w 153"/>
              <a:gd name="GluePoint27Y" fmla="*/ 52 h 232"/>
              <a:gd name="GluePoint28X" fmla="*/ 71 w 153"/>
              <a:gd name="GluePoint28Y" fmla="*/ 44 h 232"/>
              <a:gd name="GluePoint29X" fmla="*/ 91 w 153"/>
              <a:gd name="GluePoint29Y" fmla="*/ 47 h 232"/>
              <a:gd name="GluePoint30X" fmla="*/ 98 w 153"/>
              <a:gd name="GluePoint30Y" fmla="*/ 56 h 232"/>
              <a:gd name="GluePoint31X" fmla="*/ 98 w 153"/>
              <a:gd name="GluePoint31Y" fmla="*/ 67 h 232"/>
              <a:gd name="GluePoint32X" fmla="*/ 90 w 153"/>
              <a:gd name="GluePoint32Y" fmla="*/ 76 h 232"/>
              <a:gd name="GluePoint33X" fmla="*/ 68 w 153"/>
              <a:gd name="GluePoint33Y" fmla="*/ 85 h 232"/>
              <a:gd name="GluePoint34X" fmla="*/ 42 w 153"/>
              <a:gd name="GluePoint34Y" fmla="*/ 90 h 232"/>
              <a:gd name="GluePoint35X" fmla="*/ 20 w 153"/>
              <a:gd name="GluePoint35Y" fmla="*/ 91 h 232"/>
              <a:gd name="GluePoint36X" fmla="*/ 11 w 153"/>
              <a:gd name="GluePoint36Y" fmla="*/ 84 h 232"/>
              <a:gd name="GluePoint37X" fmla="*/ 16 w 153"/>
              <a:gd name="GluePoint37Y" fmla="*/ 76 h 232"/>
              <a:gd name="GluePoint38X" fmla="*/ 21 w 153"/>
              <a:gd name="GluePoint38Y" fmla="*/ 82 h 232"/>
              <a:gd name="GluePoint39X" fmla="*/ 31 w 153"/>
              <a:gd name="GluePoint39Y" fmla="*/ 84 h 232"/>
              <a:gd name="GluePoint40X" fmla="*/ 62 w 153"/>
              <a:gd name="GluePoint40Y" fmla="*/ 77 h 232"/>
              <a:gd name="GluePoint41X" fmla="*/ 84 w 153"/>
              <a:gd name="GluePoint41Y" fmla="*/ 70 h 232"/>
              <a:gd name="GluePoint42X" fmla="*/ 90 w 153"/>
              <a:gd name="GluePoint42Y" fmla="*/ 64 h 232"/>
              <a:gd name="GluePoint43X" fmla="*/ 89 w 153"/>
              <a:gd name="GluePoint43Y" fmla="*/ 56 h 232"/>
              <a:gd name="GluePoint44X" fmla="*/ 82 w 153"/>
              <a:gd name="GluePoint44Y" fmla="*/ 52 h 232"/>
              <a:gd name="GluePoint45X" fmla="*/ 64 w 153"/>
              <a:gd name="GluePoint45Y" fmla="*/ 53 h 232"/>
              <a:gd name="GluePoint46X" fmla="*/ 32 w 153"/>
              <a:gd name="GluePoint46Y" fmla="*/ 61 h 232"/>
              <a:gd name="GluePoint47X" fmla="*/ 19 w 153"/>
              <a:gd name="GluePoint47Y" fmla="*/ 68 h 232"/>
              <a:gd name="GluePoint48X" fmla="*/ 15 w 153"/>
              <a:gd name="GluePoint48Y" fmla="*/ 75 h 232"/>
              <a:gd name="GluePoint49X" fmla="*/ 26 w 153"/>
              <a:gd name="GluePoint49Y" fmla="*/ 135 h 232"/>
              <a:gd name="GluePoint50X" fmla="*/ 34 w 153"/>
              <a:gd name="GluePoint50Y" fmla="*/ 140 h 232"/>
              <a:gd name="GluePoint51X" fmla="*/ 43 w 153"/>
              <a:gd name="GluePoint51Y" fmla="*/ 141 h 232"/>
              <a:gd name="GluePoint52X" fmla="*/ 44 w 153"/>
              <a:gd name="GluePoint52Y" fmla="*/ 132 h 232"/>
              <a:gd name="GluePoint53X" fmla="*/ 34 w 153"/>
              <a:gd name="GluePoint53Y" fmla="*/ 130 h 232"/>
              <a:gd name="GluePoint54X" fmla="*/ 30 w 153"/>
              <a:gd name="GluePoint54Y" fmla="*/ 121 h 232"/>
              <a:gd name="GluePoint55X" fmla="*/ 36 w 153"/>
              <a:gd name="GluePoint55Y" fmla="*/ 112 h 232"/>
              <a:gd name="GluePoint56X" fmla="*/ 34 w 153"/>
              <a:gd name="GluePoint56Y" fmla="*/ 103 h 232"/>
              <a:gd name="GluePoint57X" fmla="*/ 26 w 153"/>
              <a:gd name="GluePoint57Y" fmla="*/ 109 h 232"/>
              <a:gd name="GluePoint58X" fmla="*/ 22 w 153"/>
              <a:gd name="GluePoint58Y" fmla="*/ 119 h 232"/>
              <a:gd name="GluePoint59X" fmla="*/ 110 w 153"/>
              <a:gd name="GluePoint59Y" fmla="*/ 122 h 232"/>
              <a:gd name="GluePoint60X" fmla="*/ 42 w 153"/>
              <a:gd name="GluePoint60Y" fmla="*/ 172 h 232"/>
              <a:gd name="GluePoint61X" fmla="*/ 73 w 153"/>
              <a:gd name="GluePoint61Y" fmla="*/ 232 h 232"/>
              <a:gd name="GluePoint62X" fmla="*/ 137 w 153"/>
              <a:gd name="GluePoint62Y" fmla="*/ 163 h 232"/>
              <a:gd name="GluePoint63X" fmla="*/ 108 w 153"/>
              <a:gd name="GluePoint63Y" fmla="*/ 204 h 232"/>
            </a:gdLst>
            <a:ahLst/>
            <a:cxnLst/>
            <a:rect l="textAreaLeft" t="textAreaTop" r="textAreaRight" b="textAreaBottom"/>
            <a:pathLst>
              <a:path w="153" h="232">
                <a:moveTo>
                  <a:pt x="73" y="39"/>
                </a:moveTo>
                <a:lnTo>
                  <a:pt x="75" y="38"/>
                </a:lnTo>
                <a:lnTo>
                  <a:pt x="78" y="37"/>
                </a:lnTo>
                <a:lnTo>
                  <a:pt x="82" y="36"/>
                </a:lnTo>
                <a:lnTo>
                  <a:pt x="85" y="34"/>
                </a:lnTo>
                <a:lnTo>
                  <a:pt x="86" y="33"/>
                </a:lnTo>
                <a:lnTo>
                  <a:pt x="87" y="31"/>
                </a:lnTo>
                <a:lnTo>
                  <a:pt x="89" y="29"/>
                </a:lnTo>
                <a:lnTo>
                  <a:pt x="90" y="28"/>
                </a:lnTo>
                <a:lnTo>
                  <a:pt x="90" y="26"/>
                </a:lnTo>
                <a:lnTo>
                  <a:pt x="91" y="24"/>
                </a:lnTo>
                <a:lnTo>
                  <a:pt x="91" y="21"/>
                </a:lnTo>
                <a:lnTo>
                  <a:pt x="91" y="18"/>
                </a:lnTo>
                <a:lnTo>
                  <a:pt x="90" y="16"/>
                </a:lnTo>
                <a:lnTo>
                  <a:pt x="90" y="13"/>
                </a:lnTo>
                <a:lnTo>
                  <a:pt x="90" y="12"/>
                </a:lnTo>
                <a:lnTo>
                  <a:pt x="89" y="9"/>
                </a:lnTo>
                <a:lnTo>
                  <a:pt x="87" y="8"/>
                </a:lnTo>
                <a:lnTo>
                  <a:pt x="86" y="6"/>
                </a:lnTo>
                <a:lnTo>
                  <a:pt x="86" y="5"/>
                </a:lnTo>
                <a:lnTo>
                  <a:pt x="84" y="4"/>
                </a:lnTo>
                <a:lnTo>
                  <a:pt x="82" y="3"/>
                </a:lnTo>
                <a:lnTo>
                  <a:pt x="81" y="2"/>
                </a:lnTo>
                <a:lnTo>
                  <a:pt x="80" y="1"/>
                </a:lnTo>
                <a:lnTo>
                  <a:pt x="78" y="0"/>
                </a:lnTo>
                <a:lnTo>
                  <a:pt x="74" y="0"/>
                </a:lnTo>
                <a:lnTo>
                  <a:pt x="69" y="0"/>
                </a:lnTo>
                <a:lnTo>
                  <a:pt x="66" y="0"/>
                </a:lnTo>
                <a:lnTo>
                  <a:pt x="62" y="1"/>
                </a:lnTo>
                <a:lnTo>
                  <a:pt x="58" y="4"/>
                </a:lnTo>
                <a:lnTo>
                  <a:pt x="54" y="5"/>
                </a:lnTo>
                <a:lnTo>
                  <a:pt x="51" y="8"/>
                </a:lnTo>
                <a:lnTo>
                  <a:pt x="49" y="10"/>
                </a:lnTo>
                <a:lnTo>
                  <a:pt x="43" y="16"/>
                </a:lnTo>
                <a:lnTo>
                  <a:pt x="38" y="22"/>
                </a:lnTo>
                <a:lnTo>
                  <a:pt x="32" y="28"/>
                </a:lnTo>
                <a:lnTo>
                  <a:pt x="26" y="35"/>
                </a:lnTo>
                <a:lnTo>
                  <a:pt x="25" y="36"/>
                </a:lnTo>
                <a:lnTo>
                  <a:pt x="23" y="36"/>
                </a:lnTo>
                <a:lnTo>
                  <a:pt x="21" y="38"/>
                </a:lnTo>
                <a:lnTo>
                  <a:pt x="18" y="38"/>
                </a:lnTo>
                <a:lnTo>
                  <a:pt x="16" y="38"/>
                </a:lnTo>
                <a:lnTo>
                  <a:pt x="14" y="38"/>
                </a:lnTo>
                <a:lnTo>
                  <a:pt x="12" y="37"/>
                </a:lnTo>
                <a:lnTo>
                  <a:pt x="10" y="36"/>
                </a:lnTo>
                <a:lnTo>
                  <a:pt x="10" y="36"/>
                </a:lnTo>
                <a:lnTo>
                  <a:pt x="9" y="34"/>
                </a:lnTo>
                <a:lnTo>
                  <a:pt x="8" y="32"/>
                </a:lnTo>
                <a:lnTo>
                  <a:pt x="7" y="30"/>
                </a:lnTo>
                <a:lnTo>
                  <a:pt x="7" y="27"/>
                </a:lnTo>
                <a:lnTo>
                  <a:pt x="8" y="24"/>
                </a:lnTo>
                <a:lnTo>
                  <a:pt x="9" y="22"/>
                </a:lnTo>
                <a:lnTo>
                  <a:pt x="10" y="20"/>
                </a:lnTo>
                <a:lnTo>
                  <a:pt x="12" y="19"/>
                </a:lnTo>
                <a:lnTo>
                  <a:pt x="14" y="18"/>
                </a:lnTo>
                <a:lnTo>
                  <a:pt x="18" y="17"/>
                </a:lnTo>
                <a:lnTo>
                  <a:pt x="22" y="16"/>
                </a:lnTo>
                <a:lnTo>
                  <a:pt x="21" y="8"/>
                </a:lnTo>
                <a:lnTo>
                  <a:pt x="18" y="8"/>
                </a:lnTo>
                <a:lnTo>
                  <a:pt x="15" y="9"/>
                </a:lnTo>
                <a:lnTo>
                  <a:pt x="12" y="10"/>
                </a:lnTo>
                <a:lnTo>
                  <a:pt x="8" y="12"/>
                </a:lnTo>
                <a:lnTo>
                  <a:pt x="6" y="13"/>
                </a:lnTo>
                <a:lnTo>
                  <a:pt x="5" y="15"/>
                </a:lnTo>
                <a:lnTo>
                  <a:pt x="3" y="16"/>
                </a:lnTo>
                <a:lnTo>
                  <a:pt x="2" y="19"/>
                </a:lnTo>
                <a:lnTo>
                  <a:pt x="1" y="21"/>
                </a:lnTo>
                <a:lnTo>
                  <a:pt x="1" y="24"/>
                </a:lnTo>
                <a:lnTo>
                  <a:pt x="0" y="28"/>
                </a:lnTo>
                <a:lnTo>
                  <a:pt x="1" y="31"/>
                </a:lnTo>
                <a:lnTo>
                  <a:pt x="1" y="33"/>
                </a:lnTo>
                <a:lnTo>
                  <a:pt x="1" y="35"/>
                </a:lnTo>
                <a:lnTo>
                  <a:pt x="2" y="37"/>
                </a:lnTo>
                <a:lnTo>
                  <a:pt x="3" y="39"/>
                </a:lnTo>
                <a:lnTo>
                  <a:pt x="4" y="40"/>
                </a:lnTo>
                <a:lnTo>
                  <a:pt x="6" y="42"/>
                </a:lnTo>
                <a:lnTo>
                  <a:pt x="6" y="43"/>
                </a:lnTo>
                <a:lnTo>
                  <a:pt x="8" y="44"/>
                </a:lnTo>
                <a:lnTo>
                  <a:pt x="11" y="46"/>
                </a:lnTo>
                <a:lnTo>
                  <a:pt x="14" y="46"/>
                </a:lnTo>
                <a:lnTo>
                  <a:pt x="17" y="47"/>
                </a:lnTo>
                <a:lnTo>
                  <a:pt x="19" y="47"/>
                </a:lnTo>
                <a:lnTo>
                  <a:pt x="22" y="46"/>
                </a:lnTo>
                <a:lnTo>
                  <a:pt x="26" y="46"/>
                </a:lnTo>
                <a:lnTo>
                  <a:pt x="28" y="45"/>
                </a:lnTo>
                <a:lnTo>
                  <a:pt x="30" y="44"/>
                </a:lnTo>
                <a:lnTo>
                  <a:pt x="32" y="42"/>
                </a:lnTo>
                <a:lnTo>
                  <a:pt x="34" y="40"/>
                </a:lnTo>
                <a:lnTo>
                  <a:pt x="36" y="36"/>
                </a:lnTo>
                <a:lnTo>
                  <a:pt x="39" y="33"/>
                </a:lnTo>
                <a:lnTo>
                  <a:pt x="45" y="25"/>
                </a:lnTo>
                <a:lnTo>
                  <a:pt x="52" y="18"/>
                </a:lnTo>
                <a:lnTo>
                  <a:pt x="55" y="14"/>
                </a:lnTo>
                <a:lnTo>
                  <a:pt x="59" y="12"/>
                </a:lnTo>
                <a:lnTo>
                  <a:pt x="62" y="9"/>
                </a:lnTo>
                <a:lnTo>
                  <a:pt x="66" y="8"/>
                </a:lnTo>
                <a:lnTo>
                  <a:pt x="68" y="7"/>
                </a:lnTo>
                <a:lnTo>
                  <a:pt x="70" y="7"/>
                </a:lnTo>
                <a:lnTo>
                  <a:pt x="71" y="7"/>
                </a:lnTo>
                <a:lnTo>
                  <a:pt x="74" y="7"/>
                </a:lnTo>
                <a:lnTo>
                  <a:pt x="75" y="8"/>
                </a:lnTo>
                <a:lnTo>
                  <a:pt x="77" y="9"/>
                </a:lnTo>
                <a:lnTo>
                  <a:pt x="78" y="10"/>
                </a:lnTo>
                <a:lnTo>
                  <a:pt x="80" y="12"/>
                </a:lnTo>
                <a:lnTo>
                  <a:pt x="82" y="13"/>
                </a:lnTo>
                <a:lnTo>
                  <a:pt x="82" y="15"/>
                </a:lnTo>
                <a:lnTo>
                  <a:pt x="83" y="17"/>
                </a:lnTo>
                <a:lnTo>
                  <a:pt x="84" y="20"/>
                </a:lnTo>
                <a:lnTo>
                  <a:pt x="84" y="21"/>
                </a:lnTo>
                <a:lnTo>
                  <a:pt x="83" y="23"/>
                </a:lnTo>
                <a:lnTo>
                  <a:pt x="83" y="24"/>
                </a:lnTo>
                <a:lnTo>
                  <a:pt x="82" y="25"/>
                </a:lnTo>
                <a:lnTo>
                  <a:pt x="81" y="27"/>
                </a:lnTo>
                <a:lnTo>
                  <a:pt x="79" y="28"/>
                </a:lnTo>
                <a:lnTo>
                  <a:pt x="77" y="29"/>
                </a:lnTo>
                <a:lnTo>
                  <a:pt x="75" y="29"/>
                </a:lnTo>
                <a:lnTo>
                  <a:pt x="73" y="29"/>
                </a:lnTo>
                <a:lnTo>
                  <a:pt x="71" y="30"/>
                </a:lnTo>
                <a:lnTo>
                  <a:pt x="73" y="39"/>
                </a:lnTo>
                <a:lnTo>
                  <a:pt x="73" y="39"/>
                </a:lnTo>
                <a:close/>
                <a:moveTo>
                  <a:pt x="9" y="78"/>
                </a:moveTo>
                <a:lnTo>
                  <a:pt x="8" y="76"/>
                </a:lnTo>
                <a:lnTo>
                  <a:pt x="8" y="73"/>
                </a:lnTo>
                <a:lnTo>
                  <a:pt x="9" y="72"/>
                </a:lnTo>
                <a:lnTo>
                  <a:pt x="9" y="69"/>
                </a:lnTo>
                <a:lnTo>
                  <a:pt x="10" y="68"/>
                </a:lnTo>
                <a:lnTo>
                  <a:pt x="11" y="66"/>
                </a:lnTo>
                <a:lnTo>
                  <a:pt x="13" y="64"/>
                </a:lnTo>
                <a:lnTo>
                  <a:pt x="14" y="63"/>
                </a:lnTo>
                <a:lnTo>
                  <a:pt x="17" y="60"/>
                </a:lnTo>
                <a:lnTo>
                  <a:pt x="20" y="58"/>
                </a:lnTo>
                <a:lnTo>
                  <a:pt x="23" y="56"/>
                </a:lnTo>
                <a:lnTo>
                  <a:pt x="27" y="55"/>
                </a:lnTo>
                <a:lnTo>
                  <a:pt x="31" y="53"/>
                </a:lnTo>
                <a:lnTo>
                  <a:pt x="36" y="52"/>
                </a:lnTo>
                <a:lnTo>
                  <a:pt x="40" y="50"/>
                </a:lnTo>
                <a:lnTo>
                  <a:pt x="45" y="48"/>
                </a:lnTo>
                <a:lnTo>
                  <a:pt x="54" y="47"/>
                </a:lnTo>
                <a:lnTo>
                  <a:pt x="63" y="45"/>
                </a:lnTo>
                <a:lnTo>
                  <a:pt x="71" y="44"/>
                </a:lnTo>
                <a:lnTo>
                  <a:pt x="78" y="44"/>
                </a:lnTo>
                <a:lnTo>
                  <a:pt x="82" y="44"/>
                </a:lnTo>
                <a:lnTo>
                  <a:pt x="86" y="44"/>
                </a:lnTo>
                <a:lnTo>
                  <a:pt x="89" y="46"/>
                </a:lnTo>
                <a:lnTo>
                  <a:pt x="91" y="47"/>
                </a:lnTo>
                <a:lnTo>
                  <a:pt x="94" y="49"/>
                </a:lnTo>
                <a:lnTo>
                  <a:pt x="95" y="52"/>
                </a:lnTo>
                <a:lnTo>
                  <a:pt x="97" y="52"/>
                </a:lnTo>
                <a:lnTo>
                  <a:pt x="97" y="54"/>
                </a:lnTo>
                <a:lnTo>
                  <a:pt x="98" y="56"/>
                </a:lnTo>
                <a:lnTo>
                  <a:pt x="98" y="57"/>
                </a:lnTo>
                <a:lnTo>
                  <a:pt x="98" y="60"/>
                </a:lnTo>
                <a:lnTo>
                  <a:pt x="98" y="63"/>
                </a:lnTo>
                <a:lnTo>
                  <a:pt x="98" y="64"/>
                </a:lnTo>
                <a:lnTo>
                  <a:pt x="98" y="67"/>
                </a:lnTo>
                <a:lnTo>
                  <a:pt x="97" y="68"/>
                </a:lnTo>
                <a:lnTo>
                  <a:pt x="95" y="70"/>
                </a:lnTo>
                <a:lnTo>
                  <a:pt x="94" y="72"/>
                </a:lnTo>
                <a:lnTo>
                  <a:pt x="92" y="74"/>
                </a:lnTo>
                <a:lnTo>
                  <a:pt x="90" y="76"/>
                </a:lnTo>
                <a:lnTo>
                  <a:pt x="86" y="77"/>
                </a:lnTo>
                <a:lnTo>
                  <a:pt x="82" y="80"/>
                </a:lnTo>
                <a:lnTo>
                  <a:pt x="78" y="81"/>
                </a:lnTo>
                <a:lnTo>
                  <a:pt x="73" y="84"/>
                </a:lnTo>
                <a:lnTo>
                  <a:pt x="68" y="85"/>
                </a:lnTo>
                <a:lnTo>
                  <a:pt x="63" y="87"/>
                </a:lnTo>
                <a:lnTo>
                  <a:pt x="58" y="88"/>
                </a:lnTo>
                <a:lnTo>
                  <a:pt x="53" y="88"/>
                </a:lnTo>
                <a:lnTo>
                  <a:pt x="48" y="90"/>
                </a:lnTo>
                <a:lnTo>
                  <a:pt x="42" y="90"/>
                </a:lnTo>
                <a:lnTo>
                  <a:pt x="37" y="91"/>
                </a:lnTo>
                <a:lnTo>
                  <a:pt x="32" y="92"/>
                </a:lnTo>
                <a:lnTo>
                  <a:pt x="26" y="92"/>
                </a:lnTo>
                <a:lnTo>
                  <a:pt x="22" y="92"/>
                </a:lnTo>
                <a:lnTo>
                  <a:pt x="20" y="91"/>
                </a:lnTo>
                <a:lnTo>
                  <a:pt x="18" y="90"/>
                </a:lnTo>
                <a:lnTo>
                  <a:pt x="15" y="89"/>
                </a:lnTo>
                <a:lnTo>
                  <a:pt x="14" y="88"/>
                </a:lnTo>
                <a:lnTo>
                  <a:pt x="12" y="87"/>
                </a:lnTo>
                <a:lnTo>
                  <a:pt x="11" y="84"/>
                </a:lnTo>
                <a:lnTo>
                  <a:pt x="10" y="83"/>
                </a:lnTo>
                <a:lnTo>
                  <a:pt x="10" y="81"/>
                </a:lnTo>
                <a:lnTo>
                  <a:pt x="9" y="78"/>
                </a:lnTo>
                <a:lnTo>
                  <a:pt x="9" y="78"/>
                </a:lnTo>
                <a:close/>
                <a:moveTo>
                  <a:pt x="16" y="76"/>
                </a:moveTo>
                <a:lnTo>
                  <a:pt x="16" y="78"/>
                </a:lnTo>
                <a:lnTo>
                  <a:pt x="18" y="80"/>
                </a:lnTo>
                <a:lnTo>
                  <a:pt x="18" y="80"/>
                </a:lnTo>
                <a:lnTo>
                  <a:pt x="19" y="81"/>
                </a:lnTo>
                <a:lnTo>
                  <a:pt x="21" y="82"/>
                </a:lnTo>
                <a:lnTo>
                  <a:pt x="22" y="83"/>
                </a:lnTo>
                <a:lnTo>
                  <a:pt x="24" y="83"/>
                </a:lnTo>
                <a:lnTo>
                  <a:pt x="26" y="84"/>
                </a:lnTo>
                <a:lnTo>
                  <a:pt x="28" y="84"/>
                </a:lnTo>
                <a:lnTo>
                  <a:pt x="31" y="84"/>
                </a:lnTo>
                <a:lnTo>
                  <a:pt x="36" y="83"/>
                </a:lnTo>
                <a:lnTo>
                  <a:pt x="43" y="82"/>
                </a:lnTo>
                <a:lnTo>
                  <a:pt x="50" y="80"/>
                </a:lnTo>
                <a:lnTo>
                  <a:pt x="56" y="80"/>
                </a:lnTo>
                <a:lnTo>
                  <a:pt x="62" y="77"/>
                </a:lnTo>
                <a:lnTo>
                  <a:pt x="69" y="76"/>
                </a:lnTo>
                <a:lnTo>
                  <a:pt x="74" y="74"/>
                </a:lnTo>
                <a:lnTo>
                  <a:pt x="79" y="72"/>
                </a:lnTo>
                <a:lnTo>
                  <a:pt x="82" y="71"/>
                </a:lnTo>
                <a:lnTo>
                  <a:pt x="84" y="70"/>
                </a:lnTo>
                <a:lnTo>
                  <a:pt x="86" y="68"/>
                </a:lnTo>
                <a:lnTo>
                  <a:pt x="87" y="68"/>
                </a:lnTo>
                <a:lnTo>
                  <a:pt x="88" y="66"/>
                </a:lnTo>
                <a:lnTo>
                  <a:pt x="90" y="64"/>
                </a:lnTo>
                <a:lnTo>
                  <a:pt x="90" y="64"/>
                </a:lnTo>
                <a:lnTo>
                  <a:pt x="90" y="63"/>
                </a:lnTo>
                <a:lnTo>
                  <a:pt x="91" y="60"/>
                </a:lnTo>
                <a:lnTo>
                  <a:pt x="91" y="59"/>
                </a:lnTo>
                <a:lnTo>
                  <a:pt x="90" y="57"/>
                </a:lnTo>
                <a:lnTo>
                  <a:pt x="89" y="56"/>
                </a:lnTo>
                <a:lnTo>
                  <a:pt x="88" y="56"/>
                </a:lnTo>
                <a:lnTo>
                  <a:pt x="87" y="55"/>
                </a:lnTo>
                <a:lnTo>
                  <a:pt x="86" y="54"/>
                </a:lnTo>
                <a:lnTo>
                  <a:pt x="84" y="53"/>
                </a:lnTo>
                <a:lnTo>
                  <a:pt x="82" y="52"/>
                </a:lnTo>
                <a:lnTo>
                  <a:pt x="80" y="52"/>
                </a:lnTo>
                <a:lnTo>
                  <a:pt x="78" y="52"/>
                </a:lnTo>
                <a:lnTo>
                  <a:pt x="75" y="52"/>
                </a:lnTo>
                <a:lnTo>
                  <a:pt x="70" y="52"/>
                </a:lnTo>
                <a:lnTo>
                  <a:pt x="64" y="53"/>
                </a:lnTo>
                <a:lnTo>
                  <a:pt x="58" y="55"/>
                </a:lnTo>
                <a:lnTo>
                  <a:pt x="50" y="56"/>
                </a:lnTo>
                <a:lnTo>
                  <a:pt x="44" y="58"/>
                </a:lnTo>
                <a:lnTo>
                  <a:pt x="38" y="60"/>
                </a:lnTo>
                <a:lnTo>
                  <a:pt x="32" y="61"/>
                </a:lnTo>
                <a:lnTo>
                  <a:pt x="27" y="64"/>
                </a:lnTo>
                <a:lnTo>
                  <a:pt x="25" y="64"/>
                </a:lnTo>
                <a:lnTo>
                  <a:pt x="22" y="66"/>
                </a:lnTo>
                <a:lnTo>
                  <a:pt x="21" y="67"/>
                </a:lnTo>
                <a:lnTo>
                  <a:pt x="19" y="68"/>
                </a:lnTo>
                <a:lnTo>
                  <a:pt x="18" y="70"/>
                </a:lnTo>
                <a:lnTo>
                  <a:pt x="17" y="71"/>
                </a:lnTo>
                <a:lnTo>
                  <a:pt x="17" y="72"/>
                </a:lnTo>
                <a:lnTo>
                  <a:pt x="16" y="74"/>
                </a:lnTo>
                <a:lnTo>
                  <a:pt x="15" y="75"/>
                </a:lnTo>
                <a:lnTo>
                  <a:pt x="16" y="76"/>
                </a:lnTo>
                <a:lnTo>
                  <a:pt x="16" y="76"/>
                </a:lnTo>
                <a:close/>
                <a:moveTo>
                  <a:pt x="23" y="128"/>
                </a:moveTo>
                <a:lnTo>
                  <a:pt x="25" y="132"/>
                </a:lnTo>
                <a:lnTo>
                  <a:pt x="26" y="135"/>
                </a:lnTo>
                <a:lnTo>
                  <a:pt x="27" y="136"/>
                </a:lnTo>
                <a:lnTo>
                  <a:pt x="29" y="137"/>
                </a:lnTo>
                <a:lnTo>
                  <a:pt x="30" y="139"/>
                </a:lnTo>
                <a:lnTo>
                  <a:pt x="32" y="140"/>
                </a:lnTo>
                <a:lnTo>
                  <a:pt x="34" y="140"/>
                </a:lnTo>
                <a:lnTo>
                  <a:pt x="35" y="140"/>
                </a:lnTo>
                <a:lnTo>
                  <a:pt x="37" y="141"/>
                </a:lnTo>
                <a:lnTo>
                  <a:pt x="39" y="141"/>
                </a:lnTo>
                <a:lnTo>
                  <a:pt x="41" y="141"/>
                </a:lnTo>
                <a:lnTo>
                  <a:pt x="43" y="141"/>
                </a:lnTo>
                <a:lnTo>
                  <a:pt x="45" y="140"/>
                </a:lnTo>
                <a:lnTo>
                  <a:pt x="47" y="140"/>
                </a:lnTo>
                <a:lnTo>
                  <a:pt x="115" y="116"/>
                </a:lnTo>
                <a:lnTo>
                  <a:pt x="112" y="108"/>
                </a:lnTo>
                <a:lnTo>
                  <a:pt x="44" y="132"/>
                </a:lnTo>
                <a:lnTo>
                  <a:pt x="42" y="132"/>
                </a:lnTo>
                <a:lnTo>
                  <a:pt x="39" y="132"/>
                </a:lnTo>
                <a:lnTo>
                  <a:pt x="38" y="132"/>
                </a:lnTo>
                <a:lnTo>
                  <a:pt x="36" y="132"/>
                </a:lnTo>
                <a:lnTo>
                  <a:pt x="34" y="130"/>
                </a:lnTo>
                <a:lnTo>
                  <a:pt x="32" y="129"/>
                </a:lnTo>
                <a:lnTo>
                  <a:pt x="31" y="128"/>
                </a:lnTo>
                <a:lnTo>
                  <a:pt x="30" y="125"/>
                </a:lnTo>
                <a:lnTo>
                  <a:pt x="30" y="124"/>
                </a:lnTo>
                <a:lnTo>
                  <a:pt x="30" y="121"/>
                </a:lnTo>
                <a:lnTo>
                  <a:pt x="30" y="119"/>
                </a:lnTo>
                <a:lnTo>
                  <a:pt x="31" y="116"/>
                </a:lnTo>
                <a:lnTo>
                  <a:pt x="32" y="115"/>
                </a:lnTo>
                <a:lnTo>
                  <a:pt x="34" y="112"/>
                </a:lnTo>
                <a:lnTo>
                  <a:pt x="36" y="112"/>
                </a:lnTo>
                <a:lnTo>
                  <a:pt x="38" y="110"/>
                </a:lnTo>
                <a:lnTo>
                  <a:pt x="105" y="88"/>
                </a:lnTo>
                <a:lnTo>
                  <a:pt x="103" y="80"/>
                </a:lnTo>
                <a:lnTo>
                  <a:pt x="36" y="102"/>
                </a:lnTo>
                <a:lnTo>
                  <a:pt x="34" y="103"/>
                </a:lnTo>
                <a:lnTo>
                  <a:pt x="32" y="104"/>
                </a:lnTo>
                <a:lnTo>
                  <a:pt x="30" y="105"/>
                </a:lnTo>
                <a:lnTo>
                  <a:pt x="29" y="107"/>
                </a:lnTo>
                <a:lnTo>
                  <a:pt x="27" y="108"/>
                </a:lnTo>
                <a:lnTo>
                  <a:pt x="26" y="109"/>
                </a:lnTo>
                <a:lnTo>
                  <a:pt x="25" y="112"/>
                </a:lnTo>
                <a:lnTo>
                  <a:pt x="24" y="113"/>
                </a:lnTo>
                <a:lnTo>
                  <a:pt x="23" y="115"/>
                </a:lnTo>
                <a:lnTo>
                  <a:pt x="22" y="117"/>
                </a:lnTo>
                <a:lnTo>
                  <a:pt x="22" y="119"/>
                </a:lnTo>
                <a:lnTo>
                  <a:pt x="22" y="120"/>
                </a:lnTo>
                <a:lnTo>
                  <a:pt x="22" y="124"/>
                </a:lnTo>
                <a:lnTo>
                  <a:pt x="23" y="128"/>
                </a:lnTo>
                <a:lnTo>
                  <a:pt x="23" y="128"/>
                </a:lnTo>
                <a:close/>
                <a:moveTo>
                  <a:pt x="110" y="122"/>
                </a:moveTo>
                <a:lnTo>
                  <a:pt x="116" y="119"/>
                </a:lnTo>
                <a:lnTo>
                  <a:pt x="130" y="151"/>
                </a:lnTo>
                <a:lnTo>
                  <a:pt x="123" y="153"/>
                </a:lnTo>
                <a:lnTo>
                  <a:pt x="118" y="141"/>
                </a:lnTo>
                <a:lnTo>
                  <a:pt x="42" y="172"/>
                </a:lnTo>
                <a:lnTo>
                  <a:pt x="38" y="164"/>
                </a:lnTo>
                <a:lnTo>
                  <a:pt x="114" y="133"/>
                </a:lnTo>
                <a:lnTo>
                  <a:pt x="110" y="122"/>
                </a:lnTo>
                <a:lnTo>
                  <a:pt x="110" y="122"/>
                </a:lnTo>
                <a:close/>
                <a:moveTo>
                  <a:pt x="73" y="232"/>
                </a:moveTo>
                <a:lnTo>
                  <a:pt x="153" y="190"/>
                </a:lnTo>
                <a:lnTo>
                  <a:pt x="149" y="183"/>
                </a:lnTo>
                <a:lnTo>
                  <a:pt x="115" y="200"/>
                </a:lnTo>
                <a:lnTo>
                  <a:pt x="103" y="177"/>
                </a:lnTo>
                <a:lnTo>
                  <a:pt x="137" y="163"/>
                </a:lnTo>
                <a:lnTo>
                  <a:pt x="133" y="155"/>
                </a:lnTo>
                <a:lnTo>
                  <a:pt x="50" y="192"/>
                </a:lnTo>
                <a:lnTo>
                  <a:pt x="54" y="200"/>
                </a:lnTo>
                <a:lnTo>
                  <a:pt x="95" y="180"/>
                </a:lnTo>
                <a:lnTo>
                  <a:pt x="108" y="204"/>
                </a:lnTo>
                <a:lnTo>
                  <a:pt x="69" y="225"/>
                </a:lnTo>
                <a:lnTo>
                  <a:pt x="73" y="2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5" name="iṩ1íḋé">
            <a:extLst>
              <a:ext uri="{FF2B5EF4-FFF2-40B4-BE49-F238E27FC236}">
                <a16:creationId xmlns:a16="http://schemas.microsoft.com/office/drawing/2014/main" id="{4E0EE409-826A-464F-ADC1-EF8340E73220}"/>
              </a:ext>
            </a:extLst>
          </p:cNvPr>
          <p:cNvSpPr>
            <a:spLocks noGrp="1"/>
          </p:cNvSpPr>
          <p:nvPr/>
        </p:nvSpPr>
        <p:spPr>
          <a:xfrm>
            <a:off x="790560" y="883080"/>
            <a:ext cx="83160" cy="83880"/>
          </a:xfrm>
          <a:custGeom>
            <a:avLst/>
            <a:gdLst>
              <a:gd name="textAreaLeft" fmla="*/ 0 w 83160"/>
              <a:gd name="textAreaRight" fmla="*/ 83520 w 83160"/>
              <a:gd name="textAreaTop" fmla="*/ 0 h 83880"/>
              <a:gd name="textAreaBottom" fmla="*/ 84240 h 83880"/>
              <a:gd name="GluePoint1X" fmla="*/ 20 w 191"/>
              <a:gd name="GluePoint1Y" fmla="*/ 59 h 193"/>
              <a:gd name="GluePoint2X" fmla="*/ 13 w 191"/>
              <a:gd name="GluePoint2Y" fmla="*/ 60 h 193"/>
              <a:gd name="GluePoint3X" fmla="*/ 9 w 191"/>
              <a:gd name="GluePoint3Y" fmla="*/ 56 h 193"/>
              <a:gd name="GluePoint4X" fmla="*/ 8 w 191"/>
              <a:gd name="GluePoint4Y" fmla="*/ 50 h 193"/>
              <a:gd name="GluePoint5X" fmla="*/ 10 w 191"/>
              <a:gd name="GluePoint5Y" fmla="*/ 45 h 193"/>
              <a:gd name="GluePoint6X" fmla="*/ 14 w 191"/>
              <a:gd name="GluePoint6Y" fmla="*/ 39 h 193"/>
              <a:gd name="GluePoint7X" fmla="*/ 24 w 191"/>
              <a:gd name="GluePoint7Y" fmla="*/ 30 h 193"/>
              <a:gd name="GluePoint8X" fmla="*/ 38 w 191"/>
              <a:gd name="GluePoint8Y" fmla="*/ 19 h 193"/>
              <a:gd name="GluePoint9X" fmla="*/ 52 w 191"/>
              <a:gd name="GluePoint9Y" fmla="*/ 12 h 193"/>
              <a:gd name="GluePoint10X" fmla="*/ 60 w 191"/>
              <a:gd name="GluePoint10Y" fmla="*/ 10 h 193"/>
              <a:gd name="GluePoint11X" fmla="*/ 65 w 191"/>
              <a:gd name="GluePoint11Y" fmla="*/ 10 h 193"/>
              <a:gd name="GluePoint12X" fmla="*/ 69 w 191"/>
              <a:gd name="GluePoint12Y" fmla="*/ 12 h 193"/>
              <a:gd name="GluePoint13X" fmla="*/ 71 w 191"/>
              <a:gd name="GluePoint13Y" fmla="*/ 18 h 193"/>
              <a:gd name="GluePoint14X" fmla="*/ 69 w 191"/>
              <a:gd name="GluePoint14Y" fmla="*/ 24 h 193"/>
              <a:gd name="GluePoint15X" fmla="*/ 61 w 191"/>
              <a:gd name="GluePoint15Y" fmla="*/ 32 h 193"/>
              <a:gd name="GluePoint16X" fmla="*/ 69 w 191"/>
              <a:gd name="GluePoint16Y" fmla="*/ 36 h 193"/>
              <a:gd name="GluePoint17X" fmla="*/ 75 w 191"/>
              <a:gd name="GluePoint17Y" fmla="*/ 31 h 193"/>
              <a:gd name="GluePoint18X" fmla="*/ 77 w 191"/>
              <a:gd name="GluePoint18Y" fmla="*/ 25 h 193"/>
              <a:gd name="GluePoint19X" fmla="*/ 79 w 191"/>
              <a:gd name="GluePoint19Y" fmla="*/ 19 h 193"/>
              <a:gd name="GluePoint20X" fmla="*/ 78 w 191"/>
              <a:gd name="GluePoint20Y" fmla="*/ 13 h 193"/>
              <a:gd name="GluePoint21X" fmla="*/ 75 w 191"/>
              <a:gd name="GluePoint21Y" fmla="*/ 7 h 193"/>
              <a:gd name="GluePoint22X" fmla="*/ 71 w 191"/>
              <a:gd name="GluePoint22Y" fmla="*/ 3 h 193"/>
              <a:gd name="GluePoint23X" fmla="*/ 64 w 191"/>
              <a:gd name="GluePoint23Y" fmla="*/ 0 h 193"/>
              <a:gd name="GluePoint24X" fmla="*/ 55 w 191"/>
              <a:gd name="GluePoint24Y" fmla="*/ 2 h 193"/>
              <a:gd name="GluePoint25X" fmla="*/ 42 w 191"/>
              <a:gd name="GluePoint25Y" fmla="*/ 7 h 193"/>
              <a:gd name="GluePoint26X" fmla="*/ 29 w 191"/>
              <a:gd name="GluePoint26Y" fmla="*/ 16 h 193"/>
              <a:gd name="GluePoint27X" fmla="*/ 17 w 191"/>
              <a:gd name="GluePoint27Y" fmla="*/ 25 h 193"/>
              <a:gd name="GluePoint28X" fmla="*/ 8 w 191"/>
              <a:gd name="GluePoint28Y" fmla="*/ 35 h 193"/>
              <a:gd name="GluePoint29X" fmla="*/ 2 w 191"/>
              <a:gd name="GluePoint29Y" fmla="*/ 43 h 193"/>
              <a:gd name="GluePoint30X" fmla="*/ 0 w 191"/>
              <a:gd name="GluePoint30Y" fmla="*/ 51 h 193"/>
              <a:gd name="GluePoint31X" fmla="*/ 2 w 191"/>
              <a:gd name="GluePoint31Y" fmla="*/ 58 h 193"/>
              <a:gd name="GluePoint32X" fmla="*/ 5 w 191"/>
              <a:gd name="GluePoint32Y" fmla="*/ 64 h 193"/>
              <a:gd name="GluePoint33X" fmla="*/ 9 w 191"/>
              <a:gd name="GluePoint33Y" fmla="*/ 67 h 193"/>
              <a:gd name="GluePoint34X" fmla="*/ 14 w 191"/>
              <a:gd name="GluePoint34Y" fmla="*/ 69 h 193"/>
              <a:gd name="GluePoint35X" fmla="*/ 20 w 191"/>
              <a:gd name="GluePoint35Y" fmla="*/ 68 h 193"/>
              <a:gd name="GluePoint36X" fmla="*/ 28 w 191"/>
              <a:gd name="GluePoint36Y" fmla="*/ 65 h 193"/>
              <a:gd name="GluePoint37X" fmla="*/ 29 w 191"/>
              <a:gd name="GluePoint37Y" fmla="*/ 55 h 193"/>
              <a:gd name="GluePoint38X" fmla="*/ 43 w 191"/>
              <a:gd name="GluePoint38Y" fmla="*/ 107 h 193"/>
              <a:gd name="GluePoint39X" fmla="*/ 27 w 191"/>
              <a:gd name="GluePoint39Y" fmla="*/ 89 h 193"/>
              <a:gd name="GluePoint40X" fmla="*/ 97 w 191"/>
              <a:gd name="GluePoint40Y" fmla="*/ 33 h 193"/>
              <a:gd name="GluePoint41X" fmla="*/ 110 w 191"/>
              <a:gd name="GluePoint41Y" fmla="*/ 47 h 193"/>
              <a:gd name="GluePoint42X" fmla="*/ 48 w 191"/>
              <a:gd name="GluePoint42Y" fmla="*/ 112 h 193"/>
              <a:gd name="GluePoint43X" fmla="*/ 124 w 191"/>
              <a:gd name="GluePoint43Y" fmla="*/ 60 h 193"/>
              <a:gd name="GluePoint44X" fmla="*/ 64 w 191"/>
              <a:gd name="GluePoint44Y" fmla="*/ 127 h 193"/>
              <a:gd name="GluePoint45X" fmla="*/ 169 w 191"/>
              <a:gd name="GluePoint45Y" fmla="*/ 95 h 193"/>
              <a:gd name="GluePoint46X" fmla="*/ 149 w 191"/>
              <a:gd name="GluePoint46Y" fmla="*/ 82 h 193"/>
              <a:gd name="GluePoint47X" fmla="*/ 82 w 191"/>
              <a:gd name="GluePoint47Y" fmla="*/ 143 h 193"/>
              <a:gd name="GluePoint48X" fmla="*/ 99 w 191"/>
              <a:gd name="GluePoint48Y" fmla="*/ 156 h 193"/>
              <a:gd name="GluePoint49X" fmla="*/ 145 w 191"/>
              <a:gd name="GluePoint49Y" fmla="*/ 188 h 193"/>
              <a:gd name="GluePoint50X" fmla="*/ 182 w 191"/>
              <a:gd name="GluePoint50Y" fmla="*/ 105 h 193"/>
              <a:gd name="GluePoint51X" fmla="*/ 147 w 191"/>
              <a:gd name="GluePoint51Y" fmla="*/ 148 h 193"/>
              <a:gd name="GluePoint52X" fmla="*/ 153 w 191"/>
              <a:gd name="GluePoint52Y" fmla="*/ 143 h 193"/>
            </a:gdLst>
            <a:ahLst/>
            <a:cxnLst/>
            <a:rect l="textAreaLeft" t="textAreaTop" r="textAreaRight" b="textAreaBottom"/>
            <a:pathLst>
              <a:path w="191" h="193">
                <a:moveTo>
                  <a:pt x="29" y="55"/>
                </a:moveTo>
                <a:lnTo>
                  <a:pt x="24" y="57"/>
                </a:lnTo>
                <a:lnTo>
                  <a:pt x="20" y="59"/>
                </a:lnTo>
                <a:lnTo>
                  <a:pt x="17" y="60"/>
                </a:lnTo>
                <a:lnTo>
                  <a:pt x="15" y="60"/>
                </a:lnTo>
                <a:lnTo>
                  <a:pt x="13" y="60"/>
                </a:lnTo>
                <a:lnTo>
                  <a:pt x="12" y="59"/>
                </a:lnTo>
                <a:lnTo>
                  <a:pt x="10" y="58"/>
                </a:lnTo>
                <a:lnTo>
                  <a:pt x="9" y="56"/>
                </a:lnTo>
                <a:lnTo>
                  <a:pt x="8" y="54"/>
                </a:lnTo>
                <a:lnTo>
                  <a:pt x="8" y="51"/>
                </a:lnTo>
                <a:lnTo>
                  <a:pt x="8" y="50"/>
                </a:lnTo>
                <a:lnTo>
                  <a:pt x="8" y="48"/>
                </a:lnTo>
                <a:lnTo>
                  <a:pt x="9" y="47"/>
                </a:lnTo>
                <a:lnTo>
                  <a:pt x="10" y="45"/>
                </a:lnTo>
                <a:lnTo>
                  <a:pt x="11" y="43"/>
                </a:lnTo>
                <a:lnTo>
                  <a:pt x="12" y="42"/>
                </a:lnTo>
                <a:lnTo>
                  <a:pt x="14" y="39"/>
                </a:lnTo>
                <a:lnTo>
                  <a:pt x="16" y="37"/>
                </a:lnTo>
                <a:lnTo>
                  <a:pt x="20" y="33"/>
                </a:lnTo>
                <a:lnTo>
                  <a:pt x="24" y="30"/>
                </a:lnTo>
                <a:lnTo>
                  <a:pt x="28" y="27"/>
                </a:lnTo>
                <a:lnTo>
                  <a:pt x="33" y="23"/>
                </a:lnTo>
                <a:lnTo>
                  <a:pt x="38" y="19"/>
                </a:lnTo>
                <a:lnTo>
                  <a:pt x="43" y="17"/>
                </a:lnTo>
                <a:lnTo>
                  <a:pt x="48" y="15"/>
                </a:lnTo>
                <a:lnTo>
                  <a:pt x="52" y="12"/>
                </a:lnTo>
                <a:lnTo>
                  <a:pt x="56" y="11"/>
                </a:lnTo>
                <a:lnTo>
                  <a:pt x="58" y="10"/>
                </a:lnTo>
                <a:lnTo>
                  <a:pt x="60" y="10"/>
                </a:lnTo>
                <a:lnTo>
                  <a:pt x="61" y="9"/>
                </a:lnTo>
                <a:lnTo>
                  <a:pt x="64" y="9"/>
                </a:lnTo>
                <a:lnTo>
                  <a:pt x="65" y="10"/>
                </a:lnTo>
                <a:lnTo>
                  <a:pt x="66" y="10"/>
                </a:lnTo>
                <a:lnTo>
                  <a:pt x="67" y="11"/>
                </a:lnTo>
                <a:lnTo>
                  <a:pt x="69" y="12"/>
                </a:lnTo>
                <a:lnTo>
                  <a:pt x="70" y="14"/>
                </a:lnTo>
                <a:lnTo>
                  <a:pt x="71" y="16"/>
                </a:lnTo>
                <a:lnTo>
                  <a:pt x="71" y="18"/>
                </a:lnTo>
                <a:lnTo>
                  <a:pt x="71" y="19"/>
                </a:lnTo>
                <a:lnTo>
                  <a:pt x="71" y="22"/>
                </a:lnTo>
                <a:lnTo>
                  <a:pt x="69" y="24"/>
                </a:lnTo>
                <a:lnTo>
                  <a:pt x="68" y="27"/>
                </a:lnTo>
                <a:lnTo>
                  <a:pt x="65" y="29"/>
                </a:lnTo>
                <a:lnTo>
                  <a:pt x="61" y="32"/>
                </a:lnTo>
                <a:lnTo>
                  <a:pt x="65" y="39"/>
                </a:lnTo>
                <a:lnTo>
                  <a:pt x="67" y="38"/>
                </a:lnTo>
                <a:lnTo>
                  <a:pt x="69" y="36"/>
                </a:lnTo>
                <a:lnTo>
                  <a:pt x="71" y="35"/>
                </a:lnTo>
                <a:lnTo>
                  <a:pt x="73" y="33"/>
                </a:lnTo>
                <a:lnTo>
                  <a:pt x="75" y="31"/>
                </a:lnTo>
                <a:lnTo>
                  <a:pt x="76" y="29"/>
                </a:lnTo>
                <a:lnTo>
                  <a:pt x="77" y="27"/>
                </a:lnTo>
                <a:lnTo>
                  <a:pt x="77" y="25"/>
                </a:lnTo>
                <a:lnTo>
                  <a:pt x="78" y="23"/>
                </a:lnTo>
                <a:lnTo>
                  <a:pt x="79" y="21"/>
                </a:lnTo>
                <a:lnTo>
                  <a:pt x="79" y="19"/>
                </a:lnTo>
                <a:lnTo>
                  <a:pt x="79" y="17"/>
                </a:lnTo>
                <a:lnTo>
                  <a:pt x="78" y="15"/>
                </a:lnTo>
                <a:lnTo>
                  <a:pt x="78" y="13"/>
                </a:lnTo>
                <a:lnTo>
                  <a:pt x="77" y="11"/>
                </a:lnTo>
                <a:lnTo>
                  <a:pt x="77" y="9"/>
                </a:lnTo>
                <a:lnTo>
                  <a:pt x="75" y="7"/>
                </a:lnTo>
                <a:lnTo>
                  <a:pt x="74" y="5"/>
                </a:lnTo>
                <a:lnTo>
                  <a:pt x="73" y="3"/>
                </a:lnTo>
                <a:lnTo>
                  <a:pt x="71" y="3"/>
                </a:lnTo>
                <a:lnTo>
                  <a:pt x="69" y="1"/>
                </a:lnTo>
                <a:lnTo>
                  <a:pt x="66" y="1"/>
                </a:lnTo>
                <a:lnTo>
                  <a:pt x="64" y="0"/>
                </a:lnTo>
                <a:lnTo>
                  <a:pt x="61" y="0"/>
                </a:lnTo>
                <a:lnTo>
                  <a:pt x="58" y="1"/>
                </a:lnTo>
                <a:lnTo>
                  <a:pt x="55" y="2"/>
                </a:lnTo>
                <a:lnTo>
                  <a:pt x="51" y="3"/>
                </a:lnTo>
                <a:lnTo>
                  <a:pt x="47" y="5"/>
                </a:lnTo>
                <a:lnTo>
                  <a:pt x="42" y="7"/>
                </a:lnTo>
                <a:lnTo>
                  <a:pt x="38" y="10"/>
                </a:lnTo>
                <a:lnTo>
                  <a:pt x="34" y="13"/>
                </a:lnTo>
                <a:lnTo>
                  <a:pt x="29" y="16"/>
                </a:lnTo>
                <a:lnTo>
                  <a:pt x="24" y="19"/>
                </a:lnTo>
                <a:lnTo>
                  <a:pt x="20" y="22"/>
                </a:lnTo>
                <a:lnTo>
                  <a:pt x="17" y="25"/>
                </a:lnTo>
                <a:lnTo>
                  <a:pt x="13" y="29"/>
                </a:lnTo>
                <a:lnTo>
                  <a:pt x="10" y="32"/>
                </a:lnTo>
                <a:lnTo>
                  <a:pt x="8" y="35"/>
                </a:lnTo>
                <a:lnTo>
                  <a:pt x="5" y="38"/>
                </a:lnTo>
                <a:lnTo>
                  <a:pt x="4" y="41"/>
                </a:lnTo>
                <a:lnTo>
                  <a:pt x="2" y="43"/>
                </a:lnTo>
                <a:lnTo>
                  <a:pt x="1" y="46"/>
                </a:lnTo>
                <a:lnTo>
                  <a:pt x="0" y="48"/>
                </a:lnTo>
                <a:lnTo>
                  <a:pt x="0" y="51"/>
                </a:lnTo>
                <a:lnTo>
                  <a:pt x="0" y="53"/>
                </a:lnTo>
                <a:lnTo>
                  <a:pt x="0" y="55"/>
                </a:lnTo>
                <a:lnTo>
                  <a:pt x="2" y="58"/>
                </a:lnTo>
                <a:lnTo>
                  <a:pt x="3" y="60"/>
                </a:lnTo>
                <a:lnTo>
                  <a:pt x="4" y="63"/>
                </a:lnTo>
                <a:lnTo>
                  <a:pt x="5" y="64"/>
                </a:lnTo>
                <a:lnTo>
                  <a:pt x="6" y="66"/>
                </a:lnTo>
                <a:lnTo>
                  <a:pt x="8" y="67"/>
                </a:lnTo>
                <a:lnTo>
                  <a:pt x="9" y="67"/>
                </a:lnTo>
                <a:lnTo>
                  <a:pt x="11" y="68"/>
                </a:lnTo>
                <a:lnTo>
                  <a:pt x="12" y="69"/>
                </a:lnTo>
                <a:lnTo>
                  <a:pt x="14" y="69"/>
                </a:lnTo>
                <a:lnTo>
                  <a:pt x="16" y="69"/>
                </a:lnTo>
                <a:lnTo>
                  <a:pt x="19" y="69"/>
                </a:lnTo>
                <a:lnTo>
                  <a:pt x="20" y="68"/>
                </a:lnTo>
                <a:lnTo>
                  <a:pt x="23" y="67"/>
                </a:lnTo>
                <a:lnTo>
                  <a:pt x="25" y="67"/>
                </a:lnTo>
                <a:lnTo>
                  <a:pt x="28" y="65"/>
                </a:lnTo>
                <a:lnTo>
                  <a:pt x="30" y="63"/>
                </a:lnTo>
                <a:lnTo>
                  <a:pt x="33" y="62"/>
                </a:lnTo>
                <a:lnTo>
                  <a:pt x="29" y="55"/>
                </a:lnTo>
                <a:lnTo>
                  <a:pt x="29" y="55"/>
                </a:lnTo>
                <a:close/>
                <a:moveTo>
                  <a:pt x="48" y="112"/>
                </a:moveTo>
                <a:lnTo>
                  <a:pt x="43" y="107"/>
                </a:lnTo>
                <a:lnTo>
                  <a:pt x="78" y="76"/>
                </a:lnTo>
                <a:lnTo>
                  <a:pt x="64" y="59"/>
                </a:lnTo>
                <a:lnTo>
                  <a:pt x="27" y="89"/>
                </a:lnTo>
                <a:lnTo>
                  <a:pt x="21" y="83"/>
                </a:lnTo>
                <a:lnTo>
                  <a:pt x="91" y="27"/>
                </a:lnTo>
                <a:lnTo>
                  <a:pt x="97" y="33"/>
                </a:lnTo>
                <a:lnTo>
                  <a:pt x="70" y="54"/>
                </a:lnTo>
                <a:lnTo>
                  <a:pt x="84" y="71"/>
                </a:lnTo>
                <a:lnTo>
                  <a:pt x="110" y="47"/>
                </a:lnTo>
                <a:lnTo>
                  <a:pt x="116" y="53"/>
                </a:lnTo>
                <a:lnTo>
                  <a:pt x="48" y="112"/>
                </a:lnTo>
                <a:lnTo>
                  <a:pt x="48" y="112"/>
                </a:lnTo>
                <a:close/>
                <a:moveTo>
                  <a:pt x="64" y="127"/>
                </a:moveTo>
                <a:lnTo>
                  <a:pt x="58" y="121"/>
                </a:lnTo>
                <a:lnTo>
                  <a:pt x="124" y="60"/>
                </a:lnTo>
                <a:lnTo>
                  <a:pt x="130" y="66"/>
                </a:lnTo>
                <a:lnTo>
                  <a:pt x="64" y="127"/>
                </a:lnTo>
                <a:lnTo>
                  <a:pt x="64" y="127"/>
                </a:lnTo>
                <a:close/>
                <a:moveTo>
                  <a:pt x="99" y="156"/>
                </a:moveTo>
                <a:lnTo>
                  <a:pt x="105" y="161"/>
                </a:lnTo>
                <a:lnTo>
                  <a:pt x="169" y="95"/>
                </a:lnTo>
                <a:lnTo>
                  <a:pt x="163" y="91"/>
                </a:lnTo>
                <a:lnTo>
                  <a:pt x="122" y="131"/>
                </a:lnTo>
                <a:lnTo>
                  <a:pt x="149" y="82"/>
                </a:lnTo>
                <a:lnTo>
                  <a:pt x="139" y="74"/>
                </a:lnTo>
                <a:lnTo>
                  <a:pt x="75" y="136"/>
                </a:lnTo>
                <a:lnTo>
                  <a:pt x="82" y="143"/>
                </a:lnTo>
                <a:lnTo>
                  <a:pt x="137" y="86"/>
                </a:lnTo>
                <a:lnTo>
                  <a:pt x="99" y="156"/>
                </a:lnTo>
                <a:lnTo>
                  <a:pt x="99" y="156"/>
                </a:lnTo>
                <a:close/>
                <a:moveTo>
                  <a:pt x="147" y="148"/>
                </a:moveTo>
                <a:lnTo>
                  <a:pt x="160" y="159"/>
                </a:lnTo>
                <a:lnTo>
                  <a:pt x="145" y="188"/>
                </a:lnTo>
                <a:lnTo>
                  <a:pt x="153" y="193"/>
                </a:lnTo>
                <a:lnTo>
                  <a:pt x="191" y="111"/>
                </a:lnTo>
                <a:lnTo>
                  <a:pt x="182" y="105"/>
                </a:lnTo>
                <a:lnTo>
                  <a:pt x="115" y="168"/>
                </a:lnTo>
                <a:lnTo>
                  <a:pt x="121" y="173"/>
                </a:lnTo>
                <a:lnTo>
                  <a:pt x="147" y="148"/>
                </a:lnTo>
                <a:lnTo>
                  <a:pt x="147" y="148"/>
                </a:lnTo>
                <a:close/>
                <a:moveTo>
                  <a:pt x="163" y="151"/>
                </a:moveTo>
                <a:lnTo>
                  <a:pt x="153" y="143"/>
                </a:lnTo>
                <a:lnTo>
                  <a:pt x="178" y="119"/>
                </a:lnTo>
                <a:lnTo>
                  <a:pt x="163" y="15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240" rIns="90000" bIns="39240" anchor="ctr">
            <a:noAutofit/>
          </a:bodyPr>
          <a:lstStyle/>
          <a:p>
            <a:endParaRPr/>
          </a:p>
        </p:txBody>
      </p:sp>
      <p:sp>
        <p:nvSpPr>
          <p:cNvPr id="26" name="ïś1ïḋe">
            <a:extLst>
              <a:ext uri="{FF2B5EF4-FFF2-40B4-BE49-F238E27FC236}">
                <a16:creationId xmlns:a16="http://schemas.microsoft.com/office/drawing/2014/main" id="{1D5B7E0E-24ED-4324-87B8-60F459ECD834}"/>
              </a:ext>
            </a:extLst>
          </p:cNvPr>
          <p:cNvSpPr>
            <a:spLocks noGrp="1"/>
          </p:cNvSpPr>
          <p:nvPr/>
        </p:nvSpPr>
        <p:spPr>
          <a:xfrm>
            <a:off x="997560" y="915480"/>
            <a:ext cx="10440" cy="19800"/>
          </a:xfrm>
          <a:custGeom>
            <a:avLst/>
            <a:gdLst>
              <a:gd name="textAreaLeft" fmla="*/ 0 w 10440"/>
              <a:gd name="textAreaRight" fmla="*/ 10800 w 10440"/>
              <a:gd name="textAreaTop" fmla="*/ 0 h 19800"/>
              <a:gd name="textAreaBottom" fmla="*/ 20160 h 19800"/>
              <a:gd name="GluePoint1X" fmla="*/ 13 w 25"/>
              <a:gd name="GluePoint1Y" fmla="*/ 0 h 46"/>
              <a:gd name="GluePoint2X" fmla="*/ 20 w 25"/>
              <a:gd name="GluePoint2Y" fmla="*/ 29 h 46"/>
              <a:gd name="GluePoint3X" fmla="*/ 24 w 25"/>
              <a:gd name="GluePoint3Y" fmla="*/ 28 h 46"/>
              <a:gd name="GluePoint4X" fmla="*/ 25 w 25"/>
              <a:gd name="GluePoint4Y" fmla="*/ 32 h 46"/>
              <a:gd name="GluePoint5X" fmla="*/ 21 w 25"/>
              <a:gd name="GluePoint5Y" fmla="*/ 33 h 46"/>
              <a:gd name="GluePoint6X" fmla="*/ 24 w 25"/>
              <a:gd name="GluePoint6Y" fmla="*/ 45 h 46"/>
              <a:gd name="GluePoint7X" fmla="*/ 20 w 25"/>
              <a:gd name="GluePoint7Y" fmla="*/ 46 h 46"/>
              <a:gd name="GluePoint8X" fmla="*/ 17 w 25"/>
              <a:gd name="GluePoint8Y" fmla="*/ 33 h 46"/>
              <a:gd name="GluePoint9X" fmla="*/ 2 w 25"/>
              <a:gd name="GluePoint9Y" fmla="*/ 37 h 46"/>
              <a:gd name="GluePoint10X" fmla="*/ 0 w 25"/>
              <a:gd name="GluePoint10Y" fmla="*/ 33 h 46"/>
              <a:gd name="GluePoint11X" fmla="*/ 11 w 25"/>
              <a:gd name="GluePoint11Y" fmla="*/ 0 h 46"/>
              <a:gd name="GluePoint12X" fmla="*/ 13 w 25"/>
              <a:gd name="GluePoint12Y" fmla="*/ 0 h 46"/>
              <a:gd name="GluePoint13X" fmla="*/ 13 w 25"/>
              <a:gd name="GluePoint13Y" fmla="*/ 0 h 46"/>
              <a:gd name="GluePoint14X" fmla="*/ 16 w 25"/>
              <a:gd name="GluePoint14Y" fmla="*/ 29 h 46"/>
              <a:gd name="GluePoint15X" fmla="*/ 11 w 25"/>
              <a:gd name="GluePoint15Y" fmla="*/ 7 h 46"/>
              <a:gd name="GluePoint16X" fmla="*/ 3 w 25"/>
              <a:gd name="GluePoint16Y" fmla="*/ 33 h 46"/>
              <a:gd name="GluePoint17X" fmla="*/ 16 w 25"/>
              <a:gd name="GluePoint17Y" fmla="*/ 29 h 46"/>
            </a:gdLst>
            <a:ahLst/>
            <a:cxnLst/>
            <a:rect l="textAreaLeft" t="textAreaTop" r="textAreaRight" b="textAreaBottom"/>
            <a:pathLst>
              <a:path w="25" h="46">
                <a:moveTo>
                  <a:pt x="13" y="0"/>
                </a:moveTo>
                <a:lnTo>
                  <a:pt x="20" y="29"/>
                </a:lnTo>
                <a:lnTo>
                  <a:pt x="24" y="28"/>
                </a:lnTo>
                <a:lnTo>
                  <a:pt x="25" y="32"/>
                </a:lnTo>
                <a:lnTo>
                  <a:pt x="21" y="33"/>
                </a:lnTo>
                <a:lnTo>
                  <a:pt x="24" y="45"/>
                </a:lnTo>
                <a:lnTo>
                  <a:pt x="20" y="46"/>
                </a:lnTo>
                <a:lnTo>
                  <a:pt x="17" y="33"/>
                </a:lnTo>
                <a:lnTo>
                  <a:pt x="2" y="37"/>
                </a:lnTo>
                <a:lnTo>
                  <a:pt x="0" y="33"/>
                </a:lnTo>
                <a:lnTo>
                  <a:pt x="11" y="0"/>
                </a:lnTo>
                <a:lnTo>
                  <a:pt x="13" y="0"/>
                </a:lnTo>
                <a:lnTo>
                  <a:pt x="13" y="0"/>
                </a:lnTo>
                <a:close/>
                <a:moveTo>
                  <a:pt x="16" y="29"/>
                </a:moveTo>
                <a:lnTo>
                  <a:pt x="11" y="7"/>
                </a:lnTo>
                <a:lnTo>
                  <a:pt x="3" y="33"/>
                </a:lnTo>
                <a:lnTo>
                  <a:pt x="16" y="29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ctr">
            <a:noAutofit/>
          </a:bodyPr>
          <a:lstStyle/>
          <a:p>
            <a:endParaRPr/>
          </a:p>
        </p:txBody>
      </p:sp>
      <p:sp>
        <p:nvSpPr>
          <p:cNvPr id="27" name="ís1íďe">
            <a:extLst>
              <a:ext uri="{FF2B5EF4-FFF2-40B4-BE49-F238E27FC236}">
                <a16:creationId xmlns:a16="http://schemas.microsoft.com/office/drawing/2014/main" id="{DBF1505C-A091-468F-B040-0E29F09C69B2}"/>
              </a:ext>
            </a:extLst>
          </p:cNvPr>
          <p:cNvSpPr>
            <a:spLocks noGrp="1"/>
          </p:cNvSpPr>
          <p:nvPr/>
        </p:nvSpPr>
        <p:spPr>
          <a:xfrm>
            <a:off x="936000" y="916560"/>
            <a:ext cx="10080" cy="19440"/>
          </a:xfrm>
          <a:custGeom>
            <a:avLst/>
            <a:gdLst>
              <a:gd name="textAreaLeft" fmla="*/ 0 w 10080"/>
              <a:gd name="textAreaRight" fmla="*/ 10440 w 10080"/>
              <a:gd name="textAreaTop" fmla="*/ 0 h 19440"/>
              <a:gd name="textAreaBottom" fmla="*/ 19800 h 19440"/>
              <a:gd name="GluePoint1X" fmla="*/ 16 w 24"/>
              <a:gd name="GluePoint1Y" fmla="*/ 10 h 45"/>
              <a:gd name="GluePoint2X" fmla="*/ 16 w 24"/>
              <a:gd name="GluePoint2Y" fmla="*/ 8 h 45"/>
              <a:gd name="GluePoint3X" fmla="*/ 16 w 24"/>
              <a:gd name="GluePoint3Y" fmla="*/ 7 h 45"/>
              <a:gd name="GluePoint4X" fmla="*/ 16 w 24"/>
              <a:gd name="GluePoint4Y" fmla="*/ 6 h 45"/>
              <a:gd name="GluePoint5X" fmla="*/ 15 w 24"/>
              <a:gd name="GluePoint5Y" fmla="*/ 5 h 45"/>
              <a:gd name="GluePoint6X" fmla="*/ 12 w 24"/>
              <a:gd name="GluePoint6Y" fmla="*/ 5 h 45"/>
              <a:gd name="GluePoint7X" fmla="*/ 9 w 24"/>
              <a:gd name="GluePoint7Y" fmla="*/ 5 h 45"/>
              <a:gd name="GluePoint8X" fmla="*/ 10 w 24"/>
              <a:gd name="GluePoint8Y" fmla="*/ 3 h 45"/>
              <a:gd name="GluePoint9X" fmla="*/ 13 w 24"/>
              <a:gd name="GluePoint9Y" fmla="*/ 3 h 45"/>
              <a:gd name="GluePoint10X" fmla="*/ 17 w 24"/>
              <a:gd name="GluePoint10Y" fmla="*/ 3 h 45"/>
              <a:gd name="GluePoint11X" fmla="*/ 20 w 24"/>
              <a:gd name="GluePoint11Y" fmla="*/ 2 h 45"/>
              <a:gd name="GluePoint12X" fmla="*/ 24 w 24"/>
              <a:gd name="GluePoint12Y" fmla="*/ 0 h 45"/>
              <a:gd name="GluePoint13X" fmla="*/ 14 w 24"/>
              <a:gd name="GluePoint13Y" fmla="*/ 39 h 45"/>
              <a:gd name="GluePoint14X" fmla="*/ 14 w 24"/>
              <a:gd name="GluePoint14Y" fmla="*/ 39 h 45"/>
              <a:gd name="GluePoint15X" fmla="*/ 14 w 24"/>
              <a:gd name="GluePoint15Y" fmla="*/ 40 h 45"/>
              <a:gd name="GluePoint16X" fmla="*/ 14 w 24"/>
              <a:gd name="GluePoint16Y" fmla="*/ 41 h 45"/>
              <a:gd name="GluePoint17X" fmla="*/ 14 w 24"/>
              <a:gd name="GluePoint17Y" fmla="*/ 42 h 45"/>
              <a:gd name="GluePoint18X" fmla="*/ 16 w 24"/>
              <a:gd name="GluePoint18Y" fmla="*/ 43 h 45"/>
              <a:gd name="GluePoint19X" fmla="*/ 18 w 24"/>
              <a:gd name="GluePoint19Y" fmla="*/ 43 h 45"/>
              <a:gd name="GluePoint20X" fmla="*/ 18 w 24"/>
              <a:gd name="GluePoint20Y" fmla="*/ 45 h 45"/>
              <a:gd name="GluePoint21X" fmla="*/ 0 w 24"/>
              <a:gd name="GluePoint21Y" fmla="*/ 40 h 45"/>
              <a:gd name="GluePoint22X" fmla="*/ 1 w 24"/>
              <a:gd name="GluePoint22Y" fmla="*/ 39 h 45"/>
              <a:gd name="GluePoint23X" fmla="*/ 4 w 24"/>
              <a:gd name="GluePoint23Y" fmla="*/ 39 h 45"/>
              <a:gd name="GluePoint24X" fmla="*/ 6 w 24"/>
              <a:gd name="GluePoint24Y" fmla="*/ 39 h 45"/>
              <a:gd name="GluePoint25X" fmla="*/ 7 w 24"/>
              <a:gd name="GluePoint25Y" fmla="*/ 39 h 45"/>
              <a:gd name="GluePoint26X" fmla="*/ 8 w 24"/>
              <a:gd name="GluePoint26Y" fmla="*/ 39 h 45"/>
              <a:gd name="GluePoint27X" fmla="*/ 8 w 24"/>
              <a:gd name="GluePoint27Y" fmla="*/ 39 h 45"/>
              <a:gd name="GluePoint28X" fmla="*/ 8 w 24"/>
              <a:gd name="GluePoint28Y" fmla="*/ 39 h 45"/>
              <a:gd name="GluePoint29X" fmla="*/ 16 w 24"/>
              <a:gd name="GluePoint29Y" fmla="*/ 10 h 45"/>
            </a:gdLst>
            <a:ahLst/>
            <a:cxnLst/>
            <a:rect l="textAreaLeft" t="textAreaTop" r="textAreaRight" b="textAreaBottom"/>
            <a:pathLst>
              <a:path w="24" h="45">
                <a:moveTo>
                  <a:pt x="16" y="10"/>
                </a:moveTo>
                <a:lnTo>
                  <a:pt x="16" y="8"/>
                </a:lnTo>
                <a:lnTo>
                  <a:pt x="16" y="7"/>
                </a:lnTo>
                <a:lnTo>
                  <a:pt x="16" y="6"/>
                </a:lnTo>
                <a:lnTo>
                  <a:pt x="15" y="5"/>
                </a:lnTo>
                <a:lnTo>
                  <a:pt x="12" y="5"/>
                </a:lnTo>
                <a:lnTo>
                  <a:pt x="9" y="5"/>
                </a:lnTo>
                <a:lnTo>
                  <a:pt x="10" y="3"/>
                </a:lnTo>
                <a:lnTo>
                  <a:pt x="13" y="3"/>
                </a:lnTo>
                <a:lnTo>
                  <a:pt x="17" y="3"/>
                </a:lnTo>
                <a:lnTo>
                  <a:pt x="20" y="2"/>
                </a:lnTo>
                <a:lnTo>
                  <a:pt x="24" y="0"/>
                </a:lnTo>
                <a:lnTo>
                  <a:pt x="14" y="39"/>
                </a:lnTo>
                <a:lnTo>
                  <a:pt x="14" y="39"/>
                </a:lnTo>
                <a:lnTo>
                  <a:pt x="14" y="40"/>
                </a:lnTo>
                <a:lnTo>
                  <a:pt x="14" y="41"/>
                </a:lnTo>
                <a:lnTo>
                  <a:pt x="14" y="42"/>
                </a:lnTo>
                <a:lnTo>
                  <a:pt x="16" y="43"/>
                </a:lnTo>
                <a:lnTo>
                  <a:pt x="18" y="43"/>
                </a:lnTo>
                <a:lnTo>
                  <a:pt x="18" y="45"/>
                </a:lnTo>
                <a:lnTo>
                  <a:pt x="0" y="40"/>
                </a:lnTo>
                <a:lnTo>
                  <a:pt x="1" y="39"/>
                </a:lnTo>
                <a:lnTo>
                  <a:pt x="4" y="39"/>
                </a:lnTo>
                <a:lnTo>
                  <a:pt x="6" y="39"/>
                </a:lnTo>
                <a:lnTo>
                  <a:pt x="7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16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28" name="i$ľide">
            <a:extLst>
              <a:ext uri="{FF2B5EF4-FFF2-40B4-BE49-F238E27FC236}">
                <a16:creationId xmlns:a16="http://schemas.microsoft.com/office/drawing/2014/main" id="{55C4C014-5FED-4283-98A9-B5F94EFDDA29}"/>
              </a:ext>
            </a:extLst>
          </p:cNvPr>
          <p:cNvSpPr>
            <a:spLocks noGrp="1"/>
          </p:cNvSpPr>
          <p:nvPr/>
        </p:nvSpPr>
        <p:spPr>
          <a:xfrm>
            <a:off x="956880" y="917280"/>
            <a:ext cx="9720" cy="19440"/>
          </a:xfrm>
          <a:custGeom>
            <a:avLst/>
            <a:gdLst>
              <a:gd name="textAreaLeft" fmla="*/ 0 w 9720"/>
              <a:gd name="textAreaRight" fmla="*/ 10080 w 9720"/>
              <a:gd name="textAreaTop" fmla="*/ 0 h 19440"/>
              <a:gd name="textAreaBottom" fmla="*/ 19800 h 19440"/>
              <a:gd name="GluePoint1X" fmla="*/ 1 w 23"/>
              <a:gd name="GluePoint1Y" fmla="*/ 45 h 45"/>
              <a:gd name="GluePoint2X" fmla="*/ 6 w 23"/>
              <a:gd name="GluePoint2Y" fmla="*/ 42 h 45"/>
              <a:gd name="GluePoint3X" fmla="*/ 10 w 23"/>
              <a:gd name="GluePoint3Y" fmla="*/ 39 h 45"/>
              <a:gd name="GluePoint4X" fmla="*/ 14 w 23"/>
              <a:gd name="GluePoint4Y" fmla="*/ 33 h 45"/>
              <a:gd name="GluePoint5X" fmla="*/ 16 w 23"/>
              <a:gd name="GluePoint5Y" fmla="*/ 25 h 45"/>
              <a:gd name="GluePoint6X" fmla="*/ 12 w 23"/>
              <a:gd name="GluePoint6Y" fmla="*/ 28 h 45"/>
              <a:gd name="GluePoint7X" fmla="*/ 11 w 23"/>
              <a:gd name="GluePoint7Y" fmla="*/ 29 h 45"/>
              <a:gd name="GluePoint8X" fmla="*/ 8 w 23"/>
              <a:gd name="GluePoint8Y" fmla="*/ 29 h 45"/>
              <a:gd name="GluePoint9X" fmla="*/ 5 w 23"/>
              <a:gd name="GluePoint9Y" fmla="*/ 27 h 45"/>
              <a:gd name="GluePoint10X" fmla="*/ 3 w 23"/>
              <a:gd name="GluePoint10Y" fmla="*/ 24 h 45"/>
              <a:gd name="GluePoint11X" fmla="*/ 1 w 23"/>
              <a:gd name="GluePoint11Y" fmla="*/ 20 h 45"/>
              <a:gd name="GluePoint12X" fmla="*/ 0 w 23"/>
              <a:gd name="GluePoint12Y" fmla="*/ 14 h 45"/>
              <a:gd name="GluePoint13X" fmla="*/ 1 w 23"/>
              <a:gd name="GluePoint13Y" fmla="*/ 9 h 45"/>
              <a:gd name="GluePoint14X" fmla="*/ 4 w 23"/>
              <a:gd name="GluePoint14Y" fmla="*/ 5 h 45"/>
              <a:gd name="GluePoint15X" fmla="*/ 5 w 23"/>
              <a:gd name="GluePoint15Y" fmla="*/ 2 h 45"/>
              <a:gd name="GluePoint16X" fmla="*/ 8 w 23"/>
              <a:gd name="GluePoint16Y" fmla="*/ 1 h 45"/>
              <a:gd name="GluePoint17X" fmla="*/ 12 w 23"/>
              <a:gd name="GluePoint17Y" fmla="*/ 0 h 45"/>
              <a:gd name="GluePoint18X" fmla="*/ 14 w 23"/>
              <a:gd name="GluePoint18Y" fmla="*/ 0 h 45"/>
              <a:gd name="GluePoint19X" fmla="*/ 16 w 23"/>
              <a:gd name="GluePoint19Y" fmla="*/ 1 h 45"/>
              <a:gd name="GluePoint20X" fmla="*/ 20 w 23"/>
              <a:gd name="GluePoint20Y" fmla="*/ 6 h 45"/>
              <a:gd name="GluePoint21X" fmla="*/ 23 w 23"/>
              <a:gd name="GluePoint21Y" fmla="*/ 13 h 45"/>
              <a:gd name="GluePoint22X" fmla="*/ 23 w 23"/>
              <a:gd name="GluePoint22Y" fmla="*/ 21 h 45"/>
              <a:gd name="GluePoint23X" fmla="*/ 22 w 23"/>
              <a:gd name="GluePoint23Y" fmla="*/ 29 h 45"/>
              <a:gd name="GluePoint24X" fmla="*/ 20 w 23"/>
              <a:gd name="GluePoint24Y" fmla="*/ 33 h 45"/>
              <a:gd name="GluePoint25X" fmla="*/ 18 w 23"/>
              <a:gd name="GluePoint25Y" fmla="*/ 37 h 45"/>
              <a:gd name="GluePoint26X" fmla="*/ 15 w 23"/>
              <a:gd name="GluePoint26Y" fmla="*/ 40 h 45"/>
              <a:gd name="GluePoint27X" fmla="*/ 11 w 23"/>
              <a:gd name="GluePoint27Y" fmla="*/ 42 h 45"/>
              <a:gd name="GluePoint28X" fmla="*/ 7 w 23"/>
              <a:gd name="GluePoint28Y" fmla="*/ 45 h 45"/>
              <a:gd name="GluePoint29X" fmla="*/ 1 w 23"/>
              <a:gd name="GluePoint29Y" fmla="*/ 45 h 45"/>
              <a:gd name="GluePoint30X" fmla="*/ 16 w 23"/>
              <a:gd name="GluePoint30Y" fmla="*/ 7 h 45"/>
              <a:gd name="GluePoint31X" fmla="*/ 13 w 23"/>
              <a:gd name="GluePoint31Y" fmla="*/ 4 h 45"/>
              <a:gd name="GluePoint32X" fmla="*/ 12 w 23"/>
              <a:gd name="GluePoint32Y" fmla="*/ 3 h 45"/>
              <a:gd name="GluePoint33X" fmla="*/ 9 w 23"/>
              <a:gd name="GluePoint33Y" fmla="*/ 3 h 45"/>
              <a:gd name="GluePoint34X" fmla="*/ 8 w 23"/>
              <a:gd name="GluePoint34Y" fmla="*/ 4 h 45"/>
              <a:gd name="GluePoint35X" fmla="*/ 6 w 23"/>
              <a:gd name="GluePoint35Y" fmla="*/ 5 h 45"/>
              <a:gd name="GluePoint36X" fmla="*/ 5 w 23"/>
              <a:gd name="GluePoint36Y" fmla="*/ 9 h 45"/>
              <a:gd name="GluePoint37X" fmla="*/ 5 w 23"/>
              <a:gd name="GluePoint37Y" fmla="*/ 13 h 45"/>
              <a:gd name="GluePoint38X" fmla="*/ 5 w 23"/>
              <a:gd name="GluePoint38Y" fmla="*/ 21 h 45"/>
              <a:gd name="GluePoint39X" fmla="*/ 7 w 23"/>
              <a:gd name="GluePoint39Y" fmla="*/ 25 h 45"/>
              <a:gd name="GluePoint40X" fmla="*/ 8 w 23"/>
              <a:gd name="GluePoint40Y" fmla="*/ 25 h 45"/>
              <a:gd name="GluePoint41X" fmla="*/ 11 w 23"/>
              <a:gd name="GluePoint41Y" fmla="*/ 25 h 45"/>
              <a:gd name="GluePoint42X" fmla="*/ 15 w 23"/>
              <a:gd name="GluePoint42Y" fmla="*/ 24 h 45"/>
              <a:gd name="GluePoint43X" fmla="*/ 16 w 23"/>
              <a:gd name="GluePoint43Y" fmla="*/ 23 h 45"/>
              <a:gd name="GluePoint44X" fmla="*/ 17 w 23"/>
              <a:gd name="GluePoint44Y" fmla="*/ 21 h 45"/>
              <a:gd name="GluePoint45X" fmla="*/ 18 w 23"/>
              <a:gd name="GluePoint45Y" fmla="*/ 16 h 45"/>
              <a:gd name="GluePoint46X" fmla="*/ 17 w 23"/>
              <a:gd name="GluePoint46Y" fmla="*/ 11 h 45"/>
              <a:gd name="GluePoint47X" fmla="*/ 16 w 23"/>
              <a:gd name="GluePoint47Y" fmla="*/ 7 h 45"/>
            </a:gdLst>
            <a:ahLst/>
            <a:cxnLst/>
            <a:rect l="textAreaLeft" t="textAreaTop" r="textAreaRight" b="textAreaBottom"/>
            <a:pathLst>
              <a:path w="23" h="45">
                <a:moveTo>
                  <a:pt x="1" y="45"/>
                </a:moveTo>
                <a:lnTo>
                  <a:pt x="1" y="45"/>
                </a:lnTo>
                <a:lnTo>
                  <a:pt x="4" y="44"/>
                </a:lnTo>
                <a:lnTo>
                  <a:pt x="6" y="42"/>
                </a:lnTo>
                <a:lnTo>
                  <a:pt x="8" y="41"/>
                </a:lnTo>
                <a:lnTo>
                  <a:pt x="10" y="39"/>
                </a:lnTo>
                <a:lnTo>
                  <a:pt x="12" y="36"/>
                </a:lnTo>
                <a:lnTo>
                  <a:pt x="14" y="33"/>
                </a:lnTo>
                <a:lnTo>
                  <a:pt x="16" y="29"/>
                </a:lnTo>
                <a:lnTo>
                  <a:pt x="16" y="25"/>
                </a:lnTo>
                <a:lnTo>
                  <a:pt x="14" y="26"/>
                </a:lnTo>
                <a:lnTo>
                  <a:pt x="12" y="28"/>
                </a:lnTo>
                <a:lnTo>
                  <a:pt x="12" y="28"/>
                </a:lnTo>
                <a:lnTo>
                  <a:pt x="11" y="29"/>
                </a:lnTo>
                <a:lnTo>
                  <a:pt x="9" y="29"/>
                </a:lnTo>
                <a:lnTo>
                  <a:pt x="8" y="29"/>
                </a:lnTo>
                <a:lnTo>
                  <a:pt x="7" y="28"/>
                </a:lnTo>
                <a:lnTo>
                  <a:pt x="5" y="27"/>
                </a:lnTo>
                <a:lnTo>
                  <a:pt x="4" y="26"/>
                </a:lnTo>
                <a:lnTo>
                  <a:pt x="3" y="24"/>
                </a:lnTo>
                <a:lnTo>
                  <a:pt x="2" y="22"/>
                </a:lnTo>
                <a:lnTo>
                  <a:pt x="1" y="20"/>
                </a:lnTo>
                <a:lnTo>
                  <a:pt x="0" y="17"/>
                </a:lnTo>
                <a:lnTo>
                  <a:pt x="0" y="14"/>
                </a:lnTo>
                <a:lnTo>
                  <a:pt x="1" y="12"/>
                </a:lnTo>
                <a:lnTo>
                  <a:pt x="1" y="9"/>
                </a:lnTo>
                <a:lnTo>
                  <a:pt x="2" y="7"/>
                </a:lnTo>
                <a:lnTo>
                  <a:pt x="4" y="5"/>
                </a:lnTo>
                <a:lnTo>
                  <a:pt x="4" y="3"/>
                </a:lnTo>
                <a:lnTo>
                  <a:pt x="5" y="2"/>
                </a:lnTo>
                <a:lnTo>
                  <a:pt x="7" y="1"/>
                </a:lnTo>
                <a:lnTo>
                  <a:pt x="8" y="1"/>
                </a:lnTo>
                <a:lnTo>
                  <a:pt x="10" y="0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6" y="1"/>
                </a:lnTo>
                <a:lnTo>
                  <a:pt x="16" y="1"/>
                </a:lnTo>
                <a:lnTo>
                  <a:pt x="19" y="4"/>
                </a:lnTo>
                <a:lnTo>
                  <a:pt x="20" y="6"/>
                </a:lnTo>
                <a:lnTo>
                  <a:pt x="22" y="9"/>
                </a:lnTo>
                <a:lnTo>
                  <a:pt x="23" y="13"/>
                </a:lnTo>
                <a:lnTo>
                  <a:pt x="23" y="17"/>
                </a:lnTo>
                <a:lnTo>
                  <a:pt x="23" y="21"/>
                </a:lnTo>
                <a:lnTo>
                  <a:pt x="23" y="25"/>
                </a:lnTo>
                <a:lnTo>
                  <a:pt x="22" y="29"/>
                </a:lnTo>
                <a:lnTo>
                  <a:pt x="21" y="31"/>
                </a:lnTo>
                <a:lnTo>
                  <a:pt x="20" y="33"/>
                </a:lnTo>
                <a:lnTo>
                  <a:pt x="19" y="35"/>
                </a:lnTo>
                <a:lnTo>
                  <a:pt x="18" y="37"/>
                </a:lnTo>
                <a:lnTo>
                  <a:pt x="16" y="38"/>
                </a:lnTo>
                <a:lnTo>
                  <a:pt x="15" y="40"/>
                </a:lnTo>
                <a:lnTo>
                  <a:pt x="12" y="41"/>
                </a:lnTo>
                <a:lnTo>
                  <a:pt x="11" y="42"/>
                </a:lnTo>
                <a:lnTo>
                  <a:pt x="8" y="44"/>
                </a:lnTo>
                <a:lnTo>
                  <a:pt x="7" y="45"/>
                </a:lnTo>
                <a:lnTo>
                  <a:pt x="4" y="45"/>
                </a:lnTo>
                <a:lnTo>
                  <a:pt x="1" y="45"/>
                </a:lnTo>
                <a:lnTo>
                  <a:pt x="1" y="45"/>
                </a:lnTo>
                <a:close/>
                <a:moveTo>
                  <a:pt x="16" y="7"/>
                </a:moveTo>
                <a:lnTo>
                  <a:pt x="15" y="5"/>
                </a:lnTo>
                <a:lnTo>
                  <a:pt x="13" y="4"/>
                </a:lnTo>
                <a:lnTo>
                  <a:pt x="12" y="3"/>
                </a:lnTo>
                <a:lnTo>
                  <a:pt x="12" y="3"/>
                </a:lnTo>
                <a:lnTo>
                  <a:pt x="11" y="3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7" y="5"/>
                </a:lnTo>
                <a:lnTo>
                  <a:pt x="6" y="5"/>
                </a:lnTo>
                <a:lnTo>
                  <a:pt x="5" y="7"/>
                </a:lnTo>
                <a:lnTo>
                  <a:pt x="5" y="9"/>
                </a:lnTo>
                <a:lnTo>
                  <a:pt x="5" y="10"/>
                </a:lnTo>
                <a:lnTo>
                  <a:pt x="5" y="13"/>
                </a:lnTo>
                <a:lnTo>
                  <a:pt x="5" y="17"/>
                </a:lnTo>
                <a:lnTo>
                  <a:pt x="5" y="21"/>
                </a:lnTo>
                <a:lnTo>
                  <a:pt x="6" y="23"/>
                </a:lnTo>
                <a:lnTo>
                  <a:pt x="7" y="25"/>
                </a:lnTo>
                <a:lnTo>
                  <a:pt x="8" y="25"/>
                </a:lnTo>
                <a:lnTo>
                  <a:pt x="8" y="25"/>
                </a:lnTo>
                <a:lnTo>
                  <a:pt x="10" y="25"/>
                </a:lnTo>
                <a:lnTo>
                  <a:pt x="11" y="25"/>
                </a:lnTo>
                <a:lnTo>
                  <a:pt x="13" y="25"/>
                </a:lnTo>
                <a:lnTo>
                  <a:pt x="15" y="24"/>
                </a:lnTo>
                <a:lnTo>
                  <a:pt x="16" y="23"/>
                </a:lnTo>
                <a:lnTo>
                  <a:pt x="16" y="23"/>
                </a:lnTo>
                <a:lnTo>
                  <a:pt x="16" y="22"/>
                </a:lnTo>
                <a:lnTo>
                  <a:pt x="17" y="21"/>
                </a:lnTo>
                <a:lnTo>
                  <a:pt x="17" y="19"/>
                </a:lnTo>
                <a:lnTo>
                  <a:pt x="18" y="16"/>
                </a:lnTo>
                <a:lnTo>
                  <a:pt x="17" y="13"/>
                </a:lnTo>
                <a:lnTo>
                  <a:pt x="17" y="11"/>
                </a:lnTo>
                <a:lnTo>
                  <a:pt x="16" y="9"/>
                </a:lnTo>
                <a:lnTo>
                  <a:pt x="16" y="7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29" name="í$lïḓé">
            <a:extLst>
              <a:ext uri="{FF2B5EF4-FFF2-40B4-BE49-F238E27FC236}">
                <a16:creationId xmlns:a16="http://schemas.microsoft.com/office/drawing/2014/main" id="{0BC51009-E5F1-42DF-8AA3-3BD720FCCA1D}"/>
              </a:ext>
            </a:extLst>
          </p:cNvPr>
          <p:cNvSpPr>
            <a:spLocks noGrp="1"/>
          </p:cNvSpPr>
          <p:nvPr/>
        </p:nvSpPr>
        <p:spPr>
          <a:xfrm>
            <a:off x="978480" y="916920"/>
            <a:ext cx="9360" cy="20160"/>
          </a:xfrm>
          <a:custGeom>
            <a:avLst/>
            <a:gdLst>
              <a:gd name="textAreaLeft" fmla="*/ 0 w 9360"/>
              <a:gd name="textAreaRight" fmla="*/ 9720 w 9360"/>
              <a:gd name="textAreaTop" fmla="*/ 0 h 20160"/>
              <a:gd name="textAreaBottom" fmla="*/ 20520 h 20160"/>
              <a:gd name="GluePoint1X" fmla="*/ 0 w 22"/>
              <a:gd name="GluePoint1Y" fmla="*/ 10 h 47"/>
              <a:gd name="GluePoint2X" fmla="*/ 1 w 22"/>
              <a:gd name="GluePoint2Y" fmla="*/ 6 h 47"/>
              <a:gd name="GluePoint3X" fmla="*/ 4 w 22"/>
              <a:gd name="GluePoint3Y" fmla="*/ 2 h 47"/>
              <a:gd name="GluePoint4X" fmla="*/ 8 w 22"/>
              <a:gd name="GluePoint4Y" fmla="*/ 1 h 47"/>
              <a:gd name="GluePoint5X" fmla="*/ 12 w 22"/>
              <a:gd name="GluePoint5Y" fmla="*/ 1 h 47"/>
              <a:gd name="GluePoint6X" fmla="*/ 16 w 22"/>
              <a:gd name="GluePoint6Y" fmla="*/ 2 h 47"/>
              <a:gd name="GluePoint7X" fmla="*/ 18 w 22"/>
              <a:gd name="GluePoint7Y" fmla="*/ 6 h 47"/>
              <a:gd name="GluePoint8X" fmla="*/ 20 w 22"/>
              <a:gd name="GluePoint8Y" fmla="*/ 10 h 47"/>
              <a:gd name="GluePoint9X" fmla="*/ 19 w 22"/>
              <a:gd name="GluePoint9Y" fmla="*/ 14 h 47"/>
              <a:gd name="GluePoint10X" fmla="*/ 16 w 22"/>
              <a:gd name="GluePoint10Y" fmla="*/ 18 h 47"/>
              <a:gd name="GluePoint11X" fmla="*/ 15 w 22"/>
              <a:gd name="GluePoint11Y" fmla="*/ 22 h 47"/>
              <a:gd name="GluePoint12X" fmla="*/ 17 w 22"/>
              <a:gd name="GluePoint12Y" fmla="*/ 24 h 47"/>
              <a:gd name="GluePoint13X" fmla="*/ 20 w 22"/>
              <a:gd name="GluePoint13Y" fmla="*/ 26 h 47"/>
              <a:gd name="GluePoint14X" fmla="*/ 21 w 22"/>
              <a:gd name="GluePoint14Y" fmla="*/ 29 h 47"/>
              <a:gd name="GluePoint15X" fmla="*/ 22 w 22"/>
              <a:gd name="GluePoint15Y" fmla="*/ 33 h 47"/>
              <a:gd name="GluePoint16X" fmla="*/ 21 w 22"/>
              <a:gd name="GluePoint16Y" fmla="*/ 38 h 47"/>
              <a:gd name="GluePoint17X" fmla="*/ 18 w 22"/>
              <a:gd name="GluePoint17Y" fmla="*/ 42 h 47"/>
              <a:gd name="GluePoint18X" fmla="*/ 14 w 22"/>
              <a:gd name="GluePoint18Y" fmla="*/ 46 h 47"/>
              <a:gd name="GluePoint19X" fmla="*/ 10 w 22"/>
              <a:gd name="GluePoint19Y" fmla="*/ 47 h 47"/>
              <a:gd name="GluePoint20X" fmla="*/ 6 w 22"/>
              <a:gd name="GluePoint20Y" fmla="*/ 47 h 47"/>
              <a:gd name="GluePoint21X" fmla="*/ 4 w 22"/>
              <a:gd name="GluePoint21Y" fmla="*/ 46 h 47"/>
              <a:gd name="GluePoint22X" fmla="*/ 1 w 22"/>
              <a:gd name="GluePoint22Y" fmla="*/ 45 h 47"/>
              <a:gd name="GluePoint23X" fmla="*/ 0 w 22"/>
              <a:gd name="GluePoint23Y" fmla="*/ 42 h 47"/>
              <a:gd name="GluePoint24X" fmla="*/ 1 w 22"/>
              <a:gd name="GluePoint24Y" fmla="*/ 40 h 47"/>
              <a:gd name="GluePoint25X" fmla="*/ 4 w 22"/>
              <a:gd name="GluePoint25Y" fmla="*/ 39 h 47"/>
              <a:gd name="GluePoint26X" fmla="*/ 5 w 22"/>
              <a:gd name="GluePoint26Y" fmla="*/ 40 h 47"/>
              <a:gd name="GluePoint27X" fmla="*/ 7 w 22"/>
              <a:gd name="GluePoint27Y" fmla="*/ 42 h 47"/>
              <a:gd name="GluePoint28X" fmla="*/ 9 w 22"/>
              <a:gd name="GluePoint28Y" fmla="*/ 43 h 47"/>
              <a:gd name="GluePoint29X" fmla="*/ 12 w 22"/>
              <a:gd name="GluePoint29Y" fmla="*/ 42 h 47"/>
              <a:gd name="GluePoint30X" fmla="*/ 14 w 22"/>
              <a:gd name="GluePoint30Y" fmla="*/ 41 h 47"/>
              <a:gd name="GluePoint31X" fmla="*/ 16 w 22"/>
              <a:gd name="GluePoint31Y" fmla="*/ 38 h 47"/>
              <a:gd name="GluePoint32X" fmla="*/ 17 w 22"/>
              <a:gd name="GluePoint32Y" fmla="*/ 36 h 47"/>
              <a:gd name="GluePoint33X" fmla="*/ 17 w 22"/>
              <a:gd name="GluePoint33Y" fmla="*/ 34 h 47"/>
              <a:gd name="GluePoint34X" fmla="*/ 17 w 22"/>
              <a:gd name="GluePoint34Y" fmla="*/ 30 h 47"/>
              <a:gd name="GluePoint35X" fmla="*/ 16 w 22"/>
              <a:gd name="GluePoint35Y" fmla="*/ 28 h 47"/>
              <a:gd name="GluePoint36X" fmla="*/ 13 w 22"/>
              <a:gd name="GluePoint36Y" fmla="*/ 26 h 47"/>
              <a:gd name="GluePoint37X" fmla="*/ 9 w 22"/>
              <a:gd name="GluePoint37Y" fmla="*/ 24 h 47"/>
              <a:gd name="GluePoint38X" fmla="*/ 6 w 22"/>
              <a:gd name="GluePoint38Y" fmla="*/ 22 h 47"/>
              <a:gd name="GluePoint39X" fmla="*/ 9 w 22"/>
              <a:gd name="GluePoint39Y" fmla="*/ 22 h 47"/>
              <a:gd name="GluePoint40X" fmla="*/ 12 w 22"/>
              <a:gd name="GluePoint40Y" fmla="*/ 19 h 47"/>
              <a:gd name="GluePoint41X" fmla="*/ 14 w 22"/>
              <a:gd name="GluePoint41Y" fmla="*/ 16 h 47"/>
              <a:gd name="GluePoint42X" fmla="*/ 14 w 22"/>
              <a:gd name="GluePoint42Y" fmla="*/ 13 h 47"/>
              <a:gd name="GluePoint43X" fmla="*/ 14 w 22"/>
              <a:gd name="GluePoint43Y" fmla="*/ 9 h 47"/>
              <a:gd name="GluePoint44X" fmla="*/ 12 w 22"/>
              <a:gd name="GluePoint44Y" fmla="*/ 6 h 47"/>
              <a:gd name="GluePoint45X" fmla="*/ 11 w 22"/>
              <a:gd name="GluePoint45Y" fmla="*/ 6 h 47"/>
              <a:gd name="GluePoint46X" fmla="*/ 8 w 22"/>
              <a:gd name="GluePoint46Y" fmla="*/ 5 h 47"/>
              <a:gd name="GluePoint47X" fmla="*/ 6 w 22"/>
              <a:gd name="GluePoint47Y" fmla="*/ 6 h 47"/>
              <a:gd name="GluePoint48X" fmla="*/ 4 w 22"/>
              <a:gd name="GluePoint48Y" fmla="*/ 6 h 47"/>
              <a:gd name="GluePoint49X" fmla="*/ 3 w 22"/>
              <a:gd name="GluePoint49Y" fmla="*/ 8 h 47"/>
              <a:gd name="GluePoint50X" fmla="*/ 2 w 22"/>
              <a:gd name="GluePoint50Y" fmla="*/ 11 h 47"/>
            </a:gdLst>
            <a:ahLst/>
            <a:cxnLst/>
            <a:rect l="textAreaLeft" t="textAreaTop" r="textAreaRight" b="textAreaBottom"/>
            <a:pathLst>
              <a:path w="22" h="47">
                <a:moveTo>
                  <a:pt x="0" y="11"/>
                </a:moveTo>
                <a:lnTo>
                  <a:pt x="0" y="10"/>
                </a:lnTo>
                <a:lnTo>
                  <a:pt x="1" y="8"/>
                </a:lnTo>
                <a:lnTo>
                  <a:pt x="1" y="6"/>
                </a:lnTo>
                <a:lnTo>
                  <a:pt x="3" y="5"/>
                </a:lnTo>
                <a:lnTo>
                  <a:pt x="4" y="2"/>
                </a:lnTo>
                <a:lnTo>
                  <a:pt x="6" y="2"/>
                </a:lnTo>
                <a:lnTo>
                  <a:pt x="8" y="1"/>
                </a:lnTo>
                <a:lnTo>
                  <a:pt x="10" y="0"/>
                </a:lnTo>
                <a:lnTo>
                  <a:pt x="12" y="1"/>
                </a:lnTo>
                <a:lnTo>
                  <a:pt x="14" y="2"/>
                </a:lnTo>
                <a:lnTo>
                  <a:pt x="16" y="2"/>
                </a:lnTo>
                <a:lnTo>
                  <a:pt x="17" y="4"/>
                </a:lnTo>
                <a:lnTo>
                  <a:pt x="18" y="6"/>
                </a:lnTo>
                <a:lnTo>
                  <a:pt x="19" y="8"/>
                </a:lnTo>
                <a:lnTo>
                  <a:pt x="20" y="10"/>
                </a:lnTo>
                <a:lnTo>
                  <a:pt x="20" y="12"/>
                </a:lnTo>
                <a:lnTo>
                  <a:pt x="19" y="14"/>
                </a:lnTo>
                <a:lnTo>
                  <a:pt x="17" y="17"/>
                </a:lnTo>
                <a:lnTo>
                  <a:pt x="16" y="18"/>
                </a:lnTo>
                <a:lnTo>
                  <a:pt x="13" y="21"/>
                </a:lnTo>
                <a:lnTo>
                  <a:pt x="15" y="22"/>
                </a:lnTo>
                <a:lnTo>
                  <a:pt x="16" y="22"/>
                </a:lnTo>
                <a:lnTo>
                  <a:pt x="17" y="24"/>
                </a:lnTo>
                <a:lnTo>
                  <a:pt x="19" y="25"/>
                </a:lnTo>
                <a:lnTo>
                  <a:pt x="20" y="26"/>
                </a:lnTo>
                <a:lnTo>
                  <a:pt x="20" y="27"/>
                </a:lnTo>
                <a:lnTo>
                  <a:pt x="21" y="29"/>
                </a:lnTo>
                <a:lnTo>
                  <a:pt x="21" y="30"/>
                </a:lnTo>
                <a:lnTo>
                  <a:pt x="22" y="33"/>
                </a:lnTo>
                <a:lnTo>
                  <a:pt x="22" y="35"/>
                </a:lnTo>
                <a:lnTo>
                  <a:pt x="21" y="38"/>
                </a:lnTo>
                <a:lnTo>
                  <a:pt x="20" y="40"/>
                </a:lnTo>
                <a:lnTo>
                  <a:pt x="18" y="42"/>
                </a:lnTo>
                <a:lnTo>
                  <a:pt x="16" y="44"/>
                </a:lnTo>
                <a:lnTo>
                  <a:pt x="14" y="46"/>
                </a:lnTo>
                <a:lnTo>
                  <a:pt x="12" y="46"/>
                </a:lnTo>
                <a:lnTo>
                  <a:pt x="10" y="47"/>
                </a:lnTo>
                <a:lnTo>
                  <a:pt x="7" y="47"/>
                </a:lnTo>
                <a:lnTo>
                  <a:pt x="6" y="47"/>
                </a:lnTo>
                <a:lnTo>
                  <a:pt x="4" y="46"/>
                </a:lnTo>
                <a:lnTo>
                  <a:pt x="4" y="46"/>
                </a:lnTo>
                <a:lnTo>
                  <a:pt x="2" y="46"/>
                </a:lnTo>
                <a:lnTo>
                  <a:pt x="1" y="45"/>
                </a:lnTo>
                <a:lnTo>
                  <a:pt x="0" y="44"/>
                </a:lnTo>
                <a:lnTo>
                  <a:pt x="0" y="42"/>
                </a:lnTo>
                <a:lnTo>
                  <a:pt x="0" y="41"/>
                </a:lnTo>
                <a:lnTo>
                  <a:pt x="1" y="40"/>
                </a:lnTo>
                <a:lnTo>
                  <a:pt x="3" y="39"/>
                </a:lnTo>
                <a:lnTo>
                  <a:pt x="4" y="39"/>
                </a:lnTo>
                <a:lnTo>
                  <a:pt x="4" y="39"/>
                </a:lnTo>
                <a:lnTo>
                  <a:pt x="5" y="40"/>
                </a:lnTo>
                <a:lnTo>
                  <a:pt x="6" y="41"/>
                </a:lnTo>
                <a:lnTo>
                  <a:pt x="7" y="42"/>
                </a:lnTo>
                <a:lnTo>
                  <a:pt x="8" y="43"/>
                </a:lnTo>
                <a:lnTo>
                  <a:pt x="9" y="43"/>
                </a:lnTo>
                <a:lnTo>
                  <a:pt x="11" y="43"/>
                </a:lnTo>
                <a:lnTo>
                  <a:pt x="12" y="42"/>
                </a:lnTo>
                <a:lnTo>
                  <a:pt x="13" y="42"/>
                </a:lnTo>
                <a:lnTo>
                  <a:pt x="14" y="41"/>
                </a:lnTo>
                <a:lnTo>
                  <a:pt x="16" y="40"/>
                </a:lnTo>
                <a:lnTo>
                  <a:pt x="16" y="38"/>
                </a:lnTo>
                <a:lnTo>
                  <a:pt x="17" y="38"/>
                </a:lnTo>
                <a:lnTo>
                  <a:pt x="17" y="36"/>
                </a:lnTo>
                <a:lnTo>
                  <a:pt x="17" y="34"/>
                </a:lnTo>
                <a:lnTo>
                  <a:pt x="17" y="34"/>
                </a:lnTo>
                <a:lnTo>
                  <a:pt x="17" y="32"/>
                </a:lnTo>
                <a:lnTo>
                  <a:pt x="17" y="30"/>
                </a:lnTo>
                <a:lnTo>
                  <a:pt x="16" y="29"/>
                </a:lnTo>
                <a:lnTo>
                  <a:pt x="16" y="28"/>
                </a:lnTo>
                <a:lnTo>
                  <a:pt x="15" y="26"/>
                </a:lnTo>
                <a:lnTo>
                  <a:pt x="13" y="26"/>
                </a:lnTo>
                <a:lnTo>
                  <a:pt x="12" y="24"/>
                </a:lnTo>
                <a:lnTo>
                  <a:pt x="9" y="24"/>
                </a:lnTo>
                <a:lnTo>
                  <a:pt x="6" y="24"/>
                </a:lnTo>
                <a:lnTo>
                  <a:pt x="6" y="22"/>
                </a:lnTo>
                <a:lnTo>
                  <a:pt x="8" y="22"/>
                </a:lnTo>
                <a:lnTo>
                  <a:pt x="9" y="22"/>
                </a:lnTo>
                <a:lnTo>
                  <a:pt x="10" y="21"/>
                </a:lnTo>
                <a:lnTo>
                  <a:pt x="12" y="19"/>
                </a:lnTo>
                <a:lnTo>
                  <a:pt x="13" y="18"/>
                </a:lnTo>
                <a:lnTo>
                  <a:pt x="14" y="16"/>
                </a:lnTo>
                <a:lnTo>
                  <a:pt x="14" y="14"/>
                </a:lnTo>
                <a:lnTo>
                  <a:pt x="14" y="13"/>
                </a:lnTo>
                <a:lnTo>
                  <a:pt x="14" y="10"/>
                </a:lnTo>
                <a:lnTo>
                  <a:pt x="14" y="9"/>
                </a:lnTo>
                <a:lnTo>
                  <a:pt x="13" y="8"/>
                </a:lnTo>
                <a:lnTo>
                  <a:pt x="12" y="6"/>
                </a:lnTo>
                <a:lnTo>
                  <a:pt x="12" y="6"/>
                </a:lnTo>
                <a:lnTo>
                  <a:pt x="11" y="6"/>
                </a:lnTo>
                <a:lnTo>
                  <a:pt x="10" y="5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4" y="6"/>
                </a:lnTo>
                <a:lnTo>
                  <a:pt x="4" y="6"/>
                </a:lnTo>
                <a:lnTo>
                  <a:pt x="4" y="7"/>
                </a:lnTo>
                <a:lnTo>
                  <a:pt x="3" y="8"/>
                </a:lnTo>
                <a:lnTo>
                  <a:pt x="3" y="10"/>
                </a:lnTo>
                <a:lnTo>
                  <a:pt x="2" y="11"/>
                </a:lnTo>
                <a:lnTo>
                  <a:pt x="0" y="1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480" rIns="90000" bIns="-24480" anchor="ctr">
            <a:noAutofit/>
          </a:bodyPr>
          <a:lstStyle/>
          <a:p>
            <a:endParaRPr/>
          </a:p>
        </p:txBody>
      </p:sp>
      <p:sp>
        <p:nvSpPr>
          <p:cNvPr id="31" name="ïṩḷïḋê">
            <a:extLst>
              <a:ext uri="{FF2B5EF4-FFF2-40B4-BE49-F238E27FC236}">
                <a16:creationId xmlns:a16="http://schemas.microsoft.com/office/drawing/2014/main" id="{1FE5EAFA-D6F7-44F0-800E-DB97ADDD97F4}"/>
              </a:ext>
            </a:extLst>
          </p:cNvPr>
          <p:cNvSpPr>
            <a:spLocks noGrp="1"/>
          </p:cNvSpPr>
          <p:nvPr/>
        </p:nvSpPr>
        <p:spPr>
          <a:xfrm>
            <a:off x="2816280" y="554400"/>
            <a:ext cx="190800" cy="333360"/>
          </a:xfrm>
          <a:custGeom>
            <a:avLst/>
            <a:gdLst>
              <a:gd name="textAreaLeft" fmla="*/ 0 w 190800"/>
              <a:gd name="textAreaRight" fmla="*/ 191160 w 190800"/>
              <a:gd name="textAreaTop" fmla="*/ 0 h 333360"/>
              <a:gd name="textAreaBottom" fmla="*/ 333720 h 333360"/>
              <a:gd name="GluePoint1X" fmla="*/ 199 w 438"/>
              <a:gd name="GluePoint1Y" fmla="*/ 337 h 764"/>
              <a:gd name="GluePoint2X" fmla="*/ 183 w 438"/>
              <a:gd name="GluePoint2Y" fmla="*/ 308 h 764"/>
              <a:gd name="GluePoint3X" fmla="*/ 126 w 438"/>
              <a:gd name="GluePoint3Y" fmla="*/ 371 h 764"/>
              <a:gd name="GluePoint4X" fmla="*/ 78 w 438"/>
              <a:gd name="GluePoint4Y" fmla="*/ 348 h 764"/>
              <a:gd name="GluePoint5X" fmla="*/ 55 w 438"/>
              <a:gd name="GluePoint5Y" fmla="*/ 290 h 764"/>
              <a:gd name="GluePoint6X" fmla="*/ 103 w 438"/>
              <a:gd name="GluePoint6Y" fmla="*/ 283 h 764"/>
              <a:gd name="GluePoint7X" fmla="*/ 78 w 438"/>
              <a:gd name="GluePoint7Y" fmla="*/ 216 h 764"/>
              <a:gd name="GluePoint8X" fmla="*/ 83 w 438"/>
              <a:gd name="GluePoint8Y" fmla="*/ 183 h 764"/>
              <a:gd name="GluePoint9X" fmla="*/ 159 w 438"/>
              <a:gd name="GluePoint9Y" fmla="*/ 189 h 764"/>
              <a:gd name="GluePoint10X" fmla="*/ 233 w 438"/>
              <a:gd name="GluePoint10Y" fmla="*/ 120 h 764"/>
              <a:gd name="GluePoint11X" fmla="*/ 250 w 438"/>
              <a:gd name="GluePoint11Y" fmla="*/ 27 h 764"/>
              <a:gd name="GluePoint12X" fmla="*/ 319 w 438"/>
              <a:gd name="GluePoint12Y" fmla="*/ 21 h 764"/>
              <a:gd name="GluePoint13X" fmla="*/ 276 w 438"/>
              <a:gd name="GluePoint13Y" fmla="*/ 123 h 764"/>
              <a:gd name="GluePoint14X" fmla="*/ 255 w 438"/>
              <a:gd name="GluePoint14Y" fmla="*/ 180 h 764"/>
              <a:gd name="GluePoint15X" fmla="*/ 315 w 438"/>
              <a:gd name="GluePoint15Y" fmla="*/ 172 h 764"/>
              <a:gd name="GluePoint16X" fmla="*/ 409 w 438"/>
              <a:gd name="GluePoint16Y" fmla="*/ 132 h 764"/>
              <a:gd name="GluePoint17X" fmla="*/ 435 w 438"/>
              <a:gd name="GluePoint17Y" fmla="*/ 194 h 764"/>
              <a:gd name="GluePoint18X" fmla="*/ 396 w 438"/>
              <a:gd name="GluePoint18Y" fmla="*/ 231 h 764"/>
              <a:gd name="GluePoint19X" fmla="*/ 364 w 438"/>
              <a:gd name="GluePoint19Y" fmla="*/ 260 h 764"/>
              <a:gd name="GluePoint20X" fmla="*/ 321 w 438"/>
              <a:gd name="GluePoint20Y" fmla="*/ 307 h 764"/>
              <a:gd name="GluePoint21X" fmla="*/ 356 w 438"/>
              <a:gd name="GluePoint21Y" fmla="*/ 387 h 764"/>
              <a:gd name="GluePoint22X" fmla="*/ 292 w 438"/>
              <a:gd name="GluePoint22Y" fmla="*/ 434 h 764"/>
              <a:gd name="GluePoint23X" fmla="*/ 251 w 438"/>
              <a:gd name="GluePoint23Y" fmla="*/ 469 h 764"/>
              <a:gd name="GluePoint24X" fmla="*/ 225 w 438"/>
              <a:gd name="GluePoint24Y" fmla="*/ 504 h 764"/>
              <a:gd name="GluePoint25X" fmla="*/ 306 w 438"/>
              <a:gd name="GluePoint25Y" fmla="*/ 484 h 764"/>
              <a:gd name="GluePoint26X" fmla="*/ 326 w 438"/>
              <a:gd name="GluePoint26Y" fmla="*/ 532 h 764"/>
              <a:gd name="GluePoint27X" fmla="*/ 282 w 438"/>
              <a:gd name="GluePoint27Y" fmla="*/ 553 h 764"/>
              <a:gd name="GluePoint28X" fmla="*/ 243 w 438"/>
              <a:gd name="GluePoint28Y" fmla="*/ 541 h 764"/>
              <a:gd name="GluePoint29X" fmla="*/ 251 w 438"/>
              <a:gd name="GluePoint29Y" fmla="*/ 613 h 764"/>
              <a:gd name="GluePoint30X" fmla="*/ 263 w 438"/>
              <a:gd name="GluePoint30Y" fmla="*/ 691 h 764"/>
              <a:gd name="GluePoint31X" fmla="*/ 245 w 438"/>
              <a:gd name="GluePoint31Y" fmla="*/ 760 h 764"/>
              <a:gd name="GluePoint32X" fmla="*/ 196 w 438"/>
              <a:gd name="GluePoint32Y" fmla="*/ 749 h 764"/>
              <a:gd name="GluePoint33X" fmla="*/ 142 w 438"/>
              <a:gd name="GluePoint33Y" fmla="*/ 719 h 764"/>
              <a:gd name="GluePoint34X" fmla="*/ 207 w 438"/>
              <a:gd name="GluePoint34Y" fmla="*/ 700 h 764"/>
              <a:gd name="GluePoint35X" fmla="*/ 217 w 438"/>
              <a:gd name="GluePoint35Y" fmla="*/ 634 h 764"/>
              <a:gd name="GluePoint36X" fmla="*/ 163 w 438"/>
              <a:gd name="GluePoint36Y" fmla="*/ 584 h 764"/>
              <a:gd name="GluePoint37X" fmla="*/ 71 w 438"/>
              <a:gd name="GluePoint37Y" fmla="*/ 634 h 764"/>
              <a:gd name="GluePoint38X" fmla="*/ 3 w 438"/>
              <a:gd name="GluePoint38Y" fmla="*/ 622 h 764"/>
              <a:gd name="GluePoint39X" fmla="*/ 68 w 438"/>
              <a:gd name="GluePoint39Y" fmla="*/ 588 h 764"/>
              <a:gd name="GluePoint40X" fmla="*/ 151 w 438"/>
              <a:gd name="GluePoint40Y" fmla="*/ 536 h 764"/>
              <a:gd name="GluePoint41X" fmla="*/ 195 w 438"/>
              <a:gd name="GluePoint41Y" fmla="*/ 496 h 764"/>
              <a:gd name="GluePoint42X" fmla="*/ 262 w 438"/>
              <a:gd name="GluePoint42Y" fmla="*/ 432 h 764"/>
              <a:gd name="GluePoint43X" fmla="*/ 238 w 438"/>
              <a:gd name="GluePoint43Y" fmla="*/ 413 h 764"/>
              <a:gd name="GluePoint44X" fmla="*/ 176 w 438"/>
              <a:gd name="GluePoint44Y" fmla="*/ 445 h 764"/>
              <a:gd name="GluePoint45X" fmla="*/ 113 w 438"/>
              <a:gd name="GluePoint45Y" fmla="*/ 449 h 764"/>
              <a:gd name="GluePoint46X" fmla="*/ 213 w 438"/>
              <a:gd name="GluePoint46Y" fmla="*/ 395 h 764"/>
              <a:gd name="GluePoint47X" fmla="*/ 277 w 438"/>
              <a:gd name="GluePoint47Y" fmla="*/ 361 h 764"/>
              <a:gd name="GluePoint48X" fmla="*/ 300 w 438"/>
              <a:gd name="GluePoint48Y" fmla="*/ 303 h 764"/>
              <a:gd name="GluePoint49X" fmla="*/ 335 w 438"/>
              <a:gd name="GluePoint49Y" fmla="*/ 263 h 764"/>
              <a:gd name="GluePoint50X" fmla="*/ 368 w 438"/>
              <a:gd name="GluePoint50Y" fmla="*/ 191 h 764"/>
              <a:gd name="GluePoint51X" fmla="*/ 309 w 438"/>
              <a:gd name="GluePoint51Y" fmla="*/ 206 h 764"/>
              <a:gd name="GluePoint52X" fmla="*/ 313 w 438"/>
              <a:gd name="GluePoint52Y" fmla="*/ 245 h 764"/>
              <a:gd name="GluePoint53X" fmla="*/ 284 w 438"/>
              <a:gd name="GluePoint53Y" fmla="*/ 301 h 764"/>
              <a:gd name="GluePoint54X" fmla="*/ 243 w 438"/>
              <a:gd name="GluePoint54Y" fmla="*/ 356 h 764"/>
              <a:gd name="GluePoint55X" fmla="*/ 134 w 438"/>
              <a:gd name="GluePoint55Y" fmla="*/ 220 h 764"/>
              <a:gd name="GluePoint56X" fmla="*/ 131 w 438"/>
              <a:gd name="GluePoint56Y" fmla="*/ 279 h 764"/>
              <a:gd name="GluePoint57X" fmla="*/ 153 w 438"/>
              <a:gd name="GluePoint57Y" fmla="*/ 279 h 764"/>
              <a:gd name="GluePoint58X" fmla="*/ 167 w 438"/>
              <a:gd name="GluePoint58Y" fmla="*/ 224 h 764"/>
              <a:gd name="GluePoint59X" fmla="*/ 179 w 438"/>
              <a:gd name="GluePoint59Y" fmla="*/ 250 h 764"/>
              <a:gd name="GluePoint60X" fmla="*/ 226 w 438"/>
              <a:gd name="GluePoint60Y" fmla="*/ 228 h 764"/>
              <a:gd name="GluePoint61X" fmla="*/ 248 w 438"/>
              <a:gd name="GluePoint61Y" fmla="*/ 279 h 764"/>
              <a:gd name="GluePoint62X" fmla="*/ 274 w 438"/>
              <a:gd name="GluePoint62Y" fmla="*/ 254 h 764"/>
            </a:gdLst>
            <a:ahLst/>
            <a:cxnLst/>
            <a:rect l="textAreaLeft" t="textAreaTop" r="textAreaRight" b="textAreaBottom"/>
            <a:pathLst>
              <a:path w="438" h="764">
                <a:moveTo>
                  <a:pt x="244" y="325"/>
                </a:moveTo>
                <a:lnTo>
                  <a:pt x="239" y="324"/>
                </a:lnTo>
                <a:lnTo>
                  <a:pt x="235" y="324"/>
                </a:lnTo>
                <a:lnTo>
                  <a:pt x="231" y="323"/>
                </a:lnTo>
                <a:lnTo>
                  <a:pt x="227" y="321"/>
                </a:lnTo>
                <a:lnTo>
                  <a:pt x="223" y="320"/>
                </a:lnTo>
                <a:lnTo>
                  <a:pt x="219" y="320"/>
                </a:lnTo>
                <a:lnTo>
                  <a:pt x="216" y="320"/>
                </a:lnTo>
                <a:lnTo>
                  <a:pt x="214" y="320"/>
                </a:lnTo>
                <a:lnTo>
                  <a:pt x="211" y="320"/>
                </a:lnTo>
                <a:lnTo>
                  <a:pt x="209" y="320"/>
                </a:lnTo>
                <a:lnTo>
                  <a:pt x="209" y="323"/>
                </a:lnTo>
                <a:lnTo>
                  <a:pt x="208" y="325"/>
                </a:lnTo>
                <a:lnTo>
                  <a:pt x="207" y="328"/>
                </a:lnTo>
                <a:lnTo>
                  <a:pt x="206" y="330"/>
                </a:lnTo>
                <a:lnTo>
                  <a:pt x="204" y="332"/>
                </a:lnTo>
                <a:lnTo>
                  <a:pt x="203" y="334"/>
                </a:lnTo>
                <a:lnTo>
                  <a:pt x="201" y="336"/>
                </a:lnTo>
                <a:lnTo>
                  <a:pt x="199" y="337"/>
                </a:lnTo>
                <a:lnTo>
                  <a:pt x="195" y="341"/>
                </a:lnTo>
                <a:lnTo>
                  <a:pt x="189" y="343"/>
                </a:lnTo>
                <a:lnTo>
                  <a:pt x="184" y="345"/>
                </a:lnTo>
                <a:lnTo>
                  <a:pt x="179" y="347"/>
                </a:lnTo>
                <a:lnTo>
                  <a:pt x="178" y="344"/>
                </a:lnTo>
                <a:lnTo>
                  <a:pt x="177" y="341"/>
                </a:lnTo>
                <a:lnTo>
                  <a:pt x="176" y="340"/>
                </a:lnTo>
                <a:lnTo>
                  <a:pt x="175" y="339"/>
                </a:lnTo>
                <a:lnTo>
                  <a:pt x="175" y="337"/>
                </a:lnTo>
                <a:lnTo>
                  <a:pt x="175" y="335"/>
                </a:lnTo>
                <a:lnTo>
                  <a:pt x="177" y="332"/>
                </a:lnTo>
                <a:lnTo>
                  <a:pt x="179" y="330"/>
                </a:lnTo>
                <a:lnTo>
                  <a:pt x="181" y="327"/>
                </a:lnTo>
                <a:lnTo>
                  <a:pt x="183" y="323"/>
                </a:lnTo>
                <a:lnTo>
                  <a:pt x="184" y="320"/>
                </a:lnTo>
                <a:lnTo>
                  <a:pt x="185" y="316"/>
                </a:lnTo>
                <a:lnTo>
                  <a:pt x="186" y="312"/>
                </a:lnTo>
                <a:lnTo>
                  <a:pt x="186" y="309"/>
                </a:lnTo>
                <a:lnTo>
                  <a:pt x="183" y="308"/>
                </a:lnTo>
                <a:lnTo>
                  <a:pt x="179" y="307"/>
                </a:lnTo>
                <a:lnTo>
                  <a:pt x="175" y="307"/>
                </a:lnTo>
                <a:lnTo>
                  <a:pt x="170" y="306"/>
                </a:lnTo>
                <a:lnTo>
                  <a:pt x="169" y="308"/>
                </a:lnTo>
                <a:lnTo>
                  <a:pt x="168" y="311"/>
                </a:lnTo>
                <a:lnTo>
                  <a:pt x="167" y="312"/>
                </a:lnTo>
                <a:lnTo>
                  <a:pt x="167" y="314"/>
                </a:lnTo>
                <a:lnTo>
                  <a:pt x="163" y="317"/>
                </a:lnTo>
                <a:lnTo>
                  <a:pt x="161" y="320"/>
                </a:lnTo>
                <a:lnTo>
                  <a:pt x="155" y="326"/>
                </a:lnTo>
                <a:lnTo>
                  <a:pt x="149" y="332"/>
                </a:lnTo>
                <a:lnTo>
                  <a:pt x="147" y="335"/>
                </a:lnTo>
                <a:lnTo>
                  <a:pt x="144" y="339"/>
                </a:lnTo>
                <a:lnTo>
                  <a:pt x="142" y="343"/>
                </a:lnTo>
                <a:lnTo>
                  <a:pt x="140" y="347"/>
                </a:lnTo>
                <a:lnTo>
                  <a:pt x="135" y="355"/>
                </a:lnTo>
                <a:lnTo>
                  <a:pt x="131" y="363"/>
                </a:lnTo>
                <a:lnTo>
                  <a:pt x="128" y="367"/>
                </a:lnTo>
                <a:lnTo>
                  <a:pt x="126" y="371"/>
                </a:lnTo>
                <a:lnTo>
                  <a:pt x="122" y="374"/>
                </a:lnTo>
                <a:lnTo>
                  <a:pt x="119" y="376"/>
                </a:lnTo>
                <a:lnTo>
                  <a:pt x="116" y="378"/>
                </a:lnTo>
                <a:lnTo>
                  <a:pt x="115" y="379"/>
                </a:lnTo>
                <a:lnTo>
                  <a:pt x="112" y="380"/>
                </a:lnTo>
                <a:lnTo>
                  <a:pt x="110" y="380"/>
                </a:lnTo>
                <a:lnTo>
                  <a:pt x="107" y="380"/>
                </a:lnTo>
                <a:lnTo>
                  <a:pt x="105" y="381"/>
                </a:lnTo>
                <a:lnTo>
                  <a:pt x="102" y="381"/>
                </a:lnTo>
                <a:lnTo>
                  <a:pt x="99" y="380"/>
                </a:lnTo>
                <a:lnTo>
                  <a:pt x="97" y="376"/>
                </a:lnTo>
                <a:lnTo>
                  <a:pt x="95" y="373"/>
                </a:lnTo>
                <a:lnTo>
                  <a:pt x="93" y="369"/>
                </a:lnTo>
                <a:lnTo>
                  <a:pt x="91" y="365"/>
                </a:lnTo>
                <a:lnTo>
                  <a:pt x="87" y="364"/>
                </a:lnTo>
                <a:lnTo>
                  <a:pt x="84" y="363"/>
                </a:lnTo>
                <a:lnTo>
                  <a:pt x="82" y="358"/>
                </a:lnTo>
                <a:lnTo>
                  <a:pt x="79" y="354"/>
                </a:lnTo>
                <a:lnTo>
                  <a:pt x="78" y="348"/>
                </a:lnTo>
                <a:lnTo>
                  <a:pt x="76" y="344"/>
                </a:lnTo>
                <a:lnTo>
                  <a:pt x="75" y="339"/>
                </a:lnTo>
                <a:lnTo>
                  <a:pt x="73" y="334"/>
                </a:lnTo>
                <a:lnTo>
                  <a:pt x="72" y="332"/>
                </a:lnTo>
                <a:lnTo>
                  <a:pt x="71" y="329"/>
                </a:lnTo>
                <a:lnTo>
                  <a:pt x="70" y="328"/>
                </a:lnTo>
                <a:lnTo>
                  <a:pt x="68" y="325"/>
                </a:lnTo>
                <a:lnTo>
                  <a:pt x="64" y="321"/>
                </a:lnTo>
                <a:lnTo>
                  <a:pt x="60" y="317"/>
                </a:lnTo>
                <a:lnTo>
                  <a:pt x="55" y="314"/>
                </a:lnTo>
                <a:lnTo>
                  <a:pt x="51" y="310"/>
                </a:lnTo>
                <a:lnTo>
                  <a:pt x="51" y="305"/>
                </a:lnTo>
                <a:lnTo>
                  <a:pt x="51" y="300"/>
                </a:lnTo>
                <a:lnTo>
                  <a:pt x="51" y="298"/>
                </a:lnTo>
                <a:lnTo>
                  <a:pt x="51" y="296"/>
                </a:lnTo>
                <a:lnTo>
                  <a:pt x="52" y="295"/>
                </a:lnTo>
                <a:lnTo>
                  <a:pt x="53" y="292"/>
                </a:lnTo>
                <a:lnTo>
                  <a:pt x="54" y="291"/>
                </a:lnTo>
                <a:lnTo>
                  <a:pt x="55" y="290"/>
                </a:lnTo>
                <a:lnTo>
                  <a:pt x="57" y="288"/>
                </a:lnTo>
                <a:lnTo>
                  <a:pt x="59" y="287"/>
                </a:lnTo>
                <a:lnTo>
                  <a:pt x="61" y="287"/>
                </a:lnTo>
                <a:lnTo>
                  <a:pt x="63" y="286"/>
                </a:lnTo>
                <a:lnTo>
                  <a:pt x="66" y="286"/>
                </a:lnTo>
                <a:lnTo>
                  <a:pt x="69" y="286"/>
                </a:lnTo>
                <a:lnTo>
                  <a:pt x="71" y="288"/>
                </a:lnTo>
                <a:lnTo>
                  <a:pt x="73" y="291"/>
                </a:lnTo>
                <a:lnTo>
                  <a:pt x="76" y="292"/>
                </a:lnTo>
                <a:lnTo>
                  <a:pt x="79" y="294"/>
                </a:lnTo>
                <a:lnTo>
                  <a:pt x="83" y="295"/>
                </a:lnTo>
                <a:lnTo>
                  <a:pt x="87" y="296"/>
                </a:lnTo>
                <a:lnTo>
                  <a:pt x="91" y="296"/>
                </a:lnTo>
                <a:lnTo>
                  <a:pt x="95" y="297"/>
                </a:lnTo>
                <a:lnTo>
                  <a:pt x="97" y="295"/>
                </a:lnTo>
                <a:lnTo>
                  <a:pt x="99" y="292"/>
                </a:lnTo>
                <a:lnTo>
                  <a:pt x="101" y="290"/>
                </a:lnTo>
                <a:lnTo>
                  <a:pt x="102" y="287"/>
                </a:lnTo>
                <a:lnTo>
                  <a:pt x="103" y="283"/>
                </a:lnTo>
                <a:lnTo>
                  <a:pt x="103" y="279"/>
                </a:lnTo>
                <a:lnTo>
                  <a:pt x="103" y="276"/>
                </a:lnTo>
                <a:lnTo>
                  <a:pt x="103" y="272"/>
                </a:lnTo>
                <a:lnTo>
                  <a:pt x="103" y="268"/>
                </a:lnTo>
                <a:lnTo>
                  <a:pt x="102" y="265"/>
                </a:lnTo>
                <a:lnTo>
                  <a:pt x="101" y="261"/>
                </a:lnTo>
                <a:lnTo>
                  <a:pt x="100" y="257"/>
                </a:lnTo>
                <a:lnTo>
                  <a:pt x="98" y="254"/>
                </a:lnTo>
                <a:lnTo>
                  <a:pt x="96" y="250"/>
                </a:lnTo>
                <a:lnTo>
                  <a:pt x="95" y="247"/>
                </a:lnTo>
                <a:lnTo>
                  <a:pt x="92" y="243"/>
                </a:lnTo>
                <a:lnTo>
                  <a:pt x="91" y="240"/>
                </a:lnTo>
                <a:lnTo>
                  <a:pt x="88" y="237"/>
                </a:lnTo>
                <a:lnTo>
                  <a:pt x="88" y="233"/>
                </a:lnTo>
                <a:lnTo>
                  <a:pt x="87" y="229"/>
                </a:lnTo>
                <a:lnTo>
                  <a:pt x="87" y="224"/>
                </a:lnTo>
                <a:lnTo>
                  <a:pt x="87" y="220"/>
                </a:lnTo>
                <a:lnTo>
                  <a:pt x="82" y="219"/>
                </a:lnTo>
                <a:lnTo>
                  <a:pt x="78" y="216"/>
                </a:lnTo>
                <a:lnTo>
                  <a:pt x="75" y="215"/>
                </a:lnTo>
                <a:lnTo>
                  <a:pt x="74" y="211"/>
                </a:lnTo>
                <a:lnTo>
                  <a:pt x="71" y="207"/>
                </a:lnTo>
                <a:lnTo>
                  <a:pt x="68" y="203"/>
                </a:lnTo>
                <a:lnTo>
                  <a:pt x="65" y="199"/>
                </a:lnTo>
                <a:lnTo>
                  <a:pt x="63" y="195"/>
                </a:lnTo>
                <a:lnTo>
                  <a:pt x="61" y="191"/>
                </a:lnTo>
                <a:lnTo>
                  <a:pt x="61" y="188"/>
                </a:lnTo>
                <a:lnTo>
                  <a:pt x="62" y="185"/>
                </a:lnTo>
                <a:lnTo>
                  <a:pt x="63" y="183"/>
                </a:lnTo>
                <a:lnTo>
                  <a:pt x="67" y="182"/>
                </a:lnTo>
                <a:lnTo>
                  <a:pt x="69" y="180"/>
                </a:lnTo>
                <a:lnTo>
                  <a:pt x="70" y="179"/>
                </a:lnTo>
                <a:lnTo>
                  <a:pt x="72" y="179"/>
                </a:lnTo>
                <a:lnTo>
                  <a:pt x="74" y="179"/>
                </a:lnTo>
                <a:lnTo>
                  <a:pt x="76" y="178"/>
                </a:lnTo>
                <a:lnTo>
                  <a:pt x="79" y="179"/>
                </a:lnTo>
                <a:lnTo>
                  <a:pt x="81" y="181"/>
                </a:lnTo>
                <a:lnTo>
                  <a:pt x="83" y="183"/>
                </a:lnTo>
                <a:lnTo>
                  <a:pt x="86" y="184"/>
                </a:lnTo>
                <a:lnTo>
                  <a:pt x="89" y="187"/>
                </a:lnTo>
                <a:lnTo>
                  <a:pt x="93" y="192"/>
                </a:lnTo>
                <a:lnTo>
                  <a:pt x="96" y="196"/>
                </a:lnTo>
                <a:lnTo>
                  <a:pt x="100" y="200"/>
                </a:lnTo>
                <a:lnTo>
                  <a:pt x="103" y="202"/>
                </a:lnTo>
                <a:lnTo>
                  <a:pt x="105" y="203"/>
                </a:lnTo>
                <a:lnTo>
                  <a:pt x="107" y="205"/>
                </a:lnTo>
                <a:lnTo>
                  <a:pt x="111" y="206"/>
                </a:lnTo>
                <a:lnTo>
                  <a:pt x="112" y="207"/>
                </a:lnTo>
                <a:lnTo>
                  <a:pt x="115" y="207"/>
                </a:lnTo>
                <a:lnTo>
                  <a:pt x="117" y="206"/>
                </a:lnTo>
                <a:lnTo>
                  <a:pt x="119" y="206"/>
                </a:lnTo>
                <a:lnTo>
                  <a:pt x="126" y="203"/>
                </a:lnTo>
                <a:lnTo>
                  <a:pt x="131" y="201"/>
                </a:lnTo>
                <a:lnTo>
                  <a:pt x="143" y="195"/>
                </a:lnTo>
                <a:lnTo>
                  <a:pt x="150" y="191"/>
                </a:lnTo>
                <a:lnTo>
                  <a:pt x="155" y="190"/>
                </a:lnTo>
                <a:lnTo>
                  <a:pt x="159" y="189"/>
                </a:lnTo>
                <a:lnTo>
                  <a:pt x="163" y="189"/>
                </a:lnTo>
                <a:lnTo>
                  <a:pt x="167" y="188"/>
                </a:lnTo>
                <a:lnTo>
                  <a:pt x="172" y="185"/>
                </a:lnTo>
                <a:lnTo>
                  <a:pt x="176" y="181"/>
                </a:lnTo>
                <a:lnTo>
                  <a:pt x="185" y="178"/>
                </a:lnTo>
                <a:lnTo>
                  <a:pt x="192" y="175"/>
                </a:lnTo>
                <a:lnTo>
                  <a:pt x="196" y="174"/>
                </a:lnTo>
                <a:lnTo>
                  <a:pt x="199" y="172"/>
                </a:lnTo>
                <a:lnTo>
                  <a:pt x="203" y="170"/>
                </a:lnTo>
                <a:lnTo>
                  <a:pt x="207" y="167"/>
                </a:lnTo>
                <a:lnTo>
                  <a:pt x="209" y="165"/>
                </a:lnTo>
                <a:lnTo>
                  <a:pt x="211" y="163"/>
                </a:lnTo>
                <a:lnTo>
                  <a:pt x="212" y="160"/>
                </a:lnTo>
                <a:lnTo>
                  <a:pt x="214" y="157"/>
                </a:lnTo>
                <a:lnTo>
                  <a:pt x="216" y="151"/>
                </a:lnTo>
                <a:lnTo>
                  <a:pt x="219" y="144"/>
                </a:lnTo>
                <a:lnTo>
                  <a:pt x="223" y="136"/>
                </a:lnTo>
                <a:lnTo>
                  <a:pt x="228" y="128"/>
                </a:lnTo>
                <a:lnTo>
                  <a:pt x="233" y="120"/>
                </a:lnTo>
                <a:lnTo>
                  <a:pt x="239" y="111"/>
                </a:lnTo>
                <a:lnTo>
                  <a:pt x="244" y="103"/>
                </a:lnTo>
                <a:lnTo>
                  <a:pt x="250" y="95"/>
                </a:lnTo>
                <a:lnTo>
                  <a:pt x="255" y="87"/>
                </a:lnTo>
                <a:lnTo>
                  <a:pt x="260" y="79"/>
                </a:lnTo>
                <a:lnTo>
                  <a:pt x="261" y="77"/>
                </a:lnTo>
                <a:lnTo>
                  <a:pt x="262" y="75"/>
                </a:lnTo>
                <a:lnTo>
                  <a:pt x="263" y="72"/>
                </a:lnTo>
                <a:lnTo>
                  <a:pt x="262" y="69"/>
                </a:lnTo>
                <a:lnTo>
                  <a:pt x="262" y="67"/>
                </a:lnTo>
                <a:lnTo>
                  <a:pt x="261" y="63"/>
                </a:lnTo>
                <a:lnTo>
                  <a:pt x="260" y="60"/>
                </a:lnTo>
                <a:lnTo>
                  <a:pt x="259" y="58"/>
                </a:lnTo>
                <a:lnTo>
                  <a:pt x="257" y="52"/>
                </a:lnTo>
                <a:lnTo>
                  <a:pt x="255" y="47"/>
                </a:lnTo>
                <a:lnTo>
                  <a:pt x="252" y="44"/>
                </a:lnTo>
                <a:lnTo>
                  <a:pt x="251" y="41"/>
                </a:lnTo>
                <a:lnTo>
                  <a:pt x="251" y="37"/>
                </a:lnTo>
                <a:lnTo>
                  <a:pt x="250" y="27"/>
                </a:lnTo>
                <a:lnTo>
                  <a:pt x="249" y="16"/>
                </a:lnTo>
                <a:lnTo>
                  <a:pt x="248" y="9"/>
                </a:lnTo>
                <a:lnTo>
                  <a:pt x="250" y="9"/>
                </a:lnTo>
                <a:lnTo>
                  <a:pt x="251" y="8"/>
                </a:lnTo>
                <a:lnTo>
                  <a:pt x="252" y="7"/>
                </a:lnTo>
                <a:lnTo>
                  <a:pt x="254" y="6"/>
                </a:lnTo>
                <a:lnTo>
                  <a:pt x="255" y="3"/>
                </a:lnTo>
                <a:lnTo>
                  <a:pt x="257" y="1"/>
                </a:lnTo>
                <a:lnTo>
                  <a:pt x="265" y="0"/>
                </a:lnTo>
                <a:lnTo>
                  <a:pt x="272" y="1"/>
                </a:lnTo>
                <a:lnTo>
                  <a:pt x="280" y="2"/>
                </a:lnTo>
                <a:lnTo>
                  <a:pt x="286" y="3"/>
                </a:lnTo>
                <a:lnTo>
                  <a:pt x="292" y="4"/>
                </a:lnTo>
                <a:lnTo>
                  <a:pt x="297" y="6"/>
                </a:lnTo>
                <a:lnTo>
                  <a:pt x="302" y="8"/>
                </a:lnTo>
                <a:lnTo>
                  <a:pt x="307" y="11"/>
                </a:lnTo>
                <a:lnTo>
                  <a:pt x="311" y="14"/>
                </a:lnTo>
                <a:lnTo>
                  <a:pt x="315" y="17"/>
                </a:lnTo>
                <a:lnTo>
                  <a:pt x="319" y="21"/>
                </a:lnTo>
                <a:lnTo>
                  <a:pt x="323" y="25"/>
                </a:lnTo>
                <a:lnTo>
                  <a:pt x="331" y="34"/>
                </a:lnTo>
                <a:lnTo>
                  <a:pt x="339" y="43"/>
                </a:lnTo>
                <a:lnTo>
                  <a:pt x="338" y="50"/>
                </a:lnTo>
                <a:lnTo>
                  <a:pt x="336" y="55"/>
                </a:lnTo>
                <a:lnTo>
                  <a:pt x="334" y="60"/>
                </a:lnTo>
                <a:lnTo>
                  <a:pt x="332" y="65"/>
                </a:lnTo>
                <a:lnTo>
                  <a:pt x="328" y="69"/>
                </a:lnTo>
                <a:lnTo>
                  <a:pt x="324" y="73"/>
                </a:lnTo>
                <a:lnTo>
                  <a:pt x="321" y="77"/>
                </a:lnTo>
                <a:lnTo>
                  <a:pt x="317" y="81"/>
                </a:lnTo>
                <a:lnTo>
                  <a:pt x="309" y="87"/>
                </a:lnTo>
                <a:lnTo>
                  <a:pt x="301" y="95"/>
                </a:lnTo>
                <a:lnTo>
                  <a:pt x="297" y="98"/>
                </a:lnTo>
                <a:lnTo>
                  <a:pt x="293" y="102"/>
                </a:lnTo>
                <a:lnTo>
                  <a:pt x="289" y="105"/>
                </a:lnTo>
                <a:lnTo>
                  <a:pt x="286" y="109"/>
                </a:lnTo>
                <a:lnTo>
                  <a:pt x="280" y="116"/>
                </a:lnTo>
                <a:lnTo>
                  <a:pt x="276" y="123"/>
                </a:lnTo>
                <a:lnTo>
                  <a:pt x="273" y="127"/>
                </a:lnTo>
                <a:lnTo>
                  <a:pt x="271" y="130"/>
                </a:lnTo>
                <a:lnTo>
                  <a:pt x="267" y="133"/>
                </a:lnTo>
                <a:lnTo>
                  <a:pt x="265" y="136"/>
                </a:lnTo>
                <a:lnTo>
                  <a:pt x="255" y="143"/>
                </a:lnTo>
                <a:lnTo>
                  <a:pt x="246" y="151"/>
                </a:lnTo>
                <a:lnTo>
                  <a:pt x="243" y="153"/>
                </a:lnTo>
                <a:lnTo>
                  <a:pt x="242" y="155"/>
                </a:lnTo>
                <a:lnTo>
                  <a:pt x="239" y="158"/>
                </a:lnTo>
                <a:lnTo>
                  <a:pt x="238" y="160"/>
                </a:lnTo>
                <a:lnTo>
                  <a:pt x="237" y="163"/>
                </a:lnTo>
                <a:lnTo>
                  <a:pt x="235" y="166"/>
                </a:lnTo>
                <a:lnTo>
                  <a:pt x="235" y="169"/>
                </a:lnTo>
                <a:lnTo>
                  <a:pt x="235" y="172"/>
                </a:lnTo>
                <a:lnTo>
                  <a:pt x="237" y="175"/>
                </a:lnTo>
                <a:lnTo>
                  <a:pt x="239" y="177"/>
                </a:lnTo>
                <a:lnTo>
                  <a:pt x="244" y="178"/>
                </a:lnTo>
                <a:lnTo>
                  <a:pt x="250" y="179"/>
                </a:lnTo>
                <a:lnTo>
                  <a:pt x="255" y="180"/>
                </a:lnTo>
                <a:lnTo>
                  <a:pt x="260" y="181"/>
                </a:lnTo>
                <a:lnTo>
                  <a:pt x="263" y="183"/>
                </a:lnTo>
                <a:lnTo>
                  <a:pt x="265" y="185"/>
                </a:lnTo>
                <a:lnTo>
                  <a:pt x="267" y="186"/>
                </a:lnTo>
                <a:lnTo>
                  <a:pt x="268" y="187"/>
                </a:lnTo>
                <a:lnTo>
                  <a:pt x="270" y="187"/>
                </a:lnTo>
                <a:lnTo>
                  <a:pt x="272" y="188"/>
                </a:lnTo>
                <a:lnTo>
                  <a:pt x="274" y="189"/>
                </a:lnTo>
                <a:lnTo>
                  <a:pt x="277" y="189"/>
                </a:lnTo>
                <a:lnTo>
                  <a:pt x="280" y="189"/>
                </a:lnTo>
                <a:lnTo>
                  <a:pt x="282" y="189"/>
                </a:lnTo>
                <a:lnTo>
                  <a:pt x="285" y="188"/>
                </a:lnTo>
                <a:lnTo>
                  <a:pt x="288" y="187"/>
                </a:lnTo>
                <a:lnTo>
                  <a:pt x="291" y="187"/>
                </a:lnTo>
                <a:lnTo>
                  <a:pt x="293" y="185"/>
                </a:lnTo>
                <a:lnTo>
                  <a:pt x="299" y="183"/>
                </a:lnTo>
                <a:lnTo>
                  <a:pt x="304" y="179"/>
                </a:lnTo>
                <a:lnTo>
                  <a:pt x="309" y="176"/>
                </a:lnTo>
                <a:lnTo>
                  <a:pt x="315" y="172"/>
                </a:lnTo>
                <a:lnTo>
                  <a:pt x="325" y="165"/>
                </a:lnTo>
                <a:lnTo>
                  <a:pt x="335" y="157"/>
                </a:lnTo>
                <a:lnTo>
                  <a:pt x="339" y="154"/>
                </a:lnTo>
                <a:lnTo>
                  <a:pt x="344" y="151"/>
                </a:lnTo>
                <a:lnTo>
                  <a:pt x="347" y="148"/>
                </a:lnTo>
                <a:lnTo>
                  <a:pt x="351" y="146"/>
                </a:lnTo>
                <a:lnTo>
                  <a:pt x="355" y="145"/>
                </a:lnTo>
                <a:lnTo>
                  <a:pt x="359" y="144"/>
                </a:lnTo>
                <a:lnTo>
                  <a:pt x="364" y="143"/>
                </a:lnTo>
                <a:lnTo>
                  <a:pt x="367" y="142"/>
                </a:lnTo>
                <a:lnTo>
                  <a:pt x="378" y="136"/>
                </a:lnTo>
                <a:lnTo>
                  <a:pt x="388" y="131"/>
                </a:lnTo>
                <a:lnTo>
                  <a:pt x="391" y="130"/>
                </a:lnTo>
                <a:lnTo>
                  <a:pt x="394" y="129"/>
                </a:lnTo>
                <a:lnTo>
                  <a:pt x="396" y="128"/>
                </a:lnTo>
                <a:lnTo>
                  <a:pt x="400" y="128"/>
                </a:lnTo>
                <a:lnTo>
                  <a:pt x="403" y="129"/>
                </a:lnTo>
                <a:lnTo>
                  <a:pt x="406" y="131"/>
                </a:lnTo>
                <a:lnTo>
                  <a:pt x="409" y="132"/>
                </a:lnTo>
                <a:lnTo>
                  <a:pt x="413" y="135"/>
                </a:lnTo>
                <a:lnTo>
                  <a:pt x="416" y="137"/>
                </a:lnTo>
                <a:lnTo>
                  <a:pt x="418" y="140"/>
                </a:lnTo>
                <a:lnTo>
                  <a:pt x="420" y="143"/>
                </a:lnTo>
                <a:lnTo>
                  <a:pt x="424" y="146"/>
                </a:lnTo>
                <a:lnTo>
                  <a:pt x="426" y="150"/>
                </a:lnTo>
                <a:lnTo>
                  <a:pt x="428" y="154"/>
                </a:lnTo>
                <a:lnTo>
                  <a:pt x="431" y="158"/>
                </a:lnTo>
                <a:lnTo>
                  <a:pt x="433" y="162"/>
                </a:lnTo>
                <a:lnTo>
                  <a:pt x="435" y="167"/>
                </a:lnTo>
                <a:lnTo>
                  <a:pt x="436" y="171"/>
                </a:lnTo>
                <a:lnTo>
                  <a:pt x="437" y="176"/>
                </a:lnTo>
                <a:lnTo>
                  <a:pt x="438" y="180"/>
                </a:lnTo>
                <a:lnTo>
                  <a:pt x="437" y="183"/>
                </a:lnTo>
                <a:lnTo>
                  <a:pt x="437" y="185"/>
                </a:lnTo>
                <a:lnTo>
                  <a:pt x="437" y="187"/>
                </a:lnTo>
                <a:lnTo>
                  <a:pt x="436" y="189"/>
                </a:lnTo>
                <a:lnTo>
                  <a:pt x="436" y="191"/>
                </a:lnTo>
                <a:lnTo>
                  <a:pt x="435" y="194"/>
                </a:lnTo>
                <a:lnTo>
                  <a:pt x="434" y="196"/>
                </a:lnTo>
                <a:lnTo>
                  <a:pt x="432" y="198"/>
                </a:lnTo>
                <a:lnTo>
                  <a:pt x="430" y="200"/>
                </a:lnTo>
                <a:lnTo>
                  <a:pt x="428" y="202"/>
                </a:lnTo>
                <a:lnTo>
                  <a:pt x="425" y="203"/>
                </a:lnTo>
                <a:lnTo>
                  <a:pt x="422" y="205"/>
                </a:lnTo>
                <a:lnTo>
                  <a:pt x="419" y="207"/>
                </a:lnTo>
                <a:lnTo>
                  <a:pt x="416" y="208"/>
                </a:lnTo>
                <a:lnTo>
                  <a:pt x="413" y="210"/>
                </a:lnTo>
                <a:lnTo>
                  <a:pt x="411" y="211"/>
                </a:lnTo>
                <a:lnTo>
                  <a:pt x="409" y="214"/>
                </a:lnTo>
                <a:lnTo>
                  <a:pt x="408" y="216"/>
                </a:lnTo>
                <a:lnTo>
                  <a:pt x="406" y="219"/>
                </a:lnTo>
                <a:lnTo>
                  <a:pt x="404" y="221"/>
                </a:lnTo>
                <a:lnTo>
                  <a:pt x="403" y="223"/>
                </a:lnTo>
                <a:lnTo>
                  <a:pt x="401" y="226"/>
                </a:lnTo>
                <a:lnTo>
                  <a:pt x="400" y="228"/>
                </a:lnTo>
                <a:lnTo>
                  <a:pt x="397" y="230"/>
                </a:lnTo>
                <a:lnTo>
                  <a:pt x="396" y="231"/>
                </a:lnTo>
                <a:lnTo>
                  <a:pt x="394" y="231"/>
                </a:lnTo>
                <a:lnTo>
                  <a:pt x="392" y="231"/>
                </a:lnTo>
                <a:lnTo>
                  <a:pt x="390" y="231"/>
                </a:lnTo>
                <a:lnTo>
                  <a:pt x="388" y="232"/>
                </a:lnTo>
                <a:lnTo>
                  <a:pt x="387" y="233"/>
                </a:lnTo>
                <a:lnTo>
                  <a:pt x="385" y="234"/>
                </a:lnTo>
                <a:lnTo>
                  <a:pt x="384" y="235"/>
                </a:lnTo>
                <a:lnTo>
                  <a:pt x="384" y="237"/>
                </a:lnTo>
                <a:lnTo>
                  <a:pt x="384" y="239"/>
                </a:lnTo>
                <a:lnTo>
                  <a:pt x="381" y="242"/>
                </a:lnTo>
                <a:lnTo>
                  <a:pt x="379" y="243"/>
                </a:lnTo>
                <a:lnTo>
                  <a:pt x="376" y="246"/>
                </a:lnTo>
                <a:lnTo>
                  <a:pt x="374" y="247"/>
                </a:lnTo>
                <a:lnTo>
                  <a:pt x="372" y="249"/>
                </a:lnTo>
                <a:lnTo>
                  <a:pt x="368" y="251"/>
                </a:lnTo>
                <a:lnTo>
                  <a:pt x="367" y="253"/>
                </a:lnTo>
                <a:lnTo>
                  <a:pt x="364" y="255"/>
                </a:lnTo>
                <a:lnTo>
                  <a:pt x="364" y="258"/>
                </a:lnTo>
                <a:lnTo>
                  <a:pt x="364" y="260"/>
                </a:lnTo>
                <a:lnTo>
                  <a:pt x="362" y="263"/>
                </a:lnTo>
                <a:lnTo>
                  <a:pt x="359" y="267"/>
                </a:lnTo>
                <a:lnTo>
                  <a:pt x="356" y="269"/>
                </a:lnTo>
                <a:lnTo>
                  <a:pt x="352" y="271"/>
                </a:lnTo>
                <a:lnTo>
                  <a:pt x="345" y="276"/>
                </a:lnTo>
                <a:lnTo>
                  <a:pt x="339" y="281"/>
                </a:lnTo>
                <a:lnTo>
                  <a:pt x="338" y="282"/>
                </a:lnTo>
                <a:lnTo>
                  <a:pt x="337" y="283"/>
                </a:lnTo>
                <a:lnTo>
                  <a:pt x="336" y="285"/>
                </a:lnTo>
                <a:lnTo>
                  <a:pt x="336" y="287"/>
                </a:lnTo>
                <a:lnTo>
                  <a:pt x="336" y="291"/>
                </a:lnTo>
                <a:lnTo>
                  <a:pt x="335" y="294"/>
                </a:lnTo>
                <a:lnTo>
                  <a:pt x="333" y="295"/>
                </a:lnTo>
                <a:lnTo>
                  <a:pt x="332" y="296"/>
                </a:lnTo>
                <a:lnTo>
                  <a:pt x="331" y="298"/>
                </a:lnTo>
                <a:lnTo>
                  <a:pt x="329" y="299"/>
                </a:lnTo>
                <a:lnTo>
                  <a:pt x="326" y="300"/>
                </a:lnTo>
                <a:lnTo>
                  <a:pt x="324" y="303"/>
                </a:lnTo>
                <a:lnTo>
                  <a:pt x="321" y="307"/>
                </a:lnTo>
                <a:lnTo>
                  <a:pt x="319" y="314"/>
                </a:lnTo>
                <a:lnTo>
                  <a:pt x="316" y="322"/>
                </a:lnTo>
                <a:lnTo>
                  <a:pt x="314" y="326"/>
                </a:lnTo>
                <a:lnTo>
                  <a:pt x="323" y="331"/>
                </a:lnTo>
                <a:lnTo>
                  <a:pt x="332" y="336"/>
                </a:lnTo>
                <a:lnTo>
                  <a:pt x="336" y="337"/>
                </a:lnTo>
                <a:lnTo>
                  <a:pt x="340" y="340"/>
                </a:lnTo>
                <a:lnTo>
                  <a:pt x="343" y="343"/>
                </a:lnTo>
                <a:lnTo>
                  <a:pt x="347" y="346"/>
                </a:lnTo>
                <a:lnTo>
                  <a:pt x="350" y="349"/>
                </a:lnTo>
                <a:lnTo>
                  <a:pt x="352" y="352"/>
                </a:lnTo>
                <a:lnTo>
                  <a:pt x="355" y="356"/>
                </a:lnTo>
                <a:lnTo>
                  <a:pt x="356" y="361"/>
                </a:lnTo>
                <a:lnTo>
                  <a:pt x="358" y="365"/>
                </a:lnTo>
                <a:lnTo>
                  <a:pt x="360" y="371"/>
                </a:lnTo>
                <a:lnTo>
                  <a:pt x="360" y="376"/>
                </a:lnTo>
                <a:lnTo>
                  <a:pt x="360" y="383"/>
                </a:lnTo>
                <a:lnTo>
                  <a:pt x="358" y="384"/>
                </a:lnTo>
                <a:lnTo>
                  <a:pt x="356" y="387"/>
                </a:lnTo>
                <a:lnTo>
                  <a:pt x="354" y="389"/>
                </a:lnTo>
                <a:lnTo>
                  <a:pt x="352" y="391"/>
                </a:lnTo>
                <a:lnTo>
                  <a:pt x="350" y="396"/>
                </a:lnTo>
                <a:lnTo>
                  <a:pt x="346" y="400"/>
                </a:lnTo>
                <a:lnTo>
                  <a:pt x="342" y="401"/>
                </a:lnTo>
                <a:lnTo>
                  <a:pt x="337" y="402"/>
                </a:lnTo>
                <a:lnTo>
                  <a:pt x="334" y="407"/>
                </a:lnTo>
                <a:lnTo>
                  <a:pt x="330" y="412"/>
                </a:lnTo>
                <a:lnTo>
                  <a:pt x="328" y="412"/>
                </a:lnTo>
                <a:lnTo>
                  <a:pt x="326" y="413"/>
                </a:lnTo>
                <a:lnTo>
                  <a:pt x="324" y="414"/>
                </a:lnTo>
                <a:lnTo>
                  <a:pt x="322" y="415"/>
                </a:lnTo>
                <a:lnTo>
                  <a:pt x="317" y="416"/>
                </a:lnTo>
                <a:lnTo>
                  <a:pt x="313" y="418"/>
                </a:lnTo>
                <a:lnTo>
                  <a:pt x="309" y="423"/>
                </a:lnTo>
                <a:lnTo>
                  <a:pt x="306" y="428"/>
                </a:lnTo>
                <a:lnTo>
                  <a:pt x="300" y="430"/>
                </a:lnTo>
                <a:lnTo>
                  <a:pt x="296" y="433"/>
                </a:lnTo>
                <a:lnTo>
                  <a:pt x="292" y="434"/>
                </a:lnTo>
                <a:lnTo>
                  <a:pt x="291" y="436"/>
                </a:lnTo>
                <a:lnTo>
                  <a:pt x="288" y="437"/>
                </a:lnTo>
                <a:lnTo>
                  <a:pt x="286" y="439"/>
                </a:lnTo>
                <a:lnTo>
                  <a:pt x="283" y="442"/>
                </a:lnTo>
                <a:lnTo>
                  <a:pt x="280" y="446"/>
                </a:lnTo>
                <a:lnTo>
                  <a:pt x="279" y="448"/>
                </a:lnTo>
                <a:lnTo>
                  <a:pt x="277" y="450"/>
                </a:lnTo>
                <a:lnTo>
                  <a:pt x="276" y="452"/>
                </a:lnTo>
                <a:lnTo>
                  <a:pt x="274" y="452"/>
                </a:lnTo>
                <a:lnTo>
                  <a:pt x="272" y="453"/>
                </a:lnTo>
                <a:lnTo>
                  <a:pt x="268" y="453"/>
                </a:lnTo>
                <a:lnTo>
                  <a:pt x="266" y="456"/>
                </a:lnTo>
                <a:lnTo>
                  <a:pt x="263" y="460"/>
                </a:lnTo>
                <a:lnTo>
                  <a:pt x="262" y="462"/>
                </a:lnTo>
                <a:lnTo>
                  <a:pt x="261" y="464"/>
                </a:lnTo>
                <a:lnTo>
                  <a:pt x="259" y="465"/>
                </a:lnTo>
                <a:lnTo>
                  <a:pt x="258" y="467"/>
                </a:lnTo>
                <a:lnTo>
                  <a:pt x="254" y="468"/>
                </a:lnTo>
                <a:lnTo>
                  <a:pt x="251" y="469"/>
                </a:lnTo>
                <a:lnTo>
                  <a:pt x="250" y="470"/>
                </a:lnTo>
                <a:lnTo>
                  <a:pt x="248" y="472"/>
                </a:lnTo>
                <a:lnTo>
                  <a:pt x="247" y="475"/>
                </a:lnTo>
                <a:lnTo>
                  <a:pt x="244" y="476"/>
                </a:lnTo>
                <a:lnTo>
                  <a:pt x="243" y="478"/>
                </a:lnTo>
                <a:lnTo>
                  <a:pt x="240" y="480"/>
                </a:lnTo>
                <a:lnTo>
                  <a:pt x="235" y="482"/>
                </a:lnTo>
                <a:lnTo>
                  <a:pt x="231" y="484"/>
                </a:lnTo>
                <a:lnTo>
                  <a:pt x="229" y="486"/>
                </a:lnTo>
                <a:lnTo>
                  <a:pt x="227" y="488"/>
                </a:lnTo>
                <a:lnTo>
                  <a:pt x="225" y="489"/>
                </a:lnTo>
                <a:lnTo>
                  <a:pt x="223" y="492"/>
                </a:lnTo>
                <a:lnTo>
                  <a:pt x="222" y="494"/>
                </a:lnTo>
                <a:lnTo>
                  <a:pt x="221" y="496"/>
                </a:lnTo>
                <a:lnTo>
                  <a:pt x="221" y="500"/>
                </a:lnTo>
                <a:lnTo>
                  <a:pt x="221" y="504"/>
                </a:lnTo>
                <a:lnTo>
                  <a:pt x="222" y="504"/>
                </a:lnTo>
                <a:lnTo>
                  <a:pt x="224" y="504"/>
                </a:lnTo>
                <a:lnTo>
                  <a:pt x="225" y="504"/>
                </a:lnTo>
                <a:lnTo>
                  <a:pt x="227" y="504"/>
                </a:lnTo>
                <a:lnTo>
                  <a:pt x="229" y="504"/>
                </a:lnTo>
                <a:lnTo>
                  <a:pt x="232" y="504"/>
                </a:lnTo>
                <a:lnTo>
                  <a:pt x="239" y="502"/>
                </a:lnTo>
                <a:lnTo>
                  <a:pt x="246" y="500"/>
                </a:lnTo>
                <a:lnTo>
                  <a:pt x="259" y="494"/>
                </a:lnTo>
                <a:lnTo>
                  <a:pt x="267" y="490"/>
                </a:lnTo>
                <a:lnTo>
                  <a:pt x="272" y="489"/>
                </a:lnTo>
                <a:lnTo>
                  <a:pt x="276" y="488"/>
                </a:lnTo>
                <a:lnTo>
                  <a:pt x="280" y="488"/>
                </a:lnTo>
                <a:lnTo>
                  <a:pt x="284" y="488"/>
                </a:lnTo>
                <a:lnTo>
                  <a:pt x="287" y="487"/>
                </a:lnTo>
                <a:lnTo>
                  <a:pt x="290" y="485"/>
                </a:lnTo>
                <a:lnTo>
                  <a:pt x="292" y="485"/>
                </a:lnTo>
                <a:lnTo>
                  <a:pt x="296" y="484"/>
                </a:lnTo>
                <a:lnTo>
                  <a:pt x="298" y="484"/>
                </a:lnTo>
                <a:lnTo>
                  <a:pt x="301" y="484"/>
                </a:lnTo>
                <a:lnTo>
                  <a:pt x="304" y="484"/>
                </a:lnTo>
                <a:lnTo>
                  <a:pt x="306" y="484"/>
                </a:lnTo>
                <a:lnTo>
                  <a:pt x="308" y="485"/>
                </a:lnTo>
                <a:lnTo>
                  <a:pt x="311" y="485"/>
                </a:lnTo>
                <a:lnTo>
                  <a:pt x="313" y="486"/>
                </a:lnTo>
                <a:lnTo>
                  <a:pt x="315" y="487"/>
                </a:lnTo>
                <a:lnTo>
                  <a:pt x="320" y="489"/>
                </a:lnTo>
                <a:lnTo>
                  <a:pt x="323" y="492"/>
                </a:lnTo>
                <a:lnTo>
                  <a:pt x="327" y="495"/>
                </a:lnTo>
                <a:lnTo>
                  <a:pt x="330" y="499"/>
                </a:lnTo>
                <a:lnTo>
                  <a:pt x="332" y="502"/>
                </a:lnTo>
                <a:lnTo>
                  <a:pt x="335" y="506"/>
                </a:lnTo>
                <a:lnTo>
                  <a:pt x="337" y="511"/>
                </a:lnTo>
                <a:lnTo>
                  <a:pt x="339" y="515"/>
                </a:lnTo>
                <a:lnTo>
                  <a:pt x="340" y="520"/>
                </a:lnTo>
                <a:lnTo>
                  <a:pt x="342" y="524"/>
                </a:lnTo>
                <a:lnTo>
                  <a:pt x="338" y="528"/>
                </a:lnTo>
                <a:lnTo>
                  <a:pt x="335" y="532"/>
                </a:lnTo>
                <a:lnTo>
                  <a:pt x="332" y="532"/>
                </a:lnTo>
                <a:lnTo>
                  <a:pt x="328" y="532"/>
                </a:lnTo>
                <a:lnTo>
                  <a:pt x="326" y="532"/>
                </a:lnTo>
                <a:lnTo>
                  <a:pt x="323" y="532"/>
                </a:lnTo>
                <a:lnTo>
                  <a:pt x="319" y="533"/>
                </a:lnTo>
                <a:lnTo>
                  <a:pt x="315" y="536"/>
                </a:lnTo>
                <a:lnTo>
                  <a:pt x="311" y="539"/>
                </a:lnTo>
                <a:lnTo>
                  <a:pt x="307" y="541"/>
                </a:lnTo>
                <a:lnTo>
                  <a:pt x="304" y="541"/>
                </a:lnTo>
                <a:lnTo>
                  <a:pt x="302" y="541"/>
                </a:lnTo>
                <a:lnTo>
                  <a:pt x="300" y="542"/>
                </a:lnTo>
                <a:lnTo>
                  <a:pt x="297" y="542"/>
                </a:lnTo>
                <a:lnTo>
                  <a:pt x="296" y="542"/>
                </a:lnTo>
                <a:lnTo>
                  <a:pt x="293" y="542"/>
                </a:lnTo>
                <a:lnTo>
                  <a:pt x="292" y="542"/>
                </a:lnTo>
                <a:lnTo>
                  <a:pt x="290" y="543"/>
                </a:lnTo>
                <a:lnTo>
                  <a:pt x="290" y="544"/>
                </a:lnTo>
                <a:lnTo>
                  <a:pt x="290" y="545"/>
                </a:lnTo>
                <a:lnTo>
                  <a:pt x="289" y="546"/>
                </a:lnTo>
                <a:lnTo>
                  <a:pt x="288" y="548"/>
                </a:lnTo>
                <a:lnTo>
                  <a:pt x="285" y="550"/>
                </a:lnTo>
                <a:lnTo>
                  <a:pt x="282" y="553"/>
                </a:lnTo>
                <a:lnTo>
                  <a:pt x="278" y="556"/>
                </a:lnTo>
                <a:lnTo>
                  <a:pt x="274" y="558"/>
                </a:lnTo>
                <a:lnTo>
                  <a:pt x="271" y="559"/>
                </a:lnTo>
                <a:lnTo>
                  <a:pt x="267" y="560"/>
                </a:lnTo>
                <a:lnTo>
                  <a:pt x="267" y="559"/>
                </a:lnTo>
                <a:lnTo>
                  <a:pt x="267" y="558"/>
                </a:lnTo>
                <a:lnTo>
                  <a:pt x="264" y="556"/>
                </a:lnTo>
                <a:lnTo>
                  <a:pt x="261" y="552"/>
                </a:lnTo>
                <a:lnTo>
                  <a:pt x="260" y="551"/>
                </a:lnTo>
                <a:lnTo>
                  <a:pt x="260" y="549"/>
                </a:lnTo>
                <a:lnTo>
                  <a:pt x="260" y="548"/>
                </a:lnTo>
                <a:lnTo>
                  <a:pt x="261" y="546"/>
                </a:lnTo>
                <a:lnTo>
                  <a:pt x="261" y="545"/>
                </a:lnTo>
                <a:lnTo>
                  <a:pt x="261" y="544"/>
                </a:lnTo>
                <a:lnTo>
                  <a:pt x="261" y="542"/>
                </a:lnTo>
                <a:lnTo>
                  <a:pt x="260" y="541"/>
                </a:lnTo>
                <a:lnTo>
                  <a:pt x="255" y="541"/>
                </a:lnTo>
                <a:lnTo>
                  <a:pt x="248" y="541"/>
                </a:lnTo>
                <a:lnTo>
                  <a:pt x="243" y="541"/>
                </a:lnTo>
                <a:lnTo>
                  <a:pt x="237" y="541"/>
                </a:lnTo>
                <a:lnTo>
                  <a:pt x="235" y="543"/>
                </a:lnTo>
                <a:lnTo>
                  <a:pt x="235" y="546"/>
                </a:lnTo>
                <a:lnTo>
                  <a:pt x="235" y="548"/>
                </a:lnTo>
                <a:lnTo>
                  <a:pt x="235" y="551"/>
                </a:lnTo>
                <a:lnTo>
                  <a:pt x="235" y="553"/>
                </a:lnTo>
                <a:lnTo>
                  <a:pt x="235" y="556"/>
                </a:lnTo>
                <a:lnTo>
                  <a:pt x="236" y="561"/>
                </a:lnTo>
                <a:lnTo>
                  <a:pt x="239" y="567"/>
                </a:lnTo>
                <a:lnTo>
                  <a:pt x="243" y="576"/>
                </a:lnTo>
                <a:lnTo>
                  <a:pt x="247" y="586"/>
                </a:lnTo>
                <a:lnTo>
                  <a:pt x="247" y="589"/>
                </a:lnTo>
                <a:lnTo>
                  <a:pt x="248" y="593"/>
                </a:lnTo>
                <a:lnTo>
                  <a:pt x="248" y="596"/>
                </a:lnTo>
                <a:lnTo>
                  <a:pt x="248" y="600"/>
                </a:lnTo>
                <a:lnTo>
                  <a:pt x="248" y="603"/>
                </a:lnTo>
                <a:lnTo>
                  <a:pt x="249" y="606"/>
                </a:lnTo>
                <a:lnTo>
                  <a:pt x="250" y="609"/>
                </a:lnTo>
                <a:lnTo>
                  <a:pt x="251" y="613"/>
                </a:lnTo>
                <a:lnTo>
                  <a:pt x="253" y="616"/>
                </a:lnTo>
                <a:lnTo>
                  <a:pt x="255" y="618"/>
                </a:lnTo>
                <a:lnTo>
                  <a:pt x="256" y="620"/>
                </a:lnTo>
                <a:lnTo>
                  <a:pt x="257" y="622"/>
                </a:lnTo>
                <a:lnTo>
                  <a:pt x="257" y="624"/>
                </a:lnTo>
                <a:lnTo>
                  <a:pt x="257" y="625"/>
                </a:lnTo>
                <a:lnTo>
                  <a:pt x="257" y="628"/>
                </a:lnTo>
                <a:lnTo>
                  <a:pt x="257" y="629"/>
                </a:lnTo>
                <a:lnTo>
                  <a:pt x="257" y="632"/>
                </a:lnTo>
                <a:lnTo>
                  <a:pt x="258" y="634"/>
                </a:lnTo>
                <a:lnTo>
                  <a:pt x="261" y="639"/>
                </a:lnTo>
                <a:lnTo>
                  <a:pt x="263" y="643"/>
                </a:lnTo>
                <a:lnTo>
                  <a:pt x="265" y="645"/>
                </a:lnTo>
                <a:lnTo>
                  <a:pt x="265" y="648"/>
                </a:lnTo>
                <a:lnTo>
                  <a:pt x="266" y="652"/>
                </a:lnTo>
                <a:lnTo>
                  <a:pt x="266" y="657"/>
                </a:lnTo>
                <a:lnTo>
                  <a:pt x="266" y="668"/>
                </a:lnTo>
                <a:lnTo>
                  <a:pt x="265" y="679"/>
                </a:lnTo>
                <a:lnTo>
                  <a:pt x="263" y="691"/>
                </a:lnTo>
                <a:lnTo>
                  <a:pt x="263" y="700"/>
                </a:lnTo>
                <a:lnTo>
                  <a:pt x="261" y="708"/>
                </a:lnTo>
                <a:lnTo>
                  <a:pt x="260" y="713"/>
                </a:lnTo>
                <a:lnTo>
                  <a:pt x="259" y="716"/>
                </a:lnTo>
                <a:lnTo>
                  <a:pt x="259" y="720"/>
                </a:lnTo>
                <a:lnTo>
                  <a:pt x="259" y="723"/>
                </a:lnTo>
                <a:lnTo>
                  <a:pt x="259" y="727"/>
                </a:lnTo>
                <a:lnTo>
                  <a:pt x="258" y="732"/>
                </a:lnTo>
                <a:lnTo>
                  <a:pt x="258" y="739"/>
                </a:lnTo>
                <a:lnTo>
                  <a:pt x="258" y="741"/>
                </a:lnTo>
                <a:lnTo>
                  <a:pt x="257" y="744"/>
                </a:lnTo>
                <a:lnTo>
                  <a:pt x="257" y="747"/>
                </a:lnTo>
                <a:lnTo>
                  <a:pt x="256" y="749"/>
                </a:lnTo>
                <a:lnTo>
                  <a:pt x="255" y="752"/>
                </a:lnTo>
                <a:lnTo>
                  <a:pt x="254" y="754"/>
                </a:lnTo>
                <a:lnTo>
                  <a:pt x="251" y="756"/>
                </a:lnTo>
                <a:lnTo>
                  <a:pt x="249" y="758"/>
                </a:lnTo>
                <a:lnTo>
                  <a:pt x="247" y="760"/>
                </a:lnTo>
                <a:lnTo>
                  <a:pt x="245" y="760"/>
                </a:lnTo>
                <a:lnTo>
                  <a:pt x="243" y="762"/>
                </a:lnTo>
                <a:lnTo>
                  <a:pt x="239" y="763"/>
                </a:lnTo>
                <a:lnTo>
                  <a:pt x="236" y="764"/>
                </a:lnTo>
                <a:lnTo>
                  <a:pt x="233" y="764"/>
                </a:lnTo>
                <a:lnTo>
                  <a:pt x="230" y="764"/>
                </a:lnTo>
                <a:lnTo>
                  <a:pt x="226" y="764"/>
                </a:lnTo>
                <a:lnTo>
                  <a:pt x="223" y="763"/>
                </a:lnTo>
                <a:lnTo>
                  <a:pt x="219" y="763"/>
                </a:lnTo>
                <a:lnTo>
                  <a:pt x="216" y="762"/>
                </a:lnTo>
                <a:lnTo>
                  <a:pt x="213" y="761"/>
                </a:lnTo>
                <a:lnTo>
                  <a:pt x="210" y="760"/>
                </a:lnTo>
                <a:lnTo>
                  <a:pt x="207" y="760"/>
                </a:lnTo>
                <a:lnTo>
                  <a:pt x="205" y="758"/>
                </a:lnTo>
                <a:lnTo>
                  <a:pt x="203" y="757"/>
                </a:lnTo>
                <a:lnTo>
                  <a:pt x="201" y="756"/>
                </a:lnTo>
                <a:lnTo>
                  <a:pt x="200" y="754"/>
                </a:lnTo>
                <a:lnTo>
                  <a:pt x="199" y="752"/>
                </a:lnTo>
                <a:lnTo>
                  <a:pt x="197" y="751"/>
                </a:lnTo>
                <a:lnTo>
                  <a:pt x="196" y="749"/>
                </a:lnTo>
                <a:lnTo>
                  <a:pt x="195" y="748"/>
                </a:lnTo>
                <a:lnTo>
                  <a:pt x="193" y="746"/>
                </a:lnTo>
                <a:lnTo>
                  <a:pt x="191" y="745"/>
                </a:lnTo>
                <a:lnTo>
                  <a:pt x="187" y="744"/>
                </a:lnTo>
                <a:lnTo>
                  <a:pt x="182" y="742"/>
                </a:lnTo>
                <a:lnTo>
                  <a:pt x="177" y="740"/>
                </a:lnTo>
                <a:lnTo>
                  <a:pt x="172" y="740"/>
                </a:lnTo>
                <a:lnTo>
                  <a:pt x="168" y="738"/>
                </a:lnTo>
                <a:lnTo>
                  <a:pt x="163" y="736"/>
                </a:lnTo>
                <a:lnTo>
                  <a:pt x="162" y="736"/>
                </a:lnTo>
                <a:lnTo>
                  <a:pt x="159" y="734"/>
                </a:lnTo>
                <a:lnTo>
                  <a:pt x="158" y="733"/>
                </a:lnTo>
                <a:lnTo>
                  <a:pt x="156" y="732"/>
                </a:lnTo>
                <a:lnTo>
                  <a:pt x="151" y="728"/>
                </a:lnTo>
                <a:lnTo>
                  <a:pt x="146" y="724"/>
                </a:lnTo>
                <a:lnTo>
                  <a:pt x="144" y="723"/>
                </a:lnTo>
                <a:lnTo>
                  <a:pt x="143" y="721"/>
                </a:lnTo>
                <a:lnTo>
                  <a:pt x="143" y="720"/>
                </a:lnTo>
                <a:lnTo>
                  <a:pt x="142" y="719"/>
                </a:lnTo>
                <a:lnTo>
                  <a:pt x="142" y="717"/>
                </a:lnTo>
                <a:lnTo>
                  <a:pt x="142" y="716"/>
                </a:lnTo>
                <a:lnTo>
                  <a:pt x="143" y="716"/>
                </a:lnTo>
                <a:lnTo>
                  <a:pt x="144" y="714"/>
                </a:lnTo>
                <a:lnTo>
                  <a:pt x="145" y="713"/>
                </a:lnTo>
                <a:lnTo>
                  <a:pt x="147" y="712"/>
                </a:lnTo>
                <a:lnTo>
                  <a:pt x="149" y="712"/>
                </a:lnTo>
                <a:lnTo>
                  <a:pt x="151" y="711"/>
                </a:lnTo>
                <a:lnTo>
                  <a:pt x="159" y="709"/>
                </a:lnTo>
                <a:lnTo>
                  <a:pt x="166" y="708"/>
                </a:lnTo>
                <a:lnTo>
                  <a:pt x="179" y="706"/>
                </a:lnTo>
                <a:lnTo>
                  <a:pt x="188" y="705"/>
                </a:lnTo>
                <a:lnTo>
                  <a:pt x="191" y="705"/>
                </a:lnTo>
                <a:lnTo>
                  <a:pt x="195" y="705"/>
                </a:lnTo>
                <a:lnTo>
                  <a:pt x="199" y="705"/>
                </a:lnTo>
                <a:lnTo>
                  <a:pt x="202" y="705"/>
                </a:lnTo>
                <a:lnTo>
                  <a:pt x="203" y="704"/>
                </a:lnTo>
                <a:lnTo>
                  <a:pt x="206" y="702"/>
                </a:lnTo>
                <a:lnTo>
                  <a:pt x="207" y="700"/>
                </a:lnTo>
                <a:lnTo>
                  <a:pt x="210" y="697"/>
                </a:lnTo>
                <a:lnTo>
                  <a:pt x="212" y="695"/>
                </a:lnTo>
                <a:lnTo>
                  <a:pt x="214" y="693"/>
                </a:lnTo>
                <a:lnTo>
                  <a:pt x="215" y="692"/>
                </a:lnTo>
                <a:lnTo>
                  <a:pt x="217" y="692"/>
                </a:lnTo>
                <a:lnTo>
                  <a:pt x="217" y="688"/>
                </a:lnTo>
                <a:lnTo>
                  <a:pt x="217" y="684"/>
                </a:lnTo>
                <a:lnTo>
                  <a:pt x="218" y="679"/>
                </a:lnTo>
                <a:lnTo>
                  <a:pt x="219" y="675"/>
                </a:lnTo>
                <a:lnTo>
                  <a:pt x="221" y="665"/>
                </a:lnTo>
                <a:lnTo>
                  <a:pt x="223" y="657"/>
                </a:lnTo>
                <a:lnTo>
                  <a:pt x="223" y="655"/>
                </a:lnTo>
                <a:lnTo>
                  <a:pt x="224" y="653"/>
                </a:lnTo>
                <a:lnTo>
                  <a:pt x="224" y="652"/>
                </a:lnTo>
                <a:lnTo>
                  <a:pt x="224" y="649"/>
                </a:lnTo>
                <a:lnTo>
                  <a:pt x="223" y="647"/>
                </a:lnTo>
                <a:lnTo>
                  <a:pt x="222" y="644"/>
                </a:lnTo>
                <a:lnTo>
                  <a:pt x="219" y="638"/>
                </a:lnTo>
                <a:lnTo>
                  <a:pt x="217" y="634"/>
                </a:lnTo>
                <a:lnTo>
                  <a:pt x="217" y="628"/>
                </a:lnTo>
                <a:lnTo>
                  <a:pt x="217" y="622"/>
                </a:lnTo>
                <a:lnTo>
                  <a:pt x="217" y="616"/>
                </a:lnTo>
                <a:lnTo>
                  <a:pt x="217" y="611"/>
                </a:lnTo>
                <a:lnTo>
                  <a:pt x="214" y="602"/>
                </a:lnTo>
                <a:lnTo>
                  <a:pt x="211" y="592"/>
                </a:lnTo>
                <a:lnTo>
                  <a:pt x="211" y="587"/>
                </a:lnTo>
                <a:lnTo>
                  <a:pt x="209" y="582"/>
                </a:lnTo>
                <a:lnTo>
                  <a:pt x="208" y="578"/>
                </a:lnTo>
                <a:lnTo>
                  <a:pt x="207" y="574"/>
                </a:lnTo>
                <a:lnTo>
                  <a:pt x="201" y="573"/>
                </a:lnTo>
                <a:lnTo>
                  <a:pt x="196" y="573"/>
                </a:lnTo>
                <a:lnTo>
                  <a:pt x="191" y="574"/>
                </a:lnTo>
                <a:lnTo>
                  <a:pt x="186" y="575"/>
                </a:lnTo>
                <a:lnTo>
                  <a:pt x="181" y="576"/>
                </a:lnTo>
                <a:lnTo>
                  <a:pt x="178" y="576"/>
                </a:lnTo>
                <a:lnTo>
                  <a:pt x="174" y="578"/>
                </a:lnTo>
                <a:lnTo>
                  <a:pt x="170" y="580"/>
                </a:lnTo>
                <a:lnTo>
                  <a:pt x="163" y="584"/>
                </a:lnTo>
                <a:lnTo>
                  <a:pt x="155" y="589"/>
                </a:lnTo>
                <a:lnTo>
                  <a:pt x="149" y="594"/>
                </a:lnTo>
                <a:lnTo>
                  <a:pt x="143" y="599"/>
                </a:lnTo>
                <a:lnTo>
                  <a:pt x="140" y="600"/>
                </a:lnTo>
                <a:lnTo>
                  <a:pt x="138" y="600"/>
                </a:lnTo>
                <a:lnTo>
                  <a:pt x="135" y="601"/>
                </a:lnTo>
                <a:lnTo>
                  <a:pt x="133" y="602"/>
                </a:lnTo>
                <a:lnTo>
                  <a:pt x="131" y="602"/>
                </a:lnTo>
                <a:lnTo>
                  <a:pt x="128" y="603"/>
                </a:lnTo>
                <a:lnTo>
                  <a:pt x="126" y="604"/>
                </a:lnTo>
                <a:lnTo>
                  <a:pt x="123" y="605"/>
                </a:lnTo>
                <a:lnTo>
                  <a:pt x="119" y="609"/>
                </a:lnTo>
                <a:lnTo>
                  <a:pt x="115" y="612"/>
                </a:lnTo>
                <a:lnTo>
                  <a:pt x="108" y="616"/>
                </a:lnTo>
                <a:lnTo>
                  <a:pt x="102" y="620"/>
                </a:lnTo>
                <a:lnTo>
                  <a:pt x="95" y="624"/>
                </a:lnTo>
                <a:lnTo>
                  <a:pt x="87" y="628"/>
                </a:lnTo>
                <a:lnTo>
                  <a:pt x="79" y="631"/>
                </a:lnTo>
                <a:lnTo>
                  <a:pt x="71" y="634"/>
                </a:lnTo>
                <a:lnTo>
                  <a:pt x="62" y="637"/>
                </a:lnTo>
                <a:lnTo>
                  <a:pt x="54" y="640"/>
                </a:lnTo>
                <a:lnTo>
                  <a:pt x="45" y="641"/>
                </a:lnTo>
                <a:lnTo>
                  <a:pt x="36" y="642"/>
                </a:lnTo>
                <a:lnTo>
                  <a:pt x="32" y="643"/>
                </a:lnTo>
                <a:lnTo>
                  <a:pt x="28" y="643"/>
                </a:lnTo>
                <a:lnTo>
                  <a:pt x="24" y="643"/>
                </a:lnTo>
                <a:lnTo>
                  <a:pt x="20" y="643"/>
                </a:lnTo>
                <a:lnTo>
                  <a:pt x="16" y="642"/>
                </a:lnTo>
                <a:lnTo>
                  <a:pt x="13" y="641"/>
                </a:lnTo>
                <a:lnTo>
                  <a:pt x="9" y="641"/>
                </a:lnTo>
                <a:lnTo>
                  <a:pt x="5" y="640"/>
                </a:lnTo>
                <a:lnTo>
                  <a:pt x="3" y="636"/>
                </a:lnTo>
                <a:lnTo>
                  <a:pt x="3" y="633"/>
                </a:lnTo>
                <a:lnTo>
                  <a:pt x="2" y="632"/>
                </a:lnTo>
                <a:lnTo>
                  <a:pt x="1" y="629"/>
                </a:lnTo>
                <a:lnTo>
                  <a:pt x="1" y="628"/>
                </a:lnTo>
                <a:lnTo>
                  <a:pt x="0" y="625"/>
                </a:lnTo>
                <a:lnTo>
                  <a:pt x="3" y="622"/>
                </a:lnTo>
                <a:lnTo>
                  <a:pt x="5" y="618"/>
                </a:lnTo>
                <a:lnTo>
                  <a:pt x="7" y="615"/>
                </a:lnTo>
                <a:lnTo>
                  <a:pt x="10" y="611"/>
                </a:lnTo>
                <a:lnTo>
                  <a:pt x="15" y="610"/>
                </a:lnTo>
                <a:lnTo>
                  <a:pt x="21" y="608"/>
                </a:lnTo>
                <a:lnTo>
                  <a:pt x="27" y="606"/>
                </a:lnTo>
                <a:lnTo>
                  <a:pt x="32" y="603"/>
                </a:lnTo>
                <a:lnTo>
                  <a:pt x="37" y="600"/>
                </a:lnTo>
                <a:lnTo>
                  <a:pt x="42" y="597"/>
                </a:lnTo>
                <a:lnTo>
                  <a:pt x="47" y="595"/>
                </a:lnTo>
                <a:lnTo>
                  <a:pt x="51" y="592"/>
                </a:lnTo>
                <a:lnTo>
                  <a:pt x="53" y="591"/>
                </a:lnTo>
                <a:lnTo>
                  <a:pt x="55" y="590"/>
                </a:lnTo>
                <a:lnTo>
                  <a:pt x="57" y="589"/>
                </a:lnTo>
                <a:lnTo>
                  <a:pt x="59" y="589"/>
                </a:lnTo>
                <a:lnTo>
                  <a:pt x="62" y="589"/>
                </a:lnTo>
                <a:lnTo>
                  <a:pt x="64" y="589"/>
                </a:lnTo>
                <a:lnTo>
                  <a:pt x="67" y="588"/>
                </a:lnTo>
                <a:lnTo>
                  <a:pt x="68" y="588"/>
                </a:lnTo>
                <a:lnTo>
                  <a:pt x="73" y="584"/>
                </a:lnTo>
                <a:lnTo>
                  <a:pt x="78" y="579"/>
                </a:lnTo>
                <a:lnTo>
                  <a:pt x="83" y="575"/>
                </a:lnTo>
                <a:lnTo>
                  <a:pt x="87" y="572"/>
                </a:lnTo>
                <a:lnTo>
                  <a:pt x="93" y="568"/>
                </a:lnTo>
                <a:lnTo>
                  <a:pt x="99" y="566"/>
                </a:lnTo>
                <a:lnTo>
                  <a:pt x="105" y="564"/>
                </a:lnTo>
                <a:lnTo>
                  <a:pt x="111" y="561"/>
                </a:lnTo>
                <a:lnTo>
                  <a:pt x="117" y="560"/>
                </a:lnTo>
                <a:lnTo>
                  <a:pt x="123" y="557"/>
                </a:lnTo>
                <a:lnTo>
                  <a:pt x="129" y="555"/>
                </a:lnTo>
                <a:lnTo>
                  <a:pt x="135" y="552"/>
                </a:lnTo>
                <a:lnTo>
                  <a:pt x="136" y="550"/>
                </a:lnTo>
                <a:lnTo>
                  <a:pt x="138" y="548"/>
                </a:lnTo>
                <a:lnTo>
                  <a:pt x="139" y="547"/>
                </a:lnTo>
                <a:lnTo>
                  <a:pt x="141" y="545"/>
                </a:lnTo>
                <a:lnTo>
                  <a:pt x="143" y="541"/>
                </a:lnTo>
                <a:lnTo>
                  <a:pt x="147" y="539"/>
                </a:lnTo>
                <a:lnTo>
                  <a:pt x="151" y="536"/>
                </a:lnTo>
                <a:lnTo>
                  <a:pt x="156" y="534"/>
                </a:lnTo>
                <a:lnTo>
                  <a:pt x="163" y="532"/>
                </a:lnTo>
                <a:lnTo>
                  <a:pt x="170" y="529"/>
                </a:lnTo>
                <a:lnTo>
                  <a:pt x="176" y="526"/>
                </a:lnTo>
                <a:lnTo>
                  <a:pt x="183" y="524"/>
                </a:lnTo>
                <a:lnTo>
                  <a:pt x="185" y="523"/>
                </a:lnTo>
                <a:lnTo>
                  <a:pt x="187" y="521"/>
                </a:lnTo>
                <a:lnTo>
                  <a:pt x="189" y="520"/>
                </a:lnTo>
                <a:lnTo>
                  <a:pt x="191" y="518"/>
                </a:lnTo>
                <a:lnTo>
                  <a:pt x="191" y="516"/>
                </a:lnTo>
                <a:lnTo>
                  <a:pt x="191" y="514"/>
                </a:lnTo>
                <a:lnTo>
                  <a:pt x="191" y="512"/>
                </a:lnTo>
                <a:lnTo>
                  <a:pt x="191" y="509"/>
                </a:lnTo>
                <a:lnTo>
                  <a:pt x="192" y="507"/>
                </a:lnTo>
                <a:lnTo>
                  <a:pt x="192" y="504"/>
                </a:lnTo>
                <a:lnTo>
                  <a:pt x="192" y="502"/>
                </a:lnTo>
                <a:lnTo>
                  <a:pt x="193" y="500"/>
                </a:lnTo>
                <a:lnTo>
                  <a:pt x="194" y="498"/>
                </a:lnTo>
                <a:lnTo>
                  <a:pt x="195" y="496"/>
                </a:lnTo>
                <a:lnTo>
                  <a:pt x="196" y="496"/>
                </a:lnTo>
                <a:lnTo>
                  <a:pt x="197" y="494"/>
                </a:lnTo>
                <a:lnTo>
                  <a:pt x="199" y="492"/>
                </a:lnTo>
                <a:lnTo>
                  <a:pt x="203" y="490"/>
                </a:lnTo>
                <a:lnTo>
                  <a:pt x="206" y="488"/>
                </a:lnTo>
                <a:lnTo>
                  <a:pt x="208" y="487"/>
                </a:lnTo>
                <a:lnTo>
                  <a:pt x="211" y="484"/>
                </a:lnTo>
                <a:lnTo>
                  <a:pt x="213" y="483"/>
                </a:lnTo>
                <a:lnTo>
                  <a:pt x="218" y="476"/>
                </a:lnTo>
                <a:lnTo>
                  <a:pt x="222" y="469"/>
                </a:lnTo>
                <a:lnTo>
                  <a:pt x="226" y="464"/>
                </a:lnTo>
                <a:lnTo>
                  <a:pt x="231" y="457"/>
                </a:lnTo>
                <a:lnTo>
                  <a:pt x="234" y="454"/>
                </a:lnTo>
                <a:lnTo>
                  <a:pt x="236" y="452"/>
                </a:lnTo>
                <a:lnTo>
                  <a:pt x="239" y="449"/>
                </a:lnTo>
                <a:lnTo>
                  <a:pt x="243" y="447"/>
                </a:lnTo>
                <a:lnTo>
                  <a:pt x="249" y="442"/>
                </a:lnTo>
                <a:lnTo>
                  <a:pt x="255" y="437"/>
                </a:lnTo>
                <a:lnTo>
                  <a:pt x="262" y="432"/>
                </a:lnTo>
                <a:lnTo>
                  <a:pt x="267" y="426"/>
                </a:lnTo>
                <a:lnTo>
                  <a:pt x="270" y="424"/>
                </a:lnTo>
                <a:lnTo>
                  <a:pt x="272" y="420"/>
                </a:lnTo>
                <a:lnTo>
                  <a:pt x="275" y="417"/>
                </a:lnTo>
                <a:lnTo>
                  <a:pt x="276" y="413"/>
                </a:lnTo>
                <a:lnTo>
                  <a:pt x="276" y="408"/>
                </a:lnTo>
                <a:lnTo>
                  <a:pt x="276" y="404"/>
                </a:lnTo>
                <a:lnTo>
                  <a:pt x="272" y="403"/>
                </a:lnTo>
                <a:lnTo>
                  <a:pt x="267" y="402"/>
                </a:lnTo>
                <a:lnTo>
                  <a:pt x="263" y="402"/>
                </a:lnTo>
                <a:lnTo>
                  <a:pt x="256" y="402"/>
                </a:lnTo>
                <a:lnTo>
                  <a:pt x="256" y="402"/>
                </a:lnTo>
                <a:lnTo>
                  <a:pt x="255" y="402"/>
                </a:lnTo>
                <a:lnTo>
                  <a:pt x="253" y="405"/>
                </a:lnTo>
                <a:lnTo>
                  <a:pt x="250" y="408"/>
                </a:lnTo>
                <a:lnTo>
                  <a:pt x="247" y="411"/>
                </a:lnTo>
                <a:lnTo>
                  <a:pt x="244" y="413"/>
                </a:lnTo>
                <a:lnTo>
                  <a:pt x="241" y="413"/>
                </a:lnTo>
                <a:lnTo>
                  <a:pt x="238" y="413"/>
                </a:lnTo>
                <a:lnTo>
                  <a:pt x="235" y="413"/>
                </a:lnTo>
                <a:lnTo>
                  <a:pt x="231" y="413"/>
                </a:lnTo>
                <a:lnTo>
                  <a:pt x="225" y="416"/>
                </a:lnTo>
                <a:lnTo>
                  <a:pt x="218" y="420"/>
                </a:lnTo>
                <a:lnTo>
                  <a:pt x="211" y="424"/>
                </a:lnTo>
                <a:lnTo>
                  <a:pt x="205" y="428"/>
                </a:lnTo>
                <a:lnTo>
                  <a:pt x="203" y="428"/>
                </a:lnTo>
                <a:lnTo>
                  <a:pt x="200" y="428"/>
                </a:lnTo>
                <a:lnTo>
                  <a:pt x="198" y="429"/>
                </a:lnTo>
                <a:lnTo>
                  <a:pt x="196" y="429"/>
                </a:lnTo>
                <a:lnTo>
                  <a:pt x="194" y="429"/>
                </a:lnTo>
                <a:lnTo>
                  <a:pt x="192" y="430"/>
                </a:lnTo>
                <a:lnTo>
                  <a:pt x="190" y="430"/>
                </a:lnTo>
                <a:lnTo>
                  <a:pt x="188" y="432"/>
                </a:lnTo>
                <a:lnTo>
                  <a:pt x="186" y="434"/>
                </a:lnTo>
                <a:lnTo>
                  <a:pt x="183" y="437"/>
                </a:lnTo>
                <a:lnTo>
                  <a:pt x="181" y="440"/>
                </a:lnTo>
                <a:lnTo>
                  <a:pt x="179" y="443"/>
                </a:lnTo>
                <a:lnTo>
                  <a:pt x="176" y="445"/>
                </a:lnTo>
                <a:lnTo>
                  <a:pt x="174" y="448"/>
                </a:lnTo>
                <a:lnTo>
                  <a:pt x="171" y="451"/>
                </a:lnTo>
                <a:lnTo>
                  <a:pt x="167" y="452"/>
                </a:lnTo>
                <a:lnTo>
                  <a:pt x="163" y="452"/>
                </a:lnTo>
                <a:lnTo>
                  <a:pt x="157" y="452"/>
                </a:lnTo>
                <a:lnTo>
                  <a:pt x="151" y="452"/>
                </a:lnTo>
                <a:lnTo>
                  <a:pt x="147" y="452"/>
                </a:lnTo>
                <a:lnTo>
                  <a:pt x="142" y="454"/>
                </a:lnTo>
                <a:lnTo>
                  <a:pt x="136" y="456"/>
                </a:lnTo>
                <a:lnTo>
                  <a:pt x="133" y="456"/>
                </a:lnTo>
                <a:lnTo>
                  <a:pt x="131" y="456"/>
                </a:lnTo>
                <a:lnTo>
                  <a:pt x="127" y="456"/>
                </a:lnTo>
                <a:lnTo>
                  <a:pt x="125" y="456"/>
                </a:lnTo>
                <a:lnTo>
                  <a:pt x="122" y="456"/>
                </a:lnTo>
                <a:lnTo>
                  <a:pt x="120" y="456"/>
                </a:lnTo>
                <a:lnTo>
                  <a:pt x="118" y="455"/>
                </a:lnTo>
                <a:lnTo>
                  <a:pt x="115" y="453"/>
                </a:lnTo>
                <a:lnTo>
                  <a:pt x="114" y="452"/>
                </a:lnTo>
                <a:lnTo>
                  <a:pt x="113" y="449"/>
                </a:lnTo>
                <a:lnTo>
                  <a:pt x="112" y="447"/>
                </a:lnTo>
                <a:lnTo>
                  <a:pt x="111" y="443"/>
                </a:lnTo>
                <a:lnTo>
                  <a:pt x="122" y="439"/>
                </a:lnTo>
                <a:lnTo>
                  <a:pt x="132" y="435"/>
                </a:lnTo>
                <a:lnTo>
                  <a:pt x="142" y="430"/>
                </a:lnTo>
                <a:lnTo>
                  <a:pt x="151" y="425"/>
                </a:lnTo>
                <a:lnTo>
                  <a:pt x="161" y="420"/>
                </a:lnTo>
                <a:lnTo>
                  <a:pt x="171" y="415"/>
                </a:lnTo>
                <a:lnTo>
                  <a:pt x="179" y="409"/>
                </a:lnTo>
                <a:lnTo>
                  <a:pt x="188" y="404"/>
                </a:lnTo>
                <a:lnTo>
                  <a:pt x="191" y="403"/>
                </a:lnTo>
                <a:lnTo>
                  <a:pt x="192" y="402"/>
                </a:lnTo>
                <a:lnTo>
                  <a:pt x="195" y="402"/>
                </a:lnTo>
                <a:lnTo>
                  <a:pt x="198" y="401"/>
                </a:lnTo>
                <a:lnTo>
                  <a:pt x="200" y="401"/>
                </a:lnTo>
                <a:lnTo>
                  <a:pt x="202" y="400"/>
                </a:lnTo>
                <a:lnTo>
                  <a:pt x="204" y="400"/>
                </a:lnTo>
                <a:lnTo>
                  <a:pt x="207" y="399"/>
                </a:lnTo>
                <a:lnTo>
                  <a:pt x="213" y="395"/>
                </a:lnTo>
                <a:lnTo>
                  <a:pt x="219" y="389"/>
                </a:lnTo>
                <a:lnTo>
                  <a:pt x="222" y="387"/>
                </a:lnTo>
                <a:lnTo>
                  <a:pt x="226" y="384"/>
                </a:lnTo>
                <a:lnTo>
                  <a:pt x="229" y="383"/>
                </a:lnTo>
                <a:lnTo>
                  <a:pt x="232" y="380"/>
                </a:lnTo>
                <a:lnTo>
                  <a:pt x="235" y="380"/>
                </a:lnTo>
                <a:lnTo>
                  <a:pt x="239" y="380"/>
                </a:lnTo>
                <a:lnTo>
                  <a:pt x="241" y="379"/>
                </a:lnTo>
                <a:lnTo>
                  <a:pt x="244" y="378"/>
                </a:lnTo>
                <a:lnTo>
                  <a:pt x="250" y="376"/>
                </a:lnTo>
                <a:lnTo>
                  <a:pt x="255" y="372"/>
                </a:lnTo>
                <a:lnTo>
                  <a:pt x="259" y="368"/>
                </a:lnTo>
                <a:lnTo>
                  <a:pt x="265" y="364"/>
                </a:lnTo>
                <a:lnTo>
                  <a:pt x="267" y="364"/>
                </a:lnTo>
                <a:lnTo>
                  <a:pt x="268" y="363"/>
                </a:lnTo>
                <a:lnTo>
                  <a:pt x="271" y="363"/>
                </a:lnTo>
                <a:lnTo>
                  <a:pt x="273" y="363"/>
                </a:lnTo>
                <a:lnTo>
                  <a:pt x="276" y="362"/>
                </a:lnTo>
                <a:lnTo>
                  <a:pt x="277" y="361"/>
                </a:lnTo>
                <a:lnTo>
                  <a:pt x="280" y="361"/>
                </a:lnTo>
                <a:lnTo>
                  <a:pt x="280" y="360"/>
                </a:lnTo>
                <a:lnTo>
                  <a:pt x="283" y="357"/>
                </a:lnTo>
                <a:lnTo>
                  <a:pt x="284" y="353"/>
                </a:lnTo>
                <a:lnTo>
                  <a:pt x="285" y="349"/>
                </a:lnTo>
                <a:lnTo>
                  <a:pt x="287" y="344"/>
                </a:lnTo>
                <a:lnTo>
                  <a:pt x="288" y="336"/>
                </a:lnTo>
                <a:lnTo>
                  <a:pt x="290" y="328"/>
                </a:lnTo>
                <a:lnTo>
                  <a:pt x="290" y="327"/>
                </a:lnTo>
                <a:lnTo>
                  <a:pt x="290" y="325"/>
                </a:lnTo>
                <a:lnTo>
                  <a:pt x="292" y="324"/>
                </a:lnTo>
                <a:lnTo>
                  <a:pt x="292" y="323"/>
                </a:lnTo>
                <a:lnTo>
                  <a:pt x="293" y="321"/>
                </a:lnTo>
                <a:lnTo>
                  <a:pt x="294" y="320"/>
                </a:lnTo>
                <a:lnTo>
                  <a:pt x="295" y="317"/>
                </a:lnTo>
                <a:lnTo>
                  <a:pt x="296" y="313"/>
                </a:lnTo>
                <a:lnTo>
                  <a:pt x="297" y="310"/>
                </a:lnTo>
                <a:lnTo>
                  <a:pt x="298" y="308"/>
                </a:lnTo>
                <a:lnTo>
                  <a:pt x="300" y="303"/>
                </a:lnTo>
                <a:lnTo>
                  <a:pt x="302" y="301"/>
                </a:lnTo>
                <a:lnTo>
                  <a:pt x="305" y="298"/>
                </a:lnTo>
                <a:lnTo>
                  <a:pt x="308" y="295"/>
                </a:lnTo>
                <a:lnTo>
                  <a:pt x="312" y="292"/>
                </a:lnTo>
                <a:lnTo>
                  <a:pt x="316" y="290"/>
                </a:lnTo>
                <a:lnTo>
                  <a:pt x="317" y="287"/>
                </a:lnTo>
                <a:lnTo>
                  <a:pt x="318" y="286"/>
                </a:lnTo>
                <a:lnTo>
                  <a:pt x="319" y="283"/>
                </a:lnTo>
                <a:lnTo>
                  <a:pt x="320" y="282"/>
                </a:lnTo>
                <a:lnTo>
                  <a:pt x="321" y="278"/>
                </a:lnTo>
                <a:lnTo>
                  <a:pt x="323" y="274"/>
                </a:lnTo>
                <a:lnTo>
                  <a:pt x="324" y="272"/>
                </a:lnTo>
                <a:lnTo>
                  <a:pt x="325" y="271"/>
                </a:lnTo>
                <a:lnTo>
                  <a:pt x="326" y="271"/>
                </a:lnTo>
                <a:lnTo>
                  <a:pt x="328" y="270"/>
                </a:lnTo>
                <a:lnTo>
                  <a:pt x="330" y="268"/>
                </a:lnTo>
                <a:lnTo>
                  <a:pt x="332" y="267"/>
                </a:lnTo>
                <a:lnTo>
                  <a:pt x="333" y="265"/>
                </a:lnTo>
                <a:lnTo>
                  <a:pt x="335" y="263"/>
                </a:lnTo>
                <a:lnTo>
                  <a:pt x="336" y="262"/>
                </a:lnTo>
                <a:lnTo>
                  <a:pt x="336" y="259"/>
                </a:lnTo>
                <a:lnTo>
                  <a:pt x="336" y="257"/>
                </a:lnTo>
                <a:lnTo>
                  <a:pt x="337" y="255"/>
                </a:lnTo>
                <a:lnTo>
                  <a:pt x="338" y="253"/>
                </a:lnTo>
                <a:lnTo>
                  <a:pt x="339" y="251"/>
                </a:lnTo>
                <a:lnTo>
                  <a:pt x="344" y="244"/>
                </a:lnTo>
                <a:lnTo>
                  <a:pt x="348" y="239"/>
                </a:lnTo>
                <a:lnTo>
                  <a:pt x="353" y="231"/>
                </a:lnTo>
                <a:lnTo>
                  <a:pt x="358" y="225"/>
                </a:lnTo>
                <a:lnTo>
                  <a:pt x="360" y="222"/>
                </a:lnTo>
                <a:lnTo>
                  <a:pt x="363" y="218"/>
                </a:lnTo>
                <a:lnTo>
                  <a:pt x="365" y="215"/>
                </a:lnTo>
                <a:lnTo>
                  <a:pt x="367" y="211"/>
                </a:lnTo>
                <a:lnTo>
                  <a:pt x="368" y="206"/>
                </a:lnTo>
                <a:lnTo>
                  <a:pt x="368" y="202"/>
                </a:lnTo>
                <a:lnTo>
                  <a:pt x="369" y="198"/>
                </a:lnTo>
                <a:lnTo>
                  <a:pt x="369" y="192"/>
                </a:lnTo>
                <a:lnTo>
                  <a:pt x="368" y="191"/>
                </a:lnTo>
                <a:lnTo>
                  <a:pt x="366" y="189"/>
                </a:lnTo>
                <a:lnTo>
                  <a:pt x="362" y="189"/>
                </a:lnTo>
                <a:lnTo>
                  <a:pt x="358" y="188"/>
                </a:lnTo>
                <a:lnTo>
                  <a:pt x="354" y="189"/>
                </a:lnTo>
                <a:lnTo>
                  <a:pt x="352" y="189"/>
                </a:lnTo>
                <a:lnTo>
                  <a:pt x="348" y="190"/>
                </a:lnTo>
                <a:lnTo>
                  <a:pt x="345" y="191"/>
                </a:lnTo>
                <a:lnTo>
                  <a:pt x="342" y="191"/>
                </a:lnTo>
                <a:lnTo>
                  <a:pt x="340" y="193"/>
                </a:lnTo>
                <a:lnTo>
                  <a:pt x="334" y="195"/>
                </a:lnTo>
                <a:lnTo>
                  <a:pt x="328" y="198"/>
                </a:lnTo>
                <a:lnTo>
                  <a:pt x="324" y="199"/>
                </a:lnTo>
                <a:lnTo>
                  <a:pt x="321" y="199"/>
                </a:lnTo>
                <a:lnTo>
                  <a:pt x="317" y="200"/>
                </a:lnTo>
                <a:lnTo>
                  <a:pt x="313" y="200"/>
                </a:lnTo>
                <a:lnTo>
                  <a:pt x="312" y="202"/>
                </a:lnTo>
                <a:lnTo>
                  <a:pt x="312" y="203"/>
                </a:lnTo>
                <a:lnTo>
                  <a:pt x="311" y="204"/>
                </a:lnTo>
                <a:lnTo>
                  <a:pt x="309" y="206"/>
                </a:lnTo>
                <a:lnTo>
                  <a:pt x="307" y="207"/>
                </a:lnTo>
                <a:lnTo>
                  <a:pt x="304" y="210"/>
                </a:lnTo>
                <a:lnTo>
                  <a:pt x="301" y="211"/>
                </a:lnTo>
                <a:lnTo>
                  <a:pt x="299" y="213"/>
                </a:lnTo>
                <a:lnTo>
                  <a:pt x="298" y="215"/>
                </a:lnTo>
                <a:lnTo>
                  <a:pt x="297" y="215"/>
                </a:lnTo>
                <a:lnTo>
                  <a:pt x="296" y="216"/>
                </a:lnTo>
                <a:lnTo>
                  <a:pt x="296" y="218"/>
                </a:lnTo>
                <a:lnTo>
                  <a:pt x="296" y="219"/>
                </a:lnTo>
                <a:lnTo>
                  <a:pt x="296" y="222"/>
                </a:lnTo>
                <a:lnTo>
                  <a:pt x="296" y="224"/>
                </a:lnTo>
                <a:lnTo>
                  <a:pt x="298" y="226"/>
                </a:lnTo>
                <a:lnTo>
                  <a:pt x="301" y="230"/>
                </a:lnTo>
                <a:lnTo>
                  <a:pt x="305" y="234"/>
                </a:lnTo>
                <a:lnTo>
                  <a:pt x="308" y="236"/>
                </a:lnTo>
                <a:lnTo>
                  <a:pt x="309" y="238"/>
                </a:lnTo>
                <a:lnTo>
                  <a:pt x="312" y="240"/>
                </a:lnTo>
                <a:lnTo>
                  <a:pt x="312" y="243"/>
                </a:lnTo>
                <a:lnTo>
                  <a:pt x="313" y="245"/>
                </a:lnTo>
                <a:lnTo>
                  <a:pt x="314" y="247"/>
                </a:lnTo>
                <a:lnTo>
                  <a:pt x="314" y="250"/>
                </a:lnTo>
                <a:lnTo>
                  <a:pt x="313" y="253"/>
                </a:lnTo>
                <a:lnTo>
                  <a:pt x="312" y="256"/>
                </a:lnTo>
                <a:lnTo>
                  <a:pt x="309" y="259"/>
                </a:lnTo>
                <a:lnTo>
                  <a:pt x="307" y="262"/>
                </a:lnTo>
                <a:lnTo>
                  <a:pt x="304" y="265"/>
                </a:lnTo>
                <a:lnTo>
                  <a:pt x="303" y="268"/>
                </a:lnTo>
                <a:lnTo>
                  <a:pt x="301" y="275"/>
                </a:lnTo>
                <a:lnTo>
                  <a:pt x="300" y="281"/>
                </a:lnTo>
                <a:lnTo>
                  <a:pt x="297" y="286"/>
                </a:lnTo>
                <a:lnTo>
                  <a:pt x="296" y="287"/>
                </a:lnTo>
                <a:lnTo>
                  <a:pt x="295" y="289"/>
                </a:lnTo>
                <a:lnTo>
                  <a:pt x="293" y="291"/>
                </a:lnTo>
                <a:lnTo>
                  <a:pt x="292" y="292"/>
                </a:lnTo>
                <a:lnTo>
                  <a:pt x="288" y="295"/>
                </a:lnTo>
                <a:lnTo>
                  <a:pt x="286" y="298"/>
                </a:lnTo>
                <a:lnTo>
                  <a:pt x="285" y="299"/>
                </a:lnTo>
                <a:lnTo>
                  <a:pt x="284" y="301"/>
                </a:lnTo>
                <a:lnTo>
                  <a:pt x="284" y="303"/>
                </a:lnTo>
                <a:lnTo>
                  <a:pt x="284" y="305"/>
                </a:lnTo>
                <a:lnTo>
                  <a:pt x="284" y="307"/>
                </a:lnTo>
                <a:lnTo>
                  <a:pt x="283" y="308"/>
                </a:lnTo>
                <a:lnTo>
                  <a:pt x="282" y="310"/>
                </a:lnTo>
                <a:lnTo>
                  <a:pt x="282" y="312"/>
                </a:lnTo>
                <a:lnTo>
                  <a:pt x="277" y="315"/>
                </a:lnTo>
                <a:lnTo>
                  <a:pt x="273" y="319"/>
                </a:lnTo>
                <a:lnTo>
                  <a:pt x="268" y="322"/>
                </a:lnTo>
                <a:lnTo>
                  <a:pt x="265" y="325"/>
                </a:lnTo>
                <a:lnTo>
                  <a:pt x="264" y="328"/>
                </a:lnTo>
                <a:lnTo>
                  <a:pt x="263" y="332"/>
                </a:lnTo>
                <a:lnTo>
                  <a:pt x="263" y="336"/>
                </a:lnTo>
                <a:lnTo>
                  <a:pt x="263" y="339"/>
                </a:lnTo>
                <a:lnTo>
                  <a:pt x="259" y="344"/>
                </a:lnTo>
                <a:lnTo>
                  <a:pt x="254" y="348"/>
                </a:lnTo>
                <a:lnTo>
                  <a:pt x="248" y="353"/>
                </a:lnTo>
                <a:lnTo>
                  <a:pt x="244" y="357"/>
                </a:lnTo>
                <a:lnTo>
                  <a:pt x="243" y="356"/>
                </a:lnTo>
                <a:lnTo>
                  <a:pt x="241" y="356"/>
                </a:lnTo>
                <a:lnTo>
                  <a:pt x="239" y="355"/>
                </a:lnTo>
                <a:lnTo>
                  <a:pt x="239" y="353"/>
                </a:lnTo>
                <a:lnTo>
                  <a:pt x="238" y="352"/>
                </a:lnTo>
                <a:lnTo>
                  <a:pt x="238" y="348"/>
                </a:lnTo>
                <a:lnTo>
                  <a:pt x="240" y="343"/>
                </a:lnTo>
                <a:lnTo>
                  <a:pt x="243" y="337"/>
                </a:lnTo>
                <a:lnTo>
                  <a:pt x="243" y="335"/>
                </a:lnTo>
                <a:lnTo>
                  <a:pt x="243" y="332"/>
                </a:lnTo>
                <a:lnTo>
                  <a:pt x="244" y="329"/>
                </a:lnTo>
                <a:lnTo>
                  <a:pt x="244" y="325"/>
                </a:lnTo>
                <a:lnTo>
                  <a:pt x="244" y="325"/>
                </a:lnTo>
                <a:close/>
                <a:moveTo>
                  <a:pt x="147" y="217"/>
                </a:moveTo>
                <a:lnTo>
                  <a:pt x="146" y="218"/>
                </a:lnTo>
                <a:lnTo>
                  <a:pt x="144" y="219"/>
                </a:lnTo>
                <a:lnTo>
                  <a:pt x="143" y="219"/>
                </a:lnTo>
                <a:lnTo>
                  <a:pt x="141" y="219"/>
                </a:lnTo>
                <a:lnTo>
                  <a:pt x="137" y="220"/>
                </a:lnTo>
                <a:lnTo>
                  <a:pt x="134" y="220"/>
                </a:lnTo>
                <a:lnTo>
                  <a:pt x="132" y="220"/>
                </a:lnTo>
                <a:lnTo>
                  <a:pt x="130" y="221"/>
                </a:lnTo>
                <a:lnTo>
                  <a:pt x="128" y="222"/>
                </a:lnTo>
                <a:lnTo>
                  <a:pt x="127" y="223"/>
                </a:lnTo>
                <a:lnTo>
                  <a:pt x="125" y="224"/>
                </a:lnTo>
                <a:lnTo>
                  <a:pt x="124" y="226"/>
                </a:lnTo>
                <a:lnTo>
                  <a:pt x="123" y="227"/>
                </a:lnTo>
                <a:lnTo>
                  <a:pt x="121" y="230"/>
                </a:lnTo>
                <a:lnTo>
                  <a:pt x="121" y="231"/>
                </a:lnTo>
                <a:lnTo>
                  <a:pt x="120" y="233"/>
                </a:lnTo>
                <a:lnTo>
                  <a:pt x="120" y="235"/>
                </a:lnTo>
                <a:lnTo>
                  <a:pt x="120" y="236"/>
                </a:lnTo>
                <a:lnTo>
                  <a:pt x="120" y="241"/>
                </a:lnTo>
                <a:lnTo>
                  <a:pt x="122" y="246"/>
                </a:lnTo>
                <a:lnTo>
                  <a:pt x="123" y="251"/>
                </a:lnTo>
                <a:lnTo>
                  <a:pt x="124" y="256"/>
                </a:lnTo>
                <a:lnTo>
                  <a:pt x="126" y="263"/>
                </a:lnTo>
                <a:lnTo>
                  <a:pt x="127" y="268"/>
                </a:lnTo>
                <a:lnTo>
                  <a:pt x="131" y="279"/>
                </a:lnTo>
                <a:lnTo>
                  <a:pt x="135" y="288"/>
                </a:lnTo>
                <a:lnTo>
                  <a:pt x="137" y="292"/>
                </a:lnTo>
                <a:lnTo>
                  <a:pt x="139" y="295"/>
                </a:lnTo>
                <a:lnTo>
                  <a:pt x="139" y="297"/>
                </a:lnTo>
                <a:lnTo>
                  <a:pt x="140" y="298"/>
                </a:lnTo>
                <a:lnTo>
                  <a:pt x="142" y="299"/>
                </a:lnTo>
                <a:lnTo>
                  <a:pt x="143" y="299"/>
                </a:lnTo>
                <a:lnTo>
                  <a:pt x="145" y="299"/>
                </a:lnTo>
                <a:lnTo>
                  <a:pt x="147" y="298"/>
                </a:lnTo>
                <a:lnTo>
                  <a:pt x="148" y="297"/>
                </a:lnTo>
                <a:lnTo>
                  <a:pt x="150" y="296"/>
                </a:lnTo>
                <a:lnTo>
                  <a:pt x="151" y="295"/>
                </a:lnTo>
                <a:lnTo>
                  <a:pt x="152" y="294"/>
                </a:lnTo>
                <a:lnTo>
                  <a:pt x="155" y="291"/>
                </a:lnTo>
                <a:lnTo>
                  <a:pt x="157" y="287"/>
                </a:lnTo>
                <a:lnTo>
                  <a:pt x="156" y="284"/>
                </a:lnTo>
                <a:lnTo>
                  <a:pt x="155" y="282"/>
                </a:lnTo>
                <a:lnTo>
                  <a:pt x="154" y="280"/>
                </a:lnTo>
                <a:lnTo>
                  <a:pt x="153" y="279"/>
                </a:lnTo>
                <a:lnTo>
                  <a:pt x="151" y="277"/>
                </a:lnTo>
                <a:lnTo>
                  <a:pt x="150" y="276"/>
                </a:lnTo>
                <a:lnTo>
                  <a:pt x="147" y="275"/>
                </a:lnTo>
                <a:lnTo>
                  <a:pt x="144" y="274"/>
                </a:lnTo>
                <a:lnTo>
                  <a:pt x="144" y="271"/>
                </a:lnTo>
                <a:lnTo>
                  <a:pt x="144" y="267"/>
                </a:lnTo>
                <a:lnTo>
                  <a:pt x="145" y="263"/>
                </a:lnTo>
                <a:lnTo>
                  <a:pt x="146" y="260"/>
                </a:lnTo>
                <a:lnTo>
                  <a:pt x="147" y="256"/>
                </a:lnTo>
                <a:lnTo>
                  <a:pt x="148" y="253"/>
                </a:lnTo>
                <a:lnTo>
                  <a:pt x="150" y="250"/>
                </a:lnTo>
                <a:lnTo>
                  <a:pt x="151" y="247"/>
                </a:lnTo>
                <a:lnTo>
                  <a:pt x="153" y="243"/>
                </a:lnTo>
                <a:lnTo>
                  <a:pt x="155" y="241"/>
                </a:lnTo>
                <a:lnTo>
                  <a:pt x="157" y="238"/>
                </a:lnTo>
                <a:lnTo>
                  <a:pt x="159" y="235"/>
                </a:lnTo>
                <a:lnTo>
                  <a:pt x="163" y="231"/>
                </a:lnTo>
                <a:lnTo>
                  <a:pt x="167" y="227"/>
                </a:lnTo>
                <a:lnTo>
                  <a:pt x="167" y="224"/>
                </a:lnTo>
                <a:lnTo>
                  <a:pt x="167" y="221"/>
                </a:lnTo>
                <a:lnTo>
                  <a:pt x="163" y="219"/>
                </a:lnTo>
                <a:lnTo>
                  <a:pt x="159" y="219"/>
                </a:lnTo>
                <a:lnTo>
                  <a:pt x="155" y="218"/>
                </a:lnTo>
                <a:lnTo>
                  <a:pt x="154" y="217"/>
                </a:lnTo>
                <a:lnTo>
                  <a:pt x="151" y="217"/>
                </a:lnTo>
                <a:lnTo>
                  <a:pt x="147" y="217"/>
                </a:lnTo>
                <a:lnTo>
                  <a:pt x="147" y="217"/>
                </a:lnTo>
                <a:close/>
                <a:moveTo>
                  <a:pt x="195" y="216"/>
                </a:moveTo>
                <a:lnTo>
                  <a:pt x="193" y="220"/>
                </a:lnTo>
                <a:lnTo>
                  <a:pt x="191" y="224"/>
                </a:lnTo>
                <a:lnTo>
                  <a:pt x="188" y="227"/>
                </a:lnTo>
                <a:lnTo>
                  <a:pt x="185" y="231"/>
                </a:lnTo>
                <a:lnTo>
                  <a:pt x="183" y="235"/>
                </a:lnTo>
                <a:lnTo>
                  <a:pt x="181" y="240"/>
                </a:lnTo>
                <a:lnTo>
                  <a:pt x="180" y="243"/>
                </a:lnTo>
                <a:lnTo>
                  <a:pt x="179" y="245"/>
                </a:lnTo>
                <a:lnTo>
                  <a:pt x="179" y="247"/>
                </a:lnTo>
                <a:lnTo>
                  <a:pt x="179" y="250"/>
                </a:lnTo>
                <a:lnTo>
                  <a:pt x="180" y="252"/>
                </a:lnTo>
                <a:lnTo>
                  <a:pt x="182" y="253"/>
                </a:lnTo>
                <a:lnTo>
                  <a:pt x="185" y="254"/>
                </a:lnTo>
                <a:lnTo>
                  <a:pt x="188" y="254"/>
                </a:lnTo>
                <a:lnTo>
                  <a:pt x="192" y="254"/>
                </a:lnTo>
                <a:lnTo>
                  <a:pt x="195" y="253"/>
                </a:lnTo>
                <a:lnTo>
                  <a:pt x="199" y="252"/>
                </a:lnTo>
                <a:lnTo>
                  <a:pt x="202" y="251"/>
                </a:lnTo>
                <a:lnTo>
                  <a:pt x="205" y="250"/>
                </a:lnTo>
                <a:lnTo>
                  <a:pt x="208" y="248"/>
                </a:lnTo>
                <a:lnTo>
                  <a:pt x="211" y="247"/>
                </a:lnTo>
                <a:lnTo>
                  <a:pt x="214" y="244"/>
                </a:lnTo>
                <a:lnTo>
                  <a:pt x="217" y="242"/>
                </a:lnTo>
                <a:lnTo>
                  <a:pt x="219" y="240"/>
                </a:lnTo>
                <a:lnTo>
                  <a:pt x="221" y="238"/>
                </a:lnTo>
                <a:lnTo>
                  <a:pt x="223" y="235"/>
                </a:lnTo>
                <a:lnTo>
                  <a:pt x="224" y="233"/>
                </a:lnTo>
                <a:lnTo>
                  <a:pt x="226" y="231"/>
                </a:lnTo>
                <a:lnTo>
                  <a:pt x="226" y="228"/>
                </a:lnTo>
                <a:lnTo>
                  <a:pt x="225" y="226"/>
                </a:lnTo>
                <a:lnTo>
                  <a:pt x="219" y="222"/>
                </a:lnTo>
                <a:lnTo>
                  <a:pt x="213" y="219"/>
                </a:lnTo>
                <a:lnTo>
                  <a:pt x="209" y="218"/>
                </a:lnTo>
                <a:lnTo>
                  <a:pt x="205" y="217"/>
                </a:lnTo>
                <a:lnTo>
                  <a:pt x="201" y="216"/>
                </a:lnTo>
                <a:lnTo>
                  <a:pt x="195" y="216"/>
                </a:lnTo>
                <a:lnTo>
                  <a:pt x="195" y="216"/>
                </a:lnTo>
                <a:close/>
                <a:moveTo>
                  <a:pt x="256" y="238"/>
                </a:moveTo>
                <a:lnTo>
                  <a:pt x="253" y="241"/>
                </a:lnTo>
                <a:lnTo>
                  <a:pt x="249" y="244"/>
                </a:lnTo>
                <a:lnTo>
                  <a:pt x="248" y="246"/>
                </a:lnTo>
                <a:lnTo>
                  <a:pt x="248" y="248"/>
                </a:lnTo>
                <a:lnTo>
                  <a:pt x="247" y="250"/>
                </a:lnTo>
                <a:lnTo>
                  <a:pt x="247" y="253"/>
                </a:lnTo>
                <a:lnTo>
                  <a:pt x="247" y="259"/>
                </a:lnTo>
                <a:lnTo>
                  <a:pt x="247" y="267"/>
                </a:lnTo>
                <a:lnTo>
                  <a:pt x="247" y="273"/>
                </a:lnTo>
                <a:lnTo>
                  <a:pt x="248" y="279"/>
                </a:lnTo>
                <a:lnTo>
                  <a:pt x="249" y="282"/>
                </a:lnTo>
                <a:lnTo>
                  <a:pt x="250" y="283"/>
                </a:lnTo>
                <a:lnTo>
                  <a:pt x="250" y="285"/>
                </a:lnTo>
                <a:lnTo>
                  <a:pt x="251" y="286"/>
                </a:lnTo>
                <a:lnTo>
                  <a:pt x="251" y="287"/>
                </a:lnTo>
                <a:lnTo>
                  <a:pt x="252" y="288"/>
                </a:lnTo>
                <a:lnTo>
                  <a:pt x="253" y="288"/>
                </a:lnTo>
                <a:lnTo>
                  <a:pt x="255" y="288"/>
                </a:lnTo>
                <a:lnTo>
                  <a:pt x="257" y="288"/>
                </a:lnTo>
                <a:lnTo>
                  <a:pt x="260" y="288"/>
                </a:lnTo>
                <a:lnTo>
                  <a:pt x="263" y="288"/>
                </a:lnTo>
                <a:lnTo>
                  <a:pt x="267" y="288"/>
                </a:lnTo>
                <a:lnTo>
                  <a:pt x="269" y="283"/>
                </a:lnTo>
                <a:lnTo>
                  <a:pt x="272" y="278"/>
                </a:lnTo>
                <a:lnTo>
                  <a:pt x="273" y="271"/>
                </a:lnTo>
                <a:lnTo>
                  <a:pt x="274" y="264"/>
                </a:lnTo>
                <a:lnTo>
                  <a:pt x="274" y="260"/>
                </a:lnTo>
                <a:lnTo>
                  <a:pt x="274" y="257"/>
                </a:lnTo>
                <a:lnTo>
                  <a:pt x="274" y="254"/>
                </a:lnTo>
                <a:lnTo>
                  <a:pt x="273" y="251"/>
                </a:lnTo>
                <a:lnTo>
                  <a:pt x="272" y="248"/>
                </a:lnTo>
                <a:lnTo>
                  <a:pt x="271" y="246"/>
                </a:lnTo>
                <a:lnTo>
                  <a:pt x="269" y="243"/>
                </a:lnTo>
                <a:lnTo>
                  <a:pt x="267" y="242"/>
                </a:lnTo>
                <a:lnTo>
                  <a:pt x="266" y="241"/>
                </a:lnTo>
                <a:lnTo>
                  <a:pt x="265" y="240"/>
                </a:lnTo>
                <a:lnTo>
                  <a:pt x="263" y="239"/>
                </a:lnTo>
                <a:lnTo>
                  <a:pt x="263" y="239"/>
                </a:lnTo>
                <a:lnTo>
                  <a:pt x="259" y="238"/>
                </a:lnTo>
                <a:lnTo>
                  <a:pt x="256" y="23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2" name="iṧḻidè">
            <a:extLst>
              <a:ext uri="{FF2B5EF4-FFF2-40B4-BE49-F238E27FC236}">
                <a16:creationId xmlns:a16="http://schemas.microsoft.com/office/drawing/2014/main" id="{72E56751-DD83-493B-8F44-75F0DDF73627}"/>
              </a:ext>
            </a:extLst>
          </p:cNvPr>
          <p:cNvSpPr>
            <a:spLocks noGrp="1"/>
          </p:cNvSpPr>
          <p:nvPr/>
        </p:nvSpPr>
        <p:spPr>
          <a:xfrm>
            <a:off x="1320840" y="528480"/>
            <a:ext cx="241560" cy="333000"/>
          </a:xfrm>
          <a:custGeom>
            <a:avLst/>
            <a:gdLst>
              <a:gd name="textAreaLeft" fmla="*/ 0 w 241560"/>
              <a:gd name="textAreaRight" fmla="*/ 241920 w 241560"/>
              <a:gd name="textAreaTop" fmla="*/ 0 h 333000"/>
              <a:gd name="textAreaBottom" fmla="*/ 333360 h 333000"/>
              <a:gd name="GluePoint1X" fmla="*/ 343 w 554"/>
              <a:gd name="GluePoint1Y" fmla="*/ 23 h 763"/>
              <a:gd name="GluePoint2X" fmla="*/ 345 w 554"/>
              <a:gd name="GluePoint2Y" fmla="*/ 54 h 763"/>
              <a:gd name="GluePoint3X" fmla="*/ 339 w 554"/>
              <a:gd name="GluePoint3Y" fmla="*/ 90 h 763"/>
              <a:gd name="GluePoint4X" fmla="*/ 392 w 554"/>
              <a:gd name="GluePoint4Y" fmla="*/ 84 h 763"/>
              <a:gd name="GluePoint5X" fmla="*/ 424 w 554"/>
              <a:gd name="GluePoint5Y" fmla="*/ 58 h 763"/>
              <a:gd name="GluePoint6X" fmla="*/ 480 w 554"/>
              <a:gd name="GluePoint6Y" fmla="*/ 3 h 763"/>
              <a:gd name="GluePoint7X" fmla="*/ 527 w 554"/>
              <a:gd name="GluePoint7Y" fmla="*/ 16 h 763"/>
              <a:gd name="GluePoint8X" fmla="*/ 493 w 554"/>
              <a:gd name="GluePoint8Y" fmla="*/ 52 h 763"/>
              <a:gd name="GluePoint9X" fmla="*/ 417 w 554"/>
              <a:gd name="GluePoint9Y" fmla="*/ 94 h 763"/>
              <a:gd name="GluePoint10X" fmla="*/ 333 w 554"/>
              <a:gd name="GluePoint10Y" fmla="*/ 134 h 763"/>
              <a:gd name="GluePoint11X" fmla="*/ 307 w 554"/>
              <a:gd name="GluePoint11Y" fmla="*/ 200 h 763"/>
              <a:gd name="GluePoint12X" fmla="*/ 328 w 554"/>
              <a:gd name="GluePoint12Y" fmla="*/ 242 h 763"/>
              <a:gd name="GluePoint13X" fmla="*/ 372 w 554"/>
              <a:gd name="GluePoint13Y" fmla="*/ 207 h 763"/>
              <a:gd name="GluePoint14X" fmla="*/ 435 w 554"/>
              <a:gd name="GluePoint14Y" fmla="*/ 164 h 763"/>
              <a:gd name="GluePoint15X" fmla="*/ 475 w 554"/>
              <a:gd name="GluePoint15Y" fmla="*/ 138 h 763"/>
              <a:gd name="GluePoint16X" fmla="*/ 519 w 554"/>
              <a:gd name="GluePoint16Y" fmla="*/ 155 h 763"/>
              <a:gd name="GluePoint17X" fmla="*/ 526 w 554"/>
              <a:gd name="GluePoint17Y" fmla="*/ 186 h 763"/>
              <a:gd name="GluePoint18X" fmla="*/ 460 w 554"/>
              <a:gd name="GluePoint18Y" fmla="*/ 211 h 763"/>
              <a:gd name="GluePoint19X" fmla="*/ 383 w 554"/>
              <a:gd name="GluePoint19Y" fmla="*/ 273 h 763"/>
              <a:gd name="GluePoint20X" fmla="*/ 363 w 554"/>
              <a:gd name="GluePoint20Y" fmla="*/ 342 h 763"/>
              <a:gd name="GluePoint21X" fmla="*/ 435 w 554"/>
              <a:gd name="GluePoint21Y" fmla="*/ 318 h 763"/>
              <a:gd name="GluePoint22X" fmla="*/ 511 w 554"/>
              <a:gd name="GluePoint22Y" fmla="*/ 278 h 763"/>
              <a:gd name="GluePoint23X" fmla="*/ 542 w 554"/>
              <a:gd name="GluePoint23Y" fmla="*/ 305 h 763"/>
              <a:gd name="GluePoint24X" fmla="*/ 472 w 554"/>
              <a:gd name="GluePoint24Y" fmla="*/ 329 h 763"/>
              <a:gd name="GluePoint25X" fmla="*/ 362 w 554"/>
              <a:gd name="GluePoint25Y" fmla="*/ 371 h 763"/>
              <a:gd name="GluePoint26X" fmla="*/ 337 w 554"/>
              <a:gd name="GluePoint26Y" fmla="*/ 461 h 763"/>
              <a:gd name="GluePoint27X" fmla="*/ 401 w 554"/>
              <a:gd name="GluePoint27Y" fmla="*/ 480 h 763"/>
              <a:gd name="GluePoint28X" fmla="*/ 381 w 554"/>
              <a:gd name="GluePoint28Y" fmla="*/ 527 h 763"/>
              <a:gd name="GluePoint29X" fmla="*/ 337 w 554"/>
              <a:gd name="GluePoint29Y" fmla="*/ 571 h 763"/>
              <a:gd name="GluePoint30X" fmla="*/ 343 w 554"/>
              <a:gd name="GluePoint30Y" fmla="*/ 648 h 763"/>
              <a:gd name="GluePoint31X" fmla="*/ 342 w 554"/>
              <a:gd name="GluePoint31Y" fmla="*/ 730 h 763"/>
              <a:gd name="GluePoint32X" fmla="*/ 315 w 554"/>
              <a:gd name="GluePoint32Y" fmla="*/ 757 h 763"/>
              <a:gd name="GluePoint33X" fmla="*/ 274 w 554"/>
              <a:gd name="GluePoint33Y" fmla="*/ 705 h 763"/>
              <a:gd name="GluePoint34X" fmla="*/ 296 w 554"/>
              <a:gd name="GluePoint34Y" fmla="*/ 659 h 763"/>
              <a:gd name="GluePoint35X" fmla="*/ 287 w 554"/>
              <a:gd name="GluePoint35Y" fmla="*/ 569 h 763"/>
              <a:gd name="GluePoint36X" fmla="*/ 244 w 554"/>
              <a:gd name="GluePoint36Y" fmla="*/ 604 h 763"/>
              <a:gd name="GluePoint37X" fmla="*/ 194 w 554"/>
              <a:gd name="GluePoint37Y" fmla="*/ 575 h 763"/>
              <a:gd name="GluePoint38X" fmla="*/ 264 w 554"/>
              <a:gd name="GluePoint38Y" fmla="*/ 522 h 763"/>
              <a:gd name="GluePoint39X" fmla="*/ 307 w 554"/>
              <a:gd name="GluePoint39Y" fmla="*/ 479 h 763"/>
              <a:gd name="GluePoint40X" fmla="*/ 307 w 554"/>
              <a:gd name="GluePoint40Y" fmla="*/ 394 h 763"/>
              <a:gd name="GluePoint41X" fmla="*/ 262 w 554"/>
              <a:gd name="GluePoint41Y" fmla="*/ 410 h 763"/>
              <a:gd name="GluePoint42X" fmla="*/ 227 w 554"/>
              <a:gd name="GluePoint42Y" fmla="*/ 430 h 763"/>
              <a:gd name="GluePoint43X" fmla="*/ 146 w 554"/>
              <a:gd name="GluePoint43Y" fmla="*/ 486 h 763"/>
              <a:gd name="GluePoint44X" fmla="*/ 106 w 554"/>
              <a:gd name="GluePoint44Y" fmla="*/ 535 h 763"/>
              <a:gd name="GluePoint45X" fmla="*/ 44 w 554"/>
              <a:gd name="GluePoint45Y" fmla="*/ 559 h 763"/>
              <a:gd name="GluePoint46X" fmla="*/ 1 w 554"/>
              <a:gd name="GluePoint46Y" fmla="*/ 526 h 763"/>
              <a:gd name="GluePoint47X" fmla="*/ 34 w 554"/>
              <a:gd name="GluePoint47Y" fmla="*/ 505 h 763"/>
              <a:gd name="GluePoint48X" fmla="*/ 62 w 554"/>
              <a:gd name="GluePoint48Y" fmla="*/ 488 h 763"/>
              <a:gd name="GluePoint49X" fmla="*/ 108 w 554"/>
              <a:gd name="GluePoint49Y" fmla="*/ 471 h 763"/>
              <a:gd name="GluePoint50X" fmla="*/ 160 w 554"/>
              <a:gd name="GluePoint50Y" fmla="*/ 442 h 763"/>
              <a:gd name="GluePoint51X" fmla="*/ 196 w 554"/>
              <a:gd name="GluePoint51Y" fmla="*/ 423 h 763"/>
              <a:gd name="GluePoint52X" fmla="*/ 294 w 554"/>
              <a:gd name="GluePoint52Y" fmla="*/ 376 h 763"/>
              <a:gd name="GluePoint53X" fmla="*/ 316 w 554"/>
              <a:gd name="GluePoint53Y" fmla="*/ 352 h 763"/>
              <a:gd name="GluePoint54X" fmla="*/ 309 w 554"/>
              <a:gd name="GluePoint54Y" fmla="*/ 274 h 763"/>
              <a:gd name="GluePoint55X" fmla="*/ 262 w 554"/>
              <a:gd name="GluePoint55Y" fmla="*/ 313 h 763"/>
              <a:gd name="GluePoint56X" fmla="*/ 206 w 554"/>
              <a:gd name="GluePoint56Y" fmla="*/ 336 h 763"/>
              <a:gd name="GluePoint57X" fmla="*/ 198 w 554"/>
              <a:gd name="GluePoint57Y" fmla="*/ 303 h 763"/>
              <a:gd name="GluePoint58X" fmla="*/ 263 w 554"/>
              <a:gd name="GluePoint58Y" fmla="*/ 250 h 763"/>
              <a:gd name="GluePoint59X" fmla="*/ 290 w 554"/>
              <a:gd name="GluePoint59Y" fmla="*/ 153 h 763"/>
              <a:gd name="GluePoint60X" fmla="*/ 268 w 554"/>
              <a:gd name="GluePoint60Y" fmla="*/ 129 h 763"/>
              <a:gd name="GluePoint61X" fmla="*/ 291 w 554"/>
              <a:gd name="GluePoint61Y" fmla="*/ 90 h 763"/>
              <a:gd name="GluePoint62X" fmla="*/ 288 w 554"/>
              <a:gd name="GluePoint62Y" fmla="*/ 40 h 763"/>
            </a:gdLst>
            <a:ahLst/>
            <a:cxnLst/>
            <a:rect l="textAreaLeft" t="textAreaTop" r="textAreaRight" b="textAreaBottom"/>
            <a:pathLst>
              <a:path w="554" h="763">
                <a:moveTo>
                  <a:pt x="303" y="20"/>
                </a:moveTo>
                <a:lnTo>
                  <a:pt x="306" y="20"/>
                </a:lnTo>
                <a:lnTo>
                  <a:pt x="308" y="20"/>
                </a:lnTo>
                <a:lnTo>
                  <a:pt x="308" y="18"/>
                </a:lnTo>
                <a:lnTo>
                  <a:pt x="309" y="17"/>
                </a:lnTo>
                <a:lnTo>
                  <a:pt x="310" y="14"/>
                </a:lnTo>
                <a:lnTo>
                  <a:pt x="312" y="13"/>
                </a:lnTo>
                <a:lnTo>
                  <a:pt x="314" y="12"/>
                </a:lnTo>
                <a:lnTo>
                  <a:pt x="316" y="11"/>
                </a:lnTo>
                <a:lnTo>
                  <a:pt x="319" y="10"/>
                </a:lnTo>
                <a:lnTo>
                  <a:pt x="322" y="10"/>
                </a:lnTo>
                <a:lnTo>
                  <a:pt x="326" y="10"/>
                </a:lnTo>
                <a:lnTo>
                  <a:pt x="329" y="10"/>
                </a:lnTo>
                <a:lnTo>
                  <a:pt x="335" y="15"/>
                </a:lnTo>
                <a:lnTo>
                  <a:pt x="342" y="22"/>
                </a:lnTo>
                <a:lnTo>
                  <a:pt x="343" y="23"/>
                </a:lnTo>
                <a:lnTo>
                  <a:pt x="345" y="25"/>
                </a:lnTo>
                <a:lnTo>
                  <a:pt x="346" y="26"/>
                </a:lnTo>
                <a:lnTo>
                  <a:pt x="347" y="28"/>
                </a:lnTo>
                <a:lnTo>
                  <a:pt x="347" y="30"/>
                </a:lnTo>
                <a:lnTo>
                  <a:pt x="348" y="33"/>
                </a:lnTo>
                <a:lnTo>
                  <a:pt x="347" y="34"/>
                </a:lnTo>
                <a:lnTo>
                  <a:pt x="347" y="37"/>
                </a:lnTo>
                <a:lnTo>
                  <a:pt x="347" y="39"/>
                </a:lnTo>
                <a:lnTo>
                  <a:pt x="348" y="42"/>
                </a:lnTo>
                <a:lnTo>
                  <a:pt x="348" y="44"/>
                </a:lnTo>
                <a:lnTo>
                  <a:pt x="347" y="46"/>
                </a:lnTo>
                <a:lnTo>
                  <a:pt x="347" y="48"/>
                </a:lnTo>
                <a:lnTo>
                  <a:pt x="347" y="50"/>
                </a:lnTo>
                <a:lnTo>
                  <a:pt x="346" y="51"/>
                </a:lnTo>
                <a:lnTo>
                  <a:pt x="345" y="52"/>
                </a:lnTo>
                <a:lnTo>
                  <a:pt x="345" y="54"/>
                </a:lnTo>
                <a:lnTo>
                  <a:pt x="345" y="54"/>
                </a:lnTo>
                <a:lnTo>
                  <a:pt x="345" y="55"/>
                </a:lnTo>
                <a:lnTo>
                  <a:pt x="345" y="57"/>
                </a:lnTo>
                <a:lnTo>
                  <a:pt x="345" y="58"/>
                </a:lnTo>
                <a:lnTo>
                  <a:pt x="346" y="61"/>
                </a:lnTo>
                <a:lnTo>
                  <a:pt x="346" y="63"/>
                </a:lnTo>
                <a:lnTo>
                  <a:pt x="347" y="66"/>
                </a:lnTo>
                <a:lnTo>
                  <a:pt x="346" y="67"/>
                </a:lnTo>
                <a:lnTo>
                  <a:pt x="346" y="70"/>
                </a:lnTo>
                <a:lnTo>
                  <a:pt x="345" y="71"/>
                </a:lnTo>
                <a:lnTo>
                  <a:pt x="344" y="74"/>
                </a:lnTo>
                <a:lnTo>
                  <a:pt x="343" y="77"/>
                </a:lnTo>
                <a:lnTo>
                  <a:pt x="340" y="80"/>
                </a:lnTo>
                <a:lnTo>
                  <a:pt x="340" y="83"/>
                </a:lnTo>
                <a:lnTo>
                  <a:pt x="339" y="86"/>
                </a:lnTo>
                <a:lnTo>
                  <a:pt x="339" y="90"/>
                </a:lnTo>
                <a:lnTo>
                  <a:pt x="339" y="94"/>
                </a:lnTo>
                <a:lnTo>
                  <a:pt x="340" y="101"/>
                </a:lnTo>
                <a:lnTo>
                  <a:pt x="340" y="106"/>
                </a:lnTo>
                <a:lnTo>
                  <a:pt x="343" y="106"/>
                </a:lnTo>
                <a:lnTo>
                  <a:pt x="347" y="106"/>
                </a:lnTo>
                <a:lnTo>
                  <a:pt x="350" y="106"/>
                </a:lnTo>
                <a:lnTo>
                  <a:pt x="352" y="106"/>
                </a:lnTo>
                <a:lnTo>
                  <a:pt x="357" y="102"/>
                </a:lnTo>
                <a:lnTo>
                  <a:pt x="366" y="96"/>
                </a:lnTo>
                <a:lnTo>
                  <a:pt x="375" y="90"/>
                </a:lnTo>
                <a:lnTo>
                  <a:pt x="380" y="87"/>
                </a:lnTo>
                <a:lnTo>
                  <a:pt x="383" y="86"/>
                </a:lnTo>
                <a:lnTo>
                  <a:pt x="387" y="86"/>
                </a:lnTo>
                <a:lnTo>
                  <a:pt x="389" y="85"/>
                </a:lnTo>
                <a:lnTo>
                  <a:pt x="391" y="85"/>
                </a:lnTo>
                <a:lnTo>
                  <a:pt x="392" y="84"/>
                </a:lnTo>
                <a:lnTo>
                  <a:pt x="394" y="83"/>
                </a:lnTo>
                <a:lnTo>
                  <a:pt x="396" y="81"/>
                </a:lnTo>
                <a:lnTo>
                  <a:pt x="398" y="79"/>
                </a:lnTo>
                <a:lnTo>
                  <a:pt x="399" y="77"/>
                </a:lnTo>
                <a:lnTo>
                  <a:pt x="401" y="74"/>
                </a:lnTo>
                <a:lnTo>
                  <a:pt x="403" y="72"/>
                </a:lnTo>
                <a:lnTo>
                  <a:pt x="404" y="70"/>
                </a:lnTo>
                <a:lnTo>
                  <a:pt x="407" y="68"/>
                </a:lnTo>
                <a:lnTo>
                  <a:pt x="408" y="66"/>
                </a:lnTo>
                <a:lnTo>
                  <a:pt x="411" y="64"/>
                </a:lnTo>
                <a:lnTo>
                  <a:pt x="415" y="63"/>
                </a:lnTo>
                <a:lnTo>
                  <a:pt x="417" y="62"/>
                </a:lnTo>
                <a:lnTo>
                  <a:pt x="419" y="62"/>
                </a:lnTo>
                <a:lnTo>
                  <a:pt x="420" y="61"/>
                </a:lnTo>
                <a:lnTo>
                  <a:pt x="422" y="60"/>
                </a:lnTo>
                <a:lnTo>
                  <a:pt x="424" y="58"/>
                </a:lnTo>
                <a:lnTo>
                  <a:pt x="427" y="55"/>
                </a:lnTo>
                <a:lnTo>
                  <a:pt x="428" y="53"/>
                </a:lnTo>
                <a:lnTo>
                  <a:pt x="431" y="50"/>
                </a:lnTo>
                <a:lnTo>
                  <a:pt x="434" y="46"/>
                </a:lnTo>
                <a:lnTo>
                  <a:pt x="439" y="41"/>
                </a:lnTo>
                <a:lnTo>
                  <a:pt x="443" y="38"/>
                </a:lnTo>
                <a:lnTo>
                  <a:pt x="447" y="37"/>
                </a:lnTo>
                <a:lnTo>
                  <a:pt x="451" y="33"/>
                </a:lnTo>
                <a:lnTo>
                  <a:pt x="455" y="29"/>
                </a:lnTo>
                <a:lnTo>
                  <a:pt x="459" y="24"/>
                </a:lnTo>
                <a:lnTo>
                  <a:pt x="463" y="20"/>
                </a:lnTo>
                <a:lnTo>
                  <a:pt x="466" y="15"/>
                </a:lnTo>
                <a:lnTo>
                  <a:pt x="470" y="11"/>
                </a:lnTo>
                <a:lnTo>
                  <a:pt x="474" y="7"/>
                </a:lnTo>
                <a:lnTo>
                  <a:pt x="478" y="4"/>
                </a:lnTo>
                <a:lnTo>
                  <a:pt x="480" y="3"/>
                </a:lnTo>
                <a:lnTo>
                  <a:pt x="483" y="2"/>
                </a:lnTo>
                <a:lnTo>
                  <a:pt x="486" y="1"/>
                </a:lnTo>
                <a:lnTo>
                  <a:pt x="488" y="0"/>
                </a:lnTo>
                <a:lnTo>
                  <a:pt x="491" y="0"/>
                </a:lnTo>
                <a:lnTo>
                  <a:pt x="493" y="0"/>
                </a:lnTo>
                <a:lnTo>
                  <a:pt x="496" y="0"/>
                </a:lnTo>
                <a:lnTo>
                  <a:pt x="499" y="1"/>
                </a:lnTo>
                <a:lnTo>
                  <a:pt x="503" y="2"/>
                </a:lnTo>
                <a:lnTo>
                  <a:pt x="508" y="5"/>
                </a:lnTo>
                <a:lnTo>
                  <a:pt x="513" y="8"/>
                </a:lnTo>
                <a:lnTo>
                  <a:pt x="517" y="10"/>
                </a:lnTo>
                <a:lnTo>
                  <a:pt x="520" y="13"/>
                </a:lnTo>
                <a:lnTo>
                  <a:pt x="523" y="14"/>
                </a:lnTo>
                <a:lnTo>
                  <a:pt x="525" y="14"/>
                </a:lnTo>
                <a:lnTo>
                  <a:pt x="526" y="15"/>
                </a:lnTo>
                <a:lnTo>
                  <a:pt x="527" y="16"/>
                </a:lnTo>
                <a:lnTo>
                  <a:pt x="528" y="18"/>
                </a:lnTo>
                <a:lnTo>
                  <a:pt x="529" y="19"/>
                </a:lnTo>
                <a:lnTo>
                  <a:pt x="530" y="21"/>
                </a:lnTo>
                <a:lnTo>
                  <a:pt x="530" y="22"/>
                </a:lnTo>
                <a:lnTo>
                  <a:pt x="530" y="24"/>
                </a:lnTo>
                <a:lnTo>
                  <a:pt x="529" y="26"/>
                </a:lnTo>
                <a:lnTo>
                  <a:pt x="529" y="27"/>
                </a:lnTo>
                <a:lnTo>
                  <a:pt x="527" y="29"/>
                </a:lnTo>
                <a:lnTo>
                  <a:pt x="527" y="30"/>
                </a:lnTo>
                <a:lnTo>
                  <a:pt x="525" y="33"/>
                </a:lnTo>
                <a:lnTo>
                  <a:pt x="522" y="36"/>
                </a:lnTo>
                <a:lnTo>
                  <a:pt x="519" y="38"/>
                </a:lnTo>
                <a:lnTo>
                  <a:pt x="515" y="41"/>
                </a:lnTo>
                <a:lnTo>
                  <a:pt x="507" y="46"/>
                </a:lnTo>
                <a:lnTo>
                  <a:pt x="499" y="49"/>
                </a:lnTo>
                <a:lnTo>
                  <a:pt x="493" y="52"/>
                </a:lnTo>
                <a:lnTo>
                  <a:pt x="488" y="54"/>
                </a:lnTo>
                <a:lnTo>
                  <a:pt x="481" y="59"/>
                </a:lnTo>
                <a:lnTo>
                  <a:pt x="474" y="64"/>
                </a:lnTo>
                <a:lnTo>
                  <a:pt x="467" y="69"/>
                </a:lnTo>
                <a:lnTo>
                  <a:pt x="459" y="74"/>
                </a:lnTo>
                <a:lnTo>
                  <a:pt x="457" y="77"/>
                </a:lnTo>
                <a:lnTo>
                  <a:pt x="454" y="80"/>
                </a:lnTo>
                <a:lnTo>
                  <a:pt x="450" y="82"/>
                </a:lnTo>
                <a:lnTo>
                  <a:pt x="446" y="83"/>
                </a:lnTo>
                <a:lnTo>
                  <a:pt x="441" y="85"/>
                </a:lnTo>
                <a:lnTo>
                  <a:pt x="437" y="86"/>
                </a:lnTo>
                <a:lnTo>
                  <a:pt x="432" y="87"/>
                </a:lnTo>
                <a:lnTo>
                  <a:pt x="427" y="89"/>
                </a:lnTo>
                <a:lnTo>
                  <a:pt x="423" y="90"/>
                </a:lnTo>
                <a:lnTo>
                  <a:pt x="420" y="92"/>
                </a:lnTo>
                <a:lnTo>
                  <a:pt x="417" y="94"/>
                </a:lnTo>
                <a:lnTo>
                  <a:pt x="415" y="97"/>
                </a:lnTo>
                <a:lnTo>
                  <a:pt x="411" y="99"/>
                </a:lnTo>
                <a:lnTo>
                  <a:pt x="408" y="102"/>
                </a:lnTo>
                <a:lnTo>
                  <a:pt x="405" y="102"/>
                </a:lnTo>
                <a:lnTo>
                  <a:pt x="402" y="102"/>
                </a:lnTo>
                <a:lnTo>
                  <a:pt x="398" y="103"/>
                </a:lnTo>
                <a:lnTo>
                  <a:pt x="395" y="104"/>
                </a:lnTo>
                <a:lnTo>
                  <a:pt x="387" y="108"/>
                </a:lnTo>
                <a:lnTo>
                  <a:pt x="379" y="113"/>
                </a:lnTo>
                <a:lnTo>
                  <a:pt x="371" y="117"/>
                </a:lnTo>
                <a:lnTo>
                  <a:pt x="363" y="122"/>
                </a:lnTo>
                <a:lnTo>
                  <a:pt x="355" y="126"/>
                </a:lnTo>
                <a:lnTo>
                  <a:pt x="347" y="130"/>
                </a:lnTo>
                <a:lnTo>
                  <a:pt x="343" y="131"/>
                </a:lnTo>
                <a:lnTo>
                  <a:pt x="338" y="132"/>
                </a:lnTo>
                <a:lnTo>
                  <a:pt x="333" y="134"/>
                </a:lnTo>
                <a:lnTo>
                  <a:pt x="327" y="134"/>
                </a:lnTo>
                <a:lnTo>
                  <a:pt x="325" y="142"/>
                </a:lnTo>
                <a:lnTo>
                  <a:pt x="322" y="149"/>
                </a:lnTo>
                <a:lnTo>
                  <a:pt x="318" y="155"/>
                </a:lnTo>
                <a:lnTo>
                  <a:pt x="315" y="162"/>
                </a:lnTo>
                <a:lnTo>
                  <a:pt x="314" y="163"/>
                </a:lnTo>
                <a:lnTo>
                  <a:pt x="314" y="166"/>
                </a:lnTo>
                <a:lnTo>
                  <a:pt x="313" y="169"/>
                </a:lnTo>
                <a:lnTo>
                  <a:pt x="312" y="173"/>
                </a:lnTo>
                <a:lnTo>
                  <a:pt x="312" y="176"/>
                </a:lnTo>
                <a:lnTo>
                  <a:pt x="310" y="180"/>
                </a:lnTo>
                <a:lnTo>
                  <a:pt x="310" y="184"/>
                </a:lnTo>
                <a:lnTo>
                  <a:pt x="308" y="187"/>
                </a:lnTo>
                <a:lnTo>
                  <a:pt x="307" y="191"/>
                </a:lnTo>
                <a:lnTo>
                  <a:pt x="307" y="195"/>
                </a:lnTo>
                <a:lnTo>
                  <a:pt x="307" y="200"/>
                </a:lnTo>
                <a:lnTo>
                  <a:pt x="307" y="203"/>
                </a:lnTo>
                <a:lnTo>
                  <a:pt x="305" y="209"/>
                </a:lnTo>
                <a:lnTo>
                  <a:pt x="303" y="214"/>
                </a:lnTo>
                <a:lnTo>
                  <a:pt x="302" y="219"/>
                </a:lnTo>
                <a:lnTo>
                  <a:pt x="301" y="224"/>
                </a:lnTo>
                <a:lnTo>
                  <a:pt x="299" y="230"/>
                </a:lnTo>
                <a:lnTo>
                  <a:pt x="299" y="237"/>
                </a:lnTo>
                <a:lnTo>
                  <a:pt x="298" y="242"/>
                </a:lnTo>
                <a:lnTo>
                  <a:pt x="299" y="250"/>
                </a:lnTo>
                <a:lnTo>
                  <a:pt x="301" y="250"/>
                </a:lnTo>
                <a:lnTo>
                  <a:pt x="302" y="251"/>
                </a:lnTo>
                <a:lnTo>
                  <a:pt x="304" y="251"/>
                </a:lnTo>
                <a:lnTo>
                  <a:pt x="307" y="251"/>
                </a:lnTo>
                <a:lnTo>
                  <a:pt x="316" y="248"/>
                </a:lnTo>
                <a:lnTo>
                  <a:pt x="324" y="244"/>
                </a:lnTo>
                <a:lnTo>
                  <a:pt x="328" y="242"/>
                </a:lnTo>
                <a:lnTo>
                  <a:pt x="331" y="240"/>
                </a:lnTo>
                <a:lnTo>
                  <a:pt x="335" y="238"/>
                </a:lnTo>
                <a:lnTo>
                  <a:pt x="338" y="236"/>
                </a:lnTo>
                <a:lnTo>
                  <a:pt x="341" y="233"/>
                </a:lnTo>
                <a:lnTo>
                  <a:pt x="343" y="230"/>
                </a:lnTo>
                <a:lnTo>
                  <a:pt x="346" y="227"/>
                </a:lnTo>
                <a:lnTo>
                  <a:pt x="348" y="224"/>
                </a:lnTo>
                <a:lnTo>
                  <a:pt x="351" y="221"/>
                </a:lnTo>
                <a:lnTo>
                  <a:pt x="353" y="217"/>
                </a:lnTo>
                <a:lnTo>
                  <a:pt x="355" y="213"/>
                </a:lnTo>
                <a:lnTo>
                  <a:pt x="357" y="208"/>
                </a:lnTo>
                <a:lnTo>
                  <a:pt x="360" y="208"/>
                </a:lnTo>
                <a:lnTo>
                  <a:pt x="363" y="207"/>
                </a:lnTo>
                <a:lnTo>
                  <a:pt x="364" y="206"/>
                </a:lnTo>
                <a:lnTo>
                  <a:pt x="367" y="205"/>
                </a:lnTo>
                <a:lnTo>
                  <a:pt x="372" y="207"/>
                </a:lnTo>
                <a:lnTo>
                  <a:pt x="378" y="211"/>
                </a:lnTo>
                <a:lnTo>
                  <a:pt x="381" y="213"/>
                </a:lnTo>
                <a:lnTo>
                  <a:pt x="385" y="214"/>
                </a:lnTo>
                <a:lnTo>
                  <a:pt x="387" y="214"/>
                </a:lnTo>
                <a:lnTo>
                  <a:pt x="389" y="214"/>
                </a:lnTo>
                <a:lnTo>
                  <a:pt x="391" y="213"/>
                </a:lnTo>
                <a:lnTo>
                  <a:pt x="394" y="213"/>
                </a:lnTo>
                <a:lnTo>
                  <a:pt x="395" y="211"/>
                </a:lnTo>
                <a:lnTo>
                  <a:pt x="398" y="210"/>
                </a:lnTo>
                <a:lnTo>
                  <a:pt x="400" y="207"/>
                </a:lnTo>
                <a:lnTo>
                  <a:pt x="403" y="204"/>
                </a:lnTo>
                <a:lnTo>
                  <a:pt x="410" y="197"/>
                </a:lnTo>
                <a:lnTo>
                  <a:pt x="417" y="188"/>
                </a:lnTo>
                <a:lnTo>
                  <a:pt x="424" y="179"/>
                </a:lnTo>
                <a:lnTo>
                  <a:pt x="431" y="170"/>
                </a:lnTo>
                <a:lnTo>
                  <a:pt x="435" y="164"/>
                </a:lnTo>
                <a:lnTo>
                  <a:pt x="439" y="159"/>
                </a:lnTo>
                <a:lnTo>
                  <a:pt x="442" y="150"/>
                </a:lnTo>
                <a:lnTo>
                  <a:pt x="444" y="141"/>
                </a:lnTo>
                <a:lnTo>
                  <a:pt x="446" y="137"/>
                </a:lnTo>
                <a:lnTo>
                  <a:pt x="447" y="134"/>
                </a:lnTo>
                <a:lnTo>
                  <a:pt x="448" y="131"/>
                </a:lnTo>
                <a:lnTo>
                  <a:pt x="450" y="130"/>
                </a:lnTo>
                <a:lnTo>
                  <a:pt x="451" y="128"/>
                </a:lnTo>
                <a:lnTo>
                  <a:pt x="454" y="126"/>
                </a:lnTo>
                <a:lnTo>
                  <a:pt x="457" y="127"/>
                </a:lnTo>
                <a:lnTo>
                  <a:pt x="461" y="127"/>
                </a:lnTo>
                <a:lnTo>
                  <a:pt x="465" y="128"/>
                </a:lnTo>
                <a:lnTo>
                  <a:pt x="469" y="129"/>
                </a:lnTo>
                <a:lnTo>
                  <a:pt x="471" y="132"/>
                </a:lnTo>
                <a:lnTo>
                  <a:pt x="473" y="134"/>
                </a:lnTo>
                <a:lnTo>
                  <a:pt x="475" y="138"/>
                </a:lnTo>
                <a:lnTo>
                  <a:pt x="478" y="140"/>
                </a:lnTo>
                <a:lnTo>
                  <a:pt x="478" y="144"/>
                </a:lnTo>
                <a:lnTo>
                  <a:pt x="479" y="147"/>
                </a:lnTo>
                <a:lnTo>
                  <a:pt x="479" y="151"/>
                </a:lnTo>
                <a:lnTo>
                  <a:pt x="478" y="155"/>
                </a:lnTo>
                <a:lnTo>
                  <a:pt x="478" y="162"/>
                </a:lnTo>
                <a:lnTo>
                  <a:pt x="478" y="168"/>
                </a:lnTo>
                <a:lnTo>
                  <a:pt x="480" y="169"/>
                </a:lnTo>
                <a:lnTo>
                  <a:pt x="483" y="170"/>
                </a:lnTo>
                <a:lnTo>
                  <a:pt x="486" y="168"/>
                </a:lnTo>
                <a:lnTo>
                  <a:pt x="491" y="166"/>
                </a:lnTo>
                <a:lnTo>
                  <a:pt x="498" y="162"/>
                </a:lnTo>
                <a:lnTo>
                  <a:pt x="506" y="159"/>
                </a:lnTo>
                <a:lnTo>
                  <a:pt x="511" y="158"/>
                </a:lnTo>
                <a:lnTo>
                  <a:pt x="515" y="156"/>
                </a:lnTo>
                <a:lnTo>
                  <a:pt x="519" y="155"/>
                </a:lnTo>
                <a:lnTo>
                  <a:pt x="523" y="154"/>
                </a:lnTo>
                <a:lnTo>
                  <a:pt x="527" y="154"/>
                </a:lnTo>
                <a:lnTo>
                  <a:pt x="531" y="154"/>
                </a:lnTo>
                <a:lnTo>
                  <a:pt x="535" y="154"/>
                </a:lnTo>
                <a:lnTo>
                  <a:pt x="537" y="155"/>
                </a:lnTo>
                <a:lnTo>
                  <a:pt x="539" y="156"/>
                </a:lnTo>
                <a:lnTo>
                  <a:pt x="542" y="158"/>
                </a:lnTo>
                <a:lnTo>
                  <a:pt x="544" y="159"/>
                </a:lnTo>
                <a:lnTo>
                  <a:pt x="547" y="162"/>
                </a:lnTo>
                <a:lnTo>
                  <a:pt x="548" y="164"/>
                </a:lnTo>
                <a:lnTo>
                  <a:pt x="550" y="166"/>
                </a:lnTo>
                <a:lnTo>
                  <a:pt x="551" y="170"/>
                </a:lnTo>
                <a:lnTo>
                  <a:pt x="551" y="174"/>
                </a:lnTo>
                <a:lnTo>
                  <a:pt x="542" y="178"/>
                </a:lnTo>
                <a:lnTo>
                  <a:pt x="531" y="183"/>
                </a:lnTo>
                <a:lnTo>
                  <a:pt x="526" y="186"/>
                </a:lnTo>
                <a:lnTo>
                  <a:pt x="521" y="189"/>
                </a:lnTo>
                <a:lnTo>
                  <a:pt x="516" y="191"/>
                </a:lnTo>
                <a:lnTo>
                  <a:pt x="512" y="194"/>
                </a:lnTo>
                <a:lnTo>
                  <a:pt x="511" y="195"/>
                </a:lnTo>
                <a:lnTo>
                  <a:pt x="509" y="196"/>
                </a:lnTo>
                <a:lnTo>
                  <a:pt x="507" y="196"/>
                </a:lnTo>
                <a:lnTo>
                  <a:pt x="504" y="196"/>
                </a:lnTo>
                <a:lnTo>
                  <a:pt x="502" y="195"/>
                </a:lnTo>
                <a:lnTo>
                  <a:pt x="499" y="195"/>
                </a:lnTo>
                <a:lnTo>
                  <a:pt x="498" y="196"/>
                </a:lnTo>
                <a:lnTo>
                  <a:pt x="495" y="196"/>
                </a:lnTo>
                <a:lnTo>
                  <a:pt x="488" y="200"/>
                </a:lnTo>
                <a:lnTo>
                  <a:pt x="479" y="203"/>
                </a:lnTo>
                <a:lnTo>
                  <a:pt x="471" y="207"/>
                </a:lnTo>
                <a:lnTo>
                  <a:pt x="464" y="210"/>
                </a:lnTo>
                <a:lnTo>
                  <a:pt x="460" y="211"/>
                </a:lnTo>
                <a:lnTo>
                  <a:pt x="455" y="212"/>
                </a:lnTo>
                <a:lnTo>
                  <a:pt x="451" y="213"/>
                </a:lnTo>
                <a:lnTo>
                  <a:pt x="446" y="213"/>
                </a:lnTo>
                <a:lnTo>
                  <a:pt x="439" y="215"/>
                </a:lnTo>
                <a:lnTo>
                  <a:pt x="431" y="219"/>
                </a:lnTo>
                <a:lnTo>
                  <a:pt x="427" y="221"/>
                </a:lnTo>
                <a:lnTo>
                  <a:pt x="423" y="223"/>
                </a:lnTo>
                <a:lnTo>
                  <a:pt x="419" y="225"/>
                </a:lnTo>
                <a:lnTo>
                  <a:pt x="417" y="226"/>
                </a:lnTo>
                <a:lnTo>
                  <a:pt x="413" y="230"/>
                </a:lnTo>
                <a:lnTo>
                  <a:pt x="409" y="234"/>
                </a:lnTo>
                <a:lnTo>
                  <a:pt x="405" y="238"/>
                </a:lnTo>
                <a:lnTo>
                  <a:pt x="402" y="243"/>
                </a:lnTo>
                <a:lnTo>
                  <a:pt x="395" y="253"/>
                </a:lnTo>
                <a:lnTo>
                  <a:pt x="389" y="263"/>
                </a:lnTo>
                <a:lnTo>
                  <a:pt x="383" y="273"/>
                </a:lnTo>
                <a:lnTo>
                  <a:pt x="378" y="282"/>
                </a:lnTo>
                <a:lnTo>
                  <a:pt x="375" y="287"/>
                </a:lnTo>
                <a:lnTo>
                  <a:pt x="371" y="291"/>
                </a:lnTo>
                <a:lnTo>
                  <a:pt x="368" y="295"/>
                </a:lnTo>
                <a:lnTo>
                  <a:pt x="364" y="298"/>
                </a:lnTo>
                <a:lnTo>
                  <a:pt x="363" y="303"/>
                </a:lnTo>
                <a:lnTo>
                  <a:pt x="363" y="309"/>
                </a:lnTo>
                <a:lnTo>
                  <a:pt x="362" y="314"/>
                </a:lnTo>
                <a:lnTo>
                  <a:pt x="361" y="320"/>
                </a:lnTo>
                <a:lnTo>
                  <a:pt x="359" y="326"/>
                </a:lnTo>
                <a:lnTo>
                  <a:pt x="359" y="332"/>
                </a:lnTo>
                <a:lnTo>
                  <a:pt x="359" y="334"/>
                </a:lnTo>
                <a:lnTo>
                  <a:pt x="359" y="337"/>
                </a:lnTo>
                <a:lnTo>
                  <a:pt x="359" y="338"/>
                </a:lnTo>
                <a:lnTo>
                  <a:pt x="360" y="340"/>
                </a:lnTo>
                <a:lnTo>
                  <a:pt x="363" y="342"/>
                </a:lnTo>
                <a:lnTo>
                  <a:pt x="364" y="345"/>
                </a:lnTo>
                <a:lnTo>
                  <a:pt x="367" y="345"/>
                </a:lnTo>
                <a:lnTo>
                  <a:pt x="371" y="344"/>
                </a:lnTo>
                <a:lnTo>
                  <a:pt x="374" y="343"/>
                </a:lnTo>
                <a:lnTo>
                  <a:pt x="378" y="342"/>
                </a:lnTo>
                <a:lnTo>
                  <a:pt x="383" y="340"/>
                </a:lnTo>
                <a:lnTo>
                  <a:pt x="390" y="337"/>
                </a:lnTo>
                <a:lnTo>
                  <a:pt x="401" y="330"/>
                </a:lnTo>
                <a:lnTo>
                  <a:pt x="411" y="324"/>
                </a:lnTo>
                <a:lnTo>
                  <a:pt x="415" y="322"/>
                </a:lnTo>
                <a:lnTo>
                  <a:pt x="418" y="322"/>
                </a:lnTo>
                <a:lnTo>
                  <a:pt x="422" y="321"/>
                </a:lnTo>
                <a:lnTo>
                  <a:pt x="425" y="320"/>
                </a:lnTo>
                <a:lnTo>
                  <a:pt x="428" y="320"/>
                </a:lnTo>
                <a:lnTo>
                  <a:pt x="431" y="318"/>
                </a:lnTo>
                <a:lnTo>
                  <a:pt x="435" y="318"/>
                </a:lnTo>
                <a:lnTo>
                  <a:pt x="439" y="316"/>
                </a:lnTo>
                <a:lnTo>
                  <a:pt x="442" y="314"/>
                </a:lnTo>
                <a:lnTo>
                  <a:pt x="446" y="312"/>
                </a:lnTo>
                <a:lnTo>
                  <a:pt x="450" y="310"/>
                </a:lnTo>
                <a:lnTo>
                  <a:pt x="454" y="308"/>
                </a:lnTo>
                <a:lnTo>
                  <a:pt x="457" y="307"/>
                </a:lnTo>
                <a:lnTo>
                  <a:pt x="461" y="306"/>
                </a:lnTo>
                <a:lnTo>
                  <a:pt x="464" y="306"/>
                </a:lnTo>
                <a:lnTo>
                  <a:pt x="468" y="306"/>
                </a:lnTo>
                <a:lnTo>
                  <a:pt x="478" y="299"/>
                </a:lnTo>
                <a:lnTo>
                  <a:pt x="487" y="293"/>
                </a:lnTo>
                <a:lnTo>
                  <a:pt x="498" y="286"/>
                </a:lnTo>
                <a:lnTo>
                  <a:pt x="507" y="279"/>
                </a:lnTo>
                <a:lnTo>
                  <a:pt x="508" y="279"/>
                </a:lnTo>
                <a:lnTo>
                  <a:pt x="510" y="278"/>
                </a:lnTo>
                <a:lnTo>
                  <a:pt x="511" y="278"/>
                </a:lnTo>
                <a:lnTo>
                  <a:pt x="514" y="278"/>
                </a:lnTo>
                <a:lnTo>
                  <a:pt x="519" y="278"/>
                </a:lnTo>
                <a:lnTo>
                  <a:pt x="523" y="278"/>
                </a:lnTo>
                <a:lnTo>
                  <a:pt x="534" y="279"/>
                </a:lnTo>
                <a:lnTo>
                  <a:pt x="543" y="279"/>
                </a:lnTo>
                <a:lnTo>
                  <a:pt x="543" y="281"/>
                </a:lnTo>
                <a:lnTo>
                  <a:pt x="544" y="282"/>
                </a:lnTo>
                <a:lnTo>
                  <a:pt x="546" y="283"/>
                </a:lnTo>
                <a:lnTo>
                  <a:pt x="547" y="285"/>
                </a:lnTo>
                <a:lnTo>
                  <a:pt x="551" y="287"/>
                </a:lnTo>
                <a:lnTo>
                  <a:pt x="554" y="289"/>
                </a:lnTo>
                <a:lnTo>
                  <a:pt x="554" y="292"/>
                </a:lnTo>
                <a:lnTo>
                  <a:pt x="554" y="296"/>
                </a:lnTo>
                <a:lnTo>
                  <a:pt x="550" y="298"/>
                </a:lnTo>
                <a:lnTo>
                  <a:pt x="546" y="302"/>
                </a:lnTo>
                <a:lnTo>
                  <a:pt x="542" y="305"/>
                </a:lnTo>
                <a:lnTo>
                  <a:pt x="538" y="308"/>
                </a:lnTo>
                <a:lnTo>
                  <a:pt x="533" y="309"/>
                </a:lnTo>
                <a:lnTo>
                  <a:pt x="528" y="310"/>
                </a:lnTo>
                <a:lnTo>
                  <a:pt x="524" y="311"/>
                </a:lnTo>
                <a:lnTo>
                  <a:pt x="519" y="312"/>
                </a:lnTo>
                <a:lnTo>
                  <a:pt x="516" y="314"/>
                </a:lnTo>
                <a:lnTo>
                  <a:pt x="513" y="315"/>
                </a:lnTo>
                <a:lnTo>
                  <a:pt x="511" y="318"/>
                </a:lnTo>
                <a:lnTo>
                  <a:pt x="508" y="319"/>
                </a:lnTo>
                <a:lnTo>
                  <a:pt x="504" y="319"/>
                </a:lnTo>
                <a:lnTo>
                  <a:pt x="501" y="319"/>
                </a:lnTo>
                <a:lnTo>
                  <a:pt x="495" y="322"/>
                </a:lnTo>
                <a:lnTo>
                  <a:pt x="488" y="324"/>
                </a:lnTo>
                <a:lnTo>
                  <a:pt x="481" y="327"/>
                </a:lnTo>
                <a:lnTo>
                  <a:pt x="475" y="329"/>
                </a:lnTo>
                <a:lnTo>
                  <a:pt x="472" y="329"/>
                </a:lnTo>
                <a:lnTo>
                  <a:pt x="470" y="329"/>
                </a:lnTo>
                <a:lnTo>
                  <a:pt x="467" y="329"/>
                </a:lnTo>
                <a:lnTo>
                  <a:pt x="464" y="329"/>
                </a:lnTo>
                <a:lnTo>
                  <a:pt x="454" y="334"/>
                </a:lnTo>
                <a:lnTo>
                  <a:pt x="443" y="341"/>
                </a:lnTo>
                <a:lnTo>
                  <a:pt x="431" y="346"/>
                </a:lnTo>
                <a:lnTo>
                  <a:pt x="420" y="351"/>
                </a:lnTo>
                <a:lnTo>
                  <a:pt x="411" y="354"/>
                </a:lnTo>
                <a:lnTo>
                  <a:pt x="402" y="357"/>
                </a:lnTo>
                <a:lnTo>
                  <a:pt x="392" y="359"/>
                </a:lnTo>
                <a:lnTo>
                  <a:pt x="383" y="362"/>
                </a:lnTo>
                <a:lnTo>
                  <a:pt x="378" y="363"/>
                </a:lnTo>
                <a:lnTo>
                  <a:pt x="374" y="365"/>
                </a:lnTo>
                <a:lnTo>
                  <a:pt x="370" y="367"/>
                </a:lnTo>
                <a:lnTo>
                  <a:pt x="365" y="368"/>
                </a:lnTo>
                <a:lnTo>
                  <a:pt x="362" y="371"/>
                </a:lnTo>
                <a:lnTo>
                  <a:pt x="358" y="373"/>
                </a:lnTo>
                <a:lnTo>
                  <a:pt x="355" y="375"/>
                </a:lnTo>
                <a:lnTo>
                  <a:pt x="352" y="379"/>
                </a:lnTo>
                <a:lnTo>
                  <a:pt x="351" y="382"/>
                </a:lnTo>
                <a:lnTo>
                  <a:pt x="349" y="385"/>
                </a:lnTo>
                <a:lnTo>
                  <a:pt x="347" y="390"/>
                </a:lnTo>
                <a:lnTo>
                  <a:pt x="346" y="395"/>
                </a:lnTo>
                <a:lnTo>
                  <a:pt x="344" y="405"/>
                </a:lnTo>
                <a:lnTo>
                  <a:pt x="343" y="416"/>
                </a:lnTo>
                <a:lnTo>
                  <a:pt x="343" y="427"/>
                </a:lnTo>
                <a:lnTo>
                  <a:pt x="341" y="439"/>
                </a:lnTo>
                <a:lnTo>
                  <a:pt x="340" y="444"/>
                </a:lnTo>
                <a:lnTo>
                  <a:pt x="339" y="449"/>
                </a:lnTo>
                <a:lnTo>
                  <a:pt x="339" y="453"/>
                </a:lnTo>
                <a:lnTo>
                  <a:pt x="337" y="457"/>
                </a:lnTo>
                <a:lnTo>
                  <a:pt x="337" y="461"/>
                </a:lnTo>
                <a:lnTo>
                  <a:pt x="337" y="465"/>
                </a:lnTo>
                <a:lnTo>
                  <a:pt x="337" y="469"/>
                </a:lnTo>
                <a:lnTo>
                  <a:pt x="336" y="473"/>
                </a:lnTo>
                <a:lnTo>
                  <a:pt x="339" y="476"/>
                </a:lnTo>
                <a:lnTo>
                  <a:pt x="340" y="479"/>
                </a:lnTo>
                <a:lnTo>
                  <a:pt x="346" y="479"/>
                </a:lnTo>
                <a:lnTo>
                  <a:pt x="353" y="479"/>
                </a:lnTo>
                <a:lnTo>
                  <a:pt x="362" y="477"/>
                </a:lnTo>
                <a:lnTo>
                  <a:pt x="371" y="476"/>
                </a:lnTo>
                <a:lnTo>
                  <a:pt x="379" y="475"/>
                </a:lnTo>
                <a:lnTo>
                  <a:pt x="387" y="475"/>
                </a:lnTo>
                <a:lnTo>
                  <a:pt x="390" y="475"/>
                </a:lnTo>
                <a:lnTo>
                  <a:pt x="393" y="475"/>
                </a:lnTo>
                <a:lnTo>
                  <a:pt x="395" y="476"/>
                </a:lnTo>
                <a:lnTo>
                  <a:pt x="397" y="477"/>
                </a:lnTo>
                <a:lnTo>
                  <a:pt x="401" y="480"/>
                </a:lnTo>
                <a:lnTo>
                  <a:pt x="405" y="483"/>
                </a:lnTo>
                <a:lnTo>
                  <a:pt x="410" y="487"/>
                </a:lnTo>
                <a:lnTo>
                  <a:pt x="415" y="490"/>
                </a:lnTo>
                <a:lnTo>
                  <a:pt x="415" y="493"/>
                </a:lnTo>
                <a:lnTo>
                  <a:pt x="415" y="495"/>
                </a:lnTo>
                <a:lnTo>
                  <a:pt x="415" y="497"/>
                </a:lnTo>
                <a:lnTo>
                  <a:pt x="414" y="499"/>
                </a:lnTo>
                <a:lnTo>
                  <a:pt x="413" y="502"/>
                </a:lnTo>
                <a:lnTo>
                  <a:pt x="412" y="503"/>
                </a:lnTo>
                <a:lnTo>
                  <a:pt x="411" y="506"/>
                </a:lnTo>
                <a:lnTo>
                  <a:pt x="410" y="507"/>
                </a:lnTo>
                <a:lnTo>
                  <a:pt x="407" y="511"/>
                </a:lnTo>
                <a:lnTo>
                  <a:pt x="404" y="513"/>
                </a:lnTo>
                <a:lnTo>
                  <a:pt x="401" y="516"/>
                </a:lnTo>
                <a:lnTo>
                  <a:pt x="397" y="519"/>
                </a:lnTo>
                <a:lnTo>
                  <a:pt x="381" y="527"/>
                </a:lnTo>
                <a:lnTo>
                  <a:pt x="367" y="535"/>
                </a:lnTo>
                <a:lnTo>
                  <a:pt x="361" y="535"/>
                </a:lnTo>
                <a:lnTo>
                  <a:pt x="357" y="535"/>
                </a:lnTo>
                <a:lnTo>
                  <a:pt x="351" y="538"/>
                </a:lnTo>
                <a:lnTo>
                  <a:pt x="345" y="541"/>
                </a:lnTo>
                <a:lnTo>
                  <a:pt x="342" y="543"/>
                </a:lnTo>
                <a:lnTo>
                  <a:pt x="339" y="544"/>
                </a:lnTo>
                <a:lnTo>
                  <a:pt x="337" y="547"/>
                </a:lnTo>
                <a:lnTo>
                  <a:pt x="335" y="549"/>
                </a:lnTo>
                <a:lnTo>
                  <a:pt x="334" y="551"/>
                </a:lnTo>
                <a:lnTo>
                  <a:pt x="334" y="553"/>
                </a:lnTo>
                <a:lnTo>
                  <a:pt x="333" y="555"/>
                </a:lnTo>
                <a:lnTo>
                  <a:pt x="334" y="557"/>
                </a:lnTo>
                <a:lnTo>
                  <a:pt x="335" y="561"/>
                </a:lnTo>
                <a:lnTo>
                  <a:pt x="335" y="566"/>
                </a:lnTo>
                <a:lnTo>
                  <a:pt x="337" y="571"/>
                </a:lnTo>
                <a:lnTo>
                  <a:pt x="337" y="575"/>
                </a:lnTo>
                <a:lnTo>
                  <a:pt x="337" y="578"/>
                </a:lnTo>
                <a:lnTo>
                  <a:pt x="337" y="581"/>
                </a:lnTo>
                <a:lnTo>
                  <a:pt x="337" y="583"/>
                </a:lnTo>
                <a:lnTo>
                  <a:pt x="336" y="586"/>
                </a:lnTo>
                <a:lnTo>
                  <a:pt x="335" y="589"/>
                </a:lnTo>
                <a:lnTo>
                  <a:pt x="335" y="591"/>
                </a:lnTo>
                <a:lnTo>
                  <a:pt x="335" y="595"/>
                </a:lnTo>
                <a:lnTo>
                  <a:pt x="335" y="597"/>
                </a:lnTo>
                <a:lnTo>
                  <a:pt x="335" y="603"/>
                </a:lnTo>
                <a:lnTo>
                  <a:pt x="335" y="609"/>
                </a:lnTo>
                <a:lnTo>
                  <a:pt x="338" y="621"/>
                </a:lnTo>
                <a:lnTo>
                  <a:pt x="340" y="631"/>
                </a:lnTo>
                <a:lnTo>
                  <a:pt x="341" y="635"/>
                </a:lnTo>
                <a:lnTo>
                  <a:pt x="342" y="641"/>
                </a:lnTo>
                <a:lnTo>
                  <a:pt x="343" y="648"/>
                </a:lnTo>
                <a:lnTo>
                  <a:pt x="343" y="655"/>
                </a:lnTo>
                <a:lnTo>
                  <a:pt x="343" y="671"/>
                </a:lnTo>
                <a:lnTo>
                  <a:pt x="343" y="680"/>
                </a:lnTo>
                <a:lnTo>
                  <a:pt x="342" y="683"/>
                </a:lnTo>
                <a:lnTo>
                  <a:pt x="342" y="687"/>
                </a:lnTo>
                <a:lnTo>
                  <a:pt x="341" y="690"/>
                </a:lnTo>
                <a:lnTo>
                  <a:pt x="340" y="693"/>
                </a:lnTo>
                <a:lnTo>
                  <a:pt x="343" y="699"/>
                </a:lnTo>
                <a:lnTo>
                  <a:pt x="343" y="704"/>
                </a:lnTo>
                <a:lnTo>
                  <a:pt x="344" y="707"/>
                </a:lnTo>
                <a:lnTo>
                  <a:pt x="344" y="710"/>
                </a:lnTo>
                <a:lnTo>
                  <a:pt x="343" y="713"/>
                </a:lnTo>
                <a:lnTo>
                  <a:pt x="343" y="716"/>
                </a:lnTo>
                <a:lnTo>
                  <a:pt x="342" y="721"/>
                </a:lnTo>
                <a:lnTo>
                  <a:pt x="342" y="726"/>
                </a:lnTo>
                <a:lnTo>
                  <a:pt x="342" y="730"/>
                </a:lnTo>
                <a:lnTo>
                  <a:pt x="342" y="735"/>
                </a:lnTo>
                <a:lnTo>
                  <a:pt x="342" y="743"/>
                </a:lnTo>
                <a:lnTo>
                  <a:pt x="342" y="750"/>
                </a:lnTo>
                <a:lnTo>
                  <a:pt x="341" y="753"/>
                </a:lnTo>
                <a:lnTo>
                  <a:pt x="340" y="755"/>
                </a:lnTo>
                <a:lnTo>
                  <a:pt x="339" y="757"/>
                </a:lnTo>
                <a:lnTo>
                  <a:pt x="339" y="758"/>
                </a:lnTo>
                <a:lnTo>
                  <a:pt x="338" y="759"/>
                </a:lnTo>
                <a:lnTo>
                  <a:pt x="337" y="759"/>
                </a:lnTo>
                <a:lnTo>
                  <a:pt x="335" y="760"/>
                </a:lnTo>
                <a:lnTo>
                  <a:pt x="334" y="761"/>
                </a:lnTo>
                <a:lnTo>
                  <a:pt x="332" y="762"/>
                </a:lnTo>
                <a:lnTo>
                  <a:pt x="330" y="762"/>
                </a:lnTo>
                <a:lnTo>
                  <a:pt x="326" y="763"/>
                </a:lnTo>
                <a:lnTo>
                  <a:pt x="319" y="763"/>
                </a:lnTo>
                <a:lnTo>
                  <a:pt x="315" y="757"/>
                </a:lnTo>
                <a:lnTo>
                  <a:pt x="312" y="751"/>
                </a:lnTo>
                <a:lnTo>
                  <a:pt x="309" y="744"/>
                </a:lnTo>
                <a:lnTo>
                  <a:pt x="306" y="736"/>
                </a:lnTo>
                <a:lnTo>
                  <a:pt x="302" y="736"/>
                </a:lnTo>
                <a:lnTo>
                  <a:pt x="299" y="736"/>
                </a:lnTo>
                <a:lnTo>
                  <a:pt x="296" y="737"/>
                </a:lnTo>
                <a:lnTo>
                  <a:pt x="292" y="737"/>
                </a:lnTo>
                <a:lnTo>
                  <a:pt x="290" y="734"/>
                </a:lnTo>
                <a:lnTo>
                  <a:pt x="290" y="730"/>
                </a:lnTo>
                <a:lnTo>
                  <a:pt x="288" y="726"/>
                </a:lnTo>
                <a:lnTo>
                  <a:pt x="287" y="723"/>
                </a:lnTo>
                <a:lnTo>
                  <a:pt x="281" y="716"/>
                </a:lnTo>
                <a:lnTo>
                  <a:pt x="276" y="711"/>
                </a:lnTo>
                <a:lnTo>
                  <a:pt x="275" y="709"/>
                </a:lnTo>
                <a:lnTo>
                  <a:pt x="274" y="707"/>
                </a:lnTo>
                <a:lnTo>
                  <a:pt x="274" y="705"/>
                </a:lnTo>
                <a:lnTo>
                  <a:pt x="273" y="703"/>
                </a:lnTo>
                <a:lnTo>
                  <a:pt x="272" y="700"/>
                </a:lnTo>
                <a:lnTo>
                  <a:pt x="272" y="697"/>
                </a:lnTo>
                <a:lnTo>
                  <a:pt x="272" y="694"/>
                </a:lnTo>
                <a:lnTo>
                  <a:pt x="271" y="690"/>
                </a:lnTo>
                <a:lnTo>
                  <a:pt x="275" y="688"/>
                </a:lnTo>
                <a:lnTo>
                  <a:pt x="278" y="686"/>
                </a:lnTo>
                <a:lnTo>
                  <a:pt x="281" y="684"/>
                </a:lnTo>
                <a:lnTo>
                  <a:pt x="283" y="682"/>
                </a:lnTo>
                <a:lnTo>
                  <a:pt x="286" y="679"/>
                </a:lnTo>
                <a:lnTo>
                  <a:pt x="288" y="676"/>
                </a:lnTo>
                <a:lnTo>
                  <a:pt x="290" y="673"/>
                </a:lnTo>
                <a:lnTo>
                  <a:pt x="292" y="670"/>
                </a:lnTo>
                <a:lnTo>
                  <a:pt x="294" y="667"/>
                </a:lnTo>
                <a:lnTo>
                  <a:pt x="295" y="663"/>
                </a:lnTo>
                <a:lnTo>
                  <a:pt x="296" y="659"/>
                </a:lnTo>
                <a:lnTo>
                  <a:pt x="298" y="656"/>
                </a:lnTo>
                <a:lnTo>
                  <a:pt x="299" y="648"/>
                </a:lnTo>
                <a:lnTo>
                  <a:pt x="301" y="640"/>
                </a:lnTo>
                <a:lnTo>
                  <a:pt x="302" y="632"/>
                </a:lnTo>
                <a:lnTo>
                  <a:pt x="302" y="623"/>
                </a:lnTo>
                <a:lnTo>
                  <a:pt x="302" y="615"/>
                </a:lnTo>
                <a:lnTo>
                  <a:pt x="302" y="606"/>
                </a:lnTo>
                <a:lnTo>
                  <a:pt x="301" y="589"/>
                </a:lnTo>
                <a:lnTo>
                  <a:pt x="299" y="572"/>
                </a:lnTo>
                <a:lnTo>
                  <a:pt x="298" y="571"/>
                </a:lnTo>
                <a:lnTo>
                  <a:pt x="296" y="571"/>
                </a:lnTo>
                <a:lnTo>
                  <a:pt x="295" y="571"/>
                </a:lnTo>
                <a:lnTo>
                  <a:pt x="292" y="570"/>
                </a:lnTo>
                <a:lnTo>
                  <a:pt x="290" y="569"/>
                </a:lnTo>
                <a:lnTo>
                  <a:pt x="289" y="569"/>
                </a:lnTo>
                <a:lnTo>
                  <a:pt x="287" y="569"/>
                </a:lnTo>
                <a:lnTo>
                  <a:pt x="286" y="569"/>
                </a:lnTo>
                <a:lnTo>
                  <a:pt x="283" y="569"/>
                </a:lnTo>
                <a:lnTo>
                  <a:pt x="282" y="569"/>
                </a:lnTo>
                <a:lnTo>
                  <a:pt x="280" y="570"/>
                </a:lnTo>
                <a:lnTo>
                  <a:pt x="278" y="571"/>
                </a:lnTo>
                <a:lnTo>
                  <a:pt x="274" y="572"/>
                </a:lnTo>
                <a:lnTo>
                  <a:pt x="270" y="575"/>
                </a:lnTo>
                <a:lnTo>
                  <a:pt x="266" y="578"/>
                </a:lnTo>
                <a:lnTo>
                  <a:pt x="262" y="581"/>
                </a:lnTo>
                <a:lnTo>
                  <a:pt x="259" y="584"/>
                </a:lnTo>
                <a:lnTo>
                  <a:pt x="256" y="588"/>
                </a:lnTo>
                <a:lnTo>
                  <a:pt x="253" y="591"/>
                </a:lnTo>
                <a:lnTo>
                  <a:pt x="250" y="595"/>
                </a:lnTo>
                <a:lnTo>
                  <a:pt x="247" y="599"/>
                </a:lnTo>
                <a:lnTo>
                  <a:pt x="246" y="602"/>
                </a:lnTo>
                <a:lnTo>
                  <a:pt x="244" y="604"/>
                </a:lnTo>
                <a:lnTo>
                  <a:pt x="243" y="607"/>
                </a:lnTo>
                <a:lnTo>
                  <a:pt x="238" y="607"/>
                </a:lnTo>
                <a:lnTo>
                  <a:pt x="234" y="607"/>
                </a:lnTo>
                <a:lnTo>
                  <a:pt x="229" y="607"/>
                </a:lnTo>
                <a:lnTo>
                  <a:pt x="225" y="607"/>
                </a:lnTo>
                <a:lnTo>
                  <a:pt x="216" y="606"/>
                </a:lnTo>
                <a:lnTo>
                  <a:pt x="206" y="605"/>
                </a:lnTo>
                <a:lnTo>
                  <a:pt x="206" y="602"/>
                </a:lnTo>
                <a:lnTo>
                  <a:pt x="204" y="599"/>
                </a:lnTo>
                <a:lnTo>
                  <a:pt x="202" y="597"/>
                </a:lnTo>
                <a:lnTo>
                  <a:pt x="200" y="595"/>
                </a:lnTo>
                <a:lnTo>
                  <a:pt x="196" y="591"/>
                </a:lnTo>
                <a:lnTo>
                  <a:pt x="192" y="587"/>
                </a:lnTo>
                <a:lnTo>
                  <a:pt x="192" y="583"/>
                </a:lnTo>
                <a:lnTo>
                  <a:pt x="193" y="579"/>
                </a:lnTo>
                <a:lnTo>
                  <a:pt x="194" y="575"/>
                </a:lnTo>
                <a:lnTo>
                  <a:pt x="194" y="571"/>
                </a:lnTo>
                <a:lnTo>
                  <a:pt x="196" y="568"/>
                </a:lnTo>
                <a:lnTo>
                  <a:pt x="198" y="565"/>
                </a:lnTo>
                <a:lnTo>
                  <a:pt x="200" y="562"/>
                </a:lnTo>
                <a:lnTo>
                  <a:pt x="202" y="559"/>
                </a:lnTo>
                <a:lnTo>
                  <a:pt x="205" y="556"/>
                </a:lnTo>
                <a:lnTo>
                  <a:pt x="207" y="554"/>
                </a:lnTo>
                <a:lnTo>
                  <a:pt x="210" y="551"/>
                </a:lnTo>
                <a:lnTo>
                  <a:pt x="214" y="548"/>
                </a:lnTo>
                <a:lnTo>
                  <a:pt x="220" y="544"/>
                </a:lnTo>
                <a:lnTo>
                  <a:pt x="226" y="539"/>
                </a:lnTo>
                <a:lnTo>
                  <a:pt x="234" y="535"/>
                </a:lnTo>
                <a:lnTo>
                  <a:pt x="242" y="532"/>
                </a:lnTo>
                <a:lnTo>
                  <a:pt x="249" y="529"/>
                </a:lnTo>
                <a:lnTo>
                  <a:pt x="257" y="526"/>
                </a:lnTo>
                <a:lnTo>
                  <a:pt x="264" y="522"/>
                </a:lnTo>
                <a:lnTo>
                  <a:pt x="270" y="519"/>
                </a:lnTo>
                <a:lnTo>
                  <a:pt x="277" y="515"/>
                </a:lnTo>
                <a:lnTo>
                  <a:pt x="282" y="511"/>
                </a:lnTo>
                <a:lnTo>
                  <a:pt x="286" y="509"/>
                </a:lnTo>
                <a:lnTo>
                  <a:pt x="290" y="507"/>
                </a:lnTo>
                <a:lnTo>
                  <a:pt x="294" y="507"/>
                </a:lnTo>
                <a:lnTo>
                  <a:pt x="297" y="506"/>
                </a:lnTo>
                <a:lnTo>
                  <a:pt x="300" y="503"/>
                </a:lnTo>
                <a:lnTo>
                  <a:pt x="303" y="502"/>
                </a:lnTo>
                <a:lnTo>
                  <a:pt x="304" y="501"/>
                </a:lnTo>
                <a:lnTo>
                  <a:pt x="306" y="499"/>
                </a:lnTo>
                <a:lnTo>
                  <a:pt x="306" y="498"/>
                </a:lnTo>
                <a:lnTo>
                  <a:pt x="308" y="495"/>
                </a:lnTo>
                <a:lnTo>
                  <a:pt x="307" y="491"/>
                </a:lnTo>
                <a:lnTo>
                  <a:pt x="307" y="485"/>
                </a:lnTo>
                <a:lnTo>
                  <a:pt x="307" y="479"/>
                </a:lnTo>
                <a:lnTo>
                  <a:pt x="307" y="475"/>
                </a:lnTo>
                <a:lnTo>
                  <a:pt x="309" y="465"/>
                </a:lnTo>
                <a:lnTo>
                  <a:pt x="310" y="453"/>
                </a:lnTo>
                <a:lnTo>
                  <a:pt x="312" y="447"/>
                </a:lnTo>
                <a:lnTo>
                  <a:pt x="312" y="439"/>
                </a:lnTo>
                <a:lnTo>
                  <a:pt x="313" y="433"/>
                </a:lnTo>
                <a:lnTo>
                  <a:pt x="314" y="426"/>
                </a:lnTo>
                <a:lnTo>
                  <a:pt x="314" y="419"/>
                </a:lnTo>
                <a:lnTo>
                  <a:pt x="314" y="413"/>
                </a:lnTo>
                <a:lnTo>
                  <a:pt x="313" y="407"/>
                </a:lnTo>
                <a:lnTo>
                  <a:pt x="312" y="403"/>
                </a:lnTo>
                <a:lnTo>
                  <a:pt x="311" y="400"/>
                </a:lnTo>
                <a:lnTo>
                  <a:pt x="310" y="398"/>
                </a:lnTo>
                <a:lnTo>
                  <a:pt x="309" y="396"/>
                </a:lnTo>
                <a:lnTo>
                  <a:pt x="308" y="395"/>
                </a:lnTo>
                <a:lnTo>
                  <a:pt x="307" y="394"/>
                </a:lnTo>
                <a:lnTo>
                  <a:pt x="305" y="392"/>
                </a:lnTo>
                <a:lnTo>
                  <a:pt x="304" y="392"/>
                </a:lnTo>
                <a:lnTo>
                  <a:pt x="302" y="391"/>
                </a:lnTo>
                <a:lnTo>
                  <a:pt x="301" y="392"/>
                </a:lnTo>
                <a:lnTo>
                  <a:pt x="299" y="393"/>
                </a:lnTo>
                <a:lnTo>
                  <a:pt x="298" y="393"/>
                </a:lnTo>
                <a:lnTo>
                  <a:pt x="296" y="393"/>
                </a:lnTo>
                <a:lnTo>
                  <a:pt x="294" y="393"/>
                </a:lnTo>
                <a:lnTo>
                  <a:pt x="293" y="393"/>
                </a:lnTo>
                <a:lnTo>
                  <a:pt x="291" y="393"/>
                </a:lnTo>
                <a:lnTo>
                  <a:pt x="290" y="394"/>
                </a:lnTo>
                <a:lnTo>
                  <a:pt x="283" y="398"/>
                </a:lnTo>
                <a:lnTo>
                  <a:pt x="278" y="402"/>
                </a:lnTo>
                <a:lnTo>
                  <a:pt x="272" y="406"/>
                </a:lnTo>
                <a:lnTo>
                  <a:pt x="266" y="410"/>
                </a:lnTo>
                <a:lnTo>
                  <a:pt x="262" y="410"/>
                </a:lnTo>
                <a:lnTo>
                  <a:pt x="257" y="410"/>
                </a:lnTo>
                <a:lnTo>
                  <a:pt x="255" y="411"/>
                </a:lnTo>
                <a:lnTo>
                  <a:pt x="254" y="411"/>
                </a:lnTo>
                <a:lnTo>
                  <a:pt x="253" y="413"/>
                </a:lnTo>
                <a:lnTo>
                  <a:pt x="252" y="415"/>
                </a:lnTo>
                <a:lnTo>
                  <a:pt x="250" y="417"/>
                </a:lnTo>
                <a:lnTo>
                  <a:pt x="248" y="419"/>
                </a:lnTo>
                <a:lnTo>
                  <a:pt x="246" y="420"/>
                </a:lnTo>
                <a:lnTo>
                  <a:pt x="244" y="422"/>
                </a:lnTo>
                <a:lnTo>
                  <a:pt x="242" y="423"/>
                </a:lnTo>
                <a:lnTo>
                  <a:pt x="239" y="423"/>
                </a:lnTo>
                <a:lnTo>
                  <a:pt x="237" y="424"/>
                </a:lnTo>
                <a:lnTo>
                  <a:pt x="234" y="424"/>
                </a:lnTo>
                <a:lnTo>
                  <a:pt x="232" y="426"/>
                </a:lnTo>
                <a:lnTo>
                  <a:pt x="230" y="427"/>
                </a:lnTo>
                <a:lnTo>
                  <a:pt x="227" y="430"/>
                </a:lnTo>
                <a:lnTo>
                  <a:pt x="225" y="433"/>
                </a:lnTo>
                <a:lnTo>
                  <a:pt x="222" y="435"/>
                </a:lnTo>
                <a:lnTo>
                  <a:pt x="218" y="435"/>
                </a:lnTo>
                <a:lnTo>
                  <a:pt x="216" y="435"/>
                </a:lnTo>
                <a:lnTo>
                  <a:pt x="214" y="436"/>
                </a:lnTo>
                <a:lnTo>
                  <a:pt x="213" y="437"/>
                </a:lnTo>
                <a:lnTo>
                  <a:pt x="211" y="437"/>
                </a:lnTo>
                <a:lnTo>
                  <a:pt x="202" y="444"/>
                </a:lnTo>
                <a:lnTo>
                  <a:pt x="192" y="452"/>
                </a:lnTo>
                <a:lnTo>
                  <a:pt x="183" y="460"/>
                </a:lnTo>
                <a:lnTo>
                  <a:pt x="174" y="468"/>
                </a:lnTo>
                <a:lnTo>
                  <a:pt x="171" y="468"/>
                </a:lnTo>
                <a:lnTo>
                  <a:pt x="169" y="468"/>
                </a:lnTo>
                <a:lnTo>
                  <a:pt x="163" y="472"/>
                </a:lnTo>
                <a:lnTo>
                  <a:pt x="155" y="479"/>
                </a:lnTo>
                <a:lnTo>
                  <a:pt x="146" y="486"/>
                </a:lnTo>
                <a:lnTo>
                  <a:pt x="141" y="491"/>
                </a:lnTo>
                <a:lnTo>
                  <a:pt x="140" y="492"/>
                </a:lnTo>
                <a:lnTo>
                  <a:pt x="139" y="494"/>
                </a:lnTo>
                <a:lnTo>
                  <a:pt x="138" y="496"/>
                </a:lnTo>
                <a:lnTo>
                  <a:pt x="138" y="498"/>
                </a:lnTo>
                <a:lnTo>
                  <a:pt x="137" y="500"/>
                </a:lnTo>
                <a:lnTo>
                  <a:pt x="136" y="502"/>
                </a:lnTo>
                <a:lnTo>
                  <a:pt x="136" y="504"/>
                </a:lnTo>
                <a:lnTo>
                  <a:pt x="134" y="506"/>
                </a:lnTo>
                <a:lnTo>
                  <a:pt x="131" y="511"/>
                </a:lnTo>
                <a:lnTo>
                  <a:pt x="127" y="515"/>
                </a:lnTo>
                <a:lnTo>
                  <a:pt x="124" y="519"/>
                </a:lnTo>
                <a:lnTo>
                  <a:pt x="120" y="524"/>
                </a:lnTo>
                <a:lnTo>
                  <a:pt x="116" y="528"/>
                </a:lnTo>
                <a:lnTo>
                  <a:pt x="111" y="531"/>
                </a:lnTo>
                <a:lnTo>
                  <a:pt x="106" y="535"/>
                </a:lnTo>
                <a:lnTo>
                  <a:pt x="102" y="539"/>
                </a:lnTo>
                <a:lnTo>
                  <a:pt x="99" y="541"/>
                </a:lnTo>
                <a:lnTo>
                  <a:pt x="96" y="543"/>
                </a:lnTo>
                <a:lnTo>
                  <a:pt x="93" y="543"/>
                </a:lnTo>
                <a:lnTo>
                  <a:pt x="90" y="544"/>
                </a:lnTo>
                <a:lnTo>
                  <a:pt x="82" y="546"/>
                </a:lnTo>
                <a:lnTo>
                  <a:pt x="75" y="547"/>
                </a:lnTo>
                <a:lnTo>
                  <a:pt x="67" y="547"/>
                </a:lnTo>
                <a:lnTo>
                  <a:pt x="60" y="548"/>
                </a:lnTo>
                <a:lnTo>
                  <a:pt x="58" y="549"/>
                </a:lnTo>
                <a:lnTo>
                  <a:pt x="54" y="550"/>
                </a:lnTo>
                <a:lnTo>
                  <a:pt x="52" y="551"/>
                </a:lnTo>
                <a:lnTo>
                  <a:pt x="50" y="552"/>
                </a:lnTo>
                <a:lnTo>
                  <a:pt x="50" y="555"/>
                </a:lnTo>
                <a:lnTo>
                  <a:pt x="49" y="559"/>
                </a:lnTo>
                <a:lnTo>
                  <a:pt x="44" y="559"/>
                </a:lnTo>
                <a:lnTo>
                  <a:pt x="39" y="559"/>
                </a:lnTo>
                <a:lnTo>
                  <a:pt x="34" y="559"/>
                </a:lnTo>
                <a:lnTo>
                  <a:pt x="28" y="558"/>
                </a:lnTo>
                <a:lnTo>
                  <a:pt x="22" y="556"/>
                </a:lnTo>
                <a:lnTo>
                  <a:pt x="18" y="554"/>
                </a:lnTo>
                <a:lnTo>
                  <a:pt x="16" y="553"/>
                </a:lnTo>
                <a:lnTo>
                  <a:pt x="14" y="551"/>
                </a:lnTo>
                <a:lnTo>
                  <a:pt x="13" y="550"/>
                </a:lnTo>
                <a:lnTo>
                  <a:pt x="12" y="549"/>
                </a:lnTo>
                <a:lnTo>
                  <a:pt x="10" y="547"/>
                </a:lnTo>
                <a:lnTo>
                  <a:pt x="9" y="545"/>
                </a:lnTo>
                <a:lnTo>
                  <a:pt x="7" y="541"/>
                </a:lnTo>
                <a:lnTo>
                  <a:pt x="5" y="537"/>
                </a:lnTo>
                <a:lnTo>
                  <a:pt x="3" y="533"/>
                </a:lnTo>
                <a:lnTo>
                  <a:pt x="2" y="529"/>
                </a:lnTo>
                <a:lnTo>
                  <a:pt x="1" y="526"/>
                </a:lnTo>
                <a:lnTo>
                  <a:pt x="0" y="523"/>
                </a:lnTo>
                <a:lnTo>
                  <a:pt x="3" y="522"/>
                </a:lnTo>
                <a:lnTo>
                  <a:pt x="6" y="520"/>
                </a:lnTo>
                <a:lnTo>
                  <a:pt x="9" y="518"/>
                </a:lnTo>
                <a:lnTo>
                  <a:pt x="12" y="516"/>
                </a:lnTo>
                <a:lnTo>
                  <a:pt x="16" y="516"/>
                </a:lnTo>
                <a:lnTo>
                  <a:pt x="21" y="516"/>
                </a:lnTo>
                <a:lnTo>
                  <a:pt x="22" y="515"/>
                </a:lnTo>
                <a:lnTo>
                  <a:pt x="23" y="514"/>
                </a:lnTo>
                <a:lnTo>
                  <a:pt x="25" y="512"/>
                </a:lnTo>
                <a:lnTo>
                  <a:pt x="26" y="511"/>
                </a:lnTo>
                <a:lnTo>
                  <a:pt x="26" y="509"/>
                </a:lnTo>
                <a:lnTo>
                  <a:pt x="27" y="507"/>
                </a:lnTo>
                <a:lnTo>
                  <a:pt x="29" y="506"/>
                </a:lnTo>
                <a:lnTo>
                  <a:pt x="30" y="505"/>
                </a:lnTo>
                <a:lnTo>
                  <a:pt x="34" y="505"/>
                </a:lnTo>
                <a:lnTo>
                  <a:pt x="37" y="505"/>
                </a:lnTo>
                <a:lnTo>
                  <a:pt x="38" y="503"/>
                </a:lnTo>
                <a:lnTo>
                  <a:pt x="39" y="500"/>
                </a:lnTo>
                <a:lnTo>
                  <a:pt x="41" y="499"/>
                </a:lnTo>
                <a:lnTo>
                  <a:pt x="42" y="499"/>
                </a:lnTo>
                <a:lnTo>
                  <a:pt x="44" y="499"/>
                </a:lnTo>
                <a:lnTo>
                  <a:pt x="46" y="499"/>
                </a:lnTo>
                <a:lnTo>
                  <a:pt x="48" y="499"/>
                </a:lnTo>
                <a:lnTo>
                  <a:pt x="50" y="499"/>
                </a:lnTo>
                <a:lnTo>
                  <a:pt x="51" y="499"/>
                </a:lnTo>
                <a:lnTo>
                  <a:pt x="53" y="498"/>
                </a:lnTo>
                <a:lnTo>
                  <a:pt x="55" y="495"/>
                </a:lnTo>
                <a:lnTo>
                  <a:pt x="58" y="491"/>
                </a:lnTo>
                <a:lnTo>
                  <a:pt x="58" y="490"/>
                </a:lnTo>
                <a:lnTo>
                  <a:pt x="60" y="489"/>
                </a:lnTo>
                <a:lnTo>
                  <a:pt x="62" y="488"/>
                </a:lnTo>
                <a:lnTo>
                  <a:pt x="63" y="488"/>
                </a:lnTo>
                <a:lnTo>
                  <a:pt x="66" y="487"/>
                </a:lnTo>
                <a:lnTo>
                  <a:pt x="70" y="487"/>
                </a:lnTo>
                <a:lnTo>
                  <a:pt x="74" y="487"/>
                </a:lnTo>
                <a:lnTo>
                  <a:pt x="78" y="486"/>
                </a:lnTo>
                <a:lnTo>
                  <a:pt x="81" y="485"/>
                </a:lnTo>
                <a:lnTo>
                  <a:pt x="84" y="484"/>
                </a:lnTo>
                <a:lnTo>
                  <a:pt x="86" y="482"/>
                </a:lnTo>
                <a:lnTo>
                  <a:pt x="89" y="479"/>
                </a:lnTo>
                <a:lnTo>
                  <a:pt x="92" y="476"/>
                </a:lnTo>
                <a:lnTo>
                  <a:pt x="94" y="475"/>
                </a:lnTo>
                <a:lnTo>
                  <a:pt x="97" y="474"/>
                </a:lnTo>
                <a:lnTo>
                  <a:pt x="99" y="473"/>
                </a:lnTo>
                <a:lnTo>
                  <a:pt x="102" y="472"/>
                </a:lnTo>
                <a:lnTo>
                  <a:pt x="105" y="471"/>
                </a:lnTo>
                <a:lnTo>
                  <a:pt x="108" y="471"/>
                </a:lnTo>
                <a:lnTo>
                  <a:pt x="111" y="471"/>
                </a:lnTo>
                <a:lnTo>
                  <a:pt x="114" y="469"/>
                </a:lnTo>
                <a:lnTo>
                  <a:pt x="116" y="468"/>
                </a:lnTo>
                <a:lnTo>
                  <a:pt x="117" y="466"/>
                </a:lnTo>
                <a:lnTo>
                  <a:pt x="118" y="463"/>
                </a:lnTo>
                <a:lnTo>
                  <a:pt x="122" y="462"/>
                </a:lnTo>
                <a:lnTo>
                  <a:pt x="126" y="461"/>
                </a:lnTo>
                <a:lnTo>
                  <a:pt x="130" y="459"/>
                </a:lnTo>
                <a:lnTo>
                  <a:pt x="134" y="459"/>
                </a:lnTo>
                <a:lnTo>
                  <a:pt x="138" y="457"/>
                </a:lnTo>
                <a:lnTo>
                  <a:pt x="141" y="455"/>
                </a:lnTo>
                <a:lnTo>
                  <a:pt x="144" y="453"/>
                </a:lnTo>
                <a:lnTo>
                  <a:pt x="146" y="451"/>
                </a:lnTo>
                <a:lnTo>
                  <a:pt x="152" y="447"/>
                </a:lnTo>
                <a:lnTo>
                  <a:pt x="158" y="443"/>
                </a:lnTo>
                <a:lnTo>
                  <a:pt x="160" y="442"/>
                </a:lnTo>
                <a:lnTo>
                  <a:pt x="162" y="441"/>
                </a:lnTo>
                <a:lnTo>
                  <a:pt x="164" y="441"/>
                </a:lnTo>
                <a:lnTo>
                  <a:pt x="166" y="441"/>
                </a:lnTo>
                <a:lnTo>
                  <a:pt x="168" y="441"/>
                </a:lnTo>
                <a:lnTo>
                  <a:pt x="170" y="441"/>
                </a:lnTo>
                <a:lnTo>
                  <a:pt x="171" y="440"/>
                </a:lnTo>
                <a:lnTo>
                  <a:pt x="174" y="439"/>
                </a:lnTo>
                <a:lnTo>
                  <a:pt x="175" y="435"/>
                </a:lnTo>
                <a:lnTo>
                  <a:pt x="178" y="431"/>
                </a:lnTo>
                <a:lnTo>
                  <a:pt x="179" y="430"/>
                </a:lnTo>
                <a:lnTo>
                  <a:pt x="181" y="430"/>
                </a:lnTo>
                <a:lnTo>
                  <a:pt x="182" y="429"/>
                </a:lnTo>
                <a:lnTo>
                  <a:pt x="183" y="429"/>
                </a:lnTo>
                <a:lnTo>
                  <a:pt x="186" y="428"/>
                </a:lnTo>
                <a:lnTo>
                  <a:pt x="189" y="427"/>
                </a:lnTo>
                <a:lnTo>
                  <a:pt x="196" y="423"/>
                </a:lnTo>
                <a:lnTo>
                  <a:pt x="203" y="417"/>
                </a:lnTo>
                <a:lnTo>
                  <a:pt x="206" y="415"/>
                </a:lnTo>
                <a:lnTo>
                  <a:pt x="210" y="411"/>
                </a:lnTo>
                <a:lnTo>
                  <a:pt x="214" y="409"/>
                </a:lnTo>
                <a:lnTo>
                  <a:pt x="217" y="407"/>
                </a:lnTo>
                <a:lnTo>
                  <a:pt x="226" y="403"/>
                </a:lnTo>
                <a:lnTo>
                  <a:pt x="234" y="400"/>
                </a:lnTo>
                <a:lnTo>
                  <a:pt x="242" y="397"/>
                </a:lnTo>
                <a:lnTo>
                  <a:pt x="251" y="395"/>
                </a:lnTo>
                <a:lnTo>
                  <a:pt x="260" y="391"/>
                </a:lnTo>
                <a:lnTo>
                  <a:pt x="268" y="387"/>
                </a:lnTo>
                <a:lnTo>
                  <a:pt x="276" y="383"/>
                </a:lnTo>
                <a:lnTo>
                  <a:pt x="285" y="379"/>
                </a:lnTo>
                <a:lnTo>
                  <a:pt x="287" y="378"/>
                </a:lnTo>
                <a:lnTo>
                  <a:pt x="290" y="377"/>
                </a:lnTo>
                <a:lnTo>
                  <a:pt x="294" y="376"/>
                </a:lnTo>
                <a:lnTo>
                  <a:pt x="298" y="375"/>
                </a:lnTo>
                <a:lnTo>
                  <a:pt x="302" y="374"/>
                </a:lnTo>
                <a:lnTo>
                  <a:pt x="306" y="372"/>
                </a:lnTo>
                <a:lnTo>
                  <a:pt x="307" y="371"/>
                </a:lnTo>
                <a:lnTo>
                  <a:pt x="309" y="371"/>
                </a:lnTo>
                <a:lnTo>
                  <a:pt x="310" y="370"/>
                </a:lnTo>
                <a:lnTo>
                  <a:pt x="310" y="368"/>
                </a:lnTo>
                <a:lnTo>
                  <a:pt x="312" y="367"/>
                </a:lnTo>
                <a:lnTo>
                  <a:pt x="313" y="367"/>
                </a:lnTo>
                <a:lnTo>
                  <a:pt x="314" y="366"/>
                </a:lnTo>
                <a:lnTo>
                  <a:pt x="314" y="365"/>
                </a:lnTo>
                <a:lnTo>
                  <a:pt x="315" y="362"/>
                </a:lnTo>
                <a:lnTo>
                  <a:pt x="316" y="361"/>
                </a:lnTo>
                <a:lnTo>
                  <a:pt x="316" y="358"/>
                </a:lnTo>
                <a:lnTo>
                  <a:pt x="316" y="355"/>
                </a:lnTo>
                <a:lnTo>
                  <a:pt x="316" y="352"/>
                </a:lnTo>
                <a:lnTo>
                  <a:pt x="318" y="350"/>
                </a:lnTo>
                <a:lnTo>
                  <a:pt x="319" y="344"/>
                </a:lnTo>
                <a:lnTo>
                  <a:pt x="322" y="335"/>
                </a:lnTo>
                <a:lnTo>
                  <a:pt x="325" y="324"/>
                </a:lnTo>
                <a:lnTo>
                  <a:pt x="328" y="311"/>
                </a:lnTo>
                <a:lnTo>
                  <a:pt x="330" y="299"/>
                </a:lnTo>
                <a:lnTo>
                  <a:pt x="333" y="288"/>
                </a:lnTo>
                <a:lnTo>
                  <a:pt x="334" y="283"/>
                </a:lnTo>
                <a:lnTo>
                  <a:pt x="334" y="279"/>
                </a:lnTo>
                <a:lnTo>
                  <a:pt x="334" y="276"/>
                </a:lnTo>
                <a:lnTo>
                  <a:pt x="333" y="274"/>
                </a:lnTo>
                <a:lnTo>
                  <a:pt x="330" y="271"/>
                </a:lnTo>
                <a:lnTo>
                  <a:pt x="327" y="270"/>
                </a:lnTo>
                <a:lnTo>
                  <a:pt x="320" y="270"/>
                </a:lnTo>
                <a:lnTo>
                  <a:pt x="314" y="272"/>
                </a:lnTo>
                <a:lnTo>
                  <a:pt x="309" y="274"/>
                </a:lnTo>
                <a:lnTo>
                  <a:pt x="304" y="276"/>
                </a:lnTo>
                <a:lnTo>
                  <a:pt x="300" y="278"/>
                </a:lnTo>
                <a:lnTo>
                  <a:pt x="297" y="281"/>
                </a:lnTo>
                <a:lnTo>
                  <a:pt x="294" y="283"/>
                </a:lnTo>
                <a:lnTo>
                  <a:pt x="291" y="286"/>
                </a:lnTo>
                <a:lnTo>
                  <a:pt x="287" y="292"/>
                </a:lnTo>
                <a:lnTo>
                  <a:pt x="282" y="300"/>
                </a:lnTo>
                <a:lnTo>
                  <a:pt x="281" y="304"/>
                </a:lnTo>
                <a:lnTo>
                  <a:pt x="278" y="308"/>
                </a:lnTo>
                <a:lnTo>
                  <a:pt x="275" y="313"/>
                </a:lnTo>
                <a:lnTo>
                  <a:pt x="271" y="318"/>
                </a:lnTo>
                <a:lnTo>
                  <a:pt x="270" y="318"/>
                </a:lnTo>
                <a:lnTo>
                  <a:pt x="267" y="316"/>
                </a:lnTo>
                <a:lnTo>
                  <a:pt x="266" y="315"/>
                </a:lnTo>
                <a:lnTo>
                  <a:pt x="264" y="314"/>
                </a:lnTo>
                <a:lnTo>
                  <a:pt x="262" y="313"/>
                </a:lnTo>
                <a:lnTo>
                  <a:pt x="259" y="311"/>
                </a:lnTo>
                <a:lnTo>
                  <a:pt x="254" y="311"/>
                </a:lnTo>
                <a:lnTo>
                  <a:pt x="249" y="311"/>
                </a:lnTo>
                <a:lnTo>
                  <a:pt x="244" y="312"/>
                </a:lnTo>
                <a:lnTo>
                  <a:pt x="238" y="312"/>
                </a:lnTo>
                <a:lnTo>
                  <a:pt x="237" y="315"/>
                </a:lnTo>
                <a:lnTo>
                  <a:pt x="234" y="318"/>
                </a:lnTo>
                <a:lnTo>
                  <a:pt x="231" y="322"/>
                </a:lnTo>
                <a:lnTo>
                  <a:pt x="227" y="326"/>
                </a:lnTo>
                <a:lnTo>
                  <a:pt x="223" y="329"/>
                </a:lnTo>
                <a:lnTo>
                  <a:pt x="220" y="331"/>
                </a:lnTo>
                <a:lnTo>
                  <a:pt x="216" y="334"/>
                </a:lnTo>
                <a:lnTo>
                  <a:pt x="213" y="335"/>
                </a:lnTo>
                <a:lnTo>
                  <a:pt x="211" y="336"/>
                </a:lnTo>
                <a:lnTo>
                  <a:pt x="209" y="336"/>
                </a:lnTo>
                <a:lnTo>
                  <a:pt x="206" y="336"/>
                </a:lnTo>
                <a:lnTo>
                  <a:pt x="204" y="336"/>
                </a:lnTo>
                <a:lnTo>
                  <a:pt x="199" y="335"/>
                </a:lnTo>
                <a:lnTo>
                  <a:pt x="195" y="335"/>
                </a:lnTo>
                <a:lnTo>
                  <a:pt x="191" y="331"/>
                </a:lnTo>
                <a:lnTo>
                  <a:pt x="186" y="327"/>
                </a:lnTo>
                <a:lnTo>
                  <a:pt x="185" y="326"/>
                </a:lnTo>
                <a:lnTo>
                  <a:pt x="183" y="323"/>
                </a:lnTo>
                <a:lnTo>
                  <a:pt x="182" y="322"/>
                </a:lnTo>
                <a:lnTo>
                  <a:pt x="182" y="320"/>
                </a:lnTo>
                <a:lnTo>
                  <a:pt x="182" y="318"/>
                </a:lnTo>
                <a:lnTo>
                  <a:pt x="181" y="316"/>
                </a:lnTo>
                <a:lnTo>
                  <a:pt x="185" y="314"/>
                </a:lnTo>
                <a:lnTo>
                  <a:pt x="188" y="311"/>
                </a:lnTo>
                <a:lnTo>
                  <a:pt x="191" y="309"/>
                </a:lnTo>
                <a:lnTo>
                  <a:pt x="194" y="306"/>
                </a:lnTo>
                <a:lnTo>
                  <a:pt x="198" y="303"/>
                </a:lnTo>
                <a:lnTo>
                  <a:pt x="201" y="300"/>
                </a:lnTo>
                <a:lnTo>
                  <a:pt x="205" y="298"/>
                </a:lnTo>
                <a:lnTo>
                  <a:pt x="208" y="296"/>
                </a:lnTo>
                <a:lnTo>
                  <a:pt x="212" y="296"/>
                </a:lnTo>
                <a:lnTo>
                  <a:pt x="215" y="296"/>
                </a:lnTo>
                <a:lnTo>
                  <a:pt x="221" y="294"/>
                </a:lnTo>
                <a:lnTo>
                  <a:pt x="227" y="290"/>
                </a:lnTo>
                <a:lnTo>
                  <a:pt x="233" y="287"/>
                </a:lnTo>
                <a:lnTo>
                  <a:pt x="238" y="285"/>
                </a:lnTo>
                <a:lnTo>
                  <a:pt x="242" y="282"/>
                </a:lnTo>
                <a:lnTo>
                  <a:pt x="247" y="279"/>
                </a:lnTo>
                <a:lnTo>
                  <a:pt x="253" y="276"/>
                </a:lnTo>
                <a:lnTo>
                  <a:pt x="254" y="275"/>
                </a:lnTo>
                <a:lnTo>
                  <a:pt x="258" y="267"/>
                </a:lnTo>
                <a:lnTo>
                  <a:pt x="261" y="259"/>
                </a:lnTo>
                <a:lnTo>
                  <a:pt x="263" y="250"/>
                </a:lnTo>
                <a:lnTo>
                  <a:pt x="266" y="242"/>
                </a:lnTo>
                <a:lnTo>
                  <a:pt x="268" y="234"/>
                </a:lnTo>
                <a:lnTo>
                  <a:pt x="270" y="225"/>
                </a:lnTo>
                <a:lnTo>
                  <a:pt x="273" y="216"/>
                </a:lnTo>
                <a:lnTo>
                  <a:pt x="276" y="208"/>
                </a:lnTo>
                <a:lnTo>
                  <a:pt x="277" y="204"/>
                </a:lnTo>
                <a:lnTo>
                  <a:pt x="280" y="198"/>
                </a:lnTo>
                <a:lnTo>
                  <a:pt x="282" y="190"/>
                </a:lnTo>
                <a:lnTo>
                  <a:pt x="286" y="181"/>
                </a:lnTo>
                <a:lnTo>
                  <a:pt x="288" y="172"/>
                </a:lnTo>
                <a:lnTo>
                  <a:pt x="290" y="165"/>
                </a:lnTo>
                <a:lnTo>
                  <a:pt x="291" y="161"/>
                </a:lnTo>
                <a:lnTo>
                  <a:pt x="291" y="158"/>
                </a:lnTo>
                <a:lnTo>
                  <a:pt x="291" y="156"/>
                </a:lnTo>
                <a:lnTo>
                  <a:pt x="291" y="154"/>
                </a:lnTo>
                <a:lnTo>
                  <a:pt x="290" y="153"/>
                </a:lnTo>
                <a:lnTo>
                  <a:pt x="289" y="150"/>
                </a:lnTo>
                <a:lnTo>
                  <a:pt x="285" y="151"/>
                </a:lnTo>
                <a:lnTo>
                  <a:pt x="282" y="150"/>
                </a:lnTo>
                <a:lnTo>
                  <a:pt x="279" y="150"/>
                </a:lnTo>
                <a:lnTo>
                  <a:pt x="276" y="149"/>
                </a:lnTo>
                <a:lnTo>
                  <a:pt x="274" y="148"/>
                </a:lnTo>
                <a:lnTo>
                  <a:pt x="270" y="146"/>
                </a:lnTo>
                <a:lnTo>
                  <a:pt x="268" y="146"/>
                </a:lnTo>
                <a:lnTo>
                  <a:pt x="264" y="146"/>
                </a:lnTo>
                <a:lnTo>
                  <a:pt x="262" y="141"/>
                </a:lnTo>
                <a:lnTo>
                  <a:pt x="261" y="138"/>
                </a:lnTo>
                <a:lnTo>
                  <a:pt x="261" y="136"/>
                </a:lnTo>
                <a:lnTo>
                  <a:pt x="261" y="134"/>
                </a:lnTo>
                <a:lnTo>
                  <a:pt x="261" y="132"/>
                </a:lnTo>
                <a:lnTo>
                  <a:pt x="262" y="129"/>
                </a:lnTo>
                <a:lnTo>
                  <a:pt x="268" y="129"/>
                </a:lnTo>
                <a:lnTo>
                  <a:pt x="274" y="128"/>
                </a:lnTo>
                <a:lnTo>
                  <a:pt x="278" y="127"/>
                </a:lnTo>
                <a:lnTo>
                  <a:pt x="281" y="127"/>
                </a:lnTo>
                <a:lnTo>
                  <a:pt x="285" y="126"/>
                </a:lnTo>
                <a:lnTo>
                  <a:pt x="288" y="125"/>
                </a:lnTo>
                <a:lnTo>
                  <a:pt x="292" y="122"/>
                </a:lnTo>
                <a:lnTo>
                  <a:pt x="297" y="120"/>
                </a:lnTo>
                <a:lnTo>
                  <a:pt x="298" y="114"/>
                </a:lnTo>
                <a:lnTo>
                  <a:pt x="299" y="107"/>
                </a:lnTo>
                <a:lnTo>
                  <a:pt x="299" y="103"/>
                </a:lnTo>
                <a:lnTo>
                  <a:pt x="299" y="100"/>
                </a:lnTo>
                <a:lnTo>
                  <a:pt x="299" y="98"/>
                </a:lnTo>
                <a:lnTo>
                  <a:pt x="298" y="98"/>
                </a:lnTo>
                <a:lnTo>
                  <a:pt x="298" y="96"/>
                </a:lnTo>
                <a:lnTo>
                  <a:pt x="297" y="94"/>
                </a:lnTo>
                <a:lnTo>
                  <a:pt x="291" y="90"/>
                </a:lnTo>
                <a:lnTo>
                  <a:pt x="285" y="84"/>
                </a:lnTo>
                <a:lnTo>
                  <a:pt x="282" y="82"/>
                </a:lnTo>
                <a:lnTo>
                  <a:pt x="281" y="81"/>
                </a:lnTo>
                <a:lnTo>
                  <a:pt x="280" y="79"/>
                </a:lnTo>
                <a:lnTo>
                  <a:pt x="278" y="77"/>
                </a:lnTo>
                <a:lnTo>
                  <a:pt x="278" y="75"/>
                </a:lnTo>
                <a:lnTo>
                  <a:pt x="278" y="73"/>
                </a:lnTo>
                <a:lnTo>
                  <a:pt x="278" y="70"/>
                </a:lnTo>
                <a:lnTo>
                  <a:pt x="278" y="68"/>
                </a:lnTo>
                <a:lnTo>
                  <a:pt x="279" y="62"/>
                </a:lnTo>
                <a:lnTo>
                  <a:pt x="281" y="56"/>
                </a:lnTo>
                <a:lnTo>
                  <a:pt x="282" y="52"/>
                </a:lnTo>
                <a:lnTo>
                  <a:pt x="283" y="49"/>
                </a:lnTo>
                <a:lnTo>
                  <a:pt x="285" y="46"/>
                </a:lnTo>
                <a:lnTo>
                  <a:pt x="286" y="43"/>
                </a:lnTo>
                <a:lnTo>
                  <a:pt x="288" y="40"/>
                </a:lnTo>
                <a:lnTo>
                  <a:pt x="290" y="38"/>
                </a:lnTo>
                <a:lnTo>
                  <a:pt x="293" y="35"/>
                </a:lnTo>
                <a:lnTo>
                  <a:pt x="296" y="33"/>
                </a:lnTo>
                <a:lnTo>
                  <a:pt x="298" y="30"/>
                </a:lnTo>
                <a:lnTo>
                  <a:pt x="301" y="27"/>
                </a:lnTo>
                <a:lnTo>
                  <a:pt x="302" y="26"/>
                </a:lnTo>
                <a:lnTo>
                  <a:pt x="302" y="24"/>
                </a:lnTo>
                <a:lnTo>
                  <a:pt x="303" y="22"/>
                </a:lnTo>
                <a:lnTo>
                  <a:pt x="303" y="2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3" name="íṥḷïďê">
            <a:extLst>
              <a:ext uri="{FF2B5EF4-FFF2-40B4-BE49-F238E27FC236}">
                <a16:creationId xmlns:a16="http://schemas.microsoft.com/office/drawing/2014/main" id="{7DADA17D-1377-4F23-90ED-0E16F3CA5324}"/>
              </a:ext>
            </a:extLst>
          </p:cNvPr>
          <p:cNvSpPr>
            <a:spLocks noGrp="1"/>
          </p:cNvSpPr>
          <p:nvPr/>
        </p:nvSpPr>
        <p:spPr>
          <a:xfrm>
            <a:off x="2053080" y="588960"/>
            <a:ext cx="109440" cy="225360"/>
          </a:xfrm>
          <a:custGeom>
            <a:avLst/>
            <a:gdLst>
              <a:gd name="textAreaLeft" fmla="*/ 0 w 109440"/>
              <a:gd name="textAreaRight" fmla="*/ 109800 w 109440"/>
              <a:gd name="textAreaTop" fmla="*/ 0 h 225360"/>
              <a:gd name="textAreaBottom" fmla="*/ 225720 h 225360"/>
              <a:gd name="GluePoint1X" fmla="*/ 157 w 251"/>
              <a:gd name="GluePoint1Y" fmla="*/ 40 h 517"/>
              <a:gd name="GluePoint2X" fmla="*/ 205 w 251"/>
              <a:gd name="GluePoint2Y" fmla="*/ 1 h 517"/>
              <a:gd name="GluePoint3X" fmla="*/ 225 w 251"/>
              <a:gd name="GluePoint3Y" fmla="*/ 10 h 517"/>
              <a:gd name="GluePoint4X" fmla="*/ 250 w 251"/>
              <a:gd name="GluePoint4Y" fmla="*/ 44 h 517"/>
              <a:gd name="GluePoint5X" fmla="*/ 233 w 251"/>
              <a:gd name="GluePoint5Y" fmla="*/ 72 h 517"/>
              <a:gd name="GluePoint6X" fmla="*/ 202 w 251"/>
              <a:gd name="GluePoint6Y" fmla="*/ 123 h 517"/>
              <a:gd name="GluePoint7X" fmla="*/ 181 w 251"/>
              <a:gd name="GluePoint7Y" fmla="*/ 164 h 517"/>
              <a:gd name="GluePoint8X" fmla="*/ 150 w 251"/>
              <a:gd name="GluePoint8Y" fmla="*/ 222 h 517"/>
              <a:gd name="GluePoint9X" fmla="*/ 140 w 251"/>
              <a:gd name="GluePoint9Y" fmla="*/ 251 h 517"/>
              <a:gd name="GluePoint10X" fmla="*/ 110 w 251"/>
              <a:gd name="GluePoint10Y" fmla="*/ 275 h 517"/>
              <a:gd name="GluePoint11X" fmla="*/ 102 w 251"/>
              <a:gd name="GluePoint11Y" fmla="*/ 313 h 517"/>
              <a:gd name="GluePoint12X" fmla="*/ 118 w 251"/>
              <a:gd name="GluePoint12Y" fmla="*/ 347 h 517"/>
              <a:gd name="GluePoint13X" fmla="*/ 148 w 251"/>
              <a:gd name="GluePoint13Y" fmla="*/ 351 h 517"/>
              <a:gd name="GluePoint14X" fmla="*/ 153 w 251"/>
              <a:gd name="GluePoint14Y" fmla="*/ 371 h 517"/>
              <a:gd name="GluePoint15X" fmla="*/ 142 w 251"/>
              <a:gd name="GluePoint15Y" fmla="*/ 397 h 517"/>
              <a:gd name="GluePoint16X" fmla="*/ 125 w 251"/>
              <a:gd name="GluePoint16Y" fmla="*/ 409 h 517"/>
              <a:gd name="GluePoint17X" fmla="*/ 97 w 251"/>
              <a:gd name="GluePoint17Y" fmla="*/ 446 h 517"/>
              <a:gd name="GluePoint18X" fmla="*/ 99 w 251"/>
              <a:gd name="GluePoint18Y" fmla="*/ 463 h 517"/>
              <a:gd name="GluePoint19X" fmla="*/ 147 w 251"/>
              <a:gd name="GluePoint19Y" fmla="*/ 456 h 517"/>
              <a:gd name="GluePoint20X" fmla="*/ 174 w 251"/>
              <a:gd name="GluePoint20Y" fmla="*/ 454 h 517"/>
              <a:gd name="GluePoint21X" fmla="*/ 191 w 251"/>
              <a:gd name="GluePoint21Y" fmla="*/ 479 h 517"/>
              <a:gd name="GluePoint22X" fmla="*/ 175 w 251"/>
              <a:gd name="GluePoint22Y" fmla="*/ 497 h 517"/>
              <a:gd name="GluePoint23X" fmla="*/ 134 w 251"/>
              <a:gd name="GluePoint23Y" fmla="*/ 504 h 517"/>
              <a:gd name="GluePoint24X" fmla="*/ 85 w 251"/>
              <a:gd name="GluePoint24Y" fmla="*/ 517 h 517"/>
              <a:gd name="GluePoint25X" fmla="*/ 61 w 251"/>
              <a:gd name="GluePoint25Y" fmla="*/ 510 h 517"/>
              <a:gd name="GluePoint26X" fmla="*/ 50 w 251"/>
              <a:gd name="GluePoint26Y" fmla="*/ 497 h 517"/>
              <a:gd name="GluePoint27X" fmla="*/ 67 w 251"/>
              <a:gd name="GluePoint27Y" fmla="*/ 452 h 517"/>
              <a:gd name="GluePoint28X" fmla="*/ 78 w 251"/>
              <a:gd name="GluePoint28Y" fmla="*/ 420 h 517"/>
              <a:gd name="GluePoint29X" fmla="*/ 70 w 251"/>
              <a:gd name="GluePoint29Y" fmla="*/ 409 h 517"/>
              <a:gd name="GluePoint30X" fmla="*/ 50 w 251"/>
              <a:gd name="GluePoint30Y" fmla="*/ 388 h 517"/>
              <a:gd name="GluePoint31X" fmla="*/ 74 w 251"/>
              <a:gd name="GluePoint31Y" fmla="*/ 367 h 517"/>
              <a:gd name="GluePoint32X" fmla="*/ 65 w 251"/>
              <a:gd name="GluePoint32Y" fmla="*/ 313 h 517"/>
              <a:gd name="GluePoint33X" fmla="*/ 58 w 251"/>
              <a:gd name="GluePoint33Y" fmla="*/ 275 h 517"/>
              <a:gd name="GluePoint34X" fmla="*/ 86 w 251"/>
              <a:gd name="GluePoint34Y" fmla="*/ 238 h 517"/>
              <a:gd name="GluePoint35X" fmla="*/ 58 w 251"/>
              <a:gd name="GluePoint35Y" fmla="*/ 206 h 517"/>
              <a:gd name="GluePoint36X" fmla="*/ 82 w 251"/>
              <a:gd name="GluePoint36Y" fmla="*/ 191 h 517"/>
              <a:gd name="GluePoint37X" fmla="*/ 100 w 251"/>
              <a:gd name="GluePoint37Y" fmla="*/ 165 h 517"/>
              <a:gd name="GluePoint38X" fmla="*/ 105 w 251"/>
              <a:gd name="GluePoint38Y" fmla="*/ 126 h 517"/>
              <a:gd name="GluePoint39X" fmla="*/ 123 w 251"/>
              <a:gd name="GluePoint39Y" fmla="*/ 132 h 517"/>
              <a:gd name="GluePoint40X" fmla="*/ 118 w 251"/>
              <a:gd name="GluePoint40Y" fmla="*/ 165 h 517"/>
              <a:gd name="GluePoint41X" fmla="*/ 139 w 251"/>
              <a:gd name="GluePoint41Y" fmla="*/ 171 h 517"/>
              <a:gd name="GluePoint42X" fmla="*/ 181 w 251"/>
              <a:gd name="GluePoint42Y" fmla="*/ 106 h 517"/>
              <a:gd name="GluePoint43X" fmla="*/ 206 w 251"/>
              <a:gd name="GluePoint43Y" fmla="*/ 59 h 517"/>
              <a:gd name="GluePoint44X" fmla="*/ 167 w 251"/>
              <a:gd name="GluePoint44Y" fmla="*/ 50 h 517"/>
              <a:gd name="GluePoint45X" fmla="*/ 150 w 251"/>
              <a:gd name="GluePoint45Y" fmla="*/ 60 h 517"/>
              <a:gd name="GluePoint46X" fmla="*/ 126 w 251"/>
              <a:gd name="GluePoint46Y" fmla="*/ 77 h 517"/>
              <a:gd name="GluePoint47X" fmla="*/ 73 w 251"/>
              <a:gd name="GluePoint47Y" fmla="*/ 112 h 517"/>
              <a:gd name="GluePoint48X" fmla="*/ 46 w 251"/>
              <a:gd name="GluePoint48Y" fmla="*/ 136 h 517"/>
              <a:gd name="GluePoint49X" fmla="*/ 38 w 251"/>
              <a:gd name="GluePoint49Y" fmla="*/ 168 h 517"/>
              <a:gd name="GluePoint50X" fmla="*/ 27 w 251"/>
              <a:gd name="GluePoint50Y" fmla="*/ 230 h 517"/>
              <a:gd name="GluePoint51X" fmla="*/ 9 w 251"/>
              <a:gd name="GluePoint51Y" fmla="*/ 221 h 517"/>
              <a:gd name="GluePoint52X" fmla="*/ 9 w 251"/>
              <a:gd name="GluePoint52Y" fmla="*/ 167 h 517"/>
              <a:gd name="GluePoint53X" fmla="*/ 7 w 251"/>
              <a:gd name="GluePoint53Y" fmla="*/ 141 h 517"/>
              <a:gd name="GluePoint54X" fmla="*/ 2 w 251"/>
              <a:gd name="GluePoint54Y" fmla="*/ 114 h 517"/>
              <a:gd name="GluePoint55X" fmla="*/ 28 w 251"/>
              <a:gd name="GluePoint55Y" fmla="*/ 123 h 517"/>
              <a:gd name="GluePoint56X" fmla="*/ 51 w 251"/>
              <a:gd name="GluePoint56Y" fmla="*/ 116 h 517"/>
              <a:gd name="GluePoint57X" fmla="*/ 79 w 251"/>
              <a:gd name="GluePoint57Y" fmla="*/ 96 h 517"/>
              <a:gd name="GluePoint58X" fmla="*/ 110 w 251"/>
              <a:gd name="GluePoint58Y" fmla="*/ 75 h 517"/>
              <a:gd name="GluePoint59X" fmla="*/ 135 w 251"/>
              <a:gd name="GluePoint59Y" fmla="*/ 57 h 517"/>
            </a:gdLst>
            <a:ahLst/>
            <a:cxnLst/>
            <a:rect l="textAreaLeft" t="textAreaTop" r="textAreaRight" b="textAreaBottom"/>
            <a:pathLst>
              <a:path w="251" h="517">
                <a:moveTo>
                  <a:pt x="139" y="56"/>
                </a:moveTo>
                <a:lnTo>
                  <a:pt x="139" y="54"/>
                </a:lnTo>
                <a:lnTo>
                  <a:pt x="139" y="52"/>
                </a:lnTo>
                <a:lnTo>
                  <a:pt x="142" y="51"/>
                </a:lnTo>
                <a:lnTo>
                  <a:pt x="143" y="50"/>
                </a:lnTo>
                <a:lnTo>
                  <a:pt x="146" y="48"/>
                </a:lnTo>
                <a:lnTo>
                  <a:pt x="147" y="47"/>
                </a:lnTo>
                <a:lnTo>
                  <a:pt x="152" y="44"/>
                </a:lnTo>
                <a:lnTo>
                  <a:pt x="157" y="40"/>
                </a:lnTo>
                <a:lnTo>
                  <a:pt x="167" y="30"/>
                </a:lnTo>
                <a:lnTo>
                  <a:pt x="177" y="20"/>
                </a:lnTo>
                <a:lnTo>
                  <a:pt x="183" y="16"/>
                </a:lnTo>
                <a:lnTo>
                  <a:pt x="187" y="11"/>
                </a:lnTo>
                <a:lnTo>
                  <a:pt x="192" y="7"/>
                </a:lnTo>
                <a:lnTo>
                  <a:pt x="198" y="4"/>
                </a:lnTo>
                <a:lnTo>
                  <a:pt x="200" y="3"/>
                </a:lnTo>
                <a:lnTo>
                  <a:pt x="203" y="2"/>
                </a:lnTo>
                <a:lnTo>
                  <a:pt x="205" y="1"/>
                </a:lnTo>
                <a:lnTo>
                  <a:pt x="207" y="0"/>
                </a:lnTo>
                <a:lnTo>
                  <a:pt x="210" y="0"/>
                </a:lnTo>
                <a:lnTo>
                  <a:pt x="212" y="1"/>
                </a:lnTo>
                <a:lnTo>
                  <a:pt x="215" y="1"/>
                </a:lnTo>
                <a:lnTo>
                  <a:pt x="217" y="2"/>
                </a:lnTo>
                <a:lnTo>
                  <a:pt x="219" y="4"/>
                </a:lnTo>
                <a:lnTo>
                  <a:pt x="221" y="5"/>
                </a:lnTo>
                <a:lnTo>
                  <a:pt x="223" y="8"/>
                </a:lnTo>
                <a:lnTo>
                  <a:pt x="225" y="10"/>
                </a:lnTo>
                <a:lnTo>
                  <a:pt x="229" y="16"/>
                </a:lnTo>
                <a:lnTo>
                  <a:pt x="233" y="21"/>
                </a:lnTo>
                <a:lnTo>
                  <a:pt x="237" y="28"/>
                </a:lnTo>
                <a:lnTo>
                  <a:pt x="241" y="33"/>
                </a:lnTo>
                <a:lnTo>
                  <a:pt x="243" y="36"/>
                </a:lnTo>
                <a:lnTo>
                  <a:pt x="245" y="37"/>
                </a:lnTo>
                <a:lnTo>
                  <a:pt x="247" y="39"/>
                </a:lnTo>
                <a:lnTo>
                  <a:pt x="249" y="40"/>
                </a:lnTo>
                <a:lnTo>
                  <a:pt x="250" y="44"/>
                </a:lnTo>
                <a:lnTo>
                  <a:pt x="251" y="48"/>
                </a:lnTo>
                <a:lnTo>
                  <a:pt x="250" y="51"/>
                </a:lnTo>
                <a:lnTo>
                  <a:pt x="249" y="52"/>
                </a:lnTo>
                <a:lnTo>
                  <a:pt x="247" y="55"/>
                </a:lnTo>
                <a:lnTo>
                  <a:pt x="247" y="56"/>
                </a:lnTo>
                <a:lnTo>
                  <a:pt x="243" y="60"/>
                </a:lnTo>
                <a:lnTo>
                  <a:pt x="240" y="64"/>
                </a:lnTo>
                <a:lnTo>
                  <a:pt x="236" y="68"/>
                </a:lnTo>
                <a:lnTo>
                  <a:pt x="233" y="72"/>
                </a:lnTo>
                <a:lnTo>
                  <a:pt x="230" y="75"/>
                </a:lnTo>
                <a:lnTo>
                  <a:pt x="227" y="79"/>
                </a:lnTo>
                <a:lnTo>
                  <a:pt x="227" y="82"/>
                </a:lnTo>
                <a:lnTo>
                  <a:pt x="227" y="86"/>
                </a:lnTo>
                <a:lnTo>
                  <a:pt x="223" y="92"/>
                </a:lnTo>
                <a:lnTo>
                  <a:pt x="219" y="99"/>
                </a:lnTo>
                <a:lnTo>
                  <a:pt x="215" y="105"/>
                </a:lnTo>
                <a:lnTo>
                  <a:pt x="211" y="111"/>
                </a:lnTo>
                <a:lnTo>
                  <a:pt x="202" y="123"/>
                </a:lnTo>
                <a:lnTo>
                  <a:pt x="193" y="135"/>
                </a:lnTo>
                <a:lnTo>
                  <a:pt x="192" y="140"/>
                </a:lnTo>
                <a:lnTo>
                  <a:pt x="191" y="144"/>
                </a:lnTo>
                <a:lnTo>
                  <a:pt x="191" y="148"/>
                </a:lnTo>
                <a:lnTo>
                  <a:pt x="191" y="152"/>
                </a:lnTo>
                <a:lnTo>
                  <a:pt x="188" y="156"/>
                </a:lnTo>
                <a:lnTo>
                  <a:pt x="186" y="158"/>
                </a:lnTo>
                <a:lnTo>
                  <a:pt x="183" y="161"/>
                </a:lnTo>
                <a:lnTo>
                  <a:pt x="181" y="164"/>
                </a:lnTo>
                <a:lnTo>
                  <a:pt x="178" y="171"/>
                </a:lnTo>
                <a:lnTo>
                  <a:pt x="175" y="178"/>
                </a:lnTo>
                <a:lnTo>
                  <a:pt x="171" y="186"/>
                </a:lnTo>
                <a:lnTo>
                  <a:pt x="168" y="193"/>
                </a:lnTo>
                <a:lnTo>
                  <a:pt x="164" y="200"/>
                </a:lnTo>
                <a:lnTo>
                  <a:pt x="160" y="208"/>
                </a:lnTo>
                <a:lnTo>
                  <a:pt x="156" y="214"/>
                </a:lnTo>
                <a:lnTo>
                  <a:pt x="151" y="221"/>
                </a:lnTo>
                <a:lnTo>
                  <a:pt x="150" y="222"/>
                </a:lnTo>
                <a:lnTo>
                  <a:pt x="149" y="224"/>
                </a:lnTo>
                <a:lnTo>
                  <a:pt x="148" y="225"/>
                </a:lnTo>
                <a:lnTo>
                  <a:pt x="147" y="228"/>
                </a:lnTo>
                <a:lnTo>
                  <a:pt x="146" y="232"/>
                </a:lnTo>
                <a:lnTo>
                  <a:pt x="146" y="236"/>
                </a:lnTo>
                <a:lnTo>
                  <a:pt x="144" y="240"/>
                </a:lnTo>
                <a:lnTo>
                  <a:pt x="143" y="244"/>
                </a:lnTo>
                <a:lnTo>
                  <a:pt x="142" y="247"/>
                </a:lnTo>
                <a:lnTo>
                  <a:pt x="140" y="251"/>
                </a:lnTo>
                <a:lnTo>
                  <a:pt x="138" y="253"/>
                </a:lnTo>
                <a:lnTo>
                  <a:pt x="136" y="256"/>
                </a:lnTo>
                <a:lnTo>
                  <a:pt x="134" y="258"/>
                </a:lnTo>
                <a:lnTo>
                  <a:pt x="132" y="260"/>
                </a:lnTo>
                <a:lnTo>
                  <a:pt x="127" y="263"/>
                </a:lnTo>
                <a:lnTo>
                  <a:pt x="122" y="266"/>
                </a:lnTo>
                <a:lnTo>
                  <a:pt x="118" y="269"/>
                </a:lnTo>
                <a:lnTo>
                  <a:pt x="112" y="273"/>
                </a:lnTo>
                <a:lnTo>
                  <a:pt x="110" y="275"/>
                </a:lnTo>
                <a:lnTo>
                  <a:pt x="108" y="277"/>
                </a:lnTo>
                <a:lnTo>
                  <a:pt x="106" y="279"/>
                </a:lnTo>
                <a:lnTo>
                  <a:pt x="105" y="281"/>
                </a:lnTo>
                <a:lnTo>
                  <a:pt x="104" y="283"/>
                </a:lnTo>
                <a:lnTo>
                  <a:pt x="103" y="285"/>
                </a:lnTo>
                <a:lnTo>
                  <a:pt x="103" y="289"/>
                </a:lnTo>
                <a:lnTo>
                  <a:pt x="102" y="293"/>
                </a:lnTo>
                <a:lnTo>
                  <a:pt x="102" y="302"/>
                </a:lnTo>
                <a:lnTo>
                  <a:pt x="102" y="313"/>
                </a:lnTo>
                <a:lnTo>
                  <a:pt x="102" y="323"/>
                </a:lnTo>
                <a:lnTo>
                  <a:pt x="102" y="333"/>
                </a:lnTo>
                <a:lnTo>
                  <a:pt x="102" y="340"/>
                </a:lnTo>
                <a:lnTo>
                  <a:pt x="102" y="344"/>
                </a:lnTo>
                <a:lnTo>
                  <a:pt x="105" y="345"/>
                </a:lnTo>
                <a:lnTo>
                  <a:pt x="106" y="346"/>
                </a:lnTo>
                <a:lnTo>
                  <a:pt x="110" y="347"/>
                </a:lnTo>
                <a:lnTo>
                  <a:pt x="114" y="347"/>
                </a:lnTo>
                <a:lnTo>
                  <a:pt x="118" y="347"/>
                </a:lnTo>
                <a:lnTo>
                  <a:pt x="122" y="347"/>
                </a:lnTo>
                <a:lnTo>
                  <a:pt x="127" y="345"/>
                </a:lnTo>
                <a:lnTo>
                  <a:pt x="133" y="345"/>
                </a:lnTo>
                <a:lnTo>
                  <a:pt x="136" y="345"/>
                </a:lnTo>
                <a:lnTo>
                  <a:pt x="138" y="345"/>
                </a:lnTo>
                <a:lnTo>
                  <a:pt x="141" y="345"/>
                </a:lnTo>
                <a:lnTo>
                  <a:pt x="143" y="347"/>
                </a:lnTo>
                <a:lnTo>
                  <a:pt x="146" y="349"/>
                </a:lnTo>
                <a:lnTo>
                  <a:pt x="148" y="351"/>
                </a:lnTo>
                <a:lnTo>
                  <a:pt x="150" y="353"/>
                </a:lnTo>
                <a:lnTo>
                  <a:pt x="153" y="357"/>
                </a:lnTo>
                <a:lnTo>
                  <a:pt x="155" y="360"/>
                </a:lnTo>
                <a:lnTo>
                  <a:pt x="157" y="362"/>
                </a:lnTo>
                <a:lnTo>
                  <a:pt x="157" y="363"/>
                </a:lnTo>
                <a:lnTo>
                  <a:pt x="158" y="365"/>
                </a:lnTo>
                <a:lnTo>
                  <a:pt x="158" y="366"/>
                </a:lnTo>
                <a:lnTo>
                  <a:pt x="157" y="368"/>
                </a:lnTo>
                <a:lnTo>
                  <a:pt x="153" y="371"/>
                </a:lnTo>
                <a:lnTo>
                  <a:pt x="149" y="373"/>
                </a:lnTo>
                <a:lnTo>
                  <a:pt x="147" y="377"/>
                </a:lnTo>
                <a:lnTo>
                  <a:pt x="146" y="379"/>
                </a:lnTo>
                <a:lnTo>
                  <a:pt x="146" y="382"/>
                </a:lnTo>
                <a:lnTo>
                  <a:pt x="146" y="385"/>
                </a:lnTo>
                <a:lnTo>
                  <a:pt x="145" y="389"/>
                </a:lnTo>
                <a:lnTo>
                  <a:pt x="144" y="392"/>
                </a:lnTo>
                <a:lnTo>
                  <a:pt x="143" y="394"/>
                </a:lnTo>
                <a:lnTo>
                  <a:pt x="142" y="397"/>
                </a:lnTo>
                <a:lnTo>
                  <a:pt x="140" y="398"/>
                </a:lnTo>
                <a:lnTo>
                  <a:pt x="138" y="399"/>
                </a:lnTo>
                <a:lnTo>
                  <a:pt x="137" y="400"/>
                </a:lnTo>
                <a:lnTo>
                  <a:pt x="135" y="401"/>
                </a:lnTo>
                <a:lnTo>
                  <a:pt x="131" y="402"/>
                </a:lnTo>
                <a:lnTo>
                  <a:pt x="128" y="405"/>
                </a:lnTo>
                <a:lnTo>
                  <a:pt x="126" y="405"/>
                </a:lnTo>
                <a:lnTo>
                  <a:pt x="126" y="407"/>
                </a:lnTo>
                <a:lnTo>
                  <a:pt x="125" y="409"/>
                </a:lnTo>
                <a:lnTo>
                  <a:pt x="124" y="410"/>
                </a:lnTo>
                <a:lnTo>
                  <a:pt x="122" y="414"/>
                </a:lnTo>
                <a:lnTo>
                  <a:pt x="121" y="417"/>
                </a:lnTo>
                <a:lnTo>
                  <a:pt x="118" y="419"/>
                </a:lnTo>
                <a:lnTo>
                  <a:pt x="114" y="421"/>
                </a:lnTo>
                <a:lnTo>
                  <a:pt x="109" y="427"/>
                </a:lnTo>
                <a:lnTo>
                  <a:pt x="102" y="436"/>
                </a:lnTo>
                <a:lnTo>
                  <a:pt x="99" y="441"/>
                </a:lnTo>
                <a:lnTo>
                  <a:pt x="97" y="446"/>
                </a:lnTo>
                <a:lnTo>
                  <a:pt x="96" y="448"/>
                </a:lnTo>
                <a:lnTo>
                  <a:pt x="95" y="450"/>
                </a:lnTo>
                <a:lnTo>
                  <a:pt x="94" y="452"/>
                </a:lnTo>
                <a:lnTo>
                  <a:pt x="94" y="453"/>
                </a:lnTo>
                <a:lnTo>
                  <a:pt x="94" y="455"/>
                </a:lnTo>
                <a:lnTo>
                  <a:pt x="95" y="457"/>
                </a:lnTo>
                <a:lnTo>
                  <a:pt x="96" y="458"/>
                </a:lnTo>
                <a:lnTo>
                  <a:pt x="97" y="461"/>
                </a:lnTo>
                <a:lnTo>
                  <a:pt x="99" y="463"/>
                </a:lnTo>
                <a:lnTo>
                  <a:pt x="101" y="466"/>
                </a:lnTo>
                <a:lnTo>
                  <a:pt x="105" y="466"/>
                </a:lnTo>
                <a:lnTo>
                  <a:pt x="110" y="466"/>
                </a:lnTo>
                <a:lnTo>
                  <a:pt x="114" y="467"/>
                </a:lnTo>
                <a:lnTo>
                  <a:pt x="118" y="467"/>
                </a:lnTo>
                <a:lnTo>
                  <a:pt x="122" y="465"/>
                </a:lnTo>
                <a:lnTo>
                  <a:pt x="130" y="462"/>
                </a:lnTo>
                <a:lnTo>
                  <a:pt x="138" y="459"/>
                </a:lnTo>
                <a:lnTo>
                  <a:pt x="147" y="456"/>
                </a:lnTo>
                <a:lnTo>
                  <a:pt x="151" y="454"/>
                </a:lnTo>
                <a:lnTo>
                  <a:pt x="156" y="453"/>
                </a:lnTo>
                <a:lnTo>
                  <a:pt x="161" y="452"/>
                </a:lnTo>
                <a:lnTo>
                  <a:pt x="164" y="451"/>
                </a:lnTo>
                <a:lnTo>
                  <a:pt x="168" y="452"/>
                </a:lnTo>
                <a:lnTo>
                  <a:pt x="171" y="452"/>
                </a:lnTo>
                <a:lnTo>
                  <a:pt x="172" y="453"/>
                </a:lnTo>
                <a:lnTo>
                  <a:pt x="173" y="453"/>
                </a:lnTo>
                <a:lnTo>
                  <a:pt x="174" y="454"/>
                </a:lnTo>
                <a:lnTo>
                  <a:pt x="175" y="455"/>
                </a:lnTo>
                <a:lnTo>
                  <a:pt x="176" y="457"/>
                </a:lnTo>
                <a:lnTo>
                  <a:pt x="178" y="457"/>
                </a:lnTo>
                <a:lnTo>
                  <a:pt x="179" y="459"/>
                </a:lnTo>
                <a:lnTo>
                  <a:pt x="181" y="461"/>
                </a:lnTo>
                <a:lnTo>
                  <a:pt x="184" y="465"/>
                </a:lnTo>
                <a:lnTo>
                  <a:pt x="187" y="469"/>
                </a:lnTo>
                <a:lnTo>
                  <a:pt x="189" y="473"/>
                </a:lnTo>
                <a:lnTo>
                  <a:pt x="191" y="479"/>
                </a:lnTo>
                <a:lnTo>
                  <a:pt x="193" y="484"/>
                </a:lnTo>
                <a:lnTo>
                  <a:pt x="194" y="488"/>
                </a:lnTo>
                <a:lnTo>
                  <a:pt x="192" y="490"/>
                </a:lnTo>
                <a:lnTo>
                  <a:pt x="189" y="492"/>
                </a:lnTo>
                <a:lnTo>
                  <a:pt x="187" y="493"/>
                </a:lnTo>
                <a:lnTo>
                  <a:pt x="184" y="495"/>
                </a:lnTo>
                <a:lnTo>
                  <a:pt x="181" y="496"/>
                </a:lnTo>
                <a:lnTo>
                  <a:pt x="178" y="497"/>
                </a:lnTo>
                <a:lnTo>
                  <a:pt x="175" y="497"/>
                </a:lnTo>
                <a:lnTo>
                  <a:pt x="171" y="498"/>
                </a:lnTo>
                <a:lnTo>
                  <a:pt x="164" y="499"/>
                </a:lnTo>
                <a:lnTo>
                  <a:pt x="158" y="501"/>
                </a:lnTo>
                <a:lnTo>
                  <a:pt x="154" y="501"/>
                </a:lnTo>
                <a:lnTo>
                  <a:pt x="150" y="502"/>
                </a:lnTo>
                <a:lnTo>
                  <a:pt x="147" y="503"/>
                </a:lnTo>
                <a:lnTo>
                  <a:pt x="144" y="504"/>
                </a:lnTo>
                <a:lnTo>
                  <a:pt x="138" y="504"/>
                </a:lnTo>
                <a:lnTo>
                  <a:pt x="134" y="504"/>
                </a:lnTo>
                <a:lnTo>
                  <a:pt x="129" y="504"/>
                </a:lnTo>
                <a:lnTo>
                  <a:pt x="123" y="504"/>
                </a:lnTo>
                <a:lnTo>
                  <a:pt x="114" y="509"/>
                </a:lnTo>
                <a:lnTo>
                  <a:pt x="104" y="513"/>
                </a:lnTo>
                <a:lnTo>
                  <a:pt x="99" y="515"/>
                </a:lnTo>
                <a:lnTo>
                  <a:pt x="94" y="517"/>
                </a:lnTo>
                <a:lnTo>
                  <a:pt x="90" y="517"/>
                </a:lnTo>
                <a:lnTo>
                  <a:pt x="87" y="517"/>
                </a:lnTo>
                <a:lnTo>
                  <a:pt x="85" y="517"/>
                </a:lnTo>
                <a:lnTo>
                  <a:pt x="81" y="517"/>
                </a:lnTo>
                <a:lnTo>
                  <a:pt x="80" y="517"/>
                </a:lnTo>
                <a:lnTo>
                  <a:pt x="79" y="515"/>
                </a:lnTo>
                <a:lnTo>
                  <a:pt x="78" y="514"/>
                </a:lnTo>
                <a:lnTo>
                  <a:pt x="76" y="513"/>
                </a:lnTo>
                <a:lnTo>
                  <a:pt x="73" y="513"/>
                </a:lnTo>
                <a:lnTo>
                  <a:pt x="69" y="512"/>
                </a:lnTo>
                <a:lnTo>
                  <a:pt x="65" y="511"/>
                </a:lnTo>
                <a:lnTo>
                  <a:pt x="61" y="510"/>
                </a:lnTo>
                <a:lnTo>
                  <a:pt x="59" y="509"/>
                </a:lnTo>
                <a:lnTo>
                  <a:pt x="58" y="509"/>
                </a:lnTo>
                <a:lnTo>
                  <a:pt x="57" y="507"/>
                </a:lnTo>
                <a:lnTo>
                  <a:pt x="56" y="506"/>
                </a:lnTo>
                <a:lnTo>
                  <a:pt x="54" y="505"/>
                </a:lnTo>
                <a:lnTo>
                  <a:pt x="53" y="503"/>
                </a:lnTo>
                <a:lnTo>
                  <a:pt x="51" y="501"/>
                </a:lnTo>
                <a:lnTo>
                  <a:pt x="50" y="499"/>
                </a:lnTo>
                <a:lnTo>
                  <a:pt x="50" y="497"/>
                </a:lnTo>
                <a:lnTo>
                  <a:pt x="50" y="495"/>
                </a:lnTo>
                <a:lnTo>
                  <a:pt x="49" y="493"/>
                </a:lnTo>
                <a:lnTo>
                  <a:pt x="50" y="490"/>
                </a:lnTo>
                <a:lnTo>
                  <a:pt x="50" y="485"/>
                </a:lnTo>
                <a:lnTo>
                  <a:pt x="51" y="481"/>
                </a:lnTo>
                <a:lnTo>
                  <a:pt x="53" y="475"/>
                </a:lnTo>
                <a:lnTo>
                  <a:pt x="56" y="470"/>
                </a:lnTo>
                <a:lnTo>
                  <a:pt x="62" y="461"/>
                </a:lnTo>
                <a:lnTo>
                  <a:pt x="67" y="452"/>
                </a:lnTo>
                <a:lnTo>
                  <a:pt x="70" y="448"/>
                </a:lnTo>
                <a:lnTo>
                  <a:pt x="72" y="444"/>
                </a:lnTo>
                <a:lnTo>
                  <a:pt x="74" y="441"/>
                </a:lnTo>
                <a:lnTo>
                  <a:pt x="74" y="438"/>
                </a:lnTo>
                <a:lnTo>
                  <a:pt x="75" y="436"/>
                </a:lnTo>
                <a:lnTo>
                  <a:pt x="77" y="432"/>
                </a:lnTo>
                <a:lnTo>
                  <a:pt x="77" y="428"/>
                </a:lnTo>
                <a:lnTo>
                  <a:pt x="78" y="424"/>
                </a:lnTo>
                <a:lnTo>
                  <a:pt x="78" y="420"/>
                </a:lnTo>
                <a:lnTo>
                  <a:pt x="78" y="416"/>
                </a:lnTo>
                <a:lnTo>
                  <a:pt x="77" y="414"/>
                </a:lnTo>
                <a:lnTo>
                  <a:pt x="77" y="413"/>
                </a:lnTo>
                <a:lnTo>
                  <a:pt x="75" y="411"/>
                </a:lnTo>
                <a:lnTo>
                  <a:pt x="74" y="410"/>
                </a:lnTo>
                <a:lnTo>
                  <a:pt x="74" y="409"/>
                </a:lnTo>
                <a:lnTo>
                  <a:pt x="72" y="409"/>
                </a:lnTo>
                <a:lnTo>
                  <a:pt x="71" y="409"/>
                </a:lnTo>
                <a:lnTo>
                  <a:pt x="70" y="409"/>
                </a:lnTo>
                <a:lnTo>
                  <a:pt x="68" y="409"/>
                </a:lnTo>
                <a:lnTo>
                  <a:pt x="67" y="408"/>
                </a:lnTo>
                <a:lnTo>
                  <a:pt x="66" y="407"/>
                </a:lnTo>
                <a:lnTo>
                  <a:pt x="66" y="406"/>
                </a:lnTo>
                <a:lnTo>
                  <a:pt x="62" y="403"/>
                </a:lnTo>
                <a:lnTo>
                  <a:pt x="57" y="397"/>
                </a:lnTo>
                <a:lnTo>
                  <a:pt x="54" y="393"/>
                </a:lnTo>
                <a:lnTo>
                  <a:pt x="52" y="390"/>
                </a:lnTo>
                <a:lnTo>
                  <a:pt x="50" y="388"/>
                </a:lnTo>
                <a:lnTo>
                  <a:pt x="50" y="386"/>
                </a:lnTo>
                <a:lnTo>
                  <a:pt x="53" y="384"/>
                </a:lnTo>
                <a:lnTo>
                  <a:pt x="56" y="381"/>
                </a:lnTo>
                <a:lnTo>
                  <a:pt x="59" y="379"/>
                </a:lnTo>
                <a:lnTo>
                  <a:pt x="62" y="376"/>
                </a:lnTo>
                <a:lnTo>
                  <a:pt x="65" y="373"/>
                </a:lnTo>
                <a:lnTo>
                  <a:pt x="68" y="371"/>
                </a:lnTo>
                <a:lnTo>
                  <a:pt x="71" y="369"/>
                </a:lnTo>
                <a:lnTo>
                  <a:pt x="74" y="367"/>
                </a:lnTo>
                <a:lnTo>
                  <a:pt x="75" y="357"/>
                </a:lnTo>
                <a:lnTo>
                  <a:pt x="75" y="345"/>
                </a:lnTo>
                <a:lnTo>
                  <a:pt x="75" y="333"/>
                </a:lnTo>
                <a:lnTo>
                  <a:pt x="74" y="321"/>
                </a:lnTo>
                <a:lnTo>
                  <a:pt x="74" y="320"/>
                </a:lnTo>
                <a:lnTo>
                  <a:pt x="71" y="319"/>
                </a:lnTo>
                <a:lnTo>
                  <a:pt x="70" y="318"/>
                </a:lnTo>
                <a:lnTo>
                  <a:pt x="68" y="317"/>
                </a:lnTo>
                <a:lnTo>
                  <a:pt x="65" y="313"/>
                </a:lnTo>
                <a:lnTo>
                  <a:pt x="62" y="310"/>
                </a:lnTo>
                <a:lnTo>
                  <a:pt x="56" y="302"/>
                </a:lnTo>
                <a:lnTo>
                  <a:pt x="51" y="296"/>
                </a:lnTo>
                <a:lnTo>
                  <a:pt x="51" y="293"/>
                </a:lnTo>
                <a:lnTo>
                  <a:pt x="52" y="290"/>
                </a:lnTo>
                <a:lnTo>
                  <a:pt x="52" y="288"/>
                </a:lnTo>
                <a:lnTo>
                  <a:pt x="53" y="285"/>
                </a:lnTo>
                <a:lnTo>
                  <a:pt x="55" y="280"/>
                </a:lnTo>
                <a:lnTo>
                  <a:pt x="58" y="275"/>
                </a:lnTo>
                <a:lnTo>
                  <a:pt x="60" y="271"/>
                </a:lnTo>
                <a:lnTo>
                  <a:pt x="63" y="267"/>
                </a:lnTo>
                <a:lnTo>
                  <a:pt x="66" y="263"/>
                </a:lnTo>
                <a:lnTo>
                  <a:pt x="70" y="259"/>
                </a:lnTo>
                <a:lnTo>
                  <a:pt x="74" y="255"/>
                </a:lnTo>
                <a:lnTo>
                  <a:pt x="77" y="251"/>
                </a:lnTo>
                <a:lnTo>
                  <a:pt x="80" y="247"/>
                </a:lnTo>
                <a:lnTo>
                  <a:pt x="83" y="242"/>
                </a:lnTo>
                <a:lnTo>
                  <a:pt x="86" y="238"/>
                </a:lnTo>
                <a:lnTo>
                  <a:pt x="87" y="233"/>
                </a:lnTo>
                <a:lnTo>
                  <a:pt x="88" y="230"/>
                </a:lnTo>
                <a:lnTo>
                  <a:pt x="88" y="227"/>
                </a:lnTo>
                <a:lnTo>
                  <a:pt x="88" y="224"/>
                </a:lnTo>
                <a:lnTo>
                  <a:pt x="88" y="221"/>
                </a:lnTo>
                <a:lnTo>
                  <a:pt x="81" y="217"/>
                </a:lnTo>
                <a:lnTo>
                  <a:pt x="73" y="214"/>
                </a:lnTo>
                <a:lnTo>
                  <a:pt x="66" y="210"/>
                </a:lnTo>
                <a:lnTo>
                  <a:pt x="58" y="206"/>
                </a:lnTo>
                <a:lnTo>
                  <a:pt x="58" y="204"/>
                </a:lnTo>
                <a:lnTo>
                  <a:pt x="59" y="202"/>
                </a:lnTo>
                <a:lnTo>
                  <a:pt x="62" y="200"/>
                </a:lnTo>
                <a:lnTo>
                  <a:pt x="63" y="199"/>
                </a:lnTo>
                <a:lnTo>
                  <a:pt x="66" y="197"/>
                </a:lnTo>
                <a:lnTo>
                  <a:pt x="69" y="196"/>
                </a:lnTo>
                <a:lnTo>
                  <a:pt x="71" y="195"/>
                </a:lnTo>
                <a:lnTo>
                  <a:pt x="75" y="193"/>
                </a:lnTo>
                <a:lnTo>
                  <a:pt x="82" y="191"/>
                </a:lnTo>
                <a:lnTo>
                  <a:pt x="88" y="188"/>
                </a:lnTo>
                <a:lnTo>
                  <a:pt x="90" y="187"/>
                </a:lnTo>
                <a:lnTo>
                  <a:pt x="94" y="185"/>
                </a:lnTo>
                <a:lnTo>
                  <a:pt x="95" y="184"/>
                </a:lnTo>
                <a:lnTo>
                  <a:pt x="98" y="181"/>
                </a:lnTo>
                <a:lnTo>
                  <a:pt x="98" y="178"/>
                </a:lnTo>
                <a:lnTo>
                  <a:pt x="99" y="174"/>
                </a:lnTo>
                <a:lnTo>
                  <a:pt x="99" y="170"/>
                </a:lnTo>
                <a:lnTo>
                  <a:pt x="100" y="165"/>
                </a:lnTo>
                <a:lnTo>
                  <a:pt x="99" y="156"/>
                </a:lnTo>
                <a:lnTo>
                  <a:pt x="99" y="148"/>
                </a:lnTo>
                <a:lnTo>
                  <a:pt x="99" y="144"/>
                </a:lnTo>
                <a:lnTo>
                  <a:pt x="99" y="140"/>
                </a:lnTo>
                <a:lnTo>
                  <a:pt x="100" y="136"/>
                </a:lnTo>
                <a:lnTo>
                  <a:pt x="101" y="133"/>
                </a:lnTo>
                <a:lnTo>
                  <a:pt x="102" y="130"/>
                </a:lnTo>
                <a:lnTo>
                  <a:pt x="104" y="127"/>
                </a:lnTo>
                <a:lnTo>
                  <a:pt x="105" y="126"/>
                </a:lnTo>
                <a:lnTo>
                  <a:pt x="106" y="124"/>
                </a:lnTo>
                <a:lnTo>
                  <a:pt x="107" y="124"/>
                </a:lnTo>
                <a:lnTo>
                  <a:pt x="109" y="123"/>
                </a:lnTo>
                <a:lnTo>
                  <a:pt x="114" y="123"/>
                </a:lnTo>
                <a:lnTo>
                  <a:pt x="118" y="123"/>
                </a:lnTo>
                <a:lnTo>
                  <a:pt x="120" y="126"/>
                </a:lnTo>
                <a:lnTo>
                  <a:pt x="122" y="128"/>
                </a:lnTo>
                <a:lnTo>
                  <a:pt x="122" y="130"/>
                </a:lnTo>
                <a:lnTo>
                  <a:pt x="123" y="132"/>
                </a:lnTo>
                <a:lnTo>
                  <a:pt x="123" y="134"/>
                </a:lnTo>
                <a:lnTo>
                  <a:pt x="123" y="137"/>
                </a:lnTo>
                <a:lnTo>
                  <a:pt x="122" y="140"/>
                </a:lnTo>
                <a:lnTo>
                  <a:pt x="121" y="141"/>
                </a:lnTo>
                <a:lnTo>
                  <a:pt x="120" y="144"/>
                </a:lnTo>
                <a:lnTo>
                  <a:pt x="119" y="146"/>
                </a:lnTo>
                <a:lnTo>
                  <a:pt x="118" y="151"/>
                </a:lnTo>
                <a:lnTo>
                  <a:pt x="118" y="156"/>
                </a:lnTo>
                <a:lnTo>
                  <a:pt x="118" y="165"/>
                </a:lnTo>
                <a:lnTo>
                  <a:pt x="118" y="176"/>
                </a:lnTo>
                <a:lnTo>
                  <a:pt x="122" y="179"/>
                </a:lnTo>
                <a:lnTo>
                  <a:pt x="126" y="181"/>
                </a:lnTo>
                <a:lnTo>
                  <a:pt x="130" y="181"/>
                </a:lnTo>
                <a:lnTo>
                  <a:pt x="134" y="181"/>
                </a:lnTo>
                <a:lnTo>
                  <a:pt x="135" y="179"/>
                </a:lnTo>
                <a:lnTo>
                  <a:pt x="136" y="176"/>
                </a:lnTo>
                <a:lnTo>
                  <a:pt x="138" y="173"/>
                </a:lnTo>
                <a:lnTo>
                  <a:pt x="139" y="171"/>
                </a:lnTo>
                <a:lnTo>
                  <a:pt x="143" y="165"/>
                </a:lnTo>
                <a:lnTo>
                  <a:pt x="147" y="160"/>
                </a:lnTo>
                <a:lnTo>
                  <a:pt x="155" y="151"/>
                </a:lnTo>
                <a:lnTo>
                  <a:pt x="163" y="141"/>
                </a:lnTo>
                <a:lnTo>
                  <a:pt x="167" y="136"/>
                </a:lnTo>
                <a:lnTo>
                  <a:pt x="171" y="128"/>
                </a:lnTo>
                <a:lnTo>
                  <a:pt x="174" y="121"/>
                </a:lnTo>
                <a:lnTo>
                  <a:pt x="177" y="114"/>
                </a:lnTo>
                <a:lnTo>
                  <a:pt x="181" y="106"/>
                </a:lnTo>
                <a:lnTo>
                  <a:pt x="184" y="99"/>
                </a:lnTo>
                <a:lnTo>
                  <a:pt x="187" y="92"/>
                </a:lnTo>
                <a:lnTo>
                  <a:pt x="191" y="84"/>
                </a:lnTo>
                <a:lnTo>
                  <a:pt x="195" y="78"/>
                </a:lnTo>
                <a:lnTo>
                  <a:pt x="200" y="71"/>
                </a:lnTo>
                <a:lnTo>
                  <a:pt x="203" y="68"/>
                </a:lnTo>
                <a:lnTo>
                  <a:pt x="205" y="64"/>
                </a:lnTo>
                <a:lnTo>
                  <a:pt x="205" y="61"/>
                </a:lnTo>
                <a:lnTo>
                  <a:pt x="206" y="59"/>
                </a:lnTo>
                <a:lnTo>
                  <a:pt x="207" y="56"/>
                </a:lnTo>
                <a:lnTo>
                  <a:pt x="207" y="53"/>
                </a:lnTo>
                <a:lnTo>
                  <a:pt x="203" y="49"/>
                </a:lnTo>
                <a:lnTo>
                  <a:pt x="200" y="44"/>
                </a:lnTo>
                <a:lnTo>
                  <a:pt x="192" y="45"/>
                </a:lnTo>
                <a:lnTo>
                  <a:pt x="183" y="46"/>
                </a:lnTo>
                <a:lnTo>
                  <a:pt x="175" y="46"/>
                </a:lnTo>
                <a:lnTo>
                  <a:pt x="167" y="47"/>
                </a:lnTo>
                <a:lnTo>
                  <a:pt x="167" y="50"/>
                </a:lnTo>
                <a:lnTo>
                  <a:pt x="165" y="52"/>
                </a:lnTo>
                <a:lnTo>
                  <a:pt x="163" y="54"/>
                </a:lnTo>
                <a:lnTo>
                  <a:pt x="163" y="56"/>
                </a:lnTo>
                <a:lnTo>
                  <a:pt x="161" y="56"/>
                </a:lnTo>
                <a:lnTo>
                  <a:pt x="159" y="57"/>
                </a:lnTo>
                <a:lnTo>
                  <a:pt x="159" y="58"/>
                </a:lnTo>
                <a:lnTo>
                  <a:pt x="157" y="58"/>
                </a:lnTo>
                <a:lnTo>
                  <a:pt x="154" y="59"/>
                </a:lnTo>
                <a:lnTo>
                  <a:pt x="150" y="60"/>
                </a:lnTo>
                <a:lnTo>
                  <a:pt x="148" y="60"/>
                </a:lnTo>
                <a:lnTo>
                  <a:pt x="146" y="60"/>
                </a:lnTo>
                <a:lnTo>
                  <a:pt x="144" y="62"/>
                </a:lnTo>
                <a:lnTo>
                  <a:pt x="142" y="63"/>
                </a:lnTo>
                <a:lnTo>
                  <a:pt x="139" y="65"/>
                </a:lnTo>
                <a:lnTo>
                  <a:pt x="136" y="67"/>
                </a:lnTo>
                <a:lnTo>
                  <a:pt x="134" y="69"/>
                </a:lnTo>
                <a:lnTo>
                  <a:pt x="131" y="72"/>
                </a:lnTo>
                <a:lnTo>
                  <a:pt x="126" y="77"/>
                </a:lnTo>
                <a:lnTo>
                  <a:pt x="121" y="82"/>
                </a:lnTo>
                <a:lnTo>
                  <a:pt x="118" y="82"/>
                </a:lnTo>
                <a:lnTo>
                  <a:pt x="116" y="82"/>
                </a:lnTo>
                <a:lnTo>
                  <a:pt x="106" y="88"/>
                </a:lnTo>
                <a:lnTo>
                  <a:pt x="94" y="96"/>
                </a:lnTo>
                <a:lnTo>
                  <a:pt x="89" y="100"/>
                </a:lnTo>
                <a:lnTo>
                  <a:pt x="82" y="104"/>
                </a:lnTo>
                <a:lnTo>
                  <a:pt x="78" y="108"/>
                </a:lnTo>
                <a:lnTo>
                  <a:pt x="73" y="112"/>
                </a:lnTo>
                <a:lnTo>
                  <a:pt x="67" y="118"/>
                </a:lnTo>
                <a:lnTo>
                  <a:pt x="61" y="124"/>
                </a:lnTo>
                <a:lnTo>
                  <a:pt x="57" y="128"/>
                </a:lnTo>
                <a:lnTo>
                  <a:pt x="53" y="131"/>
                </a:lnTo>
                <a:lnTo>
                  <a:pt x="51" y="132"/>
                </a:lnTo>
                <a:lnTo>
                  <a:pt x="50" y="132"/>
                </a:lnTo>
                <a:lnTo>
                  <a:pt x="48" y="132"/>
                </a:lnTo>
                <a:lnTo>
                  <a:pt x="46" y="132"/>
                </a:lnTo>
                <a:lnTo>
                  <a:pt x="46" y="136"/>
                </a:lnTo>
                <a:lnTo>
                  <a:pt x="45" y="138"/>
                </a:lnTo>
                <a:lnTo>
                  <a:pt x="44" y="140"/>
                </a:lnTo>
                <a:lnTo>
                  <a:pt x="42" y="142"/>
                </a:lnTo>
                <a:lnTo>
                  <a:pt x="41" y="145"/>
                </a:lnTo>
                <a:lnTo>
                  <a:pt x="40" y="148"/>
                </a:lnTo>
                <a:lnTo>
                  <a:pt x="39" y="151"/>
                </a:lnTo>
                <a:lnTo>
                  <a:pt x="39" y="154"/>
                </a:lnTo>
                <a:lnTo>
                  <a:pt x="39" y="159"/>
                </a:lnTo>
                <a:lnTo>
                  <a:pt x="38" y="168"/>
                </a:lnTo>
                <a:lnTo>
                  <a:pt x="38" y="180"/>
                </a:lnTo>
                <a:lnTo>
                  <a:pt x="38" y="192"/>
                </a:lnTo>
                <a:lnTo>
                  <a:pt x="36" y="205"/>
                </a:lnTo>
                <a:lnTo>
                  <a:pt x="34" y="216"/>
                </a:lnTo>
                <a:lnTo>
                  <a:pt x="34" y="221"/>
                </a:lnTo>
                <a:lnTo>
                  <a:pt x="33" y="225"/>
                </a:lnTo>
                <a:lnTo>
                  <a:pt x="31" y="229"/>
                </a:lnTo>
                <a:lnTo>
                  <a:pt x="30" y="230"/>
                </a:lnTo>
                <a:lnTo>
                  <a:pt x="27" y="230"/>
                </a:lnTo>
                <a:lnTo>
                  <a:pt x="25" y="230"/>
                </a:lnTo>
                <a:lnTo>
                  <a:pt x="22" y="230"/>
                </a:lnTo>
                <a:lnTo>
                  <a:pt x="18" y="230"/>
                </a:lnTo>
                <a:lnTo>
                  <a:pt x="18" y="229"/>
                </a:lnTo>
                <a:lnTo>
                  <a:pt x="17" y="227"/>
                </a:lnTo>
                <a:lnTo>
                  <a:pt x="16" y="225"/>
                </a:lnTo>
                <a:lnTo>
                  <a:pt x="14" y="224"/>
                </a:lnTo>
                <a:lnTo>
                  <a:pt x="12" y="223"/>
                </a:lnTo>
                <a:lnTo>
                  <a:pt x="9" y="221"/>
                </a:lnTo>
                <a:lnTo>
                  <a:pt x="9" y="214"/>
                </a:lnTo>
                <a:lnTo>
                  <a:pt x="9" y="208"/>
                </a:lnTo>
                <a:lnTo>
                  <a:pt x="9" y="200"/>
                </a:lnTo>
                <a:lnTo>
                  <a:pt x="9" y="194"/>
                </a:lnTo>
                <a:lnTo>
                  <a:pt x="9" y="188"/>
                </a:lnTo>
                <a:lnTo>
                  <a:pt x="9" y="180"/>
                </a:lnTo>
                <a:lnTo>
                  <a:pt x="9" y="174"/>
                </a:lnTo>
                <a:lnTo>
                  <a:pt x="9" y="168"/>
                </a:lnTo>
                <a:lnTo>
                  <a:pt x="9" y="167"/>
                </a:lnTo>
                <a:lnTo>
                  <a:pt x="8" y="165"/>
                </a:lnTo>
                <a:lnTo>
                  <a:pt x="7" y="164"/>
                </a:lnTo>
                <a:lnTo>
                  <a:pt x="7" y="163"/>
                </a:lnTo>
                <a:lnTo>
                  <a:pt x="7" y="160"/>
                </a:lnTo>
                <a:lnTo>
                  <a:pt x="7" y="156"/>
                </a:lnTo>
                <a:lnTo>
                  <a:pt x="8" y="152"/>
                </a:lnTo>
                <a:lnTo>
                  <a:pt x="8" y="148"/>
                </a:lnTo>
                <a:lnTo>
                  <a:pt x="8" y="145"/>
                </a:lnTo>
                <a:lnTo>
                  <a:pt x="7" y="141"/>
                </a:lnTo>
                <a:lnTo>
                  <a:pt x="4" y="136"/>
                </a:lnTo>
                <a:lnTo>
                  <a:pt x="1" y="127"/>
                </a:lnTo>
                <a:lnTo>
                  <a:pt x="1" y="125"/>
                </a:lnTo>
                <a:lnTo>
                  <a:pt x="0" y="123"/>
                </a:lnTo>
                <a:lnTo>
                  <a:pt x="0" y="121"/>
                </a:lnTo>
                <a:lnTo>
                  <a:pt x="0" y="119"/>
                </a:lnTo>
                <a:lnTo>
                  <a:pt x="1" y="117"/>
                </a:lnTo>
                <a:lnTo>
                  <a:pt x="1" y="116"/>
                </a:lnTo>
                <a:lnTo>
                  <a:pt x="2" y="114"/>
                </a:lnTo>
                <a:lnTo>
                  <a:pt x="4" y="113"/>
                </a:lnTo>
                <a:lnTo>
                  <a:pt x="6" y="112"/>
                </a:lnTo>
                <a:lnTo>
                  <a:pt x="8" y="112"/>
                </a:lnTo>
                <a:lnTo>
                  <a:pt x="10" y="112"/>
                </a:lnTo>
                <a:lnTo>
                  <a:pt x="11" y="112"/>
                </a:lnTo>
                <a:lnTo>
                  <a:pt x="14" y="114"/>
                </a:lnTo>
                <a:lnTo>
                  <a:pt x="18" y="116"/>
                </a:lnTo>
                <a:lnTo>
                  <a:pt x="23" y="120"/>
                </a:lnTo>
                <a:lnTo>
                  <a:pt x="28" y="123"/>
                </a:lnTo>
                <a:lnTo>
                  <a:pt x="31" y="123"/>
                </a:lnTo>
                <a:lnTo>
                  <a:pt x="35" y="123"/>
                </a:lnTo>
                <a:lnTo>
                  <a:pt x="38" y="123"/>
                </a:lnTo>
                <a:lnTo>
                  <a:pt x="42" y="123"/>
                </a:lnTo>
                <a:lnTo>
                  <a:pt x="43" y="121"/>
                </a:lnTo>
                <a:lnTo>
                  <a:pt x="45" y="120"/>
                </a:lnTo>
                <a:lnTo>
                  <a:pt x="46" y="119"/>
                </a:lnTo>
                <a:lnTo>
                  <a:pt x="48" y="117"/>
                </a:lnTo>
                <a:lnTo>
                  <a:pt x="51" y="116"/>
                </a:lnTo>
                <a:lnTo>
                  <a:pt x="56" y="113"/>
                </a:lnTo>
                <a:lnTo>
                  <a:pt x="58" y="112"/>
                </a:lnTo>
                <a:lnTo>
                  <a:pt x="59" y="110"/>
                </a:lnTo>
                <a:lnTo>
                  <a:pt x="61" y="108"/>
                </a:lnTo>
                <a:lnTo>
                  <a:pt x="62" y="106"/>
                </a:lnTo>
                <a:lnTo>
                  <a:pt x="66" y="102"/>
                </a:lnTo>
                <a:lnTo>
                  <a:pt x="70" y="99"/>
                </a:lnTo>
                <a:lnTo>
                  <a:pt x="74" y="97"/>
                </a:lnTo>
                <a:lnTo>
                  <a:pt x="79" y="96"/>
                </a:lnTo>
                <a:lnTo>
                  <a:pt x="84" y="92"/>
                </a:lnTo>
                <a:lnTo>
                  <a:pt x="89" y="87"/>
                </a:lnTo>
                <a:lnTo>
                  <a:pt x="94" y="83"/>
                </a:lnTo>
                <a:lnTo>
                  <a:pt x="99" y="79"/>
                </a:lnTo>
                <a:lnTo>
                  <a:pt x="102" y="78"/>
                </a:lnTo>
                <a:lnTo>
                  <a:pt x="103" y="76"/>
                </a:lnTo>
                <a:lnTo>
                  <a:pt x="106" y="76"/>
                </a:lnTo>
                <a:lnTo>
                  <a:pt x="108" y="76"/>
                </a:lnTo>
                <a:lnTo>
                  <a:pt x="110" y="75"/>
                </a:lnTo>
                <a:lnTo>
                  <a:pt x="112" y="75"/>
                </a:lnTo>
                <a:lnTo>
                  <a:pt x="114" y="73"/>
                </a:lnTo>
                <a:lnTo>
                  <a:pt x="116" y="72"/>
                </a:lnTo>
                <a:lnTo>
                  <a:pt x="121" y="68"/>
                </a:lnTo>
                <a:lnTo>
                  <a:pt x="126" y="63"/>
                </a:lnTo>
                <a:lnTo>
                  <a:pt x="129" y="60"/>
                </a:lnTo>
                <a:lnTo>
                  <a:pt x="131" y="58"/>
                </a:lnTo>
                <a:lnTo>
                  <a:pt x="134" y="58"/>
                </a:lnTo>
                <a:lnTo>
                  <a:pt x="135" y="57"/>
                </a:lnTo>
                <a:lnTo>
                  <a:pt x="137" y="56"/>
                </a:lnTo>
                <a:lnTo>
                  <a:pt x="139" y="5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4" name="îşļïḑe">
            <a:extLst>
              <a:ext uri="{FF2B5EF4-FFF2-40B4-BE49-F238E27FC236}">
                <a16:creationId xmlns:a16="http://schemas.microsoft.com/office/drawing/2014/main" id="{C234DBF2-F80E-4796-A92D-67F5424F2D66}"/>
              </a:ext>
            </a:extLst>
          </p:cNvPr>
          <p:cNvSpPr>
            <a:spLocks noGrp="1"/>
          </p:cNvSpPr>
          <p:nvPr/>
        </p:nvSpPr>
        <p:spPr>
          <a:xfrm>
            <a:off x="1973880" y="629640"/>
            <a:ext cx="60480" cy="165600"/>
          </a:xfrm>
          <a:custGeom>
            <a:avLst/>
            <a:gdLst>
              <a:gd name="textAreaLeft" fmla="*/ 0 w 60480"/>
              <a:gd name="textAreaRight" fmla="*/ 60840 w 60480"/>
              <a:gd name="textAreaTop" fmla="*/ 0 h 165600"/>
              <a:gd name="textAreaBottom" fmla="*/ 165960 h 165600"/>
              <a:gd name="GluePoint1X" fmla="*/ 127 w 139"/>
              <a:gd name="GluePoint1Y" fmla="*/ 2 h 380"/>
              <a:gd name="GluePoint2X" fmla="*/ 135 w 139"/>
              <a:gd name="GluePoint2Y" fmla="*/ 15 h 380"/>
              <a:gd name="GluePoint3X" fmla="*/ 135 w 139"/>
              <a:gd name="GluePoint3Y" fmla="*/ 22 h 380"/>
              <a:gd name="GluePoint4X" fmla="*/ 123 w 139"/>
              <a:gd name="GluePoint4Y" fmla="*/ 50 h 380"/>
              <a:gd name="GluePoint5X" fmla="*/ 113 w 139"/>
              <a:gd name="GluePoint5Y" fmla="*/ 73 h 380"/>
              <a:gd name="GluePoint6X" fmla="*/ 107 w 139"/>
              <a:gd name="GluePoint6Y" fmla="*/ 106 h 380"/>
              <a:gd name="GluePoint7X" fmla="*/ 101 w 139"/>
              <a:gd name="GluePoint7Y" fmla="*/ 145 h 380"/>
              <a:gd name="GluePoint8X" fmla="*/ 103 w 139"/>
              <a:gd name="GluePoint8Y" fmla="*/ 178 h 380"/>
              <a:gd name="GluePoint9X" fmla="*/ 110 w 139"/>
              <a:gd name="GluePoint9Y" fmla="*/ 184 h 380"/>
              <a:gd name="GluePoint10X" fmla="*/ 117 w 139"/>
              <a:gd name="GluePoint10Y" fmla="*/ 196 h 380"/>
              <a:gd name="GluePoint11X" fmla="*/ 127 w 139"/>
              <a:gd name="GluePoint11Y" fmla="*/ 198 h 380"/>
              <a:gd name="GluePoint12X" fmla="*/ 133 w 139"/>
              <a:gd name="GluePoint12Y" fmla="*/ 194 h 380"/>
              <a:gd name="GluePoint13X" fmla="*/ 139 w 139"/>
              <a:gd name="GluePoint13Y" fmla="*/ 199 h 380"/>
              <a:gd name="GluePoint14X" fmla="*/ 135 w 139"/>
              <a:gd name="GluePoint14Y" fmla="*/ 216 h 380"/>
              <a:gd name="GluePoint15X" fmla="*/ 127 w 139"/>
              <a:gd name="GluePoint15Y" fmla="*/ 240 h 380"/>
              <a:gd name="GluePoint16X" fmla="*/ 119 w 139"/>
              <a:gd name="GluePoint16Y" fmla="*/ 255 h 380"/>
              <a:gd name="GluePoint17X" fmla="*/ 119 w 139"/>
              <a:gd name="GluePoint17Y" fmla="*/ 260 h 380"/>
              <a:gd name="GluePoint18X" fmla="*/ 108 w 139"/>
              <a:gd name="GluePoint18Y" fmla="*/ 268 h 380"/>
              <a:gd name="GluePoint19X" fmla="*/ 104 w 139"/>
              <a:gd name="GluePoint19Y" fmla="*/ 279 h 380"/>
              <a:gd name="GluePoint20X" fmla="*/ 98 w 139"/>
              <a:gd name="GluePoint20Y" fmla="*/ 290 h 380"/>
              <a:gd name="GluePoint21X" fmla="*/ 93 w 139"/>
              <a:gd name="GluePoint21Y" fmla="*/ 300 h 380"/>
              <a:gd name="GluePoint22X" fmla="*/ 92 w 139"/>
              <a:gd name="GluePoint22Y" fmla="*/ 311 h 380"/>
              <a:gd name="GluePoint23X" fmla="*/ 81 w 139"/>
              <a:gd name="GluePoint23Y" fmla="*/ 332 h 380"/>
              <a:gd name="GluePoint24X" fmla="*/ 79 w 139"/>
              <a:gd name="GluePoint24Y" fmla="*/ 341 h 380"/>
              <a:gd name="GluePoint25X" fmla="*/ 77 w 139"/>
              <a:gd name="GluePoint25Y" fmla="*/ 352 h 380"/>
              <a:gd name="GluePoint26X" fmla="*/ 72 w 139"/>
              <a:gd name="GluePoint26Y" fmla="*/ 360 h 380"/>
              <a:gd name="GluePoint27X" fmla="*/ 63 w 139"/>
              <a:gd name="GluePoint27Y" fmla="*/ 370 h 380"/>
              <a:gd name="GluePoint28X" fmla="*/ 52 w 139"/>
              <a:gd name="GluePoint28Y" fmla="*/ 376 h 380"/>
              <a:gd name="GluePoint29X" fmla="*/ 39 w 139"/>
              <a:gd name="GluePoint29Y" fmla="*/ 380 h 380"/>
              <a:gd name="GluePoint30X" fmla="*/ 15 w 139"/>
              <a:gd name="GluePoint30Y" fmla="*/ 376 h 380"/>
              <a:gd name="GluePoint31X" fmla="*/ 7 w 139"/>
              <a:gd name="GluePoint31Y" fmla="*/ 365 h 380"/>
              <a:gd name="GluePoint32X" fmla="*/ 7 w 139"/>
              <a:gd name="GluePoint32Y" fmla="*/ 356 h 380"/>
              <a:gd name="GluePoint33X" fmla="*/ 14 w 139"/>
              <a:gd name="GluePoint33Y" fmla="*/ 344 h 380"/>
              <a:gd name="GluePoint34X" fmla="*/ 19 w 139"/>
              <a:gd name="GluePoint34Y" fmla="*/ 330 h 380"/>
              <a:gd name="GluePoint35X" fmla="*/ 25 w 139"/>
              <a:gd name="GluePoint35Y" fmla="*/ 319 h 380"/>
              <a:gd name="GluePoint36X" fmla="*/ 47 w 139"/>
              <a:gd name="GluePoint36Y" fmla="*/ 280 h 380"/>
              <a:gd name="GluePoint37X" fmla="*/ 56 w 139"/>
              <a:gd name="GluePoint37Y" fmla="*/ 256 h 380"/>
              <a:gd name="GluePoint38X" fmla="*/ 43 w 139"/>
              <a:gd name="GluePoint38Y" fmla="*/ 248 h 380"/>
              <a:gd name="GluePoint39X" fmla="*/ 31 w 139"/>
              <a:gd name="GluePoint39Y" fmla="*/ 247 h 380"/>
              <a:gd name="GluePoint40X" fmla="*/ 19 w 139"/>
              <a:gd name="GluePoint40Y" fmla="*/ 251 h 380"/>
              <a:gd name="GluePoint41X" fmla="*/ 6 w 139"/>
              <a:gd name="GluePoint41Y" fmla="*/ 247 h 380"/>
              <a:gd name="GluePoint42X" fmla="*/ 0 w 139"/>
              <a:gd name="GluePoint42Y" fmla="*/ 239 h 380"/>
              <a:gd name="GluePoint43X" fmla="*/ 11 w 139"/>
              <a:gd name="GluePoint43Y" fmla="*/ 225 h 380"/>
              <a:gd name="GluePoint44X" fmla="*/ 38 w 139"/>
              <a:gd name="GluePoint44Y" fmla="*/ 208 h 380"/>
              <a:gd name="GluePoint45X" fmla="*/ 55 w 139"/>
              <a:gd name="GluePoint45Y" fmla="*/ 196 h 380"/>
              <a:gd name="GluePoint46X" fmla="*/ 67 w 139"/>
              <a:gd name="GluePoint46Y" fmla="*/ 183 h 380"/>
              <a:gd name="GluePoint47X" fmla="*/ 67 w 139"/>
              <a:gd name="GluePoint47Y" fmla="*/ 167 h 380"/>
              <a:gd name="GluePoint48X" fmla="*/ 66 w 139"/>
              <a:gd name="GluePoint48Y" fmla="*/ 140 h 380"/>
              <a:gd name="GluePoint49X" fmla="*/ 69 w 139"/>
              <a:gd name="GluePoint49Y" fmla="*/ 124 h 380"/>
              <a:gd name="GluePoint50X" fmla="*/ 71 w 139"/>
              <a:gd name="GluePoint50Y" fmla="*/ 97 h 380"/>
              <a:gd name="GluePoint51X" fmla="*/ 71 w 139"/>
              <a:gd name="GluePoint51Y" fmla="*/ 85 h 380"/>
              <a:gd name="GluePoint52X" fmla="*/ 68 w 139"/>
              <a:gd name="GluePoint52Y" fmla="*/ 81 h 380"/>
              <a:gd name="GluePoint53X" fmla="*/ 56 w 139"/>
              <a:gd name="GluePoint53Y" fmla="*/ 79 h 380"/>
              <a:gd name="GluePoint54X" fmla="*/ 39 w 139"/>
              <a:gd name="GluePoint54Y" fmla="*/ 83 h 380"/>
              <a:gd name="GluePoint55X" fmla="*/ 24 w 139"/>
              <a:gd name="GluePoint55Y" fmla="*/ 83 h 380"/>
              <a:gd name="GluePoint56X" fmla="*/ 11 w 139"/>
              <a:gd name="GluePoint56Y" fmla="*/ 79 h 380"/>
              <a:gd name="GluePoint57X" fmla="*/ 1 w 139"/>
              <a:gd name="GluePoint57Y" fmla="*/ 70 h 380"/>
              <a:gd name="GluePoint58X" fmla="*/ 10 w 139"/>
              <a:gd name="GluePoint58Y" fmla="*/ 59 h 380"/>
              <a:gd name="GluePoint59X" fmla="*/ 36 w 139"/>
              <a:gd name="GluePoint59Y" fmla="*/ 46 h 380"/>
              <a:gd name="GluePoint60X" fmla="*/ 55 w 139"/>
              <a:gd name="GluePoint60Y" fmla="*/ 37 h 380"/>
              <a:gd name="GluePoint61X" fmla="*/ 68 w 139"/>
              <a:gd name="GluePoint61Y" fmla="*/ 25 h 380"/>
              <a:gd name="GluePoint62X" fmla="*/ 85 w 139"/>
              <a:gd name="GluePoint62Y" fmla="*/ 16 h 380"/>
              <a:gd name="GluePoint63X" fmla="*/ 111 w 139"/>
              <a:gd name="GluePoint63Y" fmla="*/ 5 h 380"/>
            </a:gdLst>
            <a:ahLst/>
            <a:cxnLst/>
            <a:rect l="textAreaLeft" t="textAreaTop" r="textAreaRight" b="textAreaBottom"/>
            <a:pathLst>
              <a:path w="139" h="380">
                <a:moveTo>
                  <a:pt x="117" y="0"/>
                </a:moveTo>
                <a:lnTo>
                  <a:pt x="121" y="0"/>
                </a:lnTo>
                <a:lnTo>
                  <a:pt x="124" y="1"/>
                </a:lnTo>
                <a:lnTo>
                  <a:pt x="127" y="2"/>
                </a:lnTo>
                <a:lnTo>
                  <a:pt x="131" y="3"/>
                </a:lnTo>
                <a:lnTo>
                  <a:pt x="132" y="7"/>
                </a:lnTo>
                <a:lnTo>
                  <a:pt x="135" y="11"/>
                </a:lnTo>
                <a:lnTo>
                  <a:pt x="135" y="15"/>
                </a:lnTo>
                <a:lnTo>
                  <a:pt x="135" y="17"/>
                </a:lnTo>
                <a:lnTo>
                  <a:pt x="135" y="19"/>
                </a:lnTo>
                <a:lnTo>
                  <a:pt x="135" y="20"/>
                </a:lnTo>
                <a:lnTo>
                  <a:pt x="135" y="22"/>
                </a:lnTo>
                <a:lnTo>
                  <a:pt x="135" y="23"/>
                </a:lnTo>
                <a:lnTo>
                  <a:pt x="131" y="34"/>
                </a:lnTo>
                <a:lnTo>
                  <a:pt x="125" y="44"/>
                </a:lnTo>
                <a:lnTo>
                  <a:pt x="123" y="50"/>
                </a:lnTo>
                <a:lnTo>
                  <a:pt x="120" y="55"/>
                </a:lnTo>
                <a:lnTo>
                  <a:pt x="117" y="60"/>
                </a:lnTo>
                <a:lnTo>
                  <a:pt x="114" y="65"/>
                </a:lnTo>
                <a:lnTo>
                  <a:pt x="113" y="73"/>
                </a:lnTo>
                <a:lnTo>
                  <a:pt x="111" y="81"/>
                </a:lnTo>
                <a:lnTo>
                  <a:pt x="111" y="89"/>
                </a:lnTo>
                <a:lnTo>
                  <a:pt x="110" y="97"/>
                </a:lnTo>
                <a:lnTo>
                  <a:pt x="107" y="106"/>
                </a:lnTo>
                <a:lnTo>
                  <a:pt x="105" y="115"/>
                </a:lnTo>
                <a:lnTo>
                  <a:pt x="103" y="125"/>
                </a:lnTo>
                <a:lnTo>
                  <a:pt x="102" y="135"/>
                </a:lnTo>
                <a:lnTo>
                  <a:pt x="101" y="145"/>
                </a:lnTo>
                <a:lnTo>
                  <a:pt x="100" y="156"/>
                </a:lnTo>
                <a:lnTo>
                  <a:pt x="100" y="166"/>
                </a:lnTo>
                <a:lnTo>
                  <a:pt x="100" y="176"/>
                </a:lnTo>
                <a:lnTo>
                  <a:pt x="103" y="178"/>
                </a:lnTo>
                <a:lnTo>
                  <a:pt x="104" y="179"/>
                </a:lnTo>
                <a:lnTo>
                  <a:pt x="106" y="180"/>
                </a:lnTo>
                <a:lnTo>
                  <a:pt x="107" y="181"/>
                </a:lnTo>
                <a:lnTo>
                  <a:pt x="110" y="184"/>
                </a:lnTo>
                <a:lnTo>
                  <a:pt x="111" y="187"/>
                </a:lnTo>
                <a:lnTo>
                  <a:pt x="113" y="190"/>
                </a:lnTo>
                <a:lnTo>
                  <a:pt x="115" y="193"/>
                </a:lnTo>
                <a:lnTo>
                  <a:pt x="117" y="196"/>
                </a:lnTo>
                <a:lnTo>
                  <a:pt x="119" y="200"/>
                </a:lnTo>
                <a:lnTo>
                  <a:pt x="123" y="200"/>
                </a:lnTo>
                <a:lnTo>
                  <a:pt x="125" y="199"/>
                </a:lnTo>
                <a:lnTo>
                  <a:pt x="127" y="198"/>
                </a:lnTo>
                <a:lnTo>
                  <a:pt x="128" y="197"/>
                </a:lnTo>
                <a:lnTo>
                  <a:pt x="130" y="196"/>
                </a:lnTo>
                <a:lnTo>
                  <a:pt x="131" y="195"/>
                </a:lnTo>
                <a:lnTo>
                  <a:pt x="133" y="194"/>
                </a:lnTo>
                <a:lnTo>
                  <a:pt x="135" y="193"/>
                </a:lnTo>
                <a:lnTo>
                  <a:pt x="138" y="195"/>
                </a:lnTo>
                <a:lnTo>
                  <a:pt x="139" y="196"/>
                </a:lnTo>
                <a:lnTo>
                  <a:pt x="139" y="199"/>
                </a:lnTo>
                <a:lnTo>
                  <a:pt x="139" y="202"/>
                </a:lnTo>
                <a:lnTo>
                  <a:pt x="139" y="205"/>
                </a:lnTo>
                <a:lnTo>
                  <a:pt x="138" y="208"/>
                </a:lnTo>
                <a:lnTo>
                  <a:pt x="135" y="216"/>
                </a:lnTo>
                <a:lnTo>
                  <a:pt x="134" y="222"/>
                </a:lnTo>
                <a:lnTo>
                  <a:pt x="131" y="228"/>
                </a:lnTo>
                <a:lnTo>
                  <a:pt x="128" y="235"/>
                </a:lnTo>
                <a:lnTo>
                  <a:pt x="127" y="240"/>
                </a:lnTo>
                <a:lnTo>
                  <a:pt x="124" y="244"/>
                </a:lnTo>
                <a:lnTo>
                  <a:pt x="123" y="247"/>
                </a:lnTo>
                <a:lnTo>
                  <a:pt x="120" y="252"/>
                </a:lnTo>
                <a:lnTo>
                  <a:pt x="119" y="255"/>
                </a:lnTo>
                <a:lnTo>
                  <a:pt x="119" y="257"/>
                </a:lnTo>
                <a:lnTo>
                  <a:pt x="119" y="258"/>
                </a:lnTo>
                <a:lnTo>
                  <a:pt x="119" y="259"/>
                </a:lnTo>
                <a:lnTo>
                  <a:pt x="119" y="260"/>
                </a:lnTo>
                <a:lnTo>
                  <a:pt x="119" y="260"/>
                </a:lnTo>
                <a:lnTo>
                  <a:pt x="115" y="263"/>
                </a:lnTo>
                <a:lnTo>
                  <a:pt x="111" y="265"/>
                </a:lnTo>
                <a:lnTo>
                  <a:pt x="108" y="268"/>
                </a:lnTo>
                <a:lnTo>
                  <a:pt x="105" y="271"/>
                </a:lnTo>
                <a:lnTo>
                  <a:pt x="105" y="274"/>
                </a:lnTo>
                <a:lnTo>
                  <a:pt x="104" y="276"/>
                </a:lnTo>
                <a:lnTo>
                  <a:pt x="104" y="279"/>
                </a:lnTo>
                <a:lnTo>
                  <a:pt x="104" y="281"/>
                </a:lnTo>
                <a:lnTo>
                  <a:pt x="103" y="284"/>
                </a:lnTo>
                <a:lnTo>
                  <a:pt x="100" y="287"/>
                </a:lnTo>
                <a:lnTo>
                  <a:pt x="98" y="290"/>
                </a:lnTo>
                <a:lnTo>
                  <a:pt x="95" y="292"/>
                </a:lnTo>
                <a:lnTo>
                  <a:pt x="95" y="295"/>
                </a:lnTo>
                <a:lnTo>
                  <a:pt x="94" y="297"/>
                </a:lnTo>
                <a:lnTo>
                  <a:pt x="93" y="300"/>
                </a:lnTo>
                <a:lnTo>
                  <a:pt x="93" y="303"/>
                </a:lnTo>
                <a:lnTo>
                  <a:pt x="93" y="305"/>
                </a:lnTo>
                <a:lnTo>
                  <a:pt x="93" y="308"/>
                </a:lnTo>
                <a:lnTo>
                  <a:pt x="92" y="311"/>
                </a:lnTo>
                <a:lnTo>
                  <a:pt x="91" y="313"/>
                </a:lnTo>
                <a:lnTo>
                  <a:pt x="87" y="322"/>
                </a:lnTo>
                <a:lnTo>
                  <a:pt x="82" y="329"/>
                </a:lnTo>
                <a:lnTo>
                  <a:pt x="81" y="332"/>
                </a:lnTo>
                <a:lnTo>
                  <a:pt x="80" y="334"/>
                </a:lnTo>
                <a:lnTo>
                  <a:pt x="80" y="336"/>
                </a:lnTo>
                <a:lnTo>
                  <a:pt x="79" y="338"/>
                </a:lnTo>
                <a:lnTo>
                  <a:pt x="79" y="341"/>
                </a:lnTo>
                <a:lnTo>
                  <a:pt x="79" y="344"/>
                </a:lnTo>
                <a:lnTo>
                  <a:pt x="79" y="348"/>
                </a:lnTo>
                <a:lnTo>
                  <a:pt x="79" y="352"/>
                </a:lnTo>
                <a:lnTo>
                  <a:pt x="77" y="352"/>
                </a:lnTo>
                <a:lnTo>
                  <a:pt x="75" y="354"/>
                </a:lnTo>
                <a:lnTo>
                  <a:pt x="75" y="355"/>
                </a:lnTo>
                <a:lnTo>
                  <a:pt x="74" y="356"/>
                </a:lnTo>
                <a:lnTo>
                  <a:pt x="72" y="360"/>
                </a:lnTo>
                <a:lnTo>
                  <a:pt x="70" y="363"/>
                </a:lnTo>
                <a:lnTo>
                  <a:pt x="68" y="365"/>
                </a:lnTo>
                <a:lnTo>
                  <a:pt x="66" y="368"/>
                </a:lnTo>
                <a:lnTo>
                  <a:pt x="63" y="370"/>
                </a:lnTo>
                <a:lnTo>
                  <a:pt x="61" y="372"/>
                </a:lnTo>
                <a:lnTo>
                  <a:pt x="58" y="373"/>
                </a:lnTo>
                <a:lnTo>
                  <a:pt x="55" y="375"/>
                </a:lnTo>
                <a:lnTo>
                  <a:pt x="52" y="376"/>
                </a:lnTo>
                <a:lnTo>
                  <a:pt x="49" y="377"/>
                </a:lnTo>
                <a:lnTo>
                  <a:pt x="46" y="378"/>
                </a:lnTo>
                <a:lnTo>
                  <a:pt x="43" y="379"/>
                </a:lnTo>
                <a:lnTo>
                  <a:pt x="39" y="380"/>
                </a:lnTo>
                <a:lnTo>
                  <a:pt x="35" y="380"/>
                </a:lnTo>
                <a:lnTo>
                  <a:pt x="27" y="380"/>
                </a:lnTo>
                <a:lnTo>
                  <a:pt x="17" y="380"/>
                </a:lnTo>
                <a:lnTo>
                  <a:pt x="15" y="376"/>
                </a:lnTo>
                <a:lnTo>
                  <a:pt x="11" y="372"/>
                </a:lnTo>
                <a:lnTo>
                  <a:pt x="10" y="370"/>
                </a:lnTo>
                <a:lnTo>
                  <a:pt x="8" y="368"/>
                </a:lnTo>
                <a:lnTo>
                  <a:pt x="7" y="365"/>
                </a:lnTo>
                <a:lnTo>
                  <a:pt x="7" y="362"/>
                </a:lnTo>
                <a:lnTo>
                  <a:pt x="7" y="360"/>
                </a:lnTo>
                <a:lnTo>
                  <a:pt x="7" y="359"/>
                </a:lnTo>
                <a:lnTo>
                  <a:pt x="7" y="356"/>
                </a:lnTo>
                <a:lnTo>
                  <a:pt x="7" y="355"/>
                </a:lnTo>
                <a:lnTo>
                  <a:pt x="8" y="352"/>
                </a:lnTo>
                <a:lnTo>
                  <a:pt x="10" y="348"/>
                </a:lnTo>
                <a:lnTo>
                  <a:pt x="14" y="344"/>
                </a:lnTo>
                <a:lnTo>
                  <a:pt x="17" y="339"/>
                </a:lnTo>
                <a:lnTo>
                  <a:pt x="19" y="336"/>
                </a:lnTo>
                <a:lnTo>
                  <a:pt x="19" y="332"/>
                </a:lnTo>
                <a:lnTo>
                  <a:pt x="19" y="330"/>
                </a:lnTo>
                <a:lnTo>
                  <a:pt x="19" y="328"/>
                </a:lnTo>
                <a:lnTo>
                  <a:pt x="20" y="327"/>
                </a:lnTo>
                <a:lnTo>
                  <a:pt x="21" y="325"/>
                </a:lnTo>
                <a:lnTo>
                  <a:pt x="25" y="319"/>
                </a:lnTo>
                <a:lnTo>
                  <a:pt x="31" y="310"/>
                </a:lnTo>
                <a:lnTo>
                  <a:pt x="36" y="300"/>
                </a:lnTo>
                <a:lnTo>
                  <a:pt x="42" y="290"/>
                </a:lnTo>
                <a:lnTo>
                  <a:pt x="47" y="280"/>
                </a:lnTo>
                <a:lnTo>
                  <a:pt x="52" y="269"/>
                </a:lnTo>
                <a:lnTo>
                  <a:pt x="54" y="265"/>
                </a:lnTo>
                <a:lnTo>
                  <a:pt x="55" y="260"/>
                </a:lnTo>
                <a:lnTo>
                  <a:pt x="56" y="256"/>
                </a:lnTo>
                <a:lnTo>
                  <a:pt x="56" y="253"/>
                </a:lnTo>
                <a:lnTo>
                  <a:pt x="51" y="251"/>
                </a:lnTo>
                <a:lnTo>
                  <a:pt x="45" y="248"/>
                </a:lnTo>
                <a:lnTo>
                  <a:pt x="43" y="248"/>
                </a:lnTo>
                <a:lnTo>
                  <a:pt x="39" y="247"/>
                </a:lnTo>
                <a:lnTo>
                  <a:pt x="36" y="246"/>
                </a:lnTo>
                <a:lnTo>
                  <a:pt x="34" y="246"/>
                </a:lnTo>
                <a:lnTo>
                  <a:pt x="31" y="247"/>
                </a:lnTo>
                <a:lnTo>
                  <a:pt x="28" y="248"/>
                </a:lnTo>
                <a:lnTo>
                  <a:pt x="26" y="249"/>
                </a:lnTo>
                <a:lnTo>
                  <a:pt x="23" y="250"/>
                </a:lnTo>
                <a:lnTo>
                  <a:pt x="19" y="251"/>
                </a:lnTo>
                <a:lnTo>
                  <a:pt x="15" y="251"/>
                </a:lnTo>
                <a:lnTo>
                  <a:pt x="11" y="251"/>
                </a:lnTo>
                <a:lnTo>
                  <a:pt x="7" y="251"/>
                </a:lnTo>
                <a:lnTo>
                  <a:pt x="6" y="247"/>
                </a:lnTo>
                <a:lnTo>
                  <a:pt x="3" y="244"/>
                </a:lnTo>
                <a:lnTo>
                  <a:pt x="3" y="243"/>
                </a:lnTo>
                <a:lnTo>
                  <a:pt x="1" y="241"/>
                </a:lnTo>
                <a:lnTo>
                  <a:pt x="0" y="239"/>
                </a:lnTo>
                <a:lnTo>
                  <a:pt x="0" y="236"/>
                </a:lnTo>
                <a:lnTo>
                  <a:pt x="3" y="232"/>
                </a:lnTo>
                <a:lnTo>
                  <a:pt x="7" y="228"/>
                </a:lnTo>
                <a:lnTo>
                  <a:pt x="11" y="225"/>
                </a:lnTo>
                <a:lnTo>
                  <a:pt x="15" y="222"/>
                </a:lnTo>
                <a:lnTo>
                  <a:pt x="23" y="216"/>
                </a:lnTo>
                <a:lnTo>
                  <a:pt x="33" y="211"/>
                </a:lnTo>
                <a:lnTo>
                  <a:pt x="38" y="208"/>
                </a:lnTo>
                <a:lnTo>
                  <a:pt x="43" y="206"/>
                </a:lnTo>
                <a:lnTo>
                  <a:pt x="47" y="203"/>
                </a:lnTo>
                <a:lnTo>
                  <a:pt x="51" y="200"/>
                </a:lnTo>
                <a:lnTo>
                  <a:pt x="55" y="196"/>
                </a:lnTo>
                <a:lnTo>
                  <a:pt x="59" y="193"/>
                </a:lnTo>
                <a:lnTo>
                  <a:pt x="62" y="189"/>
                </a:lnTo>
                <a:lnTo>
                  <a:pt x="65" y="185"/>
                </a:lnTo>
                <a:lnTo>
                  <a:pt x="67" y="183"/>
                </a:lnTo>
                <a:lnTo>
                  <a:pt x="67" y="180"/>
                </a:lnTo>
                <a:lnTo>
                  <a:pt x="67" y="176"/>
                </a:lnTo>
                <a:lnTo>
                  <a:pt x="68" y="174"/>
                </a:lnTo>
                <a:lnTo>
                  <a:pt x="67" y="167"/>
                </a:lnTo>
                <a:lnTo>
                  <a:pt x="67" y="159"/>
                </a:lnTo>
                <a:lnTo>
                  <a:pt x="67" y="152"/>
                </a:lnTo>
                <a:lnTo>
                  <a:pt x="66" y="143"/>
                </a:lnTo>
                <a:lnTo>
                  <a:pt x="66" y="140"/>
                </a:lnTo>
                <a:lnTo>
                  <a:pt x="67" y="136"/>
                </a:lnTo>
                <a:lnTo>
                  <a:pt x="67" y="131"/>
                </a:lnTo>
                <a:lnTo>
                  <a:pt x="68" y="128"/>
                </a:lnTo>
                <a:lnTo>
                  <a:pt x="69" y="124"/>
                </a:lnTo>
                <a:lnTo>
                  <a:pt x="69" y="119"/>
                </a:lnTo>
                <a:lnTo>
                  <a:pt x="70" y="111"/>
                </a:lnTo>
                <a:lnTo>
                  <a:pt x="71" y="104"/>
                </a:lnTo>
                <a:lnTo>
                  <a:pt x="71" y="97"/>
                </a:lnTo>
                <a:lnTo>
                  <a:pt x="71" y="91"/>
                </a:lnTo>
                <a:lnTo>
                  <a:pt x="71" y="88"/>
                </a:lnTo>
                <a:lnTo>
                  <a:pt x="71" y="87"/>
                </a:lnTo>
                <a:lnTo>
                  <a:pt x="71" y="85"/>
                </a:lnTo>
                <a:lnTo>
                  <a:pt x="70" y="84"/>
                </a:lnTo>
                <a:lnTo>
                  <a:pt x="70" y="83"/>
                </a:lnTo>
                <a:lnTo>
                  <a:pt x="69" y="82"/>
                </a:lnTo>
                <a:lnTo>
                  <a:pt x="68" y="81"/>
                </a:lnTo>
                <a:lnTo>
                  <a:pt x="67" y="80"/>
                </a:lnTo>
                <a:lnTo>
                  <a:pt x="65" y="79"/>
                </a:lnTo>
                <a:lnTo>
                  <a:pt x="63" y="79"/>
                </a:lnTo>
                <a:lnTo>
                  <a:pt x="56" y="79"/>
                </a:lnTo>
                <a:lnTo>
                  <a:pt x="50" y="79"/>
                </a:lnTo>
                <a:lnTo>
                  <a:pt x="47" y="80"/>
                </a:lnTo>
                <a:lnTo>
                  <a:pt x="43" y="82"/>
                </a:lnTo>
                <a:lnTo>
                  <a:pt x="39" y="83"/>
                </a:lnTo>
                <a:lnTo>
                  <a:pt x="36" y="83"/>
                </a:lnTo>
                <a:lnTo>
                  <a:pt x="32" y="83"/>
                </a:lnTo>
                <a:lnTo>
                  <a:pt x="28" y="83"/>
                </a:lnTo>
                <a:lnTo>
                  <a:pt x="24" y="83"/>
                </a:lnTo>
                <a:lnTo>
                  <a:pt x="21" y="83"/>
                </a:lnTo>
                <a:lnTo>
                  <a:pt x="17" y="82"/>
                </a:lnTo>
                <a:lnTo>
                  <a:pt x="14" y="80"/>
                </a:lnTo>
                <a:lnTo>
                  <a:pt x="11" y="79"/>
                </a:lnTo>
                <a:lnTo>
                  <a:pt x="8" y="77"/>
                </a:lnTo>
                <a:lnTo>
                  <a:pt x="5" y="75"/>
                </a:lnTo>
                <a:lnTo>
                  <a:pt x="3" y="72"/>
                </a:lnTo>
                <a:lnTo>
                  <a:pt x="1" y="70"/>
                </a:lnTo>
                <a:lnTo>
                  <a:pt x="0" y="67"/>
                </a:lnTo>
                <a:lnTo>
                  <a:pt x="3" y="63"/>
                </a:lnTo>
                <a:lnTo>
                  <a:pt x="7" y="61"/>
                </a:lnTo>
                <a:lnTo>
                  <a:pt x="10" y="59"/>
                </a:lnTo>
                <a:lnTo>
                  <a:pt x="14" y="57"/>
                </a:lnTo>
                <a:lnTo>
                  <a:pt x="21" y="53"/>
                </a:lnTo>
                <a:lnTo>
                  <a:pt x="28" y="49"/>
                </a:lnTo>
                <a:lnTo>
                  <a:pt x="36" y="46"/>
                </a:lnTo>
                <a:lnTo>
                  <a:pt x="44" y="43"/>
                </a:lnTo>
                <a:lnTo>
                  <a:pt x="47" y="41"/>
                </a:lnTo>
                <a:lnTo>
                  <a:pt x="51" y="39"/>
                </a:lnTo>
                <a:lnTo>
                  <a:pt x="55" y="37"/>
                </a:lnTo>
                <a:lnTo>
                  <a:pt x="59" y="35"/>
                </a:lnTo>
                <a:lnTo>
                  <a:pt x="62" y="31"/>
                </a:lnTo>
                <a:lnTo>
                  <a:pt x="66" y="27"/>
                </a:lnTo>
                <a:lnTo>
                  <a:pt x="68" y="25"/>
                </a:lnTo>
                <a:lnTo>
                  <a:pt x="71" y="23"/>
                </a:lnTo>
                <a:lnTo>
                  <a:pt x="72" y="22"/>
                </a:lnTo>
                <a:lnTo>
                  <a:pt x="75" y="20"/>
                </a:lnTo>
                <a:lnTo>
                  <a:pt x="85" y="16"/>
                </a:lnTo>
                <a:lnTo>
                  <a:pt x="97" y="11"/>
                </a:lnTo>
                <a:lnTo>
                  <a:pt x="103" y="9"/>
                </a:lnTo>
                <a:lnTo>
                  <a:pt x="108" y="6"/>
                </a:lnTo>
                <a:lnTo>
                  <a:pt x="111" y="5"/>
                </a:lnTo>
                <a:lnTo>
                  <a:pt x="113" y="3"/>
                </a:lnTo>
                <a:lnTo>
                  <a:pt x="115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5" name="isľiďe">
            <a:extLst>
              <a:ext uri="{FF2B5EF4-FFF2-40B4-BE49-F238E27FC236}">
                <a16:creationId xmlns:a16="http://schemas.microsoft.com/office/drawing/2014/main" id="{C90234AA-8B53-44B2-8549-C821D0FC7022}"/>
              </a:ext>
            </a:extLst>
          </p:cNvPr>
          <p:cNvSpPr>
            <a:spLocks noGrp="1"/>
          </p:cNvSpPr>
          <p:nvPr/>
        </p:nvSpPr>
        <p:spPr>
          <a:xfrm>
            <a:off x="2250360" y="647280"/>
            <a:ext cx="173880" cy="149760"/>
          </a:xfrm>
          <a:custGeom>
            <a:avLst/>
            <a:gdLst>
              <a:gd name="textAreaLeft" fmla="*/ 0 w 173880"/>
              <a:gd name="textAreaRight" fmla="*/ 174240 w 173880"/>
              <a:gd name="textAreaTop" fmla="*/ 0 h 149760"/>
              <a:gd name="textAreaBottom" fmla="*/ 150120 h 149760"/>
              <a:gd name="GluePoint1X" fmla="*/ 172 w 399"/>
              <a:gd name="GluePoint1Y" fmla="*/ 38 h 344"/>
              <a:gd name="GluePoint2X" fmla="*/ 170 w 399"/>
              <a:gd name="GluePoint2Y" fmla="*/ 19 h 344"/>
              <a:gd name="GluePoint3X" fmla="*/ 178 w 399"/>
              <a:gd name="GluePoint3Y" fmla="*/ 12 h 344"/>
              <a:gd name="GluePoint4X" fmla="*/ 192 w 399"/>
              <a:gd name="GluePoint4Y" fmla="*/ 15 h 344"/>
              <a:gd name="GluePoint5X" fmla="*/ 233 w 399"/>
              <a:gd name="GluePoint5Y" fmla="*/ 14 h 344"/>
              <a:gd name="GluePoint6X" fmla="*/ 286 w 399"/>
              <a:gd name="GluePoint6Y" fmla="*/ 4 h 344"/>
              <a:gd name="GluePoint7X" fmla="*/ 330 w 399"/>
              <a:gd name="GluePoint7Y" fmla="*/ 2 h 344"/>
              <a:gd name="GluePoint8X" fmla="*/ 351 w 399"/>
              <a:gd name="GluePoint8Y" fmla="*/ 2 h 344"/>
              <a:gd name="GluePoint9X" fmla="*/ 374 w 399"/>
              <a:gd name="GluePoint9Y" fmla="*/ 3 h 344"/>
              <a:gd name="GluePoint10X" fmla="*/ 394 w 399"/>
              <a:gd name="GluePoint10Y" fmla="*/ 20 h 344"/>
              <a:gd name="GluePoint11X" fmla="*/ 398 w 399"/>
              <a:gd name="GluePoint11Y" fmla="*/ 33 h 344"/>
              <a:gd name="GluePoint12X" fmla="*/ 394 w 399"/>
              <a:gd name="GluePoint12Y" fmla="*/ 49 h 344"/>
              <a:gd name="GluePoint13X" fmla="*/ 384 w 399"/>
              <a:gd name="GluePoint13Y" fmla="*/ 65 h 344"/>
              <a:gd name="GluePoint14X" fmla="*/ 363 w 399"/>
              <a:gd name="GluePoint14Y" fmla="*/ 87 h 344"/>
              <a:gd name="GluePoint15X" fmla="*/ 327 w 399"/>
              <a:gd name="GluePoint15Y" fmla="*/ 126 h 344"/>
              <a:gd name="GluePoint16X" fmla="*/ 304 w 399"/>
              <a:gd name="GluePoint16Y" fmla="*/ 146 h 344"/>
              <a:gd name="GluePoint17X" fmla="*/ 292 w 399"/>
              <a:gd name="GluePoint17Y" fmla="*/ 163 h 344"/>
              <a:gd name="GluePoint18X" fmla="*/ 278 w 399"/>
              <a:gd name="GluePoint18Y" fmla="*/ 178 h 344"/>
              <a:gd name="GluePoint19X" fmla="*/ 268 w 399"/>
              <a:gd name="GluePoint19Y" fmla="*/ 181 h 344"/>
              <a:gd name="GluePoint20X" fmla="*/ 263 w 399"/>
              <a:gd name="GluePoint20Y" fmla="*/ 199 h 344"/>
              <a:gd name="GluePoint21X" fmla="*/ 277 w 399"/>
              <a:gd name="GluePoint21Y" fmla="*/ 213 h 344"/>
              <a:gd name="GluePoint22X" fmla="*/ 310 w 399"/>
              <a:gd name="GluePoint22Y" fmla="*/ 203 h 344"/>
              <a:gd name="GluePoint23X" fmla="*/ 325 w 399"/>
              <a:gd name="GluePoint23Y" fmla="*/ 204 h 344"/>
              <a:gd name="GluePoint24X" fmla="*/ 334 w 399"/>
              <a:gd name="GluePoint24Y" fmla="*/ 211 h 344"/>
              <a:gd name="GluePoint25X" fmla="*/ 337 w 399"/>
              <a:gd name="GluePoint25Y" fmla="*/ 226 h 344"/>
              <a:gd name="GluePoint26X" fmla="*/ 324 w 399"/>
              <a:gd name="GluePoint26Y" fmla="*/ 241 h 344"/>
              <a:gd name="GluePoint27X" fmla="*/ 286 w 399"/>
              <a:gd name="GluePoint27Y" fmla="*/ 254 h 344"/>
              <a:gd name="GluePoint28X" fmla="*/ 252 w 399"/>
              <a:gd name="GluePoint28Y" fmla="*/ 258 h 344"/>
              <a:gd name="GluePoint29X" fmla="*/ 213 w 399"/>
              <a:gd name="GluePoint29Y" fmla="*/ 267 h 344"/>
              <a:gd name="GluePoint30X" fmla="*/ 191 w 399"/>
              <a:gd name="GluePoint30Y" fmla="*/ 282 h 344"/>
              <a:gd name="GluePoint31X" fmla="*/ 177 w 399"/>
              <a:gd name="GluePoint31Y" fmla="*/ 285 h 344"/>
              <a:gd name="GluePoint32X" fmla="*/ 144 w 399"/>
              <a:gd name="GluePoint32Y" fmla="*/ 305 h 344"/>
              <a:gd name="GluePoint33X" fmla="*/ 134 w 399"/>
              <a:gd name="GluePoint33Y" fmla="*/ 307 h 344"/>
              <a:gd name="GluePoint34X" fmla="*/ 118 w 399"/>
              <a:gd name="GluePoint34Y" fmla="*/ 321 h 344"/>
              <a:gd name="GluePoint35X" fmla="*/ 103 w 399"/>
              <a:gd name="GluePoint35Y" fmla="*/ 335 h 344"/>
              <a:gd name="GluePoint36X" fmla="*/ 77 w 399"/>
              <a:gd name="GluePoint36Y" fmla="*/ 343 h 344"/>
              <a:gd name="GluePoint37X" fmla="*/ 48 w 399"/>
              <a:gd name="GluePoint37Y" fmla="*/ 339 h 344"/>
              <a:gd name="GluePoint38X" fmla="*/ 39 w 399"/>
              <a:gd name="GluePoint38Y" fmla="*/ 331 h 344"/>
              <a:gd name="GluePoint39X" fmla="*/ 23 w 399"/>
              <a:gd name="GluePoint39Y" fmla="*/ 331 h 344"/>
              <a:gd name="GluePoint40X" fmla="*/ 0 w 399"/>
              <a:gd name="GluePoint40Y" fmla="*/ 303 h 344"/>
              <a:gd name="GluePoint41X" fmla="*/ 9 w 399"/>
              <a:gd name="GluePoint41Y" fmla="*/ 286 h 344"/>
              <a:gd name="GluePoint42X" fmla="*/ 27 w 399"/>
              <a:gd name="GluePoint42Y" fmla="*/ 279 h 344"/>
              <a:gd name="GluePoint43X" fmla="*/ 40 w 399"/>
              <a:gd name="GluePoint43Y" fmla="*/ 282 h 344"/>
              <a:gd name="GluePoint44X" fmla="*/ 84 w 399"/>
              <a:gd name="GluePoint44Y" fmla="*/ 267 h 344"/>
              <a:gd name="GluePoint45X" fmla="*/ 132 w 399"/>
              <a:gd name="GluePoint45Y" fmla="*/ 247 h 344"/>
              <a:gd name="GluePoint46X" fmla="*/ 164 w 399"/>
              <a:gd name="GluePoint46Y" fmla="*/ 237 h 344"/>
              <a:gd name="GluePoint47X" fmla="*/ 193 w 399"/>
              <a:gd name="GluePoint47Y" fmla="*/ 216 h 344"/>
              <a:gd name="GluePoint48X" fmla="*/ 209 w 399"/>
              <a:gd name="GluePoint48Y" fmla="*/ 185 h 344"/>
              <a:gd name="GluePoint49X" fmla="*/ 241 w 399"/>
              <a:gd name="GluePoint49Y" fmla="*/ 147 h 344"/>
              <a:gd name="GluePoint50X" fmla="*/ 264 w 399"/>
              <a:gd name="GluePoint50Y" fmla="*/ 119 h 344"/>
              <a:gd name="GluePoint51X" fmla="*/ 300 w 399"/>
              <a:gd name="GluePoint51Y" fmla="*/ 82 h 344"/>
              <a:gd name="GluePoint52X" fmla="*/ 316 w 399"/>
              <a:gd name="GluePoint52Y" fmla="*/ 58 h 344"/>
              <a:gd name="GluePoint53X" fmla="*/ 305 w 399"/>
              <a:gd name="GluePoint53Y" fmla="*/ 46 h 344"/>
              <a:gd name="GluePoint54X" fmla="*/ 292 w 399"/>
              <a:gd name="GluePoint54Y" fmla="*/ 46 h 344"/>
              <a:gd name="GluePoint55X" fmla="*/ 268 w 399"/>
              <a:gd name="GluePoint55Y" fmla="*/ 49 h 344"/>
              <a:gd name="GluePoint56X" fmla="*/ 240 w 399"/>
              <a:gd name="GluePoint56Y" fmla="*/ 62 h 344"/>
              <a:gd name="GluePoint57X" fmla="*/ 204 w 399"/>
              <a:gd name="GluePoint57Y" fmla="*/ 78 h 344"/>
              <a:gd name="GluePoint58X" fmla="*/ 191 w 399"/>
              <a:gd name="GluePoint58Y" fmla="*/ 78 h 344"/>
            </a:gdLst>
            <a:ahLst/>
            <a:cxnLst/>
            <a:rect l="textAreaLeft" t="textAreaTop" r="textAreaRight" b="textAreaBottom"/>
            <a:pathLst>
              <a:path w="399" h="344">
                <a:moveTo>
                  <a:pt x="184" y="73"/>
                </a:moveTo>
                <a:lnTo>
                  <a:pt x="182" y="68"/>
                </a:lnTo>
                <a:lnTo>
                  <a:pt x="180" y="61"/>
                </a:lnTo>
                <a:lnTo>
                  <a:pt x="176" y="52"/>
                </a:lnTo>
                <a:lnTo>
                  <a:pt x="174" y="42"/>
                </a:lnTo>
                <a:lnTo>
                  <a:pt x="172" y="38"/>
                </a:lnTo>
                <a:lnTo>
                  <a:pt x="171" y="34"/>
                </a:lnTo>
                <a:lnTo>
                  <a:pt x="170" y="30"/>
                </a:lnTo>
                <a:lnTo>
                  <a:pt x="170" y="26"/>
                </a:lnTo>
                <a:lnTo>
                  <a:pt x="170" y="22"/>
                </a:lnTo>
                <a:lnTo>
                  <a:pt x="170" y="20"/>
                </a:lnTo>
                <a:lnTo>
                  <a:pt x="170" y="19"/>
                </a:lnTo>
                <a:lnTo>
                  <a:pt x="171" y="18"/>
                </a:lnTo>
                <a:lnTo>
                  <a:pt x="172" y="18"/>
                </a:lnTo>
                <a:lnTo>
                  <a:pt x="172" y="17"/>
                </a:lnTo>
                <a:lnTo>
                  <a:pt x="174" y="14"/>
                </a:lnTo>
                <a:lnTo>
                  <a:pt x="176" y="13"/>
                </a:lnTo>
                <a:lnTo>
                  <a:pt x="178" y="12"/>
                </a:lnTo>
                <a:lnTo>
                  <a:pt x="180" y="11"/>
                </a:lnTo>
                <a:lnTo>
                  <a:pt x="180" y="11"/>
                </a:lnTo>
                <a:lnTo>
                  <a:pt x="182" y="11"/>
                </a:lnTo>
                <a:lnTo>
                  <a:pt x="185" y="12"/>
                </a:lnTo>
                <a:lnTo>
                  <a:pt x="188" y="13"/>
                </a:lnTo>
                <a:lnTo>
                  <a:pt x="192" y="15"/>
                </a:lnTo>
                <a:lnTo>
                  <a:pt x="196" y="17"/>
                </a:lnTo>
                <a:lnTo>
                  <a:pt x="200" y="18"/>
                </a:lnTo>
                <a:lnTo>
                  <a:pt x="205" y="17"/>
                </a:lnTo>
                <a:lnTo>
                  <a:pt x="212" y="17"/>
                </a:lnTo>
                <a:lnTo>
                  <a:pt x="220" y="16"/>
                </a:lnTo>
                <a:lnTo>
                  <a:pt x="233" y="14"/>
                </a:lnTo>
                <a:lnTo>
                  <a:pt x="244" y="13"/>
                </a:lnTo>
                <a:lnTo>
                  <a:pt x="252" y="10"/>
                </a:lnTo>
                <a:lnTo>
                  <a:pt x="260" y="9"/>
                </a:lnTo>
                <a:lnTo>
                  <a:pt x="268" y="6"/>
                </a:lnTo>
                <a:lnTo>
                  <a:pt x="279" y="5"/>
                </a:lnTo>
                <a:lnTo>
                  <a:pt x="286" y="4"/>
                </a:lnTo>
                <a:lnTo>
                  <a:pt x="293" y="3"/>
                </a:lnTo>
                <a:lnTo>
                  <a:pt x="300" y="3"/>
                </a:lnTo>
                <a:lnTo>
                  <a:pt x="308" y="2"/>
                </a:lnTo>
                <a:lnTo>
                  <a:pt x="316" y="2"/>
                </a:lnTo>
                <a:lnTo>
                  <a:pt x="324" y="2"/>
                </a:lnTo>
                <a:lnTo>
                  <a:pt x="330" y="2"/>
                </a:lnTo>
                <a:lnTo>
                  <a:pt x="337" y="0"/>
                </a:lnTo>
                <a:lnTo>
                  <a:pt x="340" y="0"/>
                </a:lnTo>
                <a:lnTo>
                  <a:pt x="342" y="0"/>
                </a:lnTo>
                <a:lnTo>
                  <a:pt x="344" y="0"/>
                </a:lnTo>
                <a:lnTo>
                  <a:pt x="346" y="1"/>
                </a:lnTo>
                <a:lnTo>
                  <a:pt x="351" y="2"/>
                </a:lnTo>
                <a:lnTo>
                  <a:pt x="354" y="2"/>
                </a:lnTo>
                <a:lnTo>
                  <a:pt x="358" y="2"/>
                </a:lnTo>
                <a:lnTo>
                  <a:pt x="362" y="2"/>
                </a:lnTo>
                <a:lnTo>
                  <a:pt x="366" y="2"/>
                </a:lnTo>
                <a:lnTo>
                  <a:pt x="369" y="1"/>
                </a:lnTo>
                <a:lnTo>
                  <a:pt x="374" y="3"/>
                </a:lnTo>
                <a:lnTo>
                  <a:pt x="378" y="6"/>
                </a:lnTo>
                <a:lnTo>
                  <a:pt x="384" y="10"/>
                </a:lnTo>
                <a:lnTo>
                  <a:pt x="388" y="14"/>
                </a:lnTo>
                <a:lnTo>
                  <a:pt x="390" y="16"/>
                </a:lnTo>
                <a:lnTo>
                  <a:pt x="392" y="18"/>
                </a:lnTo>
                <a:lnTo>
                  <a:pt x="394" y="20"/>
                </a:lnTo>
                <a:lnTo>
                  <a:pt x="396" y="22"/>
                </a:lnTo>
                <a:lnTo>
                  <a:pt x="396" y="25"/>
                </a:lnTo>
                <a:lnTo>
                  <a:pt x="398" y="27"/>
                </a:lnTo>
                <a:lnTo>
                  <a:pt x="398" y="30"/>
                </a:lnTo>
                <a:lnTo>
                  <a:pt x="399" y="31"/>
                </a:lnTo>
                <a:lnTo>
                  <a:pt x="398" y="33"/>
                </a:lnTo>
                <a:lnTo>
                  <a:pt x="397" y="34"/>
                </a:lnTo>
                <a:lnTo>
                  <a:pt x="396" y="35"/>
                </a:lnTo>
                <a:lnTo>
                  <a:pt x="396" y="37"/>
                </a:lnTo>
                <a:lnTo>
                  <a:pt x="395" y="41"/>
                </a:lnTo>
                <a:lnTo>
                  <a:pt x="395" y="45"/>
                </a:lnTo>
                <a:lnTo>
                  <a:pt x="394" y="49"/>
                </a:lnTo>
                <a:lnTo>
                  <a:pt x="393" y="52"/>
                </a:lnTo>
                <a:lnTo>
                  <a:pt x="392" y="55"/>
                </a:lnTo>
                <a:lnTo>
                  <a:pt x="391" y="58"/>
                </a:lnTo>
                <a:lnTo>
                  <a:pt x="389" y="61"/>
                </a:lnTo>
                <a:lnTo>
                  <a:pt x="387" y="62"/>
                </a:lnTo>
                <a:lnTo>
                  <a:pt x="384" y="65"/>
                </a:lnTo>
                <a:lnTo>
                  <a:pt x="381" y="66"/>
                </a:lnTo>
                <a:lnTo>
                  <a:pt x="376" y="70"/>
                </a:lnTo>
                <a:lnTo>
                  <a:pt x="372" y="74"/>
                </a:lnTo>
                <a:lnTo>
                  <a:pt x="368" y="78"/>
                </a:lnTo>
                <a:lnTo>
                  <a:pt x="366" y="82"/>
                </a:lnTo>
                <a:lnTo>
                  <a:pt x="363" y="87"/>
                </a:lnTo>
                <a:lnTo>
                  <a:pt x="360" y="91"/>
                </a:lnTo>
                <a:lnTo>
                  <a:pt x="354" y="96"/>
                </a:lnTo>
                <a:lnTo>
                  <a:pt x="348" y="103"/>
                </a:lnTo>
                <a:lnTo>
                  <a:pt x="343" y="108"/>
                </a:lnTo>
                <a:lnTo>
                  <a:pt x="337" y="114"/>
                </a:lnTo>
                <a:lnTo>
                  <a:pt x="327" y="126"/>
                </a:lnTo>
                <a:lnTo>
                  <a:pt x="316" y="138"/>
                </a:lnTo>
                <a:lnTo>
                  <a:pt x="313" y="139"/>
                </a:lnTo>
                <a:lnTo>
                  <a:pt x="312" y="141"/>
                </a:lnTo>
                <a:lnTo>
                  <a:pt x="309" y="143"/>
                </a:lnTo>
                <a:lnTo>
                  <a:pt x="306" y="145"/>
                </a:lnTo>
                <a:lnTo>
                  <a:pt x="304" y="146"/>
                </a:lnTo>
                <a:lnTo>
                  <a:pt x="302" y="147"/>
                </a:lnTo>
                <a:lnTo>
                  <a:pt x="300" y="150"/>
                </a:lnTo>
                <a:lnTo>
                  <a:pt x="297" y="151"/>
                </a:lnTo>
                <a:lnTo>
                  <a:pt x="296" y="156"/>
                </a:lnTo>
                <a:lnTo>
                  <a:pt x="295" y="161"/>
                </a:lnTo>
                <a:lnTo>
                  <a:pt x="292" y="163"/>
                </a:lnTo>
                <a:lnTo>
                  <a:pt x="289" y="164"/>
                </a:lnTo>
                <a:lnTo>
                  <a:pt x="286" y="166"/>
                </a:lnTo>
                <a:lnTo>
                  <a:pt x="283" y="167"/>
                </a:lnTo>
                <a:lnTo>
                  <a:pt x="281" y="172"/>
                </a:lnTo>
                <a:lnTo>
                  <a:pt x="279" y="177"/>
                </a:lnTo>
                <a:lnTo>
                  <a:pt x="278" y="178"/>
                </a:lnTo>
                <a:lnTo>
                  <a:pt x="276" y="179"/>
                </a:lnTo>
                <a:lnTo>
                  <a:pt x="276" y="179"/>
                </a:lnTo>
                <a:lnTo>
                  <a:pt x="275" y="179"/>
                </a:lnTo>
                <a:lnTo>
                  <a:pt x="272" y="179"/>
                </a:lnTo>
                <a:lnTo>
                  <a:pt x="270" y="180"/>
                </a:lnTo>
                <a:lnTo>
                  <a:pt x="268" y="181"/>
                </a:lnTo>
                <a:lnTo>
                  <a:pt x="268" y="182"/>
                </a:lnTo>
                <a:lnTo>
                  <a:pt x="267" y="183"/>
                </a:lnTo>
                <a:lnTo>
                  <a:pt x="266" y="186"/>
                </a:lnTo>
                <a:lnTo>
                  <a:pt x="264" y="189"/>
                </a:lnTo>
                <a:lnTo>
                  <a:pt x="264" y="194"/>
                </a:lnTo>
                <a:lnTo>
                  <a:pt x="263" y="199"/>
                </a:lnTo>
                <a:lnTo>
                  <a:pt x="262" y="203"/>
                </a:lnTo>
                <a:lnTo>
                  <a:pt x="262" y="207"/>
                </a:lnTo>
                <a:lnTo>
                  <a:pt x="263" y="210"/>
                </a:lnTo>
                <a:lnTo>
                  <a:pt x="268" y="211"/>
                </a:lnTo>
                <a:lnTo>
                  <a:pt x="274" y="213"/>
                </a:lnTo>
                <a:lnTo>
                  <a:pt x="277" y="213"/>
                </a:lnTo>
                <a:lnTo>
                  <a:pt x="280" y="213"/>
                </a:lnTo>
                <a:lnTo>
                  <a:pt x="284" y="213"/>
                </a:lnTo>
                <a:lnTo>
                  <a:pt x="288" y="212"/>
                </a:lnTo>
                <a:lnTo>
                  <a:pt x="296" y="208"/>
                </a:lnTo>
                <a:lnTo>
                  <a:pt x="308" y="203"/>
                </a:lnTo>
                <a:lnTo>
                  <a:pt x="310" y="203"/>
                </a:lnTo>
                <a:lnTo>
                  <a:pt x="313" y="202"/>
                </a:lnTo>
                <a:lnTo>
                  <a:pt x="316" y="202"/>
                </a:lnTo>
                <a:lnTo>
                  <a:pt x="319" y="202"/>
                </a:lnTo>
                <a:lnTo>
                  <a:pt x="321" y="202"/>
                </a:lnTo>
                <a:lnTo>
                  <a:pt x="324" y="203"/>
                </a:lnTo>
                <a:lnTo>
                  <a:pt x="325" y="204"/>
                </a:lnTo>
                <a:lnTo>
                  <a:pt x="326" y="205"/>
                </a:lnTo>
                <a:lnTo>
                  <a:pt x="328" y="206"/>
                </a:lnTo>
                <a:lnTo>
                  <a:pt x="328" y="207"/>
                </a:lnTo>
                <a:lnTo>
                  <a:pt x="330" y="208"/>
                </a:lnTo>
                <a:lnTo>
                  <a:pt x="332" y="210"/>
                </a:lnTo>
                <a:lnTo>
                  <a:pt x="334" y="211"/>
                </a:lnTo>
                <a:lnTo>
                  <a:pt x="335" y="213"/>
                </a:lnTo>
                <a:lnTo>
                  <a:pt x="336" y="215"/>
                </a:lnTo>
                <a:lnTo>
                  <a:pt x="336" y="217"/>
                </a:lnTo>
                <a:lnTo>
                  <a:pt x="337" y="219"/>
                </a:lnTo>
                <a:lnTo>
                  <a:pt x="337" y="221"/>
                </a:lnTo>
                <a:lnTo>
                  <a:pt x="337" y="226"/>
                </a:lnTo>
                <a:lnTo>
                  <a:pt x="336" y="231"/>
                </a:lnTo>
                <a:lnTo>
                  <a:pt x="335" y="235"/>
                </a:lnTo>
                <a:lnTo>
                  <a:pt x="333" y="239"/>
                </a:lnTo>
                <a:lnTo>
                  <a:pt x="330" y="239"/>
                </a:lnTo>
                <a:lnTo>
                  <a:pt x="328" y="240"/>
                </a:lnTo>
                <a:lnTo>
                  <a:pt x="324" y="241"/>
                </a:lnTo>
                <a:lnTo>
                  <a:pt x="322" y="241"/>
                </a:lnTo>
                <a:lnTo>
                  <a:pt x="316" y="243"/>
                </a:lnTo>
                <a:lnTo>
                  <a:pt x="311" y="245"/>
                </a:lnTo>
                <a:lnTo>
                  <a:pt x="300" y="250"/>
                </a:lnTo>
                <a:lnTo>
                  <a:pt x="290" y="254"/>
                </a:lnTo>
                <a:lnTo>
                  <a:pt x="286" y="254"/>
                </a:lnTo>
                <a:lnTo>
                  <a:pt x="281" y="254"/>
                </a:lnTo>
                <a:lnTo>
                  <a:pt x="276" y="254"/>
                </a:lnTo>
                <a:lnTo>
                  <a:pt x="272" y="254"/>
                </a:lnTo>
                <a:lnTo>
                  <a:pt x="265" y="255"/>
                </a:lnTo>
                <a:lnTo>
                  <a:pt x="259" y="256"/>
                </a:lnTo>
                <a:lnTo>
                  <a:pt x="252" y="258"/>
                </a:lnTo>
                <a:lnTo>
                  <a:pt x="244" y="259"/>
                </a:lnTo>
                <a:lnTo>
                  <a:pt x="236" y="259"/>
                </a:lnTo>
                <a:lnTo>
                  <a:pt x="229" y="261"/>
                </a:lnTo>
                <a:lnTo>
                  <a:pt x="222" y="263"/>
                </a:lnTo>
                <a:lnTo>
                  <a:pt x="216" y="265"/>
                </a:lnTo>
                <a:lnTo>
                  <a:pt x="213" y="267"/>
                </a:lnTo>
                <a:lnTo>
                  <a:pt x="210" y="268"/>
                </a:lnTo>
                <a:lnTo>
                  <a:pt x="208" y="271"/>
                </a:lnTo>
                <a:lnTo>
                  <a:pt x="204" y="273"/>
                </a:lnTo>
                <a:lnTo>
                  <a:pt x="198" y="278"/>
                </a:lnTo>
                <a:lnTo>
                  <a:pt x="192" y="281"/>
                </a:lnTo>
                <a:lnTo>
                  <a:pt x="191" y="282"/>
                </a:lnTo>
                <a:lnTo>
                  <a:pt x="188" y="283"/>
                </a:lnTo>
                <a:lnTo>
                  <a:pt x="186" y="283"/>
                </a:lnTo>
                <a:lnTo>
                  <a:pt x="184" y="283"/>
                </a:lnTo>
                <a:lnTo>
                  <a:pt x="181" y="284"/>
                </a:lnTo>
                <a:lnTo>
                  <a:pt x="179" y="284"/>
                </a:lnTo>
                <a:lnTo>
                  <a:pt x="177" y="285"/>
                </a:lnTo>
                <a:lnTo>
                  <a:pt x="175" y="287"/>
                </a:lnTo>
                <a:lnTo>
                  <a:pt x="168" y="291"/>
                </a:lnTo>
                <a:lnTo>
                  <a:pt x="161" y="295"/>
                </a:lnTo>
                <a:lnTo>
                  <a:pt x="154" y="300"/>
                </a:lnTo>
                <a:lnTo>
                  <a:pt x="146" y="304"/>
                </a:lnTo>
                <a:lnTo>
                  <a:pt x="144" y="305"/>
                </a:lnTo>
                <a:lnTo>
                  <a:pt x="143" y="306"/>
                </a:lnTo>
                <a:lnTo>
                  <a:pt x="140" y="306"/>
                </a:lnTo>
                <a:lnTo>
                  <a:pt x="139" y="306"/>
                </a:lnTo>
                <a:lnTo>
                  <a:pt x="137" y="306"/>
                </a:lnTo>
                <a:lnTo>
                  <a:pt x="136" y="306"/>
                </a:lnTo>
                <a:lnTo>
                  <a:pt x="134" y="307"/>
                </a:lnTo>
                <a:lnTo>
                  <a:pt x="132" y="307"/>
                </a:lnTo>
                <a:lnTo>
                  <a:pt x="129" y="311"/>
                </a:lnTo>
                <a:lnTo>
                  <a:pt x="127" y="316"/>
                </a:lnTo>
                <a:lnTo>
                  <a:pt x="124" y="318"/>
                </a:lnTo>
                <a:lnTo>
                  <a:pt x="120" y="319"/>
                </a:lnTo>
                <a:lnTo>
                  <a:pt x="118" y="321"/>
                </a:lnTo>
                <a:lnTo>
                  <a:pt x="115" y="322"/>
                </a:lnTo>
                <a:lnTo>
                  <a:pt x="113" y="324"/>
                </a:lnTo>
                <a:lnTo>
                  <a:pt x="111" y="327"/>
                </a:lnTo>
                <a:lnTo>
                  <a:pt x="109" y="330"/>
                </a:lnTo>
                <a:lnTo>
                  <a:pt x="107" y="333"/>
                </a:lnTo>
                <a:lnTo>
                  <a:pt x="103" y="335"/>
                </a:lnTo>
                <a:lnTo>
                  <a:pt x="96" y="339"/>
                </a:lnTo>
                <a:lnTo>
                  <a:pt x="88" y="342"/>
                </a:lnTo>
                <a:lnTo>
                  <a:pt x="83" y="344"/>
                </a:lnTo>
                <a:lnTo>
                  <a:pt x="81" y="343"/>
                </a:lnTo>
                <a:lnTo>
                  <a:pt x="80" y="343"/>
                </a:lnTo>
                <a:lnTo>
                  <a:pt x="77" y="343"/>
                </a:lnTo>
                <a:lnTo>
                  <a:pt x="76" y="342"/>
                </a:lnTo>
                <a:lnTo>
                  <a:pt x="71" y="342"/>
                </a:lnTo>
                <a:lnTo>
                  <a:pt x="67" y="342"/>
                </a:lnTo>
                <a:lnTo>
                  <a:pt x="58" y="342"/>
                </a:lnTo>
                <a:lnTo>
                  <a:pt x="49" y="342"/>
                </a:lnTo>
                <a:lnTo>
                  <a:pt x="48" y="339"/>
                </a:lnTo>
                <a:lnTo>
                  <a:pt x="47" y="336"/>
                </a:lnTo>
                <a:lnTo>
                  <a:pt x="46" y="334"/>
                </a:lnTo>
                <a:lnTo>
                  <a:pt x="44" y="333"/>
                </a:lnTo>
                <a:lnTo>
                  <a:pt x="43" y="332"/>
                </a:lnTo>
                <a:lnTo>
                  <a:pt x="42" y="331"/>
                </a:lnTo>
                <a:lnTo>
                  <a:pt x="39" y="331"/>
                </a:lnTo>
                <a:lnTo>
                  <a:pt x="38" y="331"/>
                </a:lnTo>
                <a:lnTo>
                  <a:pt x="35" y="331"/>
                </a:lnTo>
                <a:lnTo>
                  <a:pt x="30" y="331"/>
                </a:lnTo>
                <a:lnTo>
                  <a:pt x="28" y="331"/>
                </a:lnTo>
                <a:lnTo>
                  <a:pt x="26" y="331"/>
                </a:lnTo>
                <a:lnTo>
                  <a:pt x="23" y="331"/>
                </a:lnTo>
                <a:lnTo>
                  <a:pt x="22" y="330"/>
                </a:lnTo>
                <a:lnTo>
                  <a:pt x="18" y="327"/>
                </a:lnTo>
                <a:lnTo>
                  <a:pt x="11" y="319"/>
                </a:lnTo>
                <a:lnTo>
                  <a:pt x="4" y="311"/>
                </a:lnTo>
                <a:lnTo>
                  <a:pt x="0" y="307"/>
                </a:lnTo>
                <a:lnTo>
                  <a:pt x="0" y="303"/>
                </a:lnTo>
                <a:lnTo>
                  <a:pt x="0" y="299"/>
                </a:lnTo>
                <a:lnTo>
                  <a:pt x="0" y="295"/>
                </a:lnTo>
                <a:lnTo>
                  <a:pt x="0" y="291"/>
                </a:lnTo>
                <a:lnTo>
                  <a:pt x="2" y="290"/>
                </a:lnTo>
                <a:lnTo>
                  <a:pt x="5" y="287"/>
                </a:lnTo>
                <a:lnTo>
                  <a:pt x="9" y="286"/>
                </a:lnTo>
                <a:lnTo>
                  <a:pt x="13" y="283"/>
                </a:lnTo>
                <a:lnTo>
                  <a:pt x="18" y="282"/>
                </a:lnTo>
                <a:lnTo>
                  <a:pt x="22" y="280"/>
                </a:lnTo>
                <a:lnTo>
                  <a:pt x="24" y="279"/>
                </a:lnTo>
                <a:lnTo>
                  <a:pt x="26" y="279"/>
                </a:lnTo>
                <a:lnTo>
                  <a:pt x="27" y="279"/>
                </a:lnTo>
                <a:lnTo>
                  <a:pt x="28" y="279"/>
                </a:lnTo>
                <a:lnTo>
                  <a:pt x="31" y="280"/>
                </a:lnTo>
                <a:lnTo>
                  <a:pt x="34" y="281"/>
                </a:lnTo>
                <a:lnTo>
                  <a:pt x="36" y="282"/>
                </a:lnTo>
                <a:lnTo>
                  <a:pt x="38" y="282"/>
                </a:lnTo>
                <a:lnTo>
                  <a:pt x="40" y="282"/>
                </a:lnTo>
                <a:lnTo>
                  <a:pt x="42" y="281"/>
                </a:lnTo>
                <a:lnTo>
                  <a:pt x="50" y="278"/>
                </a:lnTo>
                <a:lnTo>
                  <a:pt x="59" y="275"/>
                </a:lnTo>
                <a:lnTo>
                  <a:pt x="67" y="272"/>
                </a:lnTo>
                <a:lnTo>
                  <a:pt x="76" y="270"/>
                </a:lnTo>
                <a:lnTo>
                  <a:pt x="84" y="267"/>
                </a:lnTo>
                <a:lnTo>
                  <a:pt x="93" y="264"/>
                </a:lnTo>
                <a:lnTo>
                  <a:pt x="102" y="262"/>
                </a:lnTo>
                <a:lnTo>
                  <a:pt x="110" y="259"/>
                </a:lnTo>
                <a:lnTo>
                  <a:pt x="117" y="255"/>
                </a:lnTo>
                <a:lnTo>
                  <a:pt x="125" y="251"/>
                </a:lnTo>
                <a:lnTo>
                  <a:pt x="132" y="247"/>
                </a:lnTo>
                <a:lnTo>
                  <a:pt x="137" y="244"/>
                </a:lnTo>
                <a:lnTo>
                  <a:pt x="142" y="243"/>
                </a:lnTo>
                <a:lnTo>
                  <a:pt x="146" y="243"/>
                </a:lnTo>
                <a:lnTo>
                  <a:pt x="151" y="242"/>
                </a:lnTo>
                <a:lnTo>
                  <a:pt x="155" y="241"/>
                </a:lnTo>
                <a:lnTo>
                  <a:pt x="164" y="237"/>
                </a:lnTo>
                <a:lnTo>
                  <a:pt x="174" y="232"/>
                </a:lnTo>
                <a:lnTo>
                  <a:pt x="178" y="230"/>
                </a:lnTo>
                <a:lnTo>
                  <a:pt x="183" y="227"/>
                </a:lnTo>
                <a:lnTo>
                  <a:pt x="187" y="224"/>
                </a:lnTo>
                <a:lnTo>
                  <a:pt x="190" y="221"/>
                </a:lnTo>
                <a:lnTo>
                  <a:pt x="193" y="216"/>
                </a:lnTo>
                <a:lnTo>
                  <a:pt x="196" y="211"/>
                </a:lnTo>
                <a:lnTo>
                  <a:pt x="199" y="206"/>
                </a:lnTo>
                <a:lnTo>
                  <a:pt x="201" y="201"/>
                </a:lnTo>
                <a:lnTo>
                  <a:pt x="204" y="195"/>
                </a:lnTo>
                <a:lnTo>
                  <a:pt x="206" y="190"/>
                </a:lnTo>
                <a:lnTo>
                  <a:pt x="209" y="185"/>
                </a:lnTo>
                <a:lnTo>
                  <a:pt x="212" y="180"/>
                </a:lnTo>
                <a:lnTo>
                  <a:pt x="216" y="173"/>
                </a:lnTo>
                <a:lnTo>
                  <a:pt x="222" y="167"/>
                </a:lnTo>
                <a:lnTo>
                  <a:pt x="228" y="159"/>
                </a:lnTo>
                <a:lnTo>
                  <a:pt x="235" y="153"/>
                </a:lnTo>
                <a:lnTo>
                  <a:pt x="241" y="147"/>
                </a:lnTo>
                <a:lnTo>
                  <a:pt x="248" y="141"/>
                </a:lnTo>
                <a:lnTo>
                  <a:pt x="254" y="135"/>
                </a:lnTo>
                <a:lnTo>
                  <a:pt x="260" y="128"/>
                </a:lnTo>
                <a:lnTo>
                  <a:pt x="261" y="126"/>
                </a:lnTo>
                <a:lnTo>
                  <a:pt x="263" y="123"/>
                </a:lnTo>
                <a:lnTo>
                  <a:pt x="264" y="119"/>
                </a:lnTo>
                <a:lnTo>
                  <a:pt x="265" y="117"/>
                </a:lnTo>
                <a:lnTo>
                  <a:pt x="270" y="111"/>
                </a:lnTo>
                <a:lnTo>
                  <a:pt x="278" y="104"/>
                </a:lnTo>
                <a:lnTo>
                  <a:pt x="287" y="95"/>
                </a:lnTo>
                <a:lnTo>
                  <a:pt x="296" y="86"/>
                </a:lnTo>
                <a:lnTo>
                  <a:pt x="300" y="82"/>
                </a:lnTo>
                <a:lnTo>
                  <a:pt x="304" y="77"/>
                </a:lnTo>
                <a:lnTo>
                  <a:pt x="308" y="72"/>
                </a:lnTo>
                <a:lnTo>
                  <a:pt x="311" y="68"/>
                </a:lnTo>
                <a:lnTo>
                  <a:pt x="314" y="63"/>
                </a:lnTo>
                <a:lnTo>
                  <a:pt x="316" y="59"/>
                </a:lnTo>
                <a:lnTo>
                  <a:pt x="316" y="58"/>
                </a:lnTo>
                <a:lnTo>
                  <a:pt x="317" y="55"/>
                </a:lnTo>
                <a:lnTo>
                  <a:pt x="318" y="54"/>
                </a:lnTo>
                <a:lnTo>
                  <a:pt x="318" y="52"/>
                </a:lnTo>
                <a:lnTo>
                  <a:pt x="312" y="50"/>
                </a:lnTo>
                <a:lnTo>
                  <a:pt x="308" y="46"/>
                </a:lnTo>
                <a:lnTo>
                  <a:pt x="305" y="46"/>
                </a:lnTo>
                <a:lnTo>
                  <a:pt x="302" y="45"/>
                </a:lnTo>
                <a:lnTo>
                  <a:pt x="299" y="45"/>
                </a:lnTo>
                <a:lnTo>
                  <a:pt x="296" y="45"/>
                </a:lnTo>
                <a:lnTo>
                  <a:pt x="295" y="46"/>
                </a:lnTo>
                <a:lnTo>
                  <a:pt x="294" y="46"/>
                </a:lnTo>
                <a:lnTo>
                  <a:pt x="292" y="46"/>
                </a:lnTo>
                <a:lnTo>
                  <a:pt x="291" y="46"/>
                </a:lnTo>
                <a:lnTo>
                  <a:pt x="288" y="47"/>
                </a:lnTo>
                <a:lnTo>
                  <a:pt x="283" y="47"/>
                </a:lnTo>
                <a:lnTo>
                  <a:pt x="278" y="48"/>
                </a:lnTo>
                <a:lnTo>
                  <a:pt x="273" y="48"/>
                </a:lnTo>
                <a:lnTo>
                  <a:pt x="268" y="49"/>
                </a:lnTo>
                <a:lnTo>
                  <a:pt x="265" y="50"/>
                </a:lnTo>
                <a:lnTo>
                  <a:pt x="262" y="50"/>
                </a:lnTo>
                <a:lnTo>
                  <a:pt x="258" y="52"/>
                </a:lnTo>
                <a:lnTo>
                  <a:pt x="254" y="54"/>
                </a:lnTo>
                <a:lnTo>
                  <a:pt x="250" y="57"/>
                </a:lnTo>
                <a:lnTo>
                  <a:pt x="240" y="62"/>
                </a:lnTo>
                <a:lnTo>
                  <a:pt x="229" y="68"/>
                </a:lnTo>
                <a:lnTo>
                  <a:pt x="224" y="70"/>
                </a:lnTo>
                <a:lnTo>
                  <a:pt x="218" y="73"/>
                </a:lnTo>
                <a:lnTo>
                  <a:pt x="213" y="75"/>
                </a:lnTo>
                <a:lnTo>
                  <a:pt x="208" y="78"/>
                </a:lnTo>
                <a:lnTo>
                  <a:pt x="204" y="78"/>
                </a:lnTo>
                <a:lnTo>
                  <a:pt x="199" y="79"/>
                </a:lnTo>
                <a:lnTo>
                  <a:pt x="197" y="79"/>
                </a:lnTo>
                <a:lnTo>
                  <a:pt x="195" y="79"/>
                </a:lnTo>
                <a:lnTo>
                  <a:pt x="193" y="79"/>
                </a:lnTo>
                <a:lnTo>
                  <a:pt x="192" y="78"/>
                </a:lnTo>
                <a:lnTo>
                  <a:pt x="191" y="78"/>
                </a:lnTo>
                <a:lnTo>
                  <a:pt x="190" y="78"/>
                </a:lnTo>
                <a:lnTo>
                  <a:pt x="189" y="77"/>
                </a:lnTo>
                <a:lnTo>
                  <a:pt x="188" y="76"/>
                </a:lnTo>
                <a:lnTo>
                  <a:pt x="185" y="74"/>
                </a:lnTo>
                <a:lnTo>
                  <a:pt x="184" y="73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6" name="íSľîďê">
            <a:extLst>
              <a:ext uri="{FF2B5EF4-FFF2-40B4-BE49-F238E27FC236}">
                <a16:creationId xmlns:a16="http://schemas.microsoft.com/office/drawing/2014/main" id="{63093D92-D55C-4046-A050-DC9E30E9E296}"/>
              </a:ext>
            </a:extLst>
          </p:cNvPr>
          <p:cNvSpPr>
            <a:spLocks noGrp="1"/>
          </p:cNvSpPr>
          <p:nvPr/>
        </p:nvSpPr>
        <p:spPr>
          <a:xfrm>
            <a:off x="2500560" y="606240"/>
            <a:ext cx="164160" cy="220320"/>
          </a:xfrm>
          <a:custGeom>
            <a:avLst/>
            <a:gdLst>
              <a:gd name="textAreaLeft" fmla="*/ 0 w 164160"/>
              <a:gd name="textAreaRight" fmla="*/ 164520 w 164160"/>
              <a:gd name="textAreaTop" fmla="*/ 0 h 220320"/>
              <a:gd name="textAreaBottom" fmla="*/ 220680 h 220320"/>
              <a:gd name="GluePoint1X" fmla="*/ 311 w 377"/>
              <a:gd name="GluePoint1Y" fmla="*/ 8 h 505"/>
              <a:gd name="GluePoint2X" fmla="*/ 319 w 377"/>
              <a:gd name="GluePoint2Y" fmla="*/ 18 h 505"/>
              <a:gd name="GluePoint3X" fmla="*/ 333 w 377"/>
              <a:gd name="GluePoint3Y" fmla="*/ 28 h 505"/>
              <a:gd name="GluePoint4X" fmla="*/ 348 w 377"/>
              <a:gd name="GluePoint4Y" fmla="*/ 44 h 505"/>
              <a:gd name="GluePoint5X" fmla="*/ 343 w 377"/>
              <a:gd name="GluePoint5Y" fmla="*/ 72 h 505"/>
              <a:gd name="GluePoint6X" fmla="*/ 339 w 377"/>
              <a:gd name="GluePoint6Y" fmla="*/ 89 h 505"/>
              <a:gd name="GluePoint7X" fmla="*/ 343 w 377"/>
              <a:gd name="GluePoint7Y" fmla="*/ 113 h 505"/>
              <a:gd name="GluePoint8X" fmla="*/ 349 w 377"/>
              <a:gd name="GluePoint8Y" fmla="*/ 128 h 505"/>
              <a:gd name="GluePoint9X" fmla="*/ 366 w 377"/>
              <a:gd name="GluePoint9Y" fmla="*/ 130 h 505"/>
              <a:gd name="GluePoint10X" fmla="*/ 376 w 377"/>
              <a:gd name="GluePoint10Y" fmla="*/ 139 h 505"/>
              <a:gd name="GluePoint11X" fmla="*/ 377 w 377"/>
              <a:gd name="GluePoint11Y" fmla="*/ 151 h 505"/>
              <a:gd name="GluePoint12X" fmla="*/ 369 w 377"/>
              <a:gd name="GluePoint12Y" fmla="*/ 169 h 505"/>
              <a:gd name="GluePoint13X" fmla="*/ 339 w 377"/>
              <a:gd name="GluePoint13Y" fmla="*/ 189 h 505"/>
              <a:gd name="GluePoint14X" fmla="*/ 315 w 377"/>
              <a:gd name="GluePoint14Y" fmla="*/ 211 h 505"/>
              <a:gd name="GluePoint15X" fmla="*/ 301 w 377"/>
              <a:gd name="GluePoint15Y" fmla="*/ 235 h 505"/>
              <a:gd name="GluePoint16X" fmla="*/ 290 w 377"/>
              <a:gd name="GluePoint16Y" fmla="*/ 263 h 505"/>
              <a:gd name="GluePoint17X" fmla="*/ 270 w 377"/>
              <a:gd name="GluePoint17Y" fmla="*/ 293 h 505"/>
              <a:gd name="GluePoint18X" fmla="*/ 265 w 377"/>
              <a:gd name="GluePoint18Y" fmla="*/ 317 h 505"/>
              <a:gd name="GluePoint19X" fmla="*/ 245 w 377"/>
              <a:gd name="GluePoint19Y" fmla="*/ 339 h 505"/>
              <a:gd name="GluePoint20X" fmla="*/ 226 w 377"/>
              <a:gd name="GluePoint20Y" fmla="*/ 350 h 505"/>
              <a:gd name="GluePoint21X" fmla="*/ 210 w 377"/>
              <a:gd name="GluePoint21Y" fmla="*/ 374 h 505"/>
              <a:gd name="GluePoint22X" fmla="*/ 192 w 377"/>
              <a:gd name="GluePoint22Y" fmla="*/ 385 h 505"/>
              <a:gd name="GluePoint23X" fmla="*/ 179 w 377"/>
              <a:gd name="GluePoint23Y" fmla="*/ 392 h 505"/>
              <a:gd name="GluePoint24X" fmla="*/ 169 w 377"/>
              <a:gd name="GluePoint24Y" fmla="*/ 402 h 505"/>
              <a:gd name="GluePoint25X" fmla="*/ 159 w 377"/>
              <a:gd name="GluePoint25Y" fmla="*/ 405 h 505"/>
              <a:gd name="GluePoint26X" fmla="*/ 126 w 377"/>
              <a:gd name="GluePoint26Y" fmla="*/ 431 h 505"/>
              <a:gd name="GluePoint27X" fmla="*/ 101 w 377"/>
              <a:gd name="GluePoint27Y" fmla="*/ 442 h 505"/>
              <a:gd name="GluePoint28X" fmla="*/ 92 w 377"/>
              <a:gd name="GluePoint28Y" fmla="*/ 451 h 505"/>
              <a:gd name="GluePoint29X" fmla="*/ 79 w 377"/>
              <a:gd name="GluePoint29Y" fmla="*/ 456 h 505"/>
              <a:gd name="GluePoint30X" fmla="*/ 61 w 377"/>
              <a:gd name="GluePoint30Y" fmla="*/ 472 h 505"/>
              <a:gd name="GluePoint31X" fmla="*/ 49 w 377"/>
              <a:gd name="GluePoint31Y" fmla="*/ 478 h 505"/>
              <a:gd name="GluePoint32X" fmla="*/ 30 w 377"/>
              <a:gd name="GluePoint32Y" fmla="*/ 497 h 505"/>
              <a:gd name="GluePoint33X" fmla="*/ 9 w 377"/>
              <a:gd name="GluePoint33Y" fmla="*/ 505 h 505"/>
              <a:gd name="GluePoint34X" fmla="*/ 8 w 377"/>
              <a:gd name="GluePoint34Y" fmla="*/ 490 h 505"/>
              <a:gd name="GluePoint35X" fmla="*/ 38 w 377"/>
              <a:gd name="GluePoint35Y" fmla="*/ 465 h 505"/>
              <a:gd name="GluePoint36X" fmla="*/ 57 w 377"/>
              <a:gd name="GluePoint36Y" fmla="*/ 449 h 505"/>
              <a:gd name="GluePoint37X" fmla="*/ 81 w 377"/>
              <a:gd name="GluePoint37Y" fmla="*/ 433 h 505"/>
              <a:gd name="GluePoint38X" fmla="*/ 96 w 377"/>
              <a:gd name="GluePoint38Y" fmla="*/ 425 h 505"/>
              <a:gd name="GluePoint39X" fmla="*/ 112 w 377"/>
              <a:gd name="GluePoint39Y" fmla="*/ 413 h 505"/>
              <a:gd name="GluePoint40X" fmla="*/ 122 w 377"/>
              <a:gd name="GluePoint40Y" fmla="*/ 403 h 505"/>
              <a:gd name="GluePoint41X" fmla="*/ 141 w 377"/>
              <a:gd name="GluePoint41Y" fmla="*/ 387 h 505"/>
              <a:gd name="GluePoint42X" fmla="*/ 152 w 377"/>
              <a:gd name="GluePoint42Y" fmla="*/ 377 h 505"/>
              <a:gd name="GluePoint43X" fmla="*/ 191 w 377"/>
              <a:gd name="GluePoint43Y" fmla="*/ 346 h 505"/>
              <a:gd name="GluePoint44X" fmla="*/ 220 w 377"/>
              <a:gd name="GluePoint44Y" fmla="*/ 308 h 505"/>
              <a:gd name="GluePoint45X" fmla="*/ 228 w 377"/>
              <a:gd name="GluePoint45Y" fmla="*/ 284 h 505"/>
              <a:gd name="GluePoint46X" fmla="*/ 218 w 377"/>
              <a:gd name="GluePoint46Y" fmla="*/ 280 h 505"/>
              <a:gd name="GluePoint47X" fmla="*/ 193 w 377"/>
              <a:gd name="GluePoint47Y" fmla="*/ 289 h 505"/>
              <a:gd name="GluePoint48X" fmla="*/ 169 w 377"/>
              <a:gd name="GluePoint48Y" fmla="*/ 287 h 505"/>
              <a:gd name="GluePoint49X" fmla="*/ 149 w 377"/>
              <a:gd name="GluePoint49Y" fmla="*/ 277 h 505"/>
              <a:gd name="GluePoint50X" fmla="*/ 134 w 377"/>
              <a:gd name="GluePoint50Y" fmla="*/ 268 h 505"/>
              <a:gd name="GluePoint51X" fmla="*/ 132 w 377"/>
              <a:gd name="GluePoint51Y" fmla="*/ 258 h 505"/>
              <a:gd name="GluePoint52X" fmla="*/ 132 w 377"/>
              <a:gd name="GluePoint52Y" fmla="*/ 250 h 505"/>
              <a:gd name="GluePoint53X" fmla="*/ 152 w 377"/>
              <a:gd name="GluePoint53Y" fmla="*/ 234 h 505"/>
              <a:gd name="GluePoint54X" fmla="*/ 188 w 377"/>
              <a:gd name="GluePoint54Y" fmla="*/ 221 h 505"/>
              <a:gd name="GluePoint55X" fmla="*/ 207 w 377"/>
              <a:gd name="GluePoint55Y" fmla="*/ 212 h 505"/>
              <a:gd name="GluePoint56X" fmla="*/ 226 w 377"/>
              <a:gd name="GluePoint56Y" fmla="*/ 202 h 505"/>
              <a:gd name="GluePoint57X" fmla="*/ 248 w 377"/>
              <a:gd name="GluePoint57Y" fmla="*/ 193 h 505"/>
              <a:gd name="GluePoint58X" fmla="*/ 256 w 377"/>
              <a:gd name="GluePoint58Y" fmla="*/ 180 h 505"/>
              <a:gd name="GluePoint59X" fmla="*/ 273 w 377"/>
              <a:gd name="GluePoint59Y" fmla="*/ 171 h 505"/>
              <a:gd name="GluePoint60X" fmla="*/ 274 w 377"/>
              <a:gd name="GluePoint60Y" fmla="*/ 133 h 505"/>
              <a:gd name="GluePoint61X" fmla="*/ 279 w 377"/>
              <a:gd name="GluePoint61Y" fmla="*/ 83 h 505"/>
              <a:gd name="GluePoint62X" fmla="*/ 275 w 377"/>
              <a:gd name="GluePoint62Y" fmla="*/ 40 h 505"/>
              <a:gd name="GluePoint63X" fmla="*/ 280 w 377"/>
              <a:gd name="GluePoint63Y" fmla="*/ 7 h 505"/>
            </a:gdLst>
            <a:ahLst/>
            <a:cxnLst/>
            <a:rect l="textAreaLeft" t="textAreaTop" r="textAreaRight" b="textAreaBottom"/>
            <a:pathLst>
              <a:path w="377" h="505">
                <a:moveTo>
                  <a:pt x="289" y="0"/>
                </a:moveTo>
                <a:lnTo>
                  <a:pt x="294" y="1"/>
                </a:lnTo>
                <a:lnTo>
                  <a:pt x="302" y="3"/>
                </a:lnTo>
                <a:lnTo>
                  <a:pt x="305" y="4"/>
                </a:lnTo>
                <a:lnTo>
                  <a:pt x="309" y="6"/>
                </a:lnTo>
                <a:lnTo>
                  <a:pt x="311" y="8"/>
                </a:lnTo>
                <a:lnTo>
                  <a:pt x="313" y="9"/>
                </a:lnTo>
                <a:lnTo>
                  <a:pt x="315" y="11"/>
                </a:lnTo>
                <a:lnTo>
                  <a:pt x="316" y="12"/>
                </a:lnTo>
                <a:lnTo>
                  <a:pt x="317" y="14"/>
                </a:lnTo>
                <a:lnTo>
                  <a:pt x="317" y="16"/>
                </a:lnTo>
                <a:lnTo>
                  <a:pt x="319" y="18"/>
                </a:lnTo>
                <a:lnTo>
                  <a:pt x="320" y="20"/>
                </a:lnTo>
                <a:lnTo>
                  <a:pt x="321" y="22"/>
                </a:lnTo>
                <a:lnTo>
                  <a:pt x="322" y="23"/>
                </a:lnTo>
                <a:lnTo>
                  <a:pt x="326" y="25"/>
                </a:lnTo>
                <a:lnTo>
                  <a:pt x="329" y="27"/>
                </a:lnTo>
                <a:lnTo>
                  <a:pt x="333" y="28"/>
                </a:lnTo>
                <a:lnTo>
                  <a:pt x="336" y="29"/>
                </a:lnTo>
                <a:lnTo>
                  <a:pt x="339" y="31"/>
                </a:lnTo>
                <a:lnTo>
                  <a:pt x="342" y="32"/>
                </a:lnTo>
                <a:lnTo>
                  <a:pt x="345" y="35"/>
                </a:lnTo>
                <a:lnTo>
                  <a:pt x="348" y="38"/>
                </a:lnTo>
                <a:lnTo>
                  <a:pt x="348" y="44"/>
                </a:lnTo>
                <a:lnTo>
                  <a:pt x="348" y="50"/>
                </a:lnTo>
                <a:lnTo>
                  <a:pt x="347" y="55"/>
                </a:lnTo>
                <a:lnTo>
                  <a:pt x="346" y="60"/>
                </a:lnTo>
                <a:lnTo>
                  <a:pt x="345" y="64"/>
                </a:lnTo>
                <a:lnTo>
                  <a:pt x="345" y="68"/>
                </a:lnTo>
                <a:lnTo>
                  <a:pt x="343" y="72"/>
                </a:lnTo>
                <a:lnTo>
                  <a:pt x="341" y="76"/>
                </a:lnTo>
                <a:lnTo>
                  <a:pt x="341" y="77"/>
                </a:lnTo>
                <a:lnTo>
                  <a:pt x="340" y="79"/>
                </a:lnTo>
                <a:lnTo>
                  <a:pt x="340" y="81"/>
                </a:lnTo>
                <a:lnTo>
                  <a:pt x="340" y="84"/>
                </a:lnTo>
                <a:lnTo>
                  <a:pt x="339" y="89"/>
                </a:lnTo>
                <a:lnTo>
                  <a:pt x="340" y="95"/>
                </a:lnTo>
                <a:lnTo>
                  <a:pt x="340" y="100"/>
                </a:lnTo>
                <a:lnTo>
                  <a:pt x="341" y="105"/>
                </a:lnTo>
                <a:lnTo>
                  <a:pt x="341" y="108"/>
                </a:lnTo>
                <a:lnTo>
                  <a:pt x="343" y="111"/>
                </a:lnTo>
                <a:lnTo>
                  <a:pt x="343" y="113"/>
                </a:lnTo>
                <a:lnTo>
                  <a:pt x="342" y="117"/>
                </a:lnTo>
                <a:lnTo>
                  <a:pt x="341" y="121"/>
                </a:lnTo>
                <a:lnTo>
                  <a:pt x="341" y="124"/>
                </a:lnTo>
                <a:lnTo>
                  <a:pt x="344" y="126"/>
                </a:lnTo>
                <a:lnTo>
                  <a:pt x="346" y="128"/>
                </a:lnTo>
                <a:lnTo>
                  <a:pt x="349" y="128"/>
                </a:lnTo>
                <a:lnTo>
                  <a:pt x="351" y="129"/>
                </a:lnTo>
                <a:lnTo>
                  <a:pt x="354" y="129"/>
                </a:lnTo>
                <a:lnTo>
                  <a:pt x="357" y="130"/>
                </a:lnTo>
                <a:lnTo>
                  <a:pt x="361" y="130"/>
                </a:lnTo>
                <a:lnTo>
                  <a:pt x="366" y="130"/>
                </a:lnTo>
                <a:lnTo>
                  <a:pt x="366" y="130"/>
                </a:lnTo>
                <a:lnTo>
                  <a:pt x="367" y="130"/>
                </a:lnTo>
                <a:lnTo>
                  <a:pt x="369" y="132"/>
                </a:lnTo>
                <a:lnTo>
                  <a:pt x="373" y="135"/>
                </a:lnTo>
                <a:lnTo>
                  <a:pt x="374" y="136"/>
                </a:lnTo>
                <a:lnTo>
                  <a:pt x="375" y="137"/>
                </a:lnTo>
                <a:lnTo>
                  <a:pt x="376" y="139"/>
                </a:lnTo>
                <a:lnTo>
                  <a:pt x="376" y="141"/>
                </a:lnTo>
                <a:lnTo>
                  <a:pt x="377" y="142"/>
                </a:lnTo>
                <a:lnTo>
                  <a:pt x="377" y="144"/>
                </a:lnTo>
                <a:lnTo>
                  <a:pt x="377" y="145"/>
                </a:lnTo>
                <a:lnTo>
                  <a:pt x="377" y="147"/>
                </a:lnTo>
                <a:lnTo>
                  <a:pt x="377" y="151"/>
                </a:lnTo>
                <a:lnTo>
                  <a:pt x="376" y="155"/>
                </a:lnTo>
                <a:lnTo>
                  <a:pt x="375" y="159"/>
                </a:lnTo>
                <a:lnTo>
                  <a:pt x="373" y="162"/>
                </a:lnTo>
                <a:lnTo>
                  <a:pt x="373" y="165"/>
                </a:lnTo>
                <a:lnTo>
                  <a:pt x="371" y="167"/>
                </a:lnTo>
                <a:lnTo>
                  <a:pt x="369" y="169"/>
                </a:lnTo>
                <a:lnTo>
                  <a:pt x="367" y="172"/>
                </a:lnTo>
                <a:lnTo>
                  <a:pt x="365" y="173"/>
                </a:lnTo>
                <a:lnTo>
                  <a:pt x="361" y="176"/>
                </a:lnTo>
                <a:lnTo>
                  <a:pt x="357" y="179"/>
                </a:lnTo>
                <a:lnTo>
                  <a:pt x="350" y="182"/>
                </a:lnTo>
                <a:lnTo>
                  <a:pt x="339" y="189"/>
                </a:lnTo>
                <a:lnTo>
                  <a:pt x="328" y="195"/>
                </a:lnTo>
                <a:lnTo>
                  <a:pt x="325" y="197"/>
                </a:lnTo>
                <a:lnTo>
                  <a:pt x="322" y="199"/>
                </a:lnTo>
                <a:lnTo>
                  <a:pt x="321" y="201"/>
                </a:lnTo>
                <a:lnTo>
                  <a:pt x="318" y="205"/>
                </a:lnTo>
                <a:lnTo>
                  <a:pt x="315" y="211"/>
                </a:lnTo>
                <a:lnTo>
                  <a:pt x="311" y="216"/>
                </a:lnTo>
                <a:lnTo>
                  <a:pt x="309" y="220"/>
                </a:lnTo>
                <a:lnTo>
                  <a:pt x="309" y="224"/>
                </a:lnTo>
                <a:lnTo>
                  <a:pt x="308" y="228"/>
                </a:lnTo>
                <a:lnTo>
                  <a:pt x="306" y="232"/>
                </a:lnTo>
                <a:lnTo>
                  <a:pt x="301" y="235"/>
                </a:lnTo>
                <a:lnTo>
                  <a:pt x="297" y="238"/>
                </a:lnTo>
                <a:lnTo>
                  <a:pt x="297" y="242"/>
                </a:lnTo>
                <a:lnTo>
                  <a:pt x="296" y="247"/>
                </a:lnTo>
                <a:lnTo>
                  <a:pt x="295" y="251"/>
                </a:lnTo>
                <a:lnTo>
                  <a:pt x="294" y="255"/>
                </a:lnTo>
                <a:lnTo>
                  <a:pt x="290" y="263"/>
                </a:lnTo>
                <a:lnTo>
                  <a:pt x="285" y="272"/>
                </a:lnTo>
                <a:lnTo>
                  <a:pt x="279" y="280"/>
                </a:lnTo>
                <a:lnTo>
                  <a:pt x="273" y="287"/>
                </a:lnTo>
                <a:lnTo>
                  <a:pt x="273" y="289"/>
                </a:lnTo>
                <a:lnTo>
                  <a:pt x="271" y="291"/>
                </a:lnTo>
                <a:lnTo>
                  <a:pt x="270" y="293"/>
                </a:lnTo>
                <a:lnTo>
                  <a:pt x="269" y="295"/>
                </a:lnTo>
                <a:lnTo>
                  <a:pt x="269" y="300"/>
                </a:lnTo>
                <a:lnTo>
                  <a:pt x="268" y="305"/>
                </a:lnTo>
                <a:lnTo>
                  <a:pt x="267" y="309"/>
                </a:lnTo>
                <a:lnTo>
                  <a:pt x="265" y="314"/>
                </a:lnTo>
                <a:lnTo>
                  <a:pt x="265" y="317"/>
                </a:lnTo>
                <a:lnTo>
                  <a:pt x="264" y="318"/>
                </a:lnTo>
                <a:lnTo>
                  <a:pt x="263" y="320"/>
                </a:lnTo>
                <a:lnTo>
                  <a:pt x="262" y="322"/>
                </a:lnTo>
                <a:lnTo>
                  <a:pt x="259" y="325"/>
                </a:lnTo>
                <a:lnTo>
                  <a:pt x="252" y="333"/>
                </a:lnTo>
                <a:lnTo>
                  <a:pt x="245" y="339"/>
                </a:lnTo>
                <a:lnTo>
                  <a:pt x="241" y="343"/>
                </a:lnTo>
                <a:lnTo>
                  <a:pt x="236" y="345"/>
                </a:lnTo>
                <a:lnTo>
                  <a:pt x="232" y="345"/>
                </a:lnTo>
                <a:lnTo>
                  <a:pt x="230" y="347"/>
                </a:lnTo>
                <a:lnTo>
                  <a:pt x="228" y="349"/>
                </a:lnTo>
                <a:lnTo>
                  <a:pt x="226" y="350"/>
                </a:lnTo>
                <a:lnTo>
                  <a:pt x="224" y="353"/>
                </a:lnTo>
                <a:lnTo>
                  <a:pt x="222" y="357"/>
                </a:lnTo>
                <a:lnTo>
                  <a:pt x="219" y="361"/>
                </a:lnTo>
                <a:lnTo>
                  <a:pt x="216" y="366"/>
                </a:lnTo>
                <a:lnTo>
                  <a:pt x="213" y="370"/>
                </a:lnTo>
                <a:lnTo>
                  <a:pt x="210" y="374"/>
                </a:lnTo>
                <a:lnTo>
                  <a:pt x="207" y="378"/>
                </a:lnTo>
                <a:lnTo>
                  <a:pt x="203" y="379"/>
                </a:lnTo>
                <a:lnTo>
                  <a:pt x="200" y="381"/>
                </a:lnTo>
                <a:lnTo>
                  <a:pt x="196" y="381"/>
                </a:lnTo>
                <a:lnTo>
                  <a:pt x="192" y="382"/>
                </a:lnTo>
                <a:lnTo>
                  <a:pt x="192" y="385"/>
                </a:lnTo>
                <a:lnTo>
                  <a:pt x="191" y="387"/>
                </a:lnTo>
                <a:lnTo>
                  <a:pt x="187" y="387"/>
                </a:lnTo>
                <a:lnTo>
                  <a:pt x="183" y="387"/>
                </a:lnTo>
                <a:lnTo>
                  <a:pt x="181" y="389"/>
                </a:lnTo>
                <a:lnTo>
                  <a:pt x="180" y="390"/>
                </a:lnTo>
                <a:lnTo>
                  <a:pt x="179" y="392"/>
                </a:lnTo>
                <a:lnTo>
                  <a:pt x="177" y="394"/>
                </a:lnTo>
                <a:lnTo>
                  <a:pt x="176" y="396"/>
                </a:lnTo>
                <a:lnTo>
                  <a:pt x="174" y="398"/>
                </a:lnTo>
                <a:lnTo>
                  <a:pt x="172" y="400"/>
                </a:lnTo>
                <a:lnTo>
                  <a:pt x="171" y="401"/>
                </a:lnTo>
                <a:lnTo>
                  <a:pt x="169" y="402"/>
                </a:lnTo>
                <a:lnTo>
                  <a:pt x="168" y="403"/>
                </a:lnTo>
                <a:lnTo>
                  <a:pt x="166" y="403"/>
                </a:lnTo>
                <a:lnTo>
                  <a:pt x="164" y="404"/>
                </a:lnTo>
                <a:lnTo>
                  <a:pt x="163" y="404"/>
                </a:lnTo>
                <a:lnTo>
                  <a:pt x="161" y="404"/>
                </a:lnTo>
                <a:lnTo>
                  <a:pt x="159" y="405"/>
                </a:lnTo>
                <a:lnTo>
                  <a:pt x="157" y="405"/>
                </a:lnTo>
                <a:lnTo>
                  <a:pt x="152" y="411"/>
                </a:lnTo>
                <a:lnTo>
                  <a:pt x="144" y="417"/>
                </a:lnTo>
                <a:lnTo>
                  <a:pt x="137" y="422"/>
                </a:lnTo>
                <a:lnTo>
                  <a:pt x="129" y="429"/>
                </a:lnTo>
                <a:lnTo>
                  <a:pt x="126" y="431"/>
                </a:lnTo>
                <a:lnTo>
                  <a:pt x="122" y="434"/>
                </a:lnTo>
                <a:lnTo>
                  <a:pt x="117" y="437"/>
                </a:lnTo>
                <a:lnTo>
                  <a:pt x="113" y="439"/>
                </a:lnTo>
                <a:lnTo>
                  <a:pt x="109" y="441"/>
                </a:lnTo>
                <a:lnTo>
                  <a:pt x="105" y="441"/>
                </a:lnTo>
                <a:lnTo>
                  <a:pt x="101" y="442"/>
                </a:lnTo>
                <a:lnTo>
                  <a:pt x="97" y="443"/>
                </a:lnTo>
                <a:lnTo>
                  <a:pt x="96" y="445"/>
                </a:lnTo>
                <a:lnTo>
                  <a:pt x="96" y="447"/>
                </a:lnTo>
                <a:lnTo>
                  <a:pt x="95" y="449"/>
                </a:lnTo>
                <a:lnTo>
                  <a:pt x="94" y="450"/>
                </a:lnTo>
                <a:lnTo>
                  <a:pt x="92" y="451"/>
                </a:lnTo>
                <a:lnTo>
                  <a:pt x="91" y="452"/>
                </a:lnTo>
                <a:lnTo>
                  <a:pt x="89" y="453"/>
                </a:lnTo>
                <a:lnTo>
                  <a:pt x="88" y="453"/>
                </a:lnTo>
                <a:lnTo>
                  <a:pt x="84" y="454"/>
                </a:lnTo>
                <a:lnTo>
                  <a:pt x="81" y="455"/>
                </a:lnTo>
                <a:lnTo>
                  <a:pt x="79" y="456"/>
                </a:lnTo>
                <a:lnTo>
                  <a:pt x="77" y="457"/>
                </a:lnTo>
                <a:lnTo>
                  <a:pt x="76" y="457"/>
                </a:lnTo>
                <a:lnTo>
                  <a:pt x="74" y="459"/>
                </a:lnTo>
                <a:lnTo>
                  <a:pt x="70" y="463"/>
                </a:lnTo>
                <a:lnTo>
                  <a:pt x="66" y="467"/>
                </a:lnTo>
                <a:lnTo>
                  <a:pt x="61" y="472"/>
                </a:lnTo>
                <a:lnTo>
                  <a:pt x="57" y="476"/>
                </a:lnTo>
                <a:lnTo>
                  <a:pt x="56" y="477"/>
                </a:lnTo>
                <a:lnTo>
                  <a:pt x="54" y="477"/>
                </a:lnTo>
                <a:lnTo>
                  <a:pt x="52" y="477"/>
                </a:lnTo>
                <a:lnTo>
                  <a:pt x="51" y="478"/>
                </a:lnTo>
                <a:lnTo>
                  <a:pt x="49" y="478"/>
                </a:lnTo>
                <a:lnTo>
                  <a:pt x="48" y="479"/>
                </a:lnTo>
                <a:lnTo>
                  <a:pt x="46" y="480"/>
                </a:lnTo>
                <a:lnTo>
                  <a:pt x="45" y="481"/>
                </a:lnTo>
                <a:lnTo>
                  <a:pt x="40" y="487"/>
                </a:lnTo>
                <a:lnTo>
                  <a:pt x="33" y="494"/>
                </a:lnTo>
                <a:lnTo>
                  <a:pt x="30" y="497"/>
                </a:lnTo>
                <a:lnTo>
                  <a:pt x="28" y="501"/>
                </a:lnTo>
                <a:lnTo>
                  <a:pt x="24" y="503"/>
                </a:lnTo>
                <a:lnTo>
                  <a:pt x="21" y="505"/>
                </a:lnTo>
                <a:lnTo>
                  <a:pt x="16" y="505"/>
                </a:lnTo>
                <a:lnTo>
                  <a:pt x="12" y="505"/>
                </a:lnTo>
                <a:lnTo>
                  <a:pt x="9" y="505"/>
                </a:lnTo>
                <a:lnTo>
                  <a:pt x="5" y="505"/>
                </a:lnTo>
                <a:lnTo>
                  <a:pt x="3" y="502"/>
                </a:lnTo>
                <a:lnTo>
                  <a:pt x="0" y="500"/>
                </a:lnTo>
                <a:lnTo>
                  <a:pt x="0" y="498"/>
                </a:lnTo>
                <a:lnTo>
                  <a:pt x="0" y="496"/>
                </a:lnTo>
                <a:lnTo>
                  <a:pt x="8" y="490"/>
                </a:lnTo>
                <a:lnTo>
                  <a:pt x="15" y="483"/>
                </a:lnTo>
                <a:lnTo>
                  <a:pt x="21" y="477"/>
                </a:lnTo>
                <a:lnTo>
                  <a:pt x="28" y="470"/>
                </a:lnTo>
                <a:lnTo>
                  <a:pt x="31" y="469"/>
                </a:lnTo>
                <a:lnTo>
                  <a:pt x="35" y="466"/>
                </a:lnTo>
                <a:lnTo>
                  <a:pt x="38" y="465"/>
                </a:lnTo>
                <a:lnTo>
                  <a:pt x="41" y="463"/>
                </a:lnTo>
                <a:lnTo>
                  <a:pt x="44" y="461"/>
                </a:lnTo>
                <a:lnTo>
                  <a:pt x="48" y="459"/>
                </a:lnTo>
                <a:lnTo>
                  <a:pt x="51" y="457"/>
                </a:lnTo>
                <a:lnTo>
                  <a:pt x="53" y="454"/>
                </a:lnTo>
                <a:lnTo>
                  <a:pt x="57" y="449"/>
                </a:lnTo>
                <a:lnTo>
                  <a:pt x="60" y="445"/>
                </a:lnTo>
                <a:lnTo>
                  <a:pt x="64" y="444"/>
                </a:lnTo>
                <a:lnTo>
                  <a:pt x="70" y="443"/>
                </a:lnTo>
                <a:lnTo>
                  <a:pt x="73" y="440"/>
                </a:lnTo>
                <a:lnTo>
                  <a:pt x="77" y="436"/>
                </a:lnTo>
                <a:lnTo>
                  <a:pt x="81" y="433"/>
                </a:lnTo>
                <a:lnTo>
                  <a:pt x="85" y="429"/>
                </a:lnTo>
                <a:lnTo>
                  <a:pt x="89" y="429"/>
                </a:lnTo>
                <a:lnTo>
                  <a:pt x="93" y="429"/>
                </a:lnTo>
                <a:lnTo>
                  <a:pt x="94" y="428"/>
                </a:lnTo>
                <a:lnTo>
                  <a:pt x="96" y="426"/>
                </a:lnTo>
                <a:lnTo>
                  <a:pt x="96" y="425"/>
                </a:lnTo>
                <a:lnTo>
                  <a:pt x="98" y="423"/>
                </a:lnTo>
                <a:lnTo>
                  <a:pt x="100" y="420"/>
                </a:lnTo>
                <a:lnTo>
                  <a:pt x="104" y="417"/>
                </a:lnTo>
                <a:lnTo>
                  <a:pt x="107" y="417"/>
                </a:lnTo>
                <a:lnTo>
                  <a:pt x="111" y="415"/>
                </a:lnTo>
                <a:lnTo>
                  <a:pt x="112" y="413"/>
                </a:lnTo>
                <a:lnTo>
                  <a:pt x="115" y="412"/>
                </a:lnTo>
                <a:lnTo>
                  <a:pt x="116" y="410"/>
                </a:lnTo>
                <a:lnTo>
                  <a:pt x="117" y="408"/>
                </a:lnTo>
                <a:lnTo>
                  <a:pt x="119" y="406"/>
                </a:lnTo>
                <a:lnTo>
                  <a:pt x="120" y="404"/>
                </a:lnTo>
                <a:lnTo>
                  <a:pt x="122" y="403"/>
                </a:lnTo>
                <a:lnTo>
                  <a:pt x="124" y="401"/>
                </a:lnTo>
                <a:lnTo>
                  <a:pt x="128" y="399"/>
                </a:lnTo>
                <a:lnTo>
                  <a:pt x="132" y="396"/>
                </a:lnTo>
                <a:lnTo>
                  <a:pt x="136" y="393"/>
                </a:lnTo>
                <a:lnTo>
                  <a:pt x="140" y="389"/>
                </a:lnTo>
                <a:lnTo>
                  <a:pt x="141" y="387"/>
                </a:lnTo>
                <a:lnTo>
                  <a:pt x="142" y="385"/>
                </a:lnTo>
                <a:lnTo>
                  <a:pt x="143" y="383"/>
                </a:lnTo>
                <a:lnTo>
                  <a:pt x="144" y="382"/>
                </a:lnTo>
                <a:lnTo>
                  <a:pt x="144" y="381"/>
                </a:lnTo>
                <a:lnTo>
                  <a:pt x="145" y="381"/>
                </a:lnTo>
                <a:lnTo>
                  <a:pt x="152" y="377"/>
                </a:lnTo>
                <a:lnTo>
                  <a:pt x="158" y="372"/>
                </a:lnTo>
                <a:lnTo>
                  <a:pt x="164" y="368"/>
                </a:lnTo>
                <a:lnTo>
                  <a:pt x="171" y="363"/>
                </a:lnTo>
                <a:lnTo>
                  <a:pt x="178" y="357"/>
                </a:lnTo>
                <a:lnTo>
                  <a:pt x="184" y="352"/>
                </a:lnTo>
                <a:lnTo>
                  <a:pt x="191" y="346"/>
                </a:lnTo>
                <a:lnTo>
                  <a:pt x="197" y="340"/>
                </a:lnTo>
                <a:lnTo>
                  <a:pt x="204" y="333"/>
                </a:lnTo>
                <a:lnTo>
                  <a:pt x="209" y="326"/>
                </a:lnTo>
                <a:lnTo>
                  <a:pt x="214" y="319"/>
                </a:lnTo>
                <a:lnTo>
                  <a:pt x="218" y="312"/>
                </a:lnTo>
                <a:lnTo>
                  <a:pt x="220" y="308"/>
                </a:lnTo>
                <a:lnTo>
                  <a:pt x="222" y="304"/>
                </a:lnTo>
                <a:lnTo>
                  <a:pt x="224" y="300"/>
                </a:lnTo>
                <a:lnTo>
                  <a:pt x="225" y="296"/>
                </a:lnTo>
                <a:lnTo>
                  <a:pt x="227" y="293"/>
                </a:lnTo>
                <a:lnTo>
                  <a:pt x="228" y="289"/>
                </a:lnTo>
                <a:lnTo>
                  <a:pt x="228" y="284"/>
                </a:lnTo>
                <a:lnTo>
                  <a:pt x="229" y="280"/>
                </a:lnTo>
                <a:lnTo>
                  <a:pt x="228" y="280"/>
                </a:lnTo>
                <a:lnTo>
                  <a:pt x="228" y="278"/>
                </a:lnTo>
                <a:lnTo>
                  <a:pt x="224" y="279"/>
                </a:lnTo>
                <a:lnTo>
                  <a:pt x="220" y="279"/>
                </a:lnTo>
                <a:lnTo>
                  <a:pt x="218" y="280"/>
                </a:lnTo>
                <a:lnTo>
                  <a:pt x="216" y="281"/>
                </a:lnTo>
                <a:lnTo>
                  <a:pt x="211" y="283"/>
                </a:lnTo>
                <a:lnTo>
                  <a:pt x="207" y="285"/>
                </a:lnTo>
                <a:lnTo>
                  <a:pt x="202" y="286"/>
                </a:lnTo>
                <a:lnTo>
                  <a:pt x="198" y="288"/>
                </a:lnTo>
                <a:lnTo>
                  <a:pt x="193" y="289"/>
                </a:lnTo>
                <a:lnTo>
                  <a:pt x="189" y="289"/>
                </a:lnTo>
                <a:lnTo>
                  <a:pt x="185" y="289"/>
                </a:lnTo>
                <a:lnTo>
                  <a:pt x="181" y="289"/>
                </a:lnTo>
                <a:lnTo>
                  <a:pt x="177" y="289"/>
                </a:lnTo>
                <a:lnTo>
                  <a:pt x="173" y="289"/>
                </a:lnTo>
                <a:lnTo>
                  <a:pt x="169" y="287"/>
                </a:lnTo>
                <a:lnTo>
                  <a:pt x="166" y="286"/>
                </a:lnTo>
                <a:lnTo>
                  <a:pt x="162" y="285"/>
                </a:lnTo>
                <a:lnTo>
                  <a:pt x="159" y="283"/>
                </a:lnTo>
                <a:lnTo>
                  <a:pt x="156" y="281"/>
                </a:lnTo>
                <a:lnTo>
                  <a:pt x="152" y="280"/>
                </a:lnTo>
                <a:lnTo>
                  <a:pt x="149" y="277"/>
                </a:lnTo>
                <a:lnTo>
                  <a:pt x="146" y="276"/>
                </a:lnTo>
                <a:lnTo>
                  <a:pt x="141" y="273"/>
                </a:lnTo>
                <a:lnTo>
                  <a:pt x="136" y="270"/>
                </a:lnTo>
                <a:lnTo>
                  <a:pt x="136" y="269"/>
                </a:lnTo>
                <a:lnTo>
                  <a:pt x="135" y="269"/>
                </a:lnTo>
                <a:lnTo>
                  <a:pt x="134" y="268"/>
                </a:lnTo>
                <a:lnTo>
                  <a:pt x="133" y="266"/>
                </a:lnTo>
                <a:lnTo>
                  <a:pt x="133" y="265"/>
                </a:lnTo>
                <a:lnTo>
                  <a:pt x="132" y="264"/>
                </a:lnTo>
                <a:lnTo>
                  <a:pt x="132" y="261"/>
                </a:lnTo>
                <a:lnTo>
                  <a:pt x="132" y="259"/>
                </a:lnTo>
                <a:lnTo>
                  <a:pt x="132" y="258"/>
                </a:lnTo>
                <a:lnTo>
                  <a:pt x="131" y="257"/>
                </a:lnTo>
                <a:lnTo>
                  <a:pt x="131" y="255"/>
                </a:lnTo>
                <a:lnTo>
                  <a:pt x="131" y="254"/>
                </a:lnTo>
                <a:lnTo>
                  <a:pt x="131" y="253"/>
                </a:lnTo>
                <a:lnTo>
                  <a:pt x="132" y="252"/>
                </a:lnTo>
                <a:lnTo>
                  <a:pt x="132" y="250"/>
                </a:lnTo>
                <a:lnTo>
                  <a:pt x="132" y="249"/>
                </a:lnTo>
                <a:lnTo>
                  <a:pt x="135" y="246"/>
                </a:lnTo>
                <a:lnTo>
                  <a:pt x="138" y="244"/>
                </a:lnTo>
                <a:lnTo>
                  <a:pt x="141" y="241"/>
                </a:lnTo>
                <a:lnTo>
                  <a:pt x="144" y="239"/>
                </a:lnTo>
                <a:lnTo>
                  <a:pt x="152" y="234"/>
                </a:lnTo>
                <a:lnTo>
                  <a:pt x="160" y="230"/>
                </a:lnTo>
                <a:lnTo>
                  <a:pt x="167" y="227"/>
                </a:lnTo>
                <a:lnTo>
                  <a:pt x="172" y="225"/>
                </a:lnTo>
                <a:lnTo>
                  <a:pt x="177" y="224"/>
                </a:lnTo>
                <a:lnTo>
                  <a:pt x="183" y="222"/>
                </a:lnTo>
                <a:lnTo>
                  <a:pt x="188" y="221"/>
                </a:lnTo>
                <a:lnTo>
                  <a:pt x="195" y="220"/>
                </a:lnTo>
                <a:lnTo>
                  <a:pt x="198" y="219"/>
                </a:lnTo>
                <a:lnTo>
                  <a:pt x="200" y="217"/>
                </a:lnTo>
                <a:lnTo>
                  <a:pt x="203" y="216"/>
                </a:lnTo>
                <a:lnTo>
                  <a:pt x="205" y="213"/>
                </a:lnTo>
                <a:lnTo>
                  <a:pt x="207" y="212"/>
                </a:lnTo>
                <a:lnTo>
                  <a:pt x="209" y="209"/>
                </a:lnTo>
                <a:lnTo>
                  <a:pt x="212" y="208"/>
                </a:lnTo>
                <a:lnTo>
                  <a:pt x="215" y="206"/>
                </a:lnTo>
                <a:lnTo>
                  <a:pt x="218" y="205"/>
                </a:lnTo>
                <a:lnTo>
                  <a:pt x="222" y="204"/>
                </a:lnTo>
                <a:lnTo>
                  <a:pt x="226" y="202"/>
                </a:lnTo>
                <a:lnTo>
                  <a:pt x="230" y="201"/>
                </a:lnTo>
                <a:lnTo>
                  <a:pt x="235" y="200"/>
                </a:lnTo>
                <a:lnTo>
                  <a:pt x="239" y="198"/>
                </a:lnTo>
                <a:lnTo>
                  <a:pt x="242" y="197"/>
                </a:lnTo>
                <a:lnTo>
                  <a:pt x="246" y="195"/>
                </a:lnTo>
                <a:lnTo>
                  <a:pt x="248" y="193"/>
                </a:lnTo>
                <a:lnTo>
                  <a:pt x="249" y="191"/>
                </a:lnTo>
                <a:lnTo>
                  <a:pt x="250" y="189"/>
                </a:lnTo>
                <a:lnTo>
                  <a:pt x="252" y="187"/>
                </a:lnTo>
                <a:lnTo>
                  <a:pt x="253" y="184"/>
                </a:lnTo>
                <a:lnTo>
                  <a:pt x="254" y="182"/>
                </a:lnTo>
                <a:lnTo>
                  <a:pt x="256" y="180"/>
                </a:lnTo>
                <a:lnTo>
                  <a:pt x="257" y="179"/>
                </a:lnTo>
                <a:lnTo>
                  <a:pt x="261" y="176"/>
                </a:lnTo>
                <a:lnTo>
                  <a:pt x="266" y="175"/>
                </a:lnTo>
                <a:lnTo>
                  <a:pt x="269" y="173"/>
                </a:lnTo>
                <a:lnTo>
                  <a:pt x="270" y="172"/>
                </a:lnTo>
                <a:lnTo>
                  <a:pt x="273" y="171"/>
                </a:lnTo>
                <a:lnTo>
                  <a:pt x="273" y="169"/>
                </a:lnTo>
                <a:lnTo>
                  <a:pt x="273" y="160"/>
                </a:lnTo>
                <a:lnTo>
                  <a:pt x="273" y="152"/>
                </a:lnTo>
                <a:lnTo>
                  <a:pt x="273" y="144"/>
                </a:lnTo>
                <a:lnTo>
                  <a:pt x="273" y="136"/>
                </a:lnTo>
                <a:lnTo>
                  <a:pt x="274" y="133"/>
                </a:lnTo>
                <a:lnTo>
                  <a:pt x="275" y="127"/>
                </a:lnTo>
                <a:lnTo>
                  <a:pt x="276" y="118"/>
                </a:lnTo>
                <a:lnTo>
                  <a:pt x="277" y="108"/>
                </a:lnTo>
                <a:lnTo>
                  <a:pt x="278" y="98"/>
                </a:lnTo>
                <a:lnTo>
                  <a:pt x="279" y="90"/>
                </a:lnTo>
                <a:lnTo>
                  <a:pt x="279" y="83"/>
                </a:lnTo>
                <a:lnTo>
                  <a:pt x="279" y="79"/>
                </a:lnTo>
                <a:lnTo>
                  <a:pt x="278" y="76"/>
                </a:lnTo>
                <a:lnTo>
                  <a:pt x="278" y="70"/>
                </a:lnTo>
                <a:lnTo>
                  <a:pt x="277" y="60"/>
                </a:lnTo>
                <a:lnTo>
                  <a:pt x="276" y="50"/>
                </a:lnTo>
                <a:lnTo>
                  <a:pt x="275" y="40"/>
                </a:lnTo>
                <a:lnTo>
                  <a:pt x="274" y="31"/>
                </a:lnTo>
                <a:lnTo>
                  <a:pt x="274" y="24"/>
                </a:lnTo>
                <a:lnTo>
                  <a:pt x="273" y="22"/>
                </a:lnTo>
                <a:lnTo>
                  <a:pt x="276" y="17"/>
                </a:lnTo>
                <a:lnTo>
                  <a:pt x="277" y="12"/>
                </a:lnTo>
                <a:lnTo>
                  <a:pt x="280" y="7"/>
                </a:lnTo>
                <a:lnTo>
                  <a:pt x="281" y="1"/>
                </a:lnTo>
                <a:lnTo>
                  <a:pt x="285" y="2"/>
                </a:lnTo>
                <a:lnTo>
                  <a:pt x="286" y="1"/>
                </a:lnTo>
                <a:lnTo>
                  <a:pt x="287" y="1"/>
                </a:lnTo>
                <a:lnTo>
                  <a:pt x="289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7" name="íṩḷiḋe">
            <a:extLst>
              <a:ext uri="{FF2B5EF4-FFF2-40B4-BE49-F238E27FC236}">
                <a16:creationId xmlns:a16="http://schemas.microsoft.com/office/drawing/2014/main" id="{EC1E637B-05E2-4CE6-A908-2ED812A1160D}"/>
              </a:ext>
            </a:extLst>
          </p:cNvPr>
          <p:cNvSpPr>
            <a:spLocks noGrp="1"/>
          </p:cNvSpPr>
          <p:nvPr/>
        </p:nvSpPr>
        <p:spPr>
          <a:xfrm>
            <a:off x="2635200" y="731520"/>
            <a:ext cx="68040" cy="63360"/>
          </a:xfrm>
          <a:custGeom>
            <a:avLst/>
            <a:gdLst>
              <a:gd name="textAreaLeft" fmla="*/ 0 w 68040"/>
              <a:gd name="textAreaRight" fmla="*/ 68400 w 68040"/>
              <a:gd name="textAreaTop" fmla="*/ 0 h 63360"/>
              <a:gd name="textAreaBottom" fmla="*/ 63720 h 63360"/>
              <a:gd name="GluePoint1X" fmla="*/ 5 w 157"/>
              <a:gd name="GluePoint1Y" fmla="*/ 0 h 146"/>
              <a:gd name="GluePoint2X" fmla="*/ 9 w 157"/>
              <a:gd name="GluePoint2Y" fmla="*/ 0 h 146"/>
              <a:gd name="GluePoint3X" fmla="*/ 11 w 157"/>
              <a:gd name="GluePoint3Y" fmla="*/ 2 h 146"/>
              <a:gd name="GluePoint4X" fmla="*/ 14 w 157"/>
              <a:gd name="GluePoint4Y" fmla="*/ 4 h 146"/>
              <a:gd name="GluePoint5X" fmla="*/ 17 w 157"/>
              <a:gd name="GluePoint5Y" fmla="*/ 7 h 146"/>
              <a:gd name="GluePoint6X" fmla="*/ 19 w 157"/>
              <a:gd name="GluePoint6Y" fmla="*/ 11 h 146"/>
              <a:gd name="GluePoint7X" fmla="*/ 27 w 157"/>
              <a:gd name="GluePoint7Y" fmla="*/ 19 h 146"/>
              <a:gd name="GluePoint8X" fmla="*/ 37 w 157"/>
              <a:gd name="GluePoint8Y" fmla="*/ 28 h 146"/>
              <a:gd name="GluePoint9X" fmla="*/ 45 w 157"/>
              <a:gd name="GluePoint9Y" fmla="*/ 38 h 146"/>
              <a:gd name="GluePoint10X" fmla="*/ 49 w 157"/>
              <a:gd name="GluePoint10Y" fmla="*/ 49 h 146"/>
              <a:gd name="GluePoint11X" fmla="*/ 54 w 157"/>
              <a:gd name="GluePoint11Y" fmla="*/ 56 h 146"/>
              <a:gd name="GluePoint12X" fmla="*/ 61 w 157"/>
              <a:gd name="GluePoint12Y" fmla="*/ 61 h 146"/>
              <a:gd name="GluePoint13X" fmla="*/ 64 w 157"/>
              <a:gd name="GluePoint13Y" fmla="*/ 66 h 146"/>
              <a:gd name="GluePoint14X" fmla="*/ 72 w 157"/>
              <a:gd name="GluePoint14Y" fmla="*/ 72 h 146"/>
              <a:gd name="GluePoint15X" fmla="*/ 85 w 157"/>
              <a:gd name="GluePoint15Y" fmla="*/ 81 h 146"/>
              <a:gd name="GluePoint16X" fmla="*/ 99 w 157"/>
              <a:gd name="GluePoint16Y" fmla="*/ 90 h 146"/>
              <a:gd name="GluePoint17X" fmla="*/ 113 w 157"/>
              <a:gd name="GluePoint17Y" fmla="*/ 98 h 146"/>
              <a:gd name="GluePoint18X" fmla="*/ 121 w 157"/>
              <a:gd name="GluePoint18Y" fmla="*/ 104 h 146"/>
              <a:gd name="GluePoint19X" fmla="*/ 124 w 157"/>
              <a:gd name="GluePoint19Y" fmla="*/ 104 h 146"/>
              <a:gd name="GluePoint20X" fmla="*/ 127 w 157"/>
              <a:gd name="GluePoint20Y" fmla="*/ 104 h 146"/>
              <a:gd name="GluePoint21X" fmla="*/ 131 w 157"/>
              <a:gd name="GluePoint21Y" fmla="*/ 104 h 146"/>
              <a:gd name="GluePoint22X" fmla="*/ 138 w 157"/>
              <a:gd name="GluePoint22Y" fmla="*/ 108 h 146"/>
              <a:gd name="GluePoint23X" fmla="*/ 148 w 157"/>
              <a:gd name="GluePoint23Y" fmla="*/ 114 h 146"/>
              <a:gd name="GluePoint24X" fmla="*/ 154 w 157"/>
              <a:gd name="GluePoint24Y" fmla="*/ 119 h 146"/>
              <a:gd name="GluePoint25X" fmla="*/ 157 w 157"/>
              <a:gd name="GluePoint25Y" fmla="*/ 125 h 146"/>
              <a:gd name="GluePoint26X" fmla="*/ 156 w 157"/>
              <a:gd name="GluePoint26Y" fmla="*/ 130 h 146"/>
              <a:gd name="GluePoint27X" fmla="*/ 155 w 157"/>
              <a:gd name="GluePoint27Y" fmla="*/ 135 h 146"/>
              <a:gd name="GluePoint28X" fmla="*/ 153 w 157"/>
              <a:gd name="GluePoint28Y" fmla="*/ 139 h 146"/>
              <a:gd name="GluePoint29X" fmla="*/ 149 w 157"/>
              <a:gd name="GluePoint29Y" fmla="*/ 141 h 146"/>
              <a:gd name="GluePoint30X" fmla="*/ 145 w 157"/>
              <a:gd name="GluePoint30Y" fmla="*/ 142 h 146"/>
              <a:gd name="GluePoint31X" fmla="*/ 136 w 157"/>
              <a:gd name="GluePoint31Y" fmla="*/ 142 h 146"/>
              <a:gd name="GluePoint32X" fmla="*/ 122 w 157"/>
              <a:gd name="GluePoint32Y" fmla="*/ 139 h 146"/>
              <a:gd name="GluePoint33X" fmla="*/ 112 w 157"/>
              <a:gd name="GluePoint33Y" fmla="*/ 137 h 146"/>
              <a:gd name="GluePoint34X" fmla="*/ 107 w 157"/>
              <a:gd name="GluePoint34Y" fmla="*/ 137 h 146"/>
              <a:gd name="GluePoint35X" fmla="*/ 104 w 157"/>
              <a:gd name="GluePoint35Y" fmla="*/ 138 h 146"/>
              <a:gd name="GluePoint36X" fmla="*/ 100 w 157"/>
              <a:gd name="GluePoint36Y" fmla="*/ 141 h 146"/>
              <a:gd name="GluePoint37X" fmla="*/ 94 w 157"/>
              <a:gd name="GluePoint37Y" fmla="*/ 144 h 146"/>
              <a:gd name="GluePoint38X" fmla="*/ 85 w 157"/>
              <a:gd name="GluePoint38Y" fmla="*/ 146 h 146"/>
              <a:gd name="GluePoint39X" fmla="*/ 76 w 157"/>
              <a:gd name="GluePoint39Y" fmla="*/ 146 h 146"/>
              <a:gd name="GluePoint40X" fmla="*/ 67 w 157"/>
              <a:gd name="GluePoint40Y" fmla="*/ 145 h 146"/>
              <a:gd name="GluePoint41X" fmla="*/ 61 w 157"/>
              <a:gd name="GluePoint41Y" fmla="*/ 140 h 146"/>
              <a:gd name="GluePoint42X" fmla="*/ 57 w 157"/>
              <a:gd name="GluePoint42Y" fmla="*/ 134 h 146"/>
              <a:gd name="GluePoint43X" fmla="*/ 51 w 157"/>
              <a:gd name="GluePoint43Y" fmla="*/ 128 h 146"/>
              <a:gd name="GluePoint44X" fmla="*/ 46 w 157"/>
              <a:gd name="GluePoint44Y" fmla="*/ 122 h 146"/>
              <a:gd name="GluePoint45X" fmla="*/ 41 w 157"/>
              <a:gd name="GluePoint45Y" fmla="*/ 115 h 146"/>
              <a:gd name="GluePoint46X" fmla="*/ 38 w 157"/>
              <a:gd name="GluePoint46Y" fmla="*/ 107 h 146"/>
              <a:gd name="GluePoint47X" fmla="*/ 33 w 157"/>
              <a:gd name="GluePoint47Y" fmla="*/ 93 h 146"/>
              <a:gd name="GluePoint48X" fmla="*/ 29 w 157"/>
              <a:gd name="GluePoint48Y" fmla="*/ 79 h 146"/>
              <a:gd name="GluePoint49X" fmla="*/ 25 w 157"/>
              <a:gd name="GluePoint49Y" fmla="*/ 70 h 146"/>
              <a:gd name="GluePoint50X" fmla="*/ 16 w 157"/>
              <a:gd name="GluePoint50Y" fmla="*/ 54 h 146"/>
              <a:gd name="GluePoint51X" fmla="*/ 7 w 157"/>
              <a:gd name="GluePoint51Y" fmla="*/ 38 h 146"/>
              <a:gd name="GluePoint52X" fmla="*/ 3 w 157"/>
              <a:gd name="GluePoint52Y" fmla="*/ 27 h 146"/>
              <a:gd name="GluePoint53X" fmla="*/ 0 w 157"/>
              <a:gd name="GluePoint53Y" fmla="*/ 17 h 146"/>
              <a:gd name="GluePoint54X" fmla="*/ 0 w 157"/>
              <a:gd name="GluePoint54Y" fmla="*/ 8 h 146"/>
              <a:gd name="GluePoint55X" fmla="*/ 0 w 157"/>
              <a:gd name="GluePoint55Y" fmla="*/ 3 h 146"/>
            </a:gdLst>
            <a:ahLst/>
            <a:cxnLst/>
            <a:rect l="textAreaLeft" t="textAreaTop" r="textAreaRight" b="textAreaBottom"/>
            <a:pathLst>
              <a:path w="157" h="146">
                <a:moveTo>
                  <a:pt x="1" y="0"/>
                </a:moveTo>
                <a:lnTo>
                  <a:pt x="5" y="0"/>
                </a:lnTo>
                <a:lnTo>
                  <a:pt x="8" y="0"/>
                </a:lnTo>
                <a:lnTo>
                  <a:pt x="9" y="0"/>
                </a:lnTo>
                <a:lnTo>
                  <a:pt x="10" y="1"/>
                </a:lnTo>
                <a:lnTo>
                  <a:pt x="11" y="2"/>
                </a:lnTo>
                <a:lnTo>
                  <a:pt x="13" y="3"/>
                </a:lnTo>
                <a:lnTo>
                  <a:pt x="14" y="4"/>
                </a:lnTo>
                <a:lnTo>
                  <a:pt x="15" y="6"/>
                </a:lnTo>
                <a:lnTo>
                  <a:pt x="17" y="7"/>
                </a:lnTo>
                <a:lnTo>
                  <a:pt x="17" y="8"/>
                </a:lnTo>
                <a:lnTo>
                  <a:pt x="19" y="11"/>
                </a:lnTo>
                <a:lnTo>
                  <a:pt x="21" y="14"/>
                </a:lnTo>
                <a:lnTo>
                  <a:pt x="27" y="19"/>
                </a:lnTo>
                <a:lnTo>
                  <a:pt x="33" y="24"/>
                </a:lnTo>
                <a:lnTo>
                  <a:pt x="37" y="28"/>
                </a:lnTo>
                <a:lnTo>
                  <a:pt x="42" y="33"/>
                </a:lnTo>
                <a:lnTo>
                  <a:pt x="45" y="38"/>
                </a:lnTo>
                <a:lnTo>
                  <a:pt x="47" y="43"/>
                </a:lnTo>
                <a:lnTo>
                  <a:pt x="49" y="49"/>
                </a:lnTo>
                <a:lnTo>
                  <a:pt x="51" y="54"/>
                </a:lnTo>
                <a:lnTo>
                  <a:pt x="54" y="56"/>
                </a:lnTo>
                <a:lnTo>
                  <a:pt x="57" y="58"/>
                </a:lnTo>
                <a:lnTo>
                  <a:pt x="61" y="61"/>
                </a:lnTo>
                <a:lnTo>
                  <a:pt x="63" y="63"/>
                </a:lnTo>
                <a:lnTo>
                  <a:pt x="64" y="66"/>
                </a:lnTo>
                <a:lnTo>
                  <a:pt x="65" y="68"/>
                </a:lnTo>
                <a:lnTo>
                  <a:pt x="72" y="72"/>
                </a:lnTo>
                <a:lnTo>
                  <a:pt x="78" y="77"/>
                </a:lnTo>
                <a:lnTo>
                  <a:pt x="85" y="81"/>
                </a:lnTo>
                <a:lnTo>
                  <a:pt x="92" y="85"/>
                </a:lnTo>
                <a:lnTo>
                  <a:pt x="99" y="90"/>
                </a:lnTo>
                <a:lnTo>
                  <a:pt x="106" y="94"/>
                </a:lnTo>
                <a:lnTo>
                  <a:pt x="113" y="98"/>
                </a:lnTo>
                <a:lnTo>
                  <a:pt x="119" y="102"/>
                </a:lnTo>
                <a:lnTo>
                  <a:pt x="121" y="104"/>
                </a:lnTo>
                <a:lnTo>
                  <a:pt x="122" y="104"/>
                </a:lnTo>
                <a:lnTo>
                  <a:pt x="124" y="104"/>
                </a:lnTo>
                <a:lnTo>
                  <a:pt x="125" y="104"/>
                </a:lnTo>
                <a:lnTo>
                  <a:pt x="127" y="104"/>
                </a:lnTo>
                <a:lnTo>
                  <a:pt x="129" y="104"/>
                </a:lnTo>
                <a:lnTo>
                  <a:pt x="131" y="104"/>
                </a:lnTo>
                <a:lnTo>
                  <a:pt x="133" y="105"/>
                </a:lnTo>
                <a:lnTo>
                  <a:pt x="138" y="108"/>
                </a:lnTo>
                <a:lnTo>
                  <a:pt x="145" y="113"/>
                </a:lnTo>
                <a:lnTo>
                  <a:pt x="148" y="114"/>
                </a:lnTo>
                <a:lnTo>
                  <a:pt x="151" y="117"/>
                </a:lnTo>
                <a:lnTo>
                  <a:pt x="154" y="119"/>
                </a:lnTo>
                <a:lnTo>
                  <a:pt x="156" y="122"/>
                </a:lnTo>
                <a:lnTo>
                  <a:pt x="157" y="125"/>
                </a:lnTo>
                <a:lnTo>
                  <a:pt x="157" y="128"/>
                </a:lnTo>
                <a:lnTo>
                  <a:pt x="156" y="130"/>
                </a:lnTo>
                <a:lnTo>
                  <a:pt x="156" y="133"/>
                </a:lnTo>
                <a:lnTo>
                  <a:pt x="155" y="135"/>
                </a:lnTo>
                <a:lnTo>
                  <a:pt x="154" y="137"/>
                </a:lnTo>
                <a:lnTo>
                  <a:pt x="153" y="139"/>
                </a:lnTo>
                <a:lnTo>
                  <a:pt x="151" y="140"/>
                </a:lnTo>
                <a:lnTo>
                  <a:pt x="149" y="141"/>
                </a:lnTo>
                <a:lnTo>
                  <a:pt x="147" y="142"/>
                </a:lnTo>
                <a:lnTo>
                  <a:pt x="145" y="142"/>
                </a:lnTo>
                <a:lnTo>
                  <a:pt x="142" y="142"/>
                </a:lnTo>
                <a:lnTo>
                  <a:pt x="136" y="142"/>
                </a:lnTo>
                <a:lnTo>
                  <a:pt x="129" y="141"/>
                </a:lnTo>
                <a:lnTo>
                  <a:pt x="122" y="139"/>
                </a:lnTo>
                <a:lnTo>
                  <a:pt x="117" y="138"/>
                </a:lnTo>
                <a:lnTo>
                  <a:pt x="112" y="137"/>
                </a:lnTo>
                <a:lnTo>
                  <a:pt x="109" y="136"/>
                </a:lnTo>
                <a:lnTo>
                  <a:pt x="107" y="137"/>
                </a:lnTo>
                <a:lnTo>
                  <a:pt x="105" y="137"/>
                </a:lnTo>
                <a:lnTo>
                  <a:pt x="104" y="138"/>
                </a:lnTo>
                <a:lnTo>
                  <a:pt x="103" y="139"/>
                </a:lnTo>
                <a:lnTo>
                  <a:pt x="100" y="141"/>
                </a:lnTo>
                <a:lnTo>
                  <a:pt x="98" y="142"/>
                </a:lnTo>
                <a:lnTo>
                  <a:pt x="94" y="144"/>
                </a:lnTo>
                <a:lnTo>
                  <a:pt x="90" y="145"/>
                </a:lnTo>
                <a:lnTo>
                  <a:pt x="85" y="146"/>
                </a:lnTo>
                <a:lnTo>
                  <a:pt x="81" y="146"/>
                </a:lnTo>
                <a:lnTo>
                  <a:pt x="76" y="146"/>
                </a:lnTo>
                <a:lnTo>
                  <a:pt x="72" y="146"/>
                </a:lnTo>
                <a:lnTo>
                  <a:pt x="67" y="145"/>
                </a:lnTo>
                <a:lnTo>
                  <a:pt x="63" y="144"/>
                </a:lnTo>
                <a:lnTo>
                  <a:pt x="61" y="140"/>
                </a:lnTo>
                <a:lnTo>
                  <a:pt x="59" y="136"/>
                </a:lnTo>
                <a:lnTo>
                  <a:pt x="57" y="134"/>
                </a:lnTo>
                <a:lnTo>
                  <a:pt x="54" y="130"/>
                </a:lnTo>
                <a:lnTo>
                  <a:pt x="51" y="128"/>
                </a:lnTo>
                <a:lnTo>
                  <a:pt x="49" y="125"/>
                </a:lnTo>
                <a:lnTo>
                  <a:pt x="46" y="122"/>
                </a:lnTo>
                <a:lnTo>
                  <a:pt x="44" y="118"/>
                </a:lnTo>
                <a:lnTo>
                  <a:pt x="41" y="115"/>
                </a:lnTo>
                <a:lnTo>
                  <a:pt x="40" y="111"/>
                </a:lnTo>
                <a:lnTo>
                  <a:pt x="38" y="107"/>
                </a:lnTo>
                <a:lnTo>
                  <a:pt x="37" y="102"/>
                </a:lnTo>
                <a:lnTo>
                  <a:pt x="33" y="93"/>
                </a:lnTo>
                <a:lnTo>
                  <a:pt x="31" y="84"/>
                </a:lnTo>
                <a:lnTo>
                  <a:pt x="29" y="79"/>
                </a:lnTo>
                <a:lnTo>
                  <a:pt x="27" y="74"/>
                </a:lnTo>
                <a:lnTo>
                  <a:pt x="25" y="70"/>
                </a:lnTo>
                <a:lnTo>
                  <a:pt x="21" y="65"/>
                </a:lnTo>
                <a:lnTo>
                  <a:pt x="16" y="54"/>
                </a:lnTo>
                <a:lnTo>
                  <a:pt x="9" y="44"/>
                </a:lnTo>
                <a:lnTo>
                  <a:pt x="7" y="38"/>
                </a:lnTo>
                <a:lnTo>
                  <a:pt x="5" y="33"/>
                </a:lnTo>
                <a:lnTo>
                  <a:pt x="3" y="27"/>
                </a:lnTo>
                <a:lnTo>
                  <a:pt x="1" y="22"/>
                </a:lnTo>
                <a:lnTo>
                  <a:pt x="0" y="17"/>
                </a:lnTo>
                <a:lnTo>
                  <a:pt x="0" y="11"/>
                </a:lnTo>
                <a:lnTo>
                  <a:pt x="0" y="8"/>
                </a:lnTo>
                <a:lnTo>
                  <a:pt x="0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720" rIns="90000" bIns="18720" anchor="ctr">
            <a:noAutofit/>
          </a:bodyPr>
          <a:lstStyle/>
          <a:p>
            <a:endParaRPr/>
          </a:p>
        </p:txBody>
      </p:sp>
      <p:sp>
        <p:nvSpPr>
          <p:cNvPr id="38" name="iš1iḑé">
            <a:extLst>
              <a:ext uri="{FF2B5EF4-FFF2-40B4-BE49-F238E27FC236}">
                <a16:creationId xmlns:a16="http://schemas.microsoft.com/office/drawing/2014/main" id="{1DB9580F-5D58-4269-B50F-31094DA0B0E4}"/>
              </a:ext>
            </a:extLst>
          </p:cNvPr>
          <p:cNvSpPr>
            <a:spLocks noGrp="1"/>
          </p:cNvSpPr>
          <p:nvPr/>
        </p:nvSpPr>
        <p:spPr>
          <a:xfrm>
            <a:off x="1659960" y="568800"/>
            <a:ext cx="206280" cy="261720"/>
          </a:xfrm>
          <a:custGeom>
            <a:avLst/>
            <a:gdLst>
              <a:gd name="textAreaLeft" fmla="*/ 0 w 206280"/>
              <a:gd name="textAreaRight" fmla="*/ 206640 w 206280"/>
              <a:gd name="textAreaTop" fmla="*/ 0 h 261720"/>
              <a:gd name="textAreaBottom" fmla="*/ 262080 h 261720"/>
              <a:gd name="GluePoint1X" fmla="*/ 18 w 473"/>
              <a:gd name="GluePoint1Y" fmla="*/ 229 h 600"/>
              <a:gd name="GluePoint2X" fmla="*/ 1 w 473"/>
              <a:gd name="GluePoint2Y" fmla="*/ 209 h 600"/>
              <a:gd name="GluePoint3X" fmla="*/ 18 w 473"/>
              <a:gd name="GluePoint3Y" fmla="*/ 192 h 600"/>
              <a:gd name="GluePoint4X" fmla="*/ 62 w 473"/>
              <a:gd name="GluePoint4Y" fmla="*/ 187 h 600"/>
              <a:gd name="GluePoint5X" fmla="*/ 120 w 473"/>
              <a:gd name="GluePoint5Y" fmla="*/ 166 h 600"/>
              <a:gd name="GluePoint6X" fmla="*/ 197 w 473"/>
              <a:gd name="GluePoint6Y" fmla="*/ 132 h 600"/>
              <a:gd name="GluePoint7X" fmla="*/ 233 w 473"/>
              <a:gd name="GluePoint7Y" fmla="*/ 90 h 600"/>
              <a:gd name="GluePoint8X" fmla="*/ 246 w 473"/>
              <a:gd name="GluePoint8Y" fmla="*/ 42 h 600"/>
              <a:gd name="GluePoint9X" fmla="*/ 256 w 473"/>
              <a:gd name="GluePoint9Y" fmla="*/ 2 h 600"/>
              <a:gd name="GluePoint10X" fmla="*/ 289 w 473"/>
              <a:gd name="GluePoint10Y" fmla="*/ 38 h 600"/>
              <a:gd name="GluePoint11X" fmla="*/ 345 w 473"/>
              <a:gd name="GluePoint11Y" fmla="*/ 62 h 600"/>
              <a:gd name="GluePoint12X" fmla="*/ 350 w 473"/>
              <a:gd name="GluePoint12Y" fmla="*/ 83 h 600"/>
              <a:gd name="GluePoint13X" fmla="*/ 329 w 473"/>
              <a:gd name="GluePoint13Y" fmla="*/ 118 h 600"/>
              <a:gd name="GluePoint14X" fmla="*/ 276 w 473"/>
              <a:gd name="GluePoint14Y" fmla="*/ 146 h 600"/>
              <a:gd name="GluePoint15X" fmla="*/ 247 w 473"/>
              <a:gd name="GluePoint15Y" fmla="*/ 197 h 600"/>
              <a:gd name="GluePoint16X" fmla="*/ 195 w 473"/>
              <a:gd name="GluePoint16Y" fmla="*/ 260 h 600"/>
              <a:gd name="GluePoint17X" fmla="*/ 200 w 473"/>
              <a:gd name="GluePoint17Y" fmla="*/ 285 h 600"/>
              <a:gd name="GluePoint18X" fmla="*/ 242 w 473"/>
              <a:gd name="GluePoint18Y" fmla="*/ 261 h 600"/>
              <a:gd name="GluePoint19X" fmla="*/ 300 w 473"/>
              <a:gd name="GluePoint19Y" fmla="*/ 228 h 600"/>
              <a:gd name="GluePoint20X" fmla="*/ 388 w 473"/>
              <a:gd name="GluePoint20Y" fmla="*/ 162 h 600"/>
              <a:gd name="GluePoint21X" fmla="*/ 432 w 473"/>
              <a:gd name="GluePoint21Y" fmla="*/ 141 h 600"/>
              <a:gd name="GluePoint22X" fmla="*/ 473 w 473"/>
              <a:gd name="GluePoint22Y" fmla="*/ 158 h 600"/>
              <a:gd name="GluePoint23X" fmla="*/ 455 w 473"/>
              <a:gd name="GluePoint23Y" fmla="*/ 210 h 600"/>
              <a:gd name="GluePoint24X" fmla="*/ 440 w 473"/>
              <a:gd name="GluePoint24Y" fmla="*/ 283 h 600"/>
              <a:gd name="GluePoint25X" fmla="*/ 416 w 473"/>
              <a:gd name="GluePoint25Y" fmla="*/ 447 h 600"/>
              <a:gd name="GluePoint26X" fmla="*/ 408 w 473"/>
              <a:gd name="GluePoint26Y" fmla="*/ 524 h 600"/>
              <a:gd name="GluePoint27X" fmla="*/ 404 w 473"/>
              <a:gd name="GluePoint27Y" fmla="*/ 581 h 600"/>
              <a:gd name="GluePoint28X" fmla="*/ 382 w 473"/>
              <a:gd name="GluePoint28Y" fmla="*/ 600 h 600"/>
              <a:gd name="GluePoint29X" fmla="*/ 336 w 473"/>
              <a:gd name="GluePoint29Y" fmla="*/ 558 h 600"/>
              <a:gd name="GluePoint30X" fmla="*/ 307 w 473"/>
              <a:gd name="GluePoint30Y" fmla="*/ 535 h 600"/>
              <a:gd name="GluePoint31X" fmla="*/ 292 w 473"/>
              <a:gd name="GluePoint31Y" fmla="*/ 515 h 600"/>
              <a:gd name="GluePoint32X" fmla="*/ 302 w 473"/>
              <a:gd name="GluePoint32Y" fmla="*/ 501 h 600"/>
              <a:gd name="GluePoint33X" fmla="*/ 341 w 473"/>
              <a:gd name="GluePoint33Y" fmla="*/ 527 h 600"/>
              <a:gd name="GluePoint34X" fmla="*/ 371 w 473"/>
              <a:gd name="GluePoint34Y" fmla="*/ 515 h 600"/>
              <a:gd name="GluePoint35X" fmla="*/ 385 w 473"/>
              <a:gd name="GluePoint35Y" fmla="*/ 405 h 600"/>
              <a:gd name="GluePoint36X" fmla="*/ 389 w 473"/>
              <a:gd name="GluePoint36Y" fmla="*/ 351 h 600"/>
              <a:gd name="GluePoint37X" fmla="*/ 402 w 473"/>
              <a:gd name="GluePoint37Y" fmla="*/ 308 h 600"/>
              <a:gd name="GluePoint38X" fmla="*/ 415 w 473"/>
              <a:gd name="GluePoint38Y" fmla="*/ 246 h 600"/>
              <a:gd name="GluePoint39X" fmla="*/ 429 w 473"/>
              <a:gd name="GluePoint39Y" fmla="*/ 198 h 600"/>
              <a:gd name="GluePoint40X" fmla="*/ 430 w 473"/>
              <a:gd name="GluePoint40Y" fmla="*/ 166 h 600"/>
              <a:gd name="GluePoint41X" fmla="*/ 394 w 473"/>
              <a:gd name="GluePoint41Y" fmla="*/ 178 h 600"/>
              <a:gd name="GluePoint42X" fmla="*/ 356 w 473"/>
              <a:gd name="GluePoint42Y" fmla="*/ 220 h 600"/>
              <a:gd name="GluePoint43X" fmla="*/ 364 w 473"/>
              <a:gd name="GluePoint43Y" fmla="*/ 252 h 600"/>
              <a:gd name="GluePoint44X" fmla="*/ 334 w 473"/>
              <a:gd name="GluePoint44Y" fmla="*/ 279 h 600"/>
              <a:gd name="GluePoint45X" fmla="*/ 289 w 473"/>
              <a:gd name="GluePoint45Y" fmla="*/ 287 h 600"/>
              <a:gd name="GluePoint46X" fmla="*/ 256 w 473"/>
              <a:gd name="GluePoint46Y" fmla="*/ 303 h 600"/>
              <a:gd name="GluePoint47X" fmla="*/ 192 w 473"/>
              <a:gd name="GluePoint47Y" fmla="*/ 323 h 600"/>
              <a:gd name="GluePoint48X" fmla="*/ 157 w 473"/>
              <a:gd name="GluePoint48Y" fmla="*/ 348 h 600"/>
              <a:gd name="GluePoint49X" fmla="*/ 132 w 473"/>
              <a:gd name="GluePoint49Y" fmla="*/ 357 h 600"/>
              <a:gd name="GluePoint50X" fmla="*/ 107 w 473"/>
              <a:gd name="GluePoint50Y" fmla="*/ 354 h 600"/>
              <a:gd name="GluePoint51X" fmla="*/ 101 w 473"/>
              <a:gd name="GluePoint51Y" fmla="*/ 336 h 600"/>
              <a:gd name="GluePoint52X" fmla="*/ 148 w 473"/>
              <a:gd name="GluePoint52Y" fmla="*/ 318 h 600"/>
              <a:gd name="GluePoint53X" fmla="*/ 167 w 473"/>
              <a:gd name="GluePoint53Y" fmla="*/ 304 h 600"/>
              <a:gd name="GluePoint54X" fmla="*/ 168 w 473"/>
              <a:gd name="GluePoint54Y" fmla="*/ 263 h 600"/>
              <a:gd name="GluePoint55X" fmla="*/ 184 w 473"/>
              <a:gd name="GluePoint55Y" fmla="*/ 203 h 600"/>
              <a:gd name="GluePoint56X" fmla="*/ 159 w 473"/>
              <a:gd name="GluePoint56Y" fmla="*/ 206 h 600"/>
              <a:gd name="GluePoint57X" fmla="*/ 133 w 473"/>
              <a:gd name="GluePoint57Y" fmla="*/ 217 h 600"/>
              <a:gd name="GluePoint58X" fmla="*/ 83 w 473"/>
              <a:gd name="GluePoint58Y" fmla="*/ 248 h 600"/>
              <a:gd name="GluePoint59X" fmla="*/ 74 w 473"/>
              <a:gd name="GluePoint59Y" fmla="*/ 254 h 600"/>
              <a:gd name="GluePoint60X" fmla="*/ 46 w 473"/>
              <a:gd name="GluePoint60Y" fmla="*/ 255 h 600"/>
            </a:gdLst>
            <a:ahLst/>
            <a:cxnLst/>
            <a:rect l="textAreaLeft" t="textAreaTop" r="textAreaRight" b="textAreaBottom"/>
            <a:pathLst>
              <a:path w="473" h="600">
                <a:moveTo>
                  <a:pt x="40" y="250"/>
                </a:moveTo>
                <a:lnTo>
                  <a:pt x="39" y="249"/>
                </a:lnTo>
                <a:lnTo>
                  <a:pt x="35" y="244"/>
                </a:lnTo>
                <a:lnTo>
                  <a:pt x="32" y="241"/>
                </a:lnTo>
                <a:lnTo>
                  <a:pt x="28" y="238"/>
                </a:lnTo>
                <a:lnTo>
                  <a:pt x="26" y="235"/>
                </a:lnTo>
                <a:lnTo>
                  <a:pt x="24" y="234"/>
                </a:lnTo>
                <a:lnTo>
                  <a:pt x="21" y="233"/>
                </a:lnTo>
                <a:lnTo>
                  <a:pt x="20" y="232"/>
                </a:lnTo>
                <a:lnTo>
                  <a:pt x="19" y="230"/>
                </a:lnTo>
                <a:lnTo>
                  <a:pt x="18" y="229"/>
                </a:lnTo>
                <a:lnTo>
                  <a:pt x="16" y="226"/>
                </a:lnTo>
                <a:lnTo>
                  <a:pt x="15" y="222"/>
                </a:lnTo>
                <a:lnTo>
                  <a:pt x="12" y="220"/>
                </a:lnTo>
                <a:lnTo>
                  <a:pt x="10" y="218"/>
                </a:lnTo>
                <a:lnTo>
                  <a:pt x="8" y="216"/>
                </a:lnTo>
                <a:lnTo>
                  <a:pt x="5" y="215"/>
                </a:lnTo>
                <a:lnTo>
                  <a:pt x="4" y="214"/>
                </a:lnTo>
                <a:lnTo>
                  <a:pt x="4" y="213"/>
                </a:lnTo>
                <a:lnTo>
                  <a:pt x="3" y="211"/>
                </a:lnTo>
                <a:lnTo>
                  <a:pt x="2" y="210"/>
                </a:lnTo>
                <a:lnTo>
                  <a:pt x="1" y="209"/>
                </a:lnTo>
                <a:lnTo>
                  <a:pt x="1" y="206"/>
                </a:lnTo>
                <a:lnTo>
                  <a:pt x="0" y="204"/>
                </a:lnTo>
                <a:lnTo>
                  <a:pt x="0" y="202"/>
                </a:lnTo>
                <a:lnTo>
                  <a:pt x="4" y="199"/>
                </a:lnTo>
                <a:lnTo>
                  <a:pt x="6" y="197"/>
                </a:lnTo>
                <a:lnTo>
                  <a:pt x="7" y="196"/>
                </a:lnTo>
                <a:lnTo>
                  <a:pt x="8" y="194"/>
                </a:lnTo>
                <a:lnTo>
                  <a:pt x="10" y="194"/>
                </a:lnTo>
                <a:lnTo>
                  <a:pt x="12" y="193"/>
                </a:lnTo>
                <a:lnTo>
                  <a:pt x="15" y="193"/>
                </a:lnTo>
                <a:lnTo>
                  <a:pt x="18" y="192"/>
                </a:lnTo>
                <a:lnTo>
                  <a:pt x="21" y="191"/>
                </a:lnTo>
                <a:lnTo>
                  <a:pt x="24" y="191"/>
                </a:lnTo>
                <a:lnTo>
                  <a:pt x="30" y="191"/>
                </a:lnTo>
                <a:lnTo>
                  <a:pt x="36" y="191"/>
                </a:lnTo>
                <a:lnTo>
                  <a:pt x="42" y="191"/>
                </a:lnTo>
                <a:lnTo>
                  <a:pt x="48" y="191"/>
                </a:lnTo>
                <a:lnTo>
                  <a:pt x="50" y="190"/>
                </a:lnTo>
                <a:lnTo>
                  <a:pt x="53" y="190"/>
                </a:lnTo>
                <a:lnTo>
                  <a:pt x="56" y="189"/>
                </a:lnTo>
                <a:lnTo>
                  <a:pt x="58" y="187"/>
                </a:lnTo>
                <a:lnTo>
                  <a:pt x="62" y="187"/>
                </a:lnTo>
                <a:lnTo>
                  <a:pt x="65" y="187"/>
                </a:lnTo>
                <a:lnTo>
                  <a:pt x="71" y="185"/>
                </a:lnTo>
                <a:lnTo>
                  <a:pt x="76" y="182"/>
                </a:lnTo>
                <a:lnTo>
                  <a:pt x="84" y="179"/>
                </a:lnTo>
                <a:lnTo>
                  <a:pt x="89" y="176"/>
                </a:lnTo>
                <a:lnTo>
                  <a:pt x="92" y="176"/>
                </a:lnTo>
                <a:lnTo>
                  <a:pt x="95" y="176"/>
                </a:lnTo>
                <a:lnTo>
                  <a:pt x="98" y="176"/>
                </a:lnTo>
                <a:lnTo>
                  <a:pt x="100" y="176"/>
                </a:lnTo>
                <a:lnTo>
                  <a:pt x="110" y="171"/>
                </a:lnTo>
                <a:lnTo>
                  <a:pt x="120" y="166"/>
                </a:lnTo>
                <a:lnTo>
                  <a:pt x="130" y="162"/>
                </a:lnTo>
                <a:lnTo>
                  <a:pt x="141" y="157"/>
                </a:lnTo>
                <a:lnTo>
                  <a:pt x="151" y="152"/>
                </a:lnTo>
                <a:lnTo>
                  <a:pt x="161" y="147"/>
                </a:lnTo>
                <a:lnTo>
                  <a:pt x="166" y="145"/>
                </a:lnTo>
                <a:lnTo>
                  <a:pt x="171" y="142"/>
                </a:lnTo>
                <a:lnTo>
                  <a:pt x="175" y="139"/>
                </a:lnTo>
                <a:lnTo>
                  <a:pt x="179" y="137"/>
                </a:lnTo>
                <a:lnTo>
                  <a:pt x="184" y="137"/>
                </a:lnTo>
                <a:lnTo>
                  <a:pt x="188" y="137"/>
                </a:lnTo>
                <a:lnTo>
                  <a:pt x="197" y="132"/>
                </a:lnTo>
                <a:lnTo>
                  <a:pt x="209" y="124"/>
                </a:lnTo>
                <a:lnTo>
                  <a:pt x="216" y="121"/>
                </a:lnTo>
                <a:lnTo>
                  <a:pt x="220" y="117"/>
                </a:lnTo>
                <a:lnTo>
                  <a:pt x="225" y="114"/>
                </a:lnTo>
                <a:lnTo>
                  <a:pt x="228" y="111"/>
                </a:lnTo>
                <a:lnTo>
                  <a:pt x="229" y="108"/>
                </a:lnTo>
                <a:lnTo>
                  <a:pt x="231" y="105"/>
                </a:lnTo>
                <a:lnTo>
                  <a:pt x="232" y="101"/>
                </a:lnTo>
                <a:lnTo>
                  <a:pt x="232" y="97"/>
                </a:lnTo>
                <a:lnTo>
                  <a:pt x="232" y="94"/>
                </a:lnTo>
                <a:lnTo>
                  <a:pt x="233" y="90"/>
                </a:lnTo>
                <a:lnTo>
                  <a:pt x="233" y="86"/>
                </a:lnTo>
                <a:lnTo>
                  <a:pt x="235" y="82"/>
                </a:lnTo>
                <a:lnTo>
                  <a:pt x="237" y="79"/>
                </a:lnTo>
                <a:lnTo>
                  <a:pt x="238" y="74"/>
                </a:lnTo>
                <a:lnTo>
                  <a:pt x="240" y="70"/>
                </a:lnTo>
                <a:lnTo>
                  <a:pt x="241" y="66"/>
                </a:lnTo>
                <a:lnTo>
                  <a:pt x="243" y="62"/>
                </a:lnTo>
                <a:lnTo>
                  <a:pt x="244" y="58"/>
                </a:lnTo>
                <a:lnTo>
                  <a:pt x="244" y="52"/>
                </a:lnTo>
                <a:lnTo>
                  <a:pt x="245" y="48"/>
                </a:lnTo>
                <a:lnTo>
                  <a:pt x="246" y="42"/>
                </a:lnTo>
                <a:lnTo>
                  <a:pt x="246" y="38"/>
                </a:lnTo>
                <a:lnTo>
                  <a:pt x="247" y="33"/>
                </a:lnTo>
                <a:lnTo>
                  <a:pt x="247" y="28"/>
                </a:lnTo>
                <a:lnTo>
                  <a:pt x="246" y="23"/>
                </a:lnTo>
                <a:lnTo>
                  <a:pt x="246" y="18"/>
                </a:lnTo>
                <a:lnTo>
                  <a:pt x="245" y="14"/>
                </a:lnTo>
                <a:lnTo>
                  <a:pt x="244" y="10"/>
                </a:lnTo>
                <a:lnTo>
                  <a:pt x="248" y="4"/>
                </a:lnTo>
                <a:lnTo>
                  <a:pt x="253" y="0"/>
                </a:lnTo>
                <a:lnTo>
                  <a:pt x="254" y="1"/>
                </a:lnTo>
                <a:lnTo>
                  <a:pt x="256" y="2"/>
                </a:lnTo>
                <a:lnTo>
                  <a:pt x="256" y="4"/>
                </a:lnTo>
                <a:lnTo>
                  <a:pt x="259" y="6"/>
                </a:lnTo>
                <a:lnTo>
                  <a:pt x="264" y="9"/>
                </a:lnTo>
                <a:lnTo>
                  <a:pt x="268" y="13"/>
                </a:lnTo>
                <a:lnTo>
                  <a:pt x="273" y="16"/>
                </a:lnTo>
                <a:lnTo>
                  <a:pt x="279" y="19"/>
                </a:lnTo>
                <a:lnTo>
                  <a:pt x="283" y="22"/>
                </a:lnTo>
                <a:lnTo>
                  <a:pt x="286" y="25"/>
                </a:lnTo>
                <a:lnTo>
                  <a:pt x="287" y="30"/>
                </a:lnTo>
                <a:lnTo>
                  <a:pt x="288" y="34"/>
                </a:lnTo>
                <a:lnTo>
                  <a:pt x="289" y="38"/>
                </a:lnTo>
                <a:lnTo>
                  <a:pt x="290" y="42"/>
                </a:lnTo>
                <a:lnTo>
                  <a:pt x="294" y="47"/>
                </a:lnTo>
                <a:lnTo>
                  <a:pt x="300" y="56"/>
                </a:lnTo>
                <a:lnTo>
                  <a:pt x="305" y="64"/>
                </a:lnTo>
                <a:lnTo>
                  <a:pt x="309" y="70"/>
                </a:lnTo>
                <a:lnTo>
                  <a:pt x="315" y="70"/>
                </a:lnTo>
                <a:lnTo>
                  <a:pt x="320" y="69"/>
                </a:lnTo>
                <a:lnTo>
                  <a:pt x="325" y="68"/>
                </a:lnTo>
                <a:lnTo>
                  <a:pt x="329" y="67"/>
                </a:lnTo>
                <a:lnTo>
                  <a:pt x="337" y="64"/>
                </a:lnTo>
                <a:lnTo>
                  <a:pt x="345" y="62"/>
                </a:lnTo>
                <a:lnTo>
                  <a:pt x="346" y="63"/>
                </a:lnTo>
                <a:lnTo>
                  <a:pt x="347" y="65"/>
                </a:lnTo>
                <a:lnTo>
                  <a:pt x="348" y="66"/>
                </a:lnTo>
                <a:lnTo>
                  <a:pt x="349" y="67"/>
                </a:lnTo>
                <a:lnTo>
                  <a:pt x="351" y="69"/>
                </a:lnTo>
                <a:lnTo>
                  <a:pt x="353" y="71"/>
                </a:lnTo>
                <a:lnTo>
                  <a:pt x="353" y="74"/>
                </a:lnTo>
                <a:lnTo>
                  <a:pt x="353" y="76"/>
                </a:lnTo>
                <a:lnTo>
                  <a:pt x="353" y="78"/>
                </a:lnTo>
                <a:lnTo>
                  <a:pt x="353" y="82"/>
                </a:lnTo>
                <a:lnTo>
                  <a:pt x="350" y="83"/>
                </a:lnTo>
                <a:lnTo>
                  <a:pt x="347" y="85"/>
                </a:lnTo>
                <a:lnTo>
                  <a:pt x="345" y="87"/>
                </a:lnTo>
                <a:lnTo>
                  <a:pt x="343" y="90"/>
                </a:lnTo>
                <a:lnTo>
                  <a:pt x="341" y="93"/>
                </a:lnTo>
                <a:lnTo>
                  <a:pt x="340" y="95"/>
                </a:lnTo>
                <a:lnTo>
                  <a:pt x="339" y="98"/>
                </a:lnTo>
                <a:lnTo>
                  <a:pt x="337" y="102"/>
                </a:lnTo>
                <a:lnTo>
                  <a:pt x="336" y="107"/>
                </a:lnTo>
                <a:lnTo>
                  <a:pt x="333" y="113"/>
                </a:lnTo>
                <a:lnTo>
                  <a:pt x="331" y="116"/>
                </a:lnTo>
                <a:lnTo>
                  <a:pt x="329" y="118"/>
                </a:lnTo>
                <a:lnTo>
                  <a:pt x="328" y="121"/>
                </a:lnTo>
                <a:lnTo>
                  <a:pt x="325" y="122"/>
                </a:lnTo>
                <a:lnTo>
                  <a:pt x="319" y="126"/>
                </a:lnTo>
                <a:lnTo>
                  <a:pt x="309" y="132"/>
                </a:lnTo>
                <a:lnTo>
                  <a:pt x="300" y="138"/>
                </a:lnTo>
                <a:lnTo>
                  <a:pt x="293" y="141"/>
                </a:lnTo>
                <a:lnTo>
                  <a:pt x="288" y="142"/>
                </a:lnTo>
                <a:lnTo>
                  <a:pt x="284" y="144"/>
                </a:lnTo>
                <a:lnTo>
                  <a:pt x="281" y="145"/>
                </a:lnTo>
                <a:lnTo>
                  <a:pt x="279" y="145"/>
                </a:lnTo>
                <a:lnTo>
                  <a:pt x="276" y="146"/>
                </a:lnTo>
                <a:lnTo>
                  <a:pt x="274" y="148"/>
                </a:lnTo>
                <a:lnTo>
                  <a:pt x="272" y="151"/>
                </a:lnTo>
                <a:lnTo>
                  <a:pt x="268" y="155"/>
                </a:lnTo>
                <a:lnTo>
                  <a:pt x="265" y="160"/>
                </a:lnTo>
                <a:lnTo>
                  <a:pt x="261" y="166"/>
                </a:lnTo>
                <a:lnTo>
                  <a:pt x="255" y="178"/>
                </a:lnTo>
                <a:lnTo>
                  <a:pt x="250" y="186"/>
                </a:lnTo>
                <a:lnTo>
                  <a:pt x="248" y="189"/>
                </a:lnTo>
                <a:lnTo>
                  <a:pt x="248" y="191"/>
                </a:lnTo>
                <a:lnTo>
                  <a:pt x="248" y="194"/>
                </a:lnTo>
                <a:lnTo>
                  <a:pt x="247" y="197"/>
                </a:lnTo>
                <a:lnTo>
                  <a:pt x="244" y="201"/>
                </a:lnTo>
                <a:lnTo>
                  <a:pt x="240" y="206"/>
                </a:lnTo>
                <a:lnTo>
                  <a:pt x="236" y="210"/>
                </a:lnTo>
                <a:lnTo>
                  <a:pt x="231" y="214"/>
                </a:lnTo>
                <a:lnTo>
                  <a:pt x="221" y="224"/>
                </a:lnTo>
                <a:lnTo>
                  <a:pt x="212" y="234"/>
                </a:lnTo>
                <a:lnTo>
                  <a:pt x="208" y="240"/>
                </a:lnTo>
                <a:lnTo>
                  <a:pt x="203" y="246"/>
                </a:lnTo>
                <a:lnTo>
                  <a:pt x="200" y="251"/>
                </a:lnTo>
                <a:lnTo>
                  <a:pt x="196" y="257"/>
                </a:lnTo>
                <a:lnTo>
                  <a:pt x="195" y="260"/>
                </a:lnTo>
                <a:lnTo>
                  <a:pt x="193" y="263"/>
                </a:lnTo>
                <a:lnTo>
                  <a:pt x="192" y="266"/>
                </a:lnTo>
                <a:lnTo>
                  <a:pt x="191" y="269"/>
                </a:lnTo>
                <a:lnTo>
                  <a:pt x="190" y="273"/>
                </a:lnTo>
                <a:lnTo>
                  <a:pt x="189" y="275"/>
                </a:lnTo>
                <a:lnTo>
                  <a:pt x="189" y="279"/>
                </a:lnTo>
                <a:lnTo>
                  <a:pt x="189" y="282"/>
                </a:lnTo>
                <a:lnTo>
                  <a:pt x="191" y="283"/>
                </a:lnTo>
                <a:lnTo>
                  <a:pt x="192" y="285"/>
                </a:lnTo>
                <a:lnTo>
                  <a:pt x="196" y="285"/>
                </a:lnTo>
                <a:lnTo>
                  <a:pt x="200" y="285"/>
                </a:lnTo>
                <a:lnTo>
                  <a:pt x="203" y="284"/>
                </a:lnTo>
                <a:lnTo>
                  <a:pt x="206" y="284"/>
                </a:lnTo>
                <a:lnTo>
                  <a:pt x="212" y="282"/>
                </a:lnTo>
                <a:lnTo>
                  <a:pt x="217" y="280"/>
                </a:lnTo>
                <a:lnTo>
                  <a:pt x="222" y="278"/>
                </a:lnTo>
                <a:lnTo>
                  <a:pt x="227" y="275"/>
                </a:lnTo>
                <a:lnTo>
                  <a:pt x="231" y="272"/>
                </a:lnTo>
                <a:lnTo>
                  <a:pt x="235" y="269"/>
                </a:lnTo>
                <a:lnTo>
                  <a:pt x="237" y="265"/>
                </a:lnTo>
                <a:lnTo>
                  <a:pt x="240" y="262"/>
                </a:lnTo>
                <a:lnTo>
                  <a:pt x="242" y="261"/>
                </a:lnTo>
                <a:lnTo>
                  <a:pt x="244" y="261"/>
                </a:lnTo>
                <a:lnTo>
                  <a:pt x="245" y="261"/>
                </a:lnTo>
                <a:lnTo>
                  <a:pt x="247" y="261"/>
                </a:lnTo>
                <a:lnTo>
                  <a:pt x="248" y="261"/>
                </a:lnTo>
                <a:lnTo>
                  <a:pt x="250" y="261"/>
                </a:lnTo>
                <a:lnTo>
                  <a:pt x="252" y="260"/>
                </a:lnTo>
                <a:lnTo>
                  <a:pt x="253" y="259"/>
                </a:lnTo>
                <a:lnTo>
                  <a:pt x="265" y="252"/>
                </a:lnTo>
                <a:lnTo>
                  <a:pt x="276" y="244"/>
                </a:lnTo>
                <a:lnTo>
                  <a:pt x="288" y="236"/>
                </a:lnTo>
                <a:lnTo>
                  <a:pt x="300" y="228"/>
                </a:lnTo>
                <a:lnTo>
                  <a:pt x="312" y="221"/>
                </a:lnTo>
                <a:lnTo>
                  <a:pt x="323" y="213"/>
                </a:lnTo>
                <a:lnTo>
                  <a:pt x="336" y="206"/>
                </a:lnTo>
                <a:lnTo>
                  <a:pt x="348" y="198"/>
                </a:lnTo>
                <a:lnTo>
                  <a:pt x="353" y="195"/>
                </a:lnTo>
                <a:lnTo>
                  <a:pt x="357" y="192"/>
                </a:lnTo>
                <a:lnTo>
                  <a:pt x="362" y="188"/>
                </a:lnTo>
                <a:lnTo>
                  <a:pt x="367" y="183"/>
                </a:lnTo>
                <a:lnTo>
                  <a:pt x="377" y="174"/>
                </a:lnTo>
                <a:lnTo>
                  <a:pt x="385" y="166"/>
                </a:lnTo>
                <a:lnTo>
                  <a:pt x="388" y="162"/>
                </a:lnTo>
                <a:lnTo>
                  <a:pt x="390" y="158"/>
                </a:lnTo>
                <a:lnTo>
                  <a:pt x="393" y="155"/>
                </a:lnTo>
                <a:lnTo>
                  <a:pt x="397" y="153"/>
                </a:lnTo>
                <a:lnTo>
                  <a:pt x="401" y="151"/>
                </a:lnTo>
                <a:lnTo>
                  <a:pt x="405" y="150"/>
                </a:lnTo>
                <a:lnTo>
                  <a:pt x="409" y="147"/>
                </a:lnTo>
                <a:lnTo>
                  <a:pt x="413" y="146"/>
                </a:lnTo>
                <a:lnTo>
                  <a:pt x="418" y="145"/>
                </a:lnTo>
                <a:lnTo>
                  <a:pt x="423" y="143"/>
                </a:lnTo>
                <a:lnTo>
                  <a:pt x="427" y="142"/>
                </a:lnTo>
                <a:lnTo>
                  <a:pt x="432" y="141"/>
                </a:lnTo>
                <a:lnTo>
                  <a:pt x="437" y="141"/>
                </a:lnTo>
                <a:lnTo>
                  <a:pt x="442" y="140"/>
                </a:lnTo>
                <a:lnTo>
                  <a:pt x="448" y="139"/>
                </a:lnTo>
                <a:lnTo>
                  <a:pt x="453" y="139"/>
                </a:lnTo>
                <a:lnTo>
                  <a:pt x="458" y="139"/>
                </a:lnTo>
                <a:lnTo>
                  <a:pt x="464" y="139"/>
                </a:lnTo>
                <a:lnTo>
                  <a:pt x="467" y="145"/>
                </a:lnTo>
                <a:lnTo>
                  <a:pt x="471" y="150"/>
                </a:lnTo>
                <a:lnTo>
                  <a:pt x="472" y="152"/>
                </a:lnTo>
                <a:lnTo>
                  <a:pt x="473" y="155"/>
                </a:lnTo>
                <a:lnTo>
                  <a:pt x="473" y="158"/>
                </a:lnTo>
                <a:lnTo>
                  <a:pt x="473" y="162"/>
                </a:lnTo>
                <a:lnTo>
                  <a:pt x="470" y="166"/>
                </a:lnTo>
                <a:lnTo>
                  <a:pt x="468" y="169"/>
                </a:lnTo>
                <a:lnTo>
                  <a:pt x="466" y="172"/>
                </a:lnTo>
                <a:lnTo>
                  <a:pt x="464" y="176"/>
                </a:lnTo>
                <a:lnTo>
                  <a:pt x="463" y="180"/>
                </a:lnTo>
                <a:lnTo>
                  <a:pt x="461" y="184"/>
                </a:lnTo>
                <a:lnTo>
                  <a:pt x="460" y="188"/>
                </a:lnTo>
                <a:lnTo>
                  <a:pt x="459" y="192"/>
                </a:lnTo>
                <a:lnTo>
                  <a:pt x="457" y="201"/>
                </a:lnTo>
                <a:lnTo>
                  <a:pt x="455" y="210"/>
                </a:lnTo>
                <a:lnTo>
                  <a:pt x="454" y="214"/>
                </a:lnTo>
                <a:lnTo>
                  <a:pt x="453" y="217"/>
                </a:lnTo>
                <a:lnTo>
                  <a:pt x="452" y="221"/>
                </a:lnTo>
                <a:lnTo>
                  <a:pt x="450" y="224"/>
                </a:lnTo>
                <a:lnTo>
                  <a:pt x="450" y="229"/>
                </a:lnTo>
                <a:lnTo>
                  <a:pt x="450" y="233"/>
                </a:lnTo>
                <a:lnTo>
                  <a:pt x="450" y="237"/>
                </a:lnTo>
                <a:lnTo>
                  <a:pt x="450" y="241"/>
                </a:lnTo>
                <a:lnTo>
                  <a:pt x="446" y="254"/>
                </a:lnTo>
                <a:lnTo>
                  <a:pt x="443" y="268"/>
                </a:lnTo>
                <a:lnTo>
                  <a:pt x="440" y="283"/>
                </a:lnTo>
                <a:lnTo>
                  <a:pt x="437" y="297"/>
                </a:lnTo>
                <a:lnTo>
                  <a:pt x="434" y="311"/>
                </a:lnTo>
                <a:lnTo>
                  <a:pt x="432" y="327"/>
                </a:lnTo>
                <a:lnTo>
                  <a:pt x="429" y="341"/>
                </a:lnTo>
                <a:lnTo>
                  <a:pt x="428" y="356"/>
                </a:lnTo>
                <a:lnTo>
                  <a:pt x="425" y="371"/>
                </a:lnTo>
                <a:lnTo>
                  <a:pt x="424" y="387"/>
                </a:lnTo>
                <a:lnTo>
                  <a:pt x="421" y="402"/>
                </a:lnTo>
                <a:lnTo>
                  <a:pt x="420" y="417"/>
                </a:lnTo>
                <a:lnTo>
                  <a:pt x="417" y="432"/>
                </a:lnTo>
                <a:lnTo>
                  <a:pt x="416" y="447"/>
                </a:lnTo>
                <a:lnTo>
                  <a:pt x="413" y="462"/>
                </a:lnTo>
                <a:lnTo>
                  <a:pt x="410" y="477"/>
                </a:lnTo>
                <a:lnTo>
                  <a:pt x="411" y="480"/>
                </a:lnTo>
                <a:lnTo>
                  <a:pt x="411" y="483"/>
                </a:lnTo>
                <a:lnTo>
                  <a:pt x="411" y="487"/>
                </a:lnTo>
                <a:lnTo>
                  <a:pt x="412" y="491"/>
                </a:lnTo>
                <a:lnTo>
                  <a:pt x="410" y="498"/>
                </a:lnTo>
                <a:lnTo>
                  <a:pt x="409" y="504"/>
                </a:lnTo>
                <a:lnTo>
                  <a:pt x="409" y="511"/>
                </a:lnTo>
                <a:lnTo>
                  <a:pt x="409" y="518"/>
                </a:lnTo>
                <a:lnTo>
                  <a:pt x="408" y="524"/>
                </a:lnTo>
                <a:lnTo>
                  <a:pt x="408" y="531"/>
                </a:lnTo>
                <a:lnTo>
                  <a:pt x="406" y="536"/>
                </a:lnTo>
                <a:lnTo>
                  <a:pt x="405" y="542"/>
                </a:lnTo>
                <a:lnTo>
                  <a:pt x="405" y="545"/>
                </a:lnTo>
                <a:lnTo>
                  <a:pt x="405" y="548"/>
                </a:lnTo>
                <a:lnTo>
                  <a:pt x="405" y="551"/>
                </a:lnTo>
                <a:lnTo>
                  <a:pt x="404" y="555"/>
                </a:lnTo>
                <a:lnTo>
                  <a:pt x="404" y="562"/>
                </a:lnTo>
                <a:lnTo>
                  <a:pt x="405" y="568"/>
                </a:lnTo>
                <a:lnTo>
                  <a:pt x="405" y="575"/>
                </a:lnTo>
                <a:lnTo>
                  <a:pt x="404" y="581"/>
                </a:lnTo>
                <a:lnTo>
                  <a:pt x="403" y="584"/>
                </a:lnTo>
                <a:lnTo>
                  <a:pt x="402" y="587"/>
                </a:lnTo>
                <a:lnTo>
                  <a:pt x="401" y="590"/>
                </a:lnTo>
                <a:lnTo>
                  <a:pt x="400" y="592"/>
                </a:lnTo>
                <a:lnTo>
                  <a:pt x="398" y="594"/>
                </a:lnTo>
                <a:lnTo>
                  <a:pt x="397" y="595"/>
                </a:lnTo>
                <a:lnTo>
                  <a:pt x="394" y="596"/>
                </a:lnTo>
                <a:lnTo>
                  <a:pt x="391" y="598"/>
                </a:lnTo>
                <a:lnTo>
                  <a:pt x="389" y="599"/>
                </a:lnTo>
                <a:lnTo>
                  <a:pt x="385" y="599"/>
                </a:lnTo>
                <a:lnTo>
                  <a:pt x="382" y="600"/>
                </a:lnTo>
                <a:lnTo>
                  <a:pt x="380" y="600"/>
                </a:lnTo>
                <a:lnTo>
                  <a:pt x="376" y="594"/>
                </a:lnTo>
                <a:lnTo>
                  <a:pt x="372" y="588"/>
                </a:lnTo>
                <a:lnTo>
                  <a:pt x="367" y="583"/>
                </a:lnTo>
                <a:lnTo>
                  <a:pt x="362" y="579"/>
                </a:lnTo>
                <a:lnTo>
                  <a:pt x="357" y="575"/>
                </a:lnTo>
                <a:lnTo>
                  <a:pt x="352" y="570"/>
                </a:lnTo>
                <a:lnTo>
                  <a:pt x="346" y="566"/>
                </a:lnTo>
                <a:lnTo>
                  <a:pt x="340" y="562"/>
                </a:lnTo>
                <a:lnTo>
                  <a:pt x="337" y="560"/>
                </a:lnTo>
                <a:lnTo>
                  <a:pt x="336" y="558"/>
                </a:lnTo>
                <a:lnTo>
                  <a:pt x="334" y="555"/>
                </a:lnTo>
                <a:lnTo>
                  <a:pt x="333" y="553"/>
                </a:lnTo>
                <a:lnTo>
                  <a:pt x="331" y="551"/>
                </a:lnTo>
                <a:lnTo>
                  <a:pt x="329" y="549"/>
                </a:lnTo>
                <a:lnTo>
                  <a:pt x="327" y="547"/>
                </a:lnTo>
                <a:lnTo>
                  <a:pt x="325" y="545"/>
                </a:lnTo>
                <a:lnTo>
                  <a:pt x="323" y="543"/>
                </a:lnTo>
                <a:lnTo>
                  <a:pt x="319" y="541"/>
                </a:lnTo>
                <a:lnTo>
                  <a:pt x="315" y="539"/>
                </a:lnTo>
                <a:lnTo>
                  <a:pt x="311" y="537"/>
                </a:lnTo>
                <a:lnTo>
                  <a:pt x="307" y="535"/>
                </a:lnTo>
                <a:lnTo>
                  <a:pt x="303" y="533"/>
                </a:lnTo>
                <a:lnTo>
                  <a:pt x="300" y="531"/>
                </a:lnTo>
                <a:lnTo>
                  <a:pt x="297" y="529"/>
                </a:lnTo>
                <a:lnTo>
                  <a:pt x="296" y="527"/>
                </a:lnTo>
                <a:lnTo>
                  <a:pt x="296" y="526"/>
                </a:lnTo>
                <a:lnTo>
                  <a:pt x="296" y="524"/>
                </a:lnTo>
                <a:lnTo>
                  <a:pt x="295" y="522"/>
                </a:lnTo>
                <a:lnTo>
                  <a:pt x="295" y="520"/>
                </a:lnTo>
                <a:lnTo>
                  <a:pt x="294" y="519"/>
                </a:lnTo>
                <a:lnTo>
                  <a:pt x="293" y="516"/>
                </a:lnTo>
                <a:lnTo>
                  <a:pt x="292" y="515"/>
                </a:lnTo>
                <a:lnTo>
                  <a:pt x="288" y="511"/>
                </a:lnTo>
                <a:lnTo>
                  <a:pt x="283" y="507"/>
                </a:lnTo>
                <a:lnTo>
                  <a:pt x="283" y="503"/>
                </a:lnTo>
                <a:lnTo>
                  <a:pt x="283" y="501"/>
                </a:lnTo>
                <a:lnTo>
                  <a:pt x="286" y="499"/>
                </a:lnTo>
                <a:lnTo>
                  <a:pt x="289" y="496"/>
                </a:lnTo>
                <a:lnTo>
                  <a:pt x="293" y="496"/>
                </a:lnTo>
                <a:lnTo>
                  <a:pt x="297" y="496"/>
                </a:lnTo>
                <a:lnTo>
                  <a:pt x="299" y="498"/>
                </a:lnTo>
                <a:lnTo>
                  <a:pt x="300" y="499"/>
                </a:lnTo>
                <a:lnTo>
                  <a:pt x="302" y="501"/>
                </a:lnTo>
                <a:lnTo>
                  <a:pt x="304" y="503"/>
                </a:lnTo>
                <a:lnTo>
                  <a:pt x="308" y="504"/>
                </a:lnTo>
                <a:lnTo>
                  <a:pt x="312" y="507"/>
                </a:lnTo>
                <a:lnTo>
                  <a:pt x="315" y="508"/>
                </a:lnTo>
                <a:lnTo>
                  <a:pt x="319" y="511"/>
                </a:lnTo>
                <a:lnTo>
                  <a:pt x="324" y="512"/>
                </a:lnTo>
                <a:lnTo>
                  <a:pt x="328" y="515"/>
                </a:lnTo>
                <a:lnTo>
                  <a:pt x="332" y="519"/>
                </a:lnTo>
                <a:lnTo>
                  <a:pt x="336" y="523"/>
                </a:lnTo>
                <a:lnTo>
                  <a:pt x="338" y="526"/>
                </a:lnTo>
                <a:lnTo>
                  <a:pt x="341" y="527"/>
                </a:lnTo>
                <a:lnTo>
                  <a:pt x="343" y="530"/>
                </a:lnTo>
                <a:lnTo>
                  <a:pt x="345" y="531"/>
                </a:lnTo>
                <a:lnTo>
                  <a:pt x="349" y="531"/>
                </a:lnTo>
                <a:lnTo>
                  <a:pt x="353" y="531"/>
                </a:lnTo>
                <a:lnTo>
                  <a:pt x="357" y="531"/>
                </a:lnTo>
                <a:lnTo>
                  <a:pt x="361" y="531"/>
                </a:lnTo>
                <a:lnTo>
                  <a:pt x="364" y="528"/>
                </a:lnTo>
                <a:lnTo>
                  <a:pt x="365" y="525"/>
                </a:lnTo>
                <a:lnTo>
                  <a:pt x="367" y="522"/>
                </a:lnTo>
                <a:lnTo>
                  <a:pt x="369" y="518"/>
                </a:lnTo>
                <a:lnTo>
                  <a:pt x="371" y="515"/>
                </a:lnTo>
                <a:lnTo>
                  <a:pt x="372" y="511"/>
                </a:lnTo>
                <a:lnTo>
                  <a:pt x="373" y="507"/>
                </a:lnTo>
                <a:lnTo>
                  <a:pt x="374" y="503"/>
                </a:lnTo>
                <a:lnTo>
                  <a:pt x="377" y="493"/>
                </a:lnTo>
                <a:lnTo>
                  <a:pt x="378" y="484"/>
                </a:lnTo>
                <a:lnTo>
                  <a:pt x="379" y="475"/>
                </a:lnTo>
                <a:lnTo>
                  <a:pt x="380" y="465"/>
                </a:lnTo>
                <a:lnTo>
                  <a:pt x="382" y="444"/>
                </a:lnTo>
                <a:lnTo>
                  <a:pt x="383" y="424"/>
                </a:lnTo>
                <a:lnTo>
                  <a:pt x="384" y="415"/>
                </a:lnTo>
                <a:lnTo>
                  <a:pt x="385" y="405"/>
                </a:lnTo>
                <a:lnTo>
                  <a:pt x="385" y="396"/>
                </a:lnTo>
                <a:lnTo>
                  <a:pt x="386" y="387"/>
                </a:lnTo>
                <a:lnTo>
                  <a:pt x="386" y="381"/>
                </a:lnTo>
                <a:lnTo>
                  <a:pt x="386" y="375"/>
                </a:lnTo>
                <a:lnTo>
                  <a:pt x="386" y="369"/>
                </a:lnTo>
                <a:lnTo>
                  <a:pt x="385" y="362"/>
                </a:lnTo>
                <a:lnTo>
                  <a:pt x="387" y="359"/>
                </a:lnTo>
                <a:lnTo>
                  <a:pt x="388" y="356"/>
                </a:lnTo>
                <a:lnTo>
                  <a:pt x="389" y="355"/>
                </a:lnTo>
                <a:lnTo>
                  <a:pt x="389" y="353"/>
                </a:lnTo>
                <a:lnTo>
                  <a:pt x="389" y="351"/>
                </a:lnTo>
                <a:lnTo>
                  <a:pt x="389" y="348"/>
                </a:lnTo>
                <a:lnTo>
                  <a:pt x="389" y="345"/>
                </a:lnTo>
                <a:lnTo>
                  <a:pt x="389" y="341"/>
                </a:lnTo>
                <a:lnTo>
                  <a:pt x="388" y="338"/>
                </a:lnTo>
                <a:lnTo>
                  <a:pt x="388" y="334"/>
                </a:lnTo>
                <a:lnTo>
                  <a:pt x="389" y="331"/>
                </a:lnTo>
                <a:lnTo>
                  <a:pt x="391" y="327"/>
                </a:lnTo>
                <a:lnTo>
                  <a:pt x="393" y="324"/>
                </a:lnTo>
                <a:lnTo>
                  <a:pt x="395" y="321"/>
                </a:lnTo>
                <a:lnTo>
                  <a:pt x="398" y="315"/>
                </a:lnTo>
                <a:lnTo>
                  <a:pt x="402" y="308"/>
                </a:lnTo>
                <a:lnTo>
                  <a:pt x="402" y="303"/>
                </a:lnTo>
                <a:lnTo>
                  <a:pt x="402" y="299"/>
                </a:lnTo>
                <a:lnTo>
                  <a:pt x="404" y="293"/>
                </a:lnTo>
                <a:lnTo>
                  <a:pt x="405" y="287"/>
                </a:lnTo>
                <a:lnTo>
                  <a:pt x="406" y="280"/>
                </a:lnTo>
                <a:lnTo>
                  <a:pt x="408" y="275"/>
                </a:lnTo>
                <a:lnTo>
                  <a:pt x="409" y="268"/>
                </a:lnTo>
                <a:lnTo>
                  <a:pt x="409" y="262"/>
                </a:lnTo>
                <a:lnTo>
                  <a:pt x="412" y="255"/>
                </a:lnTo>
                <a:lnTo>
                  <a:pt x="413" y="249"/>
                </a:lnTo>
                <a:lnTo>
                  <a:pt x="415" y="246"/>
                </a:lnTo>
                <a:lnTo>
                  <a:pt x="416" y="244"/>
                </a:lnTo>
                <a:lnTo>
                  <a:pt x="417" y="242"/>
                </a:lnTo>
                <a:lnTo>
                  <a:pt x="419" y="239"/>
                </a:lnTo>
                <a:lnTo>
                  <a:pt x="421" y="237"/>
                </a:lnTo>
                <a:lnTo>
                  <a:pt x="423" y="234"/>
                </a:lnTo>
                <a:lnTo>
                  <a:pt x="424" y="232"/>
                </a:lnTo>
                <a:lnTo>
                  <a:pt x="425" y="230"/>
                </a:lnTo>
                <a:lnTo>
                  <a:pt x="426" y="222"/>
                </a:lnTo>
                <a:lnTo>
                  <a:pt x="427" y="214"/>
                </a:lnTo>
                <a:lnTo>
                  <a:pt x="429" y="206"/>
                </a:lnTo>
                <a:lnTo>
                  <a:pt x="429" y="198"/>
                </a:lnTo>
                <a:lnTo>
                  <a:pt x="432" y="190"/>
                </a:lnTo>
                <a:lnTo>
                  <a:pt x="434" y="183"/>
                </a:lnTo>
                <a:lnTo>
                  <a:pt x="436" y="180"/>
                </a:lnTo>
                <a:lnTo>
                  <a:pt x="437" y="176"/>
                </a:lnTo>
                <a:lnTo>
                  <a:pt x="437" y="172"/>
                </a:lnTo>
                <a:lnTo>
                  <a:pt x="437" y="167"/>
                </a:lnTo>
                <a:lnTo>
                  <a:pt x="435" y="167"/>
                </a:lnTo>
                <a:lnTo>
                  <a:pt x="434" y="167"/>
                </a:lnTo>
                <a:lnTo>
                  <a:pt x="433" y="166"/>
                </a:lnTo>
                <a:lnTo>
                  <a:pt x="432" y="166"/>
                </a:lnTo>
                <a:lnTo>
                  <a:pt x="430" y="166"/>
                </a:lnTo>
                <a:lnTo>
                  <a:pt x="429" y="166"/>
                </a:lnTo>
                <a:lnTo>
                  <a:pt x="425" y="166"/>
                </a:lnTo>
                <a:lnTo>
                  <a:pt x="421" y="166"/>
                </a:lnTo>
                <a:lnTo>
                  <a:pt x="417" y="167"/>
                </a:lnTo>
                <a:lnTo>
                  <a:pt x="413" y="167"/>
                </a:lnTo>
                <a:lnTo>
                  <a:pt x="410" y="169"/>
                </a:lnTo>
                <a:lnTo>
                  <a:pt x="409" y="169"/>
                </a:lnTo>
                <a:lnTo>
                  <a:pt x="405" y="171"/>
                </a:lnTo>
                <a:lnTo>
                  <a:pt x="401" y="173"/>
                </a:lnTo>
                <a:lnTo>
                  <a:pt x="397" y="176"/>
                </a:lnTo>
                <a:lnTo>
                  <a:pt x="394" y="178"/>
                </a:lnTo>
                <a:lnTo>
                  <a:pt x="388" y="185"/>
                </a:lnTo>
                <a:lnTo>
                  <a:pt x="381" y="191"/>
                </a:lnTo>
                <a:lnTo>
                  <a:pt x="374" y="198"/>
                </a:lnTo>
                <a:lnTo>
                  <a:pt x="369" y="203"/>
                </a:lnTo>
                <a:lnTo>
                  <a:pt x="365" y="206"/>
                </a:lnTo>
                <a:lnTo>
                  <a:pt x="362" y="208"/>
                </a:lnTo>
                <a:lnTo>
                  <a:pt x="359" y="210"/>
                </a:lnTo>
                <a:lnTo>
                  <a:pt x="356" y="211"/>
                </a:lnTo>
                <a:lnTo>
                  <a:pt x="356" y="214"/>
                </a:lnTo>
                <a:lnTo>
                  <a:pt x="356" y="217"/>
                </a:lnTo>
                <a:lnTo>
                  <a:pt x="356" y="220"/>
                </a:lnTo>
                <a:lnTo>
                  <a:pt x="357" y="222"/>
                </a:lnTo>
                <a:lnTo>
                  <a:pt x="358" y="226"/>
                </a:lnTo>
                <a:lnTo>
                  <a:pt x="361" y="230"/>
                </a:lnTo>
                <a:lnTo>
                  <a:pt x="363" y="235"/>
                </a:lnTo>
                <a:lnTo>
                  <a:pt x="365" y="239"/>
                </a:lnTo>
                <a:lnTo>
                  <a:pt x="365" y="242"/>
                </a:lnTo>
                <a:lnTo>
                  <a:pt x="366" y="244"/>
                </a:lnTo>
                <a:lnTo>
                  <a:pt x="367" y="247"/>
                </a:lnTo>
                <a:lnTo>
                  <a:pt x="367" y="250"/>
                </a:lnTo>
                <a:lnTo>
                  <a:pt x="365" y="251"/>
                </a:lnTo>
                <a:lnTo>
                  <a:pt x="364" y="252"/>
                </a:lnTo>
                <a:lnTo>
                  <a:pt x="361" y="254"/>
                </a:lnTo>
                <a:lnTo>
                  <a:pt x="360" y="255"/>
                </a:lnTo>
                <a:lnTo>
                  <a:pt x="357" y="258"/>
                </a:lnTo>
                <a:lnTo>
                  <a:pt x="354" y="262"/>
                </a:lnTo>
                <a:lnTo>
                  <a:pt x="352" y="266"/>
                </a:lnTo>
                <a:lnTo>
                  <a:pt x="349" y="270"/>
                </a:lnTo>
                <a:lnTo>
                  <a:pt x="345" y="273"/>
                </a:lnTo>
                <a:lnTo>
                  <a:pt x="342" y="275"/>
                </a:lnTo>
                <a:lnTo>
                  <a:pt x="340" y="277"/>
                </a:lnTo>
                <a:lnTo>
                  <a:pt x="337" y="278"/>
                </a:lnTo>
                <a:lnTo>
                  <a:pt x="334" y="279"/>
                </a:lnTo>
                <a:lnTo>
                  <a:pt x="332" y="279"/>
                </a:lnTo>
                <a:lnTo>
                  <a:pt x="325" y="279"/>
                </a:lnTo>
                <a:lnTo>
                  <a:pt x="320" y="279"/>
                </a:lnTo>
                <a:lnTo>
                  <a:pt x="313" y="279"/>
                </a:lnTo>
                <a:lnTo>
                  <a:pt x="307" y="279"/>
                </a:lnTo>
                <a:lnTo>
                  <a:pt x="304" y="279"/>
                </a:lnTo>
                <a:lnTo>
                  <a:pt x="301" y="280"/>
                </a:lnTo>
                <a:lnTo>
                  <a:pt x="298" y="280"/>
                </a:lnTo>
                <a:lnTo>
                  <a:pt x="296" y="282"/>
                </a:lnTo>
                <a:lnTo>
                  <a:pt x="292" y="284"/>
                </a:lnTo>
                <a:lnTo>
                  <a:pt x="289" y="287"/>
                </a:lnTo>
                <a:lnTo>
                  <a:pt x="284" y="290"/>
                </a:lnTo>
                <a:lnTo>
                  <a:pt x="278" y="291"/>
                </a:lnTo>
                <a:lnTo>
                  <a:pt x="275" y="293"/>
                </a:lnTo>
                <a:lnTo>
                  <a:pt x="272" y="294"/>
                </a:lnTo>
                <a:lnTo>
                  <a:pt x="269" y="295"/>
                </a:lnTo>
                <a:lnTo>
                  <a:pt x="267" y="297"/>
                </a:lnTo>
                <a:lnTo>
                  <a:pt x="266" y="299"/>
                </a:lnTo>
                <a:lnTo>
                  <a:pt x="265" y="302"/>
                </a:lnTo>
                <a:lnTo>
                  <a:pt x="262" y="303"/>
                </a:lnTo>
                <a:lnTo>
                  <a:pt x="259" y="303"/>
                </a:lnTo>
                <a:lnTo>
                  <a:pt x="256" y="303"/>
                </a:lnTo>
                <a:lnTo>
                  <a:pt x="253" y="304"/>
                </a:lnTo>
                <a:lnTo>
                  <a:pt x="243" y="311"/>
                </a:lnTo>
                <a:lnTo>
                  <a:pt x="233" y="319"/>
                </a:lnTo>
                <a:lnTo>
                  <a:pt x="228" y="323"/>
                </a:lnTo>
                <a:lnTo>
                  <a:pt x="224" y="327"/>
                </a:lnTo>
                <a:lnTo>
                  <a:pt x="219" y="331"/>
                </a:lnTo>
                <a:lnTo>
                  <a:pt x="215" y="336"/>
                </a:lnTo>
                <a:lnTo>
                  <a:pt x="208" y="331"/>
                </a:lnTo>
                <a:lnTo>
                  <a:pt x="200" y="327"/>
                </a:lnTo>
                <a:lnTo>
                  <a:pt x="196" y="325"/>
                </a:lnTo>
                <a:lnTo>
                  <a:pt x="192" y="323"/>
                </a:lnTo>
                <a:lnTo>
                  <a:pt x="189" y="323"/>
                </a:lnTo>
                <a:lnTo>
                  <a:pt x="187" y="323"/>
                </a:lnTo>
                <a:lnTo>
                  <a:pt x="184" y="323"/>
                </a:lnTo>
                <a:lnTo>
                  <a:pt x="181" y="323"/>
                </a:lnTo>
                <a:lnTo>
                  <a:pt x="180" y="324"/>
                </a:lnTo>
                <a:lnTo>
                  <a:pt x="179" y="327"/>
                </a:lnTo>
                <a:lnTo>
                  <a:pt x="176" y="329"/>
                </a:lnTo>
                <a:lnTo>
                  <a:pt x="174" y="332"/>
                </a:lnTo>
                <a:lnTo>
                  <a:pt x="169" y="338"/>
                </a:lnTo>
                <a:lnTo>
                  <a:pt x="164" y="343"/>
                </a:lnTo>
                <a:lnTo>
                  <a:pt x="157" y="348"/>
                </a:lnTo>
                <a:lnTo>
                  <a:pt x="151" y="353"/>
                </a:lnTo>
                <a:lnTo>
                  <a:pt x="148" y="355"/>
                </a:lnTo>
                <a:lnTo>
                  <a:pt x="146" y="357"/>
                </a:lnTo>
                <a:lnTo>
                  <a:pt x="143" y="358"/>
                </a:lnTo>
                <a:lnTo>
                  <a:pt x="141" y="359"/>
                </a:lnTo>
                <a:lnTo>
                  <a:pt x="140" y="360"/>
                </a:lnTo>
                <a:lnTo>
                  <a:pt x="138" y="360"/>
                </a:lnTo>
                <a:lnTo>
                  <a:pt x="137" y="359"/>
                </a:lnTo>
                <a:lnTo>
                  <a:pt x="136" y="359"/>
                </a:lnTo>
                <a:lnTo>
                  <a:pt x="134" y="358"/>
                </a:lnTo>
                <a:lnTo>
                  <a:pt x="132" y="357"/>
                </a:lnTo>
                <a:lnTo>
                  <a:pt x="129" y="356"/>
                </a:lnTo>
                <a:lnTo>
                  <a:pt x="126" y="356"/>
                </a:lnTo>
                <a:lnTo>
                  <a:pt x="124" y="356"/>
                </a:lnTo>
                <a:lnTo>
                  <a:pt x="121" y="356"/>
                </a:lnTo>
                <a:lnTo>
                  <a:pt x="117" y="356"/>
                </a:lnTo>
                <a:lnTo>
                  <a:pt x="114" y="356"/>
                </a:lnTo>
                <a:lnTo>
                  <a:pt x="113" y="356"/>
                </a:lnTo>
                <a:lnTo>
                  <a:pt x="112" y="356"/>
                </a:lnTo>
                <a:lnTo>
                  <a:pt x="110" y="356"/>
                </a:lnTo>
                <a:lnTo>
                  <a:pt x="108" y="355"/>
                </a:lnTo>
                <a:lnTo>
                  <a:pt x="107" y="354"/>
                </a:lnTo>
                <a:lnTo>
                  <a:pt x="105" y="352"/>
                </a:lnTo>
                <a:lnTo>
                  <a:pt x="103" y="351"/>
                </a:lnTo>
                <a:lnTo>
                  <a:pt x="100" y="347"/>
                </a:lnTo>
                <a:lnTo>
                  <a:pt x="98" y="346"/>
                </a:lnTo>
                <a:lnTo>
                  <a:pt x="97" y="345"/>
                </a:lnTo>
                <a:lnTo>
                  <a:pt x="96" y="345"/>
                </a:lnTo>
                <a:lnTo>
                  <a:pt x="96" y="343"/>
                </a:lnTo>
                <a:lnTo>
                  <a:pt x="96" y="343"/>
                </a:lnTo>
                <a:lnTo>
                  <a:pt x="96" y="340"/>
                </a:lnTo>
                <a:lnTo>
                  <a:pt x="98" y="339"/>
                </a:lnTo>
                <a:lnTo>
                  <a:pt x="101" y="336"/>
                </a:lnTo>
                <a:lnTo>
                  <a:pt x="104" y="334"/>
                </a:lnTo>
                <a:lnTo>
                  <a:pt x="107" y="331"/>
                </a:lnTo>
                <a:lnTo>
                  <a:pt x="111" y="330"/>
                </a:lnTo>
                <a:lnTo>
                  <a:pt x="115" y="328"/>
                </a:lnTo>
                <a:lnTo>
                  <a:pt x="119" y="327"/>
                </a:lnTo>
                <a:lnTo>
                  <a:pt x="122" y="325"/>
                </a:lnTo>
                <a:lnTo>
                  <a:pt x="131" y="323"/>
                </a:lnTo>
                <a:lnTo>
                  <a:pt x="138" y="320"/>
                </a:lnTo>
                <a:lnTo>
                  <a:pt x="141" y="319"/>
                </a:lnTo>
                <a:lnTo>
                  <a:pt x="144" y="319"/>
                </a:lnTo>
                <a:lnTo>
                  <a:pt x="148" y="318"/>
                </a:lnTo>
                <a:lnTo>
                  <a:pt x="152" y="318"/>
                </a:lnTo>
                <a:lnTo>
                  <a:pt x="155" y="317"/>
                </a:lnTo>
                <a:lnTo>
                  <a:pt x="158" y="316"/>
                </a:lnTo>
                <a:lnTo>
                  <a:pt x="160" y="315"/>
                </a:lnTo>
                <a:lnTo>
                  <a:pt x="160" y="315"/>
                </a:lnTo>
                <a:lnTo>
                  <a:pt x="162" y="315"/>
                </a:lnTo>
                <a:lnTo>
                  <a:pt x="163" y="314"/>
                </a:lnTo>
                <a:lnTo>
                  <a:pt x="165" y="311"/>
                </a:lnTo>
                <a:lnTo>
                  <a:pt x="166" y="309"/>
                </a:lnTo>
                <a:lnTo>
                  <a:pt x="167" y="307"/>
                </a:lnTo>
                <a:lnTo>
                  <a:pt x="167" y="304"/>
                </a:lnTo>
                <a:lnTo>
                  <a:pt x="167" y="303"/>
                </a:lnTo>
                <a:lnTo>
                  <a:pt x="167" y="299"/>
                </a:lnTo>
                <a:lnTo>
                  <a:pt x="167" y="297"/>
                </a:lnTo>
                <a:lnTo>
                  <a:pt x="166" y="295"/>
                </a:lnTo>
                <a:lnTo>
                  <a:pt x="165" y="288"/>
                </a:lnTo>
                <a:lnTo>
                  <a:pt x="164" y="283"/>
                </a:lnTo>
                <a:lnTo>
                  <a:pt x="164" y="279"/>
                </a:lnTo>
                <a:lnTo>
                  <a:pt x="164" y="276"/>
                </a:lnTo>
                <a:lnTo>
                  <a:pt x="164" y="274"/>
                </a:lnTo>
                <a:lnTo>
                  <a:pt x="165" y="270"/>
                </a:lnTo>
                <a:lnTo>
                  <a:pt x="168" y="263"/>
                </a:lnTo>
                <a:lnTo>
                  <a:pt x="172" y="254"/>
                </a:lnTo>
                <a:lnTo>
                  <a:pt x="176" y="246"/>
                </a:lnTo>
                <a:lnTo>
                  <a:pt x="180" y="238"/>
                </a:lnTo>
                <a:lnTo>
                  <a:pt x="184" y="230"/>
                </a:lnTo>
                <a:lnTo>
                  <a:pt x="188" y="221"/>
                </a:lnTo>
                <a:lnTo>
                  <a:pt x="189" y="217"/>
                </a:lnTo>
                <a:lnTo>
                  <a:pt x="190" y="214"/>
                </a:lnTo>
                <a:lnTo>
                  <a:pt x="191" y="210"/>
                </a:lnTo>
                <a:lnTo>
                  <a:pt x="191" y="206"/>
                </a:lnTo>
                <a:lnTo>
                  <a:pt x="188" y="205"/>
                </a:lnTo>
                <a:lnTo>
                  <a:pt x="184" y="203"/>
                </a:lnTo>
                <a:lnTo>
                  <a:pt x="182" y="201"/>
                </a:lnTo>
                <a:lnTo>
                  <a:pt x="179" y="200"/>
                </a:lnTo>
                <a:lnTo>
                  <a:pt x="178" y="199"/>
                </a:lnTo>
                <a:lnTo>
                  <a:pt x="176" y="199"/>
                </a:lnTo>
                <a:lnTo>
                  <a:pt x="175" y="199"/>
                </a:lnTo>
                <a:lnTo>
                  <a:pt x="174" y="199"/>
                </a:lnTo>
                <a:lnTo>
                  <a:pt x="172" y="200"/>
                </a:lnTo>
                <a:lnTo>
                  <a:pt x="169" y="201"/>
                </a:lnTo>
                <a:lnTo>
                  <a:pt x="166" y="204"/>
                </a:lnTo>
                <a:lnTo>
                  <a:pt x="163" y="206"/>
                </a:lnTo>
                <a:lnTo>
                  <a:pt x="159" y="206"/>
                </a:lnTo>
                <a:lnTo>
                  <a:pt x="155" y="207"/>
                </a:lnTo>
                <a:lnTo>
                  <a:pt x="151" y="208"/>
                </a:lnTo>
                <a:lnTo>
                  <a:pt x="147" y="209"/>
                </a:lnTo>
                <a:lnTo>
                  <a:pt x="144" y="212"/>
                </a:lnTo>
                <a:lnTo>
                  <a:pt x="142" y="216"/>
                </a:lnTo>
                <a:lnTo>
                  <a:pt x="140" y="217"/>
                </a:lnTo>
                <a:lnTo>
                  <a:pt x="139" y="217"/>
                </a:lnTo>
                <a:lnTo>
                  <a:pt x="138" y="217"/>
                </a:lnTo>
                <a:lnTo>
                  <a:pt x="136" y="217"/>
                </a:lnTo>
                <a:lnTo>
                  <a:pt x="135" y="217"/>
                </a:lnTo>
                <a:lnTo>
                  <a:pt x="133" y="217"/>
                </a:lnTo>
                <a:lnTo>
                  <a:pt x="132" y="217"/>
                </a:lnTo>
                <a:lnTo>
                  <a:pt x="130" y="218"/>
                </a:lnTo>
                <a:lnTo>
                  <a:pt x="115" y="229"/>
                </a:lnTo>
                <a:lnTo>
                  <a:pt x="106" y="235"/>
                </a:lnTo>
                <a:lnTo>
                  <a:pt x="101" y="238"/>
                </a:lnTo>
                <a:lnTo>
                  <a:pt x="100" y="239"/>
                </a:lnTo>
                <a:lnTo>
                  <a:pt x="96" y="241"/>
                </a:lnTo>
                <a:lnTo>
                  <a:pt x="92" y="243"/>
                </a:lnTo>
                <a:lnTo>
                  <a:pt x="90" y="243"/>
                </a:lnTo>
                <a:lnTo>
                  <a:pt x="87" y="246"/>
                </a:lnTo>
                <a:lnTo>
                  <a:pt x="83" y="248"/>
                </a:lnTo>
                <a:lnTo>
                  <a:pt x="79" y="250"/>
                </a:lnTo>
                <a:lnTo>
                  <a:pt x="80" y="250"/>
                </a:lnTo>
                <a:lnTo>
                  <a:pt x="80" y="250"/>
                </a:lnTo>
                <a:lnTo>
                  <a:pt x="80" y="251"/>
                </a:lnTo>
                <a:lnTo>
                  <a:pt x="79" y="251"/>
                </a:lnTo>
                <a:lnTo>
                  <a:pt x="78" y="252"/>
                </a:lnTo>
                <a:lnTo>
                  <a:pt x="77" y="253"/>
                </a:lnTo>
                <a:lnTo>
                  <a:pt x="76" y="254"/>
                </a:lnTo>
                <a:lnTo>
                  <a:pt x="75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69" y="255"/>
                </a:lnTo>
                <a:lnTo>
                  <a:pt x="64" y="257"/>
                </a:lnTo>
                <a:lnTo>
                  <a:pt x="63" y="257"/>
                </a:lnTo>
                <a:lnTo>
                  <a:pt x="58" y="257"/>
                </a:lnTo>
                <a:lnTo>
                  <a:pt x="53" y="258"/>
                </a:lnTo>
                <a:lnTo>
                  <a:pt x="52" y="257"/>
                </a:lnTo>
                <a:lnTo>
                  <a:pt x="50" y="257"/>
                </a:lnTo>
                <a:lnTo>
                  <a:pt x="48" y="256"/>
                </a:lnTo>
                <a:lnTo>
                  <a:pt x="46" y="255"/>
                </a:lnTo>
                <a:lnTo>
                  <a:pt x="44" y="254"/>
                </a:lnTo>
                <a:lnTo>
                  <a:pt x="42" y="252"/>
                </a:lnTo>
                <a:lnTo>
                  <a:pt x="40" y="25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9" name="iṣľíḍê">
            <a:extLst>
              <a:ext uri="{FF2B5EF4-FFF2-40B4-BE49-F238E27FC236}">
                <a16:creationId xmlns:a16="http://schemas.microsoft.com/office/drawing/2014/main" id="{B541C5DD-7B0B-49E0-A5B3-339E2737012D}"/>
              </a:ext>
            </a:extLst>
          </p:cNvPr>
          <p:cNvSpPr>
            <a:spLocks noGrp="1"/>
          </p:cNvSpPr>
          <p:nvPr/>
        </p:nvSpPr>
        <p:spPr>
          <a:xfrm>
            <a:off x="1745280" y="722160"/>
            <a:ext cx="40320" cy="18720"/>
          </a:xfrm>
          <a:custGeom>
            <a:avLst/>
            <a:gdLst>
              <a:gd name="textAreaLeft" fmla="*/ 0 w 40320"/>
              <a:gd name="textAreaRight" fmla="*/ 40680 w 40320"/>
              <a:gd name="textAreaTop" fmla="*/ 0 h 18720"/>
              <a:gd name="textAreaBottom" fmla="*/ 19080 h 18720"/>
              <a:gd name="GluePoint1X" fmla="*/ 68 w 93"/>
              <a:gd name="GluePoint1Y" fmla="*/ 0 h 44"/>
              <a:gd name="GluePoint2X" fmla="*/ 70 w 93"/>
              <a:gd name="GluePoint2Y" fmla="*/ 0 h 44"/>
              <a:gd name="GluePoint3X" fmla="*/ 72 w 93"/>
              <a:gd name="GluePoint3Y" fmla="*/ 0 h 44"/>
              <a:gd name="GluePoint4X" fmla="*/ 75 w 93"/>
              <a:gd name="GluePoint4Y" fmla="*/ 1 h 44"/>
              <a:gd name="GluePoint5X" fmla="*/ 76 w 93"/>
              <a:gd name="GluePoint5Y" fmla="*/ 1 h 44"/>
              <a:gd name="GluePoint6X" fmla="*/ 79 w 93"/>
              <a:gd name="GluePoint6Y" fmla="*/ 3 h 44"/>
              <a:gd name="GluePoint7X" fmla="*/ 81 w 93"/>
              <a:gd name="GluePoint7Y" fmla="*/ 4 h 44"/>
              <a:gd name="GluePoint8X" fmla="*/ 83 w 93"/>
              <a:gd name="GluePoint8Y" fmla="*/ 5 h 44"/>
              <a:gd name="GluePoint9X" fmla="*/ 85 w 93"/>
              <a:gd name="GluePoint9Y" fmla="*/ 7 h 44"/>
              <a:gd name="GluePoint10X" fmla="*/ 87 w 93"/>
              <a:gd name="GluePoint10Y" fmla="*/ 8 h 44"/>
              <a:gd name="GluePoint11X" fmla="*/ 88 w 93"/>
              <a:gd name="GluePoint11Y" fmla="*/ 10 h 44"/>
              <a:gd name="GluePoint12X" fmla="*/ 89 w 93"/>
              <a:gd name="GluePoint12Y" fmla="*/ 12 h 44"/>
              <a:gd name="GluePoint13X" fmla="*/ 91 w 93"/>
              <a:gd name="GluePoint13Y" fmla="*/ 14 h 44"/>
              <a:gd name="GluePoint14X" fmla="*/ 92 w 93"/>
              <a:gd name="GluePoint14Y" fmla="*/ 16 h 44"/>
              <a:gd name="GluePoint15X" fmla="*/ 93 w 93"/>
              <a:gd name="GluePoint15Y" fmla="*/ 18 h 44"/>
              <a:gd name="GluePoint16X" fmla="*/ 93 w 93"/>
              <a:gd name="GluePoint16Y" fmla="*/ 20 h 44"/>
              <a:gd name="GluePoint17X" fmla="*/ 93 w 93"/>
              <a:gd name="GluePoint17Y" fmla="*/ 22 h 44"/>
              <a:gd name="GluePoint18X" fmla="*/ 91 w 93"/>
              <a:gd name="GluePoint18Y" fmla="*/ 25 h 44"/>
              <a:gd name="GluePoint19X" fmla="*/ 88 w 93"/>
              <a:gd name="GluePoint19Y" fmla="*/ 30 h 44"/>
              <a:gd name="GluePoint20X" fmla="*/ 86 w 93"/>
              <a:gd name="GluePoint20Y" fmla="*/ 32 h 44"/>
              <a:gd name="GluePoint21X" fmla="*/ 84 w 93"/>
              <a:gd name="GluePoint21Y" fmla="*/ 33 h 44"/>
              <a:gd name="GluePoint22X" fmla="*/ 83 w 93"/>
              <a:gd name="GluePoint22Y" fmla="*/ 35 h 44"/>
              <a:gd name="GluePoint23X" fmla="*/ 81 w 93"/>
              <a:gd name="GluePoint23Y" fmla="*/ 36 h 44"/>
              <a:gd name="GluePoint24X" fmla="*/ 78 w 93"/>
              <a:gd name="GluePoint24Y" fmla="*/ 38 h 44"/>
              <a:gd name="GluePoint25X" fmla="*/ 72 w 93"/>
              <a:gd name="GluePoint25Y" fmla="*/ 39 h 44"/>
              <a:gd name="GluePoint26X" fmla="*/ 65 w 93"/>
              <a:gd name="GluePoint26Y" fmla="*/ 40 h 44"/>
              <a:gd name="GluePoint27X" fmla="*/ 57 w 93"/>
              <a:gd name="GluePoint27Y" fmla="*/ 42 h 44"/>
              <a:gd name="GluePoint28X" fmla="*/ 49 w 93"/>
              <a:gd name="GluePoint28Y" fmla="*/ 43 h 44"/>
              <a:gd name="GluePoint29X" fmla="*/ 42 w 93"/>
              <a:gd name="GluePoint29Y" fmla="*/ 44 h 44"/>
              <a:gd name="GluePoint30X" fmla="*/ 37 w 93"/>
              <a:gd name="GluePoint30Y" fmla="*/ 44 h 44"/>
              <a:gd name="GluePoint31X" fmla="*/ 35 w 93"/>
              <a:gd name="GluePoint31Y" fmla="*/ 44 h 44"/>
              <a:gd name="GluePoint32X" fmla="*/ 31 w 93"/>
              <a:gd name="GluePoint32Y" fmla="*/ 39 h 44"/>
              <a:gd name="GluePoint33X" fmla="*/ 28 w 93"/>
              <a:gd name="GluePoint33Y" fmla="*/ 34 h 44"/>
              <a:gd name="GluePoint34X" fmla="*/ 23 w 93"/>
              <a:gd name="GluePoint34Y" fmla="*/ 32 h 44"/>
              <a:gd name="GluePoint35X" fmla="*/ 18 w 93"/>
              <a:gd name="GluePoint35Y" fmla="*/ 30 h 44"/>
              <a:gd name="GluePoint36X" fmla="*/ 14 w 93"/>
              <a:gd name="GluePoint36Y" fmla="*/ 29 h 44"/>
              <a:gd name="GluePoint37X" fmla="*/ 10 w 93"/>
              <a:gd name="GluePoint37Y" fmla="*/ 28 h 44"/>
              <a:gd name="GluePoint38X" fmla="*/ 8 w 93"/>
              <a:gd name="GluePoint38Y" fmla="*/ 27 h 44"/>
              <a:gd name="GluePoint39X" fmla="*/ 6 w 93"/>
              <a:gd name="GluePoint39Y" fmla="*/ 25 h 44"/>
              <a:gd name="GluePoint40X" fmla="*/ 5 w 93"/>
              <a:gd name="GluePoint40Y" fmla="*/ 24 h 44"/>
              <a:gd name="GluePoint41X" fmla="*/ 4 w 93"/>
              <a:gd name="GluePoint41Y" fmla="*/ 22 h 44"/>
              <a:gd name="GluePoint42X" fmla="*/ 2 w 93"/>
              <a:gd name="GluePoint42Y" fmla="*/ 20 h 44"/>
              <a:gd name="GluePoint43X" fmla="*/ 1 w 93"/>
              <a:gd name="GluePoint43Y" fmla="*/ 17 h 44"/>
              <a:gd name="GluePoint44X" fmla="*/ 0 w 93"/>
              <a:gd name="GluePoint44Y" fmla="*/ 15 h 44"/>
              <a:gd name="GluePoint45X" fmla="*/ 0 w 93"/>
              <a:gd name="GluePoint45Y" fmla="*/ 11 h 44"/>
              <a:gd name="GluePoint46X" fmla="*/ 4 w 93"/>
              <a:gd name="GluePoint46Y" fmla="*/ 9 h 44"/>
              <a:gd name="GluePoint47X" fmla="*/ 8 w 93"/>
              <a:gd name="GluePoint47Y" fmla="*/ 8 h 44"/>
              <a:gd name="GluePoint48X" fmla="*/ 12 w 93"/>
              <a:gd name="GluePoint48Y" fmla="*/ 7 h 44"/>
              <a:gd name="GluePoint49X" fmla="*/ 17 w 93"/>
              <a:gd name="GluePoint49Y" fmla="*/ 7 h 44"/>
              <a:gd name="GluePoint50X" fmla="*/ 28 w 93"/>
              <a:gd name="GluePoint50Y" fmla="*/ 6 h 44"/>
              <a:gd name="GluePoint51X" fmla="*/ 39 w 93"/>
              <a:gd name="GluePoint51Y" fmla="*/ 6 h 44"/>
              <a:gd name="GluePoint52X" fmla="*/ 40 w 93"/>
              <a:gd name="GluePoint52Y" fmla="*/ 5 h 44"/>
              <a:gd name="GluePoint53X" fmla="*/ 41 w 93"/>
              <a:gd name="GluePoint53Y" fmla="*/ 4 h 44"/>
              <a:gd name="GluePoint54X" fmla="*/ 43 w 93"/>
              <a:gd name="GluePoint54Y" fmla="*/ 3 h 44"/>
              <a:gd name="GluePoint55X" fmla="*/ 45 w 93"/>
              <a:gd name="GluePoint55Y" fmla="*/ 3 h 44"/>
              <a:gd name="GluePoint56X" fmla="*/ 48 w 93"/>
              <a:gd name="GluePoint56Y" fmla="*/ 2 h 44"/>
              <a:gd name="GluePoint57X" fmla="*/ 53 w 93"/>
              <a:gd name="GluePoint57Y" fmla="*/ 2 h 44"/>
              <a:gd name="GluePoint58X" fmla="*/ 58 w 93"/>
              <a:gd name="GluePoint58Y" fmla="*/ 3 h 44"/>
              <a:gd name="GluePoint59X" fmla="*/ 62 w 93"/>
              <a:gd name="GluePoint59Y" fmla="*/ 2 h 44"/>
              <a:gd name="GluePoint60X" fmla="*/ 64 w 93"/>
              <a:gd name="GluePoint60Y" fmla="*/ 2 h 44"/>
              <a:gd name="GluePoint61X" fmla="*/ 65 w 93"/>
              <a:gd name="GluePoint61Y" fmla="*/ 1 h 44"/>
              <a:gd name="GluePoint62X" fmla="*/ 67 w 93"/>
              <a:gd name="GluePoint62Y" fmla="*/ 0 h 44"/>
              <a:gd name="GluePoint63X" fmla="*/ 68 w 93"/>
              <a:gd name="GluePoint63Y" fmla="*/ 0 h 44"/>
            </a:gdLst>
            <a:ahLst/>
            <a:cxnLst/>
            <a:rect l="textAreaLeft" t="textAreaTop" r="textAreaRight" b="textAreaBottom"/>
            <a:pathLst>
              <a:path w="93" h="44">
                <a:moveTo>
                  <a:pt x="68" y="0"/>
                </a:moveTo>
                <a:lnTo>
                  <a:pt x="70" y="0"/>
                </a:lnTo>
                <a:lnTo>
                  <a:pt x="72" y="0"/>
                </a:lnTo>
                <a:lnTo>
                  <a:pt x="75" y="1"/>
                </a:lnTo>
                <a:lnTo>
                  <a:pt x="76" y="1"/>
                </a:lnTo>
                <a:lnTo>
                  <a:pt x="79" y="3"/>
                </a:lnTo>
                <a:lnTo>
                  <a:pt x="81" y="4"/>
                </a:lnTo>
                <a:lnTo>
                  <a:pt x="83" y="5"/>
                </a:lnTo>
                <a:lnTo>
                  <a:pt x="85" y="7"/>
                </a:lnTo>
                <a:lnTo>
                  <a:pt x="87" y="8"/>
                </a:lnTo>
                <a:lnTo>
                  <a:pt x="88" y="10"/>
                </a:lnTo>
                <a:lnTo>
                  <a:pt x="89" y="12"/>
                </a:lnTo>
                <a:lnTo>
                  <a:pt x="91" y="14"/>
                </a:lnTo>
                <a:lnTo>
                  <a:pt x="92" y="16"/>
                </a:lnTo>
                <a:lnTo>
                  <a:pt x="93" y="18"/>
                </a:lnTo>
                <a:lnTo>
                  <a:pt x="93" y="20"/>
                </a:lnTo>
                <a:lnTo>
                  <a:pt x="93" y="22"/>
                </a:lnTo>
                <a:lnTo>
                  <a:pt x="91" y="25"/>
                </a:lnTo>
                <a:lnTo>
                  <a:pt x="88" y="30"/>
                </a:lnTo>
                <a:lnTo>
                  <a:pt x="86" y="32"/>
                </a:lnTo>
                <a:lnTo>
                  <a:pt x="84" y="33"/>
                </a:lnTo>
                <a:lnTo>
                  <a:pt x="83" y="35"/>
                </a:lnTo>
                <a:lnTo>
                  <a:pt x="81" y="36"/>
                </a:lnTo>
                <a:lnTo>
                  <a:pt x="78" y="38"/>
                </a:lnTo>
                <a:lnTo>
                  <a:pt x="72" y="39"/>
                </a:lnTo>
                <a:lnTo>
                  <a:pt x="65" y="40"/>
                </a:lnTo>
                <a:lnTo>
                  <a:pt x="57" y="42"/>
                </a:lnTo>
                <a:lnTo>
                  <a:pt x="49" y="43"/>
                </a:lnTo>
                <a:lnTo>
                  <a:pt x="42" y="44"/>
                </a:lnTo>
                <a:lnTo>
                  <a:pt x="37" y="44"/>
                </a:lnTo>
                <a:lnTo>
                  <a:pt x="35" y="44"/>
                </a:lnTo>
                <a:lnTo>
                  <a:pt x="31" y="39"/>
                </a:lnTo>
                <a:lnTo>
                  <a:pt x="28" y="34"/>
                </a:lnTo>
                <a:lnTo>
                  <a:pt x="23" y="32"/>
                </a:lnTo>
                <a:lnTo>
                  <a:pt x="18" y="30"/>
                </a:lnTo>
                <a:lnTo>
                  <a:pt x="14" y="29"/>
                </a:lnTo>
                <a:lnTo>
                  <a:pt x="10" y="28"/>
                </a:lnTo>
                <a:lnTo>
                  <a:pt x="8" y="27"/>
                </a:lnTo>
                <a:lnTo>
                  <a:pt x="6" y="25"/>
                </a:lnTo>
                <a:lnTo>
                  <a:pt x="5" y="24"/>
                </a:lnTo>
                <a:lnTo>
                  <a:pt x="4" y="22"/>
                </a:lnTo>
                <a:lnTo>
                  <a:pt x="2" y="20"/>
                </a:lnTo>
                <a:lnTo>
                  <a:pt x="1" y="17"/>
                </a:lnTo>
                <a:lnTo>
                  <a:pt x="0" y="15"/>
                </a:lnTo>
                <a:lnTo>
                  <a:pt x="0" y="11"/>
                </a:lnTo>
                <a:lnTo>
                  <a:pt x="4" y="9"/>
                </a:lnTo>
                <a:lnTo>
                  <a:pt x="8" y="8"/>
                </a:lnTo>
                <a:lnTo>
                  <a:pt x="12" y="7"/>
                </a:lnTo>
                <a:lnTo>
                  <a:pt x="17" y="7"/>
                </a:lnTo>
                <a:lnTo>
                  <a:pt x="28" y="6"/>
                </a:lnTo>
                <a:lnTo>
                  <a:pt x="39" y="6"/>
                </a:lnTo>
                <a:lnTo>
                  <a:pt x="40" y="5"/>
                </a:lnTo>
                <a:lnTo>
                  <a:pt x="41" y="4"/>
                </a:lnTo>
                <a:lnTo>
                  <a:pt x="43" y="3"/>
                </a:lnTo>
                <a:lnTo>
                  <a:pt x="45" y="3"/>
                </a:lnTo>
                <a:lnTo>
                  <a:pt x="48" y="2"/>
                </a:lnTo>
                <a:lnTo>
                  <a:pt x="53" y="2"/>
                </a:lnTo>
                <a:lnTo>
                  <a:pt x="58" y="3"/>
                </a:lnTo>
                <a:lnTo>
                  <a:pt x="62" y="2"/>
                </a:lnTo>
                <a:lnTo>
                  <a:pt x="64" y="2"/>
                </a:lnTo>
                <a:lnTo>
                  <a:pt x="65" y="1"/>
                </a:lnTo>
                <a:lnTo>
                  <a:pt x="67" y="0"/>
                </a:lnTo>
                <a:lnTo>
                  <a:pt x="68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endParaRPr/>
          </a:p>
        </p:txBody>
      </p:sp>
      <p:sp>
        <p:nvSpPr>
          <p:cNvPr id="40" name="ïsḻîďe">
            <a:extLst>
              <a:ext uri="{FF2B5EF4-FFF2-40B4-BE49-F238E27FC236}">
                <a16:creationId xmlns:a16="http://schemas.microsoft.com/office/drawing/2014/main" id="{EA067218-64AF-4604-A971-D847BE11E683}"/>
              </a:ext>
            </a:extLst>
          </p:cNvPr>
          <p:cNvSpPr>
            <a:spLocks noGrp="1"/>
          </p:cNvSpPr>
          <p:nvPr/>
        </p:nvSpPr>
        <p:spPr>
          <a:xfrm>
            <a:off x="1678320" y="728640"/>
            <a:ext cx="24840" cy="77760"/>
          </a:xfrm>
          <a:custGeom>
            <a:avLst/>
            <a:gdLst>
              <a:gd name="textAreaLeft" fmla="*/ 0 w 24840"/>
              <a:gd name="textAreaRight" fmla="*/ 25200 w 24840"/>
              <a:gd name="textAreaTop" fmla="*/ 0 h 77760"/>
              <a:gd name="textAreaBottom" fmla="*/ 78120 h 77760"/>
              <a:gd name="GluePoint1X" fmla="*/ 28 w 58"/>
              <a:gd name="GluePoint1Y" fmla="*/ 1 h 179"/>
              <a:gd name="GluePoint2X" fmla="*/ 31 w 58"/>
              <a:gd name="GluePoint2Y" fmla="*/ 2 h 179"/>
              <a:gd name="GluePoint3X" fmla="*/ 33 w 58"/>
              <a:gd name="GluePoint3Y" fmla="*/ 6 h 179"/>
              <a:gd name="GluePoint4X" fmla="*/ 38 w 58"/>
              <a:gd name="GluePoint4Y" fmla="*/ 14 h 179"/>
              <a:gd name="GluePoint5X" fmla="*/ 43 w 58"/>
              <a:gd name="GluePoint5Y" fmla="*/ 22 h 179"/>
              <a:gd name="GluePoint6X" fmla="*/ 46 w 58"/>
              <a:gd name="GluePoint6Y" fmla="*/ 29 h 179"/>
              <a:gd name="GluePoint7X" fmla="*/ 47 w 58"/>
              <a:gd name="GluePoint7Y" fmla="*/ 40 h 179"/>
              <a:gd name="GluePoint8X" fmla="*/ 49 w 58"/>
              <a:gd name="GluePoint8Y" fmla="*/ 49 h 179"/>
              <a:gd name="GluePoint9X" fmla="*/ 49 w 58"/>
              <a:gd name="GluePoint9Y" fmla="*/ 55 h 179"/>
              <a:gd name="GluePoint10X" fmla="*/ 51 w 58"/>
              <a:gd name="GluePoint10Y" fmla="*/ 65 h 179"/>
              <a:gd name="GluePoint11X" fmla="*/ 55 w 58"/>
              <a:gd name="GluePoint11Y" fmla="*/ 79 h 179"/>
              <a:gd name="GluePoint12X" fmla="*/ 58 w 58"/>
              <a:gd name="GluePoint12Y" fmla="*/ 96 h 179"/>
              <a:gd name="GluePoint13X" fmla="*/ 58 w 58"/>
              <a:gd name="GluePoint13Y" fmla="*/ 113 h 179"/>
              <a:gd name="GluePoint14X" fmla="*/ 57 w 58"/>
              <a:gd name="GluePoint14Y" fmla="*/ 131 h 179"/>
              <a:gd name="GluePoint15X" fmla="*/ 54 w 58"/>
              <a:gd name="GluePoint15Y" fmla="*/ 148 h 179"/>
              <a:gd name="GluePoint16X" fmla="*/ 50 w 58"/>
              <a:gd name="GluePoint16Y" fmla="*/ 159 h 179"/>
              <a:gd name="GluePoint17X" fmla="*/ 46 w 58"/>
              <a:gd name="GluePoint17Y" fmla="*/ 166 h 179"/>
              <a:gd name="GluePoint18X" fmla="*/ 42 w 58"/>
              <a:gd name="GluePoint18Y" fmla="*/ 172 h 179"/>
              <a:gd name="GluePoint19X" fmla="*/ 38 w 58"/>
              <a:gd name="GluePoint19Y" fmla="*/ 177 h 179"/>
              <a:gd name="GluePoint20X" fmla="*/ 33 w 58"/>
              <a:gd name="GluePoint20Y" fmla="*/ 179 h 179"/>
              <a:gd name="GluePoint21X" fmla="*/ 27 w 58"/>
              <a:gd name="GluePoint21Y" fmla="*/ 179 h 179"/>
              <a:gd name="GluePoint22X" fmla="*/ 22 w 58"/>
              <a:gd name="GluePoint22Y" fmla="*/ 176 h 179"/>
              <a:gd name="GluePoint23X" fmla="*/ 16 w 58"/>
              <a:gd name="GluePoint23Y" fmla="*/ 170 h 179"/>
              <a:gd name="GluePoint24X" fmla="*/ 10 w 58"/>
              <a:gd name="GluePoint24Y" fmla="*/ 165 h 179"/>
              <a:gd name="GluePoint25X" fmla="*/ 5 w 58"/>
              <a:gd name="GluePoint25Y" fmla="*/ 159 h 179"/>
              <a:gd name="GluePoint26X" fmla="*/ 2 w 58"/>
              <a:gd name="GluePoint26Y" fmla="*/ 154 h 179"/>
              <a:gd name="GluePoint27X" fmla="*/ 1 w 58"/>
              <a:gd name="GluePoint27Y" fmla="*/ 151 h 179"/>
              <a:gd name="GluePoint28X" fmla="*/ 0 w 58"/>
              <a:gd name="GluePoint28Y" fmla="*/ 144 h 179"/>
              <a:gd name="GluePoint29X" fmla="*/ 2 w 58"/>
              <a:gd name="GluePoint29Y" fmla="*/ 131 h 179"/>
              <a:gd name="GluePoint30X" fmla="*/ 4 w 58"/>
              <a:gd name="GluePoint30Y" fmla="*/ 117 h 179"/>
              <a:gd name="GluePoint31X" fmla="*/ 10 w 58"/>
              <a:gd name="GluePoint31Y" fmla="*/ 96 h 179"/>
              <a:gd name="GluePoint32X" fmla="*/ 17 w 58"/>
              <a:gd name="GluePoint32Y" fmla="*/ 72 h 179"/>
              <a:gd name="GluePoint33X" fmla="*/ 20 w 58"/>
              <a:gd name="GluePoint33Y" fmla="*/ 61 h 179"/>
              <a:gd name="GluePoint34X" fmla="*/ 21 w 58"/>
              <a:gd name="GluePoint34Y" fmla="*/ 53 h 179"/>
              <a:gd name="GluePoint35X" fmla="*/ 19 w 58"/>
              <a:gd name="GluePoint35Y" fmla="*/ 39 h 179"/>
              <a:gd name="GluePoint36X" fmla="*/ 18 w 58"/>
              <a:gd name="GluePoint36Y" fmla="*/ 25 h 179"/>
              <a:gd name="GluePoint37X" fmla="*/ 17 w 58"/>
              <a:gd name="GluePoint37Y" fmla="*/ 17 h 179"/>
              <a:gd name="GluePoint38X" fmla="*/ 18 w 58"/>
              <a:gd name="GluePoint38Y" fmla="*/ 9 h 179"/>
              <a:gd name="GluePoint39X" fmla="*/ 18 w 58"/>
              <a:gd name="GluePoint39Y" fmla="*/ 5 h 179"/>
              <a:gd name="GluePoint40X" fmla="*/ 20 w 58"/>
              <a:gd name="GluePoint40Y" fmla="*/ 3 h 179"/>
              <a:gd name="GluePoint41X" fmla="*/ 22 w 58"/>
              <a:gd name="GluePoint41Y" fmla="*/ 1 h 179"/>
              <a:gd name="GluePoint42X" fmla="*/ 24 w 58"/>
              <a:gd name="GluePoint42Y" fmla="*/ 1 h 179"/>
            </a:gdLst>
            <a:ahLst/>
            <a:cxnLst/>
            <a:rect l="textAreaLeft" t="textAreaTop" r="textAreaRight" b="textAreaBottom"/>
            <a:pathLst>
              <a:path w="58" h="179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1" y="2"/>
                </a:lnTo>
                <a:lnTo>
                  <a:pt x="32" y="4"/>
                </a:lnTo>
                <a:lnTo>
                  <a:pt x="33" y="6"/>
                </a:lnTo>
                <a:lnTo>
                  <a:pt x="35" y="10"/>
                </a:lnTo>
                <a:lnTo>
                  <a:pt x="38" y="14"/>
                </a:lnTo>
                <a:lnTo>
                  <a:pt x="41" y="18"/>
                </a:lnTo>
                <a:lnTo>
                  <a:pt x="43" y="22"/>
                </a:lnTo>
                <a:lnTo>
                  <a:pt x="44" y="25"/>
                </a:lnTo>
                <a:lnTo>
                  <a:pt x="46" y="29"/>
                </a:lnTo>
                <a:lnTo>
                  <a:pt x="46" y="34"/>
                </a:lnTo>
                <a:lnTo>
                  <a:pt x="47" y="40"/>
                </a:lnTo>
                <a:lnTo>
                  <a:pt x="49" y="46"/>
                </a:lnTo>
                <a:lnTo>
                  <a:pt x="49" y="49"/>
                </a:lnTo>
                <a:lnTo>
                  <a:pt x="49" y="53"/>
                </a:lnTo>
                <a:lnTo>
                  <a:pt x="49" y="55"/>
                </a:lnTo>
                <a:lnTo>
                  <a:pt x="49" y="58"/>
                </a:lnTo>
                <a:lnTo>
                  <a:pt x="51" y="65"/>
                </a:lnTo>
                <a:lnTo>
                  <a:pt x="54" y="72"/>
                </a:lnTo>
                <a:lnTo>
                  <a:pt x="55" y="79"/>
                </a:lnTo>
                <a:lnTo>
                  <a:pt x="56" y="87"/>
                </a:lnTo>
                <a:lnTo>
                  <a:pt x="58" y="96"/>
                </a:lnTo>
                <a:lnTo>
                  <a:pt x="58" y="105"/>
                </a:lnTo>
                <a:lnTo>
                  <a:pt x="58" y="113"/>
                </a:lnTo>
                <a:lnTo>
                  <a:pt x="58" y="122"/>
                </a:lnTo>
                <a:lnTo>
                  <a:pt x="57" y="131"/>
                </a:lnTo>
                <a:lnTo>
                  <a:pt x="55" y="140"/>
                </a:lnTo>
                <a:lnTo>
                  <a:pt x="54" y="148"/>
                </a:lnTo>
                <a:lnTo>
                  <a:pt x="50" y="156"/>
                </a:lnTo>
                <a:lnTo>
                  <a:pt x="50" y="159"/>
                </a:lnTo>
                <a:lnTo>
                  <a:pt x="48" y="163"/>
                </a:lnTo>
                <a:lnTo>
                  <a:pt x="46" y="166"/>
                </a:lnTo>
                <a:lnTo>
                  <a:pt x="45" y="169"/>
                </a:lnTo>
                <a:lnTo>
                  <a:pt x="42" y="172"/>
                </a:lnTo>
                <a:lnTo>
                  <a:pt x="41" y="174"/>
                </a:lnTo>
                <a:lnTo>
                  <a:pt x="38" y="177"/>
                </a:lnTo>
                <a:lnTo>
                  <a:pt x="36" y="179"/>
                </a:lnTo>
                <a:lnTo>
                  <a:pt x="33" y="179"/>
                </a:lnTo>
                <a:lnTo>
                  <a:pt x="30" y="179"/>
                </a:lnTo>
                <a:lnTo>
                  <a:pt x="27" y="179"/>
                </a:lnTo>
                <a:lnTo>
                  <a:pt x="24" y="179"/>
                </a:lnTo>
                <a:lnTo>
                  <a:pt x="22" y="176"/>
                </a:lnTo>
                <a:lnTo>
                  <a:pt x="19" y="173"/>
                </a:lnTo>
                <a:lnTo>
                  <a:pt x="16" y="170"/>
                </a:lnTo>
                <a:lnTo>
                  <a:pt x="14" y="168"/>
                </a:lnTo>
                <a:lnTo>
                  <a:pt x="10" y="165"/>
                </a:lnTo>
                <a:lnTo>
                  <a:pt x="8" y="162"/>
                </a:lnTo>
                <a:lnTo>
                  <a:pt x="5" y="159"/>
                </a:lnTo>
                <a:lnTo>
                  <a:pt x="2" y="156"/>
                </a:lnTo>
                <a:lnTo>
                  <a:pt x="2" y="154"/>
                </a:lnTo>
                <a:lnTo>
                  <a:pt x="1" y="153"/>
                </a:lnTo>
                <a:lnTo>
                  <a:pt x="1" y="151"/>
                </a:lnTo>
                <a:lnTo>
                  <a:pt x="1" y="149"/>
                </a:lnTo>
                <a:lnTo>
                  <a:pt x="0" y="144"/>
                </a:lnTo>
                <a:lnTo>
                  <a:pt x="1" y="137"/>
                </a:lnTo>
                <a:lnTo>
                  <a:pt x="2" y="131"/>
                </a:lnTo>
                <a:lnTo>
                  <a:pt x="2" y="125"/>
                </a:lnTo>
                <a:lnTo>
                  <a:pt x="4" y="117"/>
                </a:lnTo>
                <a:lnTo>
                  <a:pt x="6" y="110"/>
                </a:lnTo>
                <a:lnTo>
                  <a:pt x="10" y="96"/>
                </a:lnTo>
                <a:lnTo>
                  <a:pt x="14" y="83"/>
                </a:lnTo>
                <a:lnTo>
                  <a:pt x="17" y="72"/>
                </a:lnTo>
                <a:lnTo>
                  <a:pt x="19" y="65"/>
                </a:lnTo>
                <a:lnTo>
                  <a:pt x="20" y="61"/>
                </a:lnTo>
                <a:lnTo>
                  <a:pt x="21" y="57"/>
                </a:lnTo>
                <a:lnTo>
                  <a:pt x="21" y="53"/>
                </a:lnTo>
                <a:lnTo>
                  <a:pt x="21" y="49"/>
                </a:lnTo>
                <a:lnTo>
                  <a:pt x="19" y="39"/>
                </a:lnTo>
                <a:lnTo>
                  <a:pt x="18" y="29"/>
                </a:lnTo>
                <a:lnTo>
                  <a:pt x="18" y="25"/>
                </a:lnTo>
                <a:lnTo>
                  <a:pt x="18" y="21"/>
                </a:lnTo>
                <a:lnTo>
                  <a:pt x="17" y="17"/>
                </a:lnTo>
                <a:lnTo>
                  <a:pt x="17" y="13"/>
                </a:lnTo>
                <a:lnTo>
                  <a:pt x="18" y="9"/>
                </a:lnTo>
                <a:lnTo>
                  <a:pt x="18" y="7"/>
                </a:lnTo>
                <a:lnTo>
                  <a:pt x="18" y="5"/>
                </a:lnTo>
                <a:lnTo>
                  <a:pt x="19" y="5"/>
                </a:lnTo>
                <a:lnTo>
                  <a:pt x="20" y="3"/>
                </a:lnTo>
                <a:lnTo>
                  <a:pt x="21" y="3"/>
                </a:lnTo>
                <a:lnTo>
                  <a:pt x="22" y="1"/>
                </a:lnTo>
                <a:lnTo>
                  <a:pt x="23" y="1"/>
                </a:lnTo>
                <a:lnTo>
                  <a:pt x="24" y="1"/>
                </a:lnTo>
                <a:lnTo>
                  <a:pt x="2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3120" rIns="90000" bIns="33120" anchor="ctr">
            <a:noAutofit/>
          </a:bodyPr>
          <a:lstStyle/>
          <a:p>
            <a:endParaRPr/>
          </a:p>
        </p:txBody>
      </p:sp>
      <p:sp>
        <p:nvSpPr>
          <p:cNvPr id="41" name="íşḻïḓe">
            <a:extLst>
              <a:ext uri="{FF2B5EF4-FFF2-40B4-BE49-F238E27FC236}">
                <a16:creationId xmlns:a16="http://schemas.microsoft.com/office/drawing/2014/main" id="{E8990CC9-D13D-4367-BACC-634F51490C7F}"/>
              </a:ext>
            </a:extLst>
          </p:cNvPr>
          <p:cNvSpPr>
            <a:spLocks noGrp="1"/>
          </p:cNvSpPr>
          <p:nvPr/>
        </p:nvSpPr>
        <p:spPr>
          <a:xfrm>
            <a:off x="1733760" y="746280"/>
            <a:ext cx="57600" cy="66960"/>
          </a:xfrm>
          <a:custGeom>
            <a:avLst/>
            <a:gdLst>
              <a:gd name="textAreaLeft" fmla="*/ 0 w 57600"/>
              <a:gd name="textAreaRight" fmla="*/ 57960 w 57600"/>
              <a:gd name="textAreaTop" fmla="*/ 0 h 66960"/>
              <a:gd name="textAreaBottom" fmla="*/ 67320 h 66960"/>
              <a:gd name="GluePoint1X" fmla="*/ 126 w 133"/>
              <a:gd name="GluePoint1Y" fmla="*/ 1 h 154"/>
              <a:gd name="GluePoint2X" fmla="*/ 133 w 133"/>
              <a:gd name="GluePoint2Y" fmla="*/ 5 h 154"/>
              <a:gd name="GluePoint3X" fmla="*/ 131 w 133"/>
              <a:gd name="GluePoint3Y" fmla="*/ 11 h 154"/>
              <a:gd name="GluePoint4X" fmla="*/ 125 w 133"/>
              <a:gd name="GluePoint4Y" fmla="*/ 23 h 154"/>
              <a:gd name="GluePoint5X" fmla="*/ 115 w 133"/>
              <a:gd name="GluePoint5Y" fmla="*/ 33 h 154"/>
              <a:gd name="GluePoint6X" fmla="*/ 96 w 133"/>
              <a:gd name="GluePoint6Y" fmla="*/ 49 h 154"/>
              <a:gd name="GluePoint7X" fmla="*/ 89 w 133"/>
              <a:gd name="GluePoint7Y" fmla="*/ 58 h 154"/>
              <a:gd name="GluePoint8X" fmla="*/ 89 w 133"/>
              <a:gd name="GluePoint8Y" fmla="*/ 67 h 154"/>
              <a:gd name="GluePoint9X" fmla="*/ 84 w 133"/>
              <a:gd name="GluePoint9Y" fmla="*/ 74 h 154"/>
              <a:gd name="GluePoint10X" fmla="*/ 85 w 133"/>
              <a:gd name="GluePoint10Y" fmla="*/ 85 h 154"/>
              <a:gd name="GluePoint11X" fmla="*/ 82 w 133"/>
              <a:gd name="GluePoint11Y" fmla="*/ 95 h 154"/>
              <a:gd name="GluePoint12X" fmla="*/ 80 w 133"/>
              <a:gd name="GluePoint12Y" fmla="*/ 108 h 154"/>
              <a:gd name="GluePoint13X" fmla="*/ 84 w 133"/>
              <a:gd name="GluePoint13Y" fmla="*/ 128 h 154"/>
              <a:gd name="GluePoint14X" fmla="*/ 86 w 133"/>
              <a:gd name="GluePoint14Y" fmla="*/ 139 h 154"/>
              <a:gd name="GluePoint15X" fmla="*/ 85 w 133"/>
              <a:gd name="GluePoint15Y" fmla="*/ 145 h 154"/>
              <a:gd name="GluePoint16X" fmla="*/ 83 w 133"/>
              <a:gd name="GluePoint16Y" fmla="*/ 149 h 154"/>
              <a:gd name="GluePoint17X" fmla="*/ 78 w 133"/>
              <a:gd name="GluePoint17Y" fmla="*/ 153 h 154"/>
              <a:gd name="GluePoint18X" fmla="*/ 71 w 133"/>
              <a:gd name="GluePoint18Y" fmla="*/ 154 h 154"/>
              <a:gd name="GluePoint19X" fmla="*/ 59 w 133"/>
              <a:gd name="GluePoint19Y" fmla="*/ 152 h 154"/>
              <a:gd name="GluePoint20X" fmla="*/ 51 w 133"/>
              <a:gd name="GluePoint20Y" fmla="*/ 149 h 154"/>
              <a:gd name="GluePoint21X" fmla="*/ 44 w 133"/>
              <a:gd name="GluePoint21Y" fmla="*/ 146 h 154"/>
              <a:gd name="GluePoint22X" fmla="*/ 39 w 133"/>
              <a:gd name="GluePoint22Y" fmla="*/ 141 h 154"/>
              <a:gd name="GluePoint23X" fmla="*/ 36 w 133"/>
              <a:gd name="GluePoint23Y" fmla="*/ 137 h 154"/>
              <a:gd name="GluePoint24X" fmla="*/ 34 w 133"/>
              <a:gd name="GluePoint24Y" fmla="*/ 123 h 154"/>
              <a:gd name="GluePoint25X" fmla="*/ 34 w 133"/>
              <a:gd name="GluePoint25Y" fmla="*/ 107 h 154"/>
              <a:gd name="GluePoint26X" fmla="*/ 33 w 133"/>
              <a:gd name="GluePoint26Y" fmla="*/ 83 h 154"/>
              <a:gd name="GluePoint27X" fmla="*/ 27 w 133"/>
              <a:gd name="GluePoint27Y" fmla="*/ 81 h 154"/>
              <a:gd name="GluePoint28X" fmla="*/ 18 w 133"/>
              <a:gd name="GluePoint28Y" fmla="*/ 85 h 154"/>
              <a:gd name="GluePoint29X" fmla="*/ 7 w 133"/>
              <a:gd name="GluePoint29Y" fmla="*/ 77 h 154"/>
              <a:gd name="GluePoint30X" fmla="*/ 1 w 133"/>
              <a:gd name="GluePoint30Y" fmla="*/ 69 h 154"/>
              <a:gd name="GluePoint31X" fmla="*/ 3 w 133"/>
              <a:gd name="GluePoint31Y" fmla="*/ 65 h 154"/>
              <a:gd name="GluePoint32X" fmla="*/ 8 w 133"/>
              <a:gd name="GluePoint32Y" fmla="*/ 61 h 154"/>
              <a:gd name="GluePoint33X" fmla="*/ 19 w 133"/>
              <a:gd name="GluePoint33Y" fmla="*/ 61 h 154"/>
              <a:gd name="GluePoint34X" fmla="*/ 27 w 133"/>
              <a:gd name="GluePoint34Y" fmla="*/ 60 h 154"/>
              <a:gd name="GluePoint35X" fmla="*/ 34 w 133"/>
              <a:gd name="GluePoint35Y" fmla="*/ 55 h 154"/>
              <a:gd name="GluePoint36X" fmla="*/ 40 w 133"/>
              <a:gd name="GluePoint36Y" fmla="*/ 46 h 154"/>
              <a:gd name="GluePoint37X" fmla="*/ 43 w 133"/>
              <a:gd name="GluePoint37Y" fmla="*/ 41 h 154"/>
              <a:gd name="GluePoint38X" fmla="*/ 43 w 133"/>
              <a:gd name="GluePoint38Y" fmla="*/ 28 h 154"/>
              <a:gd name="GluePoint39X" fmla="*/ 44 w 133"/>
              <a:gd name="GluePoint39Y" fmla="*/ 21 h 154"/>
              <a:gd name="GluePoint40X" fmla="*/ 48 w 133"/>
              <a:gd name="GluePoint40Y" fmla="*/ 17 h 154"/>
              <a:gd name="GluePoint41X" fmla="*/ 51 w 133"/>
              <a:gd name="GluePoint41Y" fmla="*/ 14 h 154"/>
              <a:gd name="GluePoint42X" fmla="*/ 59 w 133"/>
              <a:gd name="GluePoint42Y" fmla="*/ 15 h 154"/>
              <a:gd name="GluePoint43X" fmla="*/ 63 w 133"/>
              <a:gd name="GluePoint43Y" fmla="*/ 19 h 154"/>
              <a:gd name="GluePoint44X" fmla="*/ 75 w 133"/>
              <a:gd name="GluePoint44Y" fmla="*/ 25 h 154"/>
              <a:gd name="GluePoint45X" fmla="*/ 89 w 133"/>
              <a:gd name="GluePoint45Y" fmla="*/ 28 h 154"/>
              <a:gd name="GluePoint46X" fmla="*/ 99 w 133"/>
              <a:gd name="GluePoint46Y" fmla="*/ 17 h 154"/>
              <a:gd name="GluePoint47X" fmla="*/ 111 w 133"/>
              <a:gd name="GluePoint47Y" fmla="*/ 8 h 154"/>
              <a:gd name="GluePoint48X" fmla="*/ 116 w 133"/>
              <a:gd name="GluePoint48Y" fmla="*/ 2 h 154"/>
            </a:gdLst>
            <a:ahLst/>
            <a:cxnLst/>
            <a:rect l="textAreaLeft" t="textAreaTop" r="textAreaRight" b="textAreaBottom"/>
            <a:pathLst>
              <a:path w="133" h="154">
                <a:moveTo>
                  <a:pt x="117" y="0"/>
                </a:moveTo>
                <a:lnTo>
                  <a:pt x="122" y="0"/>
                </a:lnTo>
                <a:lnTo>
                  <a:pt x="126" y="1"/>
                </a:lnTo>
                <a:lnTo>
                  <a:pt x="130" y="1"/>
                </a:lnTo>
                <a:lnTo>
                  <a:pt x="133" y="2"/>
                </a:lnTo>
                <a:lnTo>
                  <a:pt x="133" y="5"/>
                </a:lnTo>
                <a:lnTo>
                  <a:pt x="133" y="7"/>
                </a:lnTo>
                <a:lnTo>
                  <a:pt x="132" y="9"/>
                </a:lnTo>
                <a:lnTo>
                  <a:pt x="131" y="11"/>
                </a:lnTo>
                <a:lnTo>
                  <a:pt x="130" y="15"/>
                </a:lnTo>
                <a:lnTo>
                  <a:pt x="127" y="19"/>
                </a:lnTo>
                <a:lnTo>
                  <a:pt x="125" y="23"/>
                </a:lnTo>
                <a:lnTo>
                  <a:pt x="122" y="27"/>
                </a:lnTo>
                <a:lnTo>
                  <a:pt x="119" y="30"/>
                </a:lnTo>
                <a:lnTo>
                  <a:pt x="115" y="33"/>
                </a:lnTo>
                <a:lnTo>
                  <a:pt x="107" y="40"/>
                </a:lnTo>
                <a:lnTo>
                  <a:pt x="99" y="45"/>
                </a:lnTo>
                <a:lnTo>
                  <a:pt x="96" y="49"/>
                </a:lnTo>
                <a:lnTo>
                  <a:pt x="94" y="52"/>
                </a:lnTo>
                <a:lnTo>
                  <a:pt x="91" y="55"/>
                </a:lnTo>
                <a:lnTo>
                  <a:pt x="89" y="58"/>
                </a:lnTo>
                <a:lnTo>
                  <a:pt x="89" y="61"/>
                </a:lnTo>
                <a:lnTo>
                  <a:pt x="89" y="64"/>
                </a:lnTo>
                <a:lnTo>
                  <a:pt x="89" y="67"/>
                </a:lnTo>
                <a:lnTo>
                  <a:pt x="89" y="69"/>
                </a:lnTo>
                <a:lnTo>
                  <a:pt x="87" y="72"/>
                </a:lnTo>
                <a:lnTo>
                  <a:pt x="84" y="74"/>
                </a:lnTo>
                <a:lnTo>
                  <a:pt x="85" y="78"/>
                </a:lnTo>
                <a:lnTo>
                  <a:pt x="85" y="81"/>
                </a:lnTo>
                <a:lnTo>
                  <a:pt x="85" y="85"/>
                </a:lnTo>
                <a:lnTo>
                  <a:pt x="86" y="89"/>
                </a:lnTo>
                <a:lnTo>
                  <a:pt x="83" y="92"/>
                </a:lnTo>
                <a:lnTo>
                  <a:pt x="82" y="95"/>
                </a:lnTo>
                <a:lnTo>
                  <a:pt x="81" y="99"/>
                </a:lnTo>
                <a:lnTo>
                  <a:pt x="80" y="104"/>
                </a:lnTo>
                <a:lnTo>
                  <a:pt x="80" y="108"/>
                </a:lnTo>
                <a:lnTo>
                  <a:pt x="81" y="112"/>
                </a:lnTo>
                <a:lnTo>
                  <a:pt x="83" y="121"/>
                </a:lnTo>
                <a:lnTo>
                  <a:pt x="84" y="128"/>
                </a:lnTo>
                <a:lnTo>
                  <a:pt x="85" y="132"/>
                </a:lnTo>
                <a:lnTo>
                  <a:pt x="86" y="136"/>
                </a:lnTo>
                <a:lnTo>
                  <a:pt x="86" y="139"/>
                </a:lnTo>
                <a:lnTo>
                  <a:pt x="86" y="142"/>
                </a:lnTo>
                <a:lnTo>
                  <a:pt x="85" y="144"/>
                </a:lnTo>
                <a:lnTo>
                  <a:pt x="85" y="145"/>
                </a:lnTo>
                <a:lnTo>
                  <a:pt x="84" y="146"/>
                </a:lnTo>
                <a:lnTo>
                  <a:pt x="83" y="148"/>
                </a:lnTo>
                <a:lnTo>
                  <a:pt x="83" y="149"/>
                </a:lnTo>
                <a:lnTo>
                  <a:pt x="81" y="150"/>
                </a:lnTo>
                <a:lnTo>
                  <a:pt x="79" y="152"/>
                </a:lnTo>
                <a:lnTo>
                  <a:pt x="78" y="153"/>
                </a:lnTo>
                <a:lnTo>
                  <a:pt x="75" y="153"/>
                </a:lnTo>
                <a:lnTo>
                  <a:pt x="73" y="154"/>
                </a:lnTo>
                <a:lnTo>
                  <a:pt x="71" y="154"/>
                </a:lnTo>
                <a:lnTo>
                  <a:pt x="69" y="154"/>
                </a:lnTo>
                <a:lnTo>
                  <a:pt x="64" y="153"/>
                </a:lnTo>
                <a:lnTo>
                  <a:pt x="59" y="152"/>
                </a:lnTo>
                <a:lnTo>
                  <a:pt x="56" y="151"/>
                </a:lnTo>
                <a:lnTo>
                  <a:pt x="54" y="150"/>
                </a:lnTo>
                <a:lnTo>
                  <a:pt x="51" y="149"/>
                </a:lnTo>
                <a:lnTo>
                  <a:pt x="48" y="149"/>
                </a:lnTo>
                <a:lnTo>
                  <a:pt x="46" y="148"/>
                </a:lnTo>
                <a:lnTo>
                  <a:pt x="44" y="146"/>
                </a:lnTo>
                <a:lnTo>
                  <a:pt x="43" y="145"/>
                </a:lnTo>
                <a:lnTo>
                  <a:pt x="41" y="143"/>
                </a:lnTo>
                <a:lnTo>
                  <a:pt x="39" y="141"/>
                </a:lnTo>
                <a:lnTo>
                  <a:pt x="39" y="140"/>
                </a:lnTo>
                <a:lnTo>
                  <a:pt x="37" y="138"/>
                </a:lnTo>
                <a:lnTo>
                  <a:pt x="36" y="137"/>
                </a:lnTo>
                <a:lnTo>
                  <a:pt x="35" y="132"/>
                </a:lnTo>
                <a:lnTo>
                  <a:pt x="35" y="128"/>
                </a:lnTo>
                <a:lnTo>
                  <a:pt x="34" y="123"/>
                </a:lnTo>
                <a:lnTo>
                  <a:pt x="34" y="118"/>
                </a:lnTo>
                <a:lnTo>
                  <a:pt x="34" y="113"/>
                </a:lnTo>
                <a:lnTo>
                  <a:pt x="34" y="107"/>
                </a:lnTo>
                <a:lnTo>
                  <a:pt x="35" y="96"/>
                </a:lnTo>
                <a:lnTo>
                  <a:pt x="35" y="84"/>
                </a:lnTo>
                <a:lnTo>
                  <a:pt x="33" y="83"/>
                </a:lnTo>
                <a:lnTo>
                  <a:pt x="31" y="82"/>
                </a:lnTo>
                <a:lnTo>
                  <a:pt x="30" y="81"/>
                </a:lnTo>
                <a:lnTo>
                  <a:pt x="27" y="81"/>
                </a:lnTo>
                <a:lnTo>
                  <a:pt x="23" y="82"/>
                </a:lnTo>
                <a:lnTo>
                  <a:pt x="21" y="84"/>
                </a:lnTo>
                <a:lnTo>
                  <a:pt x="18" y="85"/>
                </a:lnTo>
                <a:lnTo>
                  <a:pt x="15" y="85"/>
                </a:lnTo>
                <a:lnTo>
                  <a:pt x="11" y="81"/>
                </a:lnTo>
                <a:lnTo>
                  <a:pt x="7" y="77"/>
                </a:lnTo>
                <a:lnTo>
                  <a:pt x="4" y="75"/>
                </a:lnTo>
                <a:lnTo>
                  <a:pt x="3" y="73"/>
                </a:lnTo>
                <a:lnTo>
                  <a:pt x="1" y="69"/>
                </a:lnTo>
                <a:lnTo>
                  <a:pt x="0" y="67"/>
                </a:lnTo>
                <a:lnTo>
                  <a:pt x="2" y="66"/>
                </a:lnTo>
                <a:lnTo>
                  <a:pt x="3" y="65"/>
                </a:lnTo>
                <a:lnTo>
                  <a:pt x="5" y="65"/>
                </a:lnTo>
                <a:lnTo>
                  <a:pt x="6" y="64"/>
                </a:lnTo>
                <a:lnTo>
                  <a:pt x="8" y="61"/>
                </a:lnTo>
                <a:lnTo>
                  <a:pt x="11" y="61"/>
                </a:lnTo>
                <a:lnTo>
                  <a:pt x="15" y="61"/>
                </a:lnTo>
                <a:lnTo>
                  <a:pt x="19" y="61"/>
                </a:lnTo>
                <a:lnTo>
                  <a:pt x="22" y="61"/>
                </a:lnTo>
                <a:lnTo>
                  <a:pt x="26" y="61"/>
                </a:lnTo>
                <a:lnTo>
                  <a:pt x="27" y="60"/>
                </a:lnTo>
                <a:lnTo>
                  <a:pt x="30" y="58"/>
                </a:lnTo>
                <a:lnTo>
                  <a:pt x="31" y="57"/>
                </a:lnTo>
                <a:lnTo>
                  <a:pt x="34" y="55"/>
                </a:lnTo>
                <a:lnTo>
                  <a:pt x="37" y="51"/>
                </a:lnTo>
                <a:lnTo>
                  <a:pt x="40" y="48"/>
                </a:lnTo>
                <a:lnTo>
                  <a:pt x="40" y="46"/>
                </a:lnTo>
                <a:lnTo>
                  <a:pt x="41" y="45"/>
                </a:lnTo>
                <a:lnTo>
                  <a:pt x="42" y="42"/>
                </a:lnTo>
                <a:lnTo>
                  <a:pt x="43" y="41"/>
                </a:lnTo>
                <a:lnTo>
                  <a:pt x="43" y="36"/>
                </a:lnTo>
                <a:lnTo>
                  <a:pt x="43" y="32"/>
                </a:lnTo>
                <a:lnTo>
                  <a:pt x="43" y="28"/>
                </a:lnTo>
                <a:lnTo>
                  <a:pt x="43" y="24"/>
                </a:lnTo>
                <a:lnTo>
                  <a:pt x="43" y="22"/>
                </a:lnTo>
                <a:lnTo>
                  <a:pt x="44" y="21"/>
                </a:lnTo>
                <a:lnTo>
                  <a:pt x="46" y="19"/>
                </a:lnTo>
                <a:lnTo>
                  <a:pt x="47" y="18"/>
                </a:lnTo>
                <a:lnTo>
                  <a:pt x="48" y="17"/>
                </a:lnTo>
                <a:lnTo>
                  <a:pt x="49" y="16"/>
                </a:lnTo>
                <a:lnTo>
                  <a:pt x="50" y="15"/>
                </a:lnTo>
                <a:lnTo>
                  <a:pt x="51" y="14"/>
                </a:lnTo>
                <a:lnTo>
                  <a:pt x="55" y="13"/>
                </a:lnTo>
                <a:lnTo>
                  <a:pt x="59" y="13"/>
                </a:lnTo>
                <a:lnTo>
                  <a:pt x="59" y="15"/>
                </a:lnTo>
                <a:lnTo>
                  <a:pt x="61" y="16"/>
                </a:lnTo>
                <a:lnTo>
                  <a:pt x="62" y="17"/>
                </a:lnTo>
                <a:lnTo>
                  <a:pt x="63" y="19"/>
                </a:lnTo>
                <a:lnTo>
                  <a:pt x="67" y="21"/>
                </a:lnTo>
                <a:lnTo>
                  <a:pt x="71" y="23"/>
                </a:lnTo>
                <a:lnTo>
                  <a:pt x="75" y="25"/>
                </a:lnTo>
                <a:lnTo>
                  <a:pt x="80" y="26"/>
                </a:lnTo>
                <a:lnTo>
                  <a:pt x="85" y="27"/>
                </a:lnTo>
                <a:lnTo>
                  <a:pt x="89" y="28"/>
                </a:lnTo>
                <a:lnTo>
                  <a:pt x="91" y="24"/>
                </a:lnTo>
                <a:lnTo>
                  <a:pt x="95" y="21"/>
                </a:lnTo>
                <a:lnTo>
                  <a:pt x="99" y="17"/>
                </a:lnTo>
                <a:lnTo>
                  <a:pt x="103" y="15"/>
                </a:lnTo>
                <a:lnTo>
                  <a:pt x="107" y="11"/>
                </a:lnTo>
                <a:lnTo>
                  <a:pt x="111" y="8"/>
                </a:lnTo>
                <a:lnTo>
                  <a:pt x="113" y="6"/>
                </a:lnTo>
                <a:lnTo>
                  <a:pt x="115" y="4"/>
                </a:lnTo>
                <a:lnTo>
                  <a:pt x="116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320" rIns="90000" bIns="22320" anchor="ctr">
            <a:noAutofit/>
          </a:bodyPr>
          <a:lstStyle/>
          <a:p>
            <a:endParaRPr/>
          </a:p>
        </p:txBody>
      </p:sp>
      <p:sp>
        <p:nvSpPr>
          <p:cNvPr id="43" name="ïşļïḍè">
            <a:extLst>
              <a:ext uri="{FF2B5EF4-FFF2-40B4-BE49-F238E27FC236}">
                <a16:creationId xmlns:a16="http://schemas.microsoft.com/office/drawing/2014/main" id="{3BA317EC-6BEB-4EE7-8C26-D13691510036}"/>
              </a:ext>
            </a:extLst>
          </p:cNvPr>
          <p:cNvSpPr>
            <a:spLocks noGrp="1"/>
          </p:cNvSpPr>
          <p:nvPr/>
        </p:nvSpPr>
        <p:spPr>
          <a:xfrm>
            <a:off x="1371240" y="936000"/>
            <a:ext cx="38520" cy="64440"/>
          </a:xfrm>
          <a:custGeom>
            <a:avLst/>
            <a:gdLst>
              <a:gd name="textAreaLeft" fmla="*/ 0 w 38520"/>
              <a:gd name="textAreaRight" fmla="*/ 38880 w 38520"/>
              <a:gd name="textAreaTop" fmla="*/ 0 h 64440"/>
              <a:gd name="textAreaBottom" fmla="*/ 64800 h 64440"/>
              <a:gd name="GluePoint1X" fmla="*/ 87 w 89"/>
              <a:gd name="GluePoint1Y" fmla="*/ 91 h 148"/>
              <a:gd name="GluePoint2X" fmla="*/ 82 w 89"/>
              <a:gd name="GluePoint2Y" fmla="*/ 82 h 148"/>
              <a:gd name="GluePoint3X" fmla="*/ 74 w 89"/>
              <a:gd name="GluePoint3Y" fmla="*/ 74 h 148"/>
              <a:gd name="GluePoint4X" fmla="*/ 63 w 89"/>
              <a:gd name="GluePoint4Y" fmla="*/ 66 h 148"/>
              <a:gd name="GluePoint5X" fmla="*/ 51 w 89"/>
              <a:gd name="GluePoint5Y" fmla="*/ 58 h 148"/>
              <a:gd name="GluePoint6X" fmla="*/ 35 w 89"/>
              <a:gd name="GluePoint6Y" fmla="*/ 49 h 148"/>
              <a:gd name="GluePoint7X" fmla="*/ 27 w 89"/>
              <a:gd name="GluePoint7Y" fmla="*/ 40 h 148"/>
              <a:gd name="GluePoint8X" fmla="*/ 26 w 89"/>
              <a:gd name="GluePoint8Y" fmla="*/ 35 h 148"/>
              <a:gd name="GluePoint9X" fmla="*/ 26 w 89"/>
              <a:gd name="GluePoint9Y" fmla="*/ 29 h 148"/>
              <a:gd name="GluePoint10X" fmla="*/ 27 w 89"/>
              <a:gd name="GluePoint10Y" fmla="*/ 22 h 148"/>
              <a:gd name="GluePoint11X" fmla="*/ 31 w 89"/>
              <a:gd name="GluePoint11Y" fmla="*/ 18 h 148"/>
              <a:gd name="GluePoint12X" fmla="*/ 36 w 89"/>
              <a:gd name="GluePoint12Y" fmla="*/ 14 h 148"/>
              <a:gd name="GluePoint13X" fmla="*/ 43 w 89"/>
              <a:gd name="GluePoint13Y" fmla="*/ 13 h 148"/>
              <a:gd name="GluePoint14X" fmla="*/ 52 w 89"/>
              <a:gd name="GluePoint14Y" fmla="*/ 12 h 148"/>
              <a:gd name="GluePoint15X" fmla="*/ 63 w 89"/>
              <a:gd name="GluePoint15Y" fmla="*/ 17 h 148"/>
              <a:gd name="GluePoint16X" fmla="*/ 71 w 89"/>
              <a:gd name="GluePoint16Y" fmla="*/ 26 h 148"/>
              <a:gd name="GluePoint17X" fmla="*/ 75 w 89"/>
              <a:gd name="GluePoint17Y" fmla="*/ 29 h 148"/>
              <a:gd name="GluePoint18X" fmla="*/ 79 w 89"/>
              <a:gd name="GluePoint18Y" fmla="*/ 20 h 148"/>
              <a:gd name="GluePoint19X" fmla="*/ 82 w 89"/>
              <a:gd name="GluePoint19Y" fmla="*/ 12 h 148"/>
              <a:gd name="GluePoint20X" fmla="*/ 75 w 89"/>
              <a:gd name="GluePoint20Y" fmla="*/ 6 h 148"/>
              <a:gd name="GluePoint21X" fmla="*/ 63 w 89"/>
              <a:gd name="GluePoint21Y" fmla="*/ 2 h 148"/>
              <a:gd name="GluePoint22X" fmla="*/ 49 w 89"/>
              <a:gd name="GluePoint22Y" fmla="*/ 0 h 148"/>
              <a:gd name="GluePoint23X" fmla="*/ 33 w 89"/>
              <a:gd name="GluePoint23Y" fmla="*/ 2 h 148"/>
              <a:gd name="GluePoint24X" fmla="*/ 21 w 89"/>
              <a:gd name="GluePoint24Y" fmla="*/ 7 h 148"/>
              <a:gd name="GluePoint25X" fmla="*/ 11 w 89"/>
              <a:gd name="GluePoint25Y" fmla="*/ 15 h 148"/>
              <a:gd name="GluePoint26X" fmla="*/ 5 w 89"/>
              <a:gd name="GluePoint26Y" fmla="*/ 26 h 148"/>
              <a:gd name="GluePoint27X" fmla="*/ 1 w 89"/>
              <a:gd name="GluePoint27Y" fmla="*/ 39 h 148"/>
              <a:gd name="GluePoint28X" fmla="*/ 2 w 89"/>
              <a:gd name="GluePoint28Y" fmla="*/ 50 h 148"/>
              <a:gd name="GluePoint29X" fmla="*/ 5 w 89"/>
              <a:gd name="GluePoint29Y" fmla="*/ 61 h 148"/>
              <a:gd name="GluePoint30X" fmla="*/ 10 w 89"/>
              <a:gd name="GluePoint30Y" fmla="*/ 70 h 148"/>
              <a:gd name="GluePoint31X" fmla="*/ 18 w 89"/>
              <a:gd name="GluePoint31Y" fmla="*/ 78 h 148"/>
              <a:gd name="GluePoint32X" fmla="*/ 28 w 89"/>
              <a:gd name="GluePoint32Y" fmla="*/ 85 h 148"/>
              <a:gd name="GluePoint33X" fmla="*/ 43 w 89"/>
              <a:gd name="GluePoint33Y" fmla="*/ 92 h 148"/>
              <a:gd name="GluePoint34X" fmla="*/ 56 w 89"/>
              <a:gd name="GluePoint34Y" fmla="*/ 102 h 148"/>
              <a:gd name="GluePoint35X" fmla="*/ 60 w 89"/>
              <a:gd name="GluePoint35Y" fmla="*/ 107 h 148"/>
              <a:gd name="GluePoint36X" fmla="*/ 63 w 89"/>
              <a:gd name="GluePoint36Y" fmla="*/ 112 h 148"/>
              <a:gd name="GluePoint37X" fmla="*/ 63 w 89"/>
              <a:gd name="GluePoint37Y" fmla="*/ 119 h 148"/>
              <a:gd name="GluePoint38X" fmla="*/ 61 w 89"/>
              <a:gd name="GluePoint38Y" fmla="*/ 125 h 148"/>
              <a:gd name="GluePoint39X" fmla="*/ 58 w 89"/>
              <a:gd name="GluePoint39Y" fmla="*/ 130 h 148"/>
              <a:gd name="GluePoint40X" fmla="*/ 53 w 89"/>
              <a:gd name="GluePoint40Y" fmla="*/ 134 h 148"/>
              <a:gd name="GluePoint41X" fmla="*/ 47 w 89"/>
              <a:gd name="GluePoint41Y" fmla="*/ 136 h 148"/>
              <a:gd name="GluePoint42X" fmla="*/ 39 w 89"/>
              <a:gd name="GluePoint42Y" fmla="*/ 137 h 148"/>
              <a:gd name="GluePoint43X" fmla="*/ 31 w 89"/>
              <a:gd name="GluePoint43Y" fmla="*/ 136 h 148"/>
              <a:gd name="GluePoint44X" fmla="*/ 23 w 89"/>
              <a:gd name="GluePoint44Y" fmla="*/ 134 h 148"/>
              <a:gd name="GluePoint45X" fmla="*/ 18 w 89"/>
              <a:gd name="GluePoint45Y" fmla="*/ 130 h 148"/>
              <a:gd name="GluePoint46X" fmla="*/ 14 w 89"/>
              <a:gd name="GluePoint46Y" fmla="*/ 124 h 148"/>
              <a:gd name="GluePoint47X" fmla="*/ 11 w 89"/>
              <a:gd name="GluePoint47Y" fmla="*/ 117 h 148"/>
              <a:gd name="GluePoint48X" fmla="*/ 5 w 89"/>
              <a:gd name="GluePoint48Y" fmla="*/ 121 h 148"/>
              <a:gd name="GluePoint49X" fmla="*/ 0 w 89"/>
              <a:gd name="GluePoint49Y" fmla="*/ 141 h 148"/>
              <a:gd name="GluePoint50X" fmla="*/ 12 w 89"/>
              <a:gd name="GluePoint50Y" fmla="*/ 146 h 148"/>
              <a:gd name="GluePoint51X" fmla="*/ 25 w 89"/>
              <a:gd name="GluePoint51Y" fmla="*/ 147 h 148"/>
              <a:gd name="GluePoint52X" fmla="*/ 40 w 89"/>
              <a:gd name="GluePoint52Y" fmla="*/ 148 h 148"/>
              <a:gd name="GluePoint53X" fmla="*/ 57 w 89"/>
              <a:gd name="GluePoint53Y" fmla="*/ 145 h 148"/>
              <a:gd name="GluePoint54X" fmla="*/ 70 w 89"/>
              <a:gd name="GluePoint54Y" fmla="*/ 139 h 148"/>
              <a:gd name="GluePoint55X" fmla="*/ 80 w 89"/>
              <a:gd name="GluePoint55Y" fmla="*/ 130 h 148"/>
              <a:gd name="GluePoint56X" fmla="*/ 86 w 89"/>
              <a:gd name="GluePoint56Y" fmla="*/ 118 h 148"/>
              <a:gd name="GluePoint57X" fmla="*/ 89 w 89"/>
              <a:gd name="GluePoint57Y" fmla="*/ 103 h 148"/>
            </a:gdLst>
            <a:ahLst/>
            <a:cxnLst/>
            <a:rect l="textAreaLeft" t="textAreaTop" r="textAreaRight" b="textAreaBottom"/>
            <a:pathLst>
              <a:path w="89" h="148">
                <a:moveTo>
                  <a:pt x="88" y="97"/>
                </a:moveTo>
                <a:lnTo>
                  <a:pt x="87" y="94"/>
                </a:lnTo>
                <a:lnTo>
                  <a:pt x="87" y="91"/>
                </a:lnTo>
                <a:lnTo>
                  <a:pt x="85" y="88"/>
                </a:lnTo>
                <a:lnTo>
                  <a:pt x="83" y="85"/>
                </a:lnTo>
                <a:lnTo>
                  <a:pt x="82" y="82"/>
                </a:lnTo>
                <a:lnTo>
                  <a:pt x="79" y="79"/>
                </a:lnTo>
                <a:lnTo>
                  <a:pt x="77" y="77"/>
                </a:lnTo>
                <a:lnTo>
                  <a:pt x="74" y="74"/>
                </a:lnTo>
                <a:lnTo>
                  <a:pt x="71" y="71"/>
                </a:lnTo>
                <a:lnTo>
                  <a:pt x="67" y="69"/>
                </a:lnTo>
                <a:lnTo>
                  <a:pt x="63" y="66"/>
                </a:lnTo>
                <a:lnTo>
                  <a:pt x="59" y="63"/>
                </a:lnTo>
                <a:lnTo>
                  <a:pt x="55" y="61"/>
                </a:lnTo>
                <a:lnTo>
                  <a:pt x="51" y="58"/>
                </a:lnTo>
                <a:lnTo>
                  <a:pt x="45" y="55"/>
                </a:lnTo>
                <a:lnTo>
                  <a:pt x="40" y="52"/>
                </a:lnTo>
                <a:lnTo>
                  <a:pt x="35" y="49"/>
                </a:lnTo>
                <a:lnTo>
                  <a:pt x="32" y="46"/>
                </a:lnTo>
                <a:lnTo>
                  <a:pt x="29" y="42"/>
                </a:lnTo>
                <a:lnTo>
                  <a:pt x="27" y="40"/>
                </a:lnTo>
                <a:lnTo>
                  <a:pt x="27" y="38"/>
                </a:lnTo>
                <a:lnTo>
                  <a:pt x="26" y="36"/>
                </a:lnTo>
                <a:lnTo>
                  <a:pt x="26" y="35"/>
                </a:lnTo>
                <a:lnTo>
                  <a:pt x="26" y="34"/>
                </a:lnTo>
                <a:lnTo>
                  <a:pt x="26" y="30"/>
                </a:lnTo>
                <a:lnTo>
                  <a:pt x="26" y="29"/>
                </a:lnTo>
                <a:lnTo>
                  <a:pt x="27" y="26"/>
                </a:lnTo>
                <a:lnTo>
                  <a:pt x="27" y="25"/>
                </a:lnTo>
                <a:lnTo>
                  <a:pt x="27" y="22"/>
                </a:lnTo>
                <a:lnTo>
                  <a:pt x="29" y="21"/>
                </a:lnTo>
                <a:lnTo>
                  <a:pt x="30" y="19"/>
                </a:lnTo>
                <a:lnTo>
                  <a:pt x="31" y="18"/>
                </a:lnTo>
                <a:lnTo>
                  <a:pt x="33" y="17"/>
                </a:lnTo>
                <a:lnTo>
                  <a:pt x="35" y="15"/>
                </a:lnTo>
                <a:lnTo>
                  <a:pt x="36" y="14"/>
                </a:lnTo>
                <a:lnTo>
                  <a:pt x="39" y="14"/>
                </a:lnTo>
                <a:lnTo>
                  <a:pt x="40" y="13"/>
                </a:lnTo>
                <a:lnTo>
                  <a:pt x="43" y="13"/>
                </a:lnTo>
                <a:lnTo>
                  <a:pt x="46" y="12"/>
                </a:lnTo>
                <a:lnTo>
                  <a:pt x="48" y="12"/>
                </a:lnTo>
                <a:lnTo>
                  <a:pt x="52" y="12"/>
                </a:lnTo>
                <a:lnTo>
                  <a:pt x="56" y="14"/>
                </a:lnTo>
                <a:lnTo>
                  <a:pt x="59" y="14"/>
                </a:lnTo>
                <a:lnTo>
                  <a:pt x="63" y="17"/>
                </a:lnTo>
                <a:lnTo>
                  <a:pt x="66" y="19"/>
                </a:lnTo>
                <a:lnTo>
                  <a:pt x="68" y="22"/>
                </a:lnTo>
                <a:lnTo>
                  <a:pt x="71" y="26"/>
                </a:lnTo>
                <a:lnTo>
                  <a:pt x="73" y="30"/>
                </a:lnTo>
                <a:lnTo>
                  <a:pt x="75" y="30"/>
                </a:lnTo>
                <a:lnTo>
                  <a:pt x="75" y="29"/>
                </a:lnTo>
                <a:lnTo>
                  <a:pt x="77" y="26"/>
                </a:lnTo>
                <a:lnTo>
                  <a:pt x="77" y="24"/>
                </a:lnTo>
                <a:lnTo>
                  <a:pt x="79" y="20"/>
                </a:lnTo>
                <a:lnTo>
                  <a:pt x="79" y="18"/>
                </a:lnTo>
                <a:lnTo>
                  <a:pt x="81" y="14"/>
                </a:lnTo>
                <a:lnTo>
                  <a:pt x="82" y="12"/>
                </a:lnTo>
                <a:lnTo>
                  <a:pt x="83" y="10"/>
                </a:lnTo>
                <a:lnTo>
                  <a:pt x="79" y="8"/>
                </a:lnTo>
                <a:lnTo>
                  <a:pt x="75" y="6"/>
                </a:lnTo>
                <a:lnTo>
                  <a:pt x="71" y="4"/>
                </a:lnTo>
                <a:lnTo>
                  <a:pt x="67" y="2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9" y="0"/>
                </a:lnTo>
                <a:lnTo>
                  <a:pt x="43" y="1"/>
                </a:lnTo>
                <a:lnTo>
                  <a:pt x="38" y="1"/>
                </a:lnTo>
                <a:lnTo>
                  <a:pt x="33" y="2"/>
                </a:lnTo>
                <a:lnTo>
                  <a:pt x="29" y="3"/>
                </a:lnTo>
                <a:lnTo>
                  <a:pt x="25" y="6"/>
                </a:lnTo>
                <a:lnTo>
                  <a:pt x="21" y="7"/>
                </a:lnTo>
                <a:lnTo>
                  <a:pt x="17" y="10"/>
                </a:lnTo>
                <a:lnTo>
                  <a:pt x="14" y="12"/>
                </a:lnTo>
                <a:lnTo>
                  <a:pt x="11" y="15"/>
                </a:lnTo>
                <a:lnTo>
                  <a:pt x="8" y="18"/>
                </a:lnTo>
                <a:lnTo>
                  <a:pt x="7" y="22"/>
                </a:lnTo>
                <a:lnTo>
                  <a:pt x="5" y="26"/>
                </a:lnTo>
                <a:lnTo>
                  <a:pt x="3" y="30"/>
                </a:lnTo>
                <a:lnTo>
                  <a:pt x="3" y="34"/>
                </a:lnTo>
                <a:lnTo>
                  <a:pt x="1" y="39"/>
                </a:lnTo>
                <a:lnTo>
                  <a:pt x="1" y="44"/>
                </a:lnTo>
                <a:lnTo>
                  <a:pt x="1" y="47"/>
                </a:lnTo>
                <a:lnTo>
                  <a:pt x="2" y="50"/>
                </a:lnTo>
                <a:lnTo>
                  <a:pt x="3" y="54"/>
                </a:lnTo>
                <a:lnTo>
                  <a:pt x="3" y="58"/>
                </a:lnTo>
                <a:lnTo>
                  <a:pt x="5" y="61"/>
                </a:lnTo>
                <a:lnTo>
                  <a:pt x="6" y="64"/>
                </a:lnTo>
                <a:lnTo>
                  <a:pt x="8" y="66"/>
                </a:lnTo>
                <a:lnTo>
                  <a:pt x="10" y="70"/>
                </a:lnTo>
                <a:lnTo>
                  <a:pt x="12" y="72"/>
                </a:lnTo>
                <a:lnTo>
                  <a:pt x="15" y="75"/>
                </a:lnTo>
                <a:lnTo>
                  <a:pt x="18" y="78"/>
                </a:lnTo>
                <a:lnTo>
                  <a:pt x="21" y="80"/>
                </a:lnTo>
                <a:lnTo>
                  <a:pt x="24" y="82"/>
                </a:lnTo>
                <a:lnTo>
                  <a:pt x="28" y="85"/>
                </a:lnTo>
                <a:lnTo>
                  <a:pt x="32" y="86"/>
                </a:lnTo>
                <a:lnTo>
                  <a:pt x="36" y="89"/>
                </a:lnTo>
                <a:lnTo>
                  <a:pt x="43" y="92"/>
                </a:lnTo>
                <a:lnTo>
                  <a:pt x="48" y="95"/>
                </a:lnTo>
                <a:lnTo>
                  <a:pt x="53" y="99"/>
                </a:lnTo>
                <a:lnTo>
                  <a:pt x="56" y="102"/>
                </a:lnTo>
                <a:lnTo>
                  <a:pt x="58" y="103"/>
                </a:lnTo>
                <a:lnTo>
                  <a:pt x="59" y="105"/>
                </a:lnTo>
                <a:lnTo>
                  <a:pt x="60" y="107"/>
                </a:lnTo>
                <a:lnTo>
                  <a:pt x="62" y="109"/>
                </a:lnTo>
                <a:lnTo>
                  <a:pt x="62" y="111"/>
                </a:lnTo>
                <a:lnTo>
                  <a:pt x="63" y="112"/>
                </a:lnTo>
                <a:lnTo>
                  <a:pt x="63" y="114"/>
                </a:lnTo>
                <a:lnTo>
                  <a:pt x="63" y="115"/>
                </a:lnTo>
                <a:lnTo>
                  <a:pt x="63" y="119"/>
                </a:lnTo>
                <a:lnTo>
                  <a:pt x="63" y="121"/>
                </a:lnTo>
                <a:lnTo>
                  <a:pt x="62" y="123"/>
                </a:lnTo>
                <a:lnTo>
                  <a:pt x="61" y="125"/>
                </a:lnTo>
                <a:lnTo>
                  <a:pt x="60" y="127"/>
                </a:lnTo>
                <a:lnTo>
                  <a:pt x="59" y="128"/>
                </a:lnTo>
                <a:lnTo>
                  <a:pt x="58" y="130"/>
                </a:lnTo>
                <a:lnTo>
                  <a:pt x="56" y="131"/>
                </a:lnTo>
                <a:lnTo>
                  <a:pt x="55" y="132"/>
                </a:lnTo>
                <a:lnTo>
                  <a:pt x="53" y="134"/>
                </a:lnTo>
                <a:lnTo>
                  <a:pt x="51" y="135"/>
                </a:lnTo>
                <a:lnTo>
                  <a:pt x="49" y="135"/>
                </a:lnTo>
                <a:lnTo>
                  <a:pt x="47" y="136"/>
                </a:lnTo>
                <a:lnTo>
                  <a:pt x="44" y="136"/>
                </a:lnTo>
                <a:lnTo>
                  <a:pt x="42" y="137"/>
                </a:lnTo>
                <a:lnTo>
                  <a:pt x="39" y="137"/>
                </a:lnTo>
                <a:lnTo>
                  <a:pt x="36" y="137"/>
                </a:lnTo>
                <a:lnTo>
                  <a:pt x="33" y="136"/>
                </a:lnTo>
                <a:lnTo>
                  <a:pt x="31" y="136"/>
                </a:lnTo>
                <a:lnTo>
                  <a:pt x="28" y="135"/>
                </a:lnTo>
                <a:lnTo>
                  <a:pt x="26" y="135"/>
                </a:lnTo>
                <a:lnTo>
                  <a:pt x="23" y="134"/>
                </a:lnTo>
                <a:lnTo>
                  <a:pt x="21" y="132"/>
                </a:lnTo>
                <a:lnTo>
                  <a:pt x="19" y="131"/>
                </a:lnTo>
                <a:lnTo>
                  <a:pt x="18" y="130"/>
                </a:lnTo>
                <a:lnTo>
                  <a:pt x="16" y="128"/>
                </a:lnTo>
                <a:lnTo>
                  <a:pt x="15" y="126"/>
                </a:lnTo>
                <a:lnTo>
                  <a:pt x="14" y="124"/>
                </a:lnTo>
                <a:lnTo>
                  <a:pt x="12" y="122"/>
                </a:lnTo>
                <a:lnTo>
                  <a:pt x="11" y="119"/>
                </a:lnTo>
                <a:lnTo>
                  <a:pt x="11" y="117"/>
                </a:lnTo>
                <a:lnTo>
                  <a:pt x="10" y="114"/>
                </a:lnTo>
                <a:lnTo>
                  <a:pt x="6" y="114"/>
                </a:lnTo>
                <a:lnTo>
                  <a:pt x="5" y="121"/>
                </a:lnTo>
                <a:lnTo>
                  <a:pt x="3" y="128"/>
                </a:lnTo>
                <a:lnTo>
                  <a:pt x="3" y="135"/>
                </a:lnTo>
                <a:lnTo>
                  <a:pt x="0" y="141"/>
                </a:lnTo>
                <a:lnTo>
                  <a:pt x="4" y="143"/>
                </a:lnTo>
                <a:lnTo>
                  <a:pt x="8" y="144"/>
                </a:lnTo>
                <a:lnTo>
                  <a:pt x="12" y="146"/>
                </a:lnTo>
                <a:lnTo>
                  <a:pt x="17" y="147"/>
                </a:lnTo>
                <a:lnTo>
                  <a:pt x="21" y="147"/>
                </a:lnTo>
                <a:lnTo>
                  <a:pt x="25" y="147"/>
                </a:lnTo>
                <a:lnTo>
                  <a:pt x="29" y="148"/>
                </a:lnTo>
                <a:lnTo>
                  <a:pt x="34" y="148"/>
                </a:lnTo>
                <a:lnTo>
                  <a:pt x="40" y="148"/>
                </a:lnTo>
                <a:lnTo>
                  <a:pt x="46" y="147"/>
                </a:lnTo>
                <a:lnTo>
                  <a:pt x="51" y="146"/>
                </a:lnTo>
                <a:lnTo>
                  <a:pt x="57" y="145"/>
                </a:lnTo>
                <a:lnTo>
                  <a:pt x="62" y="143"/>
                </a:lnTo>
                <a:lnTo>
                  <a:pt x="66" y="141"/>
                </a:lnTo>
                <a:lnTo>
                  <a:pt x="70" y="139"/>
                </a:lnTo>
                <a:lnTo>
                  <a:pt x="74" y="136"/>
                </a:lnTo>
                <a:lnTo>
                  <a:pt x="77" y="133"/>
                </a:lnTo>
                <a:lnTo>
                  <a:pt x="80" y="130"/>
                </a:lnTo>
                <a:lnTo>
                  <a:pt x="83" y="127"/>
                </a:lnTo>
                <a:lnTo>
                  <a:pt x="84" y="123"/>
                </a:lnTo>
                <a:lnTo>
                  <a:pt x="86" y="118"/>
                </a:lnTo>
                <a:lnTo>
                  <a:pt x="87" y="114"/>
                </a:lnTo>
                <a:lnTo>
                  <a:pt x="88" y="109"/>
                </a:lnTo>
                <a:lnTo>
                  <a:pt x="89" y="103"/>
                </a:lnTo>
                <a:lnTo>
                  <a:pt x="89" y="100"/>
                </a:lnTo>
                <a:lnTo>
                  <a:pt x="88" y="9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44" name="ïśḷíḓé">
            <a:extLst>
              <a:ext uri="{FF2B5EF4-FFF2-40B4-BE49-F238E27FC236}">
                <a16:creationId xmlns:a16="http://schemas.microsoft.com/office/drawing/2014/main" id="{EE4FB466-9CA2-484D-B512-FCEDA5163A9C}"/>
              </a:ext>
            </a:extLst>
          </p:cNvPr>
          <p:cNvSpPr>
            <a:spLocks noGrp="1"/>
          </p:cNvSpPr>
          <p:nvPr/>
        </p:nvSpPr>
        <p:spPr>
          <a:xfrm>
            <a:off x="142092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7 w 102"/>
              <a:gd name="GluePoint2Y" fmla="*/ 25 h 103"/>
              <a:gd name="GluePoint3X" fmla="*/ 92 w 102"/>
              <a:gd name="GluePoint3Y" fmla="*/ 17 h 103"/>
              <a:gd name="GluePoint4X" fmla="*/ 85 w 102"/>
              <a:gd name="GluePoint4Y" fmla="*/ 10 h 103"/>
              <a:gd name="GluePoint5X" fmla="*/ 77 w 102"/>
              <a:gd name="GluePoint5Y" fmla="*/ 6 h 103"/>
              <a:gd name="GluePoint6X" fmla="*/ 68 w 102"/>
              <a:gd name="GluePoint6Y" fmla="*/ 2 h 103"/>
              <a:gd name="GluePoint7X" fmla="*/ 57 w 102"/>
              <a:gd name="GluePoint7Y" fmla="*/ 1 h 103"/>
              <a:gd name="GluePoint8X" fmla="*/ 45 w 102"/>
              <a:gd name="GluePoint8Y" fmla="*/ 1 h 103"/>
              <a:gd name="GluePoint9X" fmla="*/ 34 w 102"/>
              <a:gd name="GluePoint9Y" fmla="*/ 2 h 103"/>
              <a:gd name="GluePoint10X" fmla="*/ 25 w 102"/>
              <a:gd name="GluePoint10Y" fmla="*/ 6 h 103"/>
              <a:gd name="GluePoint11X" fmla="*/ 17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2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2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7 w 102"/>
              <a:gd name="GluePoint20Y" fmla="*/ 94 h 103"/>
              <a:gd name="GluePoint21X" fmla="*/ 25 w 102"/>
              <a:gd name="GluePoint21Y" fmla="*/ 98 h 103"/>
              <a:gd name="GluePoint22X" fmla="*/ 34 w 102"/>
              <a:gd name="GluePoint22Y" fmla="*/ 102 h 103"/>
              <a:gd name="GluePoint23X" fmla="*/ 45 w 102"/>
              <a:gd name="GluePoint23Y" fmla="*/ 103 h 103"/>
              <a:gd name="GluePoint24X" fmla="*/ 57 w 102"/>
              <a:gd name="GluePoint24Y" fmla="*/ 103 h 103"/>
              <a:gd name="GluePoint25X" fmla="*/ 68 w 102"/>
              <a:gd name="GluePoint25Y" fmla="*/ 102 h 103"/>
              <a:gd name="GluePoint26X" fmla="*/ 77 w 102"/>
              <a:gd name="GluePoint26Y" fmla="*/ 98 h 103"/>
              <a:gd name="GluePoint27X" fmla="*/ 85 w 102"/>
              <a:gd name="GluePoint27Y" fmla="*/ 92 h 103"/>
              <a:gd name="GluePoint28X" fmla="*/ 92 w 102"/>
              <a:gd name="GluePoint28Y" fmla="*/ 86 h 103"/>
              <a:gd name="GluePoint29X" fmla="*/ 97 w 102"/>
              <a:gd name="GluePoint29Y" fmla="*/ 78 h 103"/>
              <a:gd name="GluePoint30X" fmla="*/ 100 w 102"/>
              <a:gd name="GluePoint30Y" fmla="*/ 68 h 103"/>
              <a:gd name="GluePoint31X" fmla="*/ 102 w 102"/>
              <a:gd name="GluePoint31Y" fmla="*/ 56 h 103"/>
              <a:gd name="GluePoint32X" fmla="*/ 102 w 102"/>
              <a:gd name="GluePoint32Y" fmla="*/ 44 h 103"/>
              <a:gd name="GluePoint33X" fmla="*/ 71 w 102"/>
              <a:gd name="GluePoint33Y" fmla="*/ 58 h 103"/>
              <a:gd name="GluePoint34X" fmla="*/ 69 w 102"/>
              <a:gd name="GluePoint34Y" fmla="*/ 72 h 103"/>
              <a:gd name="GluePoint35X" fmla="*/ 67 w 102"/>
              <a:gd name="GluePoint35Y" fmla="*/ 79 h 103"/>
              <a:gd name="GluePoint36X" fmla="*/ 65 w 102"/>
              <a:gd name="GluePoint36Y" fmla="*/ 86 h 103"/>
              <a:gd name="GluePoint37X" fmla="*/ 61 w 102"/>
              <a:gd name="GluePoint37Y" fmla="*/ 91 h 103"/>
              <a:gd name="GluePoint38X" fmla="*/ 57 w 102"/>
              <a:gd name="GluePoint38Y" fmla="*/ 94 h 103"/>
              <a:gd name="GluePoint39X" fmla="*/ 53 w 102"/>
              <a:gd name="GluePoint39Y" fmla="*/ 95 h 103"/>
              <a:gd name="GluePoint40X" fmla="*/ 49 w 102"/>
              <a:gd name="GluePoint40Y" fmla="*/ 95 h 103"/>
              <a:gd name="GluePoint41X" fmla="*/ 45 w 102"/>
              <a:gd name="GluePoint41Y" fmla="*/ 94 h 103"/>
              <a:gd name="GluePoint42X" fmla="*/ 41 w 102"/>
              <a:gd name="GluePoint42Y" fmla="*/ 91 h 103"/>
              <a:gd name="GluePoint43X" fmla="*/ 37 w 102"/>
              <a:gd name="GluePoint43Y" fmla="*/ 87 h 103"/>
              <a:gd name="GluePoint44X" fmla="*/ 35 w 102"/>
              <a:gd name="GluePoint44Y" fmla="*/ 83 h 103"/>
              <a:gd name="GluePoint45X" fmla="*/ 33 w 102"/>
              <a:gd name="GluePoint45Y" fmla="*/ 75 h 103"/>
              <a:gd name="GluePoint46X" fmla="*/ 32 w 102"/>
              <a:gd name="GluePoint46Y" fmla="*/ 68 h 103"/>
              <a:gd name="GluePoint47X" fmla="*/ 31 w 102"/>
              <a:gd name="GluePoint47Y" fmla="*/ 59 h 103"/>
              <a:gd name="GluePoint48X" fmla="*/ 31 w 102"/>
              <a:gd name="GluePoint48Y" fmla="*/ 49 h 103"/>
              <a:gd name="GluePoint49X" fmla="*/ 32 w 102"/>
              <a:gd name="GluePoint49Y" fmla="*/ 38 h 103"/>
              <a:gd name="GluePoint50X" fmla="*/ 33 w 102"/>
              <a:gd name="GluePoint50Y" fmla="*/ 30 h 103"/>
              <a:gd name="GluePoint51X" fmla="*/ 35 w 102"/>
              <a:gd name="GluePoint51Y" fmla="*/ 23 h 103"/>
              <a:gd name="GluePoint52X" fmla="*/ 37 w 102"/>
              <a:gd name="GluePoint52Y" fmla="*/ 18 h 103"/>
              <a:gd name="GluePoint53X" fmla="*/ 41 w 102"/>
              <a:gd name="GluePoint53Y" fmla="*/ 14 h 103"/>
              <a:gd name="GluePoint54X" fmla="*/ 45 w 102"/>
              <a:gd name="GluePoint54Y" fmla="*/ 10 h 103"/>
              <a:gd name="GluePoint55X" fmla="*/ 49 w 102"/>
              <a:gd name="GluePoint55Y" fmla="*/ 9 h 103"/>
              <a:gd name="GluePoint56X" fmla="*/ 54 w 102"/>
              <a:gd name="GluePoint56Y" fmla="*/ 9 h 103"/>
              <a:gd name="GluePoint57X" fmla="*/ 58 w 102"/>
              <a:gd name="GluePoint57Y" fmla="*/ 10 h 103"/>
              <a:gd name="GluePoint58X" fmla="*/ 62 w 102"/>
              <a:gd name="GluePoint58Y" fmla="*/ 13 h 103"/>
              <a:gd name="GluePoint59X" fmla="*/ 65 w 102"/>
              <a:gd name="GluePoint59Y" fmla="*/ 16 h 103"/>
              <a:gd name="GluePoint60X" fmla="*/ 68 w 102"/>
              <a:gd name="GluePoint60Y" fmla="*/ 22 h 103"/>
              <a:gd name="GluePoint61X" fmla="*/ 69 w 102"/>
              <a:gd name="GluePoint61Y" fmla="*/ 27 h 103"/>
              <a:gd name="GluePoint62X" fmla="*/ 71 w 102"/>
              <a:gd name="GluePoint62Y" fmla="*/ 38 h 103"/>
              <a:gd name="GluePoint63X" fmla="*/ 71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1" y="38"/>
                </a:moveTo>
                <a:lnTo>
                  <a:pt x="100" y="34"/>
                </a:lnTo>
                <a:lnTo>
                  <a:pt x="98" y="29"/>
                </a:lnTo>
                <a:lnTo>
                  <a:pt x="97" y="25"/>
                </a:lnTo>
                <a:lnTo>
                  <a:pt x="94" y="21"/>
                </a:lnTo>
                <a:lnTo>
                  <a:pt x="92" y="17"/>
                </a:lnTo>
                <a:lnTo>
                  <a:pt x="89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1" y="0"/>
                </a:lnTo>
                <a:lnTo>
                  <a:pt x="45" y="1"/>
                </a:lnTo>
                <a:lnTo>
                  <a:pt x="40" y="1"/>
                </a:lnTo>
                <a:lnTo>
                  <a:pt x="34" y="2"/>
                </a:lnTo>
                <a:lnTo>
                  <a:pt x="29" y="4"/>
                </a:lnTo>
                <a:lnTo>
                  <a:pt x="25" y="6"/>
                </a:lnTo>
                <a:lnTo>
                  <a:pt x="21" y="9"/>
                </a:lnTo>
                <a:lnTo>
                  <a:pt x="17" y="12"/>
                </a:lnTo>
                <a:lnTo>
                  <a:pt x="13" y="14"/>
                </a:lnTo>
                <a:lnTo>
                  <a:pt x="10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0" y="87"/>
                </a:lnTo>
                <a:lnTo>
                  <a:pt x="13" y="91"/>
                </a:lnTo>
                <a:lnTo>
                  <a:pt x="17" y="94"/>
                </a:lnTo>
                <a:lnTo>
                  <a:pt x="21" y="96"/>
                </a:lnTo>
                <a:lnTo>
                  <a:pt x="25" y="98"/>
                </a:lnTo>
                <a:lnTo>
                  <a:pt x="29" y="100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1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9" y="90"/>
                </a:lnTo>
                <a:lnTo>
                  <a:pt x="92" y="86"/>
                </a:lnTo>
                <a:lnTo>
                  <a:pt x="94" y="82"/>
                </a:lnTo>
                <a:lnTo>
                  <a:pt x="97" y="78"/>
                </a:lnTo>
                <a:lnTo>
                  <a:pt x="98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2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69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5" y="83"/>
                </a:lnTo>
                <a:lnTo>
                  <a:pt x="65" y="86"/>
                </a:lnTo>
                <a:lnTo>
                  <a:pt x="63" y="88"/>
                </a:lnTo>
                <a:lnTo>
                  <a:pt x="61" y="91"/>
                </a:lnTo>
                <a:lnTo>
                  <a:pt x="59" y="92"/>
                </a:lnTo>
                <a:lnTo>
                  <a:pt x="57" y="94"/>
                </a:lnTo>
                <a:lnTo>
                  <a:pt x="56" y="95"/>
                </a:lnTo>
                <a:lnTo>
                  <a:pt x="53" y="95"/>
                </a:lnTo>
                <a:lnTo>
                  <a:pt x="51" y="95"/>
                </a:lnTo>
                <a:lnTo>
                  <a:pt x="49" y="95"/>
                </a:lnTo>
                <a:lnTo>
                  <a:pt x="46" y="95"/>
                </a:lnTo>
                <a:lnTo>
                  <a:pt x="45" y="94"/>
                </a:lnTo>
                <a:lnTo>
                  <a:pt x="42" y="93"/>
                </a:lnTo>
                <a:lnTo>
                  <a:pt x="41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3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3" y="27"/>
                </a:lnTo>
                <a:lnTo>
                  <a:pt x="35" y="23"/>
                </a:lnTo>
                <a:lnTo>
                  <a:pt x="36" y="21"/>
                </a:lnTo>
                <a:lnTo>
                  <a:pt x="37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7" y="10"/>
                </a:lnTo>
                <a:lnTo>
                  <a:pt x="49" y="9"/>
                </a:lnTo>
                <a:lnTo>
                  <a:pt x="52" y="9"/>
                </a:lnTo>
                <a:lnTo>
                  <a:pt x="54" y="9"/>
                </a:lnTo>
                <a:lnTo>
                  <a:pt x="57" y="10"/>
                </a:lnTo>
                <a:lnTo>
                  <a:pt x="58" y="10"/>
                </a:lnTo>
                <a:lnTo>
                  <a:pt x="61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9" y="24"/>
                </a:lnTo>
                <a:lnTo>
                  <a:pt x="69" y="27"/>
                </a:lnTo>
                <a:lnTo>
                  <a:pt x="70" y="30"/>
                </a:lnTo>
                <a:lnTo>
                  <a:pt x="71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45" name="ïSļïďè">
            <a:extLst>
              <a:ext uri="{FF2B5EF4-FFF2-40B4-BE49-F238E27FC236}">
                <a16:creationId xmlns:a16="http://schemas.microsoft.com/office/drawing/2014/main" id="{76D4B08C-3F57-4AA6-B39D-9DA71A19F5C7}"/>
              </a:ext>
            </a:extLst>
          </p:cNvPr>
          <p:cNvSpPr>
            <a:spLocks noGrp="1"/>
          </p:cNvSpPr>
          <p:nvPr/>
        </p:nvSpPr>
        <p:spPr>
          <a:xfrm>
            <a:off x="1477800" y="956160"/>
            <a:ext cx="41040" cy="43920"/>
          </a:xfrm>
          <a:custGeom>
            <a:avLst/>
            <a:gdLst>
              <a:gd name="textAreaLeft" fmla="*/ 0 w 41040"/>
              <a:gd name="textAreaRight" fmla="*/ 41400 w 41040"/>
              <a:gd name="textAreaTop" fmla="*/ 0 h 43920"/>
              <a:gd name="textAreaBottom" fmla="*/ 44280 h 43920"/>
              <a:gd name="GluePoint1X" fmla="*/ 84 w 95"/>
              <a:gd name="GluePoint1Y" fmla="*/ 0 h 101"/>
              <a:gd name="GluePoint2X" fmla="*/ 76 w 95"/>
              <a:gd name="GluePoint2Y" fmla="*/ 0 h 101"/>
              <a:gd name="GluePoint3X" fmla="*/ 69 w 95"/>
              <a:gd name="GluePoint3Y" fmla="*/ 0 h 101"/>
              <a:gd name="GluePoint4X" fmla="*/ 66 w 95"/>
              <a:gd name="GluePoint4Y" fmla="*/ 54 h 101"/>
              <a:gd name="GluePoint5X" fmla="*/ 66 w 95"/>
              <a:gd name="GluePoint5Y" fmla="*/ 62 h 101"/>
              <a:gd name="GluePoint6X" fmla="*/ 65 w 95"/>
              <a:gd name="GluePoint6Y" fmla="*/ 68 h 101"/>
              <a:gd name="GluePoint7X" fmla="*/ 64 w 95"/>
              <a:gd name="GluePoint7Y" fmla="*/ 73 h 101"/>
              <a:gd name="GluePoint8X" fmla="*/ 61 w 95"/>
              <a:gd name="GluePoint8Y" fmla="*/ 78 h 101"/>
              <a:gd name="GluePoint9X" fmla="*/ 59 w 95"/>
              <a:gd name="GluePoint9Y" fmla="*/ 81 h 101"/>
              <a:gd name="GluePoint10X" fmla="*/ 56 w 95"/>
              <a:gd name="GluePoint10Y" fmla="*/ 84 h 101"/>
              <a:gd name="GluePoint11X" fmla="*/ 52 w 95"/>
              <a:gd name="GluePoint11Y" fmla="*/ 85 h 101"/>
              <a:gd name="GluePoint12X" fmla="*/ 47 w 95"/>
              <a:gd name="GluePoint12Y" fmla="*/ 85 h 101"/>
              <a:gd name="GluePoint13X" fmla="*/ 43 w 95"/>
              <a:gd name="GluePoint13Y" fmla="*/ 85 h 101"/>
              <a:gd name="GluePoint14X" fmla="*/ 39 w 95"/>
              <a:gd name="GluePoint14Y" fmla="*/ 83 h 101"/>
              <a:gd name="GluePoint15X" fmla="*/ 35 w 95"/>
              <a:gd name="GluePoint15Y" fmla="*/ 80 h 101"/>
              <a:gd name="GluePoint16X" fmla="*/ 32 w 95"/>
              <a:gd name="GluePoint16Y" fmla="*/ 75 h 101"/>
              <a:gd name="GluePoint17X" fmla="*/ 31 w 95"/>
              <a:gd name="GluePoint17Y" fmla="*/ 68 h 101"/>
              <a:gd name="GluePoint18X" fmla="*/ 30 w 95"/>
              <a:gd name="GluePoint18Y" fmla="*/ 57 h 101"/>
              <a:gd name="GluePoint19X" fmla="*/ 26 w 95"/>
              <a:gd name="GluePoint19Y" fmla="*/ 0 h 101"/>
              <a:gd name="GluePoint20X" fmla="*/ 20 w 95"/>
              <a:gd name="GluePoint20Y" fmla="*/ 0 h 101"/>
              <a:gd name="GluePoint21X" fmla="*/ 12 w 95"/>
              <a:gd name="GluePoint21Y" fmla="*/ 0 h 101"/>
              <a:gd name="GluePoint22X" fmla="*/ 5 w 95"/>
              <a:gd name="GluePoint22Y" fmla="*/ 0 h 101"/>
              <a:gd name="GluePoint23X" fmla="*/ 2 w 95"/>
              <a:gd name="GluePoint23Y" fmla="*/ 57 h 101"/>
              <a:gd name="GluePoint24X" fmla="*/ 0 w 95"/>
              <a:gd name="GluePoint24Y" fmla="*/ 61 h 101"/>
              <a:gd name="GluePoint25X" fmla="*/ 1 w 95"/>
              <a:gd name="GluePoint25Y" fmla="*/ 71 h 101"/>
              <a:gd name="GluePoint26X" fmla="*/ 2 w 95"/>
              <a:gd name="GluePoint26Y" fmla="*/ 79 h 101"/>
              <a:gd name="GluePoint27X" fmla="*/ 4 w 95"/>
              <a:gd name="GluePoint27Y" fmla="*/ 85 h 101"/>
              <a:gd name="GluePoint28X" fmla="*/ 8 w 95"/>
              <a:gd name="GluePoint28Y" fmla="*/ 90 h 101"/>
              <a:gd name="GluePoint29X" fmla="*/ 12 w 95"/>
              <a:gd name="GluePoint29Y" fmla="*/ 95 h 101"/>
              <a:gd name="GluePoint30X" fmla="*/ 18 w 95"/>
              <a:gd name="GluePoint30Y" fmla="*/ 98 h 101"/>
              <a:gd name="GluePoint31X" fmla="*/ 26 w 95"/>
              <a:gd name="GluePoint31Y" fmla="*/ 101 h 101"/>
              <a:gd name="GluePoint32X" fmla="*/ 35 w 95"/>
              <a:gd name="GluePoint32Y" fmla="*/ 101 h 101"/>
              <a:gd name="GluePoint33X" fmla="*/ 43 w 95"/>
              <a:gd name="GluePoint33Y" fmla="*/ 101 h 101"/>
              <a:gd name="GluePoint34X" fmla="*/ 51 w 95"/>
              <a:gd name="GluePoint34Y" fmla="*/ 98 h 101"/>
              <a:gd name="GluePoint35X" fmla="*/ 59 w 95"/>
              <a:gd name="GluePoint35Y" fmla="*/ 93 h 101"/>
              <a:gd name="GluePoint36X" fmla="*/ 67 w 95"/>
              <a:gd name="GluePoint36Y" fmla="*/ 86 h 101"/>
              <a:gd name="GluePoint37X" fmla="*/ 70 w 95"/>
              <a:gd name="GluePoint37Y" fmla="*/ 100 h 101"/>
              <a:gd name="GluePoint38X" fmla="*/ 77 w 95"/>
              <a:gd name="GluePoint38Y" fmla="*/ 100 h 101"/>
              <a:gd name="GluePoint39X" fmla="*/ 84 w 95"/>
              <a:gd name="GluePoint39Y" fmla="*/ 100 h 101"/>
              <a:gd name="GluePoint40X" fmla="*/ 91 w 95"/>
              <a:gd name="GluePoint40Y" fmla="*/ 100 h 101"/>
              <a:gd name="GluePoint41X" fmla="*/ 95 w 95"/>
              <a:gd name="GluePoint41Y" fmla="*/ 0 h 101"/>
              <a:gd name="GluePoint42X" fmla="*/ 87 w 95"/>
              <a:gd name="GluePoint42Y" fmla="*/ 0 h 101"/>
            </a:gdLst>
            <a:ahLst/>
            <a:cxnLst/>
            <a:rect l="textAreaLeft" t="textAreaTop" r="textAreaRight" b="textAreaBottom"/>
            <a:pathLst>
              <a:path w="95" h="101">
                <a:moveTo>
                  <a:pt x="87" y="0"/>
                </a:moveTo>
                <a:lnTo>
                  <a:pt x="84" y="0"/>
                </a:lnTo>
                <a:lnTo>
                  <a:pt x="80" y="0"/>
                </a:lnTo>
                <a:lnTo>
                  <a:pt x="76" y="0"/>
                </a:lnTo>
                <a:lnTo>
                  <a:pt x="72" y="0"/>
                </a:lnTo>
                <a:lnTo>
                  <a:pt x="69" y="0"/>
                </a:lnTo>
                <a:lnTo>
                  <a:pt x="66" y="0"/>
                </a:lnTo>
                <a:lnTo>
                  <a:pt x="66" y="54"/>
                </a:lnTo>
                <a:lnTo>
                  <a:pt x="66" y="58"/>
                </a:lnTo>
                <a:lnTo>
                  <a:pt x="66" y="62"/>
                </a:lnTo>
                <a:lnTo>
                  <a:pt x="65" y="65"/>
                </a:lnTo>
                <a:lnTo>
                  <a:pt x="65" y="68"/>
                </a:lnTo>
                <a:lnTo>
                  <a:pt x="64" y="71"/>
                </a:lnTo>
                <a:lnTo>
                  <a:pt x="64" y="73"/>
                </a:lnTo>
                <a:lnTo>
                  <a:pt x="63" y="76"/>
                </a:lnTo>
                <a:lnTo>
                  <a:pt x="61" y="78"/>
                </a:lnTo>
                <a:lnTo>
                  <a:pt x="60" y="80"/>
                </a:lnTo>
                <a:lnTo>
                  <a:pt x="59" y="81"/>
                </a:lnTo>
                <a:lnTo>
                  <a:pt x="57" y="83"/>
                </a:lnTo>
                <a:lnTo>
                  <a:pt x="56" y="84"/>
                </a:lnTo>
                <a:lnTo>
                  <a:pt x="54" y="85"/>
                </a:lnTo>
                <a:lnTo>
                  <a:pt x="52" y="85"/>
                </a:lnTo>
                <a:lnTo>
                  <a:pt x="50" y="85"/>
                </a:lnTo>
                <a:lnTo>
                  <a:pt x="47" y="85"/>
                </a:lnTo>
                <a:lnTo>
                  <a:pt x="44" y="85"/>
                </a:lnTo>
                <a:lnTo>
                  <a:pt x="43" y="85"/>
                </a:lnTo>
                <a:lnTo>
                  <a:pt x="40" y="85"/>
                </a:lnTo>
                <a:lnTo>
                  <a:pt x="39" y="83"/>
                </a:lnTo>
                <a:lnTo>
                  <a:pt x="37" y="81"/>
                </a:lnTo>
                <a:lnTo>
                  <a:pt x="35" y="80"/>
                </a:lnTo>
                <a:lnTo>
                  <a:pt x="34" y="77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0" y="63"/>
                </a:lnTo>
                <a:lnTo>
                  <a:pt x="30" y="57"/>
                </a:lnTo>
                <a:lnTo>
                  <a:pt x="30" y="0"/>
                </a:lnTo>
                <a:lnTo>
                  <a:pt x="26" y="0"/>
                </a:lnTo>
                <a:lnTo>
                  <a:pt x="23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9" y="0"/>
                </a:lnTo>
                <a:lnTo>
                  <a:pt x="5" y="0"/>
                </a:lnTo>
                <a:lnTo>
                  <a:pt x="2" y="0"/>
                </a:lnTo>
                <a:lnTo>
                  <a:pt x="2" y="57"/>
                </a:lnTo>
                <a:lnTo>
                  <a:pt x="1" y="59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2" y="75"/>
                </a:lnTo>
                <a:lnTo>
                  <a:pt x="2" y="79"/>
                </a:lnTo>
                <a:lnTo>
                  <a:pt x="4" y="83"/>
                </a:lnTo>
                <a:lnTo>
                  <a:pt x="4" y="85"/>
                </a:lnTo>
                <a:lnTo>
                  <a:pt x="5" y="89"/>
                </a:lnTo>
                <a:lnTo>
                  <a:pt x="8" y="90"/>
                </a:lnTo>
                <a:lnTo>
                  <a:pt x="9" y="93"/>
                </a:lnTo>
                <a:lnTo>
                  <a:pt x="12" y="95"/>
                </a:lnTo>
                <a:lnTo>
                  <a:pt x="15" y="97"/>
                </a:lnTo>
                <a:lnTo>
                  <a:pt x="18" y="98"/>
                </a:lnTo>
                <a:lnTo>
                  <a:pt x="21" y="100"/>
                </a:lnTo>
                <a:lnTo>
                  <a:pt x="26" y="101"/>
                </a:lnTo>
                <a:lnTo>
                  <a:pt x="30" y="101"/>
                </a:lnTo>
                <a:lnTo>
                  <a:pt x="35" y="101"/>
                </a:lnTo>
                <a:lnTo>
                  <a:pt x="39" y="101"/>
                </a:lnTo>
                <a:lnTo>
                  <a:pt x="43" y="101"/>
                </a:lnTo>
                <a:lnTo>
                  <a:pt x="47" y="100"/>
                </a:lnTo>
                <a:lnTo>
                  <a:pt x="51" y="98"/>
                </a:lnTo>
                <a:lnTo>
                  <a:pt x="55" y="96"/>
                </a:lnTo>
                <a:lnTo>
                  <a:pt x="59" y="93"/>
                </a:lnTo>
                <a:lnTo>
                  <a:pt x="63" y="90"/>
                </a:lnTo>
                <a:lnTo>
                  <a:pt x="67" y="86"/>
                </a:lnTo>
                <a:lnTo>
                  <a:pt x="67" y="100"/>
                </a:lnTo>
                <a:lnTo>
                  <a:pt x="70" y="100"/>
                </a:lnTo>
                <a:lnTo>
                  <a:pt x="73" y="100"/>
                </a:lnTo>
                <a:lnTo>
                  <a:pt x="77" y="100"/>
                </a:lnTo>
                <a:lnTo>
                  <a:pt x="80" y="100"/>
                </a:lnTo>
                <a:lnTo>
                  <a:pt x="84" y="100"/>
                </a:lnTo>
                <a:lnTo>
                  <a:pt x="88" y="100"/>
                </a:lnTo>
                <a:lnTo>
                  <a:pt x="91" y="100"/>
                </a:lnTo>
                <a:lnTo>
                  <a:pt x="95" y="100"/>
                </a:lnTo>
                <a:lnTo>
                  <a:pt x="95" y="0"/>
                </a:lnTo>
                <a:lnTo>
                  <a:pt x="91" y="0"/>
                </a:lnTo>
                <a:lnTo>
                  <a:pt x="8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720" rIns="90000" bIns="-720" anchor="ctr">
            <a:noAutofit/>
          </a:bodyPr>
          <a:lstStyle/>
          <a:p>
            <a:endParaRPr/>
          </a:p>
        </p:txBody>
      </p:sp>
      <p:sp>
        <p:nvSpPr>
          <p:cNvPr id="46" name="îšļîḑê">
            <a:extLst>
              <a:ext uri="{FF2B5EF4-FFF2-40B4-BE49-F238E27FC236}">
                <a16:creationId xmlns:a16="http://schemas.microsoft.com/office/drawing/2014/main" id="{BFE33D63-C227-4A1D-81D8-7D2F649309D5}"/>
              </a:ext>
            </a:extLst>
          </p:cNvPr>
          <p:cNvSpPr>
            <a:spLocks noGrp="1"/>
          </p:cNvSpPr>
          <p:nvPr/>
        </p:nvSpPr>
        <p:spPr>
          <a:xfrm>
            <a:off x="153108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7 w 62"/>
              <a:gd name="GluePoint1Y" fmla="*/ 129 h 138"/>
              <a:gd name="GluePoint2X" fmla="*/ 54 w 62"/>
              <a:gd name="GluePoint2Y" fmla="*/ 129 h 138"/>
              <a:gd name="GluePoint3X" fmla="*/ 53 w 62"/>
              <a:gd name="GluePoint3Y" fmla="*/ 129 h 138"/>
              <a:gd name="GluePoint4X" fmla="*/ 50 w 62"/>
              <a:gd name="GluePoint4Y" fmla="*/ 129 h 138"/>
              <a:gd name="GluePoint5X" fmla="*/ 49 w 62"/>
              <a:gd name="GluePoint5Y" fmla="*/ 129 h 138"/>
              <a:gd name="GluePoint6X" fmla="*/ 47 w 62"/>
              <a:gd name="GluePoint6Y" fmla="*/ 128 h 138"/>
              <a:gd name="GluePoint7X" fmla="*/ 46 w 62"/>
              <a:gd name="GluePoint7Y" fmla="*/ 127 h 138"/>
              <a:gd name="GluePoint8X" fmla="*/ 45 w 62"/>
              <a:gd name="GluePoint8Y" fmla="*/ 126 h 138"/>
              <a:gd name="GluePoint9X" fmla="*/ 44 w 62"/>
              <a:gd name="GluePoint9Y" fmla="*/ 124 h 138"/>
              <a:gd name="GluePoint10X" fmla="*/ 43 w 62"/>
              <a:gd name="GluePoint10Y" fmla="*/ 122 h 138"/>
              <a:gd name="GluePoint11X" fmla="*/ 43 w 62"/>
              <a:gd name="GluePoint11Y" fmla="*/ 120 h 138"/>
              <a:gd name="GluePoint12X" fmla="*/ 42 w 62"/>
              <a:gd name="GluePoint12Y" fmla="*/ 118 h 138"/>
              <a:gd name="GluePoint13X" fmla="*/ 42 w 62"/>
              <a:gd name="GluePoint13Y" fmla="*/ 115 h 138"/>
              <a:gd name="GluePoint14X" fmla="*/ 42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0 w 62"/>
              <a:gd name="GluePoint18Y" fmla="*/ 47 h 138"/>
              <a:gd name="GluePoint19X" fmla="*/ 60 w 62"/>
              <a:gd name="GluePoint19Y" fmla="*/ 44 h 138"/>
              <a:gd name="GluePoint20X" fmla="*/ 60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5 w 62"/>
              <a:gd name="GluePoint24Y" fmla="*/ 4 h 138"/>
              <a:gd name="GluePoint25X" fmla="*/ 28 w 62"/>
              <a:gd name="GluePoint25Y" fmla="*/ 7 h 138"/>
              <a:gd name="GluePoint26X" fmla="*/ 21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0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4 w 62"/>
              <a:gd name="GluePoint38Y" fmla="*/ 118 h 138"/>
              <a:gd name="GluePoint39X" fmla="*/ 15 w 62"/>
              <a:gd name="GluePoint39Y" fmla="*/ 121 h 138"/>
              <a:gd name="GluePoint40X" fmla="*/ 16 w 62"/>
              <a:gd name="GluePoint40Y" fmla="*/ 123 h 138"/>
              <a:gd name="GluePoint41X" fmla="*/ 17 w 62"/>
              <a:gd name="GluePoint41Y" fmla="*/ 126 h 138"/>
              <a:gd name="GluePoint42X" fmla="*/ 18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8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7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59 w 62"/>
              <a:gd name="GluePoint59Y" fmla="*/ 128 h 138"/>
              <a:gd name="GluePoint60X" fmla="*/ 57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7" y="129"/>
                </a:moveTo>
                <a:lnTo>
                  <a:pt x="54" y="129"/>
                </a:lnTo>
                <a:lnTo>
                  <a:pt x="53" y="129"/>
                </a:lnTo>
                <a:lnTo>
                  <a:pt x="50" y="129"/>
                </a:lnTo>
                <a:lnTo>
                  <a:pt x="49" y="129"/>
                </a:lnTo>
                <a:lnTo>
                  <a:pt x="47" y="128"/>
                </a:lnTo>
                <a:lnTo>
                  <a:pt x="46" y="127"/>
                </a:lnTo>
                <a:lnTo>
                  <a:pt x="45" y="126"/>
                </a:lnTo>
                <a:lnTo>
                  <a:pt x="44" y="124"/>
                </a:lnTo>
                <a:lnTo>
                  <a:pt x="43" y="122"/>
                </a:lnTo>
                <a:lnTo>
                  <a:pt x="43" y="120"/>
                </a:lnTo>
                <a:lnTo>
                  <a:pt x="42" y="118"/>
                </a:lnTo>
                <a:lnTo>
                  <a:pt x="42" y="115"/>
                </a:lnTo>
                <a:lnTo>
                  <a:pt x="42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0" y="47"/>
                </a:lnTo>
                <a:lnTo>
                  <a:pt x="60" y="44"/>
                </a:lnTo>
                <a:lnTo>
                  <a:pt x="60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5" y="4"/>
                </a:lnTo>
                <a:lnTo>
                  <a:pt x="28" y="7"/>
                </a:lnTo>
                <a:lnTo>
                  <a:pt x="21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0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4" y="118"/>
                </a:lnTo>
                <a:lnTo>
                  <a:pt x="15" y="121"/>
                </a:lnTo>
                <a:lnTo>
                  <a:pt x="16" y="123"/>
                </a:lnTo>
                <a:lnTo>
                  <a:pt x="17" y="126"/>
                </a:lnTo>
                <a:lnTo>
                  <a:pt x="18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8" y="137"/>
                </a:lnTo>
                <a:lnTo>
                  <a:pt x="31" y="138"/>
                </a:lnTo>
                <a:lnTo>
                  <a:pt x="34" y="138"/>
                </a:lnTo>
                <a:lnTo>
                  <a:pt x="37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59" y="128"/>
                </a:lnTo>
                <a:lnTo>
                  <a:pt x="57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47" name="ïṧļîḓe">
            <a:extLst>
              <a:ext uri="{FF2B5EF4-FFF2-40B4-BE49-F238E27FC236}">
                <a16:creationId xmlns:a16="http://schemas.microsoft.com/office/drawing/2014/main" id="{41D2B24D-B17D-4976-A718-DEE8A3550233}"/>
              </a:ext>
            </a:extLst>
          </p:cNvPr>
          <p:cNvSpPr>
            <a:spLocks noGrp="1"/>
          </p:cNvSpPr>
          <p:nvPr/>
        </p:nvSpPr>
        <p:spPr>
          <a:xfrm>
            <a:off x="156996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3 w 93"/>
              <a:gd name="GluePoint5Y" fmla="*/ 57 h 157"/>
              <a:gd name="GluePoint6X" fmla="*/ 67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8 w 93"/>
              <a:gd name="GluePoint11Y" fmla="*/ 71 h 157"/>
              <a:gd name="GluePoint12X" fmla="*/ 25 w 93"/>
              <a:gd name="GluePoint12Y" fmla="*/ 0 h 157"/>
              <a:gd name="GluePoint13X" fmla="*/ 17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1 w 93"/>
              <a:gd name="GluePoint20Y" fmla="*/ 157 h 157"/>
              <a:gd name="GluePoint21X" fmla="*/ 28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29 w 93"/>
              <a:gd name="GluePoint24Y" fmla="*/ 89 h 157"/>
              <a:gd name="GluePoint25X" fmla="*/ 30 w 93"/>
              <a:gd name="GluePoint25Y" fmla="*/ 84 h 157"/>
              <a:gd name="GluePoint26X" fmla="*/ 33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49 w 93"/>
              <a:gd name="GluePoint30Y" fmla="*/ 72 h 157"/>
              <a:gd name="GluePoint31X" fmla="*/ 53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1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4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5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1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1" y="79"/>
                </a:moveTo>
                <a:lnTo>
                  <a:pt x="90" y="75"/>
                </a:lnTo>
                <a:lnTo>
                  <a:pt x="89" y="73"/>
                </a:lnTo>
                <a:lnTo>
                  <a:pt x="88" y="69"/>
                </a:lnTo>
                <a:lnTo>
                  <a:pt x="85" y="67"/>
                </a:lnTo>
                <a:lnTo>
                  <a:pt x="84" y="65"/>
                </a:lnTo>
                <a:lnTo>
                  <a:pt x="81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7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8" y="71"/>
                </a:lnTo>
                <a:lnTo>
                  <a:pt x="28" y="0"/>
                </a:lnTo>
                <a:lnTo>
                  <a:pt x="25" y="0"/>
                </a:lnTo>
                <a:lnTo>
                  <a:pt x="21" y="1"/>
                </a:ln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1" y="157"/>
                </a:lnTo>
                <a:lnTo>
                  <a:pt x="25" y="157"/>
                </a:lnTo>
                <a:lnTo>
                  <a:pt x="28" y="157"/>
                </a:lnTo>
                <a:lnTo>
                  <a:pt x="28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7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49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7" y="75"/>
                </a:lnTo>
                <a:lnTo>
                  <a:pt x="57" y="77"/>
                </a:lnTo>
                <a:lnTo>
                  <a:pt x="59" y="78"/>
                </a:lnTo>
                <a:lnTo>
                  <a:pt x="60" y="81"/>
                </a:lnTo>
                <a:lnTo>
                  <a:pt x="61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1" y="157"/>
                </a:lnTo>
                <a:lnTo>
                  <a:pt x="85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lnTo>
                  <a:pt x="91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48" name="í$1idé">
            <a:extLst>
              <a:ext uri="{FF2B5EF4-FFF2-40B4-BE49-F238E27FC236}">
                <a16:creationId xmlns:a16="http://schemas.microsoft.com/office/drawing/2014/main" id="{4107C715-1E0D-4FDE-A006-5AB80D5646B2}"/>
              </a:ext>
            </a:extLst>
          </p:cNvPr>
          <p:cNvSpPr>
            <a:spLocks noGrp="1"/>
          </p:cNvSpPr>
          <p:nvPr/>
        </p:nvSpPr>
        <p:spPr>
          <a:xfrm>
            <a:off x="1643040" y="936000"/>
            <a:ext cx="54720" cy="64440"/>
          </a:xfrm>
          <a:custGeom>
            <a:avLst/>
            <a:gdLst>
              <a:gd name="textAreaLeft" fmla="*/ 0 w 54720"/>
              <a:gd name="textAreaRight" fmla="*/ 55080 w 54720"/>
              <a:gd name="textAreaTop" fmla="*/ 0 h 64440"/>
              <a:gd name="textAreaBottom" fmla="*/ 64800 h 64440"/>
              <a:gd name="GluePoint1X" fmla="*/ 106 w 126"/>
              <a:gd name="GluePoint1Y" fmla="*/ 3 h 148"/>
              <a:gd name="GluePoint2X" fmla="*/ 89 w 126"/>
              <a:gd name="GluePoint2Y" fmla="*/ 0 h 148"/>
              <a:gd name="GluePoint3X" fmla="*/ 64 w 126"/>
              <a:gd name="GluePoint3Y" fmla="*/ 2 h 148"/>
              <a:gd name="GluePoint4X" fmla="*/ 51 w 126"/>
              <a:gd name="GluePoint4Y" fmla="*/ 5 h 148"/>
              <a:gd name="GluePoint5X" fmla="*/ 40 w 126"/>
              <a:gd name="GluePoint5Y" fmla="*/ 10 h 148"/>
              <a:gd name="GluePoint6X" fmla="*/ 30 w 126"/>
              <a:gd name="GluePoint6Y" fmla="*/ 15 h 148"/>
              <a:gd name="GluePoint7X" fmla="*/ 22 w 126"/>
              <a:gd name="GluePoint7Y" fmla="*/ 22 h 148"/>
              <a:gd name="GluePoint8X" fmla="*/ 14 w 126"/>
              <a:gd name="GluePoint8Y" fmla="*/ 30 h 148"/>
              <a:gd name="GluePoint9X" fmla="*/ 9 w 126"/>
              <a:gd name="GluePoint9Y" fmla="*/ 39 h 148"/>
              <a:gd name="GluePoint10X" fmla="*/ 5 w 126"/>
              <a:gd name="GluePoint10Y" fmla="*/ 50 h 148"/>
              <a:gd name="GluePoint11X" fmla="*/ 2 w 126"/>
              <a:gd name="GluePoint11Y" fmla="*/ 62 h 148"/>
              <a:gd name="GluePoint12X" fmla="*/ 0 w 126"/>
              <a:gd name="GluePoint12Y" fmla="*/ 74 h 148"/>
              <a:gd name="GluePoint13X" fmla="*/ 2 w 126"/>
              <a:gd name="GluePoint13Y" fmla="*/ 95 h 148"/>
              <a:gd name="GluePoint14X" fmla="*/ 5 w 126"/>
              <a:gd name="GluePoint14Y" fmla="*/ 105 h 148"/>
              <a:gd name="GluePoint15X" fmla="*/ 9 w 126"/>
              <a:gd name="GluePoint15Y" fmla="*/ 115 h 148"/>
              <a:gd name="GluePoint16X" fmla="*/ 14 w 126"/>
              <a:gd name="GluePoint16Y" fmla="*/ 123 h 148"/>
              <a:gd name="GluePoint17X" fmla="*/ 22 w 126"/>
              <a:gd name="GluePoint17Y" fmla="*/ 130 h 148"/>
              <a:gd name="GluePoint18X" fmla="*/ 29 w 126"/>
              <a:gd name="GluePoint18Y" fmla="*/ 136 h 148"/>
              <a:gd name="GluePoint19X" fmla="*/ 38 w 126"/>
              <a:gd name="GluePoint19Y" fmla="*/ 141 h 148"/>
              <a:gd name="GluePoint20X" fmla="*/ 53 w 126"/>
              <a:gd name="GluePoint20Y" fmla="*/ 146 h 148"/>
              <a:gd name="GluePoint21X" fmla="*/ 78 w 126"/>
              <a:gd name="GluePoint21Y" fmla="*/ 148 h 148"/>
              <a:gd name="GluePoint22X" fmla="*/ 94 w 126"/>
              <a:gd name="GluePoint22Y" fmla="*/ 147 h 148"/>
              <a:gd name="GluePoint23X" fmla="*/ 110 w 126"/>
              <a:gd name="GluePoint23Y" fmla="*/ 144 h 148"/>
              <a:gd name="GluePoint24X" fmla="*/ 124 w 126"/>
              <a:gd name="GluePoint24Y" fmla="*/ 123 h 148"/>
              <a:gd name="GluePoint25X" fmla="*/ 112 w 126"/>
              <a:gd name="GluePoint25Y" fmla="*/ 128 h 148"/>
              <a:gd name="GluePoint26X" fmla="*/ 98 w 126"/>
              <a:gd name="GluePoint26Y" fmla="*/ 135 h 148"/>
              <a:gd name="GluePoint27X" fmla="*/ 84 w 126"/>
              <a:gd name="GluePoint27Y" fmla="*/ 137 h 148"/>
              <a:gd name="GluePoint28X" fmla="*/ 68 w 126"/>
              <a:gd name="GluePoint28Y" fmla="*/ 135 h 148"/>
              <a:gd name="GluePoint29X" fmla="*/ 54 w 126"/>
              <a:gd name="GluePoint29Y" fmla="*/ 128 h 148"/>
              <a:gd name="GluePoint30X" fmla="*/ 45 w 126"/>
              <a:gd name="GluePoint30Y" fmla="*/ 117 h 148"/>
              <a:gd name="GluePoint31X" fmla="*/ 38 w 126"/>
              <a:gd name="GluePoint31Y" fmla="*/ 103 h 148"/>
              <a:gd name="GluePoint32X" fmla="*/ 34 w 126"/>
              <a:gd name="GluePoint32Y" fmla="*/ 84 h 148"/>
              <a:gd name="GluePoint33X" fmla="*/ 35 w 126"/>
              <a:gd name="GluePoint33Y" fmla="*/ 62 h 148"/>
              <a:gd name="GluePoint34X" fmla="*/ 40 w 126"/>
              <a:gd name="GluePoint34Y" fmla="*/ 43 h 148"/>
              <a:gd name="GluePoint35X" fmla="*/ 47 w 126"/>
              <a:gd name="GluePoint35Y" fmla="*/ 30 h 148"/>
              <a:gd name="GluePoint36X" fmla="*/ 58 w 126"/>
              <a:gd name="GluePoint36Y" fmla="*/ 19 h 148"/>
              <a:gd name="GluePoint37X" fmla="*/ 72 w 126"/>
              <a:gd name="GluePoint37Y" fmla="*/ 14 h 148"/>
              <a:gd name="GluePoint38X" fmla="*/ 88 w 126"/>
              <a:gd name="GluePoint38Y" fmla="*/ 13 h 148"/>
              <a:gd name="GluePoint39X" fmla="*/ 102 w 126"/>
              <a:gd name="GluePoint39Y" fmla="*/ 18 h 148"/>
              <a:gd name="GluePoint40X" fmla="*/ 114 w 126"/>
              <a:gd name="GluePoint40Y" fmla="*/ 27 h 148"/>
              <a:gd name="GluePoint41X" fmla="*/ 121 w 126"/>
              <a:gd name="GluePoint41Y" fmla="*/ 29 h 148"/>
              <a:gd name="GluePoint42X" fmla="*/ 123 w 126"/>
              <a:gd name="GluePoint42Y" fmla="*/ 17 h 148"/>
              <a:gd name="GluePoint43X" fmla="*/ 121 w 126"/>
              <a:gd name="GluePoint43Y" fmla="*/ 8 h 148"/>
            </a:gdLst>
            <a:ahLst/>
            <a:cxnLst/>
            <a:rect l="textAreaLeft" t="textAreaTop" r="textAreaRight" b="textAreaBottom"/>
            <a:pathLst>
              <a:path w="126" h="148">
                <a:moveTo>
                  <a:pt x="116" y="6"/>
                </a:moveTo>
                <a:lnTo>
                  <a:pt x="111" y="4"/>
                </a:lnTo>
                <a:lnTo>
                  <a:pt x="106" y="3"/>
                </a:lnTo>
                <a:lnTo>
                  <a:pt x="101" y="2"/>
                </a:lnTo>
                <a:lnTo>
                  <a:pt x="95" y="1"/>
                </a:lnTo>
                <a:lnTo>
                  <a:pt x="89" y="0"/>
                </a:lnTo>
                <a:lnTo>
                  <a:pt x="83" y="0"/>
                </a:lnTo>
                <a:lnTo>
                  <a:pt x="74" y="1"/>
                </a:lnTo>
                <a:lnTo>
                  <a:pt x="64" y="2"/>
                </a:lnTo>
                <a:lnTo>
                  <a:pt x="60" y="2"/>
                </a:lnTo>
                <a:lnTo>
                  <a:pt x="55" y="4"/>
                </a:lnTo>
                <a:lnTo>
                  <a:pt x="51" y="5"/>
                </a:lnTo>
                <a:lnTo>
                  <a:pt x="47" y="6"/>
                </a:lnTo>
                <a:lnTo>
                  <a:pt x="44" y="8"/>
                </a:lnTo>
                <a:lnTo>
                  <a:pt x="40" y="10"/>
                </a:lnTo>
                <a:lnTo>
                  <a:pt x="37" y="11"/>
                </a:lnTo>
                <a:lnTo>
                  <a:pt x="34" y="13"/>
                </a:lnTo>
                <a:lnTo>
                  <a:pt x="30" y="15"/>
                </a:lnTo>
                <a:lnTo>
                  <a:pt x="27" y="17"/>
                </a:lnTo>
                <a:lnTo>
                  <a:pt x="25" y="19"/>
                </a:lnTo>
                <a:lnTo>
                  <a:pt x="22" y="22"/>
                </a:lnTo>
                <a:lnTo>
                  <a:pt x="19" y="24"/>
                </a:lnTo>
                <a:lnTo>
                  <a:pt x="17" y="26"/>
                </a:lnTo>
                <a:lnTo>
                  <a:pt x="14" y="30"/>
                </a:lnTo>
                <a:lnTo>
                  <a:pt x="13" y="33"/>
                </a:lnTo>
                <a:lnTo>
                  <a:pt x="10" y="36"/>
                </a:lnTo>
                <a:lnTo>
                  <a:pt x="9" y="39"/>
                </a:lnTo>
                <a:lnTo>
                  <a:pt x="7" y="42"/>
                </a:lnTo>
                <a:lnTo>
                  <a:pt x="6" y="46"/>
                </a:lnTo>
                <a:lnTo>
                  <a:pt x="5" y="50"/>
                </a:lnTo>
                <a:lnTo>
                  <a:pt x="3" y="54"/>
                </a:lnTo>
                <a:lnTo>
                  <a:pt x="2" y="58"/>
                </a:lnTo>
                <a:lnTo>
                  <a:pt x="2" y="62"/>
                </a:lnTo>
                <a:lnTo>
                  <a:pt x="1" y="66"/>
                </a:lnTo>
                <a:lnTo>
                  <a:pt x="1" y="70"/>
                </a:lnTo>
                <a:lnTo>
                  <a:pt x="0" y="74"/>
                </a:lnTo>
                <a:lnTo>
                  <a:pt x="0" y="79"/>
                </a:lnTo>
                <a:lnTo>
                  <a:pt x="1" y="87"/>
                </a:lnTo>
                <a:lnTo>
                  <a:pt x="2" y="95"/>
                </a:lnTo>
                <a:lnTo>
                  <a:pt x="3" y="99"/>
                </a:lnTo>
                <a:lnTo>
                  <a:pt x="3" y="102"/>
                </a:lnTo>
                <a:lnTo>
                  <a:pt x="5" y="105"/>
                </a:lnTo>
                <a:lnTo>
                  <a:pt x="6" y="108"/>
                </a:lnTo>
                <a:lnTo>
                  <a:pt x="7" y="112"/>
                </a:lnTo>
                <a:lnTo>
                  <a:pt x="9" y="115"/>
                </a:lnTo>
                <a:lnTo>
                  <a:pt x="10" y="118"/>
                </a:lnTo>
                <a:lnTo>
                  <a:pt x="12" y="120"/>
                </a:lnTo>
                <a:lnTo>
                  <a:pt x="14" y="123"/>
                </a:lnTo>
                <a:lnTo>
                  <a:pt x="17" y="125"/>
                </a:lnTo>
                <a:lnTo>
                  <a:pt x="18" y="127"/>
                </a:lnTo>
                <a:lnTo>
                  <a:pt x="22" y="130"/>
                </a:lnTo>
                <a:lnTo>
                  <a:pt x="23" y="132"/>
                </a:lnTo>
                <a:lnTo>
                  <a:pt x="26" y="134"/>
                </a:lnTo>
                <a:lnTo>
                  <a:pt x="29" y="136"/>
                </a:lnTo>
                <a:lnTo>
                  <a:pt x="32" y="138"/>
                </a:lnTo>
                <a:lnTo>
                  <a:pt x="35" y="139"/>
                </a:lnTo>
                <a:lnTo>
                  <a:pt x="38" y="141"/>
                </a:lnTo>
                <a:lnTo>
                  <a:pt x="42" y="142"/>
                </a:lnTo>
                <a:lnTo>
                  <a:pt x="46" y="143"/>
                </a:lnTo>
                <a:lnTo>
                  <a:pt x="53" y="146"/>
                </a:lnTo>
                <a:lnTo>
                  <a:pt x="61" y="147"/>
                </a:lnTo>
                <a:lnTo>
                  <a:pt x="69" y="148"/>
                </a:lnTo>
                <a:lnTo>
                  <a:pt x="78" y="148"/>
                </a:lnTo>
                <a:lnTo>
                  <a:pt x="84" y="148"/>
                </a:lnTo>
                <a:lnTo>
                  <a:pt x="90" y="147"/>
                </a:lnTo>
                <a:lnTo>
                  <a:pt x="94" y="147"/>
                </a:lnTo>
                <a:lnTo>
                  <a:pt x="100" y="147"/>
                </a:lnTo>
                <a:lnTo>
                  <a:pt x="105" y="146"/>
                </a:lnTo>
                <a:lnTo>
                  <a:pt x="110" y="144"/>
                </a:lnTo>
                <a:lnTo>
                  <a:pt x="115" y="143"/>
                </a:lnTo>
                <a:lnTo>
                  <a:pt x="120" y="141"/>
                </a:lnTo>
                <a:lnTo>
                  <a:pt x="124" y="123"/>
                </a:lnTo>
                <a:lnTo>
                  <a:pt x="122" y="122"/>
                </a:lnTo>
                <a:lnTo>
                  <a:pt x="117" y="125"/>
                </a:lnTo>
                <a:lnTo>
                  <a:pt x="112" y="128"/>
                </a:lnTo>
                <a:lnTo>
                  <a:pt x="108" y="131"/>
                </a:lnTo>
                <a:lnTo>
                  <a:pt x="103" y="133"/>
                </a:lnTo>
                <a:lnTo>
                  <a:pt x="98" y="135"/>
                </a:lnTo>
                <a:lnTo>
                  <a:pt x="94" y="136"/>
                </a:lnTo>
                <a:lnTo>
                  <a:pt x="89" y="137"/>
                </a:lnTo>
                <a:lnTo>
                  <a:pt x="84" y="137"/>
                </a:lnTo>
                <a:lnTo>
                  <a:pt x="78" y="137"/>
                </a:lnTo>
                <a:lnTo>
                  <a:pt x="73" y="136"/>
                </a:lnTo>
                <a:lnTo>
                  <a:pt x="68" y="135"/>
                </a:lnTo>
                <a:lnTo>
                  <a:pt x="62" y="132"/>
                </a:lnTo>
                <a:lnTo>
                  <a:pt x="58" y="131"/>
                </a:lnTo>
                <a:lnTo>
                  <a:pt x="54" y="128"/>
                </a:lnTo>
                <a:lnTo>
                  <a:pt x="51" y="125"/>
                </a:lnTo>
                <a:lnTo>
                  <a:pt x="47" y="121"/>
                </a:lnTo>
                <a:lnTo>
                  <a:pt x="45" y="117"/>
                </a:lnTo>
                <a:lnTo>
                  <a:pt x="42" y="113"/>
                </a:lnTo>
                <a:lnTo>
                  <a:pt x="40" y="108"/>
                </a:lnTo>
                <a:lnTo>
                  <a:pt x="38" y="103"/>
                </a:lnTo>
                <a:lnTo>
                  <a:pt x="36" y="97"/>
                </a:lnTo>
                <a:lnTo>
                  <a:pt x="35" y="91"/>
                </a:lnTo>
                <a:lnTo>
                  <a:pt x="34" y="84"/>
                </a:lnTo>
                <a:lnTo>
                  <a:pt x="34" y="77"/>
                </a:lnTo>
                <a:lnTo>
                  <a:pt x="34" y="69"/>
                </a:lnTo>
                <a:lnTo>
                  <a:pt x="35" y="62"/>
                </a:lnTo>
                <a:lnTo>
                  <a:pt x="37" y="55"/>
                </a:lnTo>
                <a:lnTo>
                  <a:pt x="38" y="49"/>
                </a:lnTo>
                <a:lnTo>
                  <a:pt x="40" y="43"/>
                </a:lnTo>
                <a:lnTo>
                  <a:pt x="42" y="38"/>
                </a:lnTo>
                <a:lnTo>
                  <a:pt x="45" y="34"/>
                </a:lnTo>
                <a:lnTo>
                  <a:pt x="47" y="30"/>
                </a:lnTo>
                <a:lnTo>
                  <a:pt x="51" y="26"/>
                </a:lnTo>
                <a:lnTo>
                  <a:pt x="54" y="22"/>
                </a:lnTo>
                <a:lnTo>
                  <a:pt x="58" y="19"/>
                </a:lnTo>
                <a:lnTo>
                  <a:pt x="62" y="17"/>
                </a:lnTo>
                <a:lnTo>
                  <a:pt x="67" y="15"/>
                </a:lnTo>
                <a:lnTo>
                  <a:pt x="72" y="14"/>
                </a:lnTo>
                <a:lnTo>
                  <a:pt x="78" y="13"/>
                </a:lnTo>
                <a:lnTo>
                  <a:pt x="83" y="12"/>
                </a:lnTo>
                <a:lnTo>
                  <a:pt x="88" y="13"/>
                </a:lnTo>
                <a:lnTo>
                  <a:pt x="93" y="14"/>
                </a:lnTo>
                <a:lnTo>
                  <a:pt x="98" y="15"/>
                </a:lnTo>
                <a:lnTo>
                  <a:pt x="102" y="18"/>
                </a:lnTo>
                <a:lnTo>
                  <a:pt x="106" y="21"/>
                </a:lnTo>
                <a:lnTo>
                  <a:pt x="110" y="24"/>
                </a:lnTo>
                <a:lnTo>
                  <a:pt x="114" y="27"/>
                </a:lnTo>
                <a:lnTo>
                  <a:pt x="118" y="32"/>
                </a:lnTo>
                <a:lnTo>
                  <a:pt x="121" y="32"/>
                </a:lnTo>
                <a:lnTo>
                  <a:pt x="121" y="29"/>
                </a:lnTo>
                <a:lnTo>
                  <a:pt x="122" y="25"/>
                </a:lnTo>
                <a:lnTo>
                  <a:pt x="122" y="21"/>
                </a:lnTo>
                <a:lnTo>
                  <a:pt x="123" y="17"/>
                </a:lnTo>
                <a:lnTo>
                  <a:pt x="124" y="14"/>
                </a:lnTo>
                <a:lnTo>
                  <a:pt x="126" y="10"/>
                </a:lnTo>
                <a:lnTo>
                  <a:pt x="121" y="8"/>
                </a:lnTo>
                <a:lnTo>
                  <a:pt x="116" y="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49" name="i$lïḍe">
            <a:extLst>
              <a:ext uri="{FF2B5EF4-FFF2-40B4-BE49-F238E27FC236}">
                <a16:creationId xmlns:a16="http://schemas.microsoft.com/office/drawing/2014/main" id="{7A733175-4058-4014-B8EF-DD00FA143E16}"/>
              </a:ext>
            </a:extLst>
          </p:cNvPr>
          <p:cNvSpPr>
            <a:spLocks noGrp="1"/>
          </p:cNvSpPr>
          <p:nvPr/>
        </p:nvSpPr>
        <p:spPr>
          <a:xfrm>
            <a:off x="171144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1 w 93"/>
              <a:gd name="GluePoint1Y" fmla="*/ 79 h 157"/>
              <a:gd name="GluePoint2X" fmla="*/ 90 w 93"/>
              <a:gd name="GluePoint2Y" fmla="*/ 73 h 157"/>
              <a:gd name="GluePoint3X" fmla="*/ 86 w 93"/>
              <a:gd name="GluePoint3Y" fmla="*/ 67 h 157"/>
              <a:gd name="GluePoint4X" fmla="*/ 82 w 93"/>
              <a:gd name="GluePoint4Y" fmla="*/ 62 h 157"/>
              <a:gd name="GluePoint5X" fmla="*/ 76 w 93"/>
              <a:gd name="GluePoint5Y" fmla="*/ 59 h 157"/>
              <a:gd name="GluePoint6X" fmla="*/ 70 w 93"/>
              <a:gd name="GluePoint6Y" fmla="*/ 56 h 157"/>
              <a:gd name="GluePoint7X" fmla="*/ 63 w 93"/>
              <a:gd name="GluePoint7Y" fmla="*/ 55 h 157"/>
              <a:gd name="GluePoint8X" fmla="*/ 55 w 93"/>
              <a:gd name="GluePoint8Y" fmla="*/ 55 h 157"/>
              <a:gd name="GluePoint9X" fmla="*/ 47 w 93"/>
              <a:gd name="GluePoint9Y" fmla="*/ 57 h 157"/>
              <a:gd name="GluePoint10X" fmla="*/ 39 w 93"/>
              <a:gd name="GluePoint10Y" fmla="*/ 61 h 157"/>
              <a:gd name="GluePoint11X" fmla="*/ 32 w 93"/>
              <a:gd name="GluePoint11Y" fmla="*/ 68 h 157"/>
              <a:gd name="GluePoint12X" fmla="*/ 29 w 93"/>
              <a:gd name="GluePoint12Y" fmla="*/ 0 h 157"/>
              <a:gd name="GluePoint13X" fmla="*/ 22 w 93"/>
              <a:gd name="GluePoint13Y" fmla="*/ 1 h 157"/>
              <a:gd name="GluePoint14X" fmla="*/ 14 w 93"/>
              <a:gd name="GluePoint14Y" fmla="*/ 1 h 157"/>
              <a:gd name="GluePoint15X" fmla="*/ 11 w 93"/>
              <a:gd name="GluePoint15Y" fmla="*/ 1 h 157"/>
              <a:gd name="GluePoint16X" fmla="*/ 7 w 93"/>
              <a:gd name="GluePoint16Y" fmla="*/ 1 h 157"/>
              <a:gd name="GluePoint17X" fmla="*/ 0 w 93"/>
              <a:gd name="GluePoint17Y" fmla="*/ 0 h 157"/>
              <a:gd name="GluePoint18X" fmla="*/ 3 w 93"/>
              <a:gd name="GluePoint18Y" fmla="*/ 157 h 157"/>
              <a:gd name="GluePoint19X" fmla="*/ 11 w 93"/>
              <a:gd name="GluePoint19Y" fmla="*/ 157 h 157"/>
              <a:gd name="GluePoint20X" fmla="*/ 18 w 93"/>
              <a:gd name="GluePoint20Y" fmla="*/ 157 h 157"/>
              <a:gd name="GluePoint21X" fmla="*/ 25 w 93"/>
              <a:gd name="GluePoint21Y" fmla="*/ 157 h 157"/>
              <a:gd name="GluePoint22X" fmla="*/ 29 w 93"/>
              <a:gd name="GluePoint22Y" fmla="*/ 110 h 157"/>
              <a:gd name="GluePoint23X" fmla="*/ 28 w 93"/>
              <a:gd name="GluePoint23Y" fmla="*/ 101 h 157"/>
              <a:gd name="GluePoint24X" fmla="*/ 29 w 93"/>
              <a:gd name="GluePoint24Y" fmla="*/ 93 h 157"/>
              <a:gd name="GluePoint25X" fmla="*/ 30 w 93"/>
              <a:gd name="GluePoint25Y" fmla="*/ 87 h 157"/>
              <a:gd name="GluePoint26X" fmla="*/ 32 w 93"/>
              <a:gd name="GluePoint26Y" fmla="*/ 81 h 157"/>
              <a:gd name="GluePoint27X" fmla="*/ 34 w 93"/>
              <a:gd name="GluePoint27Y" fmla="*/ 77 h 157"/>
              <a:gd name="GluePoint28X" fmla="*/ 38 w 93"/>
              <a:gd name="GluePoint28Y" fmla="*/ 74 h 157"/>
              <a:gd name="GluePoint29X" fmla="*/ 42 w 93"/>
              <a:gd name="GluePoint29Y" fmla="*/ 73 h 157"/>
              <a:gd name="GluePoint30X" fmla="*/ 47 w 93"/>
              <a:gd name="GluePoint30Y" fmla="*/ 72 h 157"/>
              <a:gd name="GluePoint31X" fmla="*/ 51 w 93"/>
              <a:gd name="GluePoint31Y" fmla="*/ 73 h 157"/>
              <a:gd name="GluePoint32X" fmla="*/ 55 w 93"/>
              <a:gd name="GluePoint32Y" fmla="*/ 74 h 157"/>
              <a:gd name="GluePoint33X" fmla="*/ 58 w 93"/>
              <a:gd name="GluePoint33Y" fmla="*/ 77 h 157"/>
              <a:gd name="GluePoint34X" fmla="*/ 60 w 93"/>
              <a:gd name="GluePoint34Y" fmla="*/ 81 h 157"/>
              <a:gd name="GluePoint35X" fmla="*/ 62 w 93"/>
              <a:gd name="GluePoint35Y" fmla="*/ 85 h 157"/>
              <a:gd name="GluePoint36X" fmla="*/ 64 w 93"/>
              <a:gd name="GluePoint36Y" fmla="*/ 91 h 157"/>
              <a:gd name="GluePoint37X" fmla="*/ 64 w 93"/>
              <a:gd name="GluePoint37Y" fmla="*/ 106 h 157"/>
              <a:gd name="GluePoint38X" fmla="*/ 67 w 93"/>
              <a:gd name="GluePoint38Y" fmla="*/ 157 h 157"/>
              <a:gd name="GluePoint39X" fmla="*/ 74 w 93"/>
              <a:gd name="GluePoint39Y" fmla="*/ 157 h 157"/>
              <a:gd name="GluePoint40X" fmla="*/ 82 w 93"/>
              <a:gd name="GluePoint40Y" fmla="*/ 157 h 157"/>
              <a:gd name="GluePoint41X" fmla="*/ 90 w 93"/>
              <a:gd name="GluePoint41Y" fmla="*/ 157 h 157"/>
              <a:gd name="GluePoint42X" fmla="*/ 93 w 93"/>
              <a:gd name="GluePoint42Y" fmla="*/ 91 h 157"/>
              <a:gd name="GluePoint43X" fmla="*/ 92 w 93"/>
              <a:gd name="GluePoint43Y" fmla="*/ 82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82"/>
                </a:moveTo>
                <a:lnTo>
                  <a:pt x="91" y="79"/>
                </a:ln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2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9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6" y="75"/>
                </a:lnTo>
                <a:lnTo>
                  <a:pt x="58" y="77"/>
                </a:lnTo>
                <a:lnTo>
                  <a:pt x="59" y="78"/>
                </a:lnTo>
                <a:lnTo>
                  <a:pt x="60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4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90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50" name="iṥľiḓê">
            <a:extLst>
              <a:ext uri="{FF2B5EF4-FFF2-40B4-BE49-F238E27FC236}">
                <a16:creationId xmlns:a16="http://schemas.microsoft.com/office/drawing/2014/main" id="{5190F487-EBA2-440A-916C-989662274C87}"/>
              </a:ext>
            </a:extLst>
          </p:cNvPr>
          <p:cNvSpPr>
            <a:spLocks noGrp="1"/>
          </p:cNvSpPr>
          <p:nvPr/>
        </p:nvSpPr>
        <p:spPr>
          <a:xfrm>
            <a:off x="1767960" y="956160"/>
            <a:ext cx="12240" cy="43200"/>
          </a:xfrm>
          <a:custGeom>
            <a:avLst/>
            <a:gdLst>
              <a:gd name="textAreaLeft" fmla="*/ 0 w 12240"/>
              <a:gd name="textAreaRight" fmla="*/ 12600 w 12240"/>
              <a:gd name="textAreaTop" fmla="*/ 0 h 43200"/>
              <a:gd name="textAreaBottom" fmla="*/ 43560 h 43200"/>
              <a:gd name="GluePoint1X" fmla="*/ 21 w 29"/>
              <a:gd name="GluePoint1Y" fmla="*/ 0 h 100"/>
              <a:gd name="GluePoint2X" fmla="*/ 18 w 29"/>
              <a:gd name="GluePoint2Y" fmla="*/ 0 h 100"/>
              <a:gd name="GluePoint3X" fmla="*/ 16 w 29"/>
              <a:gd name="GluePoint3Y" fmla="*/ 0 h 100"/>
              <a:gd name="GluePoint4X" fmla="*/ 12 w 29"/>
              <a:gd name="GluePoint4Y" fmla="*/ 0 h 100"/>
              <a:gd name="GluePoint5X" fmla="*/ 8 w 29"/>
              <a:gd name="GluePoint5Y" fmla="*/ 0 h 100"/>
              <a:gd name="GluePoint6X" fmla="*/ 4 w 29"/>
              <a:gd name="GluePoint6Y" fmla="*/ 0 h 100"/>
              <a:gd name="GluePoint7X" fmla="*/ 0 w 29"/>
              <a:gd name="GluePoint7Y" fmla="*/ 0 h 100"/>
              <a:gd name="GluePoint8X" fmla="*/ 0 w 29"/>
              <a:gd name="GluePoint8Y" fmla="*/ 100 h 100"/>
              <a:gd name="GluePoint9X" fmla="*/ 4 w 29"/>
              <a:gd name="GluePoint9Y" fmla="*/ 100 h 100"/>
              <a:gd name="GluePoint10X" fmla="*/ 8 w 29"/>
              <a:gd name="GluePoint10Y" fmla="*/ 100 h 100"/>
              <a:gd name="GluePoint11X" fmla="*/ 12 w 29"/>
              <a:gd name="GluePoint11Y" fmla="*/ 100 h 100"/>
              <a:gd name="GluePoint12X" fmla="*/ 16 w 29"/>
              <a:gd name="GluePoint12Y" fmla="*/ 100 h 100"/>
              <a:gd name="GluePoint13X" fmla="*/ 18 w 29"/>
              <a:gd name="GluePoint13Y" fmla="*/ 100 h 100"/>
              <a:gd name="GluePoint14X" fmla="*/ 21 w 29"/>
              <a:gd name="GluePoint14Y" fmla="*/ 100 h 100"/>
              <a:gd name="GluePoint15X" fmla="*/ 25 w 29"/>
              <a:gd name="GluePoint15Y" fmla="*/ 100 h 100"/>
              <a:gd name="GluePoint16X" fmla="*/ 29 w 29"/>
              <a:gd name="GluePoint16Y" fmla="*/ 100 h 100"/>
              <a:gd name="GluePoint17X" fmla="*/ 29 w 29"/>
              <a:gd name="GluePoint17Y" fmla="*/ 0 h 100"/>
              <a:gd name="GluePoint18X" fmla="*/ 25 w 29"/>
              <a:gd name="GluePoint18Y" fmla="*/ 0 h 100"/>
              <a:gd name="GluePoint19X" fmla="*/ 21 w 29"/>
              <a:gd name="GluePoint19Y" fmla="*/ 0 h 100"/>
            </a:gdLst>
            <a:ahLst/>
            <a:cxnLst/>
            <a:rect l="textAreaLeft" t="textAreaTop" r="textAreaRight" b="textAreaBottom"/>
            <a:pathLst>
              <a:path w="29" h="100">
                <a:moveTo>
                  <a:pt x="21" y="0"/>
                </a:moveTo>
                <a:lnTo>
                  <a:pt x="18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0" y="100"/>
                </a:lnTo>
                <a:lnTo>
                  <a:pt x="4" y="100"/>
                </a:lnTo>
                <a:lnTo>
                  <a:pt x="8" y="100"/>
                </a:lnTo>
                <a:lnTo>
                  <a:pt x="12" y="100"/>
                </a:lnTo>
                <a:lnTo>
                  <a:pt x="16" y="100"/>
                </a:lnTo>
                <a:lnTo>
                  <a:pt x="18" y="100"/>
                </a:lnTo>
                <a:lnTo>
                  <a:pt x="21" y="100"/>
                </a:lnTo>
                <a:lnTo>
                  <a:pt x="25" y="100"/>
                </a:lnTo>
                <a:lnTo>
                  <a:pt x="29" y="100"/>
                </a:lnTo>
                <a:lnTo>
                  <a:pt x="29" y="0"/>
                </a:lnTo>
                <a:lnTo>
                  <a:pt x="25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51" name="îŝ1îḋê">
            <a:extLst>
              <a:ext uri="{FF2B5EF4-FFF2-40B4-BE49-F238E27FC236}">
                <a16:creationId xmlns:a16="http://schemas.microsoft.com/office/drawing/2014/main" id="{7C75A11E-F8BF-432F-B16B-63BA96BCA118}"/>
              </a:ext>
            </a:extLst>
          </p:cNvPr>
          <p:cNvSpPr>
            <a:spLocks noGrp="1"/>
          </p:cNvSpPr>
          <p:nvPr/>
        </p:nvSpPr>
        <p:spPr>
          <a:xfrm>
            <a:off x="1767240" y="932040"/>
            <a:ext cx="14400" cy="13680"/>
          </a:xfrm>
          <a:custGeom>
            <a:avLst/>
            <a:gdLst>
              <a:gd name="textAreaLeft" fmla="*/ 0 w 14400"/>
              <a:gd name="textAreaRight" fmla="*/ 14760 w 14400"/>
              <a:gd name="textAreaTop" fmla="*/ 0 h 13680"/>
              <a:gd name="textAreaBottom" fmla="*/ 14040 h 13680"/>
              <a:gd name="GluePoint1X" fmla="*/ 32 w 34"/>
              <a:gd name="GluePoint1Y" fmla="*/ 10 h 32"/>
              <a:gd name="GluePoint2X" fmla="*/ 30 w 34"/>
              <a:gd name="GluePoint2Y" fmla="*/ 7 h 32"/>
              <a:gd name="GluePoint3X" fmla="*/ 28 w 34"/>
              <a:gd name="GluePoint3Y" fmla="*/ 5 h 32"/>
              <a:gd name="GluePoint4X" fmla="*/ 26 w 34"/>
              <a:gd name="GluePoint4Y" fmla="*/ 3 h 32"/>
              <a:gd name="GluePoint5X" fmla="*/ 23 w 34"/>
              <a:gd name="GluePoint5Y" fmla="*/ 2 h 32"/>
              <a:gd name="GluePoint6X" fmla="*/ 20 w 34"/>
              <a:gd name="GluePoint6Y" fmla="*/ 0 h 32"/>
              <a:gd name="GluePoint7X" fmla="*/ 16 w 34"/>
              <a:gd name="GluePoint7Y" fmla="*/ 0 h 32"/>
              <a:gd name="GluePoint8X" fmla="*/ 13 w 34"/>
              <a:gd name="GluePoint8Y" fmla="*/ 0 h 32"/>
              <a:gd name="GluePoint9X" fmla="*/ 10 w 34"/>
              <a:gd name="GluePoint9Y" fmla="*/ 2 h 32"/>
              <a:gd name="GluePoint10X" fmla="*/ 7 w 34"/>
              <a:gd name="GluePoint10Y" fmla="*/ 3 h 32"/>
              <a:gd name="GluePoint11X" fmla="*/ 5 w 34"/>
              <a:gd name="GluePoint11Y" fmla="*/ 5 h 32"/>
              <a:gd name="GluePoint12X" fmla="*/ 3 w 34"/>
              <a:gd name="GluePoint12Y" fmla="*/ 7 h 32"/>
              <a:gd name="GluePoint13X" fmla="*/ 2 w 34"/>
              <a:gd name="GluePoint13Y" fmla="*/ 10 h 32"/>
              <a:gd name="GluePoint14X" fmla="*/ 1 w 34"/>
              <a:gd name="GluePoint14Y" fmla="*/ 13 h 32"/>
              <a:gd name="GluePoint15X" fmla="*/ 0 w 34"/>
              <a:gd name="GluePoint15Y" fmla="*/ 16 h 32"/>
              <a:gd name="GluePoint16X" fmla="*/ 1 w 34"/>
              <a:gd name="GluePoint16Y" fmla="*/ 20 h 32"/>
              <a:gd name="GluePoint17X" fmla="*/ 2 w 34"/>
              <a:gd name="GluePoint17Y" fmla="*/ 23 h 32"/>
              <a:gd name="GluePoint18X" fmla="*/ 2 w 34"/>
              <a:gd name="GluePoint18Y" fmla="*/ 26 h 32"/>
              <a:gd name="GluePoint19X" fmla="*/ 5 w 34"/>
              <a:gd name="GluePoint19Y" fmla="*/ 28 h 32"/>
              <a:gd name="GluePoint20X" fmla="*/ 6 w 34"/>
              <a:gd name="GluePoint20Y" fmla="*/ 30 h 32"/>
              <a:gd name="GluePoint21X" fmla="*/ 10 w 34"/>
              <a:gd name="GluePoint21Y" fmla="*/ 31 h 32"/>
              <a:gd name="GluePoint22X" fmla="*/ 13 w 34"/>
              <a:gd name="GluePoint22Y" fmla="*/ 32 h 32"/>
              <a:gd name="GluePoint23X" fmla="*/ 16 w 34"/>
              <a:gd name="GluePoint23Y" fmla="*/ 32 h 32"/>
              <a:gd name="GluePoint24X" fmla="*/ 20 w 34"/>
              <a:gd name="GluePoint24Y" fmla="*/ 32 h 32"/>
              <a:gd name="GluePoint25X" fmla="*/ 23 w 34"/>
              <a:gd name="GluePoint25Y" fmla="*/ 31 h 32"/>
              <a:gd name="GluePoint26X" fmla="*/ 26 w 34"/>
              <a:gd name="GluePoint26Y" fmla="*/ 30 h 32"/>
              <a:gd name="GluePoint27X" fmla="*/ 28 w 34"/>
              <a:gd name="GluePoint27Y" fmla="*/ 27 h 32"/>
              <a:gd name="GluePoint28X" fmla="*/ 30 w 34"/>
              <a:gd name="GluePoint28Y" fmla="*/ 25 h 32"/>
              <a:gd name="GluePoint29X" fmla="*/ 32 w 34"/>
              <a:gd name="GluePoint29Y" fmla="*/ 23 h 32"/>
              <a:gd name="GluePoint30X" fmla="*/ 33 w 34"/>
              <a:gd name="GluePoint30Y" fmla="*/ 19 h 32"/>
              <a:gd name="GluePoint31X" fmla="*/ 34 w 34"/>
              <a:gd name="GluePoint31Y" fmla="*/ 16 h 32"/>
              <a:gd name="GluePoint32X" fmla="*/ 33 w 34"/>
              <a:gd name="GluePoint32Y" fmla="*/ 13 h 32"/>
              <a:gd name="GluePoint33X" fmla="*/ 32 w 34"/>
              <a:gd name="GluePoint33Y" fmla="*/ 10 h 32"/>
            </a:gdLst>
            <a:ahLst/>
            <a:cxnLst/>
            <a:rect l="textAreaLeft" t="textAreaTop" r="textAreaRight" b="textAreaBottom"/>
            <a:pathLst>
              <a:path w="34" h="32">
                <a:moveTo>
                  <a:pt x="32" y="10"/>
                </a:moveTo>
                <a:lnTo>
                  <a:pt x="30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1" y="20"/>
                </a:lnTo>
                <a:lnTo>
                  <a:pt x="2" y="23"/>
                </a:lnTo>
                <a:lnTo>
                  <a:pt x="2" y="26"/>
                </a:lnTo>
                <a:lnTo>
                  <a:pt x="5" y="28"/>
                </a:lnTo>
                <a:lnTo>
                  <a:pt x="6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0" y="25"/>
                </a:lnTo>
                <a:lnTo>
                  <a:pt x="32" y="23"/>
                </a:lnTo>
                <a:lnTo>
                  <a:pt x="33" y="19"/>
                </a:lnTo>
                <a:lnTo>
                  <a:pt x="34" y="16"/>
                </a:lnTo>
                <a:lnTo>
                  <a:pt x="33" y="13"/>
                </a:lnTo>
                <a:lnTo>
                  <a:pt x="32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52" name="íśľîdé">
            <a:extLst>
              <a:ext uri="{FF2B5EF4-FFF2-40B4-BE49-F238E27FC236}">
                <a16:creationId xmlns:a16="http://schemas.microsoft.com/office/drawing/2014/main" id="{F7F28874-4D6F-4016-A75A-E5880EF794C4}"/>
              </a:ext>
            </a:extLst>
          </p:cNvPr>
          <p:cNvSpPr>
            <a:spLocks noGrp="1"/>
          </p:cNvSpPr>
          <p:nvPr/>
        </p:nvSpPr>
        <p:spPr>
          <a:xfrm>
            <a:off x="179748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4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4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59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8" y="4"/>
                </a:lnTo>
                <a:lnTo>
                  <a:pt x="74" y="2"/>
                </a:lnTo>
                <a:lnTo>
                  <a:pt x="72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6" y="0"/>
                </a:lnTo>
                <a:lnTo>
                  <a:pt x="51" y="1"/>
                </a:lnTo>
                <a:lnTo>
                  <a:pt x="46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6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8" y="19"/>
                </a:lnTo>
                <a:lnTo>
                  <a:pt x="41" y="18"/>
                </a:lnTo>
                <a:lnTo>
                  <a:pt x="42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1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8" y="22"/>
                </a:lnTo>
                <a:lnTo>
                  <a:pt x="59" y="23"/>
                </a:lnTo>
                <a:lnTo>
                  <a:pt x="61" y="26"/>
                </a:lnTo>
                <a:lnTo>
                  <a:pt x="62" y="27"/>
                </a:lnTo>
                <a:lnTo>
                  <a:pt x="62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4" y="102"/>
                </a:lnTo>
                <a:lnTo>
                  <a:pt x="78" y="102"/>
                </a:lnTo>
                <a:lnTo>
                  <a:pt x="82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53" name="ïśļîḋé">
            <a:extLst>
              <a:ext uri="{FF2B5EF4-FFF2-40B4-BE49-F238E27FC236}">
                <a16:creationId xmlns:a16="http://schemas.microsoft.com/office/drawing/2014/main" id="{9A2D0E56-44DB-4FE7-8576-D836FE56DB3A}"/>
              </a:ext>
            </a:extLst>
          </p:cNvPr>
          <p:cNvSpPr>
            <a:spLocks noGrp="1"/>
          </p:cNvSpPr>
          <p:nvPr/>
        </p:nvSpPr>
        <p:spPr>
          <a:xfrm>
            <a:off x="1850400" y="955440"/>
            <a:ext cx="41400" cy="44640"/>
          </a:xfrm>
          <a:custGeom>
            <a:avLst/>
            <a:gdLst>
              <a:gd name="textAreaLeft" fmla="*/ 0 w 41400"/>
              <a:gd name="textAreaRight" fmla="*/ 41760 w 41400"/>
              <a:gd name="textAreaTop" fmla="*/ 0 h 44640"/>
              <a:gd name="textAreaBottom" fmla="*/ 45000 h 44640"/>
              <a:gd name="GluePoint1X" fmla="*/ 88 w 96"/>
              <a:gd name="GluePoint1Y" fmla="*/ 93 h 103"/>
              <a:gd name="GluePoint2X" fmla="*/ 85 w 96"/>
              <a:gd name="GluePoint2Y" fmla="*/ 87 h 103"/>
              <a:gd name="GluePoint3X" fmla="*/ 85 w 96"/>
              <a:gd name="GluePoint3Y" fmla="*/ 25 h 103"/>
              <a:gd name="GluePoint4X" fmla="*/ 82 w 96"/>
              <a:gd name="GluePoint4Y" fmla="*/ 16 h 103"/>
              <a:gd name="GluePoint5X" fmla="*/ 77 w 96"/>
              <a:gd name="GluePoint5Y" fmla="*/ 10 h 103"/>
              <a:gd name="GluePoint6X" fmla="*/ 69 w 96"/>
              <a:gd name="GluePoint6Y" fmla="*/ 5 h 103"/>
              <a:gd name="GluePoint7X" fmla="*/ 59 w 96"/>
              <a:gd name="GluePoint7Y" fmla="*/ 2 h 103"/>
              <a:gd name="GluePoint8X" fmla="*/ 45 w 96"/>
              <a:gd name="GluePoint8Y" fmla="*/ 0 h 103"/>
              <a:gd name="GluePoint9X" fmla="*/ 29 w 96"/>
              <a:gd name="GluePoint9Y" fmla="*/ 2 h 103"/>
              <a:gd name="GluePoint10X" fmla="*/ 15 w 96"/>
              <a:gd name="GluePoint10Y" fmla="*/ 8 h 103"/>
              <a:gd name="GluePoint11X" fmla="*/ 9 w 96"/>
              <a:gd name="GluePoint11Y" fmla="*/ 26 h 103"/>
              <a:gd name="GluePoint12X" fmla="*/ 17 w 96"/>
              <a:gd name="GluePoint12Y" fmla="*/ 21 h 103"/>
              <a:gd name="GluePoint13X" fmla="*/ 25 w 96"/>
              <a:gd name="GluePoint13Y" fmla="*/ 15 h 103"/>
              <a:gd name="GluePoint14X" fmla="*/ 37 w 96"/>
              <a:gd name="GluePoint14Y" fmla="*/ 13 h 103"/>
              <a:gd name="GluePoint15X" fmla="*/ 48 w 96"/>
              <a:gd name="GluePoint15Y" fmla="*/ 17 h 103"/>
              <a:gd name="GluePoint16X" fmla="*/ 55 w 96"/>
              <a:gd name="GluePoint16Y" fmla="*/ 25 h 103"/>
              <a:gd name="GluePoint17X" fmla="*/ 57 w 96"/>
              <a:gd name="GluePoint17Y" fmla="*/ 34 h 103"/>
              <a:gd name="GluePoint18X" fmla="*/ 53 w 96"/>
              <a:gd name="GluePoint18Y" fmla="*/ 40 h 103"/>
              <a:gd name="GluePoint19X" fmla="*/ 46 w 96"/>
              <a:gd name="GluePoint19Y" fmla="*/ 44 h 103"/>
              <a:gd name="GluePoint20X" fmla="*/ 38 w 96"/>
              <a:gd name="GluePoint20Y" fmla="*/ 46 h 103"/>
              <a:gd name="GluePoint21X" fmla="*/ 24 w 96"/>
              <a:gd name="GluePoint21Y" fmla="*/ 49 h 103"/>
              <a:gd name="GluePoint22X" fmla="*/ 13 w 96"/>
              <a:gd name="GluePoint22Y" fmla="*/ 54 h 103"/>
              <a:gd name="GluePoint23X" fmla="*/ 5 w 96"/>
              <a:gd name="GluePoint23Y" fmla="*/ 59 h 103"/>
              <a:gd name="GluePoint24X" fmla="*/ 1 w 96"/>
              <a:gd name="GluePoint24Y" fmla="*/ 67 h 103"/>
              <a:gd name="GluePoint25X" fmla="*/ 0 w 96"/>
              <a:gd name="GluePoint25Y" fmla="*/ 75 h 103"/>
              <a:gd name="GluePoint26X" fmla="*/ 1 w 96"/>
              <a:gd name="GluePoint26Y" fmla="*/ 83 h 103"/>
              <a:gd name="GluePoint27X" fmla="*/ 3 w 96"/>
              <a:gd name="GluePoint27Y" fmla="*/ 91 h 103"/>
              <a:gd name="GluePoint28X" fmla="*/ 8 w 96"/>
              <a:gd name="GluePoint28Y" fmla="*/ 96 h 103"/>
              <a:gd name="GluePoint29X" fmla="*/ 14 w 96"/>
              <a:gd name="GluePoint29Y" fmla="*/ 100 h 103"/>
              <a:gd name="GluePoint30X" fmla="*/ 23 w 96"/>
              <a:gd name="GluePoint30Y" fmla="*/ 103 h 103"/>
              <a:gd name="GluePoint31X" fmla="*/ 34 w 96"/>
              <a:gd name="GluePoint31Y" fmla="*/ 103 h 103"/>
              <a:gd name="GluePoint32X" fmla="*/ 46 w 96"/>
              <a:gd name="GluePoint32Y" fmla="*/ 99 h 103"/>
              <a:gd name="GluePoint33X" fmla="*/ 54 w 96"/>
              <a:gd name="GluePoint33Y" fmla="*/ 93 h 103"/>
              <a:gd name="GluePoint34X" fmla="*/ 60 w 96"/>
              <a:gd name="GluePoint34Y" fmla="*/ 95 h 103"/>
              <a:gd name="GluePoint35X" fmla="*/ 67 w 96"/>
              <a:gd name="GluePoint35Y" fmla="*/ 102 h 103"/>
              <a:gd name="GluePoint36X" fmla="*/ 77 w 96"/>
              <a:gd name="GluePoint36Y" fmla="*/ 103 h 103"/>
              <a:gd name="GluePoint37X" fmla="*/ 88 w 96"/>
              <a:gd name="GluePoint37Y" fmla="*/ 103 h 103"/>
              <a:gd name="GluePoint38X" fmla="*/ 96 w 96"/>
              <a:gd name="GluePoint38Y" fmla="*/ 99 h 103"/>
              <a:gd name="GluePoint39X" fmla="*/ 91 w 96"/>
              <a:gd name="GluePoint39Y" fmla="*/ 95 h 103"/>
              <a:gd name="GluePoint40X" fmla="*/ 55 w 96"/>
              <a:gd name="GluePoint40Y" fmla="*/ 79 h 103"/>
              <a:gd name="GluePoint41X" fmla="*/ 53 w 96"/>
              <a:gd name="GluePoint41Y" fmla="*/ 85 h 103"/>
              <a:gd name="GluePoint42X" fmla="*/ 50 w 96"/>
              <a:gd name="GluePoint42Y" fmla="*/ 88 h 103"/>
              <a:gd name="GluePoint43X" fmla="*/ 45 w 96"/>
              <a:gd name="GluePoint43Y" fmla="*/ 91 h 103"/>
              <a:gd name="GluePoint44X" fmla="*/ 41 w 96"/>
              <a:gd name="GluePoint44Y" fmla="*/ 91 h 103"/>
              <a:gd name="GluePoint45X" fmla="*/ 33 w 96"/>
              <a:gd name="GluePoint45Y" fmla="*/ 89 h 103"/>
              <a:gd name="GluePoint46X" fmla="*/ 30 w 96"/>
              <a:gd name="GluePoint46Y" fmla="*/ 82 h 103"/>
              <a:gd name="GluePoint47X" fmla="*/ 29 w 96"/>
              <a:gd name="GluePoint47Y" fmla="*/ 71 h 103"/>
              <a:gd name="GluePoint48X" fmla="*/ 30 w 96"/>
              <a:gd name="GluePoint48Y" fmla="*/ 65 h 103"/>
              <a:gd name="GluePoint49X" fmla="*/ 34 w 96"/>
              <a:gd name="GluePoint49Y" fmla="*/ 59 h 103"/>
              <a:gd name="GluePoint50X" fmla="*/ 41 w 96"/>
              <a:gd name="GluePoint50Y" fmla="*/ 54 h 103"/>
              <a:gd name="GluePoint51X" fmla="*/ 54 w 96"/>
              <a:gd name="GluePoint51Y" fmla="*/ 50 h 103"/>
            </a:gdLst>
            <a:ahLst/>
            <a:cxnLst/>
            <a:rect l="textAreaLeft" t="textAreaTop" r="textAreaRight" b="textAreaBottom"/>
            <a:pathLst>
              <a:path w="96" h="103">
                <a:moveTo>
                  <a:pt x="91" y="95"/>
                </a:moveTo>
                <a:lnTo>
                  <a:pt x="89" y="94"/>
                </a:lnTo>
                <a:lnTo>
                  <a:pt x="88" y="93"/>
                </a:lnTo>
                <a:lnTo>
                  <a:pt x="87" y="91"/>
                </a:lnTo>
                <a:lnTo>
                  <a:pt x="86" y="90"/>
                </a:lnTo>
                <a:lnTo>
                  <a:pt x="85" y="87"/>
                </a:lnTo>
                <a:lnTo>
                  <a:pt x="85" y="85"/>
                </a:lnTo>
                <a:lnTo>
                  <a:pt x="85" y="27"/>
                </a:lnTo>
                <a:lnTo>
                  <a:pt x="85" y="25"/>
                </a:lnTo>
                <a:lnTo>
                  <a:pt x="85" y="22"/>
                </a:lnTo>
                <a:lnTo>
                  <a:pt x="84" y="19"/>
                </a:lnTo>
                <a:lnTo>
                  <a:pt x="82" y="16"/>
                </a:lnTo>
                <a:lnTo>
                  <a:pt x="81" y="14"/>
                </a:lnTo>
                <a:lnTo>
                  <a:pt x="79" y="12"/>
                </a:lnTo>
                <a:lnTo>
                  <a:pt x="77" y="10"/>
                </a:lnTo>
                <a:lnTo>
                  <a:pt x="75" y="8"/>
                </a:lnTo>
                <a:lnTo>
                  <a:pt x="72" y="6"/>
                </a:lnTo>
                <a:lnTo>
                  <a:pt x="69" y="5"/>
                </a:lnTo>
                <a:lnTo>
                  <a:pt x="66" y="4"/>
                </a:lnTo>
                <a:lnTo>
                  <a:pt x="62" y="2"/>
                </a:lnTo>
                <a:lnTo>
                  <a:pt x="59" y="2"/>
                </a:lnTo>
                <a:lnTo>
                  <a:pt x="54" y="1"/>
                </a:lnTo>
                <a:lnTo>
                  <a:pt x="50" y="0"/>
                </a:lnTo>
                <a:lnTo>
                  <a:pt x="45" y="0"/>
                </a:lnTo>
                <a:lnTo>
                  <a:pt x="40" y="0"/>
                </a:lnTo>
                <a:lnTo>
                  <a:pt x="34" y="1"/>
                </a:lnTo>
                <a:lnTo>
                  <a:pt x="29" y="2"/>
                </a:lnTo>
                <a:lnTo>
                  <a:pt x="24" y="4"/>
                </a:lnTo>
                <a:lnTo>
                  <a:pt x="20" y="6"/>
                </a:lnTo>
                <a:lnTo>
                  <a:pt x="15" y="8"/>
                </a:lnTo>
                <a:lnTo>
                  <a:pt x="11" y="10"/>
                </a:lnTo>
                <a:lnTo>
                  <a:pt x="7" y="14"/>
                </a:lnTo>
                <a:lnTo>
                  <a:pt x="9" y="26"/>
                </a:lnTo>
                <a:lnTo>
                  <a:pt x="11" y="26"/>
                </a:lnTo>
                <a:lnTo>
                  <a:pt x="14" y="23"/>
                </a:lnTo>
                <a:lnTo>
                  <a:pt x="17" y="21"/>
                </a:lnTo>
                <a:lnTo>
                  <a:pt x="20" y="18"/>
                </a:lnTo>
                <a:lnTo>
                  <a:pt x="22" y="17"/>
                </a:lnTo>
                <a:lnTo>
                  <a:pt x="25" y="15"/>
                </a:lnTo>
                <a:lnTo>
                  <a:pt x="29" y="14"/>
                </a:lnTo>
                <a:lnTo>
                  <a:pt x="33" y="14"/>
                </a:lnTo>
                <a:lnTo>
                  <a:pt x="37" y="13"/>
                </a:lnTo>
                <a:lnTo>
                  <a:pt x="41" y="14"/>
                </a:lnTo>
                <a:lnTo>
                  <a:pt x="45" y="15"/>
                </a:lnTo>
                <a:lnTo>
                  <a:pt x="48" y="17"/>
                </a:lnTo>
                <a:lnTo>
                  <a:pt x="50" y="19"/>
                </a:lnTo>
                <a:lnTo>
                  <a:pt x="53" y="22"/>
                </a:lnTo>
                <a:lnTo>
                  <a:pt x="55" y="25"/>
                </a:lnTo>
                <a:lnTo>
                  <a:pt x="56" y="28"/>
                </a:lnTo>
                <a:lnTo>
                  <a:pt x="57" y="32"/>
                </a:lnTo>
                <a:lnTo>
                  <a:pt x="57" y="34"/>
                </a:lnTo>
                <a:lnTo>
                  <a:pt x="56" y="36"/>
                </a:lnTo>
                <a:lnTo>
                  <a:pt x="55" y="38"/>
                </a:lnTo>
                <a:lnTo>
                  <a:pt x="53" y="40"/>
                </a:lnTo>
                <a:lnTo>
                  <a:pt x="52" y="42"/>
                </a:lnTo>
                <a:lnTo>
                  <a:pt x="49" y="42"/>
                </a:lnTo>
                <a:lnTo>
                  <a:pt x="46" y="44"/>
                </a:lnTo>
                <a:lnTo>
                  <a:pt x="42" y="45"/>
                </a:lnTo>
                <a:lnTo>
                  <a:pt x="40" y="46"/>
                </a:lnTo>
                <a:lnTo>
                  <a:pt x="38" y="46"/>
                </a:lnTo>
                <a:lnTo>
                  <a:pt x="33" y="47"/>
                </a:lnTo>
                <a:lnTo>
                  <a:pt x="29" y="47"/>
                </a:lnTo>
                <a:lnTo>
                  <a:pt x="24" y="49"/>
                </a:lnTo>
                <a:lnTo>
                  <a:pt x="20" y="51"/>
                </a:lnTo>
                <a:lnTo>
                  <a:pt x="17" y="52"/>
                </a:lnTo>
                <a:lnTo>
                  <a:pt x="13" y="54"/>
                </a:lnTo>
                <a:lnTo>
                  <a:pt x="10" y="55"/>
                </a:lnTo>
                <a:lnTo>
                  <a:pt x="8" y="57"/>
                </a:lnTo>
                <a:lnTo>
                  <a:pt x="5" y="59"/>
                </a:lnTo>
                <a:lnTo>
                  <a:pt x="4" y="62"/>
                </a:lnTo>
                <a:lnTo>
                  <a:pt x="2" y="64"/>
                </a:lnTo>
                <a:lnTo>
                  <a:pt x="1" y="67"/>
                </a:lnTo>
                <a:lnTo>
                  <a:pt x="0" y="69"/>
                </a:lnTo>
                <a:lnTo>
                  <a:pt x="0" y="71"/>
                </a:lnTo>
                <a:lnTo>
                  <a:pt x="0" y="75"/>
                </a:lnTo>
                <a:lnTo>
                  <a:pt x="0" y="78"/>
                </a:lnTo>
                <a:lnTo>
                  <a:pt x="0" y="81"/>
                </a:lnTo>
                <a:lnTo>
                  <a:pt x="1" y="83"/>
                </a:lnTo>
                <a:lnTo>
                  <a:pt x="1" y="86"/>
                </a:lnTo>
                <a:lnTo>
                  <a:pt x="2" y="88"/>
                </a:lnTo>
                <a:lnTo>
                  <a:pt x="3" y="91"/>
                </a:lnTo>
                <a:lnTo>
                  <a:pt x="5" y="93"/>
                </a:lnTo>
                <a:lnTo>
                  <a:pt x="6" y="95"/>
                </a:lnTo>
                <a:lnTo>
                  <a:pt x="8" y="96"/>
                </a:lnTo>
                <a:lnTo>
                  <a:pt x="9" y="98"/>
                </a:lnTo>
                <a:lnTo>
                  <a:pt x="12" y="99"/>
                </a:lnTo>
                <a:lnTo>
                  <a:pt x="14" y="100"/>
                </a:lnTo>
                <a:lnTo>
                  <a:pt x="17" y="102"/>
                </a:lnTo>
                <a:lnTo>
                  <a:pt x="20" y="103"/>
                </a:lnTo>
                <a:lnTo>
                  <a:pt x="23" y="103"/>
                </a:lnTo>
                <a:lnTo>
                  <a:pt x="26" y="103"/>
                </a:lnTo>
                <a:lnTo>
                  <a:pt x="30" y="103"/>
                </a:lnTo>
                <a:lnTo>
                  <a:pt x="34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99"/>
                </a:lnTo>
                <a:lnTo>
                  <a:pt x="49" y="98"/>
                </a:lnTo>
                <a:lnTo>
                  <a:pt x="52" y="95"/>
                </a:lnTo>
                <a:lnTo>
                  <a:pt x="54" y="93"/>
                </a:lnTo>
                <a:lnTo>
                  <a:pt x="57" y="90"/>
                </a:lnTo>
                <a:lnTo>
                  <a:pt x="58" y="93"/>
                </a:lnTo>
                <a:lnTo>
                  <a:pt x="60" y="95"/>
                </a:lnTo>
                <a:lnTo>
                  <a:pt x="62" y="98"/>
                </a:lnTo>
                <a:lnTo>
                  <a:pt x="65" y="99"/>
                </a:lnTo>
                <a:lnTo>
                  <a:pt x="67" y="102"/>
                </a:lnTo>
                <a:lnTo>
                  <a:pt x="70" y="103"/>
                </a:lnTo>
                <a:lnTo>
                  <a:pt x="73" y="103"/>
                </a:lnTo>
                <a:lnTo>
                  <a:pt x="77" y="103"/>
                </a:lnTo>
                <a:lnTo>
                  <a:pt x="80" y="103"/>
                </a:lnTo>
                <a:lnTo>
                  <a:pt x="84" y="103"/>
                </a:lnTo>
                <a:lnTo>
                  <a:pt x="88" y="103"/>
                </a:lnTo>
                <a:lnTo>
                  <a:pt x="93" y="102"/>
                </a:lnTo>
                <a:lnTo>
                  <a:pt x="94" y="100"/>
                </a:lnTo>
                <a:lnTo>
                  <a:pt x="96" y="99"/>
                </a:lnTo>
                <a:lnTo>
                  <a:pt x="96" y="95"/>
                </a:lnTo>
                <a:lnTo>
                  <a:pt x="93" y="95"/>
                </a:lnTo>
                <a:lnTo>
                  <a:pt x="91" y="95"/>
                </a:lnTo>
                <a:close/>
                <a:moveTo>
                  <a:pt x="57" y="68"/>
                </a:moveTo>
                <a:lnTo>
                  <a:pt x="57" y="74"/>
                </a:lnTo>
                <a:lnTo>
                  <a:pt x="55" y="79"/>
                </a:lnTo>
                <a:lnTo>
                  <a:pt x="55" y="81"/>
                </a:lnTo>
                <a:lnTo>
                  <a:pt x="53" y="83"/>
                </a:lnTo>
                <a:lnTo>
                  <a:pt x="53" y="85"/>
                </a:lnTo>
                <a:lnTo>
                  <a:pt x="52" y="87"/>
                </a:lnTo>
                <a:lnTo>
                  <a:pt x="51" y="87"/>
                </a:lnTo>
                <a:lnTo>
                  <a:pt x="50" y="88"/>
                </a:lnTo>
                <a:lnTo>
                  <a:pt x="49" y="90"/>
                </a:lnTo>
                <a:lnTo>
                  <a:pt x="47" y="91"/>
                </a:lnTo>
                <a:lnTo>
                  <a:pt x="45" y="91"/>
                </a:lnTo>
                <a:lnTo>
                  <a:pt x="45" y="91"/>
                </a:lnTo>
                <a:lnTo>
                  <a:pt x="42" y="91"/>
                </a:lnTo>
                <a:lnTo>
                  <a:pt x="41" y="91"/>
                </a:lnTo>
                <a:lnTo>
                  <a:pt x="38" y="91"/>
                </a:lnTo>
                <a:lnTo>
                  <a:pt x="36" y="91"/>
                </a:lnTo>
                <a:lnTo>
                  <a:pt x="33" y="89"/>
                </a:lnTo>
                <a:lnTo>
                  <a:pt x="32" y="87"/>
                </a:lnTo>
                <a:lnTo>
                  <a:pt x="31" y="85"/>
                </a:lnTo>
                <a:lnTo>
                  <a:pt x="30" y="82"/>
                </a:lnTo>
                <a:lnTo>
                  <a:pt x="29" y="79"/>
                </a:lnTo>
                <a:lnTo>
                  <a:pt x="29" y="75"/>
                </a:lnTo>
                <a:lnTo>
                  <a:pt x="29" y="71"/>
                </a:lnTo>
                <a:lnTo>
                  <a:pt x="29" y="70"/>
                </a:lnTo>
                <a:lnTo>
                  <a:pt x="29" y="67"/>
                </a:lnTo>
                <a:lnTo>
                  <a:pt x="30" y="65"/>
                </a:lnTo>
                <a:lnTo>
                  <a:pt x="31" y="63"/>
                </a:lnTo>
                <a:lnTo>
                  <a:pt x="33" y="61"/>
                </a:lnTo>
                <a:lnTo>
                  <a:pt x="34" y="59"/>
                </a:lnTo>
                <a:lnTo>
                  <a:pt x="36" y="57"/>
                </a:lnTo>
                <a:lnTo>
                  <a:pt x="38" y="55"/>
                </a:lnTo>
                <a:lnTo>
                  <a:pt x="41" y="54"/>
                </a:lnTo>
                <a:lnTo>
                  <a:pt x="45" y="52"/>
                </a:lnTo>
                <a:lnTo>
                  <a:pt x="50" y="51"/>
                </a:lnTo>
                <a:lnTo>
                  <a:pt x="54" y="50"/>
                </a:lnTo>
                <a:lnTo>
                  <a:pt x="57" y="48"/>
                </a:lnTo>
                <a:lnTo>
                  <a:pt x="57" y="6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4" name="îŝḻïḓé">
            <a:extLst>
              <a:ext uri="{FF2B5EF4-FFF2-40B4-BE49-F238E27FC236}">
                <a16:creationId xmlns:a16="http://schemas.microsoft.com/office/drawing/2014/main" id="{2A3EE7F5-A274-448C-8FED-01C3D0FA405F}"/>
              </a:ext>
            </a:extLst>
          </p:cNvPr>
          <p:cNvSpPr>
            <a:spLocks noGrp="1"/>
          </p:cNvSpPr>
          <p:nvPr/>
        </p:nvSpPr>
        <p:spPr>
          <a:xfrm>
            <a:off x="1927080" y="937800"/>
            <a:ext cx="54720" cy="62640"/>
          </a:xfrm>
          <a:custGeom>
            <a:avLst/>
            <a:gdLst>
              <a:gd name="textAreaLeft" fmla="*/ 0 w 54720"/>
              <a:gd name="textAreaRight" fmla="*/ 55080 w 54720"/>
              <a:gd name="textAreaTop" fmla="*/ 0 h 62640"/>
              <a:gd name="textAreaBottom" fmla="*/ 63000 h 62640"/>
              <a:gd name="GluePoint1X" fmla="*/ 121 w 126"/>
              <a:gd name="GluePoint1Y" fmla="*/ 0 h 144"/>
              <a:gd name="GluePoint2X" fmla="*/ 113 w 126"/>
              <a:gd name="GluePoint2Y" fmla="*/ 0 h 144"/>
              <a:gd name="GluePoint3X" fmla="*/ 109 w 126"/>
              <a:gd name="GluePoint3Y" fmla="*/ 63 h 144"/>
              <a:gd name="GluePoint4X" fmla="*/ 107 w 126"/>
              <a:gd name="GluePoint4Y" fmla="*/ 91 h 144"/>
              <a:gd name="GluePoint5X" fmla="*/ 106 w 126"/>
              <a:gd name="GluePoint5Y" fmla="*/ 100 h 144"/>
              <a:gd name="GluePoint6X" fmla="*/ 105 w 126"/>
              <a:gd name="GluePoint6Y" fmla="*/ 107 h 144"/>
              <a:gd name="GluePoint7X" fmla="*/ 102 w 126"/>
              <a:gd name="GluePoint7Y" fmla="*/ 112 h 144"/>
              <a:gd name="GluePoint8X" fmla="*/ 98 w 126"/>
              <a:gd name="GluePoint8Y" fmla="*/ 118 h 144"/>
              <a:gd name="GluePoint9X" fmla="*/ 94 w 126"/>
              <a:gd name="GluePoint9Y" fmla="*/ 123 h 144"/>
              <a:gd name="GluePoint10X" fmla="*/ 90 w 126"/>
              <a:gd name="GluePoint10Y" fmla="*/ 126 h 144"/>
              <a:gd name="GluePoint11X" fmla="*/ 86 w 126"/>
              <a:gd name="GluePoint11Y" fmla="*/ 128 h 144"/>
              <a:gd name="GluePoint12X" fmla="*/ 80 w 126"/>
              <a:gd name="GluePoint12Y" fmla="*/ 131 h 144"/>
              <a:gd name="GluePoint13X" fmla="*/ 74 w 126"/>
              <a:gd name="GluePoint13Y" fmla="*/ 131 h 144"/>
              <a:gd name="GluePoint14X" fmla="*/ 68 w 126"/>
              <a:gd name="GluePoint14Y" fmla="*/ 131 h 144"/>
              <a:gd name="GluePoint15X" fmla="*/ 61 w 126"/>
              <a:gd name="GluePoint15Y" fmla="*/ 131 h 144"/>
              <a:gd name="GluePoint16X" fmla="*/ 54 w 126"/>
              <a:gd name="GluePoint16Y" fmla="*/ 130 h 144"/>
              <a:gd name="GluePoint17X" fmla="*/ 49 w 126"/>
              <a:gd name="GluePoint17Y" fmla="*/ 127 h 144"/>
              <a:gd name="GluePoint18X" fmla="*/ 45 w 126"/>
              <a:gd name="GluePoint18Y" fmla="*/ 123 h 144"/>
              <a:gd name="GluePoint19X" fmla="*/ 40 w 126"/>
              <a:gd name="GluePoint19Y" fmla="*/ 119 h 144"/>
              <a:gd name="GluePoint20X" fmla="*/ 37 w 126"/>
              <a:gd name="GluePoint20Y" fmla="*/ 113 h 144"/>
              <a:gd name="GluePoint21X" fmla="*/ 34 w 126"/>
              <a:gd name="GluePoint21Y" fmla="*/ 107 h 144"/>
              <a:gd name="GluePoint22X" fmla="*/ 33 w 126"/>
              <a:gd name="GluePoint22Y" fmla="*/ 99 h 144"/>
              <a:gd name="GluePoint23X" fmla="*/ 31 w 126"/>
              <a:gd name="GluePoint23Y" fmla="*/ 83 h 144"/>
              <a:gd name="GluePoint24X" fmla="*/ 31 w 126"/>
              <a:gd name="GluePoint24Y" fmla="*/ 58 h 144"/>
              <a:gd name="GluePoint25X" fmla="*/ 28 w 126"/>
              <a:gd name="GluePoint25Y" fmla="*/ 0 h 144"/>
              <a:gd name="GluePoint26X" fmla="*/ 21 w 126"/>
              <a:gd name="GluePoint26Y" fmla="*/ 1 h 144"/>
              <a:gd name="GluePoint27X" fmla="*/ 17 w 126"/>
              <a:gd name="GluePoint27Y" fmla="*/ 1 h 144"/>
              <a:gd name="GluePoint28X" fmla="*/ 13 w 126"/>
              <a:gd name="GluePoint28Y" fmla="*/ 1 h 144"/>
              <a:gd name="GluePoint29X" fmla="*/ 9 w 126"/>
              <a:gd name="GluePoint29Y" fmla="*/ 1 h 144"/>
              <a:gd name="GluePoint30X" fmla="*/ 3 w 126"/>
              <a:gd name="GluePoint30Y" fmla="*/ 0 h 144"/>
              <a:gd name="GluePoint31X" fmla="*/ 0 w 126"/>
              <a:gd name="GluePoint31Y" fmla="*/ 85 h 144"/>
              <a:gd name="GluePoint32X" fmla="*/ 1 w 126"/>
              <a:gd name="GluePoint32Y" fmla="*/ 99 h 144"/>
              <a:gd name="GluePoint33X" fmla="*/ 4 w 126"/>
              <a:gd name="GluePoint33Y" fmla="*/ 111 h 144"/>
              <a:gd name="GluePoint34X" fmla="*/ 6 w 126"/>
              <a:gd name="GluePoint34Y" fmla="*/ 119 h 144"/>
              <a:gd name="GluePoint35X" fmla="*/ 10 w 126"/>
              <a:gd name="GluePoint35Y" fmla="*/ 125 h 144"/>
              <a:gd name="GluePoint36X" fmla="*/ 16 w 126"/>
              <a:gd name="GluePoint36Y" fmla="*/ 131 h 144"/>
              <a:gd name="GluePoint37X" fmla="*/ 23 w 126"/>
              <a:gd name="GluePoint37Y" fmla="*/ 136 h 144"/>
              <a:gd name="GluePoint38X" fmla="*/ 31 w 126"/>
              <a:gd name="GluePoint38Y" fmla="*/ 139 h 144"/>
              <a:gd name="GluePoint39X" fmla="*/ 41 w 126"/>
              <a:gd name="GluePoint39Y" fmla="*/ 142 h 144"/>
              <a:gd name="GluePoint40X" fmla="*/ 52 w 126"/>
              <a:gd name="GluePoint40Y" fmla="*/ 143 h 144"/>
              <a:gd name="GluePoint41X" fmla="*/ 64 w 126"/>
              <a:gd name="GluePoint41Y" fmla="*/ 144 h 144"/>
              <a:gd name="GluePoint42X" fmla="*/ 74 w 126"/>
              <a:gd name="GluePoint42Y" fmla="*/ 143 h 144"/>
              <a:gd name="GluePoint43X" fmla="*/ 85 w 126"/>
              <a:gd name="GluePoint43Y" fmla="*/ 142 h 144"/>
              <a:gd name="GluePoint44X" fmla="*/ 94 w 126"/>
              <a:gd name="GluePoint44Y" fmla="*/ 139 h 144"/>
              <a:gd name="GluePoint45X" fmla="*/ 103 w 126"/>
              <a:gd name="GluePoint45Y" fmla="*/ 135 h 144"/>
              <a:gd name="GluePoint46X" fmla="*/ 109 w 126"/>
              <a:gd name="GluePoint46Y" fmla="*/ 131 h 144"/>
              <a:gd name="GluePoint47X" fmla="*/ 114 w 126"/>
              <a:gd name="GluePoint47Y" fmla="*/ 126 h 144"/>
              <a:gd name="GluePoint48X" fmla="*/ 118 w 126"/>
              <a:gd name="GluePoint48Y" fmla="*/ 119 h 144"/>
              <a:gd name="GluePoint49X" fmla="*/ 121 w 126"/>
              <a:gd name="GluePoint49Y" fmla="*/ 113 h 144"/>
              <a:gd name="GluePoint50X" fmla="*/ 123 w 126"/>
              <a:gd name="GluePoint50Y" fmla="*/ 104 h 144"/>
              <a:gd name="GluePoint51X" fmla="*/ 125 w 126"/>
              <a:gd name="GluePoint51Y" fmla="*/ 95 h 144"/>
              <a:gd name="GluePoint52X" fmla="*/ 126 w 126"/>
              <a:gd name="GluePoint52Y" fmla="*/ 86 h 144"/>
              <a:gd name="GluePoint53X" fmla="*/ 125 w 126"/>
              <a:gd name="GluePoint53Y" fmla="*/ 74 h 144"/>
            </a:gdLst>
            <a:ahLst/>
            <a:cxnLst/>
            <a:rect l="textAreaLeft" t="textAreaTop" r="textAreaRight" b="textAreaBottom"/>
            <a:pathLst>
              <a:path w="126" h="144">
                <a:moveTo>
                  <a:pt x="125" y="0"/>
                </a:moveTo>
                <a:lnTo>
                  <a:pt x="121" y="0"/>
                </a:lnTo>
                <a:lnTo>
                  <a:pt x="117" y="0"/>
                </a:lnTo>
                <a:lnTo>
                  <a:pt x="113" y="0"/>
                </a:lnTo>
                <a:lnTo>
                  <a:pt x="109" y="0"/>
                </a:lnTo>
                <a:lnTo>
                  <a:pt x="109" y="63"/>
                </a:lnTo>
                <a:lnTo>
                  <a:pt x="109" y="78"/>
                </a:lnTo>
                <a:lnTo>
                  <a:pt x="107" y="91"/>
                </a:lnTo>
                <a:lnTo>
                  <a:pt x="107" y="96"/>
                </a:lnTo>
                <a:lnTo>
                  <a:pt x="106" y="100"/>
                </a:lnTo>
                <a:lnTo>
                  <a:pt x="106" y="103"/>
                </a:lnTo>
                <a:lnTo>
                  <a:pt x="105" y="107"/>
                </a:lnTo>
                <a:lnTo>
                  <a:pt x="103" y="110"/>
                </a:lnTo>
                <a:lnTo>
                  <a:pt x="102" y="112"/>
                </a:lnTo>
                <a:lnTo>
                  <a:pt x="100" y="115"/>
                </a:lnTo>
                <a:lnTo>
                  <a:pt x="98" y="118"/>
                </a:lnTo>
                <a:lnTo>
                  <a:pt x="97" y="120"/>
                </a:lnTo>
                <a:lnTo>
                  <a:pt x="94" y="123"/>
                </a:lnTo>
                <a:lnTo>
                  <a:pt x="93" y="124"/>
                </a:lnTo>
                <a:lnTo>
                  <a:pt x="90" y="126"/>
                </a:lnTo>
                <a:lnTo>
                  <a:pt x="88" y="127"/>
                </a:lnTo>
                <a:lnTo>
                  <a:pt x="86" y="128"/>
                </a:lnTo>
                <a:lnTo>
                  <a:pt x="83" y="130"/>
                </a:lnTo>
                <a:lnTo>
                  <a:pt x="80" y="131"/>
                </a:lnTo>
                <a:lnTo>
                  <a:pt x="78" y="131"/>
                </a:lnTo>
                <a:lnTo>
                  <a:pt x="74" y="131"/>
                </a:lnTo>
                <a:lnTo>
                  <a:pt x="71" y="131"/>
                </a:lnTo>
                <a:lnTo>
                  <a:pt x="68" y="131"/>
                </a:lnTo>
                <a:lnTo>
                  <a:pt x="65" y="131"/>
                </a:lnTo>
                <a:lnTo>
                  <a:pt x="61" y="131"/>
                </a:lnTo>
                <a:lnTo>
                  <a:pt x="57" y="131"/>
                </a:lnTo>
                <a:lnTo>
                  <a:pt x="54" y="130"/>
                </a:lnTo>
                <a:lnTo>
                  <a:pt x="52" y="128"/>
                </a:lnTo>
                <a:lnTo>
                  <a:pt x="49" y="127"/>
                </a:lnTo>
                <a:lnTo>
                  <a:pt x="46" y="125"/>
                </a:lnTo>
                <a:lnTo>
                  <a:pt x="45" y="123"/>
                </a:lnTo>
                <a:lnTo>
                  <a:pt x="42" y="121"/>
                </a:lnTo>
                <a:lnTo>
                  <a:pt x="40" y="119"/>
                </a:lnTo>
                <a:lnTo>
                  <a:pt x="38" y="115"/>
                </a:lnTo>
                <a:lnTo>
                  <a:pt x="37" y="113"/>
                </a:lnTo>
                <a:lnTo>
                  <a:pt x="35" y="110"/>
                </a:lnTo>
                <a:lnTo>
                  <a:pt x="34" y="107"/>
                </a:lnTo>
                <a:lnTo>
                  <a:pt x="33" y="103"/>
                </a:lnTo>
                <a:lnTo>
                  <a:pt x="33" y="99"/>
                </a:lnTo>
                <a:lnTo>
                  <a:pt x="32" y="92"/>
                </a:lnTo>
                <a:lnTo>
                  <a:pt x="31" y="83"/>
                </a:lnTo>
                <a:lnTo>
                  <a:pt x="31" y="72"/>
                </a:lnTo>
                <a:lnTo>
                  <a:pt x="31" y="58"/>
                </a:lnTo>
                <a:lnTo>
                  <a:pt x="31" y="0"/>
                </a:lnTo>
                <a:lnTo>
                  <a:pt x="28" y="0"/>
                </a:lnTo>
                <a:lnTo>
                  <a:pt x="23" y="1"/>
                </a:lnTo>
                <a:lnTo>
                  <a:pt x="21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3" y="1"/>
                </a:lnTo>
                <a:lnTo>
                  <a:pt x="12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85"/>
                </a:lnTo>
                <a:lnTo>
                  <a:pt x="0" y="92"/>
                </a:lnTo>
                <a:lnTo>
                  <a:pt x="1" y="99"/>
                </a:lnTo>
                <a:lnTo>
                  <a:pt x="1" y="106"/>
                </a:lnTo>
                <a:lnTo>
                  <a:pt x="4" y="111"/>
                </a:lnTo>
                <a:lnTo>
                  <a:pt x="5" y="115"/>
                </a:lnTo>
                <a:lnTo>
                  <a:pt x="6" y="119"/>
                </a:lnTo>
                <a:lnTo>
                  <a:pt x="8" y="123"/>
                </a:lnTo>
                <a:lnTo>
                  <a:pt x="10" y="125"/>
                </a:lnTo>
                <a:lnTo>
                  <a:pt x="13" y="128"/>
                </a:lnTo>
                <a:lnTo>
                  <a:pt x="16" y="131"/>
                </a:lnTo>
                <a:lnTo>
                  <a:pt x="19" y="134"/>
                </a:lnTo>
                <a:lnTo>
                  <a:pt x="23" y="136"/>
                </a:lnTo>
                <a:lnTo>
                  <a:pt x="27" y="138"/>
                </a:lnTo>
                <a:lnTo>
                  <a:pt x="31" y="139"/>
                </a:lnTo>
                <a:lnTo>
                  <a:pt x="36" y="141"/>
                </a:lnTo>
                <a:lnTo>
                  <a:pt x="41" y="142"/>
                </a:lnTo>
                <a:lnTo>
                  <a:pt x="46" y="143"/>
                </a:lnTo>
                <a:lnTo>
                  <a:pt x="52" y="143"/>
                </a:lnTo>
                <a:lnTo>
                  <a:pt x="57" y="144"/>
                </a:lnTo>
                <a:lnTo>
                  <a:pt x="64" y="144"/>
                </a:lnTo>
                <a:lnTo>
                  <a:pt x="70" y="144"/>
                </a:lnTo>
                <a:lnTo>
                  <a:pt x="74" y="143"/>
                </a:lnTo>
                <a:lnTo>
                  <a:pt x="80" y="143"/>
                </a:lnTo>
                <a:lnTo>
                  <a:pt x="85" y="142"/>
                </a:lnTo>
                <a:lnTo>
                  <a:pt x="90" y="140"/>
                </a:lnTo>
                <a:lnTo>
                  <a:pt x="94" y="139"/>
                </a:lnTo>
                <a:lnTo>
                  <a:pt x="98" y="137"/>
                </a:lnTo>
                <a:lnTo>
                  <a:pt x="103" y="135"/>
                </a:lnTo>
                <a:lnTo>
                  <a:pt x="106" y="133"/>
                </a:lnTo>
                <a:lnTo>
                  <a:pt x="109" y="131"/>
                </a:lnTo>
                <a:lnTo>
                  <a:pt x="111" y="128"/>
                </a:lnTo>
                <a:lnTo>
                  <a:pt x="114" y="126"/>
                </a:lnTo>
                <a:lnTo>
                  <a:pt x="116" y="123"/>
                </a:lnTo>
                <a:lnTo>
                  <a:pt x="118" y="119"/>
                </a:lnTo>
                <a:lnTo>
                  <a:pt x="119" y="116"/>
                </a:lnTo>
                <a:lnTo>
                  <a:pt x="121" y="113"/>
                </a:lnTo>
                <a:lnTo>
                  <a:pt x="122" y="109"/>
                </a:lnTo>
                <a:lnTo>
                  <a:pt x="123" y="104"/>
                </a:lnTo>
                <a:lnTo>
                  <a:pt x="124" y="100"/>
                </a:lnTo>
                <a:lnTo>
                  <a:pt x="125" y="95"/>
                </a:lnTo>
                <a:lnTo>
                  <a:pt x="125" y="91"/>
                </a:lnTo>
                <a:lnTo>
                  <a:pt x="126" y="86"/>
                </a:lnTo>
                <a:lnTo>
                  <a:pt x="126" y="80"/>
                </a:lnTo>
                <a:lnTo>
                  <a:pt x="125" y="74"/>
                </a:lnTo>
                <a:lnTo>
                  <a:pt x="125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0" rIns="90000" bIns="18000" anchor="ctr">
            <a:noAutofit/>
          </a:bodyPr>
          <a:lstStyle/>
          <a:p>
            <a:endParaRPr/>
          </a:p>
        </p:txBody>
      </p:sp>
      <p:sp>
        <p:nvSpPr>
          <p:cNvPr id="55" name="iṧľîḑê">
            <a:extLst>
              <a:ext uri="{FF2B5EF4-FFF2-40B4-BE49-F238E27FC236}">
                <a16:creationId xmlns:a16="http://schemas.microsoft.com/office/drawing/2014/main" id="{52F4B90B-6741-482D-9ABD-5B290951E654}"/>
              </a:ext>
            </a:extLst>
          </p:cNvPr>
          <p:cNvSpPr>
            <a:spLocks noGrp="1"/>
          </p:cNvSpPr>
          <p:nvPr/>
        </p:nvSpPr>
        <p:spPr>
          <a:xfrm>
            <a:off x="200016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5 w 93"/>
              <a:gd name="GluePoint3Y" fmla="*/ 10 h 102"/>
              <a:gd name="GluePoint4X" fmla="*/ 80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7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8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3 w 93"/>
              <a:gd name="GluePoint25Y" fmla="*/ 24 h 102"/>
              <a:gd name="GluePoint26X" fmla="*/ 37 w 93"/>
              <a:gd name="GluePoint26Y" fmla="*/ 21 h 102"/>
              <a:gd name="GluePoint27X" fmla="*/ 40 w 93"/>
              <a:gd name="GluePoint27Y" fmla="*/ 18 h 102"/>
              <a:gd name="GluePoint28X" fmla="*/ 44 w 93"/>
              <a:gd name="GluePoint28Y" fmla="*/ 18 h 102"/>
              <a:gd name="GluePoint29X" fmla="*/ 49 w 93"/>
              <a:gd name="GluePoint29Y" fmla="*/ 17 h 102"/>
              <a:gd name="GluePoint30X" fmla="*/ 53 w 93"/>
              <a:gd name="GluePoint30Y" fmla="*/ 18 h 102"/>
              <a:gd name="GluePoint31X" fmla="*/ 56 w 93"/>
              <a:gd name="GluePoint31Y" fmla="*/ 20 h 102"/>
              <a:gd name="GluePoint32X" fmla="*/ 59 w 93"/>
              <a:gd name="GluePoint32Y" fmla="*/ 23 h 102"/>
              <a:gd name="GluePoint33X" fmla="*/ 61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4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5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5" y="10"/>
                </a:lnTo>
                <a:lnTo>
                  <a:pt x="83" y="8"/>
                </a:lnTo>
                <a:lnTo>
                  <a:pt x="80" y="6"/>
                </a:lnTo>
                <a:lnTo>
                  <a:pt x="78" y="4"/>
                </a:lnTo>
                <a:lnTo>
                  <a:pt x="75" y="2"/>
                </a:lnTo>
                <a:lnTo>
                  <a:pt x="71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5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7" y="17"/>
                </a:lnTo>
                <a:lnTo>
                  <a:pt x="27" y="2"/>
                </a:lnTo>
                <a:lnTo>
                  <a:pt x="24" y="2"/>
                </a:lnTo>
                <a:lnTo>
                  <a:pt x="20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8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3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0" y="18"/>
                </a:lnTo>
                <a:lnTo>
                  <a:pt x="43" y="18"/>
                </a:lnTo>
                <a:lnTo>
                  <a:pt x="44" y="18"/>
                </a:lnTo>
                <a:lnTo>
                  <a:pt x="47" y="17"/>
                </a:lnTo>
                <a:lnTo>
                  <a:pt x="49" y="17"/>
                </a:lnTo>
                <a:lnTo>
                  <a:pt x="51" y="18"/>
                </a:lnTo>
                <a:lnTo>
                  <a:pt x="53" y="18"/>
                </a:lnTo>
                <a:lnTo>
                  <a:pt x="55" y="19"/>
                </a:lnTo>
                <a:lnTo>
                  <a:pt x="56" y="20"/>
                </a:lnTo>
                <a:lnTo>
                  <a:pt x="58" y="22"/>
                </a:lnTo>
                <a:lnTo>
                  <a:pt x="59" y="23"/>
                </a:lnTo>
                <a:lnTo>
                  <a:pt x="60" y="26"/>
                </a:lnTo>
                <a:lnTo>
                  <a:pt x="61" y="27"/>
                </a:lnTo>
                <a:lnTo>
                  <a:pt x="63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4" y="51"/>
                </a:lnTo>
                <a:lnTo>
                  <a:pt x="64" y="102"/>
                </a:lnTo>
                <a:lnTo>
                  <a:pt x="67" y="102"/>
                </a:lnTo>
                <a:lnTo>
                  <a:pt x="71" y="102"/>
                </a:lnTo>
                <a:lnTo>
                  <a:pt x="75" y="102"/>
                </a:lnTo>
                <a:lnTo>
                  <a:pt x="78" y="102"/>
                </a:lnTo>
                <a:lnTo>
                  <a:pt x="82" y="102"/>
                </a:lnTo>
                <a:lnTo>
                  <a:pt x="85" y="102"/>
                </a:lnTo>
                <a:lnTo>
                  <a:pt x="89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2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56" name="îŝ1îde">
            <a:extLst>
              <a:ext uri="{FF2B5EF4-FFF2-40B4-BE49-F238E27FC236}">
                <a16:creationId xmlns:a16="http://schemas.microsoft.com/office/drawing/2014/main" id="{4BD60621-051D-4AC6-84F7-5D2341A6FD87}"/>
              </a:ext>
            </a:extLst>
          </p:cNvPr>
          <p:cNvSpPr>
            <a:spLocks noGrp="1"/>
          </p:cNvSpPr>
          <p:nvPr/>
        </p:nvSpPr>
        <p:spPr>
          <a:xfrm>
            <a:off x="205740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0 w 28"/>
              <a:gd name="GluePoint1Y" fmla="*/ 0 h 100"/>
              <a:gd name="GluePoint2X" fmla="*/ 17 w 28"/>
              <a:gd name="GluePoint2Y" fmla="*/ 0 h 100"/>
              <a:gd name="GluePoint3X" fmla="*/ 14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4 w 28"/>
              <a:gd name="GluePoint12Y" fmla="*/ 100 h 100"/>
              <a:gd name="GluePoint13X" fmla="*/ 17 w 28"/>
              <a:gd name="GluePoint13Y" fmla="*/ 100 h 100"/>
              <a:gd name="GluePoint14X" fmla="*/ 20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0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0" y="0"/>
                </a:moveTo>
                <a:lnTo>
                  <a:pt x="17" y="0"/>
                </a:lnTo>
                <a:lnTo>
                  <a:pt x="14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4" y="100"/>
                </a:lnTo>
                <a:lnTo>
                  <a:pt x="17" y="100"/>
                </a:lnTo>
                <a:lnTo>
                  <a:pt x="20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57" name="iṣḻiḓê">
            <a:extLst>
              <a:ext uri="{FF2B5EF4-FFF2-40B4-BE49-F238E27FC236}">
                <a16:creationId xmlns:a16="http://schemas.microsoft.com/office/drawing/2014/main" id="{2DFECA00-0EAB-4710-9553-4D675EA0A6E4}"/>
              </a:ext>
            </a:extLst>
          </p:cNvPr>
          <p:cNvSpPr>
            <a:spLocks noGrp="1"/>
          </p:cNvSpPr>
          <p:nvPr/>
        </p:nvSpPr>
        <p:spPr>
          <a:xfrm>
            <a:off x="205596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31 w 33"/>
              <a:gd name="GluePoint2Y" fmla="*/ 7 h 32"/>
              <a:gd name="GluePoint3X" fmla="*/ 28 w 33"/>
              <a:gd name="GluePoint3Y" fmla="*/ 5 h 32"/>
              <a:gd name="GluePoint4X" fmla="*/ 26 w 33"/>
              <a:gd name="GluePoint4Y" fmla="*/ 3 h 32"/>
              <a:gd name="GluePoint5X" fmla="*/ 23 w 33"/>
              <a:gd name="GluePoint5Y" fmla="*/ 2 h 32"/>
              <a:gd name="GluePoint6X" fmla="*/ 20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10 w 33"/>
              <a:gd name="GluePoint9Y" fmla="*/ 2 h 32"/>
              <a:gd name="GluePoint10X" fmla="*/ 7 w 33"/>
              <a:gd name="GluePoint10Y" fmla="*/ 3 h 32"/>
              <a:gd name="GluePoint11X" fmla="*/ 5 w 33"/>
              <a:gd name="GluePoint11Y" fmla="*/ 5 h 32"/>
              <a:gd name="GluePoint12X" fmla="*/ 3 w 33"/>
              <a:gd name="GluePoint12Y" fmla="*/ 7 h 32"/>
              <a:gd name="GluePoint13X" fmla="*/ 2 w 33"/>
              <a:gd name="GluePoint13Y" fmla="*/ 10 h 32"/>
              <a:gd name="GluePoint14X" fmla="*/ 1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2 w 33"/>
              <a:gd name="GluePoint17Y" fmla="*/ 23 h 32"/>
              <a:gd name="GluePoint18X" fmla="*/ 3 w 33"/>
              <a:gd name="GluePoint18Y" fmla="*/ 26 h 32"/>
              <a:gd name="GluePoint19X" fmla="*/ 4 w 33"/>
              <a:gd name="GluePoint19Y" fmla="*/ 28 h 32"/>
              <a:gd name="GluePoint20X" fmla="*/ 7 w 33"/>
              <a:gd name="GluePoint20Y" fmla="*/ 30 h 32"/>
              <a:gd name="GluePoint21X" fmla="*/ 10 w 33"/>
              <a:gd name="GluePoint21Y" fmla="*/ 31 h 32"/>
              <a:gd name="GluePoint22X" fmla="*/ 13 w 33"/>
              <a:gd name="GluePoint22Y" fmla="*/ 32 h 32"/>
              <a:gd name="GluePoint23X" fmla="*/ 16 w 33"/>
              <a:gd name="GluePoint23Y" fmla="*/ 32 h 32"/>
              <a:gd name="GluePoint24X" fmla="*/ 20 w 33"/>
              <a:gd name="GluePoint24Y" fmla="*/ 32 h 32"/>
              <a:gd name="GluePoint25X" fmla="*/ 23 w 33"/>
              <a:gd name="GluePoint25Y" fmla="*/ 31 h 32"/>
              <a:gd name="GluePoint26X" fmla="*/ 26 w 33"/>
              <a:gd name="GluePoint26Y" fmla="*/ 30 h 32"/>
              <a:gd name="GluePoint27X" fmla="*/ 28 w 33"/>
              <a:gd name="GluePoint27Y" fmla="*/ 27 h 32"/>
              <a:gd name="GluePoint28X" fmla="*/ 31 w 33"/>
              <a:gd name="GluePoint28Y" fmla="*/ 25 h 32"/>
              <a:gd name="GluePoint29X" fmla="*/ 31 w 33"/>
              <a:gd name="GluePoint29Y" fmla="*/ 23 h 32"/>
              <a:gd name="GluePoint30X" fmla="*/ 33 w 33"/>
              <a:gd name="GluePoint30Y" fmla="*/ 19 h 32"/>
              <a:gd name="GluePoint31X" fmla="*/ 33 w 33"/>
              <a:gd name="GluePoint31Y" fmla="*/ 16 h 32"/>
              <a:gd name="GluePoint32X" fmla="*/ 33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31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0" y="20"/>
                </a:lnTo>
                <a:lnTo>
                  <a:pt x="2" y="23"/>
                </a:lnTo>
                <a:lnTo>
                  <a:pt x="3" y="26"/>
                </a:lnTo>
                <a:lnTo>
                  <a:pt x="4" y="28"/>
                </a:lnTo>
                <a:lnTo>
                  <a:pt x="7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1" y="25"/>
                </a:lnTo>
                <a:lnTo>
                  <a:pt x="31" y="23"/>
                </a:lnTo>
                <a:lnTo>
                  <a:pt x="33" y="19"/>
                </a:lnTo>
                <a:lnTo>
                  <a:pt x="33" y="16"/>
                </a:lnTo>
                <a:lnTo>
                  <a:pt x="33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58" name="iṡ1îde">
            <a:extLst>
              <a:ext uri="{FF2B5EF4-FFF2-40B4-BE49-F238E27FC236}">
                <a16:creationId xmlns:a16="http://schemas.microsoft.com/office/drawing/2014/main" id="{0872A889-B021-4D5A-A1D7-D8074ADAFD96}"/>
              </a:ext>
            </a:extLst>
          </p:cNvPr>
          <p:cNvSpPr>
            <a:spLocks noGrp="1"/>
          </p:cNvSpPr>
          <p:nvPr/>
        </p:nvSpPr>
        <p:spPr>
          <a:xfrm>
            <a:off x="2082600" y="956160"/>
            <a:ext cx="42480" cy="43200"/>
          </a:xfrm>
          <a:custGeom>
            <a:avLst/>
            <a:gdLst>
              <a:gd name="textAreaLeft" fmla="*/ 0 w 42480"/>
              <a:gd name="textAreaRight" fmla="*/ 42840 w 42480"/>
              <a:gd name="textAreaTop" fmla="*/ 0 h 43200"/>
              <a:gd name="textAreaBottom" fmla="*/ 43560 h 43200"/>
              <a:gd name="GluePoint1X" fmla="*/ 91 w 98"/>
              <a:gd name="GluePoint1Y" fmla="*/ 0 h 100"/>
              <a:gd name="GluePoint2X" fmla="*/ 87 w 98"/>
              <a:gd name="GluePoint2Y" fmla="*/ 0 h 100"/>
              <a:gd name="GluePoint3X" fmla="*/ 82 w 98"/>
              <a:gd name="GluePoint3Y" fmla="*/ 0 h 100"/>
              <a:gd name="GluePoint4X" fmla="*/ 78 w 98"/>
              <a:gd name="GluePoint4Y" fmla="*/ 8 h 100"/>
              <a:gd name="GluePoint5X" fmla="*/ 71 w 98"/>
              <a:gd name="GluePoint5Y" fmla="*/ 28 h 100"/>
              <a:gd name="GluePoint6X" fmla="*/ 65 w 98"/>
              <a:gd name="GluePoint6Y" fmla="*/ 45 h 100"/>
              <a:gd name="GluePoint7X" fmla="*/ 58 w 98"/>
              <a:gd name="GluePoint7Y" fmla="*/ 64 h 100"/>
              <a:gd name="GluePoint8X" fmla="*/ 32 w 98"/>
              <a:gd name="GluePoint8Y" fmla="*/ 0 h 100"/>
              <a:gd name="GluePoint9X" fmla="*/ 24 w 98"/>
              <a:gd name="GluePoint9Y" fmla="*/ 0 h 100"/>
              <a:gd name="GluePoint10X" fmla="*/ 16 w 98"/>
              <a:gd name="GluePoint10Y" fmla="*/ 0 h 100"/>
              <a:gd name="GluePoint11X" fmla="*/ 8 w 98"/>
              <a:gd name="GluePoint11Y" fmla="*/ 0 h 100"/>
              <a:gd name="GluePoint12X" fmla="*/ 0 w 98"/>
              <a:gd name="GluePoint12Y" fmla="*/ 0 h 100"/>
              <a:gd name="GluePoint13X" fmla="*/ 6 w 98"/>
              <a:gd name="GluePoint13Y" fmla="*/ 17 h 100"/>
              <a:gd name="GluePoint14X" fmla="*/ 14 w 98"/>
              <a:gd name="GluePoint14Y" fmla="*/ 38 h 100"/>
              <a:gd name="GluePoint15X" fmla="*/ 22 w 98"/>
              <a:gd name="GluePoint15Y" fmla="*/ 61 h 100"/>
              <a:gd name="GluePoint16X" fmla="*/ 32 w 98"/>
              <a:gd name="GluePoint16Y" fmla="*/ 89 h 100"/>
              <a:gd name="GluePoint17X" fmla="*/ 34 w 98"/>
              <a:gd name="GluePoint17Y" fmla="*/ 95 h 100"/>
              <a:gd name="GluePoint18X" fmla="*/ 36 w 98"/>
              <a:gd name="GluePoint18Y" fmla="*/ 100 h 100"/>
              <a:gd name="GluePoint19X" fmla="*/ 42 w 98"/>
              <a:gd name="GluePoint19Y" fmla="*/ 100 h 100"/>
              <a:gd name="GluePoint20X" fmla="*/ 47 w 98"/>
              <a:gd name="GluePoint20Y" fmla="*/ 100 h 100"/>
              <a:gd name="GluePoint21X" fmla="*/ 52 w 98"/>
              <a:gd name="GluePoint21Y" fmla="*/ 100 h 100"/>
              <a:gd name="GluePoint22X" fmla="*/ 58 w 98"/>
              <a:gd name="GluePoint22Y" fmla="*/ 100 h 100"/>
              <a:gd name="GluePoint23X" fmla="*/ 62 w 98"/>
              <a:gd name="GluePoint23Y" fmla="*/ 88 h 100"/>
              <a:gd name="GluePoint24X" fmla="*/ 66 w 98"/>
              <a:gd name="GluePoint24Y" fmla="*/ 73 h 100"/>
              <a:gd name="GluePoint25X" fmla="*/ 74 w 98"/>
              <a:gd name="GluePoint25Y" fmla="*/ 57 h 100"/>
              <a:gd name="GluePoint26X" fmla="*/ 82 w 98"/>
              <a:gd name="GluePoint26Y" fmla="*/ 39 h 100"/>
              <a:gd name="GluePoint27X" fmla="*/ 85 w 98"/>
              <a:gd name="GluePoint27Y" fmla="*/ 29 h 100"/>
              <a:gd name="GluePoint28X" fmla="*/ 90 w 98"/>
              <a:gd name="GluePoint28Y" fmla="*/ 16 h 100"/>
              <a:gd name="GluePoint29X" fmla="*/ 96 w 98"/>
              <a:gd name="GluePoint29Y" fmla="*/ 4 h 100"/>
              <a:gd name="GluePoint30X" fmla="*/ 96 w 98"/>
              <a:gd name="GluePoint30Y" fmla="*/ 3 h 100"/>
              <a:gd name="GluePoint31X" fmla="*/ 98 w 98"/>
              <a:gd name="GluePoint31Y" fmla="*/ 1 h 100"/>
              <a:gd name="GluePoint32X" fmla="*/ 95 w 98"/>
              <a:gd name="GluePoint32Y" fmla="*/ 0 h 100"/>
            </a:gdLst>
            <a:ahLst/>
            <a:cxnLst/>
            <a:rect l="textAreaLeft" t="textAreaTop" r="textAreaRight" b="textAreaBottom"/>
            <a:pathLst>
              <a:path w="98" h="100">
                <a:moveTo>
                  <a:pt x="93" y="0"/>
                </a:moveTo>
                <a:lnTo>
                  <a:pt x="91" y="0"/>
                </a:lnTo>
                <a:lnTo>
                  <a:pt x="90" y="0"/>
                </a:lnTo>
                <a:lnTo>
                  <a:pt x="87" y="0"/>
                </a:lnTo>
                <a:lnTo>
                  <a:pt x="85" y="0"/>
                </a:lnTo>
                <a:lnTo>
                  <a:pt x="82" y="0"/>
                </a:lnTo>
                <a:lnTo>
                  <a:pt x="80" y="0"/>
                </a:lnTo>
                <a:lnTo>
                  <a:pt x="78" y="8"/>
                </a:lnTo>
                <a:lnTo>
                  <a:pt x="74" y="18"/>
                </a:lnTo>
                <a:lnTo>
                  <a:pt x="71" y="28"/>
                </a:lnTo>
                <a:lnTo>
                  <a:pt x="68" y="36"/>
                </a:lnTo>
                <a:lnTo>
                  <a:pt x="65" y="45"/>
                </a:lnTo>
                <a:lnTo>
                  <a:pt x="62" y="55"/>
                </a:lnTo>
                <a:lnTo>
                  <a:pt x="58" y="64"/>
                </a:lnTo>
                <a:lnTo>
                  <a:pt x="55" y="73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3" y="0"/>
                </a:lnTo>
                <a:lnTo>
                  <a:pt x="0" y="0"/>
                </a:lnTo>
                <a:lnTo>
                  <a:pt x="2" y="8"/>
                </a:lnTo>
                <a:lnTo>
                  <a:pt x="6" y="17"/>
                </a:lnTo>
                <a:lnTo>
                  <a:pt x="10" y="27"/>
                </a:lnTo>
                <a:lnTo>
                  <a:pt x="14" y="38"/>
                </a:lnTo>
                <a:lnTo>
                  <a:pt x="18" y="49"/>
                </a:lnTo>
                <a:lnTo>
                  <a:pt x="22" y="61"/>
                </a:lnTo>
                <a:lnTo>
                  <a:pt x="27" y="75"/>
                </a:lnTo>
                <a:lnTo>
                  <a:pt x="32" y="89"/>
                </a:lnTo>
                <a:lnTo>
                  <a:pt x="33" y="92"/>
                </a:lnTo>
                <a:lnTo>
                  <a:pt x="34" y="95"/>
                </a:lnTo>
                <a:lnTo>
                  <a:pt x="35" y="97"/>
                </a:lnTo>
                <a:lnTo>
                  <a:pt x="36" y="100"/>
                </a:lnTo>
                <a:lnTo>
                  <a:pt x="39" y="100"/>
                </a:lnTo>
                <a:lnTo>
                  <a:pt x="42" y="100"/>
                </a:lnTo>
                <a:lnTo>
                  <a:pt x="44" y="100"/>
                </a:lnTo>
                <a:lnTo>
                  <a:pt x="47" y="100"/>
                </a:lnTo>
                <a:lnTo>
                  <a:pt x="50" y="100"/>
                </a:lnTo>
                <a:lnTo>
                  <a:pt x="52" y="100"/>
                </a:lnTo>
                <a:lnTo>
                  <a:pt x="55" y="100"/>
                </a:lnTo>
                <a:lnTo>
                  <a:pt x="58" y="100"/>
                </a:lnTo>
                <a:lnTo>
                  <a:pt x="59" y="94"/>
                </a:lnTo>
                <a:lnTo>
                  <a:pt x="62" y="88"/>
                </a:lnTo>
                <a:lnTo>
                  <a:pt x="64" y="81"/>
                </a:lnTo>
                <a:lnTo>
                  <a:pt x="66" y="73"/>
                </a:lnTo>
                <a:lnTo>
                  <a:pt x="70" y="66"/>
                </a:lnTo>
                <a:lnTo>
                  <a:pt x="74" y="57"/>
                </a:lnTo>
                <a:lnTo>
                  <a:pt x="77" y="49"/>
                </a:lnTo>
                <a:lnTo>
                  <a:pt x="82" y="39"/>
                </a:lnTo>
                <a:lnTo>
                  <a:pt x="83" y="33"/>
                </a:lnTo>
                <a:lnTo>
                  <a:pt x="85" y="29"/>
                </a:lnTo>
                <a:lnTo>
                  <a:pt x="87" y="23"/>
                </a:lnTo>
                <a:lnTo>
                  <a:pt x="90" y="16"/>
                </a:lnTo>
                <a:lnTo>
                  <a:pt x="93" y="11"/>
                </a:lnTo>
                <a:lnTo>
                  <a:pt x="96" y="4"/>
                </a:lnTo>
                <a:lnTo>
                  <a:pt x="96" y="4"/>
                </a:lnTo>
                <a:lnTo>
                  <a:pt x="96" y="3"/>
                </a:lnTo>
                <a:lnTo>
                  <a:pt x="97" y="2"/>
                </a:lnTo>
                <a:lnTo>
                  <a:pt x="98" y="1"/>
                </a:lnTo>
                <a:lnTo>
                  <a:pt x="98" y="0"/>
                </a:lnTo>
                <a:lnTo>
                  <a:pt x="95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59" name="îṥľïḑê">
            <a:extLst>
              <a:ext uri="{FF2B5EF4-FFF2-40B4-BE49-F238E27FC236}">
                <a16:creationId xmlns:a16="http://schemas.microsoft.com/office/drawing/2014/main" id="{EDD7287E-7269-4F6D-A5F0-040E100690DF}"/>
              </a:ext>
            </a:extLst>
          </p:cNvPr>
          <p:cNvSpPr>
            <a:spLocks noGrp="1"/>
          </p:cNvSpPr>
          <p:nvPr/>
        </p:nvSpPr>
        <p:spPr>
          <a:xfrm>
            <a:off x="213516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87 w 91"/>
              <a:gd name="GluePoint1Y" fmla="*/ 26 h 103"/>
              <a:gd name="GluePoint2X" fmla="*/ 83 w 91"/>
              <a:gd name="GluePoint2Y" fmla="*/ 18 h 103"/>
              <a:gd name="GluePoint3X" fmla="*/ 79 w 91"/>
              <a:gd name="GluePoint3Y" fmla="*/ 10 h 103"/>
              <a:gd name="GluePoint4X" fmla="*/ 71 w 91"/>
              <a:gd name="GluePoint4Y" fmla="*/ 6 h 103"/>
              <a:gd name="GluePoint5X" fmla="*/ 63 w 91"/>
              <a:gd name="GluePoint5Y" fmla="*/ 2 h 103"/>
              <a:gd name="GluePoint6X" fmla="*/ 54 w 91"/>
              <a:gd name="GluePoint6Y" fmla="*/ 0 h 103"/>
              <a:gd name="GluePoint7X" fmla="*/ 43 w 91"/>
              <a:gd name="GluePoint7Y" fmla="*/ 1 h 103"/>
              <a:gd name="GluePoint8X" fmla="*/ 32 w 91"/>
              <a:gd name="GluePoint8Y" fmla="*/ 2 h 103"/>
              <a:gd name="GluePoint9X" fmla="*/ 23 w 91"/>
              <a:gd name="GluePoint9Y" fmla="*/ 6 h 103"/>
              <a:gd name="GluePoint10X" fmla="*/ 15 w 91"/>
              <a:gd name="GluePoint10Y" fmla="*/ 10 h 103"/>
              <a:gd name="GluePoint11X" fmla="*/ 10 w 91"/>
              <a:gd name="GluePoint11Y" fmla="*/ 17 h 103"/>
              <a:gd name="GluePoint12X" fmla="*/ 5 w 91"/>
              <a:gd name="GluePoint12Y" fmla="*/ 25 h 103"/>
              <a:gd name="GluePoint13X" fmla="*/ 2 w 91"/>
              <a:gd name="GluePoint13Y" fmla="*/ 34 h 103"/>
              <a:gd name="GluePoint14X" fmla="*/ 0 w 91"/>
              <a:gd name="GluePoint14Y" fmla="*/ 44 h 103"/>
              <a:gd name="GluePoint15X" fmla="*/ 0 w 91"/>
              <a:gd name="GluePoint15Y" fmla="*/ 56 h 103"/>
              <a:gd name="GluePoint16X" fmla="*/ 2 w 91"/>
              <a:gd name="GluePoint16Y" fmla="*/ 68 h 103"/>
              <a:gd name="GluePoint17X" fmla="*/ 5 w 91"/>
              <a:gd name="GluePoint17Y" fmla="*/ 78 h 103"/>
              <a:gd name="GluePoint18X" fmla="*/ 10 w 91"/>
              <a:gd name="GluePoint18Y" fmla="*/ 86 h 103"/>
              <a:gd name="GluePoint19X" fmla="*/ 17 w 91"/>
              <a:gd name="GluePoint19Y" fmla="*/ 92 h 103"/>
              <a:gd name="GluePoint20X" fmla="*/ 25 w 91"/>
              <a:gd name="GluePoint20Y" fmla="*/ 98 h 103"/>
              <a:gd name="GluePoint21X" fmla="*/ 35 w 91"/>
              <a:gd name="GluePoint21Y" fmla="*/ 102 h 103"/>
              <a:gd name="GluePoint22X" fmla="*/ 46 w 91"/>
              <a:gd name="GluePoint22Y" fmla="*/ 103 h 103"/>
              <a:gd name="GluePoint23X" fmla="*/ 56 w 91"/>
              <a:gd name="GluePoint23Y" fmla="*/ 103 h 103"/>
              <a:gd name="GluePoint24X" fmla="*/ 64 w 91"/>
              <a:gd name="GluePoint24Y" fmla="*/ 102 h 103"/>
              <a:gd name="GluePoint25X" fmla="*/ 72 w 91"/>
              <a:gd name="GluePoint25Y" fmla="*/ 100 h 103"/>
              <a:gd name="GluePoint26X" fmla="*/ 79 w 91"/>
              <a:gd name="GluePoint26Y" fmla="*/ 97 h 103"/>
              <a:gd name="GluePoint27X" fmla="*/ 87 w 91"/>
              <a:gd name="GluePoint27Y" fmla="*/ 84 h 103"/>
              <a:gd name="GluePoint28X" fmla="*/ 81 w 91"/>
              <a:gd name="GluePoint28Y" fmla="*/ 84 h 103"/>
              <a:gd name="GluePoint29X" fmla="*/ 75 w 91"/>
              <a:gd name="GluePoint29Y" fmla="*/ 87 h 103"/>
              <a:gd name="GluePoint30X" fmla="*/ 69 w 91"/>
              <a:gd name="GluePoint30Y" fmla="*/ 91 h 103"/>
              <a:gd name="GluePoint31X" fmla="*/ 63 w 91"/>
              <a:gd name="GluePoint31Y" fmla="*/ 91 h 103"/>
              <a:gd name="GluePoint32X" fmla="*/ 56 w 91"/>
              <a:gd name="GluePoint32Y" fmla="*/ 91 h 103"/>
              <a:gd name="GluePoint33X" fmla="*/ 49 w 91"/>
              <a:gd name="GluePoint33Y" fmla="*/ 91 h 103"/>
              <a:gd name="GluePoint34X" fmla="*/ 43 w 91"/>
              <a:gd name="GluePoint34Y" fmla="*/ 87 h 103"/>
              <a:gd name="GluePoint35X" fmla="*/ 39 w 91"/>
              <a:gd name="GluePoint35Y" fmla="*/ 84 h 103"/>
              <a:gd name="GluePoint36X" fmla="*/ 35 w 91"/>
              <a:gd name="GluePoint36Y" fmla="*/ 79 h 103"/>
              <a:gd name="GluePoint37X" fmla="*/ 33 w 91"/>
              <a:gd name="GluePoint37Y" fmla="*/ 73 h 103"/>
              <a:gd name="GluePoint38X" fmla="*/ 31 w 91"/>
              <a:gd name="GluePoint38Y" fmla="*/ 66 h 103"/>
              <a:gd name="GluePoint39X" fmla="*/ 31 w 91"/>
              <a:gd name="GluePoint39Y" fmla="*/ 57 h 103"/>
              <a:gd name="GluePoint40X" fmla="*/ 91 w 91"/>
              <a:gd name="GluePoint40Y" fmla="*/ 52 h 103"/>
              <a:gd name="GluePoint41X" fmla="*/ 91 w 91"/>
              <a:gd name="GluePoint41Y" fmla="*/ 40 h 103"/>
              <a:gd name="GluePoint42X" fmla="*/ 89 w 91"/>
              <a:gd name="GluePoint42Y" fmla="*/ 30 h 103"/>
              <a:gd name="GluePoint43X" fmla="*/ 31 w 91"/>
              <a:gd name="GluePoint43Y" fmla="*/ 34 h 103"/>
              <a:gd name="GluePoint44X" fmla="*/ 32 w 91"/>
              <a:gd name="GluePoint44Y" fmla="*/ 26 h 103"/>
              <a:gd name="GluePoint45X" fmla="*/ 34 w 91"/>
              <a:gd name="GluePoint45Y" fmla="*/ 20 h 103"/>
              <a:gd name="GluePoint46X" fmla="*/ 36 w 91"/>
              <a:gd name="GluePoint46Y" fmla="*/ 16 h 103"/>
              <a:gd name="GluePoint47X" fmla="*/ 39 w 91"/>
              <a:gd name="GluePoint47Y" fmla="*/ 12 h 103"/>
              <a:gd name="GluePoint48X" fmla="*/ 42 w 91"/>
              <a:gd name="GluePoint48Y" fmla="*/ 10 h 103"/>
              <a:gd name="GluePoint49X" fmla="*/ 46 w 91"/>
              <a:gd name="GluePoint49Y" fmla="*/ 9 h 103"/>
              <a:gd name="GluePoint50X" fmla="*/ 50 w 91"/>
              <a:gd name="GluePoint50Y" fmla="*/ 9 h 103"/>
              <a:gd name="GluePoint51X" fmla="*/ 52 w 91"/>
              <a:gd name="GluePoint51Y" fmla="*/ 10 h 103"/>
              <a:gd name="GluePoint52X" fmla="*/ 55 w 91"/>
              <a:gd name="GluePoint52Y" fmla="*/ 12 h 103"/>
              <a:gd name="GluePoint53X" fmla="*/ 57 w 91"/>
              <a:gd name="GluePoint53Y" fmla="*/ 16 h 103"/>
              <a:gd name="GluePoint54X" fmla="*/ 59 w 91"/>
              <a:gd name="GluePoint54Y" fmla="*/ 22 h 103"/>
              <a:gd name="GluePoint55X" fmla="*/ 62 w 91"/>
              <a:gd name="GluePoint55Y" fmla="*/ 34 h 103"/>
              <a:gd name="GluePoint56X" fmla="*/ 31 w 91"/>
              <a:gd name="GluePoint56Y" fmla="*/ 42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89" y="30"/>
                </a:moveTo>
                <a:lnTo>
                  <a:pt x="87" y="26"/>
                </a:lnTo>
                <a:lnTo>
                  <a:pt x="86" y="21"/>
                </a:lnTo>
                <a:lnTo>
                  <a:pt x="83" y="18"/>
                </a:lnTo>
                <a:lnTo>
                  <a:pt x="81" y="14"/>
                </a:lnTo>
                <a:lnTo>
                  <a:pt x="79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8" y="0"/>
                </a:lnTo>
                <a:lnTo>
                  <a:pt x="43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5" y="10"/>
                </a:lnTo>
                <a:lnTo>
                  <a:pt x="13" y="14"/>
                </a:lnTo>
                <a:lnTo>
                  <a:pt x="10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7" y="82"/>
                </a:lnTo>
                <a:lnTo>
                  <a:pt x="10" y="86"/>
                </a:lnTo>
                <a:lnTo>
                  <a:pt x="14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30" y="99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9" y="97"/>
                </a:lnTo>
                <a:lnTo>
                  <a:pt x="82" y="95"/>
                </a:lnTo>
                <a:lnTo>
                  <a:pt x="87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6" y="91"/>
                </a:lnTo>
                <a:lnTo>
                  <a:pt x="63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7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5" y="79"/>
                </a:lnTo>
                <a:lnTo>
                  <a:pt x="34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1" y="57"/>
                </a:lnTo>
                <a:lnTo>
                  <a:pt x="31" y="52"/>
                </a:lnTo>
                <a:lnTo>
                  <a:pt x="91" y="52"/>
                </a:lnTo>
                <a:lnTo>
                  <a:pt x="91" y="46"/>
                </a:lnTo>
                <a:lnTo>
                  <a:pt x="91" y="40"/>
                </a:lnTo>
                <a:lnTo>
                  <a:pt x="90" y="34"/>
                </a:lnTo>
                <a:lnTo>
                  <a:pt x="89" y="30"/>
                </a:lnTo>
                <a:close/>
                <a:moveTo>
                  <a:pt x="31" y="42"/>
                </a:moveTo>
                <a:lnTo>
                  <a:pt x="31" y="34"/>
                </a:lnTo>
                <a:lnTo>
                  <a:pt x="32" y="28"/>
                </a:lnTo>
                <a:lnTo>
                  <a:pt x="32" y="26"/>
                </a:lnTo>
                <a:lnTo>
                  <a:pt x="33" y="22"/>
                </a:lnTo>
                <a:lnTo>
                  <a:pt x="34" y="20"/>
                </a:lnTo>
                <a:lnTo>
                  <a:pt x="35" y="18"/>
                </a:lnTo>
                <a:lnTo>
                  <a:pt x="36" y="16"/>
                </a:lnTo>
                <a:lnTo>
                  <a:pt x="38" y="14"/>
                </a:lnTo>
                <a:lnTo>
                  <a:pt x="39" y="12"/>
                </a:lnTo>
                <a:lnTo>
                  <a:pt x="40" y="11"/>
                </a:lnTo>
                <a:lnTo>
                  <a:pt x="42" y="10"/>
                </a:lnTo>
                <a:lnTo>
                  <a:pt x="44" y="10"/>
                </a:lnTo>
                <a:lnTo>
                  <a:pt x="46" y="9"/>
                </a:lnTo>
                <a:lnTo>
                  <a:pt x="48" y="9"/>
                </a:lnTo>
                <a:lnTo>
                  <a:pt x="50" y="9"/>
                </a:lnTo>
                <a:lnTo>
                  <a:pt x="51" y="10"/>
                </a:lnTo>
                <a:lnTo>
                  <a:pt x="52" y="10"/>
                </a:lnTo>
                <a:lnTo>
                  <a:pt x="54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8" y="18"/>
                </a:lnTo>
                <a:lnTo>
                  <a:pt x="59" y="22"/>
                </a:lnTo>
                <a:lnTo>
                  <a:pt x="61" y="28"/>
                </a:lnTo>
                <a:lnTo>
                  <a:pt x="62" y="34"/>
                </a:lnTo>
                <a:lnTo>
                  <a:pt x="62" y="42"/>
                </a:lnTo>
                <a:lnTo>
                  <a:pt x="31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60" name="iŝḻíḑè">
            <a:extLst>
              <a:ext uri="{FF2B5EF4-FFF2-40B4-BE49-F238E27FC236}">
                <a16:creationId xmlns:a16="http://schemas.microsoft.com/office/drawing/2014/main" id="{80D68FCD-4A2B-4FAF-A3CF-9844AE0D5977}"/>
              </a:ext>
            </a:extLst>
          </p:cNvPr>
          <p:cNvSpPr>
            <a:spLocks noGrp="1"/>
          </p:cNvSpPr>
          <p:nvPr/>
        </p:nvSpPr>
        <p:spPr>
          <a:xfrm>
            <a:off x="2188800" y="955440"/>
            <a:ext cx="26640" cy="44280"/>
          </a:xfrm>
          <a:custGeom>
            <a:avLst/>
            <a:gdLst>
              <a:gd name="textAreaLeft" fmla="*/ 0 w 26640"/>
              <a:gd name="textAreaRight" fmla="*/ 27000 w 26640"/>
              <a:gd name="textAreaTop" fmla="*/ 0 h 44280"/>
              <a:gd name="textAreaBottom" fmla="*/ 44640 h 44280"/>
              <a:gd name="GluePoint1X" fmla="*/ 56 w 62"/>
              <a:gd name="GluePoint1Y" fmla="*/ 0 h 102"/>
              <a:gd name="GluePoint2X" fmla="*/ 53 w 62"/>
              <a:gd name="GluePoint2Y" fmla="*/ 1 h 102"/>
              <a:gd name="GluePoint3X" fmla="*/ 50 w 62"/>
              <a:gd name="GluePoint3Y" fmla="*/ 2 h 102"/>
              <a:gd name="GluePoint4X" fmla="*/ 48 w 62"/>
              <a:gd name="GluePoint4Y" fmla="*/ 2 h 102"/>
              <a:gd name="GluePoint5X" fmla="*/ 45 w 62"/>
              <a:gd name="GluePoint5Y" fmla="*/ 4 h 102"/>
              <a:gd name="GluePoint6X" fmla="*/ 43 w 62"/>
              <a:gd name="GluePoint6Y" fmla="*/ 5 h 102"/>
              <a:gd name="GluePoint7X" fmla="*/ 40 w 62"/>
              <a:gd name="GluePoint7Y" fmla="*/ 6 h 102"/>
              <a:gd name="GluePoint8X" fmla="*/ 39 w 62"/>
              <a:gd name="GluePoint8Y" fmla="*/ 9 h 102"/>
              <a:gd name="GluePoint9X" fmla="*/ 36 w 62"/>
              <a:gd name="GluePoint9Y" fmla="*/ 10 h 102"/>
              <a:gd name="GluePoint10X" fmla="*/ 35 w 62"/>
              <a:gd name="GluePoint10Y" fmla="*/ 13 h 102"/>
              <a:gd name="GluePoint11X" fmla="*/ 33 w 62"/>
              <a:gd name="GluePoint11Y" fmla="*/ 16 h 102"/>
              <a:gd name="GluePoint12X" fmla="*/ 32 w 62"/>
              <a:gd name="GluePoint12Y" fmla="*/ 18 h 102"/>
              <a:gd name="GluePoint13X" fmla="*/ 30 w 62"/>
              <a:gd name="GluePoint13Y" fmla="*/ 22 h 102"/>
              <a:gd name="GluePoint14X" fmla="*/ 29 w 62"/>
              <a:gd name="GluePoint14Y" fmla="*/ 24 h 102"/>
              <a:gd name="GluePoint15X" fmla="*/ 28 w 62"/>
              <a:gd name="GluePoint15Y" fmla="*/ 27 h 102"/>
              <a:gd name="GluePoint16X" fmla="*/ 28 w 62"/>
              <a:gd name="GluePoint16Y" fmla="*/ 2 h 102"/>
              <a:gd name="GluePoint17X" fmla="*/ 24 w 62"/>
              <a:gd name="GluePoint17Y" fmla="*/ 2 h 102"/>
              <a:gd name="GluePoint18X" fmla="*/ 21 w 62"/>
              <a:gd name="GluePoint18Y" fmla="*/ 2 h 102"/>
              <a:gd name="GluePoint19X" fmla="*/ 18 w 62"/>
              <a:gd name="GluePoint19Y" fmla="*/ 2 h 102"/>
              <a:gd name="GluePoint20X" fmla="*/ 14 w 62"/>
              <a:gd name="GluePoint20Y" fmla="*/ 2 h 102"/>
              <a:gd name="GluePoint21X" fmla="*/ 11 w 62"/>
              <a:gd name="GluePoint21Y" fmla="*/ 2 h 102"/>
              <a:gd name="GluePoint22X" fmla="*/ 7 w 62"/>
              <a:gd name="GluePoint22Y" fmla="*/ 2 h 102"/>
              <a:gd name="GluePoint23X" fmla="*/ 3 w 62"/>
              <a:gd name="GluePoint23Y" fmla="*/ 2 h 102"/>
              <a:gd name="GluePoint24X" fmla="*/ 0 w 62"/>
              <a:gd name="GluePoint24Y" fmla="*/ 2 h 102"/>
              <a:gd name="GluePoint25X" fmla="*/ 0 w 62"/>
              <a:gd name="GluePoint25Y" fmla="*/ 102 h 102"/>
              <a:gd name="GluePoint26X" fmla="*/ 3 w 62"/>
              <a:gd name="GluePoint26Y" fmla="*/ 102 h 102"/>
              <a:gd name="GluePoint27X" fmla="*/ 7 w 62"/>
              <a:gd name="GluePoint27Y" fmla="*/ 102 h 102"/>
              <a:gd name="GluePoint28X" fmla="*/ 11 w 62"/>
              <a:gd name="GluePoint28Y" fmla="*/ 102 h 102"/>
              <a:gd name="GluePoint29X" fmla="*/ 14 w 62"/>
              <a:gd name="GluePoint29Y" fmla="*/ 102 h 102"/>
              <a:gd name="GluePoint30X" fmla="*/ 18 w 62"/>
              <a:gd name="GluePoint30Y" fmla="*/ 102 h 102"/>
              <a:gd name="GluePoint31X" fmla="*/ 21 w 62"/>
              <a:gd name="GluePoint31Y" fmla="*/ 102 h 102"/>
              <a:gd name="GluePoint32X" fmla="*/ 24 w 62"/>
              <a:gd name="GluePoint32Y" fmla="*/ 102 h 102"/>
              <a:gd name="GluePoint33X" fmla="*/ 28 w 62"/>
              <a:gd name="GluePoint33Y" fmla="*/ 102 h 102"/>
              <a:gd name="GluePoint34X" fmla="*/ 28 w 62"/>
              <a:gd name="GluePoint34Y" fmla="*/ 65 h 102"/>
              <a:gd name="GluePoint35X" fmla="*/ 28 w 62"/>
              <a:gd name="GluePoint35Y" fmla="*/ 57 h 102"/>
              <a:gd name="GluePoint36X" fmla="*/ 28 w 62"/>
              <a:gd name="GluePoint36Y" fmla="*/ 51 h 102"/>
              <a:gd name="GluePoint37X" fmla="*/ 28 w 62"/>
              <a:gd name="GluePoint37Y" fmla="*/ 45 h 102"/>
              <a:gd name="GluePoint38X" fmla="*/ 29 w 62"/>
              <a:gd name="GluePoint38Y" fmla="*/ 41 h 102"/>
              <a:gd name="GluePoint39X" fmla="*/ 31 w 62"/>
              <a:gd name="GluePoint39Y" fmla="*/ 38 h 102"/>
              <a:gd name="GluePoint40X" fmla="*/ 32 w 62"/>
              <a:gd name="GluePoint40Y" fmla="*/ 35 h 102"/>
              <a:gd name="GluePoint41X" fmla="*/ 34 w 62"/>
              <a:gd name="GluePoint41Y" fmla="*/ 33 h 102"/>
              <a:gd name="GluePoint42X" fmla="*/ 36 w 62"/>
              <a:gd name="GluePoint42Y" fmla="*/ 31 h 102"/>
              <a:gd name="GluePoint43X" fmla="*/ 39 w 62"/>
              <a:gd name="GluePoint43Y" fmla="*/ 29 h 102"/>
              <a:gd name="GluePoint44X" fmla="*/ 42 w 62"/>
              <a:gd name="GluePoint44Y" fmla="*/ 28 h 102"/>
              <a:gd name="GluePoint45X" fmla="*/ 45 w 62"/>
              <a:gd name="GluePoint45Y" fmla="*/ 27 h 102"/>
              <a:gd name="GluePoint46X" fmla="*/ 49 w 62"/>
              <a:gd name="GluePoint46Y" fmla="*/ 27 h 102"/>
              <a:gd name="GluePoint47X" fmla="*/ 52 w 62"/>
              <a:gd name="GluePoint47Y" fmla="*/ 27 h 102"/>
              <a:gd name="GluePoint48X" fmla="*/ 54 w 62"/>
              <a:gd name="GluePoint48Y" fmla="*/ 27 h 102"/>
              <a:gd name="GluePoint49X" fmla="*/ 57 w 62"/>
              <a:gd name="GluePoint49Y" fmla="*/ 29 h 102"/>
              <a:gd name="GluePoint50X" fmla="*/ 60 w 62"/>
              <a:gd name="GluePoint50Y" fmla="*/ 30 h 102"/>
              <a:gd name="GluePoint51X" fmla="*/ 61 w 62"/>
              <a:gd name="GluePoint51Y" fmla="*/ 29 h 102"/>
              <a:gd name="GluePoint52X" fmla="*/ 61 w 62"/>
              <a:gd name="GluePoint52Y" fmla="*/ 22 h 102"/>
              <a:gd name="GluePoint53X" fmla="*/ 61 w 62"/>
              <a:gd name="GluePoint53Y" fmla="*/ 14 h 102"/>
              <a:gd name="GluePoint54X" fmla="*/ 61 w 62"/>
              <a:gd name="GluePoint54Y" fmla="*/ 7 h 102"/>
              <a:gd name="GluePoint55X" fmla="*/ 62 w 62"/>
              <a:gd name="GluePoint55Y" fmla="*/ 0 h 102"/>
              <a:gd name="GluePoint56X" fmla="*/ 59 w 62"/>
              <a:gd name="GluePoint56Y" fmla="*/ 0 h 102"/>
              <a:gd name="GluePoint57X" fmla="*/ 56 w 62"/>
              <a:gd name="GluePoint57Y" fmla="*/ 0 h 102"/>
            </a:gdLst>
            <a:ahLst/>
            <a:cxnLst/>
            <a:rect l="textAreaLeft" t="textAreaTop" r="textAreaRight" b="textAreaBottom"/>
            <a:pathLst>
              <a:path w="62" h="102">
                <a:moveTo>
                  <a:pt x="56" y="0"/>
                </a:moveTo>
                <a:lnTo>
                  <a:pt x="53" y="1"/>
                </a:lnTo>
                <a:lnTo>
                  <a:pt x="50" y="2"/>
                </a:lnTo>
                <a:lnTo>
                  <a:pt x="48" y="2"/>
                </a:lnTo>
                <a:lnTo>
                  <a:pt x="45" y="4"/>
                </a:lnTo>
                <a:lnTo>
                  <a:pt x="43" y="5"/>
                </a:lnTo>
                <a:lnTo>
                  <a:pt x="40" y="6"/>
                </a:lnTo>
                <a:lnTo>
                  <a:pt x="39" y="9"/>
                </a:lnTo>
                <a:lnTo>
                  <a:pt x="36" y="10"/>
                </a:lnTo>
                <a:lnTo>
                  <a:pt x="35" y="13"/>
                </a:lnTo>
                <a:lnTo>
                  <a:pt x="33" y="16"/>
                </a:lnTo>
                <a:lnTo>
                  <a:pt x="32" y="18"/>
                </a:lnTo>
                <a:lnTo>
                  <a:pt x="30" y="22"/>
                </a:lnTo>
                <a:lnTo>
                  <a:pt x="29" y="24"/>
                </a:lnTo>
                <a:lnTo>
                  <a:pt x="28" y="2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8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1" y="102"/>
                </a:lnTo>
                <a:lnTo>
                  <a:pt x="24" y="102"/>
                </a:lnTo>
                <a:lnTo>
                  <a:pt x="28" y="102"/>
                </a:lnTo>
                <a:lnTo>
                  <a:pt x="28" y="65"/>
                </a:lnTo>
                <a:lnTo>
                  <a:pt x="28" y="57"/>
                </a:lnTo>
                <a:lnTo>
                  <a:pt x="28" y="51"/>
                </a:lnTo>
                <a:lnTo>
                  <a:pt x="28" y="45"/>
                </a:lnTo>
                <a:lnTo>
                  <a:pt x="29" y="41"/>
                </a:lnTo>
                <a:lnTo>
                  <a:pt x="31" y="38"/>
                </a:lnTo>
                <a:lnTo>
                  <a:pt x="32" y="35"/>
                </a:lnTo>
                <a:lnTo>
                  <a:pt x="34" y="33"/>
                </a:lnTo>
                <a:lnTo>
                  <a:pt x="36" y="31"/>
                </a:lnTo>
                <a:lnTo>
                  <a:pt x="39" y="29"/>
                </a:lnTo>
                <a:lnTo>
                  <a:pt x="42" y="28"/>
                </a:lnTo>
                <a:lnTo>
                  <a:pt x="45" y="27"/>
                </a:lnTo>
                <a:lnTo>
                  <a:pt x="49" y="27"/>
                </a:lnTo>
                <a:lnTo>
                  <a:pt x="52" y="27"/>
                </a:lnTo>
                <a:lnTo>
                  <a:pt x="54" y="27"/>
                </a:lnTo>
                <a:lnTo>
                  <a:pt x="57" y="29"/>
                </a:lnTo>
                <a:lnTo>
                  <a:pt x="60" y="30"/>
                </a:lnTo>
                <a:lnTo>
                  <a:pt x="61" y="29"/>
                </a:lnTo>
                <a:lnTo>
                  <a:pt x="61" y="22"/>
                </a:lnTo>
                <a:lnTo>
                  <a:pt x="61" y="14"/>
                </a:lnTo>
                <a:lnTo>
                  <a:pt x="61" y="7"/>
                </a:lnTo>
                <a:lnTo>
                  <a:pt x="62" y="0"/>
                </a:lnTo>
                <a:lnTo>
                  <a:pt x="59" y="0"/>
                </a:lnTo>
                <a:lnTo>
                  <a:pt x="5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61" name="íṧḷídè">
            <a:extLst>
              <a:ext uri="{FF2B5EF4-FFF2-40B4-BE49-F238E27FC236}">
                <a16:creationId xmlns:a16="http://schemas.microsoft.com/office/drawing/2014/main" id="{B80C62FC-1F5F-496A-888A-F5CC65C64F55}"/>
              </a:ext>
            </a:extLst>
          </p:cNvPr>
          <p:cNvSpPr>
            <a:spLocks noGrp="1"/>
          </p:cNvSpPr>
          <p:nvPr/>
        </p:nvSpPr>
        <p:spPr>
          <a:xfrm>
            <a:off x="2225520" y="955440"/>
            <a:ext cx="29880" cy="44640"/>
          </a:xfrm>
          <a:custGeom>
            <a:avLst/>
            <a:gdLst>
              <a:gd name="textAreaLeft" fmla="*/ 0 w 29880"/>
              <a:gd name="textAreaRight" fmla="*/ 30240 w 29880"/>
              <a:gd name="textAreaTop" fmla="*/ 0 h 44640"/>
              <a:gd name="textAreaBottom" fmla="*/ 45000 h 44640"/>
              <a:gd name="GluePoint1X" fmla="*/ 67 w 69"/>
              <a:gd name="GluePoint1Y" fmla="*/ 59 h 103"/>
              <a:gd name="GluePoint2X" fmla="*/ 62 w 69"/>
              <a:gd name="GluePoint2Y" fmla="*/ 52 h 103"/>
              <a:gd name="GluePoint3X" fmla="*/ 55 w 69"/>
              <a:gd name="GluePoint3Y" fmla="*/ 47 h 103"/>
              <a:gd name="GluePoint4X" fmla="*/ 46 w 69"/>
              <a:gd name="GluePoint4Y" fmla="*/ 42 h 103"/>
              <a:gd name="GluePoint5X" fmla="*/ 34 w 69"/>
              <a:gd name="GluePoint5Y" fmla="*/ 37 h 103"/>
              <a:gd name="GluePoint6X" fmla="*/ 25 w 69"/>
              <a:gd name="GluePoint6Y" fmla="*/ 31 h 103"/>
              <a:gd name="GluePoint7X" fmla="*/ 21 w 69"/>
              <a:gd name="GluePoint7Y" fmla="*/ 25 h 103"/>
              <a:gd name="GluePoint8X" fmla="*/ 21 w 69"/>
              <a:gd name="GluePoint8Y" fmla="*/ 18 h 103"/>
              <a:gd name="GluePoint9X" fmla="*/ 27 w 69"/>
              <a:gd name="GluePoint9Y" fmla="*/ 13 h 103"/>
              <a:gd name="GluePoint10X" fmla="*/ 36 w 69"/>
              <a:gd name="GluePoint10Y" fmla="*/ 10 h 103"/>
              <a:gd name="GluePoint11X" fmla="*/ 45 w 69"/>
              <a:gd name="GluePoint11Y" fmla="*/ 14 h 103"/>
              <a:gd name="GluePoint12X" fmla="*/ 53 w 69"/>
              <a:gd name="GluePoint12Y" fmla="*/ 21 h 103"/>
              <a:gd name="GluePoint13X" fmla="*/ 61 w 69"/>
              <a:gd name="GluePoint13Y" fmla="*/ 27 h 103"/>
              <a:gd name="GluePoint14X" fmla="*/ 65 w 69"/>
              <a:gd name="GluePoint14Y" fmla="*/ 14 h 103"/>
              <a:gd name="GluePoint15X" fmla="*/ 60 w 69"/>
              <a:gd name="GluePoint15Y" fmla="*/ 6 h 103"/>
              <a:gd name="GluePoint16X" fmla="*/ 48 w 69"/>
              <a:gd name="GluePoint16Y" fmla="*/ 2 h 103"/>
              <a:gd name="GluePoint17X" fmla="*/ 36 w 69"/>
              <a:gd name="GluePoint17Y" fmla="*/ 0 h 103"/>
              <a:gd name="GluePoint18X" fmla="*/ 24 w 69"/>
              <a:gd name="GluePoint18Y" fmla="*/ 2 h 103"/>
              <a:gd name="GluePoint19X" fmla="*/ 15 w 69"/>
              <a:gd name="GluePoint19Y" fmla="*/ 6 h 103"/>
              <a:gd name="GluePoint20X" fmla="*/ 8 w 69"/>
              <a:gd name="GluePoint20Y" fmla="*/ 12 h 103"/>
              <a:gd name="GluePoint21X" fmla="*/ 3 w 69"/>
              <a:gd name="GluePoint21Y" fmla="*/ 20 h 103"/>
              <a:gd name="GluePoint22X" fmla="*/ 1 w 69"/>
              <a:gd name="GluePoint22Y" fmla="*/ 30 h 103"/>
              <a:gd name="GluePoint23X" fmla="*/ 1 w 69"/>
              <a:gd name="GluePoint23Y" fmla="*/ 38 h 103"/>
              <a:gd name="GluePoint24X" fmla="*/ 3 w 69"/>
              <a:gd name="GluePoint24Y" fmla="*/ 46 h 103"/>
              <a:gd name="GluePoint25X" fmla="*/ 8 w 69"/>
              <a:gd name="GluePoint25Y" fmla="*/ 52 h 103"/>
              <a:gd name="GluePoint26X" fmla="*/ 14 w 69"/>
              <a:gd name="GluePoint26Y" fmla="*/ 58 h 103"/>
              <a:gd name="GluePoint27X" fmla="*/ 23 w 69"/>
              <a:gd name="GluePoint27Y" fmla="*/ 63 h 103"/>
              <a:gd name="GluePoint28X" fmla="*/ 34 w 69"/>
              <a:gd name="GluePoint28Y" fmla="*/ 68 h 103"/>
              <a:gd name="GluePoint29X" fmla="*/ 44 w 69"/>
              <a:gd name="GluePoint29Y" fmla="*/ 74 h 103"/>
              <a:gd name="GluePoint30X" fmla="*/ 48 w 69"/>
              <a:gd name="GluePoint30Y" fmla="*/ 79 h 103"/>
              <a:gd name="GluePoint31X" fmla="*/ 47 w 69"/>
              <a:gd name="GluePoint31Y" fmla="*/ 87 h 103"/>
              <a:gd name="GluePoint32X" fmla="*/ 41 w 69"/>
              <a:gd name="GluePoint32Y" fmla="*/ 92 h 103"/>
              <a:gd name="GluePoint33X" fmla="*/ 32 w 69"/>
              <a:gd name="GluePoint33Y" fmla="*/ 95 h 103"/>
              <a:gd name="GluePoint34X" fmla="*/ 21 w 69"/>
              <a:gd name="GluePoint34Y" fmla="*/ 92 h 103"/>
              <a:gd name="GluePoint35X" fmla="*/ 12 w 69"/>
              <a:gd name="GluePoint35Y" fmla="*/ 85 h 103"/>
              <a:gd name="GluePoint36X" fmla="*/ 4 w 69"/>
              <a:gd name="GluePoint36Y" fmla="*/ 77 h 103"/>
              <a:gd name="GluePoint37X" fmla="*/ 1 w 69"/>
              <a:gd name="GluePoint37Y" fmla="*/ 92 h 103"/>
              <a:gd name="GluePoint38X" fmla="*/ 7 w 69"/>
              <a:gd name="GluePoint38Y" fmla="*/ 99 h 103"/>
              <a:gd name="GluePoint39X" fmla="*/ 17 w 69"/>
              <a:gd name="GluePoint39Y" fmla="*/ 103 h 103"/>
              <a:gd name="GluePoint40X" fmla="*/ 29 w 69"/>
              <a:gd name="GluePoint40Y" fmla="*/ 103 h 103"/>
              <a:gd name="GluePoint41X" fmla="*/ 42 w 69"/>
              <a:gd name="GluePoint41Y" fmla="*/ 102 h 103"/>
              <a:gd name="GluePoint42X" fmla="*/ 52 w 69"/>
              <a:gd name="GluePoint42Y" fmla="*/ 99 h 103"/>
              <a:gd name="GluePoint43X" fmla="*/ 60 w 69"/>
              <a:gd name="GluePoint43Y" fmla="*/ 93 h 103"/>
              <a:gd name="GluePoint44X" fmla="*/ 66 w 69"/>
              <a:gd name="GluePoint44Y" fmla="*/ 85 h 103"/>
              <a:gd name="GluePoint45X" fmla="*/ 69 w 69"/>
              <a:gd name="GluePoint45Y" fmla="*/ 75 h 103"/>
              <a:gd name="GluePoint46X" fmla="*/ 69 w 69"/>
              <a:gd name="GluePoint46Y" fmla="*/ 67 h 103"/>
            </a:gdLst>
            <a:ahLst/>
            <a:cxnLst/>
            <a:rect l="textAreaLeft" t="textAreaTop" r="textAreaRight" b="textAreaBottom"/>
            <a:pathLst>
              <a:path w="69" h="103">
                <a:moveTo>
                  <a:pt x="68" y="64"/>
                </a:moveTo>
                <a:lnTo>
                  <a:pt x="68" y="62"/>
                </a:lnTo>
                <a:lnTo>
                  <a:pt x="67" y="59"/>
                </a:lnTo>
                <a:lnTo>
                  <a:pt x="65" y="57"/>
                </a:lnTo>
                <a:lnTo>
                  <a:pt x="64" y="55"/>
                </a:lnTo>
                <a:lnTo>
                  <a:pt x="62" y="52"/>
                </a:lnTo>
                <a:lnTo>
                  <a:pt x="60" y="51"/>
                </a:lnTo>
                <a:lnTo>
                  <a:pt x="57" y="48"/>
                </a:lnTo>
                <a:lnTo>
                  <a:pt x="55" y="47"/>
                </a:lnTo>
                <a:lnTo>
                  <a:pt x="52" y="45"/>
                </a:lnTo>
                <a:lnTo>
                  <a:pt x="49" y="43"/>
                </a:lnTo>
                <a:lnTo>
                  <a:pt x="46" y="42"/>
                </a:lnTo>
                <a:lnTo>
                  <a:pt x="42" y="40"/>
                </a:lnTo>
                <a:lnTo>
                  <a:pt x="39" y="38"/>
                </a:lnTo>
                <a:lnTo>
                  <a:pt x="34" y="37"/>
                </a:lnTo>
                <a:lnTo>
                  <a:pt x="31" y="34"/>
                </a:lnTo>
                <a:lnTo>
                  <a:pt x="28" y="33"/>
                </a:lnTo>
                <a:lnTo>
                  <a:pt x="25" y="31"/>
                </a:lnTo>
                <a:lnTo>
                  <a:pt x="24" y="29"/>
                </a:lnTo>
                <a:lnTo>
                  <a:pt x="22" y="27"/>
                </a:lnTo>
                <a:lnTo>
                  <a:pt x="21" y="25"/>
                </a:lnTo>
                <a:lnTo>
                  <a:pt x="20" y="23"/>
                </a:lnTo>
                <a:lnTo>
                  <a:pt x="21" y="20"/>
                </a:lnTo>
                <a:lnTo>
                  <a:pt x="21" y="18"/>
                </a:lnTo>
                <a:lnTo>
                  <a:pt x="23" y="16"/>
                </a:lnTo>
                <a:lnTo>
                  <a:pt x="24" y="14"/>
                </a:lnTo>
                <a:lnTo>
                  <a:pt x="27" y="13"/>
                </a:lnTo>
                <a:lnTo>
                  <a:pt x="29" y="12"/>
                </a:lnTo>
                <a:lnTo>
                  <a:pt x="32" y="11"/>
                </a:lnTo>
                <a:lnTo>
                  <a:pt x="36" y="10"/>
                </a:lnTo>
                <a:lnTo>
                  <a:pt x="39" y="11"/>
                </a:lnTo>
                <a:lnTo>
                  <a:pt x="43" y="12"/>
                </a:lnTo>
                <a:lnTo>
                  <a:pt x="45" y="14"/>
                </a:lnTo>
                <a:lnTo>
                  <a:pt x="48" y="16"/>
                </a:lnTo>
                <a:lnTo>
                  <a:pt x="51" y="18"/>
                </a:lnTo>
                <a:lnTo>
                  <a:pt x="53" y="21"/>
                </a:lnTo>
                <a:lnTo>
                  <a:pt x="55" y="24"/>
                </a:lnTo>
                <a:lnTo>
                  <a:pt x="56" y="27"/>
                </a:lnTo>
                <a:lnTo>
                  <a:pt x="61" y="27"/>
                </a:lnTo>
                <a:lnTo>
                  <a:pt x="63" y="23"/>
                </a:lnTo>
                <a:lnTo>
                  <a:pt x="64" y="19"/>
                </a:lnTo>
                <a:lnTo>
                  <a:pt x="65" y="14"/>
                </a:lnTo>
                <a:lnTo>
                  <a:pt x="66" y="10"/>
                </a:lnTo>
                <a:lnTo>
                  <a:pt x="63" y="8"/>
                </a:lnTo>
                <a:lnTo>
                  <a:pt x="60" y="6"/>
                </a:lnTo>
                <a:lnTo>
                  <a:pt x="56" y="4"/>
                </a:lnTo>
                <a:lnTo>
                  <a:pt x="52" y="3"/>
                </a:lnTo>
                <a:lnTo>
                  <a:pt x="48" y="2"/>
                </a:lnTo>
                <a:lnTo>
                  <a:pt x="44" y="1"/>
                </a:lnTo>
                <a:lnTo>
                  <a:pt x="40" y="0"/>
                </a:lnTo>
                <a:lnTo>
                  <a:pt x="36" y="0"/>
                </a:lnTo>
                <a:lnTo>
                  <a:pt x="32" y="0"/>
                </a:lnTo>
                <a:lnTo>
                  <a:pt x="28" y="1"/>
                </a:lnTo>
                <a:lnTo>
                  <a:pt x="24" y="2"/>
                </a:lnTo>
                <a:lnTo>
                  <a:pt x="21" y="3"/>
                </a:lnTo>
                <a:lnTo>
                  <a:pt x="18" y="4"/>
                </a:lnTo>
                <a:lnTo>
                  <a:pt x="15" y="6"/>
                </a:lnTo>
                <a:lnTo>
                  <a:pt x="12" y="7"/>
                </a:lnTo>
                <a:lnTo>
                  <a:pt x="10" y="10"/>
                </a:lnTo>
                <a:lnTo>
                  <a:pt x="8" y="12"/>
                </a:lnTo>
                <a:lnTo>
                  <a:pt x="6" y="14"/>
                </a:lnTo>
                <a:lnTo>
                  <a:pt x="4" y="17"/>
                </a:lnTo>
                <a:lnTo>
                  <a:pt x="3" y="20"/>
                </a:lnTo>
                <a:lnTo>
                  <a:pt x="2" y="22"/>
                </a:lnTo>
                <a:lnTo>
                  <a:pt x="1" y="26"/>
                </a:lnTo>
                <a:lnTo>
                  <a:pt x="1" y="30"/>
                </a:lnTo>
                <a:lnTo>
                  <a:pt x="0" y="34"/>
                </a:lnTo>
                <a:lnTo>
                  <a:pt x="0" y="36"/>
                </a:lnTo>
                <a:lnTo>
                  <a:pt x="1" y="38"/>
                </a:lnTo>
                <a:lnTo>
                  <a:pt x="1" y="41"/>
                </a:lnTo>
                <a:lnTo>
                  <a:pt x="2" y="43"/>
                </a:lnTo>
                <a:lnTo>
                  <a:pt x="3" y="46"/>
                </a:lnTo>
                <a:lnTo>
                  <a:pt x="4" y="48"/>
                </a:lnTo>
                <a:lnTo>
                  <a:pt x="6" y="51"/>
                </a:lnTo>
                <a:lnTo>
                  <a:pt x="8" y="52"/>
                </a:lnTo>
                <a:lnTo>
                  <a:pt x="10" y="55"/>
                </a:lnTo>
                <a:lnTo>
                  <a:pt x="12" y="56"/>
                </a:lnTo>
                <a:lnTo>
                  <a:pt x="14" y="58"/>
                </a:lnTo>
                <a:lnTo>
                  <a:pt x="17" y="60"/>
                </a:lnTo>
                <a:lnTo>
                  <a:pt x="20" y="62"/>
                </a:lnTo>
                <a:lnTo>
                  <a:pt x="23" y="63"/>
                </a:lnTo>
                <a:lnTo>
                  <a:pt x="26" y="65"/>
                </a:lnTo>
                <a:lnTo>
                  <a:pt x="30" y="67"/>
                </a:lnTo>
                <a:lnTo>
                  <a:pt x="34" y="68"/>
                </a:lnTo>
                <a:lnTo>
                  <a:pt x="38" y="70"/>
                </a:lnTo>
                <a:lnTo>
                  <a:pt x="41" y="71"/>
                </a:lnTo>
                <a:lnTo>
                  <a:pt x="44" y="74"/>
                </a:lnTo>
                <a:lnTo>
                  <a:pt x="46" y="75"/>
                </a:lnTo>
                <a:lnTo>
                  <a:pt x="48" y="78"/>
                </a:lnTo>
                <a:lnTo>
                  <a:pt x="48" y="79"/>
                </a:lnTo>
                <a:lnTo>
                  <a:pt x="48" y="82"/>
                </a:lnTo>
                <a:lnTo>
                  <a:pt x="48" y="84"/>
                </a:lnTo>
                <a:lnTo>
                  <a:pt x="47" y="87"/>
                </a:lnTo>
                <a:lnTo>
                  <a:pt x="45" y="89"/>
                </a:lnTo>
                <a:lnTo>
                  <a:pt x="44" y="91"/>
                </a:lnTo>
                <a:lnTo>
                  <a:pt x="41" y="92"/>
                </a:lnTo>
                <a:lnTo>
                  <a:pt x="39" y="93"/>
                </a:lnTo>
                <a:lnTo>
                  <a:pt x="36" y="94"/>
                </a:lnTo>
                <a:lnTo>
                  <a:pt x="32" y="95"/>
                </a:lnTo>
                <a:lnTo>
                  <a:pt x="28" y="95"/>
                </a:lnTo>
                <a:lnTo>
                  <a:pt x="24" y="94"/>
                </a:lnTo>
                <a:lnTo>
                  <a:pt x="21" y="92"/>
                </a:lnTo>
                <a:lnTo>
                  <a:pt x="18" y="91"/>
                </a:lnTo>
                <a:lnTo>
                  <a:pt x="16" y="87"/>
                </a:lnTo>
                <a:lnTo>
                  <a:pt x="12" y="85"/>
                </a:lnTo>
                <a:lnTo>
                  <a:pt x="10" y="81"/>
                </a:lnTo>
                <a:lnTo>
                  <a:pt x="8" y="77"/>
                </a:lnTo>
                <a:lnTo>
                  <a:pt x="4" y="77"/>
                </a:lnTo>
                <a:lnTo>
                  <a:pt x="3" y="81"/>
                </a:lnTo>
                <a:lnTo>
                  <a:pt x="2" y="87"/>
                </a:lnTo>
                <a:lnTo>
                  <a:pt x="1" y="92"/>
                </a:lnTo>
                <a:lnTo>
                  <a:pt x="0" y="96"/>
                </a:lnTo>
                <a:lnTo>
                  <a:pt x="3" y="98"/>
                </a:lnTo>
                <a:lnTo>
                  <a:pt x="7" y="99"/>
                </a:lnTo>
                <a:lnTo>
                  <a:pt x="10" y="100"/>
                </a:lnTo>
                <a:lnTo>
                  <a:pt x="13" y="102"/>
                </a:lnTo>
                <a:lnTo>
                  <a:pt x="17" y="103"/>
                </a:lnTo>
                <a:lnTo>
                  <a:pt x="20" y="103"/>
                </a:lnTo>
                <a:lnTo>
                  <a:pt x="25" y="103"/>
                </a:lnTo>
                <a:lnTo>
                  <a:pt x="29" y="103"/>
                </a:lnTo>
                <a:lnTo>
                  <a:pt x="33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101"/>
                </a:lnTo>
                <a:lnTo>
                  <a:pt x="49" y="100"/>
                </a:lnTo>
                <a:lnTo>
                  <a:pt x="52" y="99"/>
                </a:lnTo>
                <a:lnTo>
                  <a:pt x="56" y="97"/>
                </a:lnTo>
                <a:lnTo>
                  <a:pt x="59" y="95"/>
                </a:lnTo>
                <a:lnTo>
                  <a:pt x="60" y="93"/>
                </a:lnTo>
                <a:lnTo>
                  <a:pt x="63" y="91"/>
                </a:lnTo>
                <a:lnTo>
                  <a:pt x="64" y="88"/>
                </a:lnTo>
                <a:lnTo>
                  <a:pt x="66" y="85"/>
                </a:lnTo>
                <a:lnTo>
                  <a:pt x="68" y="83"/>
                </a:lnTo>
                <a:lnTo>
                  <a:pt x="68" y="79"/>
                </a:lnTo>
                <a:lnTo>
                  <a:pt x="69" y="75"/>
                </a:lnTo>
                <a:lnTo>
                  <a:pt x="69" y="71"/>
                </a:lnTo>
                <a:lnTo>
                  <a:pt x="69" y="69"/>
                </a:lnTo>
                <a:lnTo>
                  <a:pt x="69" y="67"/>
                </a:lnTo>
                <a:lnTo>
                  <a:pt x="68" y="64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62" name="î$líḋé">
            <a:extLst>
              <a:ext uri="{FF2B5EF4-FFF2-40B4-BE49-F238E27FC236}">
                <a16:creationId xmlns:a16="http://schemas.microsoft.com/office/drawing/2014/main" id="{E62CE86A-5667-4F48-A56A-6C86983FD802}"/>
              </a:ext>
            </a:extLst>
          </p:cNvPr>
          <p:cNvSpPr>
            <a:spLocks noGrp="1"/>
          </p:cNvSpPr>
          <p:nvPr/>
        </p:nvSpPr>
        <p:spPr>
          <a:xfrm>
            <a:off x="226944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1 w 28"/>
              <a:gd name="GluePoint1Y" fmla="*/ 0 h 100"/>
              <a:gd name="GluePoint2X" fmla="*/ 18 w 28"/>
              <a:gd name="GluePoint2Y" fmla="*/ 0 h 100"/>
              <a:gd name="GluePoint3X" fmla="*/ 15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5 w 28"/>
              <a:gd name="GluePoint12Y" fmla="*/ 100 h 100"/>
              <a:gd name="GluePoint13X" fmla="*/ 18 w 28"/>
              <a:gd name="GluePoint13Y" fmla="*/ 100 h 100"/>
              <a:gd name="GluePoint14X" fmla="*/ 21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1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1" y="0"/>
                </a:moveTo>
                <a:lnTo>
                  <a:pt x="18" y="0"/>
                </a:lnTo>
                <a:lnTo>
                  <a:pt x="15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5" y="100"/>
                </a:lnTo>
                <a:lnTo>
                  <a:pt x="18" y="100"/>
                </a:lnTo>
                <a:lnTo>
                  <a:pt x="21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63" name="îṩḻïḓè">
            <a:extLst>
              <a:ext uri="{FF2B5EF4-FFF2-40B4-BE49-F238E27FC236}">
                <a16:creationId xmlns:a16="http://schemas.microsoft.com/office/drawing/2014/main" id="{EA24BD37-2345-460D-A710-A0D9E75831A3}"/>
              </a:ext>
            </a:extLst>
          </p:cNvPr>
          <p:cNvSpPr>
            <a:spLocks noGrp="1"/>
          </p:cNvSpPr>
          <p:nvPr/>
        </p:nvSpPr>
        <p:spPr>
          <a:xfrm>
            <a:off x="226872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29 w 33"/>
              <a:gd name="GluePoint2Y" fmla="*/ 7 h 32"/>
              <a:gd name="GluePoint3X" fmla="*/ 28 w 33"/>
              <a:gd name="GluePoint3Y" fmla="*/ 5 h 32"/>
              <a:gd name="GluePoint4X" fmla="*/ 25 w 33"/>
              <a:gd name="GluePoint4Y" fmla="*/ 3 h 32"/>
              <a:gd name="GluePoint5X" fmla="*/ 22 w 33"/>
              <a:gd name="GluePoint5Y" fmla="*/ 2 h 32"/>
              <a:gd name="GluePoint6X" fmla="*/ 19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9 w 33"/>
              <a:gd name="GluePoint9Y" fmla="*/ 2 h 32"/>
              <a:gd name="GluePoint10X" fmla="*/ 6 w 33"/>
              <a:gd name="GluePoint10Y" fmla="*/ 3 h 32"/>
              <a:gd name="GluePoint11X" fmla="*/ 4 w 33"/>
              <a:gd name="GluePoint11Y" fmla="*/ 5 h 32"/>
              <a:gd name="GluePoint12X" fmla="*/ 2 w 33"/>
              <a:gd name="GluePoint12Y" fmla="*/ 7 h 32"/>
              <a:gd name="GluePoint13X" fmla="*/ 1 w 33"/>
              <a:gd name="GluePoint13Y" fmla="*/ 10 h 32"/>
              <a:gd name="GluePoint14X" fmla="*/ 0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1 w 33"/>
              <a:gd name="GluePoint17Y" fmla="*/ 23 h 32"/>
              <a:gd name="GluePoint18X" fmla="*/ 2 w 33"/>
              <a:gd name="GluePoint18Y" fmla="*/ 26 h 32"/>
              <a:gd name="GluePoint19X" fmla="*/ 4 w 33"/>
              <a:gd name="GluePoint19Y" fmla="*/ 28 h 32"/>
              <a:gd name="GluePoint20X" fmla="*/ 6 w 33"/>
              <a:gd name="GluePoint20Y" fmla="*/ 30 h 32"/>
              <a:gd name="GluePoint21X" fmla="*/ 9 w 33"/>
              <a:gd name="GluePoint21Y" fmla="*/ 31 h 32"/>
              <a:gd name="GluePoint22X" fmla="*/ 12 w 33"/>
              <a:gd name="GluePoint22Y" fmla="*/ 32 h 32"/>
              <a:gd name="GluePoint23X" fmla="*/ 16 w 33"/>
              <a:gd name="GluePoint23Y" fmla="*/ 32 h 32"/>
              <a:gd name="GluePoint24X" fmla="*/ 19 w 33"/>
              <a:gd name="GluePoint24Y" fmla="*/ 32 h 32"/>
              <a:gd name="GluePoint25X" fmla="*/ 22 w 33"/>
              <a:gd name="GluePoint25Y" fmla="*/ 31 h 32"/>
              <a:gd name="GluePoint26X" fmla="*/ 25 w 33"/>
              <a:gd name="GluePoint26Y" fmla="*/ 30 h 32"/>
              <a:gd name="GluePoint27X" fmla="*/ 28 w 33"/>
              <a:gd name="GluePoint27Y" fmla="*/ 27 h 32"/>
              <a:gd name="GluePoint28X" fmla="*/ 29 w 33"/>
              <a:gd name="GluePoint28Y" fmla="*/ 25 h 32"/>
              <a:gd name="GluePoint29X" fmla="*/ 31 w 33"/>
              <a:gd name="GluePoint29Y" fmla="*/ 23 h 32"/>
              <a:gd name="GluePoint30X" fmla="*/ 32 w 33"/>
              <a:gd name="GluePoint30Y" fmla="*/ 19 h 32"/>
              <a:gd name="GluePoint31X" fmla="*/ 33 w 33"/>
              <a:gd name="GluePoint31Y" fmla="*/ 16 h 32"/>
              <a:gd name="GluePoint32X" fmla="*/ 32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29" y="7"/>
                </a:lnTo>
                <a:lnTo>
                  <a:pt x="28" y="5"/>
                </a:lnTo>
                <a:lnTo>
                  <a:pt x="25" y="3"/>
                </a:lnTo>
                <a:lnTo>
                  <a:pt x="22" y="2"/>
                </a:lnTo>
                <a:lnTo>
                  <a:pt x="19" y="0"/>
                </a:lnTo>
                <a:lnTo>
                  <a:pt x="16" y="0"/>
                </a:lnTo>
                <a:lnTo>
                  <a:pt x="13" y="0"/>
                </a:lnTo>
                <a:lnTo>
                  <a:pt x="9" y="2"/>
                </a:lnTo>
                <a:lnTo>
                  <a:pt x="6" y="3"/>
                </a:lnTo>
                <a:lnTo>
                  <a:pt x="4" y="5"/>
                </a:lnTo>
                <a:lnTo>
                  <a:pt x="2" y="7"/>
                </a:lnTo>
                <a:lnTo>
                  <a:pt x="1" y="10"/>
                </a:lnTo>
                <a:lnTo>
                  <a:pt x="0" y="13"/>
                </a:lnTo>
                <a:lnTo>
                  <a:pt x="0" y="16"/>
                </a:lnTo>
                <a:lnTo>
                  <a:pt x="0" y="20"/>
                </a:lnTo>
                <a:lnTo>
                  <a:pt x="1" y="23"/>
                </a:lnTo>
                <a:lnTo>
                  <a:pt x="2" y="26"/>
                </a:lnTo>
                <a:lnTo>
                  <a:pt x="4" y="28"/>
                </a:lnTo>
                <a:lnTo>
                  <a:pt x="6" y="30"/>
                </a:lnTo>
                <a:lnTo>
                  <a:pt x="9" y="31"/>
                </a:lnTo>
                <a:lnTo>
                  <a:pt x="12" y="32"/>
                </a:lnTo>
                <a:lnTo>
                  <a:pt x="16" y="32"/>
                </a:lnTo>
                <a:lnTo>
                  <a:pt x="19" y="32"/>
                </a:lnTo>
                <a:lnTo>
                  <a:pt x="22" y="31"/>
                </a:lnTo>
                <a:lnTo>
                  <a:pt x="25" y="30"/>
                </a:lnTo>
                <a:lnTo>
                  <a:pt x="28" y="27"/>
                </a:lnTo>
                <a:lnTo>
                  <a:pt x="29" y="25"/>
                </a:lnTo>
                <a:lnTo>
                  <a:pt x="31" y="23"/>
                </a:lnTo>
                <a:lnTo>
                  <a:pt x="32" y="19"/>
                </a:lnTo>
                <a:lnTo>
                  <a:pt x="33" y="16"/>
                </a:lnTo>
                <a:lnTo>
                  <a:pt x="32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64" name="îṥḷíde">
            <a:extLst>
              <a:ext uri="{FF2B5EF4-FFF2-40B4-BE49-F238E27FC236}">
                <a16:creationId xmlns:a16="http://schemas.microsoft.com/office/drawing/2014/main" id="{A2DB94DF-6312-496F-B74A-FB653F8FDAFF}"/>
              </a:ext>
            </a:extLst>
          </p:cNvPr>
          <p:cNvSpPr>
            <a:spLocks noGrp="1"/>
          </p:cNvSpPr>
          <p:nvPr/>
        </p:nvSpPr>
        <p:spPr>
          <a:xfrm>
            <a:off x="229500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8 w 62"/>
              <a:gd name="GluePoint1Y" fmla="*/ 129 h 138"/>
              <a:gd name="GluePoint2X" fmla="*/ 55 w 62"/>
              <a:gd name="GluePoint2Y" fmla="*/ 129 h 138"/>
              <a:gd name="GluePoint3X" fmla="*/ 54 w 62"/>
              <a:gd name="GluePoint3Y" fmla="*/ 129 h 138"/>
              <a:gd name="GluePoint4X" fmla="*/ 51 w 62"/>
              <a:gd name="GluePoint4Y" fmla="*/ 129 h 138"/>
              <a:gd name="GluePoint5X" fmla="*/ 50 w 62"/>
              <a:gd name="GluePoint5Y" fmla="*/ 129 h 138"/>
              <a:gd name="GluePoint6X" fmla="*/ 48 w 62"/>
              <a:gd name="GluePoint6Y" fmla="*/ 128 h 138"/>
              <a:gd name="GluePoint7X" fmla="*/ 46 w 62"/>
              <a:gd name="GluePoint7Y" fmla="*/ 127 h 138"/>
              <a:gd name="GluePoint8X" fmla="*/ 46 w 62"/>
              <a:gd name="GluePoint8Y" fmla="*/ 126 h 138"/>
              <a:gd name="GluePoint9X" fmla="*/ 45 w 62"/>
              <a:gd name="GluePoint9Y" fmla="*/ 124 h 138"/>
              <a:gd name="GluePoint10X" fmla="*/ 44 w 62"/>
              <a:gd name="GluePoint10Y" fmla="*/ 122 h 138"/>
              <a:gd name="GluePoint11X" fmla="*/ 43 w 62"/>
              <a:gd name="GluePoint11Y" fmla="*/ 120 h 138"/>
              <a:gd name="GluePoint12X" fmla="*/ 43 w 62"/>
              <a:gd name="GluePoint12Y" fmla="*/ 118 h 138"/>
              <a:gd name="GluePoint13X" fmla="*/ 43 w 62"/>
              <a:gd name="GluePoint13Y" fmla="*/ 115 h 138"/>
              <a:gd name="GluePoint14X" fmla="*/ 43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1 w 62"/>
              <a:gd name="GluePoint18Y" fmla="*/ 47 h 138"/>
              <a:gd name="GluePoint19X" fmla="*/ 61 w 62"/>
              <a:gd name="GluePoint19Y" fmla="*/ 44 h 138"/>
              <a:gd name="GluePoint20X" fmla="*/ 61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6 w 62"/>
              <a:gd name="GluePoint24Y" fmla="*/ 4 h 138"/>
              <a:gd name="GluePoint25X" fmla="*/ 29 w 62"/>
              <a:gd name="GluePoint25Y" fmla="*/ 7 h 138"/>
              <a:gd name="GluePoint26X" fmla="*/ 22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1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5 w 62"/>
              <a:gd name="GluePoint38Y" fmla="*/ 118 h 138"/>
              <a:gd name="GluePoint39X" fmla="*/ 16 w 62"/>
              <a:gd name="GluePoint39Y" fmla="*/ 121 h 138"/>
              <a:gd name="GluePoint40X" fmla="*/ 17 w 62"/>
              <a:gd name="GluePoint40Y" fmla="*/ 123 h 138"/>
              <a:gd name="GluePoint41X" fmla="*/ 18 w 62"/>
              <a:gd name="GluePoint41Y" fmla="*/ 126 h 138"/>
              <a:gd name="GluePoint42X" fmla="*/ 19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9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8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60 w 62"/>
              <a:gd name="GluePoint59Y" fmla="*/ 128 h 138"/>
              <a:gd name="GluePoint60X" fmla="*/ 58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8" y="129"/>
                </a:moveTo>
                <a:lnTo>
                  <a:pt x="55" y="129"/>
                </a:lnTo>
                <a:lnTo>
                  <a:pt x="54" y="129"/>
                </a:lnTo>
                <a:lnTo>
                  <a:pt x="51" y="129"/>
                </a:lnTo>
                <a:lnTo>
                  <a:pt x="50" y="129"/>
                </a:lnTo>
                <a:lnTo>
                  <a:pt x="48" y="128"/>
                </a:lnTo>
                <a:lnTo>
                  <a:pt x="46" y="127"/>
                </a:lnTo>
                <a:lnTo>
                  <a:pt x="46" y="126"/>
                </a:lnTo>
                <a:lnTo>
                  <a:pt x="45" y="124"/>
                </a:lnTo>
                <a:lnTo>
                  <a:pt x="44" y="122"/>
                </a:lnTo>
                <a:lnTo>
                  <a:pt x="43" y="120"/>
                </a:lnTo>
                <a:lnTo>
                  <a:pt x="43" y="118"/>
                </a:lnTo>
                <a:lnTo>
                  <a:pt x="43" y="115"/>
                </a:lnTo>
                <a:lnTo>
                  <a:pt x="43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1" y="47"/>
                </a:lnTo>
                <a:lnTo>
                  <a:pt x="61" y="44"/>
                </a:lnTo>
                <a:lnTo>
                  <a:pt x="61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6" y="4"/>
                </a:lnTo>
                <a:lnTo>
                  <a:pt x="29" y="7"/>
                </a:lnTo>
                <a:lnTo>
                  <a:pt x="22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1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5" y="118"/>
                </a:lnTo>
                <a:lnTo>
                  <a:pt x="16" y="121"/>
                </a:lnTo>
                <a:lnTo>
                  <a:pt x="17" y="123"/>
                </a:lnTo>
                <a:lnTo>
                  <a:pt x="18" y="126"/>
                </a:lnTo>
                <a:lnTo>
                  <a:pt x="19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9" y="137"/>
                </a:lnTo>
                <a:lnTo>
                  <a:pt x="31" y="138"/>
                </a:lnTo>
                <a:lnTo>
                  <a:pt x="34" y="138"/>
                </a:lnTo>
                <a:lnTo>
                  <a:pt x="38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60" y="128"/>
                </a:lnTo>
                <a:lnTo>
                  <a:pt x="58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65" name="îŝ1iḑè">
            <a:extLst>
              <a:ext uri="{FF2B5EF4-FFF2-40B4-BE49-F238E27FC236}">
                <a16:creationId xmlns:a16="http://schemas.microsoft.com/office/drawing/2014/main" id="{7D9F557D-C751-46B9-8C5D-868107888A19}"/>
              </a:ext>
            </a:extLst>
          </p:cNvPr>
          <p:cNvSpPr>
            <a:spLocks noGrp="1"/>
          </p:cNvSpPr>
          <p:nvPr/>
        </p:nvSpPr>
        <p:spPr>
          <a:xfrm>
            <a:off x="2330640" y="956160"/>
            <a:ext cx="42120" cy="66600"/>
          </a:xfrm>
          <a:custGeom>
            <a:avLst/>
            <a:gdLst>
              <a:gd name="textAreaLeft" fmla="*/ 0 w 42120"/>
              <a:gd name="textAreaRight" fmla="*/ 42480 w 42120"/>
              <a:gd name="textAreaTop" fmla="*/ 0 h 66600"/>
              <a:gd name="textAreaBottom" fmla="*/ 66960 h 66600"/>
              <a:gd name="GluePoint1X" fmla="*/ 93 w 97"/>
              <a:gd name="GluePoint1Y" fmla="*/ 0 h 153"/>
              <a:gd name="GluePoint2X" fmla="*/ 91 w 97"/>
              <a:gd name="GluePoint2Y" fmla="*/ 0 h 153"/>
              <a:gd name="GluePoint3X" fmla="*/ 88 w 97"/>
              <a:gd name="GluePoint3Y" fmla="*/ 0 h 153"/>
              <a:gd name="GluePoint4X" fmla="*/ 87 w 97"/>
              <a:gd name="GluePoint4Y" fmla="*/ 0 h 153"/>
              <a:gd name="GluePoint5X" fmla="*/ 84 w 97"/>
              <a:gd name="GluePoint5Y" fmla="*/ 0 h 153"/>
              <a:gd name="GluePoint6X" fmla="*/ 83 w 97"/>
              <a:gd name="GluePoint6Y" fmla="*/ 0 h 153"/>
              <a:gd name="GluePoint7X" fmla="*/ 80 w 97"/>
              <a:gd name="GluePoint7Y" fmla="*/ 0 h 153"/>
              <a:gd name="GluePoint8X" fmla="*/ 76 w 97"/>
              <a:gd name="GluePoint8Y" fmla="*/ 11 h 153"/>
              <a:gd name="GluePoint9X" fmla="*/ 72 w 97"/>
              <a:gd name="GluePoint9Y" fmla="*/ 21 h 153"/>
              <a:gd name="GluePoint10X" fmla="*/ 68 w 97"/>
              <a:gd name="GluePoint10Y" fmla="*/ 32 h 153"/>
              <a:gd name="GluePoint11X" fmla="*/ 64 w 97"/>
              <a:gd name="GluePoint11Y" fmla="*/ 44 h 153"/>
              <a:gd name="GluePoint12X" fmla="*/ 56 w 97"/>
              <a:gd name="GluePoint12Y" fmla="*/ 65 h 153"/>
              <a:gd name="GluePoint13X" fmla="*/ 55 w 97"/>
              <a:gd name="GluePoint13Y" fmla="*/ 62 h 153"/>
              <a:gd name="GluePoint14X" fmla="*/ 53 w 97"/>
              <a:gd name="GluePoint14Y" fmla="*/ 59 h 153"/>
              <a:gd name="GluePoint15X" fmla="*/ 52 w 97"/>
              <a:gd name="GluePoint15Y" fmla="*/ 55 h 153"/>
              <a:gd name="GluePoint16X" fmla="*/ 49 w 97"/>
              <a:gd name="GluePoint16Y" fmla="*/ 50 h 153"/>
              <a:gd name="GluePoint17X" fmla="*/ 47 w 97"/>
              <a:gd name="GluePoint17Y" fmla="*/ 42 h 153"/>
              <a:gd name="GluePoint18X" fmla="*/ 44 w 97"/>
              <a:gd name="GluePoint18Y" fmla="*/ 35 h 153"/>
              <a:gd name="GluePoint19X" fmla="*/ 41 w 97"/>
              <a:gd name="GluePoint19Y" fmla="*/ 28 h 153"/>
              <a:gd name="GluePoint20X" fmla="*/ 39 w 97"/>
              <a:gd name="GluePoint20Y" fmla="*/ 21 h 153"/>
              <a:gd name="GluePoint21X" fmla="*/ 36 w 97"/>
              <a:gd name="GluePoint21Y" fmla="*/ 15 h 153"/>
              <a:gd name="GluePoint22X" fmla="*/ 35 w 97"/>
              <a:gd name="GluePoint22Y" fmla="*/ 9 h 153"/>
              <a:gd name="GluePoint23X" fmla="*/ 33 w 97"/>
              <a:gd name="GluePoint23Y" fmla="*/ 4 h 153"/>
              <a:gd name="GluePoint24X" fmla="*/ 32 w 97"/>
              <a:gd name="GluePoint24Y" fmla="*/ 0 h 153"/>
              <a:gd name="GluePoint25X" fmla="*/ 28 w 97"/>
              <a:gd name="GluePoint25Y" fmla="*/ 0 h 153"/>
              <a:gd name="GluePoint26X" fmla="*/ 24 w 97"/>
              <a:gd name="GluePoint26Y" fmla="*/ 0 h 153"/>
              <a:gd name="GluePoint27X" fmla="*/ 20 w 97"/>
              <a:gd name="GluePoint27Y" fmla="*/ 0 h 153"/>
              <a:gd name="GluePoint28X" fmla="*/ 16 w 97"/>
              <a:gd name="GluePoint28Y" fmla="*/ 0 h 153"/>
              <a:gd name="GluePoint29X" fmla="*/ 12 w 97"/>
              <a:gd name="GluePoint29Y" fmla="*/ 0 h 153"/>
              <a:gd name="GluePoint30X" fmla="*/ 8 w 97"/>
              <a:gd name="GluePoint30Y" fmla="*/ 0 h 153"/>
              <a:gd name="GluePoint31X" fmla="*/ 4 w 97"/>
              <a:gd name="GluePoint31Y" fmla="*/ 0 h 153"/>
              <a:gd name="GluePoint32X" fmla="*/ 0 w 97"/>
              <a:gd name="GluePoint32Y" fmla="*/ 0 h 153"/>
              <a:gd name="GluePoint33X" fmla="*/ 42 w 97"/>
              <a:gd name="GluePoint33Y" fmla="*/ 100 h 153"/>
              <a:gd name="GluePoint34X" fmla="*/ 16 w 97"/>
              <a:gd name="GluePoint34Y" fmla="*/ 153 h 153"/>
              <a:gd name="GluePoint35X" fmla="*/ 20 w 97"/>
              <a:gd name="GluePoint35Y" fmla="*/ 153 h 153"/>
              <a:gd name="GluePoint36X" fmla="*/ 24 w 97"/>
              <a:gd name="GluePoint36Y" fmla="*/ 153 h 153"/>
              <a:gd name="GluePoint37X" fmla="*/ 28 w 97"/>
              <a:gd name="GluePoint37Y" fmla="*/ 153 h 153"/>
              <a:gd name="GluePoint38X" fmla="*/ 33 w 97"/>
              <a:gd name="GluePoint38Y" fmla="*/ 153 h 153"/>
              <a:gd name="GluePoint39X" fmla="*/ 37 w 97"/>
              <a:gd name="GluePoint39Y" fmla="*/ 141 h 153"/>
              <a:gd name="GluePoint40X" fmla="*/ 41 w 97"/>
              <a:gd name="GluePoint40Y" fmla="*/ 130 h 153"/>
              <a:gd name="GluePoint41X" fmla="*/ 46 w 97"/>
              <a:gd name="GluePoint41Y" fmla="*/ 118 h 153"/>
              <a:gd name="GluePoint42X" fmla="*/ 52 w 97"/>
              <a:gd name="GluePoint42Y" fmla="*/ 105 h 153"/>
              <a:gd name="GluePoint43X" fmla="*/ 57 w 97"/>
              <a:gd name="GluePoint43Y" fmla="*/ 92 h 153"/>
              <a:gd name="GluePoint44X" fmla="*/ 63 w 97"/>
              <a:gd name="GluePoint44Y" fmla="*/ 77 h 153"/>
              <a:gd name="GluePoint45X" fmla="*/ 70 w 97"/>
              <a:gd name="GluePoint45Y" fmla="*/ 63 h 153"/>
              <a:gd name="GluePoint46X" fmla="*/ 76 w 97"/>
              <a:gd name="GluePoint46Y" fmla="*/ 48 h 153"/>
              <a:gd name="GluePoint47X" fmla="*/ 97 w 97"/>
              <a:gd name="GluePoint47Y" fmla="*/ 0 h 153"/>
              <a:gd name="GluePoint48X" fmla="*/ 96 w 97"/>
              <a:gd name="GluePoint48Y" fmla="*/ 0 h 153"/>
              <a:gd name="GluePoint49X" fmla="*/ 93 w 97"/>
              <a:gd name="GluePoint49Y" fmla="*/ 0 h 153"/>
            </a:gdLst>
            <a:ahLst/>
            <a:cxnLst/>
            <a:rect l="textAreaLeft" t="textAreaTop" r="textAreaRight" b="textAreaBottom"/>
            <a:pathLst>
              <a:path w="97" h="153">
                <a:moveTo>
                  <a:pt x="93" y="0"/>
                </a:moveTo>
                <a:lnTo>
                  <a:pt x="91" y="0"/>
                </a:lnTo>
                <a:lnTo>
                  <a:pt x="88" y="0"/>
                </a:lnTo>
                <a:lnTo>
                  <a:pt x="87" y="0"/>
                </a:lnTo>
                <a:lnTo>
                  <a:pt x="84" y="0"/>
                </a:lnTo>
                <a:lnTo>
                  <a:pt x="83" y="0"/>
                </a:lnTo>
                <a:lnTo>
                  <a:pt x="80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49" y="50"/>
                </a:lnTo>
                <a:lnTo>
                  <a:pt x="47" y="42"/>
                </a:lnTo>
                <a:lnTo>
                  <a:pt x="44" y="35"/>
                </a:lnTo>
                <a:lnTo>
                  <a:pt x="41" y="28"/>
                </a:lnTo>
                <a:lnTo>
                  <a:pt x="39" y="21"/>
                </a:lnTo>
                <a:lnTo>
                  <a:pt x="36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2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1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3" y="77"/>
                </a:lnTo>
                <a:lnTo>
                  <a:pt x="70" y="63"/>
                </a:lnTo>
                <a:lnTo>
                  <a:pt x="76" y="48"/>
                </a:lnTo>
                <a:lnTo>
                  <a:pt x="97" y="0"/>
                </a:lnTo>
                <a:lnTo>
                  <a:pt x="96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66" name="iş1îḓê">
            <a:extLst>
              <a:ext uri="{FF2B5EF4-FFF2-40B4-BE49-F238E27FC236}">
                <a16:creationId xmlns:a16="http://schemas.microsoft.com/office/drawing/2014/main" id="{6FB34167-8A20-4BD4-853D-C8047B65F2B5}"/>
              </a:ext>
            </a:extLst>
          </p:cNvPr>
          <p:cNvSpPr>
            <a:spLocks noGrp="1"/>
          </p:cNvSpPr>
          <p:nvPr/>
        </p:nvSpPr>
        <p:spPr>
          <a:xfrm>
            <a:off x="2402280" y="955440"/>
            <a:ext cx="45000" cy="44640"/>
          </a:xfrm>
          <a:custGeom>
            <a:avLst/>
            <a:gdLst>
              <a:gd name="textAreaLeft" fmla="*/ 0 w 45000"/>
              <a:gd name="textAreaRight" fmla="*/ 45360 w 45000"/>
              <a:gd name="textAreaTop" fmla="*/ 0 h 44640"/>
              <a:gd name="textAreaBottom" fmla="*/ 45000 h 44640"/>
              <a:gd name="GluePoint1X" fmla="*/ 101 w 104"/>
              <a:gd name="GluePoint1Y" fmla="*/ 34 h 103"/>
              <a:gd name="GluePoint2X" fmla="*/ 97 w 104"/>
              <a:gd name="GluePoint2Y" fmla="*/ 25 h 103"/>
              <a:gd name="GluePoint3X" fmla="*/ 92 w 104"/>
              <a:gd name="GluePoint3Y" fmla="*/ 17 h 103"/>
              <a:gd name="GluePoint4X" fmla="*/ 86 w 104"/>
              <a:gd name="GluePoint4Y" fmla="*/ 10 h 103"/>
              <a:gd name="GluePoint5X" fmla="*/ 78 w 104"/>
              <a:gd name="GluePoint5Y" fmla="*/ 6 h 103"/>
              <a:gd name="GluePoint6X" fmla="*/ 68 w 104"/>
              <a:gd name="GluePoint6Y" fmla="*/ 2 h 103"/>
              <a:gd name="GluePoint7X" fmla="*/ 58 w 104"/>
              <a:gd name="GluePoint7Y" fmla="*/ 1 h 103"/>
              <a:gd name="GluePoint8X" fmla="*/ 46 w 104"/>
              <a:gd name="GluePoint8Y" fmla="*/ 1 h 103"/>
              <a:gd name="GluePoint9X" fmla="*/ 35 w 104"/>
              <a:gd name="GluePoint9Y" fmla="*/ 2 h 103"/>
              <a:gd name="GluePoint10X" fmla="*/ 26 w 104"/>
              <a:gd name="GluePoint10Y" fmla="*/ 6 h 103"/>
              <a:gd name="GluePoint11X" fmla="*/ 18 w 104"/>
              <a:gd name="GluePoint11Y" fmla="*/ 12 h 103"/>
              <a:gd name="GluePoint12X" fmla="*/ 12 w 104"/>
              <a:gd name="GluePoint12Y" fmla="*/ 18 h 103"/>
              <a:gd name="GluePoint13X" fmla="*/ 6 w 104"/>
              <a:gd name="GluePoint13Y" fmla="*/ 27 h 103"/>
              <a:gd name="GluePoint14X" fmla="*/ 3 w 104"/>
              <a:gd name="GluePoint14Y" fmla="*/ 37 h 103"/>
              <a:gd name="GluePoint15X" fmla="*/ 1 w 104"/>
              <a:gd name="GluePoint15Y" fmla="*/ 48 h 103"/>
              <a:gd name="GluePoint16X" fmla="*/ 1 w 104"/>
              <a:gd name="GluePoint16Y" fmla="*/ 61 h 103"/>
              <a:gd name="GluePoint17X" fmla="*/ 3 w 104"/>
              <a:gd name="GluePoint17Y" fmla="*/ 71 h 103"/>
              <a:gd name="GluePoint18X" fmla="*/ 6 w 104"/>
              <a:gd name="GluePoint18Y" fmla="*/ 80 h 103"/>
              <a:gd name="GluePoint19X" fmla="*/ 12 w 104"/>
              <a:gd name="GluePoint19Y" fmla="*/ 87 h 103"/>
              <a:gd name="GluePoint20X" fmla="*/ 18 w 104"/>
              <a:gd name="GluePoint20Y" fmla="*/ 94 h 103"/>
              <a:gd name="GluePoint21X" fmla="*/ 26 w 104"/>
              <a:gd name="GluePoint21Y" fmla="*/ 98 h 103"/>
              <a:gd name="GluePoint22X" fmla="*/ 35 w 104"/>
              <a:gd name="GluePoint22Y" fmla="*/ 102 h 103"/>
              <a:gd name="GluePoint23X" fmla="*/ 46 w 104"/>
              <a:gd name="GluePoint23Y" fmla="*/ 103 h 103"/>
              <a:gd name="GluePoint24X" fmla="*/ 58 w 104"/>
              <a:gd name="GluePoint24Y" fmla="*/ 103 h 103"/>
              <a:gd name="GluePoint25X" fmla="*/ 68 w 104"/>
              <a:gd name="GluePoint25Y" fmla="*/ 102 h 103"/>
              <a:gd name="GluePoint26X" fmla="*/ 78 w 104"/>
              <a:gd name="GluePoint26Y" fmla="*/ 98 h 103"/>
              <a:gd name="GluePoint27X" fmla="*/ 86 w 104"/>
              <a:gd name="GluePoint27Y" fmla="*/ 92 h 103"/>
              <a:gd name="GluePoint28X" fmla="*/ 92 w 104"/>
              <a:gd name="GluePoint28Y" fmla="*/ 86 h 103"/>
              <a:gd name="GluePoint29X" fmla="*/ 97 w 104"/>
              <a:gd name="GluePoint29Y" fmla="*/ 78 h 103"/>
              <a:gd name="GluePoint30X" fmla="*/ 101 w 104"/>
              <a:gd name="GluePoint30Y" fmla="*/ 68 h 103"/>
              <a:gd name="GluePoint31X" fmla="*/ 103 w 104"/>
              <a:gd name="GluePoint31Y" fmla="*/ 56 h 103"/>
              <a:gd name="GluePoint32X" fmla="*/ 103 w 104"/>
              <a:gd name="GluePoint32Y" fmla="*/ 44 h 103"/>
              <a:gd name="GluePoint33X" fmla="*/ 72 w 104"/>
              <a:gd name="GluePoint33Y" fmla="*/ 58 h 103"/>
              <a:gd name="GluePoint34X" fmla="*/ 70 w 104"/>
              <a:gd name="GluePoint34Y" fmla="*/ 72 h 103"/>
              <a:gd name="GluePoint35X" fmla="*/ 68 w 104"/>
              <a:gd name="GluePoint35Y" fmla="*/ 79 h 103"/>
              <a:gd name="GluePoint36X" fmla="*/ 65 w 104"/>
              <a:gd name="GluePoint36Y" fmla="*/ 86 h 103"/>
              <a:gd name="GluePoint37X" fmla="*/ 62 w 104"/>
              <a:gd name="GluePoint37Y" fmla="*/ 91 h 103"/>
              <a:gd name="GluePoint38X" fmla="*/ 58 w 104"/>
              <a:gd name="GluePoint38Y" fmla="*/ 94 h 103"/>
              <a:gd name="GluePoint39X" fmla="*/ 54 w 104"/>
              <a:gd name="GluePoint39Y" fmla="*/ 95 h 103"/>
              <a:gd name="GluePoint40X" fmla="*/ 49 w 104"/>
              <a:gd name="GluePoint40Y" fmla="*/ 95 h 103"/>
              <a:gd name="GluePoint41X" fmla="*/ 45 w 104"/>
              <a:gd name="GluePoint41Y" fmla="*/ 94 h 103"/>
              <a:gd name="GluePoint42X" fmla="*/ 41 w 104"/>
              <a:gd name="GluePoint42Y" fmla="*/ 91 h 103"/>
              <a:gd name="GluePoint43X" fmla="*/ 38 w 104"/>
              <a:gd name="GluePoint43Y" fmla="*/ 87 h 103"/>
              <a:gd name="GluePoint44X" fmla="*/ 36 w 104"/>
              <a:gd name="GluePoint44Y" fmla="*/ 83 h 103"/>
              <a:gd name="GluePoint45X" fmla="*/ 33 w 104"/>
              <a:gd name="GluePoint45Y" fmla="*/ 75 h 103"/>
              <a:gd name="GluePoint46X" fmla="*/ 32 w 104"/>
              <a:gd name="GluePoint46Y" fmla="*/ 68 h 103"/>
              <a:gd name="GluePoint47X" fmla="*/ 32 w 104"/>
              <a:gd name="GluePoint47Y" fmla="*/ 59 h 103"/>
              <a:gd name="GluePoint48X" fmla="*/ 32 w 104"/>
              <a:gd name="GluePoint48Y" fmla="*/ 49 h 103"/>
              <a:gd name="GluePoint49X" fmla="*/ 32 w 104"/>
              <a:gd name="GluePoint49Y" fmla="*/ 38 h 103"/>
              <a:gd name="GluePoint50X" fmla="*/ 33 w 104"/>
              <a:gd name="GluePoint50Y" fmla="*/ 30 h 103"/>
              <a:gd name="GluePoint51X" fmla="*/ 36 w 104"/>
              <a:gd name="GluePoint51Y" fmla="*/ 23 h 103"/>
              <a:gd name="GluePoint52X" fmla="*/ 38 w 104"/>
              <a:gd name="GluePoint52Y" fmla="*/ 18 h 103"/>
              <a:gd name="GluePoint53X" fmla="*/ 41 w 104"/>
              <a:gd name="GluePoint53Y" fmla="*/ 14 h 103"/>
              <a:gd name="GluePoint54X" fmla="*/ 46 w 104"/>
              <a:gd name="GluePoint54Y" fmla="*/ 10 h 103"/>
              <a:gd name="GluePoint55X" fmla="*/ 50 w 104"/>
              <a:gd name="GluePoint55Y" fmla="*/ 9 h 103"/>
              <a:gd name="GluePoint56X" fmla="*/ 55 w 104"/>
              <a:gd name="GluePoint56Y" fmla="*/ 9 h 103"/>
              <a:gd name="GluePoint57X" fmla="*/ 60 w 104"/>
              <a:gd name="GluePoint57Y" fmla="*/ 10 h 103"/>
              <a:gd name="GluePoint58X" fmla="*/ 63 w 104"/>
              <a:gd name="GluePoint58Y" fmla="*/ 13 h 103"/>
              <a:gd name="GluePoint59X" fmla="*/ 66 w 104"/>
              <a:gd name="GluePoint59Y" fmla="*/ 16 h 103"/>
              <a:gd name="GluePoint60X" fmla="*/ 68 w 104"/>
              <a:gd name="GluePoint60Y" fmla="*/ 22 h 103"/>
              <a:gd name="GluePoint61X" fmla="*/ 70 w 104"/>
              <a:gd name="GluePoint61Y" fmla="*/ 27 h 103"/>
              <a:gd name="GluePoint62X" fmla="*/ 72 w 104"/>
              <a:gd name="GluePoint62Y" fmla="*/ 38 h 103"/>
              <a:gd name="GluePoint63X" fmla="*/ 72 w 104"/>
              <a:gd name="GluePoint63Y" fmla="*/ 58 h 103"/>
            </a:gdLst>
            <a:ahLst/>
            <a:cxnLst/>
            <a:rect l="textAreaLeft" t="textAreaTop" r="textAreaRight" b="textAreaBottom"/>
            <a:pathLst>
              <a:path w="104" h="103">
                <a:moveTo>
                  <a:pt x="102" y="38"/>
                </a:moveTo>
                <a:lnTo>
                  <a:pt x="101" y="34"/>
                </a:lnTo>
                <a:lnTo>
                  <a:pt x="100" y="29"/>
                </a:lnTo>
                <a:lnTo>
                  <a:pt x="97" y="25"/>
                </a:lnTo>
                <a:lnTo>
                  <a:pt x="95" y="21"/>
                </a:lnTo>
                <a:lnTo>
                  <a:pt x="92" y="17"/>
                </a:lnTo>
                <a:lnTo>
                  <a:pt x="89" y="14"/>
                </a:lnTo>
                <a:lnTo>
                  <a:pt x="86" y="10"/>
                </a:lnTo>
                <a:lnTo>
                  <a:pt x="82" y="8"/>
                </a:lnTo>
                <a:lnTo>
                  <a:pt x="78" y="6"/>
                </a:lnTo>
                <a:lnTo>
                  <a:pt x="74" y="4"/>
                </a:lnTo>
                <a:lnTo>
                  <a:pt x="68" y="2"/>
                </a:lnTo>
                <a:lnTo>
                  <a:pt x="64" y="1"/>
                </a:lnTo>
                <a:lnTo>
                  <a:pt x="58" y="1"/>
                </a:lnTo>
                <a:lnTo>
                  <a:pt x="52" y="0"/>
                </a:lnTo>
                <a:lnTo>
                  <a:pt x="46" y="1"/>
                </a:lnTo>
                <a:lnTo>
                  <a:pt x="40" y="1"/>
                </a:lnTo>
                <a:lnTo>
                  <a:pt x="35" y="2"/>
                </a:lnTo>
                <a:lnTo>
                  <a:pt x="30" y="4"/>
                </a:lnTo>
                <a:lnTo>
                  <a:pt x="26" y="6"/>
                </a:lnTo>
                <a:lnTo>
                  <a:pt x="21" y="9"/>
                </a:lnTo>
                <a:lnTo>
                  <a:pt x="18" y="12"/>
                </a:lnTo>
                <a:lnTo>
                  <a:pt x="14" y="14"/>
                </a:lnTo>
                <a:lnTo>
                  <a:pt x="12" y="18"/>
                </a:lnTo>
                <a:lnTo>
                  <a:pt x="8" y="22"/>
                </a:lnTo>
                <a:lnTo>
                  <a:pt x="6" y="27"/>
                </a:lnTo>
                <a:lnTo>
                  <a:pt x="4" y="31"/>
                </a:lnTo>
                <a:lnTo>
                  <a:pt x="3" y="37"/>
                </a:lnTo>
                <a:lnTo>
                  <a:pt x="2" y="42"/>
                </a:lnTo>
                <a:lnTo>
                  <a:pt x="1" y="48"/>
                </a:lnTo>
                <a:lnTo>
                  <a:pt x="0" y="55"/>
                </a:lnTo>
                <a:lnTo>
                  <a:pt x="1" y="61"/>
                </a:lnTo>
                <a:lnTo>
                  <a:pt x="2" y="66"/>
                </a:lnTo>
                <a:lnTo>
                  <a:pt x="3" y="71"/>
                </a:lnTo>
                <a:lnTo>
                  <a:pt x="4" y="75"/>
                </a:lnTo>
                <a:lnTo>
                  <a:pt x="6" y="80"/>
                </a:lnTo>
                <a:lnTo>
                  <a:pt x="8" y="84"/>
                </a:lnTo>
                <a:lnTo>
                  <a:pt x="12" y="87"/>
                </a:lnTo>
                <a:lnTo>
                  <a:pt x="14" y="91"/>
                </a:lnTo>
                <a:lnTo>
                  <a:pt x="18" y="94"/>
                </a:lnTo>
                <a:lnTo>
                  <a:pt x="21" y="96"/>
                </a:lnTo>
                <a:lnTo>
                  <a:pt x="26" y="98"/>
                </a:lnTo>
                <a:lnTo>
                  <a:pt x="30" y="100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8" y="103"/>
                </a:lnTo>
                <a:lnTo>
                  <a:pt x="64" y="103"/>
                </a:lnTo>
                <a:lnTo>
                  <a:pt x="68" y="102"/>
                </a:lnTo>
                <a:lnTo>
                  <a:pt x="74" y="99"/>
                </a:lnTo>
                <a:lnTo>
                  <a:pt x="78" y="98"/>
                </a:lnTo>
                <a:lnTo>
                  <a:pt x="82" y="95"/>
                </a:lnTo>
                <a:lnTo>
                  <a:pt x="86" y="92"/>
                </a:lnTo>
                <a:lnTo>
                  <a:pt x="89" y="90"/>
                </a:lnTo>
                <a:lnTo>
                  <a:pt x="92" y="86"/>
                </a:lnTo>
                <a:lnTo>
                  <a:pt x="95" y="82"/>
                </a:lnTo>
                <a:lnTo>
                  <a:pt x="97" y="78"/>
                </a:lnTo>
                <a:lnTo>
                  <a:pt x="100" y="73"/>
                </a:lnTo>
                <a:lnTo>
                  <a:pt x="101" y="68"/>
                </a:lnTo>
                <a:lnTo>
                  <a:pt x="102" y="63"/>
                </a:lnTo>
                <a:lnTo>
                  <a:pt x="103" y="56"/>
                </a:lnTo>
                <a:lnTo>
                  <a:pt x="104" y="50"/>
                </a:lnTo>
                <a:lnTo>
                  <a:pt x="103" y="44"/>
                </a:lnTo>
                <a:lnTo>
                  <a:pt x="102" y="38"/>
                </a:lnTo>
                <a:close/>
                <a:moveTo>
                  <a:pt x="72" y="58"/>
                </a:moveTo>
                <a:lnTo>
                  <a:pt x="71" y="68"/>
                </a:lnTo>
                <a:lnTo>
                  <a:pt x="70" y="72"/>
                </a:lnTo>
                <a:lnTo>
                  <a:pt x="68" y="76"/>
                </a:lnTo>
                <a:lnTo>
                  <a:pt x="68" y="79"/>
                </a:lnTo>
                <a:lnTo>
                  <a:pt x="67" y="83"/>
                </a:lnTo>
                <a:lnTo>
                  <a:pt x="65" y="86"/>
                </a:lnTo>
                <a:lnTo>
                  <a:pt x="64" y="88"/>
                </a:lnTo>
                <a:lnTo>
                  <a:pt x="62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4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5" y="94"/>
                </a:lnTo>
                <a:lnTo>
                  <a:pt x="43" y="93"/>
                </a:lnTo>
                <a:lnTo>
                  <a:pt x="41" y="91"/>
                </a:lnTo>
                <a:lnTo>
                  <a:pt x="40" y="90"/>
                </a:lnTo>
                <a:lnTo>
                  <a:pt x="38" y="87"/>
                </a:lnTo>
                <a:lnTo>
                  <a:pt x="36" y="85"/>
                </a:lnTo>
                <a:lnTo>
                  <a:pt x="36" y="83"/>
                </a:lnTo>
                <a:lnTo>
                  <a:pt x="35" y="79"/>
                </a:lnTo>
                <a:lnTo>
                  <a:pt x="33" y="75"/>
                </a:lnTo>
                <a:lnTo>
                  <a:pt x="33" y="72"/>
                </a:lnTo>
                <a:lnTo>
                  <a:pt x="32" y="68"/>
                </a:lnTo>
                <a:lnTo>
                  <a:pt x="32" y="63"/>
                </a:lnTo>
                <a:lnTo>
                  <a:pt x="32" y="59"/>
                </a:lnTo>
                <a:lnTo>
                  <a:pt x="32" y="54"/>
                </a:lnTo>
                <a:lnTo>
                  <a:pt x="32" y="49"/>
                </a:lnTo>
                <a:lnTo>
                  <a:pt x="32" y="43"/>
                </a:lnTo>
                <a:lnTo>
                  <a:pt x="32" y="38"/>
                </a:lnTo>
                <a:lnTo>
                  <a:pt x="33" y="34"/>
                </a:lnTo>
                <a:lnTo>
                  <a:pt x="33" y="30"/>
                </a:lnTo>
                <a:lnTo>
                  <a:pt x="35" y="27"/>
                </a:lnTo>
                <a:lnTo>
                  <a:pt x="36" y="23"/>
                </a:lnTo>
                <a:lnTo>
                  <a:pt x="37" y="21"/>
                </a:lnTo>
                <a:lnTo>
                  <a:pt x="38" y="18"/>
                </a:lnTo>
                <a:lnTo>
                  <a:pt x="40" y="16"/>
                </a:lnTo>
                <a:lnTo>
                  <a:pt x="41" y="14"/>
                </a:lnTo>
                <a:lnTo>
                  <a:pt x="44" y="12"/>
                </a:lnTo>
                <a:lnTo>
                  <a:pt x="46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7" y="10"/>
                </a:lnTo>
                <a:lnTo>
                  <a:pt x="60" y="10"/>
                </a:lnTo>
                <a:lnTo>
                  <a:pt x="61" y="11"/>
                </a:lnTo>
                <a:lnTo>
                  <a:pt x="63" y="13"/>
                </a:lnTo>
                <a:lnTo>
                  <a:pt x="64" y="14"/>
                </a:lnTo>
                <a:lnTo>
                  <a:pt x="66" y="16"/>
                </a:lnTo>
                <a:lnTo>
                  <a:pt x="67" y="18"/>
                </a:lnTo>
                <a:lnTo>
                  <a:pt x="68" y="22"/>
                </a:lnTo>
                <a:lnTo>
                  <a:pt x="69" y="24"/>
                </a:lnTo>
                <a:lnTo>
                  <a:pt x="70" y="27"/>
                </a:lnTo>
                <a:lnTo>
                  <a:pt x="71" y="30"/>
                </a:lnTo>
                <a:lnTo>
                  <a:pt x="72" y="38"/>
                </a:lnTo>
                <a:lnTo>
                  <a:pt x="72" y="47"/>
                </a:lnTo>
                <a:lnTo>
                  <a:pt x="72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67" name="iṧlïdê">
            <a:extLst>
              <a:ext uri="{FF2B5EF4-FFF2-40B4-BE49-F238E27FC236}">
                <a16:creationId xmlns:a16="http://schemas.microsoft.com/office/drawing/2014/main" id="{2C197CF4-84A5-47A0-8AC5-2CEAA8AE6E8A}"/>
              </a:ext>
            </a:extLst>
          </p:cNvPr>
          <p:cNvSpPr>
            <a:spLocks noGrp="1"/>
          </p:cNvSpPr>
          <p:nvPr/>
        </p:nvSpPr>
        <p:spPr>
          <a:xfrm>
            <a:off x="2455920" y="930960"/>
            <a:ext cx="30240" cy="68760"/>
          </a:xfrm>
          <a:custGeom>
            <a:avLst/>
            <a:gdLst>
              <a:gd name="textAreaLeft" fmla="*/ 0 w 30240"/>
              <a:gd name="textAreaRight" fmla="*/ 30600 w 30240"/>
              <a:gd name="textAreaTop" fmla="*/ 0 h 68760"/>
              <a:gd name="textAreaBottom" fmla="*/ 69120 h 68760"/>
              <a:gd name="GluePoint1X" fmla="*/ 70 w 70"/>
              <a:gd name="GluePoint1Y" fmla="*/ 2 h 158"/>
              <a:gd name="GluePoint2X" fmla="*/ 63 w 70"/>
              <a:gd name="GluePoint2Y" fmla="*/ 0 h 158"/>
              <a:gd name="GluePoint3X" fmla="*/ 56 w 70"/>
              <a:gd name="GluePoint3Y" fmla="*/ 1 h 158"/>
              <a:gd name="GluePoint4X" fmla="*/ 50 w 70"/>
              <a:gd name="GluePoint4Y" fmla="*/ 2 h 158"/>
              <a:gd name="GluePoint5X" fmla="*/ 44 w 70"/>
              <a:gd name="GluePoint5Y" fmla="*/ 4 h 158"/>
              <a:gd name="GluePoint6X" fmla="*/ 39 w 70"/>
              <a:gd name="GluePoint6Y" fmla="*/ 7 h 158"/>
              <a:gd name="GluePoint7X" fmla="*/ 34 w 70"/>
              <a:gd name="GluePoint7Y" fmla="*/ 11 h 158"/>
              <a:gd name="GluePoint8X" fmla="*/ 30 w 70"/>
              <a:gd name="GluePoint8Y" fmla="*/ 17 h 158"/>
              <a:gd name="GluePoint9X" fmla="*/ 27 w 70"/>
              <a:gd name="GluePoint9Y" fmla="*/ 23 h 158"/>
              <a:gd name="GluePoint10X" fmla="*/ 23 w 70"/>
              <a:gd name="GluePoint10Y" fmla="*/ 30 h 158"/>
              <a:gd name="GluePoint11X" fmla="*/ 20 w 70"/>
              <a:gd name="GluePoint11Y" fmla="*/ 38 h 158"/>
              <a:gd name="GluePoint12X" fmla="*/ 18 w 70"/>
              <a:gd name="GluePoint12Y" fmla="*/ 48 h 158"/>
              <a:gd name="GluePoint13X" fmla="*/ 16 w 70"/>
              <a:gd name="GluePoint13Y" fmla="*/ 58 h 158"/>
              <a:gd name="GluePoint14X" fmla="*/ 1 w 70"/>
              <a:gd name="GluePoint14Y" fmla="*/ 61 h 158"/>
              <a:gd name="GluePoint15X" fmla="*/ 1 w 70"/>
              <a:gd name="GluePoint15Y" fmla="*/ 68 h 158"/>
              <a:gd name="GluePoint16X" fmla="*/ 16 w 70"/>
              <a:gd name="GluePoint16Y" fmla="*/ 71 h 158"/>
              <a:gd name="GluePoint17X" fmla="*/ 19 w 70"/>
              <a:gd name="GluePoint17Y" fmla="*/ 158 h 158"/>
              <a:gd name="GluePoint18X" fmla="*/ 27 w 70"/>
              <a:gd name="GluePoint18Y" fmla="*/ 158 h 158"/>
              <a:gd name="GluePoint19X" fmla="*/ 34 w 70"/>
              <a:gd name="GluePoint19Y" fmla="*/ 158 h 158"/>
              <a:gd name="GluePoint20X" fmla="*/ 42 w 70"/>
              <a:gd name="GluePoint20Y" fmla="*/ 158 h 158"/>
              <a:gd name="GluePoint21X" fmla="*/ 46 w 70"/>
              <a:gd name="GluePoint21Y" fmla="*/ 71 h 158"/>
              <a:gd name="GluePoint22X" fmla="*/ 64 w 70"/>
              <a:gd name="GluePoint22Y" fmla="*/ 68 h 158"/>
              <a:gd name="GluePoint23X" fmla="*/ 64 w 70"/>
              <a:gd name="GluePoint23Y" fmla="*/ 61 h 158"/>
              <a:gd name="GluePoint24X" fmla="*/ 44 w 70"/>
              <a:gd name="GluePoint24Y" fmla="*/ 58 h 158"/>
              <a:gd name="GluePoint25X" fmla="*/ 40 w 70"/>
              <a:gd name="GluePoint25Y" fmla="*/ 50 h 158"/>
              <a:gd name="GluePoint26X" fmla="*/ 37 w 70"/>
              <a:gd name="GluePoint26Y" fmla="*/ 42 h 158"/>
              <a:gd name="GluePoint27X" fmla="*/ 35 w 70"/>
              <a:gd name="GluePoint27Y" fmla="*/ 36 h 158"/>
              <a:gd name="GluePoint28X" fmla="*/ 34 w 70"/>
              <a:gd name="GluePoint28Y" fmla="*/ 30 h 158"/>
              <a:gd name="GluePoint29X" fmla="*/ 35 w 70"/>
              <a:gd name="GluePoint29Y" fmla="*/ 27 h 158"/>
              <a:gd name="GluePoint30X" fmla="*/ 37 w 70"/>
              <a:gd name="GluePoint30Y" fmla="*/ 26 h 158"/>
              <a:gd name="GluePoint31X" fmla="*/ 38 w 70"/>
              <a:gd name="GluePoint31Y" fmla="*/ 25 h 158"/>
              <a:gd name="GluePoint32X" fmla="*/ 41 w 70"/>
              <a:gd name="GluePoint32Y" fmla="*/ 24 h 158"/>
              <a:gd name="GluePoint33X" fmla="*/ 48 w 70"/>
              <a:gd name="GluePoint33Y" fmla="*/ 23 h 158"/>
              <a:gd name="GluePoint34X" fmla="*/ 58 w 70"/>
              <a:gd name="GluePoint34Y" fmla="*/ 25 h 158"/>
              <a:gd name="GluePoint35X" fmla="*/ 66 w 70"/>
              <a:gd name="GluePoint35Y" fmla="*/ 29 h 158"/>
              <a:gd name="GluePoint36X" fmla="*/ 69 w 70"/>
              <a:gd name="GluePoint36Y" fmla="*/ 22 h 158"/>
              <a:gd name="GluePoint37X" fmla="*/ 70 w 70"/>
              <a:gd name="GluePoint37Y" fmla="*/ 8 h 158"/>
            </a:gdLst>
            <a:ahLst/>
            <a:cxnLst/>
            <a:rect l="textAreaLeft" t="textAreaTop" r="textAreaRight" b="textAreaBottom"/>
            <a:pathLst>
              <a:path w="70" h="158">
                <a:moveTo>
                  <a:pt x="70" y="8"/>
                </a:moveTo>
                <a:lnTo>
                  <a:pt x="70" y="2"/>
                </a:lnTo>
                <a:lnTo>
                  <a:pt x="66" y="1"/>
                </a:lnTo>
                <a:lnTo>
                  <a:pt x="63" y="0"/>
                </a:lnTo>
                <a:lnTo>
                  <a:pt x="59" y="0"/>
                </a:lnTo>
                <a:lnTo>
                  <a:pt x="56" y="1"/>
                </a:lnTo>
                <a:lnTo>
                  <a:pt x="53" y="1"/>
                </a:lnTo>
                <a:lnTo>
                  <a:pt x="50" y="2"/>
                </a:lnTo>
                <a:lnTo>
                  <a:pt x="47" y="2"/>
                </a:lnTo>
                <a:lnTo>
                  <a:pt x="44" y="4"/>
                </a:lnTo>
                <a:lnTo>
                  <a:pt x="42" y="6"/>
                </a:lnTo>
                <a:lnTo>
                  <a:pt x="39" y="7"/>
                </a:lnTo>
                <a:lnTo>
                  <a:pt x="37" y="9"/>
                </a:lnTo>
                <a:lnTo>
                  <a:pt x="34" y="11"/>
                </a:lnTo>
                <a:lnTo>
                  <a:pt x="33" y="14"/>
                </a:lnTo>
                <a:lnTo>
                  <a:pt x="30" y="17"/>
                </a:lnTo>
                <a:lnTo>
                  <a:pt x="29" y="20"/>
                </a:lnTo>
                <a:lnTo>
                  <a:pt x="27" y="23"/>
                </a:lnTo>
                <a:lnTo>
                  <a:pt x="25" y="27"/>
                </a:lnTo>
                <a:lnTo>
                  <a:pt x="23" y="30"/>
                </a:lnTo>
                <a:lnTo>
                  <a:pt x="22" y="34"/>
                </a:lnTo>
                <a:lnTo>
                  <a:pt x="20" y="38"/>
                </a:lnTo>
                <a:lnTo>
                  <a:pt x="18" y="43"/>
                </a:lnTo>
                <a:lnTo>
                  <a:pt x="18" y="48"/>
                </a:lnTo>
                <a:lnTo>
                  <a:pt x="17" y="53"/>
                </a:lnTo>
                <a:lnTo>
                  <a:pt x="16" y="58"/>
                </a:lnTo>
                <a:lnTo>
                  <a:pt x="0" y="58"/>
                </a:lnTo>
                <a:lnTo>
                  <a:pt x="1" y="61"/>
                </a:lnTo>
                <a:lnTo>
                  <a:pt x="1" y="65"/>
                </a:lnTo>
                <a:lnTo>
                  <a:pt x="1" y="68"/>
                </a:lnTo>
                <a:lnTo>
                  <a:pt x="0" y="71"/>
                </a:lnTo>
                <a:lnTo>
                  <a:pt x="16" y="71"/>
                </a:lnTo>
                <a:lnTo>
                  <a:pt x="16" y="158"/>
                </a:lnTo>
                <a:lnTo>
                  <a:pt x="19" y="158"/>
                </a:lnTo>
                <a:lnTo>
                  <a:pt x="23" y="158"/>
                </a:lnTo>
                <a:lnTo>
                  <a:pt x="27" y="158"/>
                </a:lnTo>
                <a:lnTo>
                  <a:pt x="30" y="158"/>
                </a:lnTo>
                <a:lnTo>
                  <a:pt x="34" y="158"/>
                </a:lnTo>
                <a:lnTo>
                  <a:pt x="38" y="158"/>
                </a:lnTo>
                <a:lnTo>
                  <a:pt x="42" y="158"/>
                </a:lnTo>
                <a:lnTo>
                  <a:pt x="46" y="158"/>
                </a:lnTo>
                <a:lnTo>
                  <a:pt x="46" y="71"/>
                </a:lnTo>
                <a:lnTo>
                  <a:pt x="65" y="71"/>
                </a:lnTo>
                <a:lnTo>
                  <a:pt x="64" y="68"/>
                </a:lnTo>
                <a:lnTo>
                  <a:pt x="64" y="65"/>
                </a:lnTo>
                <a:lnTo>
                  <a:pt x="64" y="61"/>
                </a:lnTo>
                <a:lnTo>
                  <a:pt x="65" y="58"/>
                </a:lnTo>
                <a:lnTo>
                  <a:pt x="44" y="58"/>
                </a:lnTo>
                <a:lnTo>
                  <a:pt x="42" y="54"/>
                </a:lnTo>
                <a:lnTo>
                  <a:pt x="40" y="50"/>
                </a:lnTo>
                <a:lnTo>
                  <a:pt x="38" y="46"/>
                </a:lnTo>
                <a:lnTo>
                  <a:pt x="37" y="42"/>
                </a:lnTo>
                <a:lnTo>
                  <a:pt x="36" y="39"/>
                </a:lnTo>
                <a:lnTo>
                  <a:pt x="35" y="36"/>
                </a:lnTo>
                <a:lnTo>
                  <a:pt x="35" y="33"/>
                </a:lnTo>
                <a:lnTo>
                  <a:pt x="34" y="30"/>
                </a:lnTo>
                <a:lnTo>
                  <a:pt x="35" y="29"/>
                </a:lnTo>
                <a:lnTo>
                  <a:pt x="35" y="27"/>
                </a:lnTo>
                <a:lnTo>
                  <a:pt x="36" y="26"/>
                </a:lnTo>
                <a:lnTo>
                  <a:pt x="37" y="26"/>
                </a:lnTo>
                <a:lnTo>
                  <a:pt x="38" y="26"/>
                </a:lnTo>
                <a:lnTo>
                  <a:pt x="38" y="25"/>
                </a:lnTo>
                <a:lnTo>
                  <a:pt x="39" y="24"/>
                </a:lnTo>
                <a:lnTo>
                  <a:pt x="41" y="24"/>
                </a:lnTo>
                <a:lnTo>
                  <a:pt x="44" y="23"/>
                </a:lnTo>
                <a:lnTo>
                  <a:pt x="48" y="23"/>
                </a:lnTo>
                <a:lnTo>
                  <a:pt x="53" y="24"/>
                </a:lnTo>
                <a:lnTo>
                  <a:pt x="58" y="25"/>
                </a:lnTo>
                <a:lnTo>
                  <a:pt x="62" y="27"/>
                </a:lnTo>
                <a:lnTo>
                  <a:pt x="66" y="29"/>
                </a:lnTo>
                <a:lnTo>
                  <a:pt x="70" y="28"/>
                </a:lnTo>
                <a:lnTo>
                  <a:pt x="69" y="22"/>
                </a:lnTo>
                <a:lnTo>
                  <a:pt x="69" y="14"/>
                </a:lnTo>
                <a:lnTo>
                  <a:pt x="70" y="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4120" rIns="90000" bIns="24120" anchor="ctr">
            <a:noAutofit/>
          </a:bodyPr>
          <a:lstStyle/>
          <a:p>
            <a:endParaRPr/>
          </a:p>
        </p:txBody>
      </p:sp>
      <p:sp>
        <p:nvSpPr>
          <p:cNvPr id="68" name="ïSlïḋe">
            <a:extLst>
              <a:ext uri="{FF2B5EF4-FFF2-40B4-BE49-F238E27FC236}">
                <a16:creationId xmlns:a16="http://schemas.microsoft.com/office/drawing/2014/main" id="{E678BD2F-EE95-4BEB-9910-06799C3F649D}"/>
              </a:ext>
            </a:extLst>
          </p:cNvPr>
          <p:cNvSpPr>
            <a:spLocks noGrp="1"/>
          </p:cNvSpPr>
          <p:nvPr/>
        </p:nvSpPr>
        <p:spPr>
          <a:xfrm>
            <a:off x="2511000" y="937800"/>
            <a:ext cx="46800" cy="61560"/>
          </a:xfrm>
          <a:custGeom>
            <a:avLst/>
            <a:gdLst>
              <a:gd name="textAreaLeft" fmla="*/ 0 w 46800"/>
              <a:gd name="textAreaRight" fmla="*/ 47160 w 46800"/>
              <a:gd name="textAreaTop" fmla="*/ 0 h 61560"/>
              <a:gd name="textAreaBottom" fmla="*/ 61920 h 61560"/>
              <a:gd name="GluePoint1X" fmla="*/ 107 w 108"/>
              <a:gd name="GluePoint1Y" fmla="*/ 2 h 142"/>
              <a:gd name="GluePoint2X" fmla="*/ 108 w 108"/>
              <a:gd name="GluePoint2Y" fmla="*/ 0 h 142"/>
              <a:gd name="GluePoint3X" fmla="*/ 0 w 108"/>
              <a:gd name="GluePoint3Y" fmla="*/ 0 h 142"/>
              <a:gd name="GluePoint4X" fmla="*/ 0 w 108"/>
              <a:gd name="GluePoint4Y" fmla="*/ 4 h 142"/>
              <a:gd name="GluePoint5X" fmla="*/ 1 w 108"/>
              <a:gd name="GluePoint5Y" fmla="*/ 8 h 142"/>
              <a:gd name="GluePoint6X" fmla="*/ 0 w 108"/>
              <a:gd name="GluePoint6Y" fmla="*/ 14 h 142"/>
              <a:gd name="GluePoint7X" fmla="*/ 0 w 108"/>
              <a:gd name="GluePoint7Y" fmla="*/ 17 h 142"/>
              <a:gd name="GluePoint8X" fmla="*/ 3 w 108"/>
              <a:gd name="GluePoint8Y" fmla="*/ 17 h 142"/>
              <a:gd name="GluePoint9X" fmla="*/ 7 w 108"/>
              <a:gd name="GluePoint9Y" fmla="*/ 17 h 142"/>
              <a:gd name="GluePoint10X" fmla="*/ 16 w 108"/>
              <a:gd name="GluePoint10Y" fmla="*/ 16 h 142"/>
              <a:gd name="GluePoint11X" fmla="*/ 25 w 108"/>
              <a:gd name="GluePoint11Y" fmla="*/ 15 h 142"/>
              <a:gd name="GluePoint12X" fmla="*/ 32 w 108"/>
              <a:gd name="GluePoint12Y" fmla="*/ 15 h 142"/>
              <a:gd name="GluePoint13X" fmla="*/ 39 w 108"/>
              <a:gd name="GluePoint13Y" fmla="*/ 14 h 142"/>
              <a:gd name="GluePoint14X" fmla="*/ 39 w 108"/>
              <a:gd name="GluePoint14Y" fmla="*/ 142 h 142"/>
              <a:gd name="GluePoint15X" fmla="*/ 43 w 108"/>
              <a:gd name="GluePoint15Y" fmla="*/ 142 h 142"/>
              <a:gd name="GluePoint16X" fmla="*/ 47 w 108"/>
              <a:gd name="GluePoint16Y" fmla="*/ 142 h 142"/>
              <a:gd name="GluePoint17X" fmla="*/ 51 w 108"/>
              <a:gd name="GluePoint17Y" fmla="*/ 142 h 142"/>
              <a:gd name="GluePoint18X" fmla="*/ 55 w 108"/>
              <a:gd name="GluePoint18Y" fmla="*/ 142 h 142"/>
              <a:gd name="GluePoint19X" fmla="*/ 58 w 108"/>
              <a:gd name="GluePoint19Y" fmla="*/ 142 h 142"/>
              <a:gd name="GluePoint20X" fmla="*/ 62 w 108"/>
              <a:gd name="GluePoint20Y" fmla="*/ 142 h 142"/>
              <a:gd name="GluePoint21X" fmla="*/ 66 w 108"/>
              <a:gd name="GluePoint21Y" fmla="*/ 142 h 142"/>
              <a:gd name="GluePoint22X" fmla="*/ 70 w 108"/>
              <a:gd name="GluePoint22Y" fmla="*/ 142 h 142"/>
              <a:gd name="GluePoint23X" fmla="*/ 70 w 108"/>
              <a:gd name="GluePoint23Y" fmla="*/ 14 h 142"/>
              <a:gd name="GluePoint24X" fmla="*/ 75 w 108"/>
              <a:gd name="GluePoint24Y" fmla="*/ 15 h 142"/>
              <a:gd name="GluePoint25X" fmla="*/ 81 w 108"/>
              <a:gd name="GluePoint25Y" fmla="*/ 15 h 142"/>
              <a:gd name="GluePoint26X" fmla="*/ 88 w 108"/>
              <a:gd name="GluePoint26Y" fmla="*/ 15 h 142"/>
              <a:gd name="GluePoint27X" fmla="*/ 96 w 108"/>
              <a:gd name="GluePoint27Y" fmla="*/ 16 h 142"/>
              <a:gd name="GluePoint28X" fmla="*/ 98 w 108"/>
              <a:gd name="GluePoint28Y" fmla="*/ 17 h 142"/>
              <a:gd name="GluePoint29X" fmla="*/ 101 w 108"/>
              <a:gd name="GluePoint29Y" fmla="*/ 17 h 142"/>
              <a:gd name="GluePoint30X" fmla="*/ 104 w 108"/>
              <a:gd name="GluePoint30Y" fmla="*/ 17 h 142"/>
              <a:gd name="GluePoint31X" fmla="*/ 108 w 108"/>
              <a:gd name="GluePoint31Y" fmla="*/ 17 h 142"/>
              <a:gd name="GluePoint32X" fmla="*/ 107 w 108"/>
              <a:gd name="GluePoint32Y" fmla="*/ 15 h 142"/>
              <a:gd name="GluePoint33X" fmla="*/ 107 w 108"/>
              <a:gd name="GluePoint33Y" fmla="*/ 14 h 142"/>
              <a:gd name="GluePoint34X" fmla="*/ 107 w 108"/>
              <a:gd name="GluePoint34Y" fmla="*/ 11 h 142"/>
              <a:gd name="GluePoint35X" fmla="*/ 107 w 108"/>
              <a:gd name="GluePoint35Y" fmla="*/ 8 h 142"/>
              <a:gd name="GluePoint36X" fmla="*/ 107 w 108"/>
              <a:gd name="GluePoint36Y" fmla="*/ 6 h 142"/>
              <a:gd name="GluePoint37X" fmla="*/ 107 w 108"/>
              <a:gd name="GluePoint37Y" fmla="*/ 4 h 142"/>
              <a:gd name="GluePoint38X" fmla="*/ 107 w 108"/>
              <a:gd name="GluePoint38Y" fmla="*/ 2 h 142"/>
            </a:gdLst>
            <a:ahLst/>
            <a:cxnLst/>
            <a:rect l="textAreaLeft" t="textAreaTop" r="textAreaRight" b="textAreaBottom"/>
            <a:pathLst>
              <a:path w="108" h="142">
                <a:moveTo>
                  <a:pt x="107" y="2"/>
                </a:moveTo>
                <a:lnTo>
                  <a:pt x="108" y="0"/>
                </a:lnTo>
                <a:lnTo>
                  <a:pt x="0" y="0"/>
                </a:lnTo>
                <a:lnTo>
                  <a:pt x="0" y="4"/>
                </a:lnTo>
                <a:lnTo>
                  <a:pt x="1" y="8"/>
                </a:lnTo>
                <a:lnTo>
                  <a:pt x="0" y="14"/>
                </a:lnTo>
                <a:lnTo>
                  <a:pt x="0" y="17"/>
                </a:lnTo>
                <a:lnTo>
                  <a:pt x="3" y="17"/>
                </a:lnTo>
                <a:lnTo>
                  <a:pt x="7" y="17"/>
                </a:lnTo>
                <a:lnTo>
                  <a:pt x="16" y="16"/>
                </a:lnTo>
                <a:lnTo>
                  <a:pt x="25" y="15"/>
                </a:lnTo>
                <a:lnTo>
                  <a:pt x="32" y="15"/>
                </a:lnTo>
                <a:lnTo>
                  <a:pt x="39" y="14"/>
                </a:lnTo>
                <a:lnTo>
                  <a:pt x="39" y="142"/>
                </a:lnTo>
                <a:lnTo>
                  <a:pt x="43" y="142"/>
                </a:lnTo>
                <a:lnTo>
                  <a:pt x="47" y="142"/>
                </a:lnTo>
                <a:lnTo>
                  <a:pt x="51" y="142"/>
                </a:lnTo>
                <a:lnTo>
                  <a:pt x="55" y="142"/>
                </a:lnTo>
                <a:lnTo>
                  <a:pt x="58" y="142"/>
                </a:lnTo>
                <a:lnTo>
                  <a:pt x="62" y="142"/>
                </a:lnTo>
                <a:lnTo>
                  <a:pt x="66" y="142"/>
                </a:lnTo>
                <a:lnTo>
                  <a:pt x="70" y="142"/>
                </a:lnTo>
                <a:lnTo>
                  <a:pt x="70" y="14"/>
                </a:lnTo>
                <a:lnTo>
                  <a:pt x="75" y="15"/>
                </a:lnTo>
                <a:lnTo>
                  <a:pt x="81" y="15"/>
                </a:lnTo>
                <a:lnTo>
                  <a:pt x="88" y="15"/>
                </a:lnTo>
                <a:lnTo>
                  <a:pt x="96" y="16"/>
                </a:lnTo>
                <a:lnTo>
                  <a:pt x="98" y="17"/>
                </a:lnTo>
                <a:lnTo>
                  <a:pt x="101" y="17"/>
                </a:lnTo>
                <a:lnTo>
                  <a:pt x="104" y="17"/>
                </a:lnTo>
                <a:lnTo>
                  <a:pt x="108" y="17"/>
                </a:lnTo>
                <a:lnTo>
                  <a:pt x="107" y="15"/>
                </a:lnTo>
                <a:lnTo>
                  <a:pt x="107" y="14"/>
                </a:lnTo>
                <a:lnTo>
                  <a:pt x="107" y="11"/>
                </a:lnTo>
                <a:lnTo>
                  <a:pt x="107" y="8"/>
                </a:lnTo>
                <a:lnTo>
                  <a:pt x="107" y="6"/>
                </a:lnTo>
                <a:lnTo>
                  <a:pt x="107" y="4"/>
                </a:lnTo>
                <a:lnTo>
                  <a:pt x="107" y="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920" rIns="90000" bIns="16920" anchor="ctr">
            <a:noAutofit/>
          </a:bodyPr>
          <a:lstStyle/>
          <a:p>
            <a:endParaRPr/>
          </a:p>
        </p:txBody>
      </p:sp>
      <p:sp>
        <p:nvSpPr>
          <p:cNvPr id="69" name="iS1îḓê">
            <a:extLst>
              <a:ext uri="{FF2B5EF4-FFF2-40B4-BE49-F238E27FC236}">
                <a16:creationId xmlns:a16="http://schemas.microsoft.com/office/drawing/2014/main" id="{35BCC173-C9CE-484D-9338-778C28FCF965}"/>
              </a:ext>
            </a:extLst>
          </p:cNvPr>
          <p:cNvSpPr>
            <a:spLocks noGrp="1"/>
          </p:cNvSpPr>
          <p:nvPr/>
        </p:nvSpPr>
        <p:spPr>
          <a:xfrm>
            <a:off x="2568240" y="955440"/>
            <a:ext cx="38880" cy="44640"/>
          </a:xfrm>
          <a:custGeom>
            <a:avLst/>
            <a:gdLst>
              <a:gd name="textAreaLeft" fmla="*/ 0 w 38880"/>
              <a:gd name="textAreaRight" fmla="*/ 39240 w 38880"/>
              <a:gd name="textAreaTop" fmla="*/ 0 h 44640"/>
              <a:gd name="textAreaBottom" fmla="*/ 45000 h 44640"/>
              <a:gd name="GluePoint1X" fmla="*/ 89 w 90"/>
              <a:gd name="GluePoint1Y" fmla="*/ 30 h 103"/>
              <a:gd name="GluePoint2X" fmla="*/ 85 w 90"/>
              <a:gd name="GluePoint2Y" fmla="*/ 21 h 103"/>
              <a:gd name="GluePoint3X" fmla="*/ 81 w 90"/>
              <a:gd name="GluePoint3Y" fmla="*/ 14 h 103"/>
              <a:gd name="GluePoint4X" fmla="*/ 75 w 90"/>
              <a:gd name="GluePoint4Y" fmla="*/ 8 h 103"/>
              <a:gd name="GluePoint5X" fmla="*/ 67 w 90"/>
              <a:gd name="GluePoint5Y" fmla="*/ 4 h 103"/>
              <a:gd name="GluePoint6X" fmla="*/ 58 w 90"/>
              <a:gd name="GluePoint6Y" fmla="*/ 1 h 103"/>
              <a:gd name="GluePoint7X" fmla="*/ 48 w 90"/>
              <a:gd name="GluePoint7Y" fmla="*/ 0 h 103"/>
              <a:gd name="GluePoint8X" fmla="*/ 37 w 90"/>
              <a:gd name="GluePoint8Y" fmla="*/ 1 h 103"/>
              <a:gd name="GluePoint9X" fmla="*/ 27 w 90"/>
              <a:gd name="GluePoint9Y" fmla="*/ 4 h 103"/>
              <a:gd name="GluePoint10X" fmla="*/ 19 w 90"/>
              <a:gd name="GluePoint10Y" fmla="*/ 8 h 103"/>
              <a:gd name="GluePoint11X" fmla="*/ 13 w 90"/>
              <a:gd name="GluePoint11Y" fmla="*/ 14 h 103"/>
              <a:gd name="GluePoint12X" fmla="*/ 7 w 90"/>
              <a:gd name="GluePoint12Y" fmla="*/ 21 h 103"/>
              <a:gd name="GluePoint13X" fmla="*/ 3 w 90"/>
              <a:gd name="GluePoint13Y" fmla="*/ 29 h 103"/>
              <a:gd name="GluePoint14X" fmla="*/ 1 w 90"/>
              <a:gd name="GluePoint14Y" fmla="*/ 38 h 103"/>
              <a:gd name="GluePoint15X" fmla="*/ 0 w 90"/>
              <a:gd name="GluePoint15Y" fmla="*/ 50 h 103"/>
              <a:gd name="GluePoint16X" fmla="*/ 1 w 90"/>
              <a:gd name="GluePoint16Y" fmla="*/ 63 h 103"/>
              <a:gd name="GluePoint17X" fmla="*/ 3 w 90"/>
              <a:gd name="GluePoint17Y" fmla="*/ 73 h 103"/>
              <a:gd name="GluePoint18X" fmla="*/ 8 w 90"/>
              <a:gd name="GluePoint18Y" fmla="*/ 82 h 103"/>
              <a:gd name="GluePoint19X" fmla="*/ 13 w 90"/>
              <a:gd name="GluePoint19Y" fmla="*/ 90 h 103"/>
              <a:gd name="GluePoint20X" fmla="*/ 21 w 90"/>
              <a:gd name="GluePoint20Y" fmla="*/ 95 h 103"/>
              <a:gd name="GluePoint21X" fmla="*/ 29 w 90"/>
              <a:gd name="GluePoint21Y" fmla="*/ 99 h 103"/>
              <a:gd name="GluePoint22X" fmla="*/ 40 w 90"/>
              <a:gd name="GluePoint22Y" fmla="*/ 103 h 103"/>
              <a:gd name="GluePoint23X" fmla="*/ 52 w 90"/>
              <a:gd name="GluePoint23Y" fmla="*/ 103 h 103"/>
              <a:gd name="GluePoint24X" fmla="*/ 60 w 90"/>
              <a:gd name="GluePoint24Y" fmla="*/ 103 h 103"/>
              <a:gd name="GluePoint25X" fmla="*/ 68 w 90"/>
              <a:gd name="GluePoint25Y" fmla="*/ 102 h 103"/>
              <a:gd name="GluePoint26X" fmla="*/ 75 w 90"/>
              <a:gd name="GluePoint26Y" fmla="*/ 99 h 103"/>
              <a:gd name="GluePoint27X" fmla="*/ 82 w 90"/>
              <a:gd name="GluePoint27Y" fmla="*/ 95 h 103"/>
              <a:gd name="GluePoint28X" fmla="*/ 84 w 90"/>
              <a:gd name="GluePoint28Y" fmla="*/ 82 h 103"/>
              <a:gd name="GluePoint29X" fmla="*/ 78 w 90"/>
              <a:gd name="GluePoint29Y" fmla="*/ 86 h 103"/>
              <a:gd name="GluePoint30X" fmla="*/ 72 w 90"/>
              <a:gd name="GluePoint30Y" fmla="*/ 89 h 103"/>
              <a:gd name="GluePoint31X" fmla="*/ 65 w 90"/>
              <a:gd name="GluePoint31Y" fmla="*/ 91 h 103"/>
              <a:gd name="GluePoint32X" fmla="*/ 59 w 90"/>
              <a:gd name="GluePoint32Y" fmla="*/ 91 h 103"/>
              <a:gd name="GluePoint33X" fmla="*/ 52 w 90"/>
              <a:gd name="GluePoint33Y" fmla="*/ 91 h 103"/>
              <a:gd name="GluePoint34X" fmla="*/ 46 w 90"/>
              <a:gd name="GluePoint34Y" fmla="*/ 89 h 103"/>
              <a:gd name="GluePoint35X" fmla="*/ 41 w 90"/>
              <a:gd name="GluePoint35Y" fmla="*/ 86 h 103"/>
              <a:gd name="GluePoint36X" fmla="*/ 37 w 90"/>
              <a:gd name="GluePoint36Y" fmla="*/ 82 h 103"/>
              <a:gd name="GluePoint37X" fmla="*/ 33 w 90"/>
              <a:gd name="GluePoint37Y" fmla="*/ 76 h 103"/>
              <a:gd name="GluePoint38X" fmla="*/ 32 w 90"/>
              <a:gd name="GluePoint38Y" fmla="*/ 70 h 103"/>
              <a:gd name="GluePoint39X" fmla="*/ 31 w 90"/>
              <a:gd name="GluePoint39Y" fmla="*/ 62 h 103"/>
              <a:gd name="GluePoint40X" fmla="*/ 30 w 90"/>
              <a:gd name="GluePoint40Y" fmla="*/ 52 h 103"/>
              <a:gd name="GluePoint41X" fmla="*/ 90 w 90"/>
              <a:gd name="GluePoint41Y" fmla="*/ 46 h 103"/>
              <a:gd name="GluePoint42X" fmla="*/ 89 w 90"/>
              <a:gd name="GluePoint42Y" fmla="*/ 34 h 103"/>
              <a:gd name="GluePoint43X" fmla="*/ 31 w 90"/>
              <a:gd name="GluePoint43Y" fmla="*/ 34 h 103"/>
              <a:gd name="GluePoint44X" fmla="*/ 33 w 90"/>
              <a:gd name="GluePoint44Y" fmla="*/ 26 h 103"/>
              <a:gd name="GluePoint45X" fmla="*/ 33 w 90"/>
              <a:gd name="GluePoint45Y" fmla="*/ 20 h 103"/>
              <a:gd name="GluePoint46X" fmla="*/ 36 w 90"/>
              <a:gd name="GluePoint46Y" fmla="*/ 16 h 103"/>
              <a:gd name="GluePoint47X" fmla="*/ 39 w 90"/>
              <a:gd name="GluePoint47Y" fmla="*/ 12 h 103"/>
              <a:gd name="GluePoint48X" fmla="*/ 42 w 90"/>
              <a:gd name="GluePoint48Y" fmla="*/ 10 h 103"/>
              <a:gd name="GluePoint49X" fmla="*/ 45 w 90"/>
              <a:gd name="GluePoint49Y" fmla="*/ 9 h 103"/>
              <a:gd name="GluePoint50X" fmla="*/ 49 w 90"/>
              <a:gd name="GluePoint50Y" fmla="*/ 9 h 103"/>
              <a:gd name="GluePoint51X" fmla="*/ 52 w 90"/>
              <a:gd name="GluePoint51Y" fmla="*/ 10 h 103"/>
              <a:gd name="GluePoint52X" fmla="*/ 55 w 90"/>
              <a:gd name="GluePoint52Y" fmla="*/ 12 h 103"/>
              <a:gd name="GluePoint53X" fmla="*/ 57 w 90"/>
              <a:gd name="GluePoint53Y" fmla="*/ 16 h 103"/>
              <a:gd name="GluePoint54X" fmla="*/ 60 w 90"/>
              <a:gd name="GluePoint54Y" fmla="*/ 22 h 103"/>
              <a:gd name="GluePoint55X" fmla="*/ 61 w 90"/>
              <a:gd name="GluePoint55Y" fmla="*/ 34 h 103"/>
              <a:gd name="GluePoint56X" fmla="*/ 30 w 90"/>
              <a:gd name="GluePoint56Y" fmla="*/ 42 h 103"/>
            </a:gdLst>
            <a:ahLst/>
            <a:cxnLst/>
            <a:rect l="textAreaLeft" t="textAreaTop" r="textAreaRight" b="textAreaBottom"/>
            <a:pathLst>
              <a:path w="90" h="103">
                <a:moveTo>
                  <a:pt x="89" y="34"/>
                </a:moveTo>
                <a:lnTo>
                  <a:pt x="89" y="30"/>
                </a:lnTo>
                <a:lnTo>
                  <a:pt x="87" y="26"/>
                </a:lnTo>
                <a:lnTo>
                  <a:pt x="85" y="21"/>
                </a:lnTo>
                <a:lnTo>
                  <a:pt x="83" y="18"/>
                </a:lnTo>
                <a:lnTo>
                  <a:pt x="81" y="14"/>
                </a:lnTo>
                <a:lnTo>
                  <a:pt x="78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8" y="1"/>
                </a:lnTo>
                <a:lnTo>
                  <a:pt x="53" y="0"/>
                </a:lnTo>
                <a:lnTo>
                  <a:pt x="48" y="0"/>
                </a:lnTo>
                <a:lnTo>
                  <a:pt x="42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6" y="10"/>
                </a:lnTo>
                <a:lnTo>
                  <a:pt x="13" y="14"/>
                </a:lnTo>
                <a:lnTo>
                  <a:pt x="9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8" y="82"/>
                </a:lnTo>
                <a:lnTo>
                  <a:pt x="10" y="86"/>
                </a:lnTo>
                <a:lnTo>
                  <a:pt x="13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29" y="99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8" y="97"/>
                </a:lnTo>
                <a:lnTo>
                  <a:pt x="82" y="95"/>
                </a:lnTo>
                <a:lnTo>
                  <a:pt x="86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6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6" y="79"/>
                </a:lnTo>
                <a:lnTo>
                  <a:pt x="33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0" y="57"/>
                </a:lnTo>
                <a:lnTo>
                  <a:pt x="30" y="52"/>
                </a:lnTo>
                <a:lnTo>
                  <a:pt x="90" y="52"/>
                </a:lnTo>
                <a:lnTo>
                  <a:pt x="90" y="46"/>
                </a:lnTo>
                <a:lnTo>
                  <a:pt x="90" y="40"/>
                </a:lnTo>
                <a:lnTo>
                  <a:pt x="89" y="34"/>
                </a:lnTo>
                <a:close/>
                <a:moveTo>
                  <a:pt x="30" y="42"/>
                </a:moveTo>
                <a:lnTo>
                  <a:pt x="31" y="34"/>
                </a:lnTo>
                <a:lnTo>
                  <a:pt x="32" y="28"/>
                </a:lnTo>
                <a:lnTo>
                  <a:pt x="33" y="26"/>
                </a:lnTo>
                <a:lnTo>
                  <a:pt x="33" y="22"/>
                </a:lnTo>
                <a:lnTo>
                  <a:pt x="33" y="20"/>
                </a:lnTo>
                <a:lnTo>
                  <a:pt x="35" y="18"/>
                </a:lnTo>
                <a:lnTo>
                  <a:pt x="36" y="16"/>
                </a:lnTo>
                <a:lnTo>
                  <a:pt x="37" y="14"/>
                </a:lnTo>
                <a:lnTo>
                  <a:pt x="39" y="12"/>
                </a:lnTo>
                <a:lnTo>
                  <a:pt x="41" y="11"/>
                </a:lnTo>
                <a:lnTo>
                  <a:pt x="42" y="10"/>
                </a:lnTo>
                <a:lnTo>
                  <a:pt x="44" y="10"/>
                </a:lnTo>
                <a:lnTo>
                  <a:pt x="45" y="9"/>
                </a:lnTo>
                <a:lnTo>
                  <a:pt x="48" y="9"/>
                </a:lnTo>
                <a:lnTo>
                  <a:pt x="49" y="9"/>
                </a:lnTo>
                <a:lnTo>
                  <a:pt x="51" y="10"/>
                </a:lnTo>
                <a:lnTo>
                  <a:pt x="52" y="10"/>
                </a:lnTo>
                <a:lnTo>
                  <a:pt x="53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7" y="18"/>
                </a:lnTo>
                <a:lnTo>
                  <a:pt x="60" y="22"/>
                </a:lnTo>
                <a:lnTo>
                  <a:pt x="61" y="28"/>
                </a:lnTo>
                <a:lnTo>
                  <a:pt x="61" y="34"/>
                </a:lnTo>
                <a:lnTo>
                  <a:pt x="61" y="42"/>
                </a:lnTo>
                <a:lnTo>
                  <a:pt x="30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70" name="îsḷîḓè">
            <a:extLst>
              <a:ext uri="{FF2B5EF4-FFF2-40B4-BE49-F238E27FC236}">
                <a16:creationId xmlns:a16="http://schemas.microsoft.com/office/drawing/2014/main" id="{6A56FB7C-693E-422F-BBC9-F9794B7573FB}"/>
              </a:ext>
            </a:extLst>
          </p:cNvPr>
          <p:cNvSpPr>
            <a:spLocks noGrp="1"/>
          </p:cNvSpPr>
          <p:nvPr/>
        </p:nvSpPr>
        <p:spPr>
          <a:xfrm>
            <a:off x="261972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32 w 91"/>
              <a:gd name="GluePoint1Y" fmla="*/ 41 h 103"/>
              <a:gd name="GluePoint2X" fmla="*/ 33 w 91"/>
              <a:gd name="GluePoint2Y" fmla="*/ 33 h 103"/>
              <a:gd name="GluePoint3X" fmla="*/ 36 w 91"/>
              <a:gd name="GluePoint3Y" fmla="*/ 26 h 103"/>
              <a:gd name="GluePoint4X" fmla="*/ 38 w 91"/>
              <a:gd name="GluePoint4Y" fmla="*/ 20 h 103"/>
              <a:gd name="GluePoint5X" fmla="*/ 42 w 91"/>
              <a:gd name="GluePoint5Y" fmla="*/ 16 h 103"/>
              <a:gd name="GluePoint6X" fmla="*/ 46 w 91"/>
              <a:gd name="GluePoint6Y" fmla="*/ 12 h 103"/>
              <a:gd name="GluePoint7X" fmla="*/ 51 w 91"/>
              <a:gd name="GluePoint7Y" fmla="*/ 10 h 103"/>
              <a:gd name="GluePoint8X" fmla="*/ 56 w 91"/>
              <a:gd name="GluePoint8Y" fmla="*/ 9 h 103"/>
              <a:gd name="GluePoint9X" fmla="*/ 64 w 91"/>
              <a:gd name="GluePoint9Y" fmla="*/ 10 h 103"/>
              <a:gd name="GluePoint10X" fmla="*/ 68 w 91"/>
              <a:gd name="GluePoint10Y" fmla="*/ 13 h 103"/>
              <a:gd name="GluePoint11X" fmla="*/ 70 w 91"/>
              <a:gd name="GluePoint11Y" fmla="*/ 15 h 103"/>
              <a:gd name="GluePoint12X" fmla="*/ 75 w 91"/>
              <a:gd name="GluePoint12Y" fmla="*/ 22 h 103"/>
              <a:gd name="GluePoint13X" fmla="*/ 78 w 91"/>
              <a:gd name="GluePoint13Y" fmla="*/ 31 h 103"/>
              <a:gd name="GluePoint14X" fmla="*/ 91 w 91"/>
              <a:gd name="GluePoint14Y" fmla="*/ 9 h 103"/>
              <a:gd name="GluePoint15X" fmla="*/ 84 w 91"/>
              <a:gd name="GluePoint15Y" fmla="*/ 5 h 103"/>
              <a:gd name="GluePoint16X" fmla="*/ 75 w 91"/>
              <a:gd name="GluePoint16Y" fmla="*/ 2 h 103"/>
              <a:gd name="GluePoint17X" fmla="*/ 65 w 91"/>
              <a:gd name="GluePoint17Y" fmla="*/ 1 h 103"/>
              <a:gd name="GluePoint18X" fmla="*/ 55 w 91"/>
              <a:gd name="GluePoint18Y" fmla="*/ 0 h 103"/>
              <a:gd name="GluePoint19X" fmla="*/ 43 w 91"/>
              <a:gd name="GluePoint19Y" fmla="*/ 2 h 103"/>
              <a:gd name="GluePoint20X" fmla="*/ 32 w 91"/>
              <a:gd name="GluePoint20Y" fmla="*/ 5 h 103"/>
              <a:gd name="GluePoint21X" fmla="*/ 23 w 91"/>
              <a:gd name="GluePoint21Y" fmla="*/ 9 h 103"/>
              <a:gd name="GluePoint22X" fmla="*/ 15 w 91"/>
              <a:gd name="GluePoint22Y" fmla="*/ 15 h 103"/>
              <a:gd name="GluePoint23X" fmla="*/ 9 w 91"/>
              <a:gd name="GluePoint23Y" fmla="*/ 22 h 103"/>
              <a:gd name="GluePoint24X" fmla="*/ 4 w 91"/>
              <a:gd name="GluePoint24Y" fmla="*/ 31 h 103"/>
              <a:gd name="GluePoint25X" fmla="*/ 1 w 91"/>
              <a:gd name="GluePoint25Y" fmla="*/ 42 h 103"/>
              <a:gd name="GluePoint26X" fmla="*/ 0 w 91"/>
              <a:gd name="GluePoint26Y" fmla="*/ 54 h 103"/>
              <a:gd name="GluePoint27X" fmla="*/ 1 w 91"/>
              <a:gd name="GluePoint27Y" fmla="*/ 65 h 103"/>
              <a:gd name="GluePoint28X" fmla="*/ 4 w 91"/>
              <a:gd name="GluePoint28Y" fmla="*/ 75 h 103"/>
              <a:gd name="GluePoint29X" fmla="*/ 8 w 91"/>
              <a:gd name="GluePoint29Y" fmla="*/ 83 h 103"/>
              <a:gd name="GluePoint30X" fmla="*/ 14 w 91"/>
              <a:gd name="GluePoint30Y" fmla="*/ 91 h 103"/>
              <a:gd name="GluePoint31X" fmla="*/ 22 w 91"/>
              <a:gd name="GluePoint31Y" fmla="*/ 96 h 103"/>
              <a:gd name="GluePoint32X" fmla="*/ 32 w 91"/>
              <a:gd name="GluePoint32Y" fmla="*/ 100 h 103"/>
              <a:gd name="GluePoint33X" fmla="*/ 42 w 91"/>
              <a:gd name="GluePoint33Y" fmla="*/ 103 h 103"/>
              <a:gd name="GluePoint34X" fmla="*/ 55 w 91"/>
              <a:gd name="GluePoint34Y" fmla="*/ 103 h 103"/>
              <a:gd name="GluePoint35X" fmla="*/ 72 w 91"/>
              <a:gd name="GluePoint35Y" fmla="*/ 102 h 103"/>
              <a:gd name="GluePoint36X" fmla="*/ 77 w 91"/>
              <a:gd name="GluePoint36Y" fmla="*/ 99 h 103"/>
              <a:gd name="GluePoint37X" fmla="*/ 83 w 91"/>
              <a:gd name="GluePoint37Y" fmla="*/ 97 h 103"/>
              <a:gd name="GluePoint38X" fmla="*/ 84 w 91"/>
              <a:gd name="GluePoint38Y" fmla="*/ 82 h 103"/>
              <a:gd name="GluePoint39X" fmla="*/ 80 w 91"/>
              <a:gd name="GluePoint39Y" fmla="*/ 86 h 103"/>
              <a:gd name="GluePoint40X" fmla="*/ 74 w 91"/>
              <a:gd name="GluePoint40Y" fmla="*/ 89 h 103"/>
              <a:gd name="GluePoint41X" fmla="*/ 68 w 91"/>
              <a:gd name="GluePoint41Y" fmla="*/ 91 h 103"/>
              <a:gd name="GluePoint42X" fmla="*/ 62 w 91"/>
              <a:gd name="GluePoint42Y" fmla="*/ 91 h 103"/>
              <a:gd name="GluePoint43X" fmla="*/ 55 w 91"/>
              <a:gd name="GluePoint43Y" fmla="*/ 91 h 103"/>
              <a:gd name="GluePoint44X" fmla="*/ 48 w 91"/>
              <a:gd name="GluePoint44Y" fmla="*/ 89 h 103"/>
              <a:gd name="GluePoint45X" fmla="*/ 43 w 91"/>
              <a:gd name="GluePoint45Y" fmla="*/ 86 h 103"/>
              <a:gd name="GluePoint46X" fmla="*/ 38 w 91"/>
              <a:gd name="GluePoint46Y" fmla="*/ 81 h 103"/>
              <a:gd name="GluePoint47X" fmla="*/ 35 w 91"/>
              <a:gd name="GluePoint47Y" fmla="*/ 75 h 103"/>
              <a:gd name="GluePoint48X" fmla="*/ 32 w 91"/>
              <a:gd name="GluePoint48Y" fmla="*/ 68 h 103"/>
              <a:gd name="GluePoint49X" fmla="*/ 31 w 91"/>
              <a:gd name="GluePoint49Y" fmla="*/ 60 h 103"/>
              <a:gd name="GluePoint50X" fmla="*/ 31 w 91"/>
              <a:gd name="GluePoint50Y" fmla="*/ 51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31" y="46"/>
                </a:moveTo>
                <a:lnTo>
                  <a:pt x="32" y="41"/>
                </a:lnTo>
                <a:lnTo>
                  <a:pt x="32" y="37"/>
                </a:lnTo>
                <a:lnTo>
                  <a:pt x="33" y="33"/>
                </a:lnTo>
                <a:lnTo>
                  <a:pt x="34" y="29"/>
                </a:lnTo>
                <a:lnTo>
                  <a:pt x="36" y="26"/>
                </a:lnTo>
                <a:lnTo>
                  <a:pt x="36" y="23"/>
                </a:lnTo>
                <a:lnTo>
                  <a:pt x="38" y="20"/>
                </a:lnTo>
                <a:lnTo>
                  <a:pt x="40" y="18"/>
                </a:lnTo>
                <a:lnTo>
                  <a:pt x="42" y="16"/>
                </a:lnTo>
                <a:lnTo>
                  <a:pt x="44" y="14"/>
                </a:lnTo>
                <a:lnTo>
                  <a:pt x="46" y="12"/>
                </a:lnTo>
                <a:lnTo>
                  <a:pt x="48" y="10"/>
                </a:lnTo>
                <a:lnTo>
                  <a:pt x="51" y="10"/>
                </a:lnTo>
                <a:lnTo>
                  <a:pt x="53" y="9"/>
                </a:lnTo>
                <a:lnTo>
                  <a:pt x="56" y="9"/>
                </a:lnTo>
                <a:lnTo>
                  <a:pt x="60" y="10"/>
                </a:lnTo>
                <a:lnTo>
                  <a:pt x="64" y="10"/>
                </a:lnTo>
                <a:lnTo>
                  <a:pt x="66" y="12"/>
                </a:lnTo>
                <a:lnTo>
                  <a:pt x="68" y="13"/>
                </a:lnTo>
                <a:lnTo>
                  <a:pt x="68" y="14"/>
                </a:lnTo>
                <a:lnTo>
                  <a:pt x="70" y="15"/>
                </a:lnTo>
                <a:lnTo>
                  <a:pt x="72" y="18"/>
                </a:lnTo>
                <a:lnTo>
                  <a:pt x="75" y="22"/>
                </a:lnTo>
                <a:lnTo>
                  <a:pt x="76" y="26"/>
                </a:lnTo>
                <a:lnTo>
                  <a:pt x="78" y="31"/>
                </a:lnTo>
                <a:lnTo>
                  <a:pt x="83" y="31"/>
                </a:lnTo>
                <a:lnTo>
                  <a:pt x="91" y="9"/>
                </a:lnTo>
                <a:lnTo>
                  <a:pt x="88" y="7"/>
                </a:lnTo>
                <a:lnTo>
                  <a:pt x="84" y="5"/>
                </a:lnTo>
                <a:lnTo>
                  <a:pt x="79" y="4"/>
                </a:lnTo>
                <a:lnTo>
                  <a:pt x="75" y="2"/>
                </a:lnTo>
                <a:lnTo>
                  <a:pt x="70" y="2"/>
                </a:lnTo>
                <a:lnTo>
                  <a:pt x="65" y="1"/>
                </a:lnTo>
                <a:lnTo>
                  <a:pt x="60" y="0"/>
                </a:lnTo>
                <a:lnTo>
                  <a:pt x="55" y="0"/>
                </a:lnTo>
                <a:lnTo>
                  <a:pt x="48" y="1"/>
                </a:lnTo>
                <a:lnTo>
                  <a:pt x="43" y="2"/>
                </a:lnTo>
                <a:lnTo>
                  <a:pt x="37" y="3"/>
                </a:lnTo>
                <a:lnTo>
                  <a:pt x="32" y="5"/>
                </a:lnTo>
                <a:lnTo>
                  <a:pt x="27" y="6"/>
                </a:lnTo>
                <a:lnTo>
                  <a:pt x="23" y="9"/>
                </a:lnTo>
                <a:lnTo>
                  <a:pt x="19" y="12"/>
                </a:lnTo>
                <a:lnTo>
                  <a:pt x="15" y="15"/>
                </a:lnTo>
                <a:lnTo>
                  <a:pt x="12" y="18"/>
                </a:lnTo>
                <a:lnTo>
                  <a:pt x="9" y="22"/>
                </a:lnTo>
                <a:lnTo>
                  <a:pt x="7" y="27"/>
                </a:lnTo>
                <a:lnTo>
                  <a:pt x="4" y="31"/>
                </a:lnTo>
                <a:lnTo>
                  <a:pt x="3" y="36"/>
                </a:lnTo>
                <a:lnTo>
                  <a:pt x="1" y="42"/>
                </a:lnTo>
                <a:lnTo>
                  <a:pt x="1" y="47"/>
                </a:lnTo>
                <a:lnTo>
                  <a:pt x="0" y="54"/>
                </a:lnTo>
                <a:lnTo>
                  <a:pt x="0" y="60"/>
                </a:lnTo>
                <a:lnTo>
                  <a:pt x="1" y="65"/>
                </a:lnTo>
                <a:lnTo>
                  <a:pt x="3" y="71"/>
                </a:lnTo>
                <a:lnTo>
                  <a:pt x="4" y="75"/>
                </a:lnTo>
                <a:lnTo>
                  <a:pt x="6" y="79"/>
                </a:lnTo>
                <a:lnTo>
                  <a:pt x="8" y="83"/>
                </a:lnTo>
                <a:lnTo>
                  <a:pt x="11" y="87"/>
                </a:lnTo>
                <a:lnTo>
                  <a:pt x="14" y="91"/>
                </a:lnTo>
                <a:lnTo>
                  <a:pt x="18" y="94"/>
                </a:lnTo>
                <a:lnTo>
                  <a:pt x="22" y="96"/>
                </a:lnTo>
                <a:lnTo>
                  <a:pt x="27" y="98"/>
                </a:lnTo>
                <a:lnTo>
                  <a:pt x="32" y="100"/>
                </a:lnTo>
                <a:lnTo>
                  <a:pt x="36" y="102"/>
                </a:lnTo>
                <a:lnTo>
                  <a:pt x="42" y="103"/>
                </a:lnTo>
                <a:lnTo>
                  <a:pt x="48" y="103"/>
                </a:lnTo>
                <a:lnTo>
                  <a:pt x="55" y="103"/>
                </a:lnTo>
                <a:lnTo>
                  <a:pt x="64" y="103"/>
                </a:lnTo>
                <a:lnTo>
                  <a:pt x="72" y="102"/>
                </a:lnTo>
                <a:lnTo>
                  <a:pt x="75" y="100"/>
                </a:lnTo>
                <a:lnTo>
                  <a:pt x="77" y="99"/>
                </a:lnTo>
                <a:lnTo>
                  <a:pt x="80" y="99"/>
                </a:lnTo>
                <a:lnTo>
                  <a:pt x="83" y="97"/>
                </a:lnTo>
                <a:lnTo>
                  <a:pt x="88" y="84"/>
                </a:lnTo>
                <a:lnTo>
                  <a:pt x="84" y="82"/>
                </a:lnTo>
                <a:lnTo>
                  <a:pt x="82" y="84"/>
                </a:lnTo>
                <a:lnTo>
                  <a:pt x="80" y="86"/>
                </a:lnTo>
                <a:lnTo>
                  <a:pt x="77" y="87"/>
                </a:lnTo>
                <a:lnTo>
                  <a:pt x="74" y="89"/>
                </a:lnTo>
                <a:lnTo>
                  <a:pt x="72" y="91"/>
                </a:lnTo>
                <a:lnTo>
                  <a:pt x="68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5" y="91"/>
                </a:lnTo>
                <a:lnTo>
                  <a:pt x="52" y="90"/>
                </a:lnTo>
                <a:lnTo>
                  <a:pt x="48" y="89"/>
                </a:lnTo>
                <a:lnTo>
                  <a:pt x="46" y="87"/>
                </a:lnTo>
                <a:lnTo>
                  <a:pt x="43" y="86"/>
                </a:lnTo>
                <a:lnTo>
                  <a:pt x="40" y="83"/>
                </a:lnTo>
                <a:lnTo>
                  <a:pt x="38" y="81"/>
                </a:lnTo>
                <a:lnTo>
                  <a:pt x="36" y="79"/>
                </a:lnTo>
                <a:lnTo>
                  <a:pt x="35" y="75"/>
                </a:lnTo>
                <a:lnTo>
                  <a:pt x="33" y="72"/>
                </a:lnTo>
                <a:lnTo>
                  <a:pt x="32" y="68"/>
                </a:lnTo>
                <a:lnTo>
                  <a:pt x="32" y="64"/>
                </a:lnTo>
                <a:lnTo>
                  <a:pt x="31" y="60"/>
                </a:lnTo>
                <a:lnTo>
                  <a:pt x="31" y="55"/>
                </a:lnTo>
                <a:lnTo>
                  <a:pt x="31" y="51"/>
                </a:lnTo>
                <a:lnTo>
                  <a:pt x="31" y="4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71" name="iṩļiḍè">
            <a:extLst>
              <a:ext uri="{FF2B5EF4-FFF2-40B4-BE49-F238E27FC236}">
                <a16:creationId xmlns:a16="http://schemas.microsoft.com/office/drawing/2014/main" id="{AEEC737C-3C35-4239-AA4A-1EABC9883083}"/>
              </a:ext>
            </a:extLst>
          </p:cNvPr>
          <p:cNvSpPr>
            <a:spLocks noGrp="1"/>
          </p:cNvSpPr>
          <p:nvPr/>
        </p:nvSpPr>
        <p:spPr>
          <a:xfrm>
            <a:off x="267156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4 w 93"/>
              <a:gd name="GluePoint5Y" fmla="*/ 57 h 157"/>
              <a:gd name="GluePoint6X" fmla="*/ 66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9 w 93"/>
              <a:gd name="GluePoint11Y" fmla="*/ 71 h 157"/>
              <a:gd name="GluePoint12X" fmla="*/ 26 w 93"/>
              <a:gd name="GluePoint12Y" fmla="*/ 0 h 157"/>
              <a:gd name="GluePoint13X" fmla="*/ 18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2 w 93"/>
              <a:gd name="GluePoint20Y" fmla="*/ 157 h 157"/>
              <a:gd name="GluePoint21X" fmla="*/ 29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30 w 93"/>
              <a:gd name="GluePoint24Y" fmla="*/ 89 h 157"/>
              <a:gd name="GluePoint25X" fmla="*/ 31 w 93"/>
              <a:gd name="GluePoint25Y" fmla="*/ 84 h 157"/>
              <a:gd name="GluePoint26X" fmla="*/ 34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50 w 93"/>
              <a:gd name="GluePoint30Y" fmla="*/ 72 h 157"/>
              <a:gd name="GluePoint31X" fmla="*/ 54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2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5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6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2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79"/>
                </a:move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4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40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30" y="89"/>
                </a:lnTo>
                <a:lnTo>
                  <a:pt x="30" y="87"/>
                </a:lnTo>
                <a:lnTo>
                  <a:pt x="31" y="84"/>
                </a:lnTo>
                <a:lnTo>
                  <a:pt x="32" y="81"/>
                </a:lnTo>
                <a:lnTo>
                  <a:pt x="34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4" y="73"/>
                </a:lnTo>
                <a:lnTo>
                  <a:pt x="55" y="74"/>
                </a:lnTo>
                <a:lnTo>
                  <a:pt x="57" y="75"/>
                </a:lnTo>
                <a:lnTo>
                  <a:pt x="58" y="77"/>
                </a:lnTo>
                <a:lnTo>
                  <a:pt x="59" y="78"/>
                </a:lnTo>
                <a:lnTo>
                  <a:pt x="61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5" y="106"/>
                </a:lnTo>
                <a:lnTo>
                  <a:pt x="65" y="157"/>
                </a:lnTo>
                <a:lnTo>
                  <a:pt x="68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3" y="82"/>
                </a:lnTo>
                <a:lnTo>
                  <a:pt x="92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72" name="íSļiḓê">
            <a:extLst>
              <a:ext uri="{FF2B5EF4-FFF2-40B4-BE49-F238E27FC236}">
                <a16:creationId xmlns:a16="http://schemas.microsoft.com/office/drawing/2014/main" id="{664DE45B-D0E7-4F93-9739-6ADDE624D648}"/>
              </a:ext>
            </a:extLst>
          </p:cNvPr>
          <p:cNvSpPr>
            <a:spLocks noGrp="1"/>
          </p:cNvSpPr>
          <p:nvPr/>
        </p:nvSpPr>
        <p:spPr>
          <a:xfrm>
            <a:off x="272700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1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1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9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60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5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9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1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9" y="4"/>
                </a:lnTo>
                <a:lnTo>
                  <a:pt x="75" y="2"/>
                </a:lnTo>
                <a:lnTo>
                  <a:pt x="72" y="2"/>
                </a:lnTo>
                <a:lnTo>
                  <a:pt x="68" y="1"/>
                </a:lnTo>
                <a:lnTo>
                  <a:pt x="65" y="0"/>
                </a:lnTo>
                <a:lnTo>
                  <a:pt x="61" y="0"/>
                </a:lnTo>
                <a:lnTo>
                  <a:pt x="56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6" y="102"/>
                </a:lnTo>
                <a:lnTo>
                  <a:pt x="29" y="102"/>
                </a:lnTo>
                <a:lnTo>
                  <a:pt x="29" y="55"/>
                </a:lnTo>
                <a:lnTo>
                  <a:pt x="28" y="51"/>
                </a:lnTo>
                <a:lnTo>
                  <a:pt x="29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1" y="32"/>
                </a:lnTo>
                <a:lnTo>
                  <a:pt x="31" y="29"/>
                </a:lnTo>
                <a:lnTo>
                  <a:pt x="33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1" y="18"/>
                </a:lnTo>
                <a:lnTo>
                  <a:pt x="43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2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9" y="22"/>
                </a:lnTo>
                <a:lnTo>
                  <a:pt x="60" y="23"/>
                </a:lnTo>
                <a:lnTo>
                  <a:pt x="61" y="26"/>
                </a:lnTo>
                <a:lnTo>
                  <a:pt x="62" y="27"/>
                </a:lnTo>
                <a:lnTo>
                  <a:pt x="63" y="30"/>
                </a:lnTo>
                <a:lnTo>
                  <a:pt x="63" y="33"/>
                </a:lnTo>
                <a:lnTo>
                  <a:pt x="64" y="36"/>
                </a:lnTo>
                <a:lnTo>
                  <a:pt x="65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5" y="102"/>
                </a:lnTo>
                <a:lnTo>
                  <a:pt x="79" y="102"/>
                </a:lnTo>
                <a:lnTo>
                  <a:pt x="83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73" name="iṧļïḑe">
            <a:extLst>
              <a:ext uri="{FF2B5EF4-FFF2-40B4-BE49-F238E27FC236}">
                <a16:creationId xmlns:a16="http://schemas.microsoft.com/office/drawing/2014/main" id="{B8D1687B-3D6D-4505-9780-4DC44966974D}"/>
              </a:ext>
            </a:extLst>
          </p:cNvPr>
          <p:cNvSpPr>
            <a:spLocks noGrp="1"/>
          </p:cNvSpPr>
          <p:nvPr/>
        </p:nvSpPr>
        <p:spPr>
          <a:xfrm>
            <a:off x="278100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6 w 102"/>
              <a:gd name="GluePoint2Y" fmla="*/ 25 h 103"/>
              <a:gd name="GluePoint3X" fmla="*/ 91 w 102"/>
              <a:gd name="GluePoint3Y" fmla="*/ 17 h 103"/>
              <a:gd name="GluePoint4X" fmla="*/ 84 w 102"/>
              <a:gd name="GluePoint4Y" fmla="*/ 10 h 103"/>
              <a:gd name="GluePoint5X" fmla="*/ 76 w 102"/>
              <a:gd name="GluePoint5Y" fmla="*/ 6 h 103"/>
              <a:gd name="GluePoint6X" fmla="*/ 67 w 102"/>
              <a:gd name="GluePoint6Y" fmla="*/ 2 h 103"/>
              <a:gd name="GluePoint7X" fmla="*/ 56 w 102"/>
              <a:gd name="GluePoint7Y" fmla="*/ 1 h 103"/>
              <a:gd name="GluePoint8X" fmla="*/ 44 w 102"/>
              <a:gd name="GluePoint8Y" fmla="*/ 1 h 103"/>
              <a:gd name="GluePoint9X" fmla="*/ 33 w 102"/>
              <a:gd name="GluePoint9Y" fmla="*/ 2 h 103"/>
              <a:gd name="GluePoint10X" fmla="*/ 24 w 102"/>
              <a:gd name="GluePoint10Y" fmla="*/ 6 h 103"/>
              <a:gd name="GluePoint11X" fmla="*/ 16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1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1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6 w 102"/>
              <a:gd name="GluePoint20Y" fmla="*/ 94 h 103"/>
              <a:gd name="GluePoint21X" fmla="*/ 24 w 102"/>
              <a:gd name="GluePoint21Y" fmla="*/ 98 h 103"/>
              <a:gd name="GluePoint22X" fmla="*/ 33 w 102"/>
              <a:gd name="GluePoint22Y" fmla="*/ 102 h 103"/>
              <a:gd name="GluePoint23X" fmla="*/ 44 w 102"/>
              <a:gd name="GluePoint23Y" fmla="*/ 103 h 103"/>
              <a:gd name="GluePoint24X" fmla="*/ 56 w 102"/>
              <a:gd name="GluePoint24Y" fmla="*/ 103 h 103"/>
              <a:gd name="GluePoint25X" fmla="*/ 67 w 102"/>
              <a:gd name="GluePoint25Y" fmla="*/ 102 h 103"/>
              <a:gd name="GluePoint26X" fmla="*/ 76 w 102"/>
              <a:gd name="GluePoint26Y" fmla="*/ 98 h 103"/>
              <a:gd name="GluePoint27X" fmla="*/ 84 w 102"/>
              <a:gd name="GluePoint27Y" fmla="*/ 92 h 103"/>
              <a:gd name="GluePoint28X" fmla="*/ 91 w 102"/>
              <a:gd name="GluePoint28Y" fmla="*/ 86 h 103"/>
              <a:gd name="GluePoint29X" fmla="*/ 96 w 102"/>
              <a:gd name="GluePoint29Y" fmla="*/ 78 h 103"/>
              <a:gd name="GluePoint30X" fmla="*/ 100 w 102"/>
              <a:gd name="GluePoint30Y" fmla="*/ 68 h 103"/>
              <a:gd name="GluePoint31X" fmla="*/ 101 w 102"/>
              <a:gd name="GluePoint31Y" fmla="*/ 56 h 103"/>
              <a:gd name="GluePoint32X" fmla="*/ 101 w 102"/>
              <a:gd name="GluePoint32Y" fmla="*/ 44 h 103"/>
              <a:gd name="GluePoint33X" fmla="*/ 70 w 102"/>
              <a:gd name="GluePoint33Y" fmla="*/ 58 h 103"/>
              <a:gd name="GluePoint34X" fmla="*/ 68 w 102"/>
              <a:gd name="GluePoint34Y" fmla="*/ 72 h 103"/>
              <a:gd name="GluePoint35X" fmla="*/ 66 w 102"/>
              <a:gd name="GluePoint35Y" fmla="*/ 79 h 103"/>
              <a:gd name="GluePoint36X" fmla="*/ 64 w 102"/>
              <a:gd name="GluePoint36Y" fmla="*/ 86 h 103"/>
              <a:gd name="GluePoint37X" fmla="*/ 60 w 102"/>
              <a:gd name="GluePoint37Y" fmla="*/ 91 h 103"/>
              <a:gd name="GluePoint38X" fmla="*/ 56 w 102"/>
              <a:gd name="GluePoint38Y" fmla="*/ 94 h 103"/>
              <a:gd name="GluePoint39X" fmla="*/ 53 w 102"/>
              <a:gd name="GluePoint39Y" fmla="*/ 95 h 103"/>
              <a:gd name="GluePoint40X" fmla="*/ 48 w 102"/>
              <a:gd name="GluePoint40Y" fmla="*/ 95 h 103"/>
              <a:gd name="GluePoint41X" fmla="*/ 44 w 102"/>
              <a:gd name="GluePoint41Y" fmla="*/ 94 h 103"/>
              <a:gd name="GluePoint42X" fmla="*/ 40 w 102"/>
              <a:gd name="GluePoint42Y" fmla="*/ 91 h 103"/>
              <a:gd name="GluePoint43X" fmla="*/ 36 w 102"/>
              <a:gd name="GluePoint43Y" fmla="*/ 87 h 103"/>
              <a:gd name="GluePoint44X" fmla="*/ 34 w 102"/>
              <a:gd name="GluePoint44Y" fmla="*/ 83 h 103"/>
              <a:gd name="GluePoint45X" fmla="*/ 32 w 102"/>
              <a:gd name="GluePoint45Y" fmla="*/ 75 h 103"/>
              <a:gd name="GluePoint46X" fmla="*/ 31 w 102"/>
              <a:gd name="GluePoint46Y" fmla="*/ 68 h 103"/>
              <a:gd name="GluePoint47X" fmla="*/ 30 w 102"/>
              <a:gd name="GluePoint47Y" fmla="*/ 59 h 103"/>
              <a:gd name="GluePoint48X" fmla="*/ 30 w 102"/>
              <a:gd name="GluePoint48Y" fmla="*/ 49 h 103"/>
              <a:gd name="GluePoint49X" fmla="*/ 31 w 102"/>
              <a:gd name="GluePoint49Y" fmla="*/ 38 h 103"/>
              <a:gd name="GluePoint50X" fmla="*/ 32 w 102"/>
              <a:gd name="GluePoint50Y" fmla="*/ 30 h 103"/>
              <a:gd name="GluePoint51X" fmla="*/ 34 w 102"/>
              <a:gd name="GluePoint51Y" fmla="*/ 23 h 103"/>
              <a:gd name="GluePoint52X" fmla="*/ 36 w 102"/>
              <a:gd name="GluePoint52Y" fmla="*/ 18 h 103"/>
              <a:gd name="GluePoint53X" fmla="*/ 40 w 102"/>
              <a:gd name="GluePoint53Y" fmla="*/ 14 h 103"/>
              <a:gd name="GluePoint54X" fmla="*/ 44 w 102"/>
              <a:gd name="GluePoint54Y" fmla="*/ 10 h 103"/>
              <a:gd name="GluePoint55X" fmla="*/ 48 w 102"/>
              <a:gd name="GluePoint55Y" fmla="*/ 9 h 103"/>
              <a:gd name="GluePoint56X" fmla="*/ 53 w 102"/>
              <a:gd name="GluePoint56Y" fmla="*/ 9 h 103"/>
              <a:gd name="GluePoint57X" fmla="*/ 58 w 102"/>
              <a:gd name="GluePoint57Y" fmla="*/ 10 h 103"/>
              <a:gd name="GluePoint58X" fmla="*/ 61 w 102"/>
              <a:gd name="GluePoint58Y" fmla="*/ 13 h 103"/>
              <a:gd name="GluePoint59X" fmla="*/ 64 w 102"/>
              <a:gd name="GluePoint59Y" fmla="*/ 16 h 103"/>
              <a:gd name="GluePoint60X" fmla="*/ 67 w 102"/>
              <a:gd name="GluePoint60Y" fmla="*/ 22 h 103"/>
              <a:gd name="GluePoint61X" fmla="*/ 68 w 102"/>
              <a:gd name="GluePoint61Y" fmla="*/ 27 h 103"/>
              <a:gd name="GluePoint62X" fmla="*/ 70 w 102"/>
              <a:gd name="GluePoint62Y" fmla="*/ 38 h 103"/>
              <a:gd name="GluePoint63X" fmla="*/ 70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0" y="38"/>
                </a:moveTo>
                <a:lnTo>
                  <a:pt x="100" y="34"/>
                </a:lnTo>
                <a:lnTo>
                  <a:pt x="97" y="29"/>
                </a:lnTo>
                <a:lnTo>
                  <a:pt x="96" y="25"/>
                </a:lnTo>
                <a:lnTo>
                  <a:pt x="93" y="21"/>
                </a:lnTo>
                <a:lnTo>
                  <a:pt x="91" y="17"/>
                </a:lnTo>
                <a:lnTo>
                  <a:pt x="88" y="14"/>
                </a:lnTo>
                <a:lnTo>
                  <a:pt x="84" y="10"/>
                </a:lnTo>
                <a:lnTo>
                  <a:pt x="80" y="8"/>
                </a:lnTo>
                <a:lnTo>
                  <a:pt x="76" y="6"/>
                </a:lnTo>
                <a:lnTo>
                  <a:pt x="72" y="4"/>
                </a:lnTo>
                <a:lnTo>
                  <a:pt x="67" y="2"/>
                </a:lnTo>
                <a:lnTo>
                  <a:pt x="62" y="1"/>
                </a:lnTo>
                <a:lnTo>
                  <a:pt x="56" y="1"/>
                </a:lnTo>
                <a:lnTo>
                  <a:pt x="51" y="0"/>
                </a:lnTo>
                <a:lnTo>
                  <a:pt x="44" y="1"/>
                </a:lnTo>
                <a:lnTo>
                  <a:pt x="39" y="1"/>
                </a:lnTo>
                <a:lnTo>
                  <a:pt x="33" y="2"/>
                </a:lnTo>
                <a:lnTo>
                  <a:pt x="28" y="4"/>
                </a:lnTo>
                <a:lnTo>
                  <a:pt x="24" y="6"/>
                </a:lnTo>
                <a:lnTo>
                  <a:pt x="20" y="9"/>
                </a:lnTo>
                <a:lnTo>
                  <a:pt x="16" y="12"/>
                </a:lnTo>
                <a:lnTo>
                  <a:pt x="12" y="14"/>
                </a:lnTo>
                <a:lnTo>
                  <a:pt x="10" y="18"/>
                </a:lnTo>
                <a:lnTo>
                  <a:pt x="7" y="22"/>
                </a:lnTo>
                <a:lnTo>
                  <a:pt x="5" y="27"/>
                </a:lnTo>
                <a:lnTo>
                  <a:pt x="3" y="31"/>
                </a:lnTo>
                <a:lnTo>
                  <a:pt x="1" y="37"/>
                </a:lnTo>
                <a:lnTo>
                  <a:pt x="0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3" y="75"/>
                </a:lnTo>
                <a:lnTo>
                  <a:pt x="5" y="80"/>
                </a:lnTo>
                <a:lnTo>
                  <a:pt x="7" y="84"/>
                </a:lnTo>
                <a:lnTo>
                  <a:pt x="10" y="87"/>
                </a:lnTo>
                <a:lnTo>
                  <a:pt x="12" y="91"/>
                </a:lnTo>
                <a:lnTo>
                  <a:pt x="16" y="94"/>
                </a:lnTo>
                <a:lnTo>
                  <a:pt x="20" y="96"/>
                </a:lnTo>
                <a:lnTo>
                  <a:pt x="24" y="98"/>
                </a:lnTo>
                <a:lnTo>
                  <a:pt x="28" y="100"/>
                </a:lnTo>
                <a:lnTo>
                  <a:pt x="33" y="102"/>
                </a:lnTo>
                <a:lnTo>
                  <a:pt x="39" y="103"/>
                </a:lnTo>
                <a:lnTo>
                  <a:pt x="44" y="103"/>
                </a:lnTo>
                <a:lnTo>
                  <a:pt x="51" y="103"/>
                </a:lnTo>
                <a:lnTo>
                  <a:pt x="56" y="103"/>
                </a:lnTo>
                <a:lnTo>
                  <a:pt x="62" y="103"/>
                </a:lnTo>
                <a:lnTo>
                  <a:pt x="67" y="102"/>
                </a:lnTo>
                <a:lnTo>
                  <a:pt x="72" y="99"/>
                </a:lnTo>
                <a:lnTo>
                  <a:pt x="76" y="98"/>
                </a:lnTo>
                <a:lnTo>
                  <a:pt x="80" y="95"/>
                </a:lnTo>
                <a:lnTo>
                  <a:pt x="84" y="92"/>
                </a:lnTo>
                <a:lnTo>
                  <a:pt x="88" y="90"/>
                </a:lnTo>
                <a:lnTo>
                  <a:pt x="91" y="86"/>
                </a:lnTo>
                <a:lnTo>
                  <a:pt x="93" y="82"/>
                </a:lnTo>
                <a:lnTo>
                  <a:pt x="96" y="78"/>
                </a:lnTo>
                <a:lnTo>
                  <a:pt x="97" y="73"/>
                </a:lnTo>
                <a:lnTo>
                  <a:pt x="100" y="68"/>
                </a:lnTo>
                <a:lnTo>
                  <a:pt x="100" y="63"/>
                </a:lnTo>
                <a:lnTo>
                  <a:pt x="101" y="56"/>
                </a:lnTo>
                <a:lnTo>
                  <a:pt x="102" y="50"/>
                </a:lnTo>
                <a:lnTo>
                  <a:pt x="101" y="44"/>
                </a:lnTo>
                <a:lnTo>
                  <a:pt x="100" y="38"/>
                </a:lnTo>
                <a:close/>
                <a:moveTo>
                  <a:pt x="70" y="58"/>
                </a:moveTo>
                <a:lnTo>
                  <a:pt x="69" y="68"/>
                </a:lnTo>
                <a:lnTo>
                  <a:pt x="68" y="72"/>
                </a:lnTo>
                <a:lnTo>
                  <a:pt x="68" y="76"/>
                </a:lnTo>
                <a:lnTo>
                  <a:pt x="66" y="79"/>
                </a:lnTo>
                <a:lnTo>
                  <a:pt x="65" y="83"/>
                </a:lnTo>
                <a:lnTo>
                  <a:pt x="64" y="86"/>
                </a:lnTo>
                <a:lnTo>
                  <a:pt x="62" y="88"/>
                </a:lnTo>
                <a:lnTo>
                  <a:pt x="60" y="91"/>
                </a:lnTo>
                <a:lnTo>
                  <a:pt x="59" y="92"/>
                </a:lnTo>
                <a:lnTo>
                  <a:pt x="56" y="94"/>
                </a:lnTo>
                <a:lnTo>
                  <a:pt x="55" y="95"/>
                </a:lnTo>
                <a:lnTo>
                  <a:pt x="53" y="95"/>
                </a:lnTo>
                <a:lnTo>
                  <a:pt x="51" y="95"/>
                </a:lnTo>
                <a:lnTo>
                  <a:pt x="48" y="95"/>
                </a:lnTo>
                <a:lnTo>
                  <a:pt x="45" y="95"/>
                </a:lnTo>
                <a:lnTo>
                  <a:pt x="44" y="94"/>
                </a:lnTo>
                <a:lnTo>
                  <a:pt x="41" y="93"/>
                </a:lnTo>
                <a:lnTo>
                  <a:pt x="40" y="91"/>
                </a:lnTo>
                <a:lnTo>
                  <a:pt x="38" y="90"/>
                </a:lnTo>
                <a:lnTo>
                  <a:pt x="36" y="87"/>
                </a:lnTo>
                <a:lnTo>
                  <a:pt x="35" y="85"/>
                </a:lnTo>
                <a:lnTo>
                  <a:pt x="34" y="83"/>
                </a:lnTo>
                <a:lnTo>
                  <a:pt x="32" y="79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1" y="63"/>
                </a:lnTo>
                <a:lnTo>
                  <a:pt x="30" y="59"/>
                </a:lnTo>
                <a:lnTo>
                  <a:pt x="30" y="54"/>
                </a:lnTo>
                <a:lnTo>
                  <a:pt x="30" y="49"/>
                </a:lnTo>
                <a:lnTo>
                  <a:pt x="31" y="43"/>
                </a:lnTo>
                <a:lnTo>
                  <a:pt x="31" y="38"/>
                </a:lnTo>
                <a:lnTo>
                  <a:pt x="32" y="34"/>
                </a:lnTo>
                <a:lnTo>
                  <a:pt x="32" y="30"/>
                </a:lnTo>
                <a:lnTo>
                  <a:pt x="33" y="27"/>
                </a:lnTo>
                <a:lnTo>
                  <a:pt x="34" y="23"/>
                </a:lnTo>
                <a:lnTo>
                  <a:pt x="36" y="21"/>
                </a:lnTo>
                <a:lnTo>
                  <a:pt x="36" y="18"/>
                </a:lnTo>
                <a:lnTo>
                  <a:pt x="38" y="16"/>
                </a:lnTo>
                <a:lnTo>
                  <a:pt x="40" y="14"/>
                </a:lnTo>
                <a:lnTo>
                  <a:pt x="42" y="12"/>
                </a:lnTo>
                <a:lnTo>
                  <a:pt x="44" y="10"/>
                </a:lnTo>
                <a:lnTo>
                  <a:pt x="46" y="10"/>
                </a:lnTo>
                <a:lnTo>
                  <a:pt x="48" y="9"/>
                </a:lnTo>
                <a:lnTo>
                  <a:pt x="51" y="9"/>
                </a:lnTo>
                <a:lnTo>
                  <a:pt x="53" y="9"/>
                </a:lnTo>
                <a:lnTo>
                  <a:pt x="56" y="10"/>
                </a:lnTo>
                <a:lnTo>
                  <a:pt x="58" y="10"/>
                </a:lnTo>
                <a:lnTo>
                  <a:pt x="60" y="11"/>
                </a:lnTo>
                <a:lnTo>
                  <a:pt x="61" y="13"/>
                </a:lnTo>
                <a:lnTo>
                  <a:pt x="63" y="14"/>
                </a:lnTo>
                <a:lnTo>
                  <a:pt x="64" y="16"/>
                </a:lnTo>
                <a:lnTo>
                  <a:pt x="66" y="18"/>
                </a:lnTo>
                <a:lnTo>
                  <a:pt x="67" y="22"/>
                </a:lnTo>
                <a:lnTo>
                  <a:pt x="68" y="24"/>
                </a:lnTo>
                <a:lnTo>
                  <a:pt x="68" y="27"/>
                </a:lnTo>
                <a:lnTo>
                  <a:pt x="69" y="30"/>
                </a:lnTo>
                <a:lnTo>
                  <a:pt x="70" y="38"/>
                </a:lnTo>
                <a:lnTo>
                  <a:pt x="71" y="47"/>
                </a:lnTo>
                <a:lnTo>
                  <a:pt x="70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74" name="ïṧļïdé">
            <a:extLst>
              <a:ext uri="{FF2B5EF4-FFF2-40B4-BE49-F238E27FC236}">
                <a16:creationId xmlns:a16="http://schemas.microsoft.com/office/drawing/2014/main" id="{26E59393-36D7-4695-BAE8-D18F5CA64C3F}"/>
              </a:ext>
            </a:extLst>
          </p:cNvPr>
          <p:cNvSpPr>
            <a:spLocks noGrp="1"/>
          </p:cNvSpPr>
          <p:nvPr/>
        </p:nvSpPr>
        <p:spPr>
          <a:xfrm>
            <a:off x="2840040" y="931320"/>
            <a:ext cx="11880" cy="68040"/>
          </a:xfrm>
          <a:custGeom>
            <a:avLst/>
            <a:gdLst>
              <a:gd name="textAreaLeft" fmla="*/ 0 w 11880"/>
              <a:gd name="textAreaRight" fmla="*/ 12240 w 11880"/>
              <a:gd name="textAreaTop" fmla="*/ 0 h 68040"/>
              <a:gd name="textAreaBottom" fmla="*/ 68400 h 68040"/>
              <a:gd name="GluePoint1X" fmla="*/ 20 w 28"/>
              <a:gd name="GluePoint1Y" fmla="*/ 1 h 157"/>
              <a:gd name="GluePoint2X" fmla="*/ 17 w 28"/>
              <a:gd name="GluePoint2Y" fmla="*/ 1 h 157"/>
              <a:gd name="GluePoint3X" fmla="*/ 14 w 28"/>
              <a:gd name="GluePoint3Y" fmla="*/ 1 h 157"/>
              <a:gd name="GluePoint4X" fmla="*/ 13 w 28"/>
              <a:gd name="GluePoint4Y" fmla="*/ 1 h 157"/>
              <a:gd name="GluePoint5X" fmla="*/ 11 w 28"/>
              <a:gd name="GluePoint5Y" fmla="*/ 1 h 157"/>
              <a:gd name="GluePoint6X" fmla="*/ 9 w 28"/>
              <a:gd name="GluePoint6Y" fmla="*/ 1 h 157"/>
              <a:gd name="GluePoint7X" fmla="*/ 7 w 28"/>
              <a:gd name="GluePoint7Y" fmla="*/ 1 h 157"/>
              <a:gd name="GluePoint8X" fmla="*/ 3 w 28"/>
              <a:gd name="GluePoint8Y" fmla="*/ 0 h 157"/>
              <a:gd name="GluePoint9X" fmla="*/ 0 w 28"/>
              <a:gd name="GluePoint9Y" fmla="*/ 0 h 157"/>
              <a:gd name="GluePoint10X" fmla="*/ 0 w 28"/>
              <a:gd name="GluePoint10Y" fmla="*/ 157 h 157"/>
              <a:gd name="GluePoint11X" fmla="*/ 3 w 28"/>
              <a:gd name="GluePoint11Y" fmla="*/ 157 h 157"/>
              <a:gd name="GluePoint12X" fmla="*/ 7 w 28"/>
              <a:gd name="GluePoint12Y" fmla="*/ 157 h 157"/>
              <a:gd name="GluePoint13X" fmla="*/ 11 w 28"/>
              <a:gd name="GluePoint13Y" fmla="*/ 157 h 157"/>
              <a:gd name="GluePoint14X" fmla="*/ 14 w 28"/>
              <a:gd name="GluePoint14Y" fmla="*/ 157 h 157"/>
              <a:gd name="GluePoint15X" fmla="*/ 17 w 28"/>
              <a:gd name="GluePoint15Y" fmla="*/ 157 h 157"/>
              <a:gd name="GluePoint16X" fmla="*/ 21 w 28"/>
              <a:gd name="GluePoint16Y" fmla="*/ 157 h 157"/>
              <a:gd name="GluePoint17X" fmla="*/ 24 w 28"/>
              <a:gd name="GluePoint17Y" fmla="*/ 157 h 157"/>
              <a:gd name="GluePoint18X" fmla="*/ 28 w 28"/>
              <a:gd name="GluePoint18Y" fmla="*/ 157 h 157"/>
              <a:gd name="GluePoint19X" fmla="*/ 28 w 28"/>
              <a:gd name="GluePoint19Y" fmla="*/ 0 h 157"/>
              <a:gd name="GluePoint20X" fmla="*/ 25 w 28"/>
              <a:gd name="GluePoint20Y" fmla="*/ 0 h 157"/>
              <a:gd name="GluePoint21X" fmla="*/ 20 w 28"/>
              <a:gd name="GluePoint21Y" fmla="*/ 1 h 157"/>
            </a:gdLst>
            <a:ahLst/>
            <a:cxnLst/>
            <a:rect l="textAreaLeft" t="textAreaTop" r="textAreaRight" b="textAreaBottom"/>
            <a:pathLst>
              <a:path w="28" h="157">
                <a:moveTo>
                  <a:pt x="20" y="1"/>
                </a:move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7" y="157"/>
                </a:lnTo>
                <a:lnTo>
                  <a:pt x="21" y="157"/>
                </a:lnTo>
                <a:lnTo>
                  <a:pt x="24" y="157"/>
                </a:lnTo>
                <a:lnTo>
                  <a:pt x="28" y="157"/>
                </a:lnTo>
                <a:lnTo>
                  <a:pt x="28" y="0"/>
                </a:lnTo>
                <a:lnTo>
                  <a:pt x="25" y="0"/>
                </a:lnTo>
                <a:lnTo>
                  <a:pt x="20" y="1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75" name="íṩliďé">
            <a:extLst>
              <a:ext uri="{FF2B5EF4-FFF2-40B4-BE49-F238E27FC236}">
                <a16:creationId xmlns:a16="http://schemas.microsoft.com/office/drawing/2014/main" id="{5C30C517-36D4-4303-8EB8-1A3AD605E8B7}"/>
              </a:ext>
            </a:extLst>
          </p:cNvPr>
          <p:cNvSpPr>
            <a:spLocks noGrp="1"/>
          </p:cNvSpPr>
          <p:nvPr/>
        </p:nvSpPr>
        <p:spPr>
          <a:xfrm>
            <a:off x="2866680" y="955440"/>
            <a:ext cx="44640" cy="44640"/>
          </a:xfrm>
          <a:custGeom>
            <a:avLst/>
            <a:gdLst>
              <a:gd name="textAreaLeft" fmla="*/ 0 w 44640"/>
              <a:gd name="textAreaRight" fmla="*/ 45000 w 44640"/>
              <a:gd name="textAreaTop" fmla="*/ 0 h 44640"/>
              <a:gd name="textAreaBottom" fmla="*/ 45000 h 44640"/>
              <a:gd name="GluePoint1X" fmla="*/ 100 w 103"/>
              <a:gd name="GluePoint1Y" fmla="*/ 34 h 103"/>
              <a:gd name="GluePoint2X" fmla="*/ 96 w 103"/>
              <a:gd name="GluePoint2Y" fmla="*/ 25 h 103"/>
              <a:gd name="GluePoint3X" fmla="*/ 92 w 103"/>
              <a:gd name="GluePoint3Y" fmla="*/ 17 h 103"/>
              <a:gd name="GluePoint4X" fmla="*/ 85 w 103"/>
              <a:gd name="GluePoint4Y" fmla="*/ 10 h 103"/>
              <a:gd name="GluePoint5X" fmla="*/ 77 w 103"/>
              <a:gd name="GluePoint5Y" fmla="*/ 6 h 103"/>
              <a:gd name="GluePoint6X" fmla="*/ 68 w 103"/>
              <a:gd name="GluePoint6Y" fmla="*/ 2 h 103"/>
              <a:gd name="GluePoint7X" fmla="*/ 57 w 103"/>
              <a:gd name="GluePoint7Y" fmla="*/ 1 h 103"/>
              <a:gd name="GluePoint8X" fmla="*/ 45 w 103"/>
              <a:gd name="GluePoint8Y" fmla="*/ 1 h 103"/>
              <a:gd name="GluePoint9X" fmla="*/ 35 w 103"/>
              <a:gd name="GluePoint9Y" fmla="*/ 2 h 103"/>
              <a:gd name="GluePoint10X" fmla="*/ 25 w 103"/>
              <a:gd name="GluePoint10Y" fmla="*/ 6 h 103"/>
              <a:gd name="GluePoint11X" fmla="*/ 17 w 103"/>
              <a:gd name="GluePoint11Y" fmla="*/ 12 h 103"/>
              <a:gd name="GluePoint12X" fmla="*/ 11 w 103"/>
              <a:gd name="GluePoint12Y" fmla="*/ 18 h 103"/>
              <a:gd name="GluePoint13X" fmla="*/ 5 w 103"/>
              <a:gd name="GluePoint13Y" fmla="*/ 27 h 103"/>
              <a:gd name="GluePoint14X" fmla="*/ 2 w 103"/>
              <a:gd name="GluePoint14Y" fmla="*/ 37 h 103"/>
              <a:gd name="GluePoint15X" fmla="*/ 0 w 103"/>
              <a:gd name="GluePoint15Y" fmla="*/ 48 h 103"/>
              <a:gd name="GluePoint16X" fmla="*/ 0 w 103"/>
              <a:gd name="GluePoint16Y" fmla="*/ 61 h 103"/>
              <a:gd name="GluePoint17X" fmla="*/ 2 w 103"/>
              <a:gd name="GluePoint17Y" fmla="*/ 71 h 103"/>
              <a:gd name="GluePoint18X" fmla="*/ 5 w 103"/>
              <a:gd name="GluePoint18Y" fmla="*/ 80 h 103"/>
              <a:gd name="GluePoint19X" fmla="*/ 11 w 103"/>
              <a:gd name="GluePoint19Y" fmla="*/ 87 h 103"/>
              <a:gd name="GluePoint20X" fmla="*/ 17 w 103"/>
              <a:gd name="GluePoint20Y" fmla="*/ 94 h 103"/>
              <a:gd name="GluePoint21X" fmla="*/ 25 w 103"/>
              <a:gd name="GluePoint21Y" fmla="*/ 98 h 103"/>
              <a:gd name="GluePoint22X" fmla="*/ 35 w 103"/>
              <a:gd name="GluePoint22Y" fmla="*/ 102 h 103"/>
              <a:gd name="GluePoint23X" fmla="*/ 45 w 103"/>
              <a:gd name="GluePoint23Y" fmla="*/ 103 h 103"/>
              <a:gd name="GluePoint24X" fmla="*/ 57 w 103"/>
              <a:gd name="GluePoint24Y" fmla="*/ 103 h 103"/>
              <a:gd name="GluePoint25X" fmla="*/ 68 w 103"/>
              <a:gd name="GluePoint25Y" fmla="*/ 102 h 103"/>
              <a:gd name="GluePoint26X" fmla="*/ 77 w 103"/>
              <a:gd name="GluePoint26Y" fmla="*/ 98 h 103"/>
              <a:gd name="GluePoint27X" fmla="*/ 85 w 103"/>
              <a:gd name="GluePoint27Y" fmla="*/ 92 h 103"/>
              <a:gd name="GluePoint28X" fmla="*/ 92 w 103"/>
              <a:gd name="GluePoint28Y" fmla="*/ 86 h 103"/>
              <a:gd name="GluePoint29X" fmla="*/ 96 w 103"/>
              <a:gd name="GluePoint29Y" fmla="*/ 78 h 103"/>
              <a:gd name="GluePoint30X" fmla="*/ 100 w 103"/>
              <a:gd name="GluePoint30Y" fmla="*/ 68 h 103"/>
              <a:gd name="GluePoint31X" fmla="*/ 102 w 103"/>
              <a:gd name="GluePoint31Y" fmla="*/ 56 h 103"/>
              <a:gd name="GluePoint32X" fmla="*/ 102 w 103"/>
              <a:gd name="GluePoint32Y" fmla="*/ 44 h 103"/>
              <a:gd name="GluePoint33X" fmla="*/ 71 w 103"/>
              <a:gd name="GluePoint33Y" fmla="*/ 58 h 103"/>
              <a:gd name="GluePoint34X" fmla="*/ 69 w 103"/>
              <a:gd name="GluePoint34Y" fmla="*/ 72 h 103"/>
              <a:gd name="GluePoint35X" fmla="*/ 67 w 103"/>
              <a:gd name="GluePoint35Y" fmla="*/ 79 h 103"/>
              <a:gd name="GluePoint36X" fmla="*/ 64 w 103"/>
              <a:gd name="GluePoint36Y" fmla="*/ 86 h 103"/>
              <a:gd name="GluePoint37X" fmla="*/ 61 w 103"/>
              <a:gd name="GluePoint37Y" fmla="*/ 91 h 103"/>
              <a:gd name="GluePoint38X" fmla="*/ 58 w 103"/>
              <a:gd name="GluePoint38Y" fmla="*/ 94 h 103"/>
              <a:gd name="GluePoint39X" fmla="*/ 53 w 103"/>
              <a:gd name="GluePoint39Y" fmla="*/ 95 h 103"/>
              <a:gd name="GluePoint40X" fmla="*/ 49 w 103"/>
              <a:gd name="GluePoint40Y" fmla="*/ 95 h 103"/>
              <a:gd name="GluePoint41X" fmla="*/ 44 w 103"/>
              <a:gd name="GluePoint41Y" fmla="*/ 94 h 103"/>
              <a:gd name="GluePoint42X" fmla="*/ 40 w 103"/>
              <a:gd name="GluePoint42Y" fmla="*/ 91 h 103"/>
              <a:gd name="GluePoint43X" fmla="*/ 37 w 103"/>
              <a:gd name="GluePoint43Y" fmla="*/ 87 h 103"/>
              <a:gd name="GluePoint44X" fmla="*/ 35 w 103"/>
              <a:gd name="GluePoint44Y" fmla="*/ 83 h 103"/>
              <a:gd name="GluePoint45X" fmla="*/ 33 w 103"/>
              <a:gd name="GluePoint45Y" fmla="*/ 75 h 103"/>
              <a:gd name="GluePoint46X" fmla="*/ 32 w 103"/>
              <a:gd name="GluePoint46Y" fmla="*/ 68 h 103"/>
              <a:gd name="GluePoint47X" fmla="*/ 31 w 103"/>
              <a:gd name="GluePoint47Y" fmla="*/ 59 h 103"/>
              <a:gd name="GluePoint48X" fmla="*/ 31 w 103"/>
              <a:gd name="GluePoint48Y" fmla="*/ 49 h 103"/>
              <a:gd name="GluePoint49X" fmla="*/ 32 w 103"/>
              <a:gd name="GluePoint49Y" fmla="*/ 38 h 103"/>
              <a:gd name="GluePoint50X" fmla="*/ 33 w 103"/>
              <a:gd name="GluePoint50Y" fmla="*/ 30 h 103"/>
              <a:gd name="GluePoint51X" fmla="*/ 35 w 103"/>
              <a:gd name="GluePoint51Y" fmla="*/ 23 h 103"/>
              <a:gd name="GluePoint52X" fmla="*/ 38 w 103"/>
              <a:gd name="GluePoint52Y" fmla="*/ 18 h 103"/>
              <a:gd name="GluePoint53X" fmla="*/ 41 w 103"/>
              <a:gd name="GluePoint53Y" fmla="*/ 14 h 103"/>
              <a:gd name="GluePoint54X" fmla="*/ 45 w 103"/>
              <a:gd name="GluePoint54Y" fmla="*/ 10 h 103"/>
              <a:gd name="GluePoint55X" fmla="*/ 50 w 103"/>
              <a:gd name="GluePoint55Y" fmla="*/ 9 h 103"/>
              <a:gd name="GluePoint56X" fmla="*/ 55 w 103"/>
              <a:gd name="GluePoint56Y" fmla="*/ 9 h 103"/>
              <a:gd name="GluePoint57X" fmla="*/ 59 w 103"/>
              <a:gd name="GluePoint57Y" fmla="*/ 10 h 103"/>
              <a:gd name="GluePoint58X" fmla="*/ 62 w 103"/>
              <a:gd name="GluePoint58Y" fmla="*/ 13 h 103"/>
              <a:gd name="GluePoint59X" fmla="*/ 65 w 103"/>
              <a:gd name="GluePoint59Y" fmla="*/ 16 h 103"/>
              <a:gd name="GluePoint60X" fmla="*/ 68 w 103"/>
              <a:gd name="GluePoint60Y" fmla="*/ 22 h 103"/>
              <a:gd name="GluePoint61X" fmla="*/ 69 w 103"/>
              <a:gd name="GluePoint61Y" fmla="*/ 27 h 103"/>
              <a:gd name="GluePoint62X" fmla="*/ 72 w 103"/>
              <a:gd name="GluePoint62Y" fmla="*/ 38 h 103"/>
              <a:gd name="GluePoint63X" fmla="*/ 71 w 103"/>
              <a:gd name="GluePoint63Y" fmla="*/ 58 h 103"/>
            </a:gdLst>
            <a:ahLst/>
            <a:cxnLst/>
            <a:rect l="textAreaLeft" t="textAreaTop" r="textAreaRight" b="textAreaBottom"/>
            <a:pathLst>
              <a:path w="103" h="103">
                <a:moveTo>
                  <a:pt x="101" y="38"/>
                </a:moveTo>
                <a:lnTo>
                  <a:pt x="100" y="34"/>
                </a:lnTo>
                <a:lnTo>
                  <a:pt x="99" y="29"/>
                </a:lnTo>
                <a:lnTo>
                  <a:pt x="96" y="25"/>
                </a:lnTo>
                <a:lnTo>
                  <a:pt x="94" y="21"/>
                </a:lnTo>
                <a:lnTo>
                  <a:pt x="92" y="17"/>
                </a:lnTo>
                <a:lnTo>
                  <a:pt x="88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2" y="0"/>
                </a:lnTo>
                <a:lnTo>
                  <a:pt x="45" y="1"/>
                </a:lnTo>
                <a:lnTo>
                  <a:pt x="40" y="1"/>
                </a:lnTo>
                <a:lnTo>
                  <a:pt x="35" y="2"/>
                </a:lnTo>
                <a:lnTo>
                  <a:pt x="29" y="4"/>
                </a:lnTo>
                <a:lnTo>
                  <a:pt x="25" y="6"/>
                </a:lnTo>
                <a:lnTo>
                  <a:pt x="20" y="9"/>
                </a:lnTo>
                <a:lnTo>
                  <a:pt x="17" y="12"/>
                </a:lnTo>
                <a:lnTo>
                  <a:pt x="14" y="14"/>
                </a:lnTo>
                <a:lnTo>
                  <a:pt x="11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1" y="87"/>
                </a:lnTo>
                <a:lnTo>
                  <a:pt x="14" y="91"/>
                </a:lnTo>
                <a:lnTo>
                  <a:pt x="17" y="94"/>
                </a:lnTo>
                <a:lnTo>
                  <a:pt x="20" y="96"/>
                </a:lnTo>
                <a:lnTo>
                  <a:pt x="25" y="98"/>
                </a:lnTo>
                <a:lnTo>
                  <a:pt x="29" y="100"/>
                </a:lnTo>
                <a:lnTo>
                  <a:pt x="35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8" y="90"/>
                </a:lnTo>
                <a:lnTo>
                  <a:pt x="92" y="86"/>
                </a:lnTo>
                <a:lnTo>
                  <a:pt x="94" y="82"/>
                </a:lnTo>
                <a:lnTo>
                  <a:pt x="96" y="78"/>
                </a:lnTo>
                <a:lnTo>
                  <a:pt x="99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3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70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6" y="83"/>
                </a:lnTo>
                <a:lnTo>
                  <a:pt x="64" y="86"/>
                </a:lnTo>
                <a:lnTo>
                  <a:pt x="63" y="88"/>
                </a:lnTo>
                <a:lnTo>
                  <a:pt x="61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3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4" y="94"/>
                </a:lnTo>
                <a:lnTo>
                  <a:pt x="42" y="93"/>
                </a:lnTo>
                <a:lnTo>
                  <a:pt x="40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4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4" y="27"/>
                </a:lnTo>
                <a:lnTo>
                  <a:pt x="35" y="23"/>
                </a:lnTo>
                <a:lnTo>
                  <a:pt x="36" y="21"/>
                </a:lnTo>
                <a:lnTo>
                  <a:pt x="38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6" y="10"/>
                </a:lnTo>
                <a:lnTo>
                  <a:pt x="59" y="10"/>
                </a:lnTo>
                <a:lnTo>
                  <a:pt x="60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8" y="24"/>
                </a:lnTo>
                <a:lnTo>
                  <a:pt x="69" y="27"/>
                </a:lnTo>
                <a:lnTo>
                  <a:pt x="70" y="30"/>
                </a:lnTo>
                <a:lnTo>
                  <a:pt x="72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76" name="iṩ1ïḑé">
            <a:extLst>
              <a:ext uri="{FF2B5EF4-FFF2-40B4-BE49-F238E27FC236}">
                <a16:creationId xmlns:a16="http://schemas.microsoft.com/office/drawing/2014/main" id="{60363A3D-0108-4DCC-A742-7C1139CA527F}"/>
              </a:ext>
            </a:extLst>
          </p:cNvPr>
          <p:cNvSpPr>
            <a:spLocks noGrp="1"/>
          </p:cNvSpPr>
          <p:nvPr/>
        </p:nvSpPr>
        <p:spPr>
          <a:xfrm>
            <a:off x="2922120" y="955440"/>
            <a:ext cx="41400" cy="67680"/>
          </a:xfrm>
          <a:custGeom>
            <a:avLst/>
            <a:gdLst>
              <a:gd name="textAreaLeft" fmla="*/ 0 w 41400"/>
              <a:gd name="textAreaRight" fmla="*/ 41760 w 41400"/>
              <a:gd name="textAreaTop" fmla="*/ 0 h 67680"/>
              <a:gd name="textAreaBottom" fmla="*/ 68040 h 67680"/>
              <a:gd name="GluePoint1X" fmla="*/ 90 w 96"/>
              <a:gd name="GluePoint1Y" fmla="*/ 95 h 156"/>
              <a:gd name="GluePoint2X" fmla="*/ 79 w 96"/>
              <a:gd name="GluePoint2Y" fmla="*/ 88 h 156"/>
              <a:gd name="GluePoint3X" fmla="*/ 48 w 96"/>
              <a:gd name="GluePoint3Y" fmla="*/ 85 h 156"/>
              <a:gd name="GluePoint4X" fmla="*/ 34 w 96"/>
              <a:gd name="GluePoint4Y" fmla="*/ 82 h 156"/>
              <a:gd name="GluePoint5X" fmla="*/ 30 w 96"/>
              <a:gd name="GluePoint5Y" fmla="*/ 75 h 156"/>
              <a:gd name="GluePoint6X" fmla="*/ 33 w 96"/>
              <a:gd name="GluePoint6Y" fmla="*/ 70 h 156"/>
              <a:gd name="GluePoint7X" fmla="*/ 41 w 96"/>
              <a:gd name="GluePoint7Y" fmla="*/ 67 h 156"/>
              <a:gd name="GluePoint8X" fmla="*/ 57 w 96"/>
              <a:gd name="GluePoint8Y" fmla="*/ 66 h 156"/>
              <a:gd name="GluePoint9X" fmla="*/ 74 w 96"/>
              <a:gd name="GluePoint9Y" fmla="*/ 58 h 156"/>
              <a:gd name="GluePoint10X" fmla="*/ 84 w 96"/>
              <a:gd name="GluePoint10Y" fmla="*/ 44 h 156"/>
              <a:gd name="GluePoint11X" fmla="*/ 86 w 96"/>
              <a:gd name="GluePoint11Y" fmla="*/ 26 h 156"/>
              <a:gd name="GluePoint12X" fmla="*/ 78 w 96"/>
              <a:gd name="GluePoint12Y" fmla="*/ 12 h 156"/>
              <a:gd name="GluePoint13X" fmla="*/ 64 w 96"/>
              <a:gd name="GluePoint13Y" fmla="*/ 1 h 156"/>
              <a:gd name="GluePoint14X" fmla="*/ 48 w 96"/>
              <a:gd name="GluePoint14Y" fmla="*/ 0 h 156"/>
              <a:gd name="GluePoint15X" fmla="*/ 23 w 96"/>
              <a:gd name="GluePoint15Y" fmla="*/ 3 h 156"/>
              <a:gd name="GluePoint16X" fmla="*/ 7 w 96"/>
              <a:gd name="GluePoint16Y" fmla="*/ 12 h 156"/>
              <a:gd name="GluePoint17X" fmla="*/ 1 w 96"/>
              <a:gd name="GluePoint17Y" fmla="*/ 28 h 156"/>
              <a:gd name="GluePoint18X" fmla="*/ 2 w 96"/>
              <a:gd name="GluePoint18Y" fmla="*/ 44 h 156"/>
              <a:gd name="GluePoint19X" fmla="*/ 9 w 96"/>
              <a:gd name="GluePoint19Y" fmla="*/ 56 h 156"/>
              <a:gd name="GluePoint20X" fmla="*/ 21 w 96"/>
              <a:gd name="GluePoint20Y" fmla="*/ 63 h 156"/>
              <a:gd name="GluePoint21X" fmla="*/ 17 w 96"/>
              <a:gd name="GluePoint21Y" fmla="*/ 70 h 156"/>
              <a:gd name="GluePoint22X" fmla="*/ 8 w 96"/>
              <a:gd name="GluePoint22Y" fmla="*/ 84 h 156"/>
              <a:gd name="GluePoint23X" fmla="*/ 10 w 96"/>
              <a:gd name="GluePoint23Y" fmla="*/ 97 h 156"/>
              <a:gd name="GluePoint24X" fmla="*/ 20 w 96"/>
              <a:gd name="GluePoint24Y" fmla="*/ 103 h 156"/>
              <a:gd name="GluePoint25X" fmla="*/ 4 w 96"/>
              <a:gd name="GluePoint25Y" fmla="*/ 113 h 156"/>
              <a:gd name="GluePoint26X" fmla="*/ 0 w 96"/>
              <a:gd name="GluePoint26Y" fmla="*/ 131 h 156"/>
              <a:gd name="GluePoint27X" fmla="*/ 6 w 96"/>
              <a:gd name="GluePoint27Y" fmla="*/ 144 h 156"/>
              <a:gd name="GluePoint28X" fmla="*/ 20 w 96"/>
              <a:gd name="GluePoint28Y" fmla="*/ 152 h 156"/>
              <a:gd name="GluePoint29X" fmla="*/ 42 w 96"/>
              <a:gd name="GluePoint29Y" fmla="*/ 156 h 156"/>
              <a:gd name="GluePoint30X" fmla="*/ 70 w 96"/>
              <a:gd name="GluePoint30Y" fmla="*/ 150 h 156"/>
              <a:gd name="GluePoint31X" fmla="*/ 87 w 96"/>
              <a:gd name="GluePoint31Y" fmla="*/ 137 h 156"/>
              <a:gd name="GluePoint32X" fmla="*/ 95 w 96"/>
              <a:gd name="GluePoint32Y" fmla="*/ 116 h 156"/>
              <a:gd name="GluePoint33X" fmla="*/ 30 w 96"/>
              <a:gd name="GluePoint33Y" fmla="*/ 29 h 156"/>
              <a:gd name="GluePoint34X" fmla="*/ 34 w 96"/>
              <a:gd name="GluePoint34Y" fmla="*/ 14 h 156"/>
              <a:gd name="GluePoint35X" fmla="*/ 40 w 96"/>
              <a:gd name="GluePoint35Y" fmla="*/ 9 h 156"/>
              <a:gd name="GluePoint36X" fmla="*/ 47 w 96"/>
              <a:gd name="GluePoint36Y" fmla="*/ 8 h 156"/>
              <a:gd name="GluePoint37X" fmla="*/ 53 w 96"/>
              <a:gd name="GluePoint37Y" fmla="*/ 12 h 156"/>
              <a:gd name="GluePoint38X" fmla="*/ 58 w 96"/>
              <a:gd name="GluePoint38Y" fmla="*/ 31 h 156"/>
              <a:gd name="GluePoint39X" fmla="*/ 53 w 96"/>
              <a:gd name="GluePoint39Y" fmla="*/ 55 h 156"/>
              <a:gd name="GluePoint40X" fmla="*/ 47 w 96"/>
              <a:gd name="GluePoint40Y" fmla="*/ 59 h 156"/>
              <a:gd name="GluePoint41X" fmla="*/ 39 w 96"/>
              <a:gd name="GluePoint41Y" fmla="*/ 59 h 156"/>
              <a:gd name="GluePoint42X" fmla="*/ 34 w 96"/>
              <a:gd name="GluePoint42Y" fmla="*/ 54 h 156"/>
              <a:gd name="GluePoint43X" fmla="*/ 30 w 96"/>
              <a:gd name="GluePoint43Y" fmla="*/ 29 h 156"/>
              <a:gd name="GluePoint44X" fmla="*/ 70 w 96"/>
              <a:gd name="GluePoint44Y" fmla="*/ 131 h 156"/>
              <a:gd name="GluePoint45X" fmla="*/ 64 w 96"/>
              <a:gd name="GluePoint45Y" fmla="*/ 140 h 156"/>
              <a:gd name="GluePoint46X" fmla="*/ 54 w 96"/>
              <a:gd name="GluePoint46Y" fmla="*/ 146 h 156"/>
              <a:gd name="GluePoint47X" fmla="*/ 41 w 96"/>
              <a:gd name="GluePoint47Y" fmla="*/ 146 h 156"/>
              <a:gd name="GluePoint48X" fmla="*/ 28 w 96"/>
              <a:gd name="GluePoint48Y" fmla="*/ 142 h 156"/>
              <a:gd name="GluePoint49X" fmla="*/ 21 w 96"/>
              <a:gd name="GluePoint49Y" fmla="*/ 133 h 156"/>
              <a:gd name="GluePoint50X" fmla="*/ 18 w 96"/>
              <a:gd name="GluePoint50Y" fmla="*/ 121 h 156"/>
              <a:gd name="GluePoint51X" fmla="*/ 20 w 96"/>
              <a:gd name="GluePoint51Y" fmla="*/ 112 h 156"/>
              <a:gd name="GluePoint52X" fmla="*/ 25 w 96"/>
              <a:gd name="GluePoint52Y" fmla="*/ 107 h 156"/>
              <a:gd name="GluePoint53X" fmla="*/ 42 w 96"/>
              <a:gd name="GluePoint53Y" fmla="*/ 103 h 156"/>
              <a:gd name="GluePoint54X" fmla="*/ 58 w 96"/>
              <a:gd name="GluePoint54Y" fmla="*/ 105 h 156"/>
              <a:gd name="GluePoint55X" fmla="*/ 68 w 96"/>
              <a:gd name="GluePoint55Y" fmla="*/ 111 h 156"/>
              <a:gd name="GluePoint56X" fmla="*/ 72 w 96"/>
              <a:gd name="GluePoint56Y" fmla="*/ 122 h 156"/>
            </a:gdLst>
            <a:ahLst/>
            <a:cxnLst/>
            <a:rect l="textAreaLeft" t="textAreaTop" r="textAreaRight" b="textAreaBottom"/>
            <a:pathLst>
              <a:path w="96" h="156">
                <a:moveTo>
                  <a:pt x="95" y="103"/>
                </a:moveTo>
                <a:lnTo>
                  <a:pt x="94" y="101"/>
                </a:lnTo>
                <a:lnTo>
                  <a:pt x="93" y="99"/>
                </a:lnTo>
                <a:lnTo>
                  <a:pt x="91" y="96"/>
                </a:lnTo>
                <a:lnTo>
                  <a:pt x="90" y="95"/>
                </a:lnTo>
                <a:lnTo>
                  <a:pt x="88" y="93"/>
                </a:lnTo>
                <a:lnTo>
                  <a:pt x="86" y="91"/>
                </a:lnTo>
                <a:lnTo>
                  <a:pt x="84" y="91"/>
                </a:lnTo>
                <a:lnTo>
                  <a:pt x="82" y="89"/>
                </a:lnTo>
                <a:lnTo>
                  <a:pt x="79" y="88"/>
                </a:lnTo>
                <a:lnTo>
                  <a:pt x="76" y="87"/>
                </a:lnTo>
                <a:lnTo>
                  <a:pt x="73" y="87"/>
                </a:lnTo>
                <a:lnTo>
                  <a:pt x="70" y="86"/>
                </a:lnTo>
                <a:lnTo>
                  <a:pt x="66" y="86"/>
                </a:lnTo>
                <a:lnTo>
                  <a:pt x="48" y="85"/>
                </a:lnTo>
                <a:lnTo>
                  <a:pt x="43" y="85"/>
                </a:lnTo>
                <a:lnTo>
                  <a:pt x="40" y="85"/>
                </a:lnTo>
                <a:lnTo>
                  <a:pt x="37" y="84"/>
                </a:lnTo>
                <a:lnTo>
                  <a:pt x="34" y="83"/>
                </a:lnTo>
                <a:lnTo>
                  <a:pt x="34" y="82"/>
                </a:lnTo>
                <a:lnTo>
                  <a:pt x="33" y="81"/>
                </a:lnTo>
                <a:lnTo>
                  <a:pt x="32" y="80"/>
                </a:lnTo>
                <a:lnTo>
                  <a:pt x="31" y="79"/>
                </a:lnTo>
                <a:lnTo>
                  <a:pt x="30" y="77"/>
                </a:lnTo>
                <a:lnTo>
                  <a:pt x="30" y="75"/>
                </a:lnTo>
                <a:lnTo>
                  <a:pt x="30" y="74"/>
                </a:lnTo>
                <a:lnTo>
                  <a:pt x="30" y="72"/>
                </a:lnTo>
                <a:lnTo>
                  <a:pt x="31" y="71"/>
                </a:lnTo>
                <a:lnTo>
                  <a:pt x="32" y="70"/>
                </a:lnTo>
                <a:lnTo>
                  <a:pt x="33" y="70"/>
                </a:lnTo>
                <a:lnTo>
                  <a:pt x="33" y="68"/>
                </a:lnTo>
                <a:lnTo>
                  <a:pt x="34" y="68"/>
                </a:lnTo>
                <a:lnTo>
                  <a:pt x="35" y="67"/>
                </a:lnTo>
                <a:lnTo>
                  <a:pt x="38" y="67"/>
                </a:lnTo>
                <a:lnTo>
                  <a:pt x="41" y="67"/>
                </a:lnTo>
                <a:lnTo>
                  <a:pt x="42" y="67"/>
                </a:lnTo>
                <a:lnTo>
                  <a:pt x="42" y="67"/>
                </a:lnTo>
                <a:lnTo>
                  <a:pt x="47" y="67"/>
                </a:lnTo>
                <a:lnTo>
                  <a:pt x="52" y="67"/>
                </a:lnTo>
                <a:lnTo>
                  <a:pt x="57" y="66"/>
                </a:lnTo>
                <a:lnTo>
                  <a:pt x="61" y="64"/>
                </a:lnTo>
                <a:lnTo>
                  <a:pt x="65" y="63"/>
                </a:lnTo>
                <a:lnTo>
                  <a:pt x="68" y="62"/>
                </a:lnTo>
                <a:lnTo>
                  <a:pt x="71" y="60"/>
                </a:lnTo>
                <a:lnTo>
                  <a:pt x="74" y="58"/>
                </a:lnTo>
                <a:lnTo>
                  <a:pt x="77" y="55"/>
                </a:lnTo>
                <a:lnTo>
                  <a:pt x="79" y="53"/>
                </a:lnTo>
                <a:lnTo>
                  <a:pt x="81" y="51"/>
                </a:lnTo>
                <a:lnTo>
                  <a:pt x="82" y="47"/>
                </a:lnTo>
                <a:lnTo>
                  <a:pt x="84" y="44"/>
                </a:lnTo>
                <a:lnTo>
                  <a:pt x="85" y="40"/>
                </a:lnTo>
                <a:lnTo>
                  <a:pt x="86" y="37"/>
                </a:lnTo>
                <a:lnTo>
                  <a:pt x="86" y="33"/>
                </a:lnTo>
                <a:lnTo>
                  <a:pt x="86" y="29"/>
                </a:lnTo>
                <a:lnTo>
                  <a:pt x="86" y="26"/>
                </a:lnTo>
                <a:lnTo>
                  <a:pt x="85" y="23"/>
                </a:lnTo>
                <a:lnTo>
                  <a:pt x="84" y="20"/>
                </a:lnTo>
                <a:lnTo>
                  <a:pt x="82" y="17"/>
                </a:lnTo>
                <a:lnTo>
                  <a:pt x="80" y="14"/>
                </a:lnTo>
                <a:lnTo>
                  <a:pt x="78" y="12"/>
                </a:lnTo>
                <a:lnTo>
                  <a:pt x="75" y="10"/>
                </a:lnTo>
                <a:lnTo>
                  <a:pt x="94" y="10"/>
                </a:lnTo>
                <a:lnTo>
                  <a:pt x="94" y="1"/>
                </a:lnTo>
                <a:lnTo>
                  <a:pt x="70" y="1"/>
                </a:lnTo>
                <a:lnTo>
                  <a:pt x="64" y="1"/>
                </a:lnTo>
                <a:lnTo>
                  <a:pt x="59" y="1"/>
                </a:lnTo>
                <a:lnTo>
                  <a:pt x="57" y="1"/>
                </a:lnTo>
                <a:lnTo>
                  <a:pt x="54" y="0"/>
                </a:lnTo>
                <a:lnTo>
                  <a:pt x="51" y="0"/>
                </a:lnTo>
                <a:lnTo>
                  <a:pt x="48" y="0"/>
                </a:lnTo>
                <a:lnTo>
                  <a:pt x="42" y="0"/>
                </a:lnTo>
                <a:lnTo>
                  <a:pt x="37" y="1"/>
                </a:lnTo>
                <a:lnTo>
                  <a:pt x="32" y="1"/>
                </a:lnTo>
                <a:lnTo>
                  <a:pt x="27" y="2"/>
                </a:lnTo>
                <a:lnTo>
                  <a:pt x="23" y="3"/>
                </a:lnTo>
                <a:lnTo>
                  <a:pt x="19" y="5"/>
                </a:lnTo>
                <a:lnTo>
                  <a:pt x="15" y="6"/>
                </a:lnTo>
                <a:lnTo>
                  <a:pt x="13" y="8"/>
                </a:lnTo>
                <a:lnTo>
                  <a:pt x="10" y="10"/>
                </a:lnTo>
                <a:lnTo>
                  <a:pt x="7" y="12"/>
                </a:lnTo>
                <a:lnTo>
                  <a:pt x="5" y="15"/>
                </a:lnTo>
                <a:lnTo>
                  <a:pt x="4" y="18"/>
                </a:lnTo>
                <a:lnTo>
                  <a:pt x="2" y="21"/>
                </a:lnTo>
                <a:lnTo>
                  <a:pt x="1" y="24"/>
                </a:lnTo>
                <a:lnTo>
                  <a:pt x="1" y="28"/>
                </a:lnTo>
                <a:lnTo>
                  <a:pt x="1" y="32"/>
                </a:lnTo>
                <a:lnTo>
                  <a:pt x="1" y="35"/>
                </a:lnTo>
                <a:lnTo>
                  <a:pt x="1" y="38"/>
                </a:lnTo>
                <a:lnTo>
                  <a:pt x="2" y="42"/>
                </a:lnTo>
                <a:lnTo>
                  <a:pt x="2" y="44"/>
                </a:lnTo>
                <a:lnTo>
                  <a:pt x="3" y="47"/>
                </a:lnTo>
                <a:lnTo>
                  <a:pt x="5" y="50"/>
                </a:lnTo>
                <a:lnTo>
                  <a:pt x="6" y="52"/>
                </a:lnTo>
                <a:lnTo>
                  <a:pt x="7" y="54"/>
                </a:lnTo>
                <a:lnTo>
                  <a:pt x="9" y="56"/>
                </a:lnTo>
                <a:lnTo>
                  <a:pt x="11" y="58"/>
                </a:lnTo>
                <a:lnTo>
                  <a:pt x="13" y="59"/>
                </a:lnTo>
                <a:lnTo>
                  <a:pt x="15" y="61"/>
                </a:lnTo>
                <a:lnTo>
                  <a:pt x="18" y="63"/>
                </a:lnTo>
                <a:lnTo>
                  <a:pt x="21" y="63"/>
                </a:lnTo>
                <a:lnTo>
                  <a:pt x="24" y="64"/>
                </a:lnTo>
                <a:lnTo>
                  <a:pt x="27" y="65"/>
                </a:lnTo>
                <a:lnTo>
                  <a:pt x="24" y="67"/>
                </a:lnTo>
                <a:lnTo>
                  <a:pt x="21" y="68"/>
                </a:lnTo>
                <a:lnTo>
                  <a:pt x="17" y="70"/>
                </a:lnTo>
                <a:lnTo>
                  <a:pt x="14" y="72"/>
                </a:lnTo>
                <a:lnTo>
                  <a:pt x="12" y="75"/>
                </a:lnTo>
                <a:lnTo>
                  <a:pt x="10" y="78"/>
                </a:lnTo>
                <a:lnTo>
                  <a:pt x="9" y="81"/>
                </a:lnTo>
                <a:lnTo>
                  <a:pt x="8" y="84"/>
                </a:lnTo>
                <a:lnTo>
                  <a:pt x="8" y="87"/>
                </a:lnTo>
                <a:lnTo>
                  <a:pt x="8" y="91"/>
                </a:lnTo>
                <a:lnTo>
                  <a:pt x="9" y="93"/>
                </a:lnTo>
                <a:lnTo>
                  <a:pt x="9" y="95"/>
                </a:lnTo>
                <a:lnTo>
                  <a:pt x="10" y="97"/>
                </a:lnTo>
                <a:lnTo>
                  <a:pt x="12" y="99"/>
                </a:lnTo>
                <a:lnTo>
                  <a:pt x="13" y="100"/>
                </a:lnTo>
                <a:lnTo>
                  <a:pt x="16" y="102"/>
                </a:lnTo>
                <a:lnTo>
                  <a:pt x="18" y="102"/>
                </a:lnTo>
                <a:lnTo>
                  <a:pt x="20" y="103"/>
                </a:lnTo>
                <a:lnTo>
                  <a:pt x="17" y="104"/>
                </a:lnTo>
                <a:lnTo>
                  <a:pt x="13" y="106"/>
                </a:lnTo>
                <a:lnTo>
                  <a:pt x="9" y="108"/>
                </a:lnTo>
                <a:lnTo>
                  <a:pt x="6" y="111"/>
                </a:lnTo>
                <a:lnTo>
                  <a:pt x="4" y="113"/>
                </a:lnTo>
                <a:lnTo>
                  <a:pt x="2" y="116"/>
                </a:lnTo>
                <a:lnTo>
                  <a:pt x="1" y="120"/>
                </a:lnTo>
                <a:lnTo>
                  <a:pt x="0" y="123"/>
                </a:lnTo>
                <a:lnTo>
                  <a:pt x="0" y="128"/>
                </a:lnTo>
                <a:lnTo>
                  <a:pt x="0" y="131"/>
                </a:lnTo>
                <a:lnTo>
                  <a:pt x="1" y="135"/>
                </a:lnTo>
                <a:lnTo>
                  <a:pt x="1" y="137"/>
                </a:lnTo>
                <a:lnTo>
                  <a:pt x="2" y="139"/>
                </a:lnTo>
                <a:lnTo>
                  <a:pt x="4" y="142"/>
                </a:lnTo>
                <a:lnTo>
                  <a:pt x="6" y="144"/>
                </a:lnTo>
                <a:lnTo>
                  <a:pt x="8" y="146"/>
                </a:lnTo>
                <a:lnTo>
                  <a:pt x="10" y="147"/>
                </a:lnTo>
                <a:lnTo>
                  <a:pt x="13" y="150"/>
                </a:lnTo>
                <a:lnTo>
                  <a:pt x="16" y="151"/>
                </a:lnTo>
                <a:lnTo>
                  <a:pt x="20" y="152"/>
                </a:lnTo>
                <a:lnTo>
                  <a:pt x="23" y="153"/>
                </a:lnTo>
                <a:lnTo>
                  <a:pt x="27" y="155"/>
                </a:lnTo>
                <a:lnTo>
                  <a:pt x="32" y="155"/>
                </a:lnTo>
                <a:lnTo>
                  <a:pt x="36" y="155"/>
                </a:lnTo>
                <a:lnTo>
                  <a:pt x="42" y="156"/>
                </a:lnTo>
                <a:lnTo>
                  <a:pt x="47" y="155"/>
                </a:lnTo>
                <a:lnTo>
                  <a:pt x="54" y="155"/>
                </a:lnTo>
                <a:lnTo>
                  <a:pt x="59" y="153"/>
                </a:lnTo>
                <a:lnTo>
                  <a:pt x="64" y="151"/>
                </a:lnTo>
                <a:lnTo>
                  <a:pt x="70" y="150"/>
                </a:lnTo>
                <a:lnTo>
                  <a:pt x="74" y="148"/>
                </a:lnTo>
                <a:lnTo>
                  <a:pt x="78" y="146"/>
                </a:lnTo>
                <a:lnTo>
                  <a:pt x="81" y="143"/>
                </a:lnTo>
                <a:lnTo>
                  <a:pt x="84" y="140"/>
                </a:lnTo>
                <a:lnTo>
                  <a:pt x="87" y="137"/>
                </a:lnTo>
                <a:lnTo>
                  <a:pt x="90" y="133"/>
                </a:lnTo>
                <a:lnTo>
                  <a:pt x="91" y="129"/>
                </a:lnTo>
                <a:lnTo>
                  <a:pt x="94" y="126"/>
                </a:lnTo>
                <a:lnTo>
                  <a:pt x="94" y="121"/>
                </a:lnTo>
                <a:lnTo>
                  <a:pt x="95" y="116"/>
                </a:lnTo>
                <a:lnTo>
                  <a:pt x="96" y="111"/>
                </a:lnTo>
                <a:lnTo>
                  <a:pt x="96" y="108"/>
                </a:lnTo>
                <a:lnTo>
                  <a:pt x="95" y="105"/>
                </a:lnTo>
                <a:lnTo>
                  <a:pt x="95" y="103"/>
                </a:lnTo>
                <a:close/>
                <a:moveTo>
                  <a:pt x="30" y="29"/>
                </a:moveTo>
                <a:lnTo>
                  <a:pt x="31" y="23"/>
                </a:lnTo>
                <a:lnTo>
                  <a:pt x="32" y="21"/>
                </a:lnTo>
                <a:lnTo>
                  <a:pt x="32" y="18"/>
                </a:lnTo>
                <a:lnTo>
                  <a:pt x="33" y="16"/>
                </a:lnTo>
                <a:lnTo>
                  <a:pt x="34" y="14"/>
                </a:lnTo>
                <a:lnTo>
                  <a:pt x="34" y="13"/>
                </a:lnTo>
                <a:lnTo>
                  <a:pt x="36" y="11"/>
                </a:lnTo>
                <a:lnTo>
                  <a:pt x="37" y="10"/>
                </a:lnTo>
                <a:lnTo>
                  <a:pt x="38" y="10"/>
                </a:lnTo>
                <a:lnTo>
                  <a:pt x="40" y="9"/>
                </a:lnTo>
                <a:lnTo>
                  <a:pt x="42" y="8"/>
                </a:lnTo>
                <a:lnTo>
                  <a:pt x="43" y="7"/>
                </a:lnTo>
                <a:lnTo>
                  <a:pt x="45" y="7"/>
                </a:lnTo>
                <a:lnTo>
                  <a:pt x="46" y="7"/>
                </a:lnTo>
                <a:lnTo>
                  <a:pt x="47" y="8"/>
                </a:lnTo>
                <a:lnTo>
                  <a:pt x="49" y="9"/>
                </a:lnTo>
                <a:lnTo>
                  <a:pt x="50" y="9"/>
                </a:lnTo>
                <a:lnTo>
                  <a:pt x="51" y="10"/>
                </a:lnTo>
                <a:lnTo>
                  <a:pt x="52" y="11"/>
                </a:lnTo>
                <a:lnTo>
                  <a:pt x="53" y="12"/>
                </a:lnTo>
                <a:lnTo>
                  <a:pt x="54" y="14"/>
                </a:lnTo>
                <a:lnTo>
                  <a:pt x="55" y="17"/>
                </a:lnTo>
                <a:lnTo>
                  <a:pt x="56" y="21"/>
                </a:lnTo>
                <a:lnTo>
                  <a:pt x="58" y="26"/>
                </a:lnTo>
                <a:lnTo>
                  <a:pt x="58" y="31"/>
                </a:lnTo>
                <a:lnTo>
                  <a:pt x="58" y="38"/>
                </a:lnTo>
                <a:lnTo>
                  <a:pt x="57" y="43"/>
                </a:lnTo>
                <a:lnTo>
                  <a:pt x="56" y="48"/>
                </a:lnTo>
                <a:lnTo>
                  <a:pt x="54" y="52"/>
                </a:lnTo>
                <a:lnTo>
                  <a:pt x="53" y="55"/>
                </a:lnTo>
                <a:lnTo>
                  <a:pt x="52" y="55"/>
                </a:lnTo>
                <a:lnTo>
                  <a:pt x="51" y="57"/>
                </a:lnTo>
                <a:lnTo>
                  <a:pt x="50" y="58"/>
                </a:lnTo>
                <a:lnTo>
                  <a:pt x="49" y="59"/>
                </a:lnTo>
                <a:lnTo>
                  <a:pt x="47" y="59"/>
                </a:lnTo>
                <a:lnTo>
                  <a:pt x="46" y="59"/>
                </a:lnTo>
                <a:lnTo>
                  <a:pt x="44" y="59"/>
                </a:lnTo>
                <a:lnTo>
                  <a:pt x="42" y="59"/>
                </a:lnTo>
                <a:lnTo>
                  <a:pt x="41" y="59"/>
                </a:lnTo>
                <a:lnTo>
                  <a:pt x="39" y="59"/>
                </a:lnTo>
                <a:lnTo>
                  <a:pt x="38" y="58"/>
                </a:lnTo>
                <a:lnTo>
                  <a:pt x="37" y="57"/>
                </a:lnTo>
                <a:lnTo>
                  <a:pt x="36" y="56"/>
                </a:lnTo>
                <a:lnTo>
                  <a:pt x="35" y="55"/>
                </a:lnTo>
                <a:lnTo>
                  <a:pt x="34" y="54"/>
                </a:lnTo>
                <a:lnTo>
                  <a:pt x="33" y="50"/>
                </a:lnTo>
                <a:lnTo>
                  <a:pt x="32" y="46"/>
                </a:lnTo>
                <a:lnTo>
                  <a:pt x="31" y="41"/>
                </a:lnTo>
                <a:lnTo>
                  <a:pt x="30" y="35"/>
                </a:lnTo>
                <a:lnTo>
                  <a:pt x="30" y="29"/>
                </a:lnTo>
                <a:close/>
                <a:moveTo>
                  <a:pt x="72" y="122"/>
                </a:moveTo>
                <a:lnTo>
                  <a:pt x="72" y="124"/>
                </a:lnTo>
                <a:lnTo>
                  <a:pt x="72" y="127"/>
                </a:lnTo>
                <a:lnTo>
                  <a:pt x="71" y="129"/>
                </a:lnTo>
                <a:lnTo>
                  <a:pt x="70" y="131"/>
                </a:lnTo>
                <a:lnTo>
                  <a:pt x="70" y="133"/>
                </a:lnTo>
                <a:lnTo>
                  <a:pt x="69" y="135"/>
                </a:lnTo>
                <a:lnTo>
                  <a:pt x="67" y="137"/>
                </a:lnTo>
                <a:lnTo>
                  <a:pt x="66" y="139"/>
                </a:lnTo>
                <a:lnTo>
                  <a:pt x="64" y="140"/>
                </a:lnTo>
                <a:lnTo>
                  <a:pt x="62" y="142"/>
                </a:lnTo>
                <a:lnTo>
                  <a:pt x="61" y="143"/>
                </a:lnTo>
                <a:lnTo>
                  <a:pt x="59" y="143"/>
                </a:lnTo>
                <a:lnTo>
                  <a:pt x="57" y="144"/>
                </a:lnTo>
                <a:lnTo>
                  <a:pt x="54" y="146"/>
                </a:lnTo>
                <a:lnTo>
                  <a:pt x="52" y="146"/>
                </a:lnTo>
                <a:lnTo>
                  <a:pt x="50" y="147"/>
                </a:lnTo>
                <a:lnTo>
                  <a:pt x="47" y="147"/>
                </a:lnTo>
                <a:lnTo>
                  <a:pt x="43" y="147"/>
                </a:lnTo>
                <a:lnTo>
                  <a:pt x="41" y="146"/>
                </a:lnTo>
                <a:lnTo>
                  <a:pt x="38" y="146"/>
                </a:lnTo>
                <a:lnTo>
                  <a:pt x="35" y="145"/>
                </a:lnTo>
                <a:lnTo>
                  <a:pt x="32" y="144"/>
                </a:lnTo>
                <a:lnTo>
                  <a:pt x="30" y="143"/>
                </a:lnTo>
                <a:lnTo>
                  <a:pt x="28" y="142"/>
                </a:lnTo>
                <a:lnTo>
                  <a:pt x="26" y="140"/>
                </a:lnTo>
                <a:lnTo>
                  <a:pt x="25" y="139"/>
                </a:lnTo>
                <a:lnTo>
                  <a:pt x="23" y="137"/>
                </a:lnTo>
                <a:lnTo>
                  <a:pt x="21" y="135"/>
                </a:lnTo>
                <a:lnTo>
                  <a:pt x="21" y="133"/>
                </a:lnTo>
                <a:lnTo>
                  <a:pt x="20" y="131"/>
                </a:lnTo>
                <a:lnTo>
                  <a:pt x="19" y="128"/>
                </a:lnTo>
                <a:lnTo>
                  <a:pt x="18" y="126"/>
                </a:lnTo>
                <a:lnTo>
                  <a:pt x="18" y="123"/>
                </a:lnTo>
                <a:lnTo>
                  <a:pt x="18" y="121"/>
                </a:lnTo>
                <a:lnTo>
                  <a:pt x="18" y="119"/>
                </a:lnTo>
                <a:lnTo>
                  <a:pt x="18" y="118"/>
                </a:lnTo>
                <a:lnTo>
                  <a:pt x="19" y="116"/>
                </a:lnTo>
                <a:lnTo>
                  <a:pt x="19" y="115"/>
                </a:lnTo>
                <a:lnTo>
                  <a:pt x="20" y="112"/>
                </a:lnTo>
                <a:lnTo>
                  <a:pt x="21" y="111"/>
                </a:lnTo>
                <a:lnTo>
                  <a:pt x="21" y="110"/>
                </a:lnTo>
                <a:lnTo>
                  <a:pt x="22" y="109"/>
                </a:lnTo>
                <a:lnTo>
                  <a:pt x="23" y="107"/>
                </a:lnTo>
                <a:lnTo>
                  <a:pt x="25" y="107"/>
                </a:lnTo>
                <a:lnTo>
                  <a:pt x="26" y="106"/>
                </a:lnTo>
                <a:lnTo>
                  <a:pt x="29" y="105"/>
                </a:lnTo>
                <a:lnTo>
                  <a:pt x="33" y="104"/>
                </a:lnTo>
                <a:lnTo>
                  <a:pt x="37" y="103"/>
                </a:lnTo>
                <a:lnTo>
                  <a:pt x="42" y="103"/>
                </a:lnTo>
                <a:lnTo>
                  <a:pt x="46" y="103"/>
                </a:lnTo>
                <a:lnTo>
                  <a:pt x="49" y="103"/>
                </a:lnTo>
                <a:lnTo>
                  <a:pt x="52" y="104"/>
                </a:lnTo>
                <a:lnTo>
                  <a:pt x="55" y="104"/>
                </a:lnTo>
                <a:lnTo>
                  <a:pt x="58" y="105"/>
                </a:lnTo>
                <a:lnTo>
                  <a:pt x="61" y="106"/>
                </a:lnTo>
                <a:lnTo>
                  <a:pt x="63" y="107"/>
                </a:lnTo>
                <a:lnTo>
                  <a:pt x="65" y="108"/>
                </a:lnTo>
                <a:lnTo>
                  <a:pt x="67" y="109"/>
                </a:lnTo>
                <a:lnTo>
                  <a:pt x="68" y="111"/>
                </a:lnTo>
                <a:lnTo>
                  <a:pt x="70" y="112"/>
                </a:lnTo>
                <a:lnTo>
                  <a:pt x="71" y="115"/>
                </a:lnTo>
                <a:lnTo>
                  <a:pt x="71" y="117"/>
                </a:lnTo>
                <a:lnTo>
                  <a:pt x="72" y="119"/>
                </a:lnTo>
                <a:lnTo>
                  <a:pt x="72" y="12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040" rIns="90000" bIns="23040" anchor="ctr">
            <a:noAutofit/>
          </a:bodyPr>
          <a:lstStyle/>
          <a:p>
            <a:endParaRPr/>
          </a:p>
        </p:txBody>
      </p:sp>
      <p:sp>
        <p:nvSpPr>
          <p:cNvPr id="77" name="iṧḷïḍe">
            <a:extLst>
              <a:ext uri="{FF2B5EF4-FFF2-40B4-BE49-F238E27FC236}">
                <a16:creationId xmlns:a16="http://schemas.microsoft.com/office/drawing/2014/main" id="{1EE4B5B6-205F-4006-9B48-CDA27A815092}"/>
              </a:ext>
            </a:extLst>
          </p:cNvPr>
          <p:cNvSpPr>
            <a:spLocks noGrp="1"/>
          </p:cNvSpPr>
          <p:nvPr/>
        </p:nvSpPr>
        <p:spPr>
          <a:xfrm>
            <a:off x="2971800" y="956160"/>
            <a:ext cx="42480" cy="66600"/>
          </a:xfrm>
          <a:custGeom>
            <a:avLst/>
            <a:gdLst>
              <a:gd name="textAreaLeft" fmla="*/ 0 w 42480"/>
              <a:gd name="textAreaRight" fmla="*/ 42840 w 42480"/>
              <a:gd name="textAreaTop" fmla="*/ 0 h 66600"/>
              <a:gd name="textAreaBottom" fmla="*/ 66960 h 66600"/>
              <a:gd name="GluePoint1X" fmla="*/ 96 w 98"/>
              <a:gd name="GluePoint1Y" fmla="*/ 0 h 153"/>
              <a:gd name="GluePoint2X" fmla="*/ 93 w 98"/>
              <a:gd name="GluePoint2Y" fmla="*/ 0 h 153"/>
              <a:gd name="GluePoint3X" fmla="*/ 91 w 98"/>
              <a:gd name="GluePoint3Y" fmla="*/ 0 h 153"/>
              <a:gd name="GluePoint4X" fmla="*/ 89 w 98"/>
              <a:gd name="GluePoint4Y" fmla="*/ 0 h 153"/>
              <a:gd name="GluePoint5X" fmla="*/ 87 w 98"/>
              <a:gd name="GluePoint5Y" fmla="*/ 0 h 153"/>
              <a:gd name="GluePoint6X" fmla="*/ 85 w 98"/>
              <a:gd name="GluePoint6Y" fmla="*/ 0 h 153"/>
              <a:gd name="GluePoint7X" fmla="*/ 83 w 98"/>
              <a:gd name="GluePoint7Y" fmla="*/ 0 h 153"/>
              <a:gd name="GluePoint8X" fmla="*/ 81 w 98"/>
              <a:gd name="GluePoint8Y" fmla="*/ 0 h 153"/>
              <a:gd name="GluePoint9X" fmla="*/ 76 w 98"/>
              <a:gd name="GluePoint9Y" fmla="*/ 11 h 153"/>
              <a:gd name="GluePoint10X" fmla="*/ 72 w 98"/>
              <a:gd name="GluePoint10Y" fmla="*/ 21 h 153"/>
              <a:gd name="GluePoint11X" fmla="*/ 68 w 98"/>
              <a:gd name="GluePoint11Y" fmla="*/ 32 h 153"/>
              <a:gd name="GluePoint12X" fmla="*/ 64 w 98"/>
              <a:gd name="GluePoint12Y" fmla="*/ 44 h 153"/>
              <a:gd name="GluePoint13X" fmla="*/ 56 w 98"/>
              <a:gd name="GluePoint13Y" fmla="*/ 65 h 153"/>
              <a:gd name="GluePoint14X" fmla="*/ 55 w 98"/>
              <a:gd name="GluePoint14Y" fmla="*/ 62 h 153"/>
              <a:gd name="GluePoint15X" fmla="*/ 53 w 98"/>
              <a:gd name="GluePoint15Y" fmla="*/ 59 h 153"/>
              <a:gd name="GluePoint16X" fmla="*/ 52 w 98"/>
              <a:gd name="GluePoint16Y" fmla="*/ 55 h 153"/>
              <a:gd name="GluePoint17X" fmla="*/ 50 w 98"/>
              <a:gd name="GluePoint17Y" fmla="*/ 50 h 153"/>
              <a:gd name="GluePoint18X" fmla="*/ 47 w 98"/>
              <a:gd name="GluePoint18Y" fmla="*/ 42 h 153"/>
              <a:gd name="GluePoint19X" fmla="*/ 44 w 98"/>
              <a:gd name="GluePoint19Y" fmla="*/ 35 h 153"/>
              <a:gd name="GluePoint20X" fmla="*/ 42 w 98"/>
              <a:gd name="GluePoint20Y" fmla="*/ 28 h 153"/>
              <a:gd name="GluePoint21X" fmla="*/ 39 w 98"/>
              <a:gd name="GluePoint21Y" fmla="*/ 21 h 153"/>
              <a:gd name="GluePoint22X" fmla="*/ 37 w 98"/>
              <a:gd name="GluePoint22Y" fmla="*/ 15 h 153"/>
              <a:gd name="GluePoint23X" fmla="*/ 35 w 98"/>
              <a:gd name="GluePoint23Y" fmla="*/ 9 h 153"/>
              <a:gd name="GluePoint24X" fmla="*/ 33 w 98"/>
              <a:gd name="GluePoint24Y" fmla="*/ 4 h 153"/>
              <a:gd name="GluePoint25X" fmla="*/ 32 w 98"/>
              <a:gd name="GluePoint25Y" fmla="*/ 0 h 153"/>
              <a:gd name="GluePoint26X" fmla="*/ 28 w 98"/>
              <a:gd name="GluePoint26Y" fmla="*/ 0 h 153"/>
              <a:gd name="GluePoint27X" fmla="*/ 24 w 98"/>
              <a:gd name="GluePoint27Y" fmla="*/ 0 h 153"/>
              <a:gd name="GluePoint28X" fmla="*/ 20 w 98"/>
              <a:gd name="GluePoint28Y" fmla="*/ 0 h 153"/>
              <a:gd name="GluePoint29X" fmla="*/ 16 w 98"/>
              <a:gd name="GluePoint29Y" fmla="*/ 0 h 153"/>
              <a:gd name="GluePoint30X" fmla="*/ 12 w 98"/>
              <a:gd name="GluePoint30Y" fmla="*/ 0 h 153"/>
              <a:gd name="GluePoint31X" fmla="*/ 8 w 98"/>
              <a:gd name="GluePoint31Y" fmla="*/ 0 h 153"/>
              <a:gd name="GluePoint32X" fmla="*/ 4 w 98"/>
              <a:gd name="GluePoint32Y" fmla="*/ 0 h 153"/>
              <a:gd name="GluePoint33X" fmla="*/ 0 w 98"/>
              <a:gd name="GluePoint33Y" fmla="*/ 0 h 153"/>
              <a:gd name="GluePoint34X" fmla="*/ 43 w 98"/>
              <a:gd name="GluePoint34Y" fmla="*/ 100 h 153"/>
              <a:gd name="GluePoint35X" fmla="*/ 16 w 98"/>
              <a:gd name="GluePoint35Y" fmla="*/ 153 h 153"/>
              <a:gd name="GluePoint36X" fmla="*/ 20 w 98"/>
              <a:gd name="GluePoint36Y" fmla="*/ 153 h 153"/>
              <a:gd name="GluePoint37X" fmla="*/ 24 w 98"/>
              <a:gd name="GluePoint37Y" fmla="*/ 153 h 153"/>
              <a:gd name="GluePoint38X" fmla="*/ 28 w 98"/>
              <a:gd name="GluePoint38Y" fmla="*/ 153 h 153"/>
              <a:gd name="GluePoint39X" fmla="*/ 33 w 98"/>
              <a:gd name="GluePoint39Y" fmla="*/ 153 h 153"/>
              <a:gd name="GluePoint40X" fmla="*/ 37 w 98"/>
              <a:gd name="GluePoint40Y" fmla="*/ 141 h 153"/>
              <a:gd name="GluePoint41X" fmla="*/ 42 w 98"/>
              <a:gd name="GluePoint41Y" fmla="*/ 130 h 153"/>
              <a:gd name="GluePoint42X" fmla="*/ 46 w 98"/>
              <a:gd name="GluePoint42Y" fmla="*/ 118 h 153"/>
              <a:gd name="GluePoint43X" fmla="*/ 52 w 98"/>
              <a:gd name="GluePoint43Y" fmla="*/ 105 h 153"/>
              <a:gd name="GluePoint44X" fmla="*/ 57 w 98"/>
              <a:gd name="GluePoint44Y" fmla="*/ 92 h 153"/>
              <a:gd name="GluePoint45X" fmla="*/ 64 w 98"/>
              <a:gd name="GluePoint45Y" fmla="*/ 77 h 153"/>
              <a:gd name="GluePoint46X" fmla="*/ 70 w 98"/>
              <a:gd name="GluePoint46Y" fmla="*/ 63 h 153"/>
              <a:gd name="GluePoint47X" fmla="*/ 76 w 98"/>
              <a:gd name="GluePoint47Y" fmla="*/ 48 h 153"/>
              <a:gd name="GluePoint48X" fmla="*/ 98 w 98"/>
              <a:gd name="GluePoint48Y" fmla="*/ 0 h 153"/>
              <a:gd name="GluePoint49X" fmla="*/ 96 w 98"/>
              <a:gd name="GluePoint49Y" fmla="*/ 0 h 153"/>
            </a:gdLst>
            <a:ahLst/>
            <a:cxnLst/>
            <a:rect l="textAreaLeft" t="textAreaTop" r="textAreaRight" b="textAreaBottom"/>
            <a:pathLst>
              <a:path w="98" h="153">
                <a:moveTo>
                  <a:pt x="96" y="0"/>
                </a:moveTo>
                <a:lnTo>
                  <a:pt x="93" y="0"/>
                </a:lnTo>
                <a:lnTo>
                  <a:pt x="91" y="0"/>
                </a:lnTo>
                <a:lnTo>
                  <a:pt x="89" y="0"/>
                </a:lnTo>
                <a:lnTo>
                  <a:pt x="87" y="0"/>
                </a:lnTo>
                <a:lnTo>
                  <a:pt x="85" y="0"/>
                </a:lnTo>
                <a:lnTo>
                  <a:pt x="83" y="0"/>
                </a:lnTo>
                <a:lnTo>
                  <a:pt x="81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50" y="50"/>
                </a:lnTo>
                <a:lnTo>
                  <a:pt x="47" y="42"/>
                </a:lnTo>
                <a:lnTo>
                  <a:pt x="44" y="35"/>
                </a:lnTo>
                <a:lnTo>
                  <a:pt x="42" y="28"/>
                </a:lnTo>
                <a:lnTo>
                  <a:pt x="39" y="21"/>
                </a:lnTo>
                <a:lnTo>
                  <a:pt x="37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3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2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4" y="77"/>
                </a:lnTo>
                <a:lnTo>
                  <a:pt x="70" y="63"/>
                </a:lnTo>
                <a:lnTo>
                  <a:pt x="76" y="48"/>
                </a:lnTo>
                <a:lnTo>
                  <a:pt x="98" y="0"/>
                </a:lnTo>
                <a:lnTo>
                  <a:pt x="9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78" name="PlaceHolder 4">
            <a:extLst>
              <a:ext uri="{FF2B5EF4-FFF2-40B4-BE49-F238E27FC236}">
                <a16:creationId xmlns:a16="http://schemas.microsoft.com/office/drawing/2014/main" id="{042AC6E5-4A29-4FCF-BE42-E93F50F0E36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14240" y="3671280"/>
            <a:ext cx="653832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/>
          </a:p>
        </p:txBody>
      </p:sp>
      <p:sp>
        <p:nvSpPr>
          <p:cNvPr id="79" name="PlaceHolder 5">
            <a:extLst>
              <a:ext uri="{FF2B5EF4-FFF2-40B4-BE49-F238E27FC236}">
                <a16:creationId xmlns:a16="http://schemas.microsoft.com/office/drawing/2014/main" id="{267B78C6-69DD-409F-8C51-5D45C759AB7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80" name="PlaceHolder 6">
            <a:extLst>
              <a:ext uri="{FF2B5EF4-FFF2-40B4-BE49-F238E27FC236}">
                <a16:creationId xmlns:a16="http://schemas.microsoft.com/office/drawing/2014/main" id="{F8BFB477-D0F7-469F-91AF-25840B0ABC55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F2F2DA-2B97-4FEA-A954-0CDFB46D01B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矩形 86">
            <a:extLst>
              <a:ext uri="{FF2B5EF4-FFF2-40B4-BE49-F238E27FC236}">
                <a16:creationId xmlns:a16="http://schemas.microsoft.com/office/drawing/2014/main" id="{AD1BD939-F649-4D8B-845F-379F771E98B1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>
            <a:extLst>
              <a:ext uri="{FF2B5EF4-FFF2-40B4-BE49-F238E27FC236}">
                <a16:creationId xmlns:a16="http://schemas.microsoft.com/office/drawing/2014/main" id="{E23AF999-5644-4157-9F4E-AEDB8D4D1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40" y="371160"/>
            <a:ext cx="10858320" cy="6573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0" tIns="45000" rIns="90000" bIns="4500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3200" b="1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单击此处编辑母版标题样式</a:t>
            </a:r>
          </a:p>
        </p:txBody>
      </p:sp>
      <p:sp>
        <p:nvSpPr>
          <p:cNvPr id="85" name="PlaceHolder 2">
            <a:extLst>
              <a:ext uri="{FF2B5EF4-FFF2-40B4-BE49-F238E27FC236}">
                <a16:creationId xmlns:a16="http://schemas.microsoft.com/office/drawing/2014/main" id="{44BB5ED3-1DFE-47CD-83C4-FF88F5ACF7F1}"/>
              </a:ext>
            </a:extLst>
          </p:cNvPr>
          <p:cNvSpPr>
            <a:spLocks noGrp="1"/>
          </p:cNvSpPr>
          <p:nvPr>
            <p:ph type="dt" idx="3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86" name="PlaceHolder 3">
            <a:extLst>
              <a:ext uri="{FF2B5EF4-FFF2-40B4-BE49-F238E27FC236}">
                <a16:creationId xmlns:a16="http://schemas.microsoft.com/office/drawing/2014/main" id="{33082772-0570-40B5-9FE1-9DBB97B85AA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DCC40E-0878-42B2-9F93-914BDC298372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矩形 4">
            <a:extLst>
              <a:ext uri="{FF2B5EF4-FFF2-40B4-BE49-F238E27FC236}">
                <a16:creationId xmlns:a16="http://schemas.microsoft.com/office/drawing/2014/main" id="{A9DA5D91-B877-447D-8727-0018EBD67C6B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88" name="PlaceHolder 4">
            <a:extLst>
              <a:ext uri="{FF2B5EF4-FFF2-40B4-BE49-F238E27FC236}">
                <a16:creationId xmlns:a16="http://schemas.microsoft.com/office/drawing/2014/main" id="{75664EA4-AF40-4F37-BF01-74994BEC529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440040" y="1497960"/>
            <a:ext cx="3987360" cy="3571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>
            <a:extLst>
              <a:ext uri="{FF2B5EF4-FFF2-40B4-BE49-F238E27FC236}">
                <a16:creationId xmlns:a16="http://schemas.microsoft.com/office/drawing/2014/main" id="{B6413514-5CA1-4DC2-9919-9959A14E4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40" y="371160"/>
            <a:ext cx="10858320" cy="6573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0" tIns="45000" rIns="90000" bIns="4500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3200" b="1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单击此处编辑母版标题样式</a:t>
            </a:r>
          </a:p>
        </p:txBody>
      </p:sp>
      <p:sp>
        <p:nvSpPr>
          <p:cNvPr id="90" name="PlaceHolder 2">
            <a:extLst>
              <a:ext uri="{FF2B5EF4-FFF2-40B4-BE49-F238E27FC236}">
                <a16:creationId xmlns:a16="http://schemas.microsoft.com/office/drawing/2014/main" id="{DD143A04-E2FE-4BAA-8815-7B161DC28CD3}"/>
              </a:ext>
            </a:extLst>
          </p:cNvPr>
          <p:cNvSpPr>
            <a:spLocks noGrp="1"/>
          </p:cNvSpPr>
          <p:nvPr>
            <p:ph type="dt" idx="5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91" name="PlaceHolder 3">
            <a:extLst>
              <a:ext uri="{FF2B5EF4-FFF2-40B4-BE49-F238E27FC236}">
                <a16:creationId xmlns:a16="http://schemas.microsoft.com/office/drawing/2014/main" id="{7007A8DE-6C0E-494A-86FC-8AA019769147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858525-F47B-45FC-B0B7-07C076D406AE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矩形 4">
            <a:extLst>
              <a:ext uri="{FF2B5EF4-FFF2-40B4-BE49-F238E27FC236}">
                <a16:creationId xmlns:a16="http://schemas.microsoft.com/office/drawing/2014/main" id="{15A1D07B-23BA-4D55-92EE-9BE9D4A63DF2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93" name="PlaceHolder 4">
            <a:extLst>
              <a:ext uri="{FF2B5EF4-FFF2-40B4-BE49-F238E27FC236}">
                <a16:creationId xmlns:a16="http://schemas.microsoft.com/office/drawing/2014/main" id="{032B0423-ECC7-4270-94DC-8F60D479302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964400" y="1755000"/>
            <a:ext cx="2250360" cy="389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>
            <a:extLst>
              <a:ext uri="{FF2B5EF4-FFF2-40B4-BE49-F238E27FC236}">
                <a16:creationId xmlns:a16="http://schemas.microsoft.com/office/drawing/2014/main" id="{1D2D763C-CC71-4CBB-BFCF-4B42BE608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40" y="371160"/>
            <a:ext cx="10858320" cy="6573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0" tIns="45000" rIns="90000" bIns="4500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3200" b="1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单击此处编辑母版标题样式</a:t>
            </a:r>
          </a:p>
        </p:txBody>
      </p:sp>
      <p:sp>
        <p:nvSpPr>
          <p:cNvPr id="95" name="PlaceHolder 2">
            <a:extLst>
              <a:ext uri="{FF2B5EF4-FFF2-40B4-BE49-F238E27FC236}">
                <a16:creationId xmlns:a16="http://schemas.microsoft.com/office/drawing/2014/main" id="{9E87C9F9-BDFE-4796-9B0E-019DF7209DF1}"/>
              </a:ext>
            </a:extLst>
          </p:cNvPr>
          <p:cNvSpPr>
            <a:spLocks noGrp="1"/>
          </p:cNvSpPr>
          <p:nvPr>
            <p:ph type="dt" idx="7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96" name="PlaceHolder 3">
            <a:extLst>
              <a:ext uri="{FF2B5EF4-FFF2-40B4-BE49-F238E27FC236}">
                <a16:creationId xmlns:a16="http://schemas.microsoft.com/office/drawing/2014/main" id="{F2006681-0F00-4D84-801B-1092312EE01C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3CCA7C-6EE0-442F-BDDA-C74150AE89CD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矩形 4">
            <a:extLst>
              <a:ext uri="{FF2B5EF4-FFF2-40B4-BE49-F238E27FC236}">
                <a16:creationId xmlns:a16="http://schemas.microsoft.com/office/drawing/2014/main" id="{13A176D2-2547-433F-B19B-190B95249C78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98" name="PlaceHolder 4">
            <a:extLst>
              <a:ext uri="{FF2B5EF4-FFF2-40B4-BE49-F238E27FC236}">
                <a16:creationId xmlns:a16="http://schemas.microsoft.com/office/drawing/2014/main" id="{137EACE3-0D04-4C18-A474-89DAD8FFEA1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267160" y="2730960"/>
            <a:ext cx="1657080" cy="1657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>
            <a:extLst>
              <a:ext uri="{FF2B5EF4-FFF2-40B4-BE49-F238E27FC236}">
                <a16:creationId xmlns:a16="http://schemas.microsoft.com/office/drawing/2014/main" id="{D15E4CF6-6DDF-4988-A59A-514F4864F173}"/>
              </a:ext>
            </a:extLst>
          </p:cNvPr>
          <p:cNvSpPr>
            <a:spLocks noGrp="1"/>
          </p:cNvSpPr>
          <p:nvPr>
            <p:ph type="dt" idx="9"/>
          </p:nvPr>
        </p:nvSpPr>
        <p:spPr>
          <a:xfrm>
            <a:off x="660240" y="6235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rm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100" name="PlaceHolder 2">
            <a:extLst>
              <a:ext uri="{FF2B5EF4-FFF2-40B4-BE49-F238E27FC236}">
                <a16:creationId xmlns:a16="http://schemas.microsoft.com/office/drawing/2014/main" id="{AFA4A887-F089-456B-AAA3-39CE43C1A201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8759160" y="6235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CE2760-FDD9-44FD-AF23-AD9F3E5CE2B6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3" name="ïṥ1íďe">
            <a:extLst>
              <a:ext uri="{FF2B5EF4-FFF2-40B4-BE49-F238E27FC236}">
                <a16:creationId xmlns:a16="http://schemas.microsoft.com/office/drawing/2014/main" id="{A577DCAF-CE7A-4E18-AF66-95BD6910C3A7}"/>
              </a:ext>
            </a:extLst>
          </p:cNvPr>
          <p:cNvSpPr>
            <a:spLocks noGrp="1"/>
          </p:cNvSpPr>
          <p:nvPr/>
        </p:nvSpPr>
        <p:spPr>
          <a:xfrm>
            <a:off x="847080" y="613080"/>
            <a:ext cx="320400" cy="320400"/>
          </a:xfrm>
          <a:prstGeom prst="ellipse">
            <a:avLst/>
          </a:prstGeom>
          <a:gradFill rotWithShape="0">
            <a:gsLst>
              <a:gs pos="14000">
                <a:srgbClr val="1584C9"/>
              </a:gs>
              <a:gs pos="100000">
                <a:srgbClr val="FFFFFF"/>
              </a:gs>
            </a:gsLst>
            <a:lin ang="5400000"/>
          </a:gradFill>
          <a:ln w="126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4" name="iṣḷîḍé">
            <a:extLst>
              <a:ext uri="{FF2B5EF4-FFF2-40B4-BE49-F238E27FC236}">
                <a16:creationId xmlns:a16="http://schemas.microsoft.com/office/drawing/2014/main" id="{E531D895-6958-472D-844E-21A9C1D4581E}"/>
              </a:ext>
            </a:extLst>
          </p:cNvPr>
          <p:cNvSpPr>
            <a:spLocks noGrp="1"/>
          </p:cNvSpPr>
          <p:nvPr/>
        </p:nvSpPr>
        <p:spPr>
          <a:xfrm>
            <a:off x="946080" y="917280"/>
            <a:ext cx="124560" cy="12240"/>
          </a:xfrm>
          <a:custGeom>
            <a:avLst/>
            <a:gdLst>
              <a:gd name="textAreaLeft" fmla="*/ 0 w 124560"/>
              <a:gd name="textAreaRight" fmla="*/ 124920 w 124560"/>
              <a:gd name="textAreaTop" fmla="*/ 0 h 12240"/>
              <a:gd name="textAreaBottom" fmla="*/ 12600 h 12240"/>
              <a:gd name="GluePoint1X" fmla="*/ 0 w 286"/>
              <a:gd name="GluePoint1Y" fmla="*/ 0 h 29"/>
              <a:gd name="GluePoint2X" fmla="*/ 286 w 286"/>
              <a:gd name="GluePoint2Y" fmla="*/ 0 h 29"/>
              <a:gd name="GluePoint3X" fmla="*/ 278 w 286"/>
              <a:gd name="GluePoint3Y" fmla="*/ 4 h 29"/>
              <a:gd name="GluePoint4X" fmla="*/ 269 w 286"/>
              <a:gd name="GluePoint4Y" fmla="*/ 7 h 29"/>
              <a:gd name="GluePoint5X" fmla="*/ 261 w 286"/>
              <a:gd name="GluePoint5Y" fmla="*/ 10 h 29"/>
              <a:gd name="GluePoint6X" fmla="*/ 253 w 286"/>
              <a:gd name="GluePoint6Y" fmla="*/ 13 h 29"/>
              <a:gd name="GluePoint7X" fmla="*/ 244 w 286"/>
              <a:gd name="GluePoint7Y" fmla="*/ 15 h 29"/>
              <a:gd name="GluePoint8X" fmla="*/ 236 w 286"/>
              <a:gd name="GluePoint8Y" fmla="*/ 17 h 29"/>
              <a:gd name="GluePoint9X" fmla="*/ 227 w 286"/>
              <a:gd name="GluePoint9Y" fmla="*/ 20 h 29"/>
              <a:gd name="GluePoint10X" fmla="*/ 218 w 286"/>
              <a:gd name="GluePoint10Y" fmla="*/ 21 h 29"/>
              <a:gd name="GluePoint11X" fmla="*/ 208 w 286"/>
              <a:gd name="GluePoint11Y" fmla="*/ 23 h 29"/>
              <a:gd name="GluePoint12X" fmla="*/ 200 w 286"/>
              <a:gd name="GluePoint12Y" fmla="*/ 25 h 29"/>
              <a:gd name="GluePoint13X" fmla="*/ 190 w 286"/>
              <a:gd name="GluePoint13Y" fmla="*/ 26 h 29"/>
              <a:gd name="GluePoint14X" fmla="*/ 181 w 286"/>
              <a:gd name="GluePoint14Y" fmla="*/ 27 h 29"/>
              <a:gd name="GluePoint15X" fmla="*/ 172 w 286"/>
              <a:gd name="GluePoint15Y" fmla="*/ 29 h 29"/>
              <a:gd name="GluePoint16X" fmla="*/ 162 w 286"/>
              <a:gd name="GluePoint16Y" fmla="*/ 29 h 29"/>
              <a:gd name="GluePoint17X" fmla="*/ 153 w 286"/>
              <a:gd name="GluePoint17Y" fmla="*/ 29 h 29"/>
              <a:gd name="GluePoint18X" fmla="*/ 143 w 286"/>
              <a:gd name="GluePoint18Y" fmla="*/ 29 h 29"/>
              <a:gd name="GluePoint19X" fmla="*/ 134 w 286"/>
              <a:gd name="GluePoint19Y" fmla="*/ 29 h 29"/>
              <a:gd name="GluePoint20X" fmla="*/ 125 w 286"/>
              <a:gd name="GluePoint20Y" fmla="*/ 29 h 29"/>
              <a:gd name="GluePoint21X" fmla="*/ 115 w 286"/>
              <a:gd name="GluePoint21Y" fmla="*/ 29 h 29"/>
              <a:gd name="GluePoint22X" fmla="*/ 106 w 286"/>
              <a:gd name="GluePoint22Y" fmla="*/ 27 h 29"/>
              <a:gd name="GluePoint23X" fmla="*/ 97 w 286"/>
              <a:gd name="GluePoint23Y" fmla="*/ 26 h 29"/>
              <a:gd name="GluePoint24X" fmla="*/ 87 w 286"/>
              <a:gd name="GluePoint24Y" fmla="*/ 25 h 29"/>
              <a:gd name="GluePoint25X" fmla="*/ 79 w 286"/>
              <a:gd name="GluePoint25Y" fmla="*/ 23 h 29"/>
              <a:gd name="GluePoint26X" fmla="*/ 69 w 286"/>
              <a:gd name="GluePoint26Y" fmla="*/ 21 h 29"/>
              <a:gd name="GluePoint27X" fmla="*/ 60 w 286"/>
              <a:gd name="GluePoint27Y" fmla="*/ 20 h 29"/>
              <a:gd name="GluePoint28X" fmla="*/ 51 w 286"/>
              <a:gd name="GluePoint28Y" fmla="*/ 17 h 29"/>
              <a:gd name="GluePoint29X" fmla="*/ 43 w 286"/>
              <a:gd name="GluePoint29Y" fmla="*/ 15 h 29"/>
              <a:gd name="GluePoint30X" fmla="*/ 34 w 286"/>
              <a:gd name="GluePoint30Y" fmla="*/ 13 h 29"/>
              <a:gd name="GluePoint31X" fmla="*/ 26 w 286"/>
              <a:gd name="GluePoint31Y" fmla="*/ 10 h 29"/>
              <a:gd name="GluePoint32X" fmla="*/ 17 w 286"/>
              <a:gd name="GluePoint32Y" fmla="*/ 7 h 29"/>
              <a:gd name="GluePoint33X" fmla="*/ 9 w 286"/>
              <a:gd name="GluePoint33Y" fmla="*/ 4 h 29"/>
              <a:gd name="GluePoint34X" fmla="*/ 0 w 286"/>
              <a:gd name="GluePoint34Y" fmla="*/ 0 h 29"/>
            </a:gdLst>
            <a:ahLst/>
            <a:cxnLst/>
            <a:rect l="textAreaLeft" t="textAreaTop" r="textAreaRight" b="textAreaBottom"/>
            <a:pathLst>
              <a:path w="286" h="29">
                <a:moveTo>
                  <a:pt x="0" y="0"/>
                </a:moveTo>
                <a:lnTo>
                  <a:pt x="286" y="0"/>
                </a:lnTo>
                <a:lnTo>
                  <a:pt x="278" y="4"/>
                </a:lnTo>
                <a:lnTo>
                  <a:pt x="269" y="7"/>
                </a:lnTo>
                <a:lnTo>
                  <a:pt x="261" y="10"/>
                </a:lnTo>
                <a:lnTo>
                  <a:pt x="253" y="13"/>
                </a:lnTo>
                <a:lnTo>
                  <a:pt x="244" y="15"/>
                </a:lnTo>
                <a:lnTo>
                  <a:pt x="236" y="17"/>
                </a:lnTo>
                <a:lnTo>
                  <a:pt x="227" y="20"/>
                </a:lnTo>
                <a:lnTo>
                  <a:pt x="218" y="21"/>
                </a:lnTo>
                <a:lnTo>
                  <a:pt x="208" y="23"/>
                </a:lnTo>
                <a:lnTo>
                  <a:pt x="200" y="25"/>
                </a:lnTo>
                <a:lnTo>
                  <a:pt x="190" y="26"/>
                </a:lnTo>
                <a:lnTo>
                  <a:pt x="181" y="27"/>
                </a:lnTo>
                <a:lnTo>
                  <a:pt x="172" y="29"/>
                </a:lnTo>
                <a:lnTo>
                  <a:pt x="162" y="29"/>
                </a:lnTo>
                <a:lnTo>
                  <a:pt x="153" y="29"/>
                </a:lnTo>
                <a:lnTo>
                  <a:pt x="143" y="29"/>
                </a:lnTo>
                <a:lnTo>
                  <a:pt x="134" y="29"/>
                </a:lnTo>
                <a:lnTo>
                  <a:pt x="125" y="29"/>
                </a:lnTo>
                <a:lnTo>
                  <a:pt x="115" y="29"/>
                </a:lnTo>
                <a:lnTo>
                  <a:pt x="106" y="27"/>
                </a:lnTo>
                <a:lnTo>
                  <a:pt x="97" y="26"/>
                </a:lnTo>
                <a:lnTo>
                  <a:pt x="87" y="25"/>
                </a:lnTo>
                <a:lnTo>
                  <a:pt x="79" y="23"/>
                </a:lnTo>
                <a:lnTo>
                  <a:pt x="69" y="21"/>
                </a:lnTo>
                <a:lnTo>
                  <a:pt x="60" y="20"/>
                </a:lnTo>
                <a:lnTo>
                  <a:pt x="51" y="17"/>
                </a:lnTo>
                <a:lnTo>
                  <a:pt x="43" y="15"/>
                </a:lnTo>
                <a:lnTo>
                  <a:pt x="34" y="13"/>
                </a:lnTo>
                <a:lnTo>
                  <a:pt x="26" y="10"/>
                </a:lnTo>
                <a:lnTo>
                  <a:pt x="17" y="7"/>
                </a:lnTo>
                <a:lnTo>
                  <a:pt x="9" y="4"/>
                </a:lnTo>
                <a:lnTo>
                  <a:pt x="0" y="0"/>
                </a:lnTo>
                <a:close/>
              </a:path>
            </a:pathLst>
          </a:custGeom>
          <a:solidFill>
            <a:srgbClr val="F0F4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0" rIns="90000" bIns="-32400" anchor="ctr">
            <a:noAutofit/>
          </a:bodyPr>
          <a:lstStyle/>
          <a:p>
            <a:endParaRPr/>
          </a:p>
        </p:txBody>
      </p:sp>
      <p:sp>
        <p:nvSpPr>
          <p:cNvPr id="105" name="îSlïḋê">
            <a:extLst>
              <a:ext uri="{FF2B5EF4-FFF2-40B4-BE49-F238E27FC236}">
                <a16:creationId xmlns:a16="http://schemas.microsoft.com/office/drawing/2014/main" id="{BE0C85CF-A63F-4B3E-8F86-FF8FB6A31BBF}"/>
              </a:ext>
            </a:extLst>
          </p:cNvPr>
          <p:cNvSpPr>
            <a:spLocks noGrp="1"/>
          </p:cNvSpPr>
          <p:nvPr/>
        </p:nvSpPr>
        <p:spPr>
          <a:xfrm>
            <a:off x="964080" y="923760"/>
            <a:ext cx="88920" cy="5760"/>
          </a:xfrm>
          <a:custGeom>
            <a:avLst/>
            <a:gdLst>
              <a:gd name="textAreaLeft" fmla="*/ 0 w 88920"/>
              <a:gd name="textAreaRight" fmla="*/ 89280 w 88920"/>
              <a:gd name="textAreaTop" fmla="*/ 0 h 5760"/>
              <a:gd name="textAreaBottom" fmla="*/ 6120 h 5760"/>
              <a:gd name="GluePoint1X" fmla="*/ 0 w 204"/>
              <a:gd name="GluePoint1Y" fmla="*/ 0 h 14"/>
              <a:gd name="GluePoint2X" fmla="*/ 204 w 204"/>
              <a:gd name="GluePoint2Y" fmla="*/ 0 h 14"/>
              <a:gd name="GluePoint3X" fmla="*/ 192 w 204"/>
              <a:gd name="GluePoint3Y" fmla="*/ 3 h 14"/>
              <a:gd name="GluePoint4X" fmla="*/ 180 w 204"/>
              <a:gd name="GluePoint4Y" fmla="*/ 6 h 14"/>
              <a:gd name="GluePoint5X" fmla="*/ 167 w 204"/>
              <a:gd name="GluePoint5Y" fmla="*/ 8 h 14"/>
              <a:gd name="GluePoint6X" fmla="*/ 155 w 204"/>
              <a:gd name="GluePoint6Y" fmla="*/ 10 h 14"/>
              <a:gd name="GluePoint7X" fmla="*/ 142 w 204"/>
              <a:gd name="GluePoint7Y" fmla="*/ 12 h 14"/>
              <a:gd name="GluePoint8X" fmla="*/ 129 w 204"/>
              <a:gd name="GluePoint8Y" fmla="*/ 14 h 14"/>
              <a:gd name="GluePoint9X" fmla="*/ 115 w 204"/>
              <a:gd name="GluePoint9Y" fmla="*/ 14 h 14"/>
              <a:gd name="GluePoint10X" fmla="*/ 102 w 204"/>
              <a:gd name="GluePoint10Y" fmla="*/ 14 h 14"/>
              <a:gd name="GluePoint11X" fmla="*/ 90 w 204"/>
              <a:gd name="GluePoint11Y" fmla="*/ 14 h 14"/>
              <a:gd name="GluePoint12X" fmla="*/ 76 w 204"/>
              <a:gd name="GluePoint12Y" fmla="*/ 14 h 14"/>
              <a:gd name="GluePoint13X" fmla="*/ 63 w 204"/>
              <a:gd name="GluePoint13Y" fmla="*/ 12 h 14"/>
              <a:gd name="GluePoint14X" fmla="*/ 50 w 204"/>
              <a:gd name="GluePoint14Y" fmla="*/ 10 h 14"/>
              <a:gd name="GluePoint15X" fmla="*/ 38 w 204"/>
              <a:gd name="GluePoint15Y" fmla="*/ 8 h 14"/>
              <a:gd name="GluePoint16X" fmla="*/ 25 w 204"/>
              <a:gd name="GluePoint16Y" fmla="*/ 6 h 14"/>
              <a:gd name="GluePoint17X" fmla="*/ 13 w 204"/>
              <a:gd name="GluePoint17Y" fmla="*/ 3 h 14"/>
              <a:gd name="GluePoint18X" fmla="*/ 0 w 204"/>
              <a:gd name="GluePoint18Y" fmla="*/ 0 h 14"/>
            </a:gdLst>
            <a:ahLst/>
            <a:cxnLst/>
            <a:rect l="textAreaLeft" t="textAreaTop" r="textAreaRight" b="textAreaBottom"/>
            <a:pathLst>
              <a:path w="204" h="14">
                <a:moveTo>
                  <a:pt x="0" y="0"/>
                </a:moveTo>
                <a:lnTo>
                  <a:pt x="204" y="0"/>
                </a:lnTo>
                <a:lnTo>
                  <a:pt x="192" y="3"/>
                </a:lnTo>
                <a:lnTo>
                  <a:pt x="180" y="6"/>
                </a:lnTo>
                <a:lnTo>
                  <a:pt x="167" y="8"/>
                </a:lnTo>
                <a:lnTo>
                  <a:pt x="155" y="10"/>
                </a:lnTo>
                <a:lnTo>
                  <a:pt x="142" y="12"/>
                </a:lnTo>
                <a:lnTo>
                  <a:pt x="129" y="14"/>
                </a:lnTo>
                <a:lnTo>
                  <a:pt x="115" y="14"/>
                </a:lnTo>
                <a:lnTo>
                  <a:pt x="102" y="14"/>
                </a:lnTo>
                <a:lnTo>
                  <a:pt x="90" y="14"/>
                </a:lnTo>
                <a:lnTo>
                  <a:pt x="76" y="14"/>
                </a:lnTo>
                <a:lnTo>
                  <a:pt x="63" y="12"/>
                </a:lnTo>
                <a:lnTo>
                  <a:pt x="50" y="10"/>
                </a:lnTo>
                <a:lnTo>
                  <a:pt x="38" y="8"/>
                </a:lnTo>
                <a:lnTo>
                  <a:pt x="25" y="6"/>
                </a:lnTo>
                <a:lnTo>
                  <a:pt x="13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8880" rIns="90000" bIns="-38880" anchor="ctr">
            <a:noAutofit/>
          </a:bodyPr>
          <a:lstStyle/>
          <a:p>
            <a:endParaRPr/>
          </a:p>
        </p:txBody>
      </p:sp>
      <p:sp>
        <p:nvSpPr>
          <p:cNvPr id="106" name="ïṡḷîḑè">
            <a:extLst>
              <a:ext uri="{FF2B5EF4-FFF2-40B4-BE49-F238E27FC236}">
                <a16:creationId xmlns:a16="http://schemas.microsoft.com/office/drawing/2014/main" id="{A50EA471-BAFB-47C2-8DA9-CF4E63C462A4}"/>
              </a:ext>
            </a:extLst>
          </p:cNvPr>
          <p:cNvSpPr>
            <a:spLocks noGrp="1"/>
          </p:cNvSpPr>
          <p:nvPr/>
        </p:nvSpPr>
        <p:spPr>
          <a:xfrm>
            <a:off x="897840" y="765000"/>
            <a:ext cx="218520" cy="101880"/>
          </a:xfrm>
          <a:custGeom>
            <a:avLst/>
            <a:gdLst>
              <a:gd name="textAreaLeft" fmla="*/ 0 w 218520"/>
              <a:gd name="textAreaRight" fmla="*/ 218880 w 218520"/>
              <a:gd name="textAreaTop" fmla="*/ 0 h 101880"/>
              <a:gd name="textAreaBottom" fmla="*/ 102240 h 101880"/>
              <a:gd name="GluePoint1X" fmla="*/ 294 w 501"/>
              <a:gd name="GluePoint1Y" fmla="*/ 65 h 234"/>
              <a:gd name="GluePoint2X" fmla="*/ 213 w 501"/>
              <a:gd name="GluePoint2Y" fmla="*/ 129 h 234"/>
              <a:gd name="GluePoint3X" fmla="*/ 224 w 501"/>
              <a:gd name="GluePoint3Y" fmla="*/ 52 h 234"/>
              <a:gd name="GluePoint4X" fmla="*/ 203 w 501"/>
              <a:gd name="GluePoint4Y" fmla="*/ 53 h 234"/>
              <a:gd name="GluePoint5X" fmla="*/ 177 w 501"/>
              <a:gd name="GluePoint5Y" fmla="*/ 30 h 234"/>
              <a:gd name="GluePoint6X" fmla="*/ 204 w 501"/>
              <a:gd name="GluePoint6Y" fmla="*/ 20 h 234"/>
              <a:gd name="GluePoint7X" fmla="*/ 180 w 501"/>
              <a:gd name="GluePoint7Y" fmla="*/ 16 h 234"/>
              <a:gd name="GluePoint8X" fmla="*/ 162 w 501"/>
              <a:gd name="GluePoint8Y" fmla="*/ 54 h 234"/>
              <a:gd name="GluePoint9X" fmla="*/ 162 w 501"/>
              <a:gd name="GluePoint9Y" fmla="*/ 45 h 234"/>
              <a:gd name="GluePoint10X" fmla="*/ 175 w 501"/>
              <a:gd name="GluePoint10Y" fmla="*/ 76 h 234"/>
              <a:gd name="GluePoint11X" fmla="*/ 134 w 501"/>
              <a:gd name="GluePoint11Y" fmla="*/ 128 h 234"/>
              <a:gd name="GluePoint12X" fmla="*/ 97 w 501"/>
              <a:gd name="GluePoint12Y" fmla="*/ 50 h 234"/>
              <a:gd name="GluePoint13X" fmla="*/ 30 w 501"/>
              <a:gd name="GluePoint13Y" fmla="*/ 79 h 234"/>
              <a:gd name="GluePoint14X" fmla="*/ 42 w 501"/>
              <a:gd name="GluePoint14Y" fmla="*/ 39 h 234"/>
              <a:gd name="GluePoint15X" fmla="*/ 50 w 501"/>
              <a:gd name="GluePoint15Y" fmla="*/ 59 h 234"/>
              <a:gd name="GluePoint16X" fmla="*/ 34 w 501"/>
              <a:gd name="GluePoint16Y" fmla="*/ 50 h 234"/>
              <a:gd name="GluePoint17X" fmla="*/ 86 w 501"/>
              <a:gd name="GluePoint17Y" fmla="*/ 69 h 234"/>
              <a:gd name="GluePoint18X" fmla="*/ 96 w 501"/>
              <a:gd name="GluePoint18Y" fmla="*/ 71 h 234"/>
              <a:gd name="GluePoint19X" fmla="*/ 166 w 501"/>
              <a:gd name="GluePoint19Y" fmla="*/ 126 h 234"/>
              <a:gd name="GluePoint20X" fmla="*/ 112 w 501"/>
              <a:gd name="GluePoint20Y" fmla="*/ 25 h 234"/>
              <a:gd name="GluePoint21X" fmla="*/ 118 w 501"/>
              <a:gd name="GluePoint21Y" fmla="*/ 48 h 234"/>
              <a:gd name="GluePoint22X" fmla="*/ 106 w 501"/>
              <a:gd name="GluePoint22Y" fmla="*/ 30 h 234"/>
              <a:gd name="GluePoint23X" fmla="*/ 138 w 501"/>
              <a:gd name="GluePoint23Y" fmla="*/ 57 h 234"/>
              <a:gd name="GluePoint24X" fmla="*/ 96 w 501"/>
              <a:gd name="GluePoint24Y" fmla="*/ 94 h 234"/>
              <a:gd name="GluePoint25X" fmla="*/ 96 w 501"/>
              <a:gd name="GluePoint25Y" fmla="*/ 122 h 234"/>
              <a:gd name="GluePoint26X" fmla="*/ 59 w 501"/>
              <a:gd name="GluePoint26Y" fmla="*/ 69 h 234"/>
              <a:gd name="GluePoint27X" fmla="*/ 59 w 501"/>
              <a:gd name="GluePoint27Y" fmla="*/ 82 h 234"/>
              <a:gd name="GluePoint28X" fmla="*/ 13 w 501"/>
              <a:gd name="GluePoint28Y" fmla="*/ 66 h 234"/>
              <a:gd name="GluePoint29X" fmla="*/ 28 w 501"/>
              <a:gd name="GluePoint29Y" fmla="*/ 83 h 234"/>
              <a:gd name="GluePoint30X" fmla="*/ 19 w 501"/>
              <a:gd name="GluePoint30Y" fmla="*/ 176 h 234"/>
              <a:gd name="GluePoint31X" fmla="*/ 5 w 501"/>
              <a:gd name="GluePoint31Y" fmla="*/ 221 h 234"/>
              <a:gd name="GluePoint32X" fmla="*/ 288 w 501"/>
              <a:gd name="GluePoint32Y" fmla="*/ 127 h 234"/>
              <a:gd name="GluePoint33X" fmla="*/ 277 w 501"/>
              <a:gd name="GluePoint33Y" fmla="*/ 54 h 234"/>
              <a:gd name="GluePoint34X" fmla="*/ 322 w 501"/>
              <a:gd name="GluePoint34Y" fmla="*/ 233 h 234"/>
              <a:gd name="GluePoint35X" fmla="*/ 326 w 501"/>
              <a:gd name="GluePoint35Y" fmla="*/ 30 h 234"/>
              <a:gd name="GluePoint36X" fmla="*/ 298 w 501"/>
              <a:gd name="GluePoint36Y" fmla="*/ 17 h 234"/>
              <a:gd name="GluePoint37X" fmla="*/ 323 w 501"/>
              <a:gd name="GluePoint37Y" fmla="*/ 18 h 234"/>
              <a:gd name="GluePoint38X" fmla="*/ 338 w 501"/>
              <a:gd name="GluePoint38Y" fmla="*/ 58 h 234"/>
              <a:gd name="GluePoint39X" fmla="*/ 339 w 501"/>
              <a:gd name="GluePoint39Y" fmla="*/ 43 h 234"/>
              <a:gd name="GluePoint40X" fmla="*/ 375 w 501"/>
              <a:gd name="GluePoint40Y" fmla="*/ 83 h 234"/>
              <a:gd name="GluePoint41X" fmla="*/ 364 w 501"/>
              <a:gd name="GluePoint41Y" fmla="*/ 126 h 234"/>
              <a:gd name="GluePoint42X" fmla="*/ 377 w 501"/>
              <a:gd name="GluePoint42Y" fmla="*/ 50 h 234"/>
              <a:gd name="GluePoint43X" fmla="*/ 377 w 501"/>
              <a:gd name="GluePoint43Y" fmla="*/ 50 h 234"/>
              <a:gd name="GluePoint44X" fmla="*/ 447 w 501"/>
              <a:gd name="GluePoint44Y" fmla="*/ 63 h 234"/>
              <a:gd name="GluePoint45X" fmla="*/ 452 w 501"/>
              <a:gd name="GluePoint45Y" fmla="*/ 58 h 234"/>
              <a:gd name="GluePoint46X" fmla="*/ 469 w 501"/>
              <a:gd name="GluePoint46Y" fmla="*/ 52 h 234"/>
              <a:gd name="GluePoint47X" fmla="*/ 414 w 501"/>
              <a:gd name="GluePoint47Y" fmla="*/ 73 h 234"/>
              <a:gd name="GluePoint48X" fmla="*/ 407 w 501"/>
              <a:gd name="GluePoint48Y" fmla="*/ 71 h 234"/>
              <a:gd name="GluePoint49X" fmla="*/ 338 w 501"/>
              <a:gd name="GluePoint49Y" fmla="*/ 124 h 234"/>
              <a:gd name="GluePoint50X" fmla="*/ 390 w 501"/>
              <a:gd name="GluePoint50Y" fmla="*/ 24 h 234"/>
              <a:gd name="GluePoint51X" fmla="*/ 382 w 501"/>
              <a:gd name="GluePoint51Y" fmla="*/ 48 h 234"/>
              <a:gd name="GluePoint52X" fmla="*/ 397 w 501"/>
              <a:gd name="GluePoint52Y" fmla="*/ 34 h 234"/>
              <a:gd name="GluePoint53X" fmla="*/ 362 w 501"/>
              <a:gd name="GluePoint53Y" fmla="*/ 58 h 234"/>
              <a:gd name="GluePoint54X" fmla="*/ 447 w 501"/>
              <a:gd name="GluePoint54Y" fmla="*/ 110 h 234"/>
              <a:gd name="GluePoint55X" fmla="*/ 405 w 501"/>
              <a:gd name="GluePoint55Y" fmla="*/ 122 h 234"/>
              <a:gd name="GluePoint56X" fmla="*/ 443 w 501"/>
              <a:gd name="GluePoint56Y" fmla="*/ 69 h 234"/>
              <a:gd name="GluePoint57X" fmla="*/ 442 w 501"/>
              <a:gd name="GluePoint57Y" fmla="*/ 82 h 234"/>
              <a:gd name="GluePoint58X" fmla="*/ 488 w 501"/>
              <a:gd name="GluePoint58Y" fmla="*/ 66 h 234"/>
              <a:gd name="GluePoint59X" fmla="*/ 473 w 501"/>
              <a:gd name="GluePoint59Y" fmla="*/ 83 h 234"/>
              <a:gd name="GluePoint60X" fmla="*/ 483 w 501"/>
              <a:gd name="GluePoint60Y" fmla="*/ 176 h 234"/>
              <a:gd name="GluePoint61X" fmla="*/ 496 w 501"/>
              <a:gd name="GluePoint61Y" fmla="*/ 221 h 234"/>
            </a:gdLst>
            <a:ahLst/>
            <a:cxnLst/>
            <a:rect l="textAreaLeft" t="textAreaTop" r="textAreaRight" b="textAreaBottom"/>
            <a:pathLst>
              <a:path w="501" h="234">
                <a:moveTo>
                  <a:pt x="250" y="76"/>
                </a:moveTo>
                <a:lnTo>
                  <a:pt x="294" y="76"/>
                </a:lnTo>
                <a:lnTo>
                  <a:pt x="294" y="103"/>
                </a:lnTo>
                <a:lnTo>
                  <a:pt x="250" y="103"/>
                </a:lnTo>
                <a:lnTo>
                  <a:pt x="207" y="103"/>
                </a:lnTo>
                <a:lnTo>
                  <a:pt x="207" y="76"/>
                </a:lnTo>
                <a:lnTo>
                  <a:pt x="250" y="76"/>
                </a:lnTo>
                <a:lnTo>
                  <a:pt x="250" y="76"/>
                </a:lnTo>
                <a:close/>
                <a:moveTo>
                  <a:pt x="250" y="107"/>
                </a:moveTo>
                <a:lnTo>
                  <a:pt x="250" y="107"/>
                </a:lnTo>
                <a:lnTo>
                  <a:pt x="294" y="107"/>
                </a:lnTo>
                <a:lnTo>
                  <a:pt x="294" y="116"/>
                </a:lnTo>
                <a:lnTo>
                  <a:pt x="252" y="116"/>
                </a:lnTo>
                <a:lnTo>
                  <a:pt x="249" y="116"/>
                </a:lnTo>
                <a:lnTo>
                  <a:pt x="207" y="116"/>
                </a:lnTo>
                <a:lnTo>
                  <a:pt x="207" y="107"/>
                </a:lnTo>
                <a:lnTo>
                  <a:pt x="250" y="107"/>
                </a:lnTo>
                <a:lnTo>
                  <a:pt x="250" y="107"/>
                </a:lnTo>
                <a:close/>
                <a:moveTo>
                  <a:pt x="247" y="65"/>
                </a:moveTo>
                <a:lnTo>
                  <a:pt x="254" y="65"/>
                </a:lnTo>
                <a:lnTo>
                  <a:pt x="294" y="65"/>
                </a:lnTo>
                <a:lnTo>
                  <a:pt x="294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07" y="74"/>
                </a:lnTo>
                <a:lnTo>
                  <a:pt x="207" y="65"/>
                </a:lnTo>
                <a:lnTo>
                  <a:pt x="247" y="65"/>
                </a:lnTo>
                <a:lnTo>
                  <a:pt x="247" y="65"/>
                </a:lnTo>
                <a:close/>
                <a:moveTo>
                  <a:pt x="225" y="118"/>
                </a:moveTo>
                <a:lnTo>
                  <a:pt x="224" y="118"/>
                </a:lnTo>
                <a:lnTo>
                  <a:pt x="222" y="121"/>
                </a:lnTo>
                <a:lnTo>
                  <a:pt x="221" y="122"/>
                </a:lnTo>
                <a:lnTo>
                  <a:pt x="220" y="124"/>
                </a:lnTo>
                <a:lnTo>
                  <a:pt x="218" y="125"/>
                </a:lnTo>
                <a:lnTo>
                  <a:pt x="217" y="126"/>
                </a:lnTo>
                <a:lnTo>
                  <a:pt x="214" y="126"/>
                </a:lnTo>
                <a:lnTo>
                  <a:pt x="214" y="126"/>
                </a:lnTo>
                <a:lnTo>
                  <a:pt x="214" y="127"/>
                </a:lnTo>
                <a:lnTo>
                  <a:pt x="214" y="128"/>
                </a:lnTo>
                <a:lnTo>
                  <a:pt x="213" y="129"/>
                </a:lnTo>
                <a:lnTo>
                  <a:pt x="213" y="130"/>
                </a:lnTo>
                <a:lnTo>
                  <a:pt x="212" y="131"/>
                </a:lnTo>
                <a:lnTo>
                  <a:pt x="211" y="132"/>
                </a:lnTo>
                <a:lnTo>
                  <a:pt x="209" y="133"/>
                </a:lnTo>
                <a:lnTo>
                  <a:pt x="208" y="133"/>
                </a:lnTo>
                <a:lnTo>
                  <a:pt x="208" y="118"/>
                </a:lnTo>
                <a:lnTo>
                  <a:pt x="225" y="118"/>
                </a:lnTo>
                <a:lnTo>
                  <a:pt x="225" y="118"/>
                </a:lnTo>
                <a:close/>
                <a:moveTo>
                  <a:pt x="207" y="62"/>
                </a:moveTo>
                <a:lnTo>
                  <a:pt x="209" y="62"/>
                </a:lnTo>
                <a:lnTo>
                  <a:pt x="212" y="62"/>
                </a:lnTo>
                <a:lnTo>
                  <a:pt x="216" y="62"/>
                </a:lnTo>
                <a:lnTo>
                  <a:pt x="219" y="61"/>
                </a:lnTo>
                <a:lnTo>
                  <a:pt x="221" y="59"/>
                </a:lnTo>
                <a:lnTo>
                  <a:pt x="222" y="58"/>
                </a:lnTo>
                <a:lnTo>
                  <a:pt x="222" y="58"/>
                </a:lnTo>
                <a:lnTo>
                  <a:pt x="223" y="56"/>
                </a:lnTo>
                <a:lnTo>
                  <a:pt x="224" y="54"/>
                </a:lnTo>
                <a:lnTo>
                  <a:pt x="224" y="54"/>
                </a:lnTo>
                <a:lnTo>
                  <a:pt x="224" y="53"/>
                </a:lnTo>
                <a:lnTo>
                  <a:pt x="224" y="52"/>
                </a:lnTo>
                <a:lnTo>
                  <a:pt x="222" y="49"/>
                </a:lnTo>
                <a:lnTo>
                  <a:pt x="220" y="46"/>
                </a:lnTo>
                <a:lnTo>
                  <a:pt x="218" y="45"/>
                </a:lnTo>
                <a:lnTo>
                  <a:pt x="217" y="45"/>
                </a:lnTo>
                <a:lnTo>
                  <a:pt x="215" y="45"/>
                </a:lnTo>
                <a:lnTo>
                  <a:pt x="214" y="46"/>
                </a:lnTo>
                <a:lnTo>
                  <a:pt x="211" y="49"/>
                </a:lnTo>
                <a:lnTo>
                  <a:pt x="209" y="52"/>
                </a:lnTo>
                <a:lnTo>
                  <a:pt x="208" y="53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62"/>
                </a:lnTo>
                <a:lnTo>
                  <a:pt x="207" y="62"/>
                </a:lnTo>
                <a:close/>
                <a:moveTo>
                  <a:pt x="203" y="53"/>
                </a:moveTo>
                <a:lnTo>
                  <a:pt x="179" y="53"/>
                </a:lnTo>
                <a:lnTo>
                  <a:pt x="179" y="233"/>
                </a:lnTo>
                <a:lnTo>
                  <a:pt x="203" y="233"/>
                </a:lnTo>
                <a:lnTo>
                  <a:pt x="203" y="53"/>
                </a:lnTo>
                <a:lnTo>
                  <a:pt x="203" y="53"/>
                </a:lnTo>
                <a:close/>
                <a:moveTo>
                  <a:pt x="206" y="30"/>
                </a:moveTo>
                <a:lnTo>
                  <a:pt x="206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48"/>
                </a:lnTo>
                <a:lnTo>
                  <a:pt x="207" y="49"/>
                </a:lnTo>
                <a:lnTo>
                  <a:pt x="207" y="50"/>
                </a:lnTo>
                <a:lnTo>
                  <a:pt x="206" y="50"/>
                </a:lnTo>
                <a:lnTo>
                  <a:pt x="206" y="50"/>
                </a:lnTo>
                <a:lnTo>
                  <a:pt x="177" y="50"/>
                </a:lnTo>
                <a:lnTo>
                  <a:pt x="176" y="50"/>
                </a:lnTo>
                <a:lnTo>
                  <a:pt x="175" y="50"/>
                </a:lnTo>
                <a:lnTo>
                  <a:pt x="175" y="49"/>
                </a:lnTo>
                <a:lnTo>
                  <a:pt x="175" y="48"/>
                </a:lnTo>
                <a:lnTo>
                  <a:pt x="175" y="30"/>
                </a:lnTo>
                <a:lnTo>
                  <a:pt x="175" y="30"/>
                </a:lnTo>
                <a:lnTo>
                  <a:pt x="175" y="30"/>
                </a:lnTo>
                <a:lnTo>
                  <a:pt x="176" y="30"/>
                </a:lnTo>
                <a:lnTo>
                  <a:pt x="177" y="30"/>
                </a:lnTo>
                <a:lnTo>
                  <a:pt x="206" y="30"/>
                </a:lnTo>
                <a:lnTo>
                  <a:pt x="206" y="30"/>
                </a:lnTo>
                <a:close/>
                <a:moveTo>
                  <a:pt x="190" y="0"/>
                </a:moveTo>
                <a:lnTo>
                  <a:pt x="191" y="0"/>
                </a:lnTo>
                <a:lnTo>
                  <a:pt x="191" y="0"/>
                </a:lnTo>
                <a:lnTo>
                  <a:pt x="192" y="0"/>
                </a:lnTo>
                <a:lnTo>
                  <a:pt x="192" y="0"/>
                </a:lnTo>
                <a:lnTo>
                  <a:pt x="193" y="1"/>
                </a:lnTo>
                <a:lnTo>
                  <a:pt x="194" y="1"/>
                </a:lnTo>
                <a:lnTo>
                  <a:pt x="195" y="2"/>
                </a:lnTo>
                <a:lnTo>
                  <a:pt x="196" y="3"/>
                </a:lnTo>
                <a:lnTo>
                  <a:pt x="198" y="5"/>
                </a:lnTo>
                <a:lnTo>
                  <a:pt x="198" y="7"/>
                </a:lnTo>
                <a:lnTo>
                  <a:pt x="199" y="11"/>
                </a:lnTo>
                <a:lnTo>
                  <a:pt x="199" y="13"/>
                </a:lnTo>
                <a:lnTo>
                  <a:pt x="201" y="14"/>
                </a:lnTo>
                <a:lnTo>
                  <a:pt x="202" y="14"/>
                </a:lnTo>
                <a:lnTo>
                  <a:pt x="202" y="16"/>
                </a:lnTo>
                <a:lnTo>
                  <a:pt x="203" y="17"/>
                </a:lnTo>
                <a:lnTo>
                  <a:pt x="204" y="18"/>
                </a:lnTo>
                <a:lnTo>
                  <a:pt x="204" y="20"/>
                </a:lnTo>
                <a:lnTo>
                  <a:pt x="203" y="22"/>
                </a:lnTo>
                <a:lnTo>
                  <a:pt x="202" y="22"/>
                </a:lnTo>
                <a:lnTo>
                  <a:pt x="202" y="25"/>
                </a:lnTo>
                <a:lnTo>
                  <a:pt x="202" y="26"/>
                </a:lnTo>
                <a:lnTo>
                  <a:pt x="202" y="26"/>
                </a:lnTo>
                <a:lnTo>
                  <a:pt x="202" y="26"/>
                </a:lnTo>
                <a:lnTo>
                  <a:pt x="202" y="27"/>
                </a:lnTo>
                <a:lnTo>
                  <a:pt x="201" y="27"/>
                </a:lnTo>
                <a:lnTo>
                  <a:pt x="191" y="27"/>
                </a:lnTo>
                <a:lnTo>
                  <a:pt x="182" y="27"/>
                </a:lnTo>
                <a:lnTo>
                  <a:pt x="181" y="27"/>
                </a:lnTo>
                <a:lnTo>
                  <a:pt x="181" y="26"/>
                </a:lnTo>
                <a:lnTo>
                  <a:pt x="181" y="26"/>
                </a:lnTo>
                <a:lnTo>
                  <a:pt x="181" y="26"/>
                </a:lnTo>
                <a:lnTo>
                  <a:pt x="181" y="25"/>
                </a:lnTo>
                <a:lnTo>
                  <a:pt x="180" y="22"/>
                </a:lnTo>
                <a:lnTo>
                  <a:pt x="179" y="22"/>
                </a:lnTo>
                <a:lnTo>
                  <a:pt x="178" y="20"/>
                </a:lnTo>
                <a:lnTo>
                  <a:pt x="178" y="18"/>
                </a:lnTo>
                <a:lnTo>
                  <a:pt x="179" y="17"/>
                </a:lnTo>
                <a:lnTo>
                  <a:pt x="180" y="16"/>
                </a:lnTo>
                <a:lnTo>
                  <a:pt x="181" y="14"/>
                </a:lnTo>
                <a:lnTo>
                  <a:pt x="182" y="14"/>
                </a:lnTo>
                <a:lnTo>
                  <a:pt x="183" y="13"/>
                </a:lnTo>
                <a:lnTo>
                  <a:pt x="183" y="11"/>
                </a:lnTo>
                <a:lnTo>
                  <a:pt x="184" y="7"/>
                </a:lnTo>
                <a:lnTo>
                  <a:pt x="186" y="5"/>
                </a:lnTo>
                <a:lnTo>
                  <a:pt x="186" y="3"/>
                </a:lnTo>
                <a:lnTo>
                  <a:pt x="187" y="2"/>
                </a:lnTo>
                <a:lnTo>
                  <a:pt x="188" y="1"/>
                </a:lnTo>
                <a:lnTo>
                  <a:pt x="190" y="1"/>
                </a:lnTo>
                <a:lnTo>
                  <a:pt x="190" y="0"/>
                </a:lnTo>
                <a:lnTo>
                  <a:pt x="190" y="0"/>
                </a:lnTo>
                <a:close/>
                <a:moveTo>
                  <a:pt x="174" y="52"/>
                </a:moveTo>
                <a:lnTo>
                  <a:pt x="174" y="62"/>
                </a:lnTo>
                <a:lnTo>
                  <a:pt x="168" y="62"/>
                </a:lnTo>
                <a:lnTo>
                  <a:pt x="166" y="62"/>
                </a:lnTo>
                <a:lnTo>
                  <a:pt x="166" y="61"/>
                </a:lnTo>
                <a:lnTo>
                  <a:pt x="164" y="59"/>
                </a:lnTo>
                <a:lnTo>
                  <a:pt x="163" y="58"/>
                </a:lnTo>
                <a:lnTo>
                  <a:pt x="162" y="55"/>
                </a:lnTo>
                <a:lnTo>
                  <a:pt x="162" y="54"/>
                </a:lnTo>
                <a:lnTo>
                  <a:pt x="161" y="53"/>
                </a:lnTo>
                <a:lnTo>
                  <a:pt x="159" y="51"/>
                </a:lnTo>
                <a:lnTo>
                  <a:pt x="158" y="50"/>
                </a:lnTo>
                <a:lnTo>
                  <a:pt x="156" y="47"/>
                </a:lnTo>
                <a:lnTo>
                  <a:pt x="156" y="46"/>
                </a:lnTo>
                <a:lnTo>
                  <a:pt x="156" y="46"/>
                </a:lnTo>
                <a:lnTo>
                  <a:pt x="156" y="45"/>
                </a:lnTo>
                <a:lnTo>
                  <a:pt x="157" y="44"/>
                </a:lnTo>
                <a:lnTo>
                  <a:pt x="158" y="42"/>
                </a:lnTo>
                <a:lnTo>
                  <a:pt x="159" y="42"/>
                </a:lnTo>
                <a:lnTo>
                  <a:pt x="160" y="42"/>
                </a:lnTo>
                <a:lnTo>
                  <a:pt x="161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3"/>
                </a:lnTo>
                <a:lnTo>
                  <a:pt x="161" y="44"/>
                </a:lnTo>
                <a:lnTo>
                  <a:pt x="162" y="45"/>
                </a:lnTo>
                <a:lnTo>
                  <a:pt x="162" y="46"/>
                </a:lnTo>
                <a:lnTo>
                  <a:pt x="163" y="46"/>
                </a:lnTo>
                <a:lnTo>
                  <a:pt x="164" y="46"/>
                </a:lnTo>
                <a:lnTo>
                  <a:pt x="166" y="47"/>
                </a:lnTo>
                <a:lnTo>
                  <a:pt x="169" y="48"/>
                </a:lnTo>
                <a:lnTo>
                  <a:pt x="170" y="50"/>
                </a:lnTo>
                <a:lnTo>
                  <a:pt x="171" y="51"/>
                </a:lnTo>
                <a:lnTo>
                  <a:pt x="173" y="52"/>
                </a:lnTo>
                <a:lnTo>
                  <a:pt x="174" y="52"/>
                </a:lnTo>
                <a:lnTo>
                  <a:pt x="174" y="52"/>
                </a:lnTo>
                <a:close/>
                <a:moveTo>
                  <a:pt x="175" y="65"/>
                </a:moveTo>
                <a:lnTo>
                  <a:pt x="168" y="65"/>
                </a:lnTo>
                <a:lnTo>
                  <a:pt x="168" y="74"/>
                </a:lnTo>
                <a:lnTo>
                  <a:pt x="175" y="74"/>
                </a:lnTo>
                <a:lnTo>
                  <a:pt x="175" y="65"/>
                </a:lnTo>
                <a:lnTo>
                  <a:pt x="175" y="65"/>
                </a:lnTo>
                <a:close/>
                <a:moveTo>
                  <a:pt x="175" y="76"/>
                </a:moveTo>
                <a:lnTo>
                  <a:pt x="126" y="76"/>
                </a:lnTo>
                <a:lnTo>
                  <a:pt x="126" y="83"/>
                </a:lnTo>
                <a:lnTo>
                  <a:pt x="175" y="83"/>
                </a:lnTo>
                <a:lnTo>
                  <a:pt x="175" y="76"/>
                </a:lnTo>
                <a:lnTo>
                  <a:pt x="175" y="76"/>
                </a:lnTo>
                <a:close/>
                <a:moveTo>
                  <a:pt x="175" y="86"/>
                </a:moveTo>
                <a:lnTo>
                  <a:pt x="126" y="86"/>
                </a:lnTo>
                <a:lnTo>
                  <a:pt x="126" y="107"/>
                </a:lnTo>
                <a:lnTo>
                  <a:pt x="175" y="107"/>
                </a:lnTo>
                <a:lnTo>
                  <a:pt x="175" y="86"/>
                </a:lnTo>
                <a:lnTo>
                  <a:pt x="175" y="86"/>
                </a:lnTo>
                <a:close/>
                <a:moveTo>
                  <a:pt x="175" y="110"/>
                </a:moveTo>
                <a:lnTo>
                  <a:pt x="126" y="110"/>
                </a:lnTo>
                <a:lnTo>
                  <a:pt x="126" y="117"/>
                </a:lnTo>
                <a:lnTo>
                  <a:pt x="175" y="117"/>
                </a:lnTo>
                <a:lnTo>
                  <a:pt x="175" y="110"/>
                </a:lnTo>
                <a:lnTo>
                  <a:pt x="175" y="110"/>
                </a:lnTo>
                <a:close/>
                <a:moveTo>
                  <a:pt x="140" y="121"/>
                </a:moveTo>
                <a:lnTo>
                  <a:pt x="141" y="121"/>
                </a:lnTo>
                <a:lnTo>
                  <a:pt x="140" y="122"/>
                </a:lnTo>
                <a:lnTo>
                  <a:pt x="139" y="122"/>
                </a:lnTo>
                <a:lnTo>
                  <a:pt x="138" y="124"/>
                </a:lnTo>
                <a:lnTo>
                  <a:pt x="137" y="126"/>
                </a:lnTo>
                <a:lnTo>
                  <a:pt x="135" y="126"/>
                </a:lnTo>
                <a:lnTo>
                  <a:pt x="134" y="128"/>
                </a:lnTo>
                <a:lnTo>
                  <a:pt x="132" y="128"/>
                </a:lnTo>
                <a:lnTo>
                  <a:pt x="130" y="129"/>
                </a:lnTo>
                <a:lnTo>
                  <a:pt x="130" y="130"/>
                </a:lnTo>
                <a:lnTo>
                  <a:pt x="129" y="132"/>
                </a:lnTo>
                <a:lnTo>
                  <a:pt x="128" y="134"/>
                </a:lnTo>
                <a:lnTo>
                  <a:pt x="127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21"/>
                </a:lnTo>
                <a:lnTo>
                  <a:pt x="140" y="121"/>
                </a:lnTo>
                <a:lnTo>
                  <a:pt x="140" y="121"/>
                </a:lnTo>
                <a:close/>
                <a:moveTo>
                  <a:pt x="122" y="73"/>
                </a:moveTo>
                <a:lnTo>
                  <a:pt x="100" y="73"/>
                </a:lnTo>
                <a:lnTo>
                  <a:pt x="100" y="233"/>
                </a:lnTo>
                <a:lnTo>
                  <a:pt x="122" y="233"/>
                </a:lnTo>
                <a:lnTo>
                  <a:pt x="122" y="73"/>
                </a:lnTo>
                <a:lnTo>
                  <a:pt x="122" y="73"/>
                </a:lnTo>
                <a:close/>
                <a:moveTo>
                  <a:pt x="124" y="50"/>
                </a:moveTo>
                <a:lnTo>
                  <a:pt x="98" y="50"/>
                </a:lnTo>
                <a:lnTo>
                  <a:pt x="97" y="50"/>
                </a:lnTo>
                <a:lnTo>
                  <a:pt x="97" y="50"/>
                </a:lnTo>
                <a:lnTo>
                  <a:pt x="96" y="51"/>
                </a:lnTo>
                <a:lnTo>
                  <a:pt x="96" y="51"/>
                </a:lnTo>
                <a:lnTo>
                  <a:pt x="96" y="67"/>
                </a:lnTo>
                <a:lnTo>
                  <a:pt x="96" y="68"/>
                </a:lnTo>
                <a:lnTo>
                  <a:pt x="97" y="68"/>
                </a:lnTo>
                <a:lnTo>
                  <a:pt x="97" y="68"/>
                </a:lnTo>
                <a:lnTo>
                  <a:pt x="98" y="69"/>
                </a:lnTo>
                <a:lnTo>
                  <a:pt x="124" y="69"/>
                </a:lnTo>
                <a:lnTo>
                  <a:pt x="125" y="68"/>
                </a:lnTo>
                <a:lnTo>
                  <a:pt x="125" y="68"/>
                </a:lnTo>
                <a:lnTo>
                  <a:pt x="125" y="68"/>
                </a:lnTo>
                <a:lnTo>
                  <a:pt x="125" y="67"/>
                </a:lnTo>
                <a:lnTo>
                  <a:pt x="125" y="51"/>
                </a:lnTo>
                <a:lnTo>
                  <a:pt x="125" y="51"/>
                </a:lnTo>
                <a:lnTo>
                  <a:pt x="125" y="50"/>
                </a:lnTo>
                <a:lnTo>
                  <a:pt x="125" y="50"/>
                </a:lnTo>
                <a:lnTo>
                  <a:pt x="124" y="50"/>
                </a:lnTo>
                <a:lnTo>
                  <a:pt x="124" y="50"/>
                </a:lnTo>
                <a:close/>
                <a:moveTo>
                  <a:pt x="52" y="79"/>
                </a:moveTo>
                <a:lnTo>
                  <a:pt x="30" y="79"/>
                </a:lnTo>
                <a:lnTo>
                  <a:pt x="30" y="232"/>
                </a:lnTo>
                <a:lnTo>
                  <a:pt x="51" y="232"/>
                </a:lnTo>
                <a:lnTo>
                  <a:pt x="51" y="88"/>
                </a:lnTo>
                <a:lnTo>
                  <a:pt x="52" y="88"/>
                </a:lnTo>
                <a:lnTo>
                  <a:pt x="52" y="79"/>
                </a:lnTo>
                <a:lnTo>
                  <a:pt x="52" y="79"/>
                </a:lnTo>
                <a:close/>
                <a:moveTo>
                  <a:pt x="54" y="63"/>
                </a:moveTo>
                <a:lnTo>
                  <a:pt x="30" y="63"/>
                </a:lnTo>
                <a:lnTo>
                  <a:pt x="29" y="63"/>
                </a:lnTo>
                <a:lnTo>
                  <a:pt x="29" y="64"/>
                </a:lnTo>
                <a:lnTo>
                  <a:pt x="29" y="76"/>
                </a:lnTo>
                <a:lnTo>
                  <a:pt x="29" y="77"/>
                </a:lnTo>
                <a:lnTo>
                  <a:pt x="30" y="78"/>
                </a:lnTo>
                <a:lnTo>
                  <a:pt x="54" y="78"/>
                </a:lnTo>
                <a:lnTo>
                  <a:pt x="54" y="77"/>
                </a:lnTo>
                <a:lnTo>
                  <a:pt x="54" y="76"/>
                </a:lnTo>
                <a:lnTo>
                  <a:pt x="54" y="64"/>
                </a:lnTo>
                <a:lnTo>
                  <a:pt x="54" y="63"/>
                </a:lnTo>
                <a:lnTo>
                  <a:pt x="54" y="63"/>
                </a:lnTo>
                <a:lnTo>
                  <a:pt x="54" y="63"/>
                </a:lnTo>
                <a:close/>
                <a:moveTo>
                  <a:pt x="42" y="39"/>
                </a:moveTo>
                <a:lnTo>
                  <a:pt x="42" y="39"/>
                </a:lnTo>
                <a:lnTo>
                  <a:pt x="43" y="39"/>
                </a:lnTo>
                <a:lnTo>
                  <a:pt x="45" y="40"/>
                </a:lnTo>
                <a:lnTo>
                  <a:pt x="46" y="42"/>
                </a:lnTo>
                <a:lnTo>
                  <a:pt x="46" y="42"/>
                </a:lnTo>
                <a:lnTo>
                  <a:pt x="47" y="45"/>
                </a:lnTo>
                <a:lnTo>
                  <a:pt x="48" y="47"/>
                </a:lnTo>
                <a:lnTo>
                  <a:pt x="49" y="49"/>
                </a:lnTo>
                <a:lnTo>
                  <a:pt x="50" y="50"/>
                </a:lnTo>
                <a:lnTo>
                  <a:pt x="50" y="50"/>
                </a:lnTo>
                <a:lnTo>
                  <a:pt x="50" y="51"/>
                </a:lnTo>
                <a:lnTo>
                  <a:pt x="51" y="52"/>
                </a:lnTo>
                <a:lnTo>
                  <a:pt x="51" y="53"/>
                </a:lnTo>
                <a:lnTo>
                  <a:pt x="51" y="54"/>
                </a:lnTo>
                <a:lnTo>
                  <a:pt x="51" y="55"/>
                </a:lnTo>
                <a:lnTo>
                  <a:pt x="50" y="56"/>
                </a:lnTo>
                <a:lnTo>
                  <a:pt x="50" y="57"/>
                </a:lnTo>
                <a:lnTo>
                  <a:pt x="50" y="58"/>
                </a:lnTo>
                <a:lnTo>
                  <a:pt x="50" y="58"/>
                </a:lnTo>
                <a:lnTo>
                  <a:pt x="50" y="58"/>
                </a:lnTo>
                <a:lnTo>
                  <a:pt x="50" y="59"/>
                </a:lnTo>
                <a:lnTo>
                  <a:pt x="50" y="59"/>
                </a:lnTo>
                <a:lnTo>
                  <a:pt x="50" y="61"/>
                </a:lnTo>
                <a:lnTo>
                  <a:pt x="50" y="61"/>
                </a:lnTo>
                <a:lnTo>
                  <a:pt x="42" y="61"/>
                </a:lnTo>
                <a:lnTo>
                  <a:pt x="42" y="61"/>
                </a:lnTo>
                <a:lnTo>
                  <a:pt x="42" y="61"/>
                </a:lnTo>
                <a:lnTo>
                  <a:pt x="34" y="61"/>
                </a:lnTo>
                <a:lnTo>
                  <a:pt x="34" y="61"/>
                </a:lnTo>
                <a:lnTo>
                  <a:pt x="34" y="59"/>
                </a:lnTo>
                <a:lnTo>
                  <a:pt x="34" y="59"/>
                </a:lnTo>
                <a:lnTo>
                  <a:pt x="34" y="58"/>
                </a:lnTo>
                <a:lnTo>
                  <a:pt x="34" y="58"/>
                </a:lnTo>
                <a:lnTo>
                  <a:pt x="34" y="58"/>
                </a:lnTo>
                <a:lnTo>
                  <a:pt x="34" y="57"/>
                </a:lnTo>
                <a:lnTo>
                  <a:pt x="34" y="56"/>
                </a:lnTo>
                <a:lnTo>
                  <a:pt x="33" y="55"/>
                </a:lnTo>
                <a:lnTo>
                  <a:pt x="32" y="54"/>
                </a:lnTo>
                <a:lnTo>
                  <a:pt x="32" y="53"/>
                </a:lnTo>
                <a:lnTo>
                  <a:pt x="32" y="52"/>
                </a:lnTo>
                <a:lnTo>
                  <a:pt x="33" y="51"/>
                </a:lnTo>
                <a:lnTo>
                  <a:pt x="34" y="50"/>
                </a:lnTo>
                <a:lnTo>
                  <a:pt x="34" y="50"/>
                </a:lnTo>
                <a:lnTo>
                  <a:pt x="35" y="49"/>
                </a:lnTo>
                <a:lnTo>
                  <a:pt x="35" y="47"/>
                </a:lnTo>
                <a:lnTo>
                  <a:pt x="36" y="45"/>
                </a:lnTo>
                <a:lnTo>
                  <a:pt x="38" y="42"/>
                </a:lnTo>
                <a:lnTo>
                  <a:pt x="38" y="42"/>
                </a:lnTo>
                <a:lnTo>
                  <a:pt x="39" y="40"/>
                </a:lnTo>
                <a:lnTo>
                  <a:pt x="40" y="39"/>
                </a:lnTo>
                <a:lnTo>
                  <a:pt x="41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close/>
                <a:moveTo>
                  <a:pt x="96" y="74"/>
                </a:moveTo>
                <a:lnTo>
                  <a:pt x="92" y="74"/>
                </a:lnTo>
                <a:lnTo>
                  <a:pt x="90" y="74"/>
                </a:lnTo>
                <a:lnTo>
                  <a:pt x="90" y="74"/>
                </a:lnTo>
                <a:lnTo>
                  <a:pt x="89" y="74"/>
                </a:lnTo>
                <a:lnTo>
                  <a:pt x="88" y="73"/>
                </a:lnTo>
                <a:lnTo>
                  <a:pt x="86" y="71"/>
                </a:lnTo>
                <a:lnTo>
                  <a:pt x="86" y="69"/>
                </a:lnTo>
                <a:lnTo>
                  <a:pt x="83" y="65"/>
                </a:lnTo>
                <a:lnTo>
                  <a:pt x="81" y="61"/>
                </a:lnTo>
                <a:lnTo>
                  <a:pt x="81" y="59"/>
                </a:lnTo>
                <a:lnTo>
                  <a:pt x="82" y="59"/>
                </a:lnTo>
                <a:lnTo>
                  <a:pt x="82" y="58"/>
                </a:lnTo>
                <a:lnTo>
                  <a:pt x="82" y="58"/>
                </a:lnTo>
                <a:lnTo>
                  <a:pt x="84" y="57"/>
                </a:lnTo>
                <a:lnTo>
                  <a:pt x="84" y="57"/>
                </a:lnTo>
                <a:lnTo>
                  <a:pt x="86" y="56"/>
                </a:lnTo>
                <a:lnTo>
                  <a:pt x="86" y="56"/>
                </a:lnTo>
                <a:lnTo>
                  <a:pt x="86" y="57"/>
                </a:lnTo>
                <a:lnTo>
                  <a:pt x="87" y="57"/>
                </a:lnTo>
                <a:lnTo>
                  <a:pt x="86" y="58"/>
                </a:lnTo>
                <a:lnTo>
                  <a:pt x="86" y="59"/>
                </a:lnTo>
                <a:lnTo>
                  <a:pt x="90" y="62"/>
                </a:lnTo>
                <a:lnTo>
                  <a:pt x="94" y="65"/>
                </a:lnTo>
                <a:lnTo>
                  <a:pt x="94" y="67"/>
                </a:lnTo>
                <a:lnTo>
                  <a:pt x="95" y="70"/>
                </a:lnTo>
                <a:lnTo>
                  <a:pt x="95" y="71"/>
                </a:lnTo>
                <a:lnTo>
                  <a:pt x="95" y="71"/>
                </a:lnTo>
                <a:lnTo>
                  <a:pt x="96" y="71"/>
                </a:lnTo>
                <a:lnTo>
                  <a:pt x="96" y="74"/>
                </a:lnTo>
                <a:lnTo>
                  <a:pt x="96" y="74"/>
                </a:lnTo>
                <a:close/>
                <a:moveTo>
                  <a:pt x="96" y="76"/>
                </a:moveTo>
                <a:lnTo>
                  <a:pt x="91" y="76"/>
                </a:lnTo>
                <a:lnTo>
                  <a:pt x="91" y="83"/>
                </a:lnTo>
                <a:lnTo>
                  <a:pt x="96" y="83"/>
                </a:lnTo>
                <a:lnTo>
                  <a:pt x="96" y="76"/>
                </a:lnTo>
                <a:lnTo>
                  <a:pt x="96" y="76"/>
                </a:lnTo>
                <a:close/>
                <a:moveTo>
                  <a:pt x="96" y="84"/>
                </a:moveTo>
                <a:lnTo>
                  <a:pt x="54" y="84"/>
                </a:lnTo>
                <a:lnTo>
                  <a:pt x="54" y="92"/>
                </a:lnTo>
                <a:lnTo>
                  <a:pt x="96" y="92"/>
                </a:lnTo>
                <a:lnTo>
                  <a:pt x="96" y="84"/>
                </a:lnTo>
                <a:lnTo>
                  <a:pt x="96" y="84"/>
                </a:lnTo>
                <a:close/>
                <a:moveTo>
                  <a:pt x="162" y="121"/>
                </a:moveTo>
                <a:lnTo>
                  <a:pt x="161" y="121"/>
                </a:lnTo>
                <a:lnTo>
                  <a:pt x="162" y="122"/>
                </a:lnTo>
                <a:lnTo>
                  <a:pt x="162" y="122"/>
                </a:lnTo>
                <a:lnTo>
                  <a:pt x="163" y="124"/>
                </a:lnTo>
                <a:lnTo>
                  <a:pt x="164" y="126"/>
                </a:lnTo>
                <a:lnTo>
                  <a:pt x="166" y="126"/>
                </a:lnTo>
                <a:lnTo>
                  <a:pt x="167" y="128"/>
                </a:lnTo>
                <a:lnTo>
                  <a:pt x="169" y="128"/>
                </a:lnTo>
                <a:lnTo>
                  <a:pt x="170" y="129"/>
                </a:lnTo>
                <a:lnTo>
                  <a:pt x="171" y="130"/>
                </a:lnTo>
                <a:lnTo>
                  <a:pt x="172" y="132"/>
                </a:lnTo>
                <a:lnTo>
                  <a:pt x="173" y="134"/>
                </a:lnTo>
                <a:lnTo>
                  <a:pt x="174" y="134"/>
                </a:lnTo>
                <a:lnTo>
                  <a:pt x="174" y="134"/>
                </a:lnTo>
                <a:lnTo>
                  <a:pt x="175" y="134"/>
                </a:lnTo>
                <a:lnTo>
                  <a:pt x="175" y="134"/>
                </a:lnTo>
                <a:lnTo>
                  <a:pt x="175" y="121"/>
                </a:lnTo>
                <a:lnTo>
                  <a:pt x="162" y="121"/>
                </a:lnTo>
                <a:lnTo>
                  <a:pt x="162" y="121"/>
                </a:lnTo>
                <a:close/>
                <a:moveTo>
                  <a:pt x="110" y="25"/>
                </a:moveTo>
                <a:lnTo>
                  <a:pt x="110" y="25"/>
                </a:lnTo>
                <a:lnTo>
                  <a:pt x="110" y="25"/>
                </a:lnTo>
                <a:lnTo>
                  <a:pt x="110" y="24"/>
                </a:lnTo>
                <a:lnTo>
                  <a:pt x="110" y="24"/>
                </a:lnTo>
                <a:lnTo>
                  <a:pt x="111" y="24"/>
                </a:lnTo>
                <a:lnTo>
                  <a:pt x="111" y="24"/>
                </a:lnTo>
                <a:lnTo>
                  <a:pt x="112" y="25"/>
                </a:lnTo>
                <a:lnTo>
                  <a:pt x="114" y="25"/>
                </a:lnTo>
                <a:lnTo>
                  <a:pt x="114" y="26"/>
                </a:lnTo>
                <a:lnTo>
                  <a:pt x="115" y="27"/>
                </a:lnTo>
                <a:lnTo>
                  <a:pt x="116" y="29"/>
                </a:lnTo>
                <a:lnTo>
                  <a:pt x="117" y="31"/>
                </a:lnTo>
                <a:lnTo>
                  <a:pt x="117" y="34"/>
                </a:lnTo>
                <a:lnTo>
                  <a:pt x="118" y="35"/>
                </a:lnTo>
                <a:lnTo>
                  <a:pt x="118" y="36"/>
                </a:lnTo>
                <a:lnTo>
                  <a:pt x="119" y="37"/>
                </a:lnTo>
                <a:lnTo>
                  <a:pt x="121" y="38"/>
                </a:lnTo>
                <a:lnTo>
                  <a:pt x="121" y="40"/>
                </a:lnTo>
                <a:lnTo>
                  <a:pt x="122" y="42"/>
                </a:lnTo>
                <a:lnTo>
                  <a:pt x="122" y="42"/>
                </a:lnTo>
                <a:lnTo>
                  <a:pt x="122" y="44"/>
                </a:lnTo>
                <a:lnTo>
                  <a:pt x="121" y="45"/>
                </a:lnTo>
                <a:lnTo>
                  <a:pt x="120" y="46"/>
                </a:lnTo>
                <a:lnTo>
                  <a:pt x="120" y="47"/>
                </a:lnTo>
                <a:lnTo>
                  <a:pt x="120" y="47"/>
                </a:lnTo>
                <a:lnTo>
                  <a:pt x="119" y="48"/>
                </a:lnTo>
                <a:lnTo>
                  <a:pt x="119" y="48"/>
                </a:lnTo>
                <a:lnTo>
                  <a:pt x="118" y="48"/>
                </a:lnTo>
                <a:lnTo>
                  <a:pt x="111" y="48"/>
                </a:lnTo>
                <a:lnTo>
                  <a:pt x="111" y="48"/>
                </a:lnTo>
                <a:lnTo>
                  <a:pt x="110" y="48"/>
                </a:lnTo>
                <a:lnTo>
                  <a:pt x="103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7"/>
                </a:lnTo>
                <a:lnTo>
                  <a:pt x="102" y="46"/>
                </a:lnTo>
                <a:lnTo>
                  <a:pt x="101" y="46"/>
                </a:lnTo>
                <a:lnTo>
                  <a:pt x="100" y="44"/>
                </a:lnTo>
                <a:lnTo>
                  <a:pt x="99" y="43"/>
                </a:lnTo>
                <a:lnTo>
                  <a:pt x="100" y="42"/>
                </a:lnTo>
                <a:lnTo>
                  <a:pt x="100" y="40"/>
                </a:lnTo>
                <a:lnTo>
                  <a:pt x="101" y="38"/>
                </a:lnTo>
                <a:lnTo>
                  <a:pt x="102" y="38"/>
                </a:lnTo>
                <a:lnTo>
                  <a:pt x="103" y="37"/>
                </a:lnTo>
                <a:lnTo>
                  <a:pt x="104" y="35"/>
                </a:lnTo>
                <a:lnTo>
                  <a:pt x="104" y="34"/>
                </a:lnTo>
                <a:lnTo>
                  <a:pt x="105" y="31"/>
                </a:lnTo>
                <a:lnTo>
                  <a:pt x="106" y="30"/>
                </a:lnTo>
                <a:lnTo>
                  <a:pt x="106" y="27"/>
                </a:lnTo>
                <a:lnTo>
                  <a:pt x="107" y="26"/>
                </a:lnTo>
                <a:lnTo>
                  <a:pt x="108" y="26"/>
                </a:lnTo>
                <a:lnTo>
                  <a:pt x="110" y="25"/>
                </a:lnTo>
                <a:lnTo>
                  <a:pt x="110" y="25"/>
                </a:lnTo>
                <a:lnTo>
                  <a:pt x="110" y="25"/>
                </a:lnTo>
                <a:close/>
                <a:moveTo>
                  <a:pt x="126" y="74"/>
                </a:moveTo>
                <a:lnTo>
                  <a:pt x="130" y="74"/>
                </a:lnTo>
                <a:lnTo>
                  <a:pt x="131" y="74"/>
                </a:lnTo>
                <a:lnTo>
                  <a:pt x="132" y="74"/>
                </a:lnTo>
                <a:lnTo>
                  <a:pt x="134" y="74"/>
                </a:lnTo>
                <a:lnTo>
                  <a:pt x="134" y="73"/>
                </a:lnTo>
                <a:lnTo>
                  <a:pt x="135" y="71"/>
                </a:lnTo>
                <a:lnTo>
                  <a:pt x="136" y="69"/>
                </a:lnTo>
                <a:lnTo>
                  <a:pt x="138" y="65"/>
                </a:lnTo>
                <a:lnTo>
                  <a:pt x="141" y="61"/>
                </a:lnTo>
                <a:lnTo>
                  <a:pt x="141" y="59"/>
                </a:lnTo>
                <a:lnTo>
                  <a:pt x="140" y="59"/>
                </a:lnTo>
                <a:lnTo>
                  <a:pt x="139" y="58"/>
                </a:lnTo>
                <a:lnTo>
                  <a:pt x="139" y="58"/>
                </a:lnTo>
                <a:lnTo>
                  <a:pt x="138" y="57"/>
                </a:lnTo>
                <a:lnTo>
                  <a:pt x="138" y="57"/>
                </a:lnTo>
                <a:lnTo>
                  <a:pt x="136" y="56"/>
                </a:lnTo>
                <a:lnTo>
                  <a:pt x="136" y="56"/>
                </a:lnTo>
                <a:lnTo>
                  <a:pt x="135" y="57"/>
                </a:lnTo>
                <a:lnTo>
                  <a:pt x="135" y="57"/>
                </a:lnTo>
                <a:lnTo>
                  <a:pt x="135" y="58"/>
                </a:lnTo>
                <a:lnTo>
                  <a:pt x="136" y="59"/>
                </a:lnTo>
                <a:lnTo>
                  <a:pt x="132" y="62"/>
                </a:lnTo>
                <a:lnTo>
                  <a:pt x="128" y="65"/>
                </a:lnTo>
                <a:lnTo>
                  <a:pt x="127" y="67"/>
                </a:lnTo>
                <a:lnTo>
                  <a:pt x="127" y="70"/>
                </a:lnTo>
                <a:lnTo>
                  <a:pt x="126" y="71"/>
                </a:lnTo>
                <a:lnTo>
                  <a:pt x="126" y="71"/>
                </a:lnTo>
                <a:lnTo>
                  <a:pt x="126" y="71"/>
                </a:lnTo>
                <a:lnTo>
                  <a:pt x="126" y="74"/>
                </a:lnTo>
                <a:lnTo>
                  <a:pt x="126" y="74"/>
                </a:lnTo>
                <a:close/>
                <a:moveTo>
                  <a:pt x="96" y="94"/>
                </a:moveTo>
                <a:lnTo>
                  <a:pt x="54" y="94"/>
                </a:lnTo>
                <a:lnTo>
                  <a:pt x="54" y="110"/>
                </a:lnTo>
                <a:lnTo>
                  <a:pt x="96" y="110"/>
                </a:lnTo>
                <a:lnTo>
                  <a:pt x="96" y="94"/>
                </a:lnTo>
                <a:lnTo>
                  <a:pt x="96" y="94"/>
                </a:lnTo>
                <a:close/>
                <a:moveTo>
                  <a:pt x="96" y="113"/>
                </a:moveTo>
                <a:lnTo>
                  <a:pt x="54" y="113"/>
                </a:lnTo>
                <a:lnTo>
                  <a:pt x="54" y="120"/>
                </a:lnTo>
                <a:lnTo>
                  <a:pt x="96" y="120"/>
                </a:lnTo>
                <a:lnTo>
                  <a:pt x="96" y="113"/>
                </a:lnTo>
                <a:lnTo>
                  <a:pt x="96" y="113"/>
                </a:lnTo>
                <a:close/>
                <a:moveTo>
                  <a:pt x="96" y="134"/>
                </a:moveTo>
                <a:lnTo>
                  <a:pt x="94" y="133"/>
                </a:lnTo>
                <a:lnTo>
                  <a:pt x="93" y="131"/>
                </a:lnTo>
                <a:lnTo>
                  <a:pt x="90" y="130"/>
                </a:lnTo>
                <a:lnTo>
                  <a:pt x="87" y="128"/>
                </a:lnTo>
                <a:lnTo>
                  <a:pt x="86" y="126"/>
                </a:lnTo>
                <a:lnTo>
                  <a:pt x="85" y="126"/>
                </a:lnTo>
                <a:lnTo>
                  <a:pt x="84" y="124"/>
                </a:lnTo>
                <a:lnTo>
                  <a:pt x="83" y="123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96" y="122"/>
                </a:lnTo>
                <a:lnTo>
                  <a:pt x="96" y="134"/>
                </a:lnTo>
                <a:lnTo>
                  <a:pt x="96" y="134"/>
                </a:lnTo>
                <a:close/>
                <a:moveTo>
                  <a:pt x="55" y="134"/>
                </a:moveTo>
                <a:lnTo>
                  <a:pt x="56" y="134"/>
                </a:lnTo>
                <a:lnTo>
                  <a:pt x="58" y="131"/>
                </a:lnTo>
                <a:lnTo>
                  <a:pt x="61" y="130"/>
                </a:lnTo>
                <a:lnTo>
                  <a:pt x="63" y="128"/>
                </a:lnTo>
                <a:lnTo>
                  <a:pt x="65" y="126"/>
                </a:lnTo>
                <a:lnTo>
                  <a:pt x="66" y="126"/>
                </a:lnTo>
                <a:lnTo>
                  <a:pt x="67" y="124"/>
                </a:lnTo>
                <a:lnTo>
                  <a:pt x="67" y="123"/>
                </a:lnTo>
                <a:lnTo>
                  <a:pt x="68" y="122"/>
                </a:lnTo>
                <a:lnTo>
                  <a:pt x="68" y="122"/>
                </a:lnTo>
                <a:lnTo>
                  <a:pt x="55" y="122"/>
                </a:lnTo>
                <a:lnTo>
                  <a:pt x="55" y="134"/>
                </a:lnTo>
                <a:lnTo>
                  <a:pt x="55" y="134"/>
                </a:lnTo>
                <a:close/>
                <a:moveTo>
                  <a:pt x="54" y="79"/>
                </a:moveTo>
                <a:lnTo>
                  <a:pt x="57" y="79"/>
                </a:lnTo>
                <a:lnTo>
                  <a:pt x="57" y="70"/>
                </a:lnTo>
                <a:lnTo>
                  <a:pt x="58" y="69"/>
                </a:lnTo>
                <a:lnTo>
                  <a:pt x="59" y="69"/>
                </a:lnTo>
                <a:lnTo>
                  <a:pt x="60" y="69"/>
                </a:lnTo>
                <a:lnTo>
                  <a:pt x="61" y="69"/>
                </a:lnTo>
                <a:lnTo>
                  <a:pt x="62" y="70"/>
                </a:lnTo>
                <a:lnTo>
                  <a:pt x="63" y="70"/>
                </a:lnTo>
                <a:lnTo>
                  <a:pt x="63" y="71"/>
                </a:lnTo>
                <a:lnTo>
                  <a:pt x="63" y="72"/>
                </a:lnTo>
                <a:lnTo>
                  <a:pt x="63" y="73"/>
                </a:lnTo>
                <a:lnTo>
                  <a:pt x="63" y="73"/>
                </a:lnTo>
                <a:lnTo>
                  <a:pt x="65" y="74"/>
                </a:lnTo>
                <a:lnTo>
                  <a:pt x="66" y="74"/>
                </a:lnTo>
                <a:lnTo>
                  <a:pt x="66" y="75"/>
                </a:lnTo>
                <a:lnTo>
                  <a:pt x="66" y="76"/>
                </a:lnTo>
                <a:lnTo>
                  <a:pt x="66" y="77"/>
                </a:lnTo>
                <a:lnTo>
                  <a:pt x="66" y="78"/>
                </a:lnTo>
                <a:lnTo>
                  <a:pt x="66" y="78"/>
                </a:lnTo>
                <a:lnTo>
                  <a:pt x="66" y="78"/>
                </a:lnTo>
                <a:lnTo>
                  <a:pt x="65" y="79"/>
                </a:lnTo>
                <a:lnTo>
                  <a:pt x="63" y="81"/>
                </a:lnTo>
                <a:lnTo>
                  <a:pt x="62" y="82"/>
                </a:lnTo>
                <a:lnTo>
                  <a:pt x="60" y="82"/>
                </a:lnTo>
                <a:lnTo>
                  <a:pt x="59" y="82"/>
                </a:lnTo>
                <a:lnTo>
                  <a:pt x="56" y="82"/>
                </a:lnTo>
                <a:lnTo>
                  <a:pt x="54" y="82"/>
                </a:lnTo>
                <a:lnTo>
                  <a:pt x="54" y="79"/>
                </a:lnTo>
                <a:lnTo>
                  <a:pt x="54" y="79"/>
                </a:lnTo>
                <a:close/>
                <a:moveTo>
                  <a:pt x="28" y="83"/>
                </a:moveTo>
                <a:lnTo>
                  <a:pt x="24" y="83"/>
                </a:lnTo>
                <a:lnTo>
                  <a:pt x="22" y="83"/>
                </a:lnTo>
                <a:lnTo>
                  <a:pt x="21" y="82"/>
                </a:lnTo>
                <a:lnTo>
                  <a:pt x="21" y="82"/>
                </a:lnTo>
                <a:lnTo>
                  <a:pt x="19" y="82"/>
                </a:lnTo>
                <a:lnTo>
                  <a:pt x="18" y="79"/>
                </a:lnTo>
                <a:lnTo>
                  <a:pt x="18" y="77"/>
                </a:lnTo>
                <a:lnTo>
                  <a:pt x="17" y="75"/>
                </a:lnTo>
                <a:lnTo>
                  <a:pt x="16" y="74"/>
                </a:lnTo>
                <a:lnTo>
                  <a:pt x="15" y="73"/>
                </a:lnTo>
                <a:lnTo>
                  <a:pt x="15" y="72"/>
                </a:lnTo>
                <a:lnTo>
                  <a:pt x="14" y="71"/>
                </a:lnTo>
                <a:lnTo>
                  <a:pt x="14" y="70"/>
                </a:lnTo>
                <a:lnTo>
                  <a:pt x="13" y="70"/>
                </a:lnTo>
                <a:lnTo>
                  <a:pt x="13" y="68"/>
                </a:lnTo>
                <a:lnTo>
                  <a:pt x="13" y="66"/>
                </a:lnTo>
                <a:lnTo>
                  <a:pt x="14" y="65"/>
                </a:lnTo>
                <a:lnTo>
                  <a:pt x="14" y="65"/>
                </a:lnTo>
                <a:lnTo>
                  <a:pt x="15" y="65"/>
                </a:lnTo>
                <a:lnTo>
                  <a:pt x="15" y="64"/>
                </a:lnTo>
                <a:lnTo>
                  <a:pt x="16" y="64"/>
                </a:lnTo>
                <a:lnTo>
                  <a:pt x="17" y="65"/>
                </a:lnTo>
                <a:lnTo>
                  <a:pt x="17" y="65"/>
                </a:lnTo>
                <a:lnTo>
                  <a:pt x="17" y="66"/>
                </a:lnTo>
                <a:lnTo>
                  <a:pt x="17" y="67"/>
                </a:lnTo>
                <a:lnTo>
                  <a:pt x="19" y="68"/>
                </a:lnTo>
                <a:lnTo>
                  <a:pt x="22" y="70"/>
                </a:lnTo>
                <a:lnTo>
                  <a:pt x="22" y="70"/>
                </a:lnTo>
                <a:lnTo>
                  <a:pt x="24" y="71"/>
                </a:lnTo>
                <a:lnTo>
                  <a:pt x="25" y="72"/>
                </a:lnTo>
                <a:lnTo>
                  <a:pt x="26" y="74"/>
                </a:lnTo>
                <a:lnTo>
                  <a:pt x="26" y="76"/>
                </a:lnTo>
                <a:lnTo>
                  <a:pt x="26" y="78"/>
                </a:lnTo>
                <a:lnTo>
                  <a:pt x="26" y="79"/>
                </a:lnTo>
                <a:lnTo>
                  <a:pt x="26" y="79"/>
                </a:lnTo>
                <a:lnTo>
                  <a:pt x="28" y="79"/>
                </a:lnTo>
                <a:lnTo>
                  <a:pt x="28" y="83"/>
                </a:lnTo>
                <a:lnTo>
                  <a:pt x="28" y="83"/>
                </a:lnTo>
                <a:close/>
                <a:moveTo>
                  <a:pt x="27" y="113"/>
                </a:moveTo>
                <a:lnTo>
                  <a:pt x="22" y="113"/>
                </a:lnTo>
                <a:lnTo>
                  <a:pt x="22" y="120"/>
                </a:lnTo>
                <a:lnTo>
                  <a:pt x="27" y="120"/>
                </a:lnTo>
                <a:lnTo>
                  <a:pt x="27" y="113"/>
                </a:lnTo>
                <a:lnTo>
                  <a:pt x="27" y="113"/>
                </a:lnTo>
                <a:close/>
                <a:moveTo>
                  <a:pt x="28" y="84"/>
                </a:moveTo>
                <a:lnTo>
                  <a:pt x="22" y="84"/>
                </a:lnTo>
                <a:lnTo>
                  <a:pt x="22" y="92"/>
                </a:lnTo>
                <a:lnTo>
                  <a:pt x="28" y="92"/>
                </a:lnTo>
                <a:lnTo>
                  <a:pt x="28" y="84"/>
                </a:lnTo>
                <a:lnTo>
                  <a:pt x="28" y="84"/>
                </a:lnTo>
                <a:close/>
                <a:moveTo>
                  <a:pt x="26" y="166"/>
                </a:moveTo>
                <a:lnTo>
                  <a:pt x="26" y="166"/>
                </a:lnTo>
                <a:lnTo>
                  <a:pt x="24" y="167"/>
                </a:lnTo>
                <a:lnTo>
                  <a:pt x="22" y="169"/>
                </a:lnTo>
                <a:lnTo>
                  <a:pt x="22" y="170"/>
                </a:lnTo>
                <a:lnTo>
                  <a:pt x="21" y="171"/>
                </a:lnTo>
                <a:lnTo>
                  <a:pt x="20" y="172"/>
                </a:lnTo>
                <a:lnTo>
                  <a:pt x="19" y="176"/>
                </a:lnTo>
                <a:lnTo>
                  <a:pt x="19" y="178"/>
                </a:lnTo>
                <a:lnTo>
                  <a:pt x="17" y="179"/>
                </a:lnTo>
                <a:lnTo>
                  <a:pt x="15" y="180"/>
                </a:lnTo>
                <a:lnTo>
                  <a:pt x="14" y="182"/>
                </a:lnTo>
                <a:lnTo>
                  <a:pt x="12" y="183"/>
                </a:lnTo>
                <a:lnTo>
                  <a:pt x="11" y="186"/>
                </a:lnTo>
                <a:lnTo>
                  <a:pt x="10" y="188"/>
                </a:lnTo>
                <a:lnTo>
                  <a:pt x="10" y="190"/>
                </a:lnTo>
                <a:lnTo>
                  <a:pt x="10" y="193"/>
                </a:lnTo>
                <a:lnTo>
                  <a:pt x="10" y="198"/>
                </a:lnTo>
                <a:lnTo>
                  <a:pt x="11" y="200"/>
                </a:lnTo>
                <a:lnTo>
                  <a:pt x="10" y="202"/>
                </a:lnTo>
                <a:lnTo>
                  <a:pt x="8" y="203"/>
                </a:lnTo>
                <a:lnTo>
                  <a:pt x="6" y="206"/>
                </a:lnTo>
                <a:lnTo>
                  <a:pt x="5" y="209"/>
                </a:lnTo>
                <a:lnTo>
                  <a:pt x="4" y="210"/>
                </a:lnTo>
                <a:lnTo>
                  <a:pt x="4" y="212"/>
                </a:lnTo>
                <a:lnTo>
                  <a:pt x="4" y="214"/>
                </a:lnTo>
                <a:lnTo>
                  <a:pt x="4" y="217"/>
                </a:lnTo>
                <a:lnTo>
                  <a:pt x="4" y="219"/>
                </a:lnTo>
                <a:lnTo>
                  <a:pt x="5" y="221"/>
                </a:lnTo>
                <a:lnTo>
                  <a:pt x="6" y="222"/>
                </a:lnTo>
                <a:lnTo>
                  <a:pt x="6" y="222"/>
                </a:lnTo>
                <a:lnTo>
                  <a:pt x="26" y="222"/>
                </a:lnTo>
                <a:lnTo>
                  <a:pt x="26" y="166"/>
                </a:lnTo>
                <a:lnTo>
                  <a:pt x="26" y="166"/>
                </a:lnTo>
                <a:close/>
                <a:moveTo>
                  <a:pt x="27" y="226"/>
                </a:moveTo>
                <a:lnTo>
                  <a:pt x="0" y="226"/>
                </a:lnTo>
                <a:lnTo>
                  <a:pt x="0" y="234"/>
                </a:lnTo>
                <a:lnTo>
                  <a:pt x="27" y="234"/>
                </a:lnTo>
                <a:lnTo>
                  <a:pt x="27" y="226"/>
                </a:lnTo>
                <a:lnTo>
                  <a:pt x="27" y="226"/>
                </a:lnTo>
                <a:close/>
                <a:moveTo>
                  <a:pt x="277" y="118"/>
                </a:moveTo>
                <a:lnTo>
                  <a:pt x="277" y="118"/>
                </a:lnTo>
                <a:lnTo>
                  <a:pt x="279" y="121"/>
                </a:lnTo>
                <a:lnTo>
                  <a:pt x="280" y="122"/>
                </a:lnTo>
                <a:lnTo>
                  <a:pt x="281" y="124"/>
                </a:lnTo>
                <a:lnTo>
                  <a:pt x="283" y="125"/>
                </a:lnTo>
                <a:lnTo>
                  <a:pt x="284" y="126"/>
                </a:lnTo>
                <a:lnTo>
                  <a:pt x="287" y="126"/>
                </a:lnTo>
                <a:lnTo>
                  <a:pt x="287" y="126"/>
                </a:lnTo>
                <a:lnTo>
                  <a:pt x="288" y="127"/>
                </a:lnTo>
                <a:lnTo>
                  <a:pt x="288" y="128"/>
                </a:lnTo>
                <a:lnTo>
                  <a:pt x="288" y="129"/>
                </a:lnTo>
                <a:lnTo>
                  <a:pt x="288" y="130"/>
                </a:lnTo>
                <a:lnTo>
                  <a:pt x="289" y="131"/>
                </a:lnTo>
                <a:lnTo>
                  <a:pt x="290" y="132"/>
                </a:lnTo>
                <a:lnTo>
                  <a:pt x="292" y="133"/>
                </a:lnTo>
                <a:lnTo>
                  <a:pt x="293" y="133"/>
                </a:lnTo>
                <a:lnTo>
                  <a:pt x="293" y="118"/>
                </a:lnTo>
                <a:lnTo>
                  <a:pt x="277" y="118"/>
                </a:lnTo>
                <a:lnTo>
                  <a:pt x="277" y="118"/>
                </a:lnTo>
                <a:close/>
                <a:moveTo>
                  <a:pt x="294" y="62"/>
                </a:moveTo>
                <a:lnTo>
                  <a:pt x="292" y="62"/>
                </a:lnTo>
                <a:lnTo>
                  <a:pt x="289" y="62"/>
                </a:lnTo>
                <a:lnTo>
                  <a:pt x="285" y="62"/>
                </a:lnTo>
                <a:lnTo>
                  <a:pt x="282" y="61"/>
                </a:lnTo>
                <a:lnTo>
                  <a:pt x="280" y="59"/>
                </a:lnTo>
                <a:lnTo>
                  <a:pt x="279" y="58"/>
                </a:lnTo>
                <a:lnTo>
                  <a:pt x="279" y="58"/>
                </a:lnTo>
                <a:lnTo>
                  <a:pt x="278" y="56"/>
                </a:lnTo>
                <a:lnTo>
                  <a:pt x="277" y="54"/>
                </a:lnTo>
                <a:lnTo>
                  <a:pt x="277" y="54"/>
                </a:lnTo>
                <a:lnTo>
                  <a:pt x="277" y="53"/>
                </a:lnTo>
                <a:lnTo>
                  <a:pt x="277" y="52"/>
                </a:lnTo>
                <a:lnTo>
                  <a:pt x="279" y="49"/>
                </a:lnTo>
                <a:lnTo>
                  <a:pt x="281" y="46"/>
                </a:lnTo>
                <a:lnTo>
                  <a:pt x="283" y="45"/>
                </a:lnTo>
                <a:lnTo>
                  <a:pt x="284" y="45"/>
                </a:lnTo>
                <a:lnTo>
                  <a:pt x="286" y="45"/>
                </a:lnTo>
                <a:lnTo>
                  <a:pt x="287" y="46"/>
                </a:lnTo>
                <a:lnTo>
                  <a:pt x="290" y="49"/>
                </a:lnTo>
                <a:lnTo>
                  <a:pt x="292" y="52"/>
                </a:lnTo>
                <a:lnTo>
                  <a:pt x="294" y="53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62"/>
                </a:lnTo>
                <a:lnTo>
                  <a:pt x="294" y="62"/>
                </a:lnTo>
                <a:close/>
                <a:moveTo>
                  <a:pt x="298" y="53"/>
                </a:moveTo>
                <a:lnTo>
                  <a:pt x="322" y="53"/>
                </a:lnTo>
                <a:lnTo>
                  <a:pt x="322" y="233"/>
                </a:lnTo>
                <a:lnTo>
                  <a:pt x="298" y="233"/>
                </a:lnTo>
                <a:lnTo>
                  <a:pt x="298" y="53"/>
                </a:lnTo>
                <a:lnTo>
                  <a:pt x="298" y="53"/>
                </a:lnTo>
                <a:close/>
                <a:moveTo>
                  <a:pt x="295" y="30"/>
                </a:moveTo>
                <a:lnTo>
                  <a:pt x="295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48"/>
                </a:lnTo>
                <a:lnTo>
                  <a:pt x="294" y="49"/>
                </a:lnTo>
                <a:lnTo>
                  <a:pt x="294" y="50"/>
                </a:lnTo>
                <a:lnTo>
                  <a:pt x="295" y="50"/>
                </a:lnTo>
                <a:lnTo>
                  <a:pt x="295" y="50"/>
                </a:lnTo>
                <a:lnTo>
                  <a:pt x="325" y="50"/>
                </a:lnTo>
                <a:lnTo>
                  <a:pt x="325" y="50"/>
                </a:lnTo>
                <a:lnTo>
                  <a:pt x="326" y="50"/>
                </a:lnTo>
                <a:lnTo>
                  <a:pt x="326" y="49"/>
                </a:lnTo>
                <a:lnTo>
                  <a:pt x="326" y="48"/>
                </a:lnTo>
                <a:lnTo>
                  <a:pt x="326" y="30"/>
                </a:lnTo>
                <a:lnTo>
                  <a:pt x="326" y="30"/>
                </a:lnTo>
                <a:lnTo>
                  <a:pt x="326" y="30"/>
                </a:lnTo>
                <a:lnTo>
                  <a:pt x="325" y="30"/>
                </a:lnTo>
                <a:lnTo>
                  <a:pt x="325" y="30"/>
                </a:lnTo>
                <a:lnTo>
                  <a:pt x="295" y="30"/>
                </a:lnTo>
                <a:lnTo>
                  <a:pt x="295" y="30"/>
                </a:lnTo>
                <a:close/>
                <a:moveTo>
                  <a:pt x="311" y="0"/>
                </a:moveTo>
                <a:lnTo>
                  <a:pt x="310" y="0"/>
                </a:lnTo>
                <a:lnTo>
                  <a:pt x="310" y="0"/>
                </a:lnTo>
                <a:lnTo>
                  <a:pt x="310" y="0"/>
                </a:lnTo>
                <a:lnTo>
                  <a:pt x="309" y="0"/>
                </a:lnTo>
                <a:lnTo>
                  <a:pt x="308" y="1"/>
                </a:lnTo>
                <a:lnTo>
                  <a:pt x="307" y="1"/>
                </a:lnTo>
                <a:lnTo>
                  <a:pt x="306" y="2"/>
                </a:lnTo>
                <a:lnTo>
                  <a:pt x="305" y="3"/>
                </a:lnTo>
                <a:lnTo>
                  <a:pt x="303" y="5"/>
                </a:lnTo>
                <a:lnTo>
                  <a:pt x="303" y="7"/>
                </a:lnTo>
                <a:lnTo>
                  <a:pt x="302" y="11"/>
                </a:lnTo>
                <a:lnTo>
                  <a:pt x="302" y="13"/>
                </a:lnTo>
                <a:lnTo>
                  <a:pt x="300" y="14"/>
                </a:lnTo>
                <a:lnTo>
                  <a:pt x="299" y="14"/>
                </a:lnTo>
                <a:lnTo>
                  <a:pt x="299" y="16"/>
                </a:lnTo>
                <a:lnTo>
                  <a:pt x="298" y="17"/>
                </a:lnTo>
                <a:lnTo>
                  <a:pt x="297" y="18"/>
                </a:lnTo>
                <a:lnTo>
                  <a:pt x="297" y="20"/>
                </a:lnTo>
                <a:lnTo>
                  <a:pt x="298" y="22"/>
                </a:lnTo>
                <a:lnTo>
                  <a:pt x="299" y="22"/>
                </a:lnTo>
                <a:lnTo>
                  <a:pt x="299" y="25"/>
                </a:lnTo>
                <a:lnTo>
                  <a:pt x="299" y="26"/>
                </a:lnTo>
                <a:lnTo>
                  <a:pt x="299" y="26"/>
                </a:lnTo>
                <a:lnTo>
                  <a:pt x="299" y="26"/>
                </a:lnTo>
                <a:lnTo>
                  <a:pt x="299" y="27"/>
                </a:lnTo>
                <a:lnTo>
                  <a:pt x="300" y="27"/>
                </a:lnTo>
                <a:lnTo>
                  <a:pt x="310" y="27"/>
                </a:lnTo>
                <a:lnTo>
                  <a:pt x="319" y="27"/>
                </a:lnTo>
                <a:lnTo>
                  <a:pt x="320" y="27"/>
                </a:lnTo>
                <a:lnTo>
                  <a:pt x="320" y="26"/>
                </a:lnTo>
                <a:lnTo>
                  <a:pt x="321" y="26"/>
                </a:lnTo>
                <a:lnTo>
                  <a:pt x="321" y="26"/>
                </a:lnTo>
                <a:lnTo>
                  <a:pt x="321" y="25"/>
                </a:lnTo>
                <a:lnTo>
                  <a:pt x="321" y="22"/>
                </a:lnTo>
                <a:lnTo>
                  <a:pt x="322" y="22"/>
                </a:lnTo>
                <a:lnTo>
                  <a:pt x="323" y="20"/>
                </a:lnTo>
                <a:lnTo>
                  <a:pt x="323" y="18"/>
                </a:lnTo>
                <a:lnTo>
                  <a:pt x="322" y="17"/>
                </a:lnTo>
                <a:lnTo>
                  <a:pt x="321" y="16"/>
                </a:lnTo>
                <a:lnTo>
                  <a:pt x="320" y="14"/>
                </a:lnTo>
                <a:lnTo>
                  <a:pt x="319" y="14"/>
                </a:lnTo>
                <a:lnTo>
                  <a:pt x="318" y="13"/>
                </a:lnTo>
                <a:lnTo>
                  <a:pt x="318" y="11"/>
                </a:lnTo>
                <a:lnTo>
                  <a:pt x="317" y="7"/>
                </a:lnTo>
                <a:lnTo>
                  <a:pt x="316" y="5"/>
                </a:lnTo>
                <a:lnTo>
                  <a:pt x="315" y="3"/>
                </a:lnTo>
                <a:lnTo>
                  <a:pt x="314" y="2"/>
                </a:lnTo>
                <a:lnTo>
                  <a:pt x="313" y="1"/>
                </a:lnTo>
                <a:lnTo>
                  <a:pt x="312" y="1"/>
                </a:lnTo>
                <a:lnTo>
                  <a:pt x="311" y="0"/>
                </a:lnTo>
                <a:lnTo>
                  <a:pt x="311" y="0"/>
                </a:lnTo>
                <a:close/>
                <a:moveTo>
                  <a:pt x="327" y="52"/>
                </a:moveTo>
                <a:lnTo>
                  <a:pt x="327" y="62"/>
                </a:lnTo>
                <a:lnTo>
                  <a:pt x="333" y="62"/>
                </a:lnTo>
                <a:lnTo>
                  <a:pt x="335" y="62"/>
                </a:lnTo>
                <a:lnTo>
                  <a:pt x="336" y="61"/>
                </a:lnTo>
                <a:lnTo>
                  <a:pt x="337" y="59"/>
                </a:lnTo>
                <a:lnTo>
                  <a:pt x="338" y="58"/>
                </a:lnTo>
                <a:lnTo>
                  <a:pt x="339" y="55"/>
                </a:lnTo>
                <a:lnTo>
                  <a:pt x="339" y="54"/>
                </a:lnTo>
                <a:lnTo>
                  <a:pt x="340" y="53"/>
                </a:lnTo>
                <a:lnTo>
                  <a:pt x="342" y="51"/>
                </a:lnTo>
                <a:lnTo>
                  <a:pt x="343" y="50"/>
                </a:lnTo>
                <a:lnTo>
                  <a:pt x="345" y="47"/>
                </a:lnTo>
                <a:lnTo>
                  <a:pt x="345" y="46"/>
                </a:lnTo>
                <a:lnTo>
                  <a:pt x="345" y="46"/>
                </a:lnTo>
                <a:lnTo>
                  <a:pt x="345" y="45"/>
                </a:lnTo>
                <a:lnTo>
                  <a:pt x="344" y="44"/>
                </a:lnTo>
                <a:lnTo>
                  <a:pt x="343" y="42"/>
                </a:lnTo>
                <a:lnTo>
                  <a:pt x="342" y="42"/>
                </a:lnTo>
                <a:lnTo>
                  <a:pt x="341" y="42"/>
                </a:lnTo>
                <a:lnTo>
                  <a:pt x="340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3"/>
                </a:lnTo>
                <a:lnTo>
                  <a:pt x="340" y="44"/>
                </a:lnTo>
                <a:lnTo>
                  <a:pt x="339" y="45"/>
                </a:lnTo>
                <a:lnTo>
                  <a:pt x="339" y="46"/>
                </a:lnTo>
                <a:lnTo>
                  <a:pt x="338" y="46"/>
                </a:lnTo>
                <a:lnTo>
                  <a:pt x="337" y="46"/>
                </a:lnTo>
                <a:lnTo>
                  <a:pt x="335" y="47"/>
                </a:lnTo>
                <a:lnTo>
                  <a:pt x="332" y="48"/>
                </a:lnTo>
                <a:lnTo>
                  <a:pt x="331" y="50"/>
                </a:lnTo>
                <a:lnTo>
                  <a:pt x="330" y="51"/>
                </a:lnTo>
                <a:lnTo>
                  <a:pt x="328" y="52"/>
                </a:lnTo>
                <a:lnTo>
                  <a:pt x="327" y="52"/>
                </a:lnTo>
                <a:lnTo>
                  <a:pt x="327" y="52"/>
                </a:lnTo>
                <a:close/>
                <a:moveTo>
                  <a:pt x="326" y="65"/>
                </a:moveTo>
                <a:lnTo>
                  <a:pt x="333" y="65"/>
                </a:lnTo>
                <a:lnTo>
                  <a:pt x="333" y="74"/>
                </a:lnTo>
                <a:lnTo>
                  <a:pt x="326" y="74"/>
                </a:lnTo>
                <a:lnTo>
                  <a:pt x="326" y="65"/>
                </a:lnTo>
                <a:lnTo>
                  <a:pt x="326" y="65"/>
                </a:lnTo>
                <a:close/>
                <a:moveTo>
                  <a:pt x="326" y="76"/>
                </a:moveTo>
                <a:lnTo>
                  <a:pt x="375" y="76"/>
                </a:lnTo>
                <a:lnTo>
                  <a:pt x="375" y="83"/>
                </a:lnTo>
                <a:lnTo>
                  <a:pt x="326" y="83"/>
                </a:lnTo>
                <a:lnTo>
                  <a:pt x="326" y="76"/>
                </a:lnTo>
                <a:lnTo>
                  <a:pt x="326" y="76"/>
                </a:lnTo>
                <a:close/>
                <a:moveTo>
                  <a:pt x="326" y="86"/>
                </a:moveTo>
                <a:lnTo>
                  <a:pt x="375" y="86"/>
                </a:lnTo>
                <a:lnTo>
                  <a:pt x="375" y="107"/>
                </a:lnTo>
                <a:lnTo>
                  <a:pt x="326" y="107"/>
                </a:lnTo>
                <a:lnTo>
                  <a:pt x="326" y="86"/>
                </a:lnTo>
                <a:lnTo>
                  <a:pt x="326" y="86"/>
                </a:lnTo>
                <a:close/>
                <a:moveTo>
                  <a:pt x="326" y="110"/>
                </a:moveTo>
                <a:lnTo>
                  <a:pt x="375" y="110"/>
                </a:lnTo>
                <a:lnTo>
                  <a:pt x="375" y="117"/>
                </a:lnTo>
                <a:lnTo>
                  <a:pt x="326" y="117"/>
                </a:lnTo>
                <a:lnTo>
                  <a:pt x="326" y="110"/>
                </a:lnTo>
                <a:lnTo>
                  <a:pt x="326" y="110"/>
                </a:lnTo>
                <a:close/>
                <a:moveTo>
                  <a:pt x="361" y="121"/>
                </a:moveTo>
                <a:lnTo>
                  <a:pt x="361" y="121"/>
                </a:lnTo>
                <a:lnTo>
                  <a:pt x="361" y="122"/>
                </a:lnTo>
                <a:lnTo>
                  <a:pt x="362" y="122"/>
                </a:lnTo>
                <a:lnTo>
                  <a:pt x="363" y="124"/>
                </a:lnTo>
                <a:lnTo>
                  <a:pt x="364" y="126"/>
                </a:lnTo>
                <a:lnTo>
                  <a:pt x="366" y="126"/>
                </a:lnTo>
                <a:lnTo>
                  <a:pt x="367" y="128"/>
                </a:lnTo>
                <a:lnTo>
                  <a:pt x="369" y="128"/>
                </a:lnTo>
                <a:lnTo>
                  <a:pt x="371" y="129"/>
                </a:lnTo>
                <a:lnTo>
                  <a:pt x="371" y="130"/>
                </a:lnTo>
                <a:lnTo>
                  <a:pt x="372" y="132"/>
                </a:lnTo>
                <a:lnTo>
                  <a:pt x="373" y="134"/>
                </a:lnTo>
                <a:lnTo>
                  <a:pt x="374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21"/>
                </a:lnTo>
                <a:lnTo>
                  <a:pt x="361" y="121"/>
                </a:lnTo>
                <a:lnTo>
                  <a:pt x="361" y="121"/>
                </a:lnTo>
                <a:close/>
                <a:moveTo>
                  <a:pt x="379" y="73"/>
                </a:moveTo>
                <a:lnTo>
                  <a:pt x="401" y="73"/>
                </a:lnTo>
                <a:lnTo>
                  <a:pt x="401" y="233"/>
                </a:lnTo>
                <a:lnTo>
                  <a:pt x="379" y="233"/>
                </a:lnTo>
                <a:lnTo>
                  <a:pt x="379" y="73"/>
                </a:lnTo>
                <a:lnTo>
                  <a:pt x="379" y="73"/>
                </a:lnTo>
                <a:close/>
                <a:moveTo>
                  <a:pt x="377" y="50"/>
                </a:moveTo>
                <a:lnTo>
                  <a:pt x="404" y="50"/>
                </a:lnTo>
                <a:lnTo>
                  <a:pt x="404" y="50"/>
                </a:lnTo>
                <a:lnTo>
                  <a:pt x="404" y="50"/>
                </a:lnTo>
                <a:lnTo>
                  <a:pt x="405" y="51"/>
                </a:lnTo>
                <a:lnTo>
                  <a:pt x="405" y="51"/>
                </a:lnTo>
                <a:lnTo>
                  <a:pt x="405" y="67"/>
                </a:lnTo>
                <a:lnTo>
                  <a:pt x="405" y="68"/>
                </a:lnTo>
                <a:lnTo>
                  <a:pt x="404" y="68"/>
                </a:lnTo>
                <a:lnTo>
                  <a:pt x="404" y="68"/>
                </a:lnTo>
                <a:lnTo>
                  <a:pt x="404" y="69"/>
                </a:lnTo>
                <a:lnTo>
                  <a:pt x="377" y="69"/>
                </a:lnTo>
                <a:lnTo>
                  <a:pt x="377" y="68"/>
                </a:lnTo>
                <a:lnTo>
                  <a:pt x="376" y="68"/>
                </a:lnTo>
                <a:lnTo>
                  <a:pt x="376" y="68"/>
                </a:lnTo>
                <a:lnTo>
                  <a:pt x="376" y="67"/>
                </a:lnTo>
                <a:lnTo>
                  <a:pt x="376" y="51"/>
                </a:lnTo>
                <a:lnTo>
                  <a:pt x="376" y="51"/>
                </a:lnTo>
                <a:lnTo>
                  <a:pt x="376" y="50"/>
                </a:lnTo>
                <a:lnTo>
                  <a:pt x="377" y="50"/>
                </a:lnTo>
                <a:lnTo>
                  <a:pt x="377" y="50"/>
                </a:lnTo>
                <a:lnTo>
                  <a:pt x="377" y="50"/>
                </a:lnTo>
                <a:close/>
                <a:moveTo>
                  <a:pt x="449" y="79"/>
                </a:moveTo>
                <a:lnTo>
                  <a:pt x="471" y="79"/>
                </a:lnTo>
                <a:lnTo>
                  <a:pt x="471" y="232"/>
                </a:lnTo>
                <a:lnTo>
                  <a:pt x="450" y="232"/>
                </a:lnTo>
                <a:lnTo>
                  <a:pt x="450" y="88"/>
                </a:lnTo>
                <a:lnTo>
                  <a:pt x="449" y="88"/>
                </a:lnTo>
                <a:lnTo>
                  <a:pt x="449" y="79"/>
                </a:lnTo>
                <a:lnTo>
                  <a:pt x="449" y="79"/>
                </a:lnTo>
                <a:close/>
                <a:moveTo>
                  <a:pt x="447" y="63"/>
                </a:moveTo>
                <a:lnTo>
                  <a:pt x="471" y="63"/>
                </a:lnTo>
                <a:lnTo>
                  <a:pt x="472" y="63"/>
                </a:lnTo>
                <a:lnTo>
                  <a:pt x="473" y="64"/>
                </a:lnTo>
                <a:lnTo>
                  <a:pt x="473" y="76"/>
                </a:lnTo>
                <a:lnTo>
                  <a:pt x="472" y="77"/>
                </a:lnTo>
                <a:lnTo>
                  <a:pt x="471" y="78"/>
                </a:lnTo>
                <a:lnTo>
                  <a:pt x="447" y="78"/>
                </a:lnTo>
                <a:lnTo>
                  <a:pt x="447" y="77"/>
                </a:lnTo>
                <a:lnTo>
                  <a:pt x="447" y="76"/>
                </a:lnTo>
                <a:lnTo>
                  <a:pt x="447" y="64"/>
                </a:lnTo>
                <a:lnTo>
                  <a:pt x="447" y="63"/>
                </a:lnTo>
                <a:lnTo>
                  <a:pt x="447" y="63"/>
                </a:lnTo>
                <a:lnTo>
                  <a:pt x="447" y="63"/>
                </a:lnTo>
                <a:close/>
                <a:moveTo>
                  <a:pt x="459" y="39"/>
                </a:moveTo>
                <a:lnTo>
                  <a:pt x="459" y="39"/>
                </a:lnTo>
                <a:lnTo>
                  <a:pt x="458" y="39"/>
                </a:lnTo>
                <a:lnTo>
                  <a:pt x="456" y="40"/>
                </a:lnTo>
                <a:lnTo>
                  <a:pt x="455" y="42"/>
                </a:lnTo>
                <a:lnTo>
                  <a:pt x="455" y="42"/>
                </a:lnTo>
                <a:lnTo>
                  <a:pt x="454" y="45"/>
                </a:lnTo>
                <a:lnTo>
                  <a:pt x="453" y="47"/>
                </a:lnTo>
                <a:lnTo>
                  <a:pt x="453" y="49"/>
                </a:lnTo>
                <a:lnTo>
                  <a:pt x="451" y="50"/>
                </a:lnTo>
                <a:lnTo>
                  <a:pt x="451" y="50"/>
                </a:lnTo>
                <a:lnTo>
                  <a:pt x="451" y="51"/>
                </a:lnTo>
                <a:lnTo>
                  <a:pt x="450" y="52"/>
                </a:lnTo>
                <a:lnTo>
                  <a:pt x="450" y="53"/>
                </a:lnTo>
                <a:lnTo>
                  <a:pt x="450" y="54"/>
                </a:lnTo>
                <a:lnTo>
                  <a:pt x="450" y="55"/>
                </a:lnTo>
                <a:lnTo>
                  <a:pt x="451" y="56"/>
                </a:lnTo>
                <a:lnTo>
                  <a:pt x="451" y="57"/>
                </a:lnTo>
                <a:lnTo>
                  <a:pt x="451" y="58"/>
                </a:lnTo>
                <a:lnTo>
                  <a:pt x="452" y="58"/>
                </a:lnTo>
                <a:lnTo>
                  <a:pt x="451" y="58"/>
                </a:lnTo>
                <a:lnTo>
                  <a:pt x="451" y="59"/>
                </a:lnTo>
                <a:lnTo>
                  <a:pt x="451" y="59"/>
                </a:lnTo>
                <a:lnTo>
                  <a:pt x="451" y="61"/>
                </a:lnTo>
                <a:lnTo>
                  <a:pt x="451" y="61"/>
                </a:lnTo>
                <a:lnTo>
                  <a:pt x="459" y="61"/>
                </a:lnTo>
                <a:lnTo>
                  <a:pt x="459" y="61"/>
                </a:lnTo>
                <a:lnTo>
                  <a:pt x="459" y="61"/>
                </a:lnTo>
                <a:lnTo>
                  <a:pt x="467" y="61"/>
                </a:lnTo>
                <a:lnTo>
                  <a:pt x="467" y="61"/>
                </a:lnTo>
                <a:lnTo>
                  <a:pt x="467" y="59"/>
                </a:lnTo>
                <a:lnTo>
                  <a:pt x="467" y="59"/>
                </a:lnTo>
                <a:lnTo>
                  <a:pt x="467" y="58"/>
                </a:lnTo>
                <a:lnTo>
                  <a:pt x="467" y="58"/>
                </a:lnTo>
                <a:lnTo>
                  <a:pt x="467" y="58"/>
                </a:lnTo>
                <a:lnTo>
                  <a:pt x="467" y="57"/>
                </a:lnTo>
                <a:lnTo>
                  <a:pt x="467" y="56"/>
                </a:lnTo>
                <a:lnTo>
                  <a:pt x="469" y="55"/>
                </a:lnTo>
                <a:lnTo>
                  <a:pt x="469" y="54"/>
                </a:lnTo>
                <a:lnTo>
                  <a:pt x="469" y="53"/>
                </a:lnTo>
                <a:lnTo>
                  <a:pt x="469" y="52"/>
                </a:lnTo>
                <a:lnTo>
                  <a:pt x="468" y="51"/>
                </a:lnTo>
                <a:lnTo>
                  <a:pt x="467" y="50"/>
                </a:lnTo>
                <a:lnTo>
                  <a:pt x="467" y="50"/>
                </a:lnTo>
                <a:lnTo>
                  <a:pt x="466" y="49"/>
                </a:lnTo>
                <a:lnTo>
                  <a:pt x="466" y="47"/>
                </a:lnTo>
                <a:lnTo>
                  <a:pt x="465" y="45"/>
                </a:lnTo>
                <a:lnTo>
                  <a:pt x="464" y="42"/>
                </a:lnTo>
                <a:lnTo>
                  <a:pt x="463" y="42"/>
                </a:lnTo>
                <a:lnTo>
                  <a:pt x="463" y="40"/>
                </a:lnTo>
                <a:lnTo>
                  <a:pt x="461" y="39"/>
                </a:lnTo>
                <a:lnTo>
                  <a:pt x="460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close/>
                <a:moveTo>
                  <a:pt x="405" y="74"/>
                </a:moveTo>
                <a:lnTo>
                  <a:pt x="409" y="74"/>
                </a:lnTo>
                <a:lnTo>
                  <a:pt x="411" y="74"/>
                </a:lnTo>
                <a:lnTo>
                  <a:pt x="411" y="74"/>
                </a:lnTo>
                <a:lnTo>
                  <a:pt x="412" y="74"/>
                </a:lnTo>
                <a:lnTo>
                  <a:pt x="414" y="73"/>
                </a:lnTo>
                <a:lnTo>
                  <a:pt x="415" y="71"/>
                </a:lnTo>
                <a:lnTo>
                  <a:pt x="415" y="69"/>
                </a:lnTo>
                <a:lnTo>
                  <a:pt x="418" y="65"/>
                </a:lnTo>
                <a:lnTo>
                  <a:pt x="420" y="61"/>
                </a:lnTo>
                <a:lnTo>
                  <a:pt x="420" y="59"/>
                </a:lnTo>
                <a:lnTo>
                  <a:pt x="419" y="59"/>
                </a:lnTo>
                <a:lnTo>
                  <a:pt x="419" y="58"/>
                </a:lnTo>
                <a:lnTo>
                  <a:pt x="419" y="58"/>
                </a:lnTo>
                <a:lnTo>
                  <a:pt x="418" y="57"/>
                </a:lnTo>
                <a:lnTo>
                  <a:pt x="417" y="57"/>
                </a:lnTo>
                <a:lnTo>
                  <a:pt x="415" y="56"/>
                </a:lnTo>
                <a:lnTo>
                  <a:pt x="415" y="56"/>
                </a:lnTo>
                <a:lnTo>
                  <a:pt x="415" y="57"/>
                </a:lnTo>
                <a:lnTo>
                  <a:pt x="414" y="57"/>
                </a:lnTo>
                <a:lnTo>
                  <a:pt x="415" y="58"/>
                </a:lnTo>
                <a:lnTo>
                  <a:pt x="415" y="59"/>
                </a:lnTo>
                <a:lnTo>
                  <a:pt x="411" y="62"/>
                </a:lnTo>
                <a:lnTo>
                  <a:pt x="407" y="65"/>
                </a:lnTo>
                <a:lnTo>
                  <a:pt x="407" y="67"/>
                </a:lnTo>
                <a:lnTo>
                  <a:pt x="407" y="70"/>
                </a:lnTo>
                <a:lnTo>
                  <a:pt x="407" y="71"/>
                </a:lnTo>
                <a:lnTo>
                  <a:pt x="407" y="71"/>
                </a:lnTo>
                <a:lnTo>
                  <a:pt x="405" y="71"/>
                </a:lnTo>
                <a:lnTo>
                  <a:pt x="405" y="74"/>
                </a:lnTo>
                <a:lnTo>
                  <a:pt x="405" y="74"/>
                </a:lnTo>
                <a:close/>
                <a:moveTo>
                  <a:pt x="405" y="76"/>
                </a:moveTo>
                <a:lnTo>
                  <a:pt x="410" y="76"/>
                </a:lnTo>
                <a:lnTo>
                  <a:pt x="410" y="83"/>
                </a:lnTo>
                <a:lnTo>
                  <a:pt x="405" y="83"/>
                </a:lnTo>
                <a:lnTo>
                  <a:pt x="405" y="76"/>
                </a:lnTo>
                <a:lnTo>
                  <a:pt x="405" y="76"/>
                </a:lnTo>
                <a:close/>
                <a:moveTo>
                  <a:pt x="405" y="84"/>
                </a:moveTo>
                <a:lnTo>
                  <a:pt x="447" y="84"/>
                </a:lnTo>
                <a:lnTo>
                  <a:pt x="447" y="92"/>
                </a:lnTo>
                <a:lnTo>
                  <a:pt x="405" y="92"/>
                </a:lnTo>
                <a:lnTo>
                  <a:pt x="405" y="84"/>
                </a:lnTo>
                <a:lnTo>
                  <a:pt x="405" y="84"/>
                </a:lnTo>
                <a:close/>
                <a:moveTo>
                  <a:pt x="339" y="121"/>
                </a:moveTo>
                <a:lnTo>
                  <a:pt x="340" y="121"/>
                </a:lnTo>
                <a:lnTo>
                  <a:pt x="340" y="122"/>
                </a:lnTo>
                <a:lnTo>
                  <a:pt x="339" y="122"/>
                </a:lnTo>
                <a:lnTo>
                  <a:pt x="338" y="124"/>
                </a:lnTo>
                <a:lnTo>
                  <a:pt x="337" y="126"/>
                </a:lnTo>
                <a:lnTo>
                  <a:pt x="335" y="126"/>
                </a:lnTo>
                <a:lnTo>
                  <a:pt x="334" y="128"/>
                </a:lnTo>
                <a:lnTo>
                  <a:pt x="332" y="128"/>
                </a:lnTo>
                <a:lnTo>
                  <a:pt x="331" y="129"/>
                </a:lnTo>
                <a:lnTo>
                  <a:pt x="330" y="130"/>
                </a:lnTo>
                <a:lnTo>
                  <a:pt x="329" y="132"/>
                </a:lnTo>
                <a:lnTo>
                  <a:pt x="328" y="134"/>
                </a:lnTo>
                <a:lnTo>
                  <a:pt x="327" y="134"/>
                </a:lnTo>
                <a:lnTo>
                  <a:pt x="327" y="134"/>
                </a:lnTo>
                <a:lnTo>
                  <a:pt x="326" y="134"/>
                </a:lnTo>
                <a:lnTo>
                  <a:pt x="326" y="134"/>
                </a:lnTo>
                <a:lnTo>
                  <a:pt x="326" y="121"/>
                </a:lnTo>
                <a:lnTo>
                  <a:pt x="339" y="121"/>
                </a:lnTo>
                <a:lnTo>
                  <a:pt x="339" y="121"/>
                </a:lnTo>
                <a:close/>
                <a:moveTo>
                  <a:pt x="391" y="25"/>
                </a:moveTo>
                <a:lnTo>
                  <a:pt x="391" y="25"/>
                </a:lnTo>
                <a:lnTo>
                  <a:pt x="391" y="25"/>
                </a:lnTo>
                <a:lnTo>
                  <a:pt x="391" y="24"/>
                </a:lnTo>
                <a:lnTo>
                  <a:pt x="391" y="24"/>
                </a:lnTo>
                <a:lnTo>
                  <a:pt x="390" y="24"/>
                </a:lnTo>
                <a:lnTo>
                  <a:pt x="390" y="24"/>
                </a:lnTo>
                <a:lnTo>
                  <a:pt x="389" y="25"/>
                </a:lnTo>
                <a:lnTo>
                  <a:pt x="388" y="25"/>
                </a:lnTo>
                <a:lnTo>
                  <a:pt x="387" y="26"/>
                </a:lnTo>
                <a:lnTo>
                  <a:pt x="387" y="27"/>
                </a:lnTo>
                <a:lnTo>
                  <a:pt x="385" y="29"/>
                </a:lnTo>
                <a:lnTo>
                  <a:pt x="384" y="31"/>
                </a:lnTo>
                <a:lnTo>
                  <a:pt x="384" y="34"/>
                </a:lnTo>
                <a:lnTo>
                  <a:pt x="384" y="35"/>
                </a:lnTo>
                <a:lnTo>
                  <a:pt x="383" y="36"/>
                </a:lnTo>
                <a:lnTo>
                  <a:pt x="382" y="37"/>
                </a:lnTo>
                <a:lnTo>
                  <a:pt x="380" y="38"/>
                </a:lnTo>
                <a:lnTo>
                  <a:pt x="380" y="40"/>
                </a:lnTo>
                <a:lnTo>
                  <a:pt x="379" y="42"/>
                </a:lnTo>
                <a:lnTo>
                  <a:pt x="379" y="42"/>
                </a:lnTo>
                <a:lnTo>
                  <a:pt x="379" y="44"/>
                </a:lnTo>
                <a:lnTo>
                  <a:pt x="380" y="45"/>
                </a:lnTo>
                <a:lnTo>
                  <a:pt x="381" y="46"/>
                </a:lnTo>
                <a:lnTo>
                  <a:pt x="381" y="47"/>
                </a:lnTo>
                <a:lnTo>
                  <a:pt x="382" y="47"/>
                </a:lnTo>
                <a:lnTo>
                  <a:pt x="382" y="48"/>
                </a:lnTo>
                <a:lnTo>
                  <a:pt x="382" y="48"/>
                </a:lnTo>
                <a:lnTo>
                  <a:pt x="383" y="48"/>
                </a:lnTo>
                <a:lnTo>
                  <a:pt x="390" y="48"/>
                </a:lnTo>
                <a:lnTo>
                  <a:pt x="390" y="48"/>
                </a:lnTo>
                <a:lnTo>
                  <a:pt x="391" y="48"/>
                </a:lnTo>
                <a:lnTo>
                  <a:pt x="398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7"/>
                </a:lnTo>
                <a:lnTo>
                  <a:pt x="399" y="46"/>
                </a:lnTo>
                <a:lnTo>
                  <a:pt x="401" y="46"/>
                </a:lnTo>
                <a:lnTo>
                  <a:pt x="401" y="44"/>
                </a:lnTo>
                <a:lnTo>
                  <a:pt x="402" y="43"/>
                </a:lnTo>
                <a:lnTo>
                  <a:pt x="401" y="42"/>
                </a:lnTo>
                <a:lnTo>
                  <a:pt x="401" y="40"/>
                </a:lnTo>
                <a:lnTo>
                  <a:pt x="400" y="38"/>
                </a:lnTo>
                <a:lnTo>
                  <a:pt x="399" y="38"/>
                </a:lnTo>
                <a:lnTo>
                  <a:pt x="398" y="37"/>
                </a:lnTo>
                <a:lnTo>
                  <a:pt x="397" y="35"/>
                </a:lnTo>
                <a:lnTo>
                  <a:pt x="397" y="34"/>
                </a:lnTo>
                <a:lnTo>
                  <a:pt x="396" y="31"/>
                </a:lnTo>
                <a:lnTo>
                  <a:pt x="395" y="30"/>
                </a:lnTo>
                <a:lnTo>
                  <a:pt x="395" y="27"/>
                </a:lnTo>
                <a:lnTo>
                  <a:pt x="394" y="26"/>
                </a:lnTo>
                <a:lnTo>
                  <a:pt x="393" y="26"/>
                </a:lnTo>
                <a:lnTo>
                  <a:pt x="392" y="25"/>
                </a:lnTo>
                <a:lnTo>
                  <a:pt x="391" y="25"/>
                </a:lnTo>
                <a:lnTo>
                  <a:pt x="391" y="25"/>
                </a:lnTo>
                <a:close/>
                <a:moveTo>
                  <a:pt x="375" y="74"/>
                </a:moveTo>
                <a:lnTo>
                  <a:pt x="371" y="74"/>
                </a:lnTo>
                <a:lnTo>
                  <a:pt x="370" y="74"/>
                </a:lnTo>
                <a:lnTo>
                  <a:pt x="369" y="74"/>
                </a:lnTo>
                <a:lnTo>
                  <a:pt x="368" y="74"/>
                </a:lnTo>
                <a:lnTo>
                  <a:pt x="367" y="73"/>
                </a:lnTo>
                <a:lnTo>
                  <a:pt x="366" y="71"/>
                </a:lnTo>
                <a:lnTo>
                  <a:pt x="366" y="69"/>
                </a:lnTo>
                <a:lnTo>
                  <a:pt x="363" y="65"/>
                </a:lnTo>
                <a:lnTo>
                  <a:pt x="360" y="61"/>
                </a:lnTo>
                <a:lnTo>
                  <a:pt x="360" y="59"/>
                </a:lnTo>
                <a:lnTo>
                  <a:pt x="361" y="59"/>
                </a:lnTo>
                <a:lnTo>
                  <a:pt x="362" y="58"/>
                </a:lnTo>
                <a:lnTo>
                  <a:pt x="362" y="58"/>
                </a:lnTo>
                <a:lnTo>
                  <a:pt x="363" y="57"/>
                </a:lnTo>
                <a:lnTo>
                  <a:pt x="364" y="57"/>
                </a:lnTo>
                <a:lnTo>
                  <a:pt x="365" y="56"/>
                </a:lnTo>
                <a:lnTo>
                  <a:pt x="366" y="56"/>
                </a:lnTo>
                <a:lnTo>
                  <a:pt x="366" y="57"/>
                </a:lnTo>
                <a:lnTo>
                  <a:pt x="366" y="57"/>
                </a:lnTo>
                <a:lnTo>
                  <a:pt x="366" y="58"/>
                </a:lnTo>
                <a:lnTo>
                  <a:pt x="366" y="59"/>
                </a:lnTo>
                <a:lnTo>
                  <a:pt x="369" y="62"/>
                </a:lnTo>
                <a:lnTo>
                  <a:pt x="373" y="65"/>
                </a:lnTo>
                <a:lnTo>
                  <a:pt x="374" y="67"/>
                </a:lnTo>
                <a:lnTo>
                  <a:pt x="374" y="70"/>
                </a:lnTo>
                <a:lnTo>
                  <a:pt x="375" y="71"/>
                </a:lnTo>
                <a:lnTo>
                  <a:pt x="375" y="71"/>
                </a:lnTo>
                <a:lnTo>
                  <a:pt x="375" y="71"/>
                </a:lnTo>
                <a:lnTo>
                  <a:pt x="375" y="74"/>
                </a:lnTo>
                <a:lnTo>
                  <a:pt x="375" y="74"/>
                </a:lnTo>
                <a:close/>
                <a:moveTo>
                  <a:pt x="405" y="94"/>
                </a:moveTo>
                <a:lnTo>
                  <a:pt x="447" y="94"/>
                </a:lnTo>
                <a:lnTo>
                  <a:pt x="447" y="110"/>
                </a:lnTo>
                <a:lnTo>
                  <a:pt x="405" y="110"/>
                </a:lnTo>
                <a:lnTo>
                  <a:pt x="405" y="94"/>
                </a:lnTo>
                <a:lnTo>
                  <a:pt x="405" y="94"/>
                </a:lnTo>
                <a:close/>
                <a:moveTo>
                  <a:pt x="405" y="113"/>
                </a:moveTo>
                <a:lnTo>
                  <a:pt x="447" y="113"/>
                </a:lnTo>
                <a:lnTo>
                  <a:pt x="447" y="120"/>
                </a:lnTo>
                <a:lnTo>
                  <a:pt x="405" y="120"/>
                </a:lnTo>
                <a:lnTo>
                  <a:pt x="405" y="113"/>
                </a:lnTo>
                <a:lnTo>
                  <a:pt x="405" y="113"/>
                </a:lnTo>
                <a:close/>
                <a:moveTo>
                  <a:pt x="405" y="134"/>
                </a:moveTo>
                <a:lnTo>
                  <a:pt x="407" y="133"/>
                </a:lnTo>
                <a:lnTo>
                  <a:pt x="409" y="131"/>
                </a:lnTo>
                <a:lnTo>
                  <a:pt x="411" y="130"/>
                </a:lnTo>
                <a:lnTo>
                  <a:pt x="414" y="128"/>
                </a:lnTo>
                <a:lnTo>
                  <a:pt x="415" y="126"/>
                </a:lnTo>
                <a:lnTo>
                  <a:pt x="416" y="126"/>
                </a:lnTo>
                <a:lnTo>
                  <a:pt x="418" y="124"/>
                </a:lnTo>
                <a:lnTo>
                  <a:pt x="418" y="123"/>
                </a:lnTo>
                <a:lnTo>
                  <a:pt x="419" y="122"/>
                </a:lnTo>
                <a:lnTo>
                  <a:pt x="419" y="122"/>
                </a:lnTo>
                <a:lnTo>
                  <a:pt x="405" y="122"/>
                </a:lnTo>
                <a:lnTo>
                  <a:pt x="405" y="134"/>
                </a:lnTo>
                <a:lnTo>
                  <a:pt x="405" y="134"/>
                </a:lnTo>
                <a:close/>
                <a:moveTo>
                  <a:pt x="446" y="134"/>
                </a:moveTo>
                <a:lnTo>
                  <a:pt x="445" y="134"/>
                </a:lnTo>
                <a:lnTo>
                  <a:pt x="443" y="131"/>
                </a:lnTo>
                <a:lnTo>
                  <a:pt x="440" y="130"/>
                </a:lnTo>
                <a:lnTo>
                  <a:pt x="438" y="128"/>
                </a:lnTo>
                <a:lnTo>
                  <a:pt x="436" y="126"/>
                </a:lnTo>
                <a:lnTo>
                  <a:pt x="435" y="126"/>
                </a:lnTo>
                <a:lnTo>
                  <a:pt x="435" y="124"/>
                </a:lnTo>
                <a:lnTo>
                  <a:pt x="434" y="123"/>
                </a:lnTo>
                <a:lnTo>
                  <a:pt x="433" y="122"/>
                </a:lnTo>
                <a:lnTo>
                  <a:pt x="433" y="122"/>
                </a:lnTo>
                <a:lnTo>
                  <a:pt x="447" y="122"/>
                </a:lnTo>
                <a:lnTo>
                  <a:pt x="446" y="134"/>
                </a:lnTo>
                <a:lnTo>
                  <a:pt x="446" y="134"/>
                </a:lnTo>
                <a:close/>
                <a:moveTo>
                  <a:pt x="447" y="79"/>
                </a:moveTo>
                <a:lnTo>
                  <a:pt x="444" y="79"/>
                </a:lnTo>
                <a:lnTo>
                  <a:pt x="444" y="70"/>
                </a:lnTo>
                <a:lnTo>
                  <a:pt x="443" y="69"/>
                </a:lnTo>
                <a:lnTo>
                  <a:pt x="443" y="69"/>
                </a:lnTo>
                <a:lnTo>
                  <a:pt x="441" y="69"/>
                </a:lnTo>
                <a:lnTo>
                  <a:pt x="440" y="69"/>
                </a:lnTo>
                <a:lnTo>
                  <a:pt x="439" y="70"/>
                </a:lnTo>
                <a:lnTo>
                  <a:pt x="438" y="70"/>
                </a:lnTo>
                <a:lnTo>
                  <a:pt x="438" y="71"/>
                </a:lnTo>
                <a:lnTo>
                  <a:pt x="438" y="72"/>
                </a:lnTo>
                <a:lnTo>
                  <a:pt x="438" y="73"/>
                </a:lnTo>
                <a:lnTo>
                  <a:pt x="438" y="73"/>
                </a:lnTo>
                <a:lnTo>
                  <a:pt x="436" y="74"/>
                </a:lnTo>
                <a:lnTo>
                  <a:pt x="435" y="74"/>
                </a:lnTo>
                <a:lnTo>
                  <a:pt x="435" y="75"/>
                </a:lnTo>
                <a:lnTo>
                  <a:pt x="435" y="76"/>
                </a:lnTo>
                <a:lnTo>
                  <a:pt x="435" y="77"/>
                </a:lnTo>
                <a:lnTo>
                  <a:pt x="435" y="78"/>
                </a:lnTo>
                <a:lnTo>
                  <a:pt x="435" y="78"/>
                </a:lnTo>
                <a:lnTo>
                  <a:pt x="435" y="78"/>
                </a:lnTo>
                <a:lnTo>
                  <a:pt x="436" y="79"/>
                </a:lnTo>
                <a:lnTo>
                  <a:pt x="438" y="81"/>
                </a:lnTo>
                <a:lnTo>
                  <a:pt x="439" y="82"/>
                </a:lnTo>
                <a:lnTo>
                  <a:pt x="441" y="82"/>
                </a:lnTo>
                <a:lnTo>
                  <a:pt x="442" y="82"/>
                </a:lnTo>
                <a:lnTo>
                  <a:pt x="445" y="82"/>
                </a:lnTo>
                <a:lnTo>
                  <a:pt x="447" y="82"/>
                </a:lnTo>
                <a:lnTo>
                  <a:pt x="447" y="79"/>
                </a:lnTo>
                <a:lnTo>
                  <a:pt x="447" y="79"/>
                </a:lnTo>
                <a:close/>
                <a:moveTo>
                  <a:pt x="473" y="83"/>
                </a:moveTo>
                <a:lnTo>
                  <a:pt x="478" y="83"/>
                </a:lnTo>
                <a:lnTo>
                  <a:pt x="479" y="83"/>
                </a:lnTo>
                <a:lnTo>
                  <a:pt x="480" y="82"/>
                </a:lnTo>
                <a:lnTo>
                  <a:pt x="481" y="82"/>
                </a:lnTo>
                <a:lnTo>
                  <a:pt x="482" y="82"/>
                </a:lnTo>
                <a:lnTo>
                  <a:pt x="483" y="79"/>
                </a:lnTo>
                <a:lnTo>
                  <a:pt x="483" y="77"/>
                </a:lnTo>
                <a:lnTo>
                  <a:pt x="484" y="75"/>
                </a:lnTo>
                <a:lnTo>
                  <a:pt x="485" y="74"/>
                </a:lnTo>
                <a:lnTo>
                  <a:pt x="486" y="73"/>
                </a:lnTo>
                <a:lnTo>
                  <a:pt x="487" y="72"/>
                </a:lnTo>
                <a:lnTo>
                  <a:pt x="487" y="71"/>
                </a:lnTo>
                <a:lnTo>
                  <a:pt x="488" y="70"/>
                </a:lnTo>
                <a:lnTo>
                  <a:pt x="488" y="70"/>
                </a:lnTo>
                <a:lnTo>
                  <a:pt x="488" y="68"/>
                </a:lnTo>
                <a:lnTo>
                  <a:pt x="488" y="66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6" y="64"/>
                </a:lnTo>
                <a:lnTo>
                  <a:pt x="485" y="64"/>
                </a:lnTo>
                <a:lnTo>
                  <a:pt x="484" y="65"/>
                </a:lnTo>
                <a:lnTo>
                  <a:pt x="484" y="65"/>
                </a:lnTo>
                <a:lnTo>
                  <a:pt x="484" y="66"/>
                </a:lnTo>
                <a:lnTo>
                  <a:pt x="484" y="67"/>
                </a:lnTo>
                <a:lnTo>
                  <a:pt x="483" y="68"/>
                </a:lnTo>
                <a:lnTo>
                  <a:pt x="480" y="70"/>
                </a:lnTo>
                <a:lnTo>
                  <a:pt x="479" y="70"/>
                </a:lnTo>
                <a:lnTo>
                  <a:pt x="477" y="71"/>
                </a:lnTo>
                <a:lnTo>
                  <a:pt x="476" y="72"/>
                </a:lnTo>
                <a:lnTo>
                  <a:pt x="475" y="74"/>
                </a:lnTo>
                <a:lnTo>
                  <a:pt x="475" y="76"/>
                </a:lnTo>
                <a:lnTo>
                  <a:pt x="475" y="78"/>
                </a:lnTo>
                <a:lnTo>
                  <a:pt x="475" y="79"/>
                </a:lnTo>
                <a:lnTo>
                  <a:pt x="475" y="79"/>
                </a:lnTo>
                <a:lnTo>
                  <a:pt x="473" y="79"/>
                </a:lnTo>
                <a:lnTo>
                  <a:pt x="473" y="83"/>
                </a:lnTo>
                <a:lnTo>
                  <a:pt x="473" y="83"/>
                </a:lnTo>
                <a:close/>
                <a:moveTo>
                  <a:pt x="474" y="113"/>
                </a:moveTo>
                <a:lnTo>
                  <a:pt x="479" y="113"/>
                </a:lnTo>
                <a:lnTo>
                  <a:pt x="479" y="120"/>
                </a:lnTo>
                <a:lnTo>
                  <a:pt x="474" y="120"/>
                </a:lnTo>
                <a:lnTo>
                  <a:pt x="474" y="113"/>
                </a:lnTo>
                <a:lnTo>
                  <a:pt x="474" y="113"/>
                </a:lnTo>
                <a:close/>
                <a:moveTo>
                  <a:pt x="473" y="84"/>
                </a:moveTo>
                <a:lnTo>
                  <a:pt x="479" y="84"/>
                </a:lnTo>
                <a:lnTo>
                  <a:pt x="479" y="92"/>
                </a:lnTo>
                <a:lnTo>
                  <a:pt x="473" y="92"/>
                </a:lnTo>
                <a:lnTo>
                  <a:pt x="473" y="84"/>
                </a:lnTo>
                <a:lnTo>
                  <a:pt x="473" y="84"/>
                </a:lnTo>
                <a:close/>
                <a:moveTo>
                  <a:pt x="475" y="166"/>
                </a:moveTo>
                <a:lnTo>
                  <a:pt x="475" y="166"/>
                </a:lnTo>
                <a:lnTo>
                  <a:pt x="477" y="167"/>
                </a:lnTo>
                <a:lnTo>
                  <a:pt x="479" y="169"/>
                </a:lnTo>
                <a:lnTo>
                  <a:pt x="479" y="170"/>
                </a:lnTo>
                <a:lnTo>
                  <a:pt x="480" y="171"/>
                </a:lnTo>
                <a:lnTo>
                  <a:pt x="481" y="172"/>
                </a:lnTo>
                <a:lnTo>
                  <a:pt x="483" y="176"/>
                </a:lnTo>
                <a:lnTo>
                  <a:pt x="483" y="178"/>
                </a:lnTo>
                <a:lnTo>
                  <a:pt x="484" y="179"/>
                </a:lnTo>
                <a:lnTo>
                  <a:pt x="486" y="180"/>
                </a:lnTo>
                <a:lnTo>
                  <a:pt x="487" y="182"/>
                </a:lnTo>
                <a:lnTo>
                  <a:pt x="489" y="183"/>
                </a:lnTo>
                <a:lnTo>
                  <a:pt x="490" y="186"/>
                </a:lnTo>
                <a:lnTo>
                  <a:pt x="491" y="188"/>
                </a:lnTo>
                <a:lnTo>
                  <a:pt x="491" y="190"/>
                </a:lnTo>
                <a:lnTo>
                  <a:pt x="491" y="193"/>
                </a:lnTo>
                <a:lnTo>
                  <a:pt x="491" y="198"/>
                </a:lnTo>
                <a:lnTo>
                  <a:pt x="490" y="200"/>
                </a:lnTo>
                <a:lnTo>
                  <a:pt x="491" y="202"/>
                </a:lnTo>
                <a:lnTo>
                  <a:pt x="493" y="203"/>
                </a:lnTo>
                <a:lnTo>
                  <a:pt x="495" y="206"/>
                </a:lnTo>
                <a:lnTo>
                  <a:pt x="497" y="209"/>
                </a:lnTo>
                <a:lnTo>
                  <a:pt x="497" y="210"/>
                </a:lnTo>
                <a:lnTo>
                  <a:pt x="497" y="212"/>
                </a:lnTo>
                <a:lnTo>
                  <a:pt x="497" y="214"/>
                </a:lnTo>
                <a:lnTo>
                  <a:pt x="497" y="217"/>
                </a:lnTo>
                <a:lnTo>
                  <a:pt x="497" y="219"/>
                </a:lnTo>
                <a:lnTo>
                  <a:pt x="496" y="221"/>
                </a:lnTo>
                <a:lnTo>
                  <a:pt x="496" y="222"/>
                </a:lnTo>
                <a:lnTo>
                  <a:pt x="495" y="222"/>
                </a:lnTo>
                <a:lnTo>
                  <a:pt x="475" y="222"/>
                </a:lnTo>
                <a:lnTo>
                  <a:pt x="475" y="166"/>
                </a:lnTo>
                <a:lnTo>
                  <a:pt x="475" y="166"/>
                </a:lnTo>
                <a:close/>
                <a:moveTo>
                  <a:pt x="474" y="226"/>
                </a:moveTo>
                <a:lnTo>
                  <a:pt x="501" y="226"/>
                </a:lnTo>
                <a:lnTo>
                  <a:pt x="501" y="234"/>
                </a:lnTo>
                <a:lnTo>
                  <a:pt x="474" y="234"/>
                </a:lnTo>
                <a:lnTo>
                  <a:pt x="474" y="2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7" name="îṩḷïďè">
            <a:extLst>
              <a:ext uri="{FF2B5EF4-FFF2-40B4-BE49-F238E27FC236}">
                <a16:creationId xmlns:a16="http://schemas.microsoft.com/office/drawing/2014/main" id="{2C9E4289-0AF9-4BF0-AC9C-0310FC28D436}"/>
              </a:ext>
            </a:extLst>
          </p:cNvPr>
          <p:cNvSpPr>
            <a:spLocks noGrp="1"/>
          </p:cNvSpPr>
          <p:nvPr/>
        </p:nvSpPr>
        <p:spPr>
          <a:xfrm>
            <a:off x="748440" y="510840"/>
            <a:ext cx="517680" cy="517680"/>
          </a:xfrm>
          <a:custGeom>
            <a:avLst/>
            <a:gdLst>
              <a:gd name="textAreaLeft" fmla="*/ 0 w 517680"/>
              <a:gd name="textAreaRight" fmla="*/ 518040 w 517680"/>
              <a:gd name="textAreaTop" fmla="*/ 0 h 517680"/>
              <a:gd name="textAreaBottom" fmla="*/ 518040 h 517680"/>
              <a:gd name="GluePoint1X" fmla="*/ 784 w 1186"/>
              <a:gd name="GluePoint1Y" fmla="*/ 31 h 1186"/>
              <a:gd name="GluePoint2X" fmla="*/ 982 w 1186"/>
              <a:gd name="GluePoint2Y" fmla="*/ 145 h 1186"/>
              <a:gd name="GluePoint3X" fmla="*/ 1122 w 1186"/>
              <a:gd name="GluePoint3Y" fmla="*/ 323 h 1186"/>
              <a:gd name="GluePoint4X" fmla="*/ 1184 w 1186"/>
              <a:gd name="GluePoint4Y" fmla="*/ 548 h 1186"/>
              <a:gd name="GluePoint5X" fmla="*/ 1171 w 1186"/>
              <a:gd name="GluePoint5Y" fmla="*/ 727 h 1186"/>
              <a:gd name="GluePoint6X" fmla="*/ 1077 w 1186"/>
              <a:gd name="GluePoint6Y" fmla="*/ 936 h 1186"/>
              <a:gd name="GluePoint7X" fmla="*/ 913 w 1186"/>
              <a:gd name="GluePoint7Y" fmla="*/ 1093 h 1186"/>
              <a:gd name="GluePoint8X" fmla="*/ 698 w 1186"/>
              <a:gd name="GluePoint8Y" fmla="*/ 1177 h 1186"/>
              <a:gd name="GluePoint9X" fmla="*/ 518 w 1186"/>
              <a:gd name="GluePoint9Y" fmla="*/ 1181 h 1186"/>
              <a:gd name="GluePoint10X" fmla="*/ 298 w 1186"/>
              <a:gd name="GluePoint10Y" fmla="*/ 1108 h 1186"/>
              <a:gd name="GluePoint11X" fmla="*/ 127 w 1186"/>
              <a:gd name="GluePoint11Y" fmla="*/ 960 h 1186"/>
              <a:gd name="GluePoint12X" fmla="*/ 23 w 1186"/>
              <a:gd name="GluePoint12Y" fmla="*/ 756 h 1186"/>
              <a:gd name="GluePoint13X" fmla="*/ 1 w 1186"/>
              <a:gd name="GluePoint13Y" fmla="*/ 578 h 1186"/>
              <a:gd name="GluePoint14X" fmla="*/ 53 w 1186"/>
              <a:gd name="GluePoint14Y" fmla="*/ 349 h 1186"/>
              <a:gd name="GluePoint15X" fmla="*/ 184 w 1186"/>
              <a:gd name="GluePoint15Y" fmla="*/ 164 h 1186"/>
              <a:gd name="GluePoint16X" fmla="*/ 376 w 1186"/>
              <a:gd name="GluePoint16Y" fmla="*/ 42 h 1186"/>
              <a:gd name="GluePoint17X" fmla="*/ 593 w 1186"/>
              <a:gd name="GluePoint17Y" fmla="*/ 0 h 1186"/>
              <a:gd name="GluePoint18X" fmla="*/ 491 w 1186"/>
              <a:gd name="GluePoint18Y" fmla="*/ 233 h 1186"/>
              <a:gd name="GluePoint19X" fmla="*/ 362 w 1186"/>
              <a:gd name="GluePoint19Y" fmla="*/ 299 h 1186"/>
              <a:gd name="GluePoint20X" fmla="*/ 268 w 1186"/>
              <a:gd name="GluePoint20Y" fmla="*/ 407 h 1186"/>
              <a:gd name="GluePoint21X" fmla="*/ 222 w 1186"/>
              <a:gd name="GluePoint21Y" fmla="*/ 546 h 1186"/>
              <a:gd name="GluePoint22X" fmla="*/ 224 w 1186"/>
              <a:gd name="GluePoint22Y" fmla="*/ 660 h 1186"/>
              <a:gd name="GluePoint23X" fmla="*/ 278 w 1186"/>
              <a:gd name="GluePoint23Y" fmla="*/ 795 h 1186"/>
              <a:gd name="GluePoint24X" fmla="*/ 392 w 1186"/>
              <a:gd name="GluePoint24Y" fmla="*/ 908 h 1186"/>
              <a:gd name="GluePoint25X" fmla="*/ 431 w 1186"/>
              <a:gd name="GluePoint25Y" fmla="*/ 916 h 1186"/>
              <a:gd name="GluePoint26X" fmla="*/ 304 w 1186"/>
              <a:gd name="GluePoint26Y" fmla="*/ 809 h 1186"/>
              <a:gd name="GluePoint27X" fmla="*/ 244 w 1186"/>
              <a:gd name="GluePoint27Y" fmla="*/ 684 h 1186"/>
              <a:gd name="GluePoint28X" fmla="*/ 232 w 1186"/>
              <a:gd name="GluePoint28Y" fmla="*/ 575 h 1186"/>
              <a:gd name="GluePoint29X" fmla="*/ 268 w 1186"/>
              <a:gd name="GluePoint29Y" fmla="*/ 437 h 1186"/>
              <a:gd name="GluePoint30X" fmla="*/ 351 w 1186"/>
              <a:gd name="GluePoint30Y" fmla="*/ 326 h 1186"/>
              <a:gd name="GluePoint31X" fmla="*/ 469 w 1186"/>
              <a:gd name="GluePoint31Y" fmla="*/ 254 h 1186"/>
              <a:gd name="GluePoint32X" fmla="*/ 593 w 1186"/>
              <a:gd name="GluePoint32Y" fmla="*/ 232 h 1186"/>
              <a:gd name="GluePoint33X" fmla="*/ 717 w 1186"/>
              <a:gd name="GluePoint33Y" fmla="*/ 254 h 1186"/>
              <a:gd name="GluePoint34X" fmla="*/ 836 w 1186"/>
              <a:gd name="GluePoint34Y" fmla="*/ 326 h 1186"/>
              <a:gd name="GluePoint35X" fmla="*/ 919 w 1186"/>
              <a:gd name="GluePoint35Y" fmla="*/ 437 h 1186"/>
              <a:gd name="GluePoint36X" fmla="*/ 954 w 1186"/>
              <a:gd name="GluePoint36Y" fmla="*/ 575 h 1186"/>
              <a:gd name="GluePoint37X" fmla="*/ 943 w 1186"/>
              <a:gd name="GluePoint37Y" fmla="*/ 684 h 1186"/>
              <a:gd name="GluePoint38X" fmla="*/ 883 w 1186"/>
              <a:gd name="GluePoint38Y" fmla="*/ 809 h 1186"/>
              <a:gd name="GluePoint39X" fmla="*/ 756 w 1186"/>
              <a:gd name="GluePoint39Y" fmla="*/ 916 h 1186"/>
              <a:gd name="GluePoint40X" fmla="*/ 795 w 1186"/>
              <a:gd name="GluePoint40Y" fmla="*/ 909 h 1186"/>
              <a:gd name="GluePoint41X" fmla="*/ 909 w 1186"/>
              <a:gd name="GluePoint41Y" fmla="*/ 795 h 1186"/>
              <a:gd name="GluePoint42X" fmla="*/ 961 w 1186"/>
              <a:gd name="GluePoint42Y" fmla="*/ 660 h 1186"/>
              <a:gd name="GluePoint43X" fmla="*/ 965 w 1186"/>
              <a:gd name="GluePoint43Y" fmla="*/ 546 h 1186"/>
              <a:gd name="GluePoint44X" fmla="*/ 918 w 1186"/>
              <a:gd name="GluePoint44Y" fmla="*/ 407 h 1186"/>
              <a:gd name="GluePoint45X" fmla="*/ 825 w 1186"/>
              <a:gd name="GluePoint45Y" fmla="*/ 299 h 1186"/>
              <a:gd name="GluePoint46X" fmla="*/ 696 w 1186"/>
              <a:gd name="GluePoint46Y" fmla="*/ 233 h 1186"/>
              <a:gd name="GluePoint47X" fmla="*/ 593 w 1186"/>
              <a:gd name="GluePoint47Y" fmla="*/ 14 h 1186"/>
              <a:gd name="GluePoint48X" fmla="*/ 408 w 1186"/>
              <a:gd name="GluePoint48Y" fmla="*/ 44 h 1186"/>
              <a:gd name="GluePoint49X" fmla="*/ 214 w 1186"/>
              <a:gd name="GluePoint49Y" fmla="*/ 155 h 1186"/>
              <a:gd name="GluePoint50X" fmla="*/ 77 w 1186"/>
              <a:gd name="GluePoint50Y" fmla="*/ 330 h 1186"/>
              <a:gd name="GluePoint51X" fmla="*/ 15 w 1186"/>
              <a:gd name="GluePoint51Y" fmla="*/ 548 h 1186"/>
              <a:gd name="GluePoint52X" fmla="*/ 28 w 1186"/>
              <a:gd name="GluePoint52Y" fmla="*/ 724 h 1186"/>
              <a:gd name="GluePoint53X" fmla="*/ 120 w 1186"/>
              <a:gd name="GluePoint53Y" fmla="*/ 928 h 1186"/>
              <a:gd name="GluePoint54X" fmla="*/ 281 w 1186"/>
              <a:gd name="GluePoint54Y" fmla="*/ 1081 h 1186"/>
              <a:gd name="GluePoint55X" fmla="*/ 491 w 1186"/>
              <a:gd name="GluePoint55Y" fmla="*/ 1164 h 1186"/>
              <a:gd name="GluePoint56X" fmla="*/ 667 w 1186"/>
              <a:gd name="GluePoint56Y" fmla="*/ 1169 h 1186"/>
              <a:gd name="GluePoint57X" fmla="*/ 882 w 1186"/>
              <a:gd name="GluePoint57Y" fmla="*/ 1096 h 1186"/>
              <a:gd name="GluePoint58X" fmla="*/ 1050 w 1186"/>
              <a:gd name="GluePoint58Y" fmla="*/ 951 h 1186"/>
              <a:gd name="GluePoint59X" fmla="*/ 1151 w 1186"/>
              <a:gd name="GluePoint59Y" fmla="*/ 752 h 1186"/>
              <a:gd name="GluePoint60X" fmla="*/ 1173 w 1186"/>
              <a:gd name="GluePoint60Y" fmla="*/ 578 h 1186"/>
              <a:gd name="GluePoint61X" fmla="*/ 1122 w 1186"/>
              <a:gd name="GluePoint61Y" fmla="*/ 355 h 1186"/>
              <a:gd name="GluePoint62X" fmla="*/ 994 w 1186"/>
              <a:gd name="GluePoint62Y" fmla="*/ 174 h 1186"/>
              <a:gd name="GluePoint63X" fmla="*/ 806 w 1186"/>
              <a:gd name="GluePoint63Y" fmla="*/ 54 h 1186"/>
            </a:gdLst>
            <a:ahLst/>
            <a:cxnLst/>
            <a:rect l="textAreaLeft" t="textAreaTop" r="textAreaRight" b="textAreaBottom"/>
            <a:pathLst>
              <a:path w="1186" h="1186">
                <a:moveTo>
                  <a:pt x="593" y="0"/>
                </a:moveTo>
                <a:lnTo>
                  <a:pt x="593" y="0"/>
                </a:lnTo>
                <a:lnTo>
                  <a:pt x="593" y="0"/>
                </a:lnTo>
                <a:lnTo>
                  <a:pt x="609" y="1"/>
                </a:lnTo>
                <a:lnTo>
                  <a:pt x="624" y="1"/>
                </a:lnTo>
                <a:lnTo>
                  <a:pt x="639" y="2"/>
                </a:lnTo>
                <a:lnTo>
                  <a:pt x="654" y="3"/>
                </a:lnTo>
                <a:lnTo>
                  <a:pt x="669" y="5"/>
                </a:lnTo>
                <a:lnTo>
                  <a:pt x="684" y="7"/>
                </a:lnTo>
                <a:lnTo>
                  <a:pt x="698" y="10"/>
                </a:lnTo>
                <a:lnTo>
                  <a:pt x="713" y="13"/>
                </a:lnTo>
                <a:lnTo>
                  <a:pt x="727" y="15"/>
                </a:lnTo>
                <a:lnTo>
                  <a:pt x="741" y="19"/>
                </a:lnTo>
                <a:lnTo>
                  <a:pt x="756" y="23"/>
                </a:lnTo>
                <a:lnTo>
                  <a:pt x="769" y="27"/>
                </a:lnTo>
                <a:lnTo>
                  <a:pt x="784" y="31"/>
                </a:lnTo>
                <a:lnTo>
                  <a:pt x="797" y="36"/>
                </a:lnTo>
                <a:lnTo>
                  <a:pt x="811" y="42"/>
                </a:lnTo>
                <a:lnTo>
                  <a:pt x="825" y="47"/>
                </a:lnTo>
                <a:lnTo>
                  <a:pt x="837" y="53"/>
                </a:lnTo>
                <a:lnTo>
                  <a:pt x="850" y="59"/>
                </a:lnTo>
                <a:lnTo>
                  <a:pt x="863" y="65"/>
                </a:lnTo>
                <a:lnTo>
                  <a:pt x="876" y="72"/>
                </a:lnTo>
                <a:lnTo>
                  <a:pt x="889" y="79"/>
                </a:lnTo>
                <a:lnTo>
                  <a:pt x="901" y="87"/>
                </a:lnTo>
                <a:lnTo>
                  <a:pt x="913" y="94"/>
                </a:lnTo>
                <a:lnTo>
                  <a:pt x="925" y="102"/>
                </a:lnTo>
                <a:lnTo>
                  <a:pt x="937" y="110"/>
                </a:lnTo>
                <a:lnTo>
                  <a:pt x="948" y="119"/>
                </a:lnTo>
                <a:lnTo>
                  <a:pt x="959" y="127"/>
                </a:lnTo>
                <a:lnTo>
                  <a:pt x="970" y="135"/>
                </a:lnTo>
                <a:lnTo>
                  <a:pt x="982" y="145"/>
                </a:lnTo>
                <a:lnTo>
                  <a:pt x="992" y="155"/>
                </a:lnTo>
                <a:lnTo>
                  <a:pt x="1002" y="164"/>
                </a:lnTo>
                <a:lnTo>
                  <a:pt x="1013" y="174"/>
                </a:lnTo>
                <a:lnTo>
                  <a:pt x="1022" y="184"/>
                </a:lnTo>
                <a:lnTo>
                  <a:pt x="1032" y="195"/>
                </a:lnTo>
                <a:lnTo>
                  <a:pt x="1042" y="206"/>
                </a:lnTo>
                <a:lnTo>
                  <a:pt x="1050" y="216"/>
                </a:lnTo>
                <a:lnTo>
                  <a:pt x="1060" y="227"/>
                </a:lnTo>
                <a:lnTo>
                  <a:pt x="1069" y="239"/>
                </a:lnTo>
                <a:lnTo>
                  <a:pt x="1077" y="250"/>
                </a:lnTo>
                <a:lnTo>
                  <a:pt x="1085" y="262"/>
                </a:lnTo>
                <a:lnTo>
                  <a:pt x="1093" y="274"/>
                </a:lnTo>
                <a:lnTo>
                  <a:pt x="1101" y="286"/>
                </a:lnTo>
                <a:lnTo>
                  <a:pt x="1108" y="298"/>
                </a:lnTo>
                <a:lnTo>
                  <a:pt x="1114" y="311"/>
                </a:lnTo>
                <a:lnTo>
                  <a:pt x="1122" y="323"/>
                </a:lnTo>
                <a:lnTo>
                  <a:pt x="1128" y="336"/>
                </a:lnTo>
                <a:lnTo>
                  <a:pt x="1134" y="349"/>
                </a:lnTo>
                <a:lnTo>
                  <a:pt x="1140" y="363"/>
                </a:lnTo>
                <a:lnTo>
                  <a:pt x="1146" y="376"/>
                </a:lnTo>
                <a:lnTo>
                  <a:pt x="1150" y="389"/>
                </a:lnTo>
                <a:lnTo>
                  <a:pt x="1155" y="403"/>
                </a:lnTo>
                <a:lnTo>
                  <a:pt x="1160" y="417"/>
                </a:lnTo>
                <a:lnTo>
                  <a:pt x="1164" y="431"/>
                </a:lnTo>
                <a:lnTo>
                  <a:pt x="1167" y="445"/>
                </a:lnTo>
                <a:lnTo>
                  <a:pt x="1171" y="460"/>
                </a:lnTo>
                <a:lnTo>
                  <a:pt x="1174" y="474"/>
                </a:lnTo>
                <a:lnTo>
                  <a:pt x="1177" y="488"/>
                </a:lnTo>
                <a:lnTo>
                  <a:pt x="1179" y="503"/>
                </a:lnTo>
                <a:lnTo>
                  <a:pt x="1182" y="518"/>
                </a:lnTo>
                <a:lnTo>
                  <a:pt x="1183" y="532"/>
                </a:lnTo>
                <a:lnTo>
                  <a:pt x="1184" y="548"/>
                </a:lnTo>
                <a:lnTo>
                  <a:pt x="1186" y="563"/>
                </a:lnTo>
                <a:lnTo>
                  <a:pt x="1186" y="578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608"/>
                </a:lnTo>
                <a:lnTo>
                  <a:pt x="1186" y="624"/>
                </a:lnTo>
                <a:lnTo>
                  <a:pt x="1184" y="639"/>
                </a:lnTo>
                <a:lnTo>
                  <a:pt x="1183" y="654"/>
                </a:lnTo>
                <a:lnTo>
                  <a:pt x="1182" y="669"/>
                </a:lnTo>
                <a:lnTo>
                  <a:pt x="1179" y="684"/>
                </a:lnTo>
                <a:lnTo>
                  <a:pt x="1177" y="698"/>
                </a:lnTo>
                <a:lnTo>
                  <a:pt x="1174" y="713"/>
                </a:lnTo>
                <a:lnTo>
                  <a:pt x="1171" y="727"/>
                </a:lnTo>
                <a:lnTo>
                  <a:pt x="1167" y="741"/>
                </a:lnTo>
                <a:lnTo>
                  <a:pt x="1164" y="756"/>
                </a:lnTo>
                <a:lnTo>
                  <a:pt x="1160" y="769"/>
                </a:lnTo>
                <a:lnTo>
                  <a:pt x="1155" y="784"/>
                </a:lnTo>
                <a:lnTo>
                  <a:pt x="1150" y="797"/>
                </a:lnTo>
                <a:lnTo>
                  <a:pt x="1146" y="811"/>
                </a:lnTo>
                <a:lnTo>
                  <a:pt x="1140" y="824"/>
                </a:lnTo>
                <a:lnTo>
                  <a:pt x="1134" y="837"/>
                </a:lnTo>
                <a:lnTo>
                  <a:pt x="1128" y="851"/>
                </a:lnTo>
                <a:lnTo>
                  <a:pt x="1122" y="864"/>
                </a:lnTo>
                <a:lnTo>
                  <a:pt x="1114" y="876"/>
                </a:lnTo>
                <a:lnTo>
                  <a:pt x="1108" y="888"/>
                </a:lnTo>
                <a:lnTo>
                  <a:pt x="1101" y="900"/>
                </a:lnTo>
                <a:lnTo>
                  <a:pt x="1093" y="912"/>
                </a:lnTo>
                <a:lnTo>
                  <a:pt x="1085" y="924"/>
                </a:lnTo>
                <a:lnTo>
                  <a:pt x="1077" y="936"/>
                </a:lnTo>
                <a:lnTo>
                  <a:pt x="1069" y="948"/>
                </a:lnTo>
                <a:lnTo>
                  <a:pt x="1060" y="960"/>
                </a:lnTo>
                <a:lnTo>
                  <a:pt x="1050" y="970"/>
                </a:lnTo>
                <a:lnTo>
                  <a:pt x="1042" y="981"/>
                </a:lnTo>
                <a:lnTo>
                  <a:pt x="1032" y="992"/>
                </a:lnTo>
                <a:lnTo>
                  <a:pt x="1022" y="1002"/>
                </a:lnTo>
                <a:lnTo>
                  <a:pt x="1013" y="1012"/>
                </a:lnTo>
                <a:lnTo>
                  <a:pt x="1002" y="1022"/>
                </a:lnTo>
                <a:lnTo>
                  <a:pt x="992" y="1032"/>
                </a:lnTo>
                <a:lnTo>
                  <a:pt x="982" y="1041"/>
                </a:lnTo>
                <a:lnTo>
                  <a:pt x="970" y="1051"/>
                </a:lnTo>
                <a:lnTo>
                  <a:pt x="959" y="1060"/>
                </a:lnTo>
                <a:lnTo>
                  <a:pt x="948" y="1069"/>
                </a:lnTo>
                <a:lnTo>
                  <a:pt x="937" y="1077"/>
                </a:lnTo>
                <a:lnTo>
                  <a:pt x="925" y="1085"/>
                </a:lnTo>
                <a:lnTo>
                  <a:pt x="913" y="1093"/>
                </a:lnTo>
                <a:lnTo>
                  <a:pt x="901" y="1101"/>
                </a:lnTo>
                <a:lnTo>
                  <a:pt x="889" y="1108"/>
                </a:lnTo>
                <a:lnTo>
                  <a:pt x="876" y="1114"/>
                </a:lnTo>
                <a:lnTo>
                  <a:pt x="863" y="1121"/>
                </a:lnTo>
                <a:lnTo>
                  <a:pt x="850" y="1128"/>
                </a:lnTo>
                <a:lnTo>
                  <a:pt x="837" y="1134"/>
                </a:lnTo>
                <a:lnTo>
                  <a:pt x="825" y="1140"/>
                </a:lnTo>
                <a:lnTo>
                  <a:pt x="811" y="1145"/>
                </a:lnTo>
                <a:lnTo>
                  <a:pt x="797" y="1150"/>
                </a:lnTo>
                <a:lnTo>
                  <a:pt x="784" y="1155"/>
                </a:lnTo>
                <a:lnTo>
                  <a:pt x="769" y="1160"/>
                </a:lnTo>
                <a:lnTo>
                  <a:pt x="756" y="1164"/>
                </a:lnTo>
                <a:lnTo>
                  <a:pt x="741" y="1168"/>
                </a:lnTo>
                <a:lnTo>
                  <a:pt x="727" y="1171"/>
                </a:lnTo>
                <a:lnTo>
                  <a:pt x="713" y="1174"/>
                </a:lnTo>
                <a:lnTo>
                  <a:pt x="698" y="1177"/>
                </a:lnTo>
                <a:lnTo>
                  <a:pt x="684" y="1179"/>
                </a:lnTo>
                <a:lnTo>
                  <a:pt x="669" y="1181"/>
                </a:lnTo>
                <a:lnTo>
                  <a:pt x="654" y="1183"/>
                </a:lnTo>
                <a:lnTo>
                  <a:pt x="639" y="1185"/>
                </a:lnTo>
                <a:lnTo>
                  <a:pt x="624" y="1185"/>
                </a:lnTo>
                <a:lnTo>
                  <a:pt x="609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78" y="1186"/>
                </a:lnTo>
                <a:lnTo>
                  <a:pt x="563" y="1185"/>
                </a:lnTo>
                <a:lnTo>
                  <a:pt x="548" y="1185"/>
                </a:lnTo>
                <a:lnTo>
                  <a:pt x="532" y="1183"/>
                </a:lnTo>
                <a:lnTo>
                  <a:pt x="518" y="1181"/>
                </a:lnTo>
                <a:lnTo>
                  <a:pt x="503" y="1179"/>
                </a:lnTo>
                <a:lnTo>
                  <a:pt x="488" y="1177"/>
                </a:lnTo>
                <a:lnTo>
                  <a:pt x="474" y="1174"/>
                </a:lnTo>
                <a:lnTo>
                  <a:pt x="460" y="1171"/>
                </a:lnTo>
                <a:lnTo>
                  <a:pt x="445" y="1168"/>
                </a:lnTo>
                <a:lnTo>
                  <a:pt x="431" y="1164"/>
                </a:lnTo>
                <a:lnTo>
                  <a:pt x="417" y="1160"/>
                </a:lnTo>
                <a:lnTo>
                  <a:pt x="404" y="1155"/>
                </a:lnTo>
                <a:lnTo>
                  <a:pt x="389" y="1150"/>
                </a:lnTo>
                <a:lnTo>
                  <a:pt x="376" y="1145"/>
                </a:lnTo>
                <a:lnTo>
                  <a:pt x="363" y="1140"/>
                </a:lnTo>
                <a:lnTo>
                  <a:pt x="349" y="1134"/>
                </a:lnTo>
                <a:lnTo>
                  <a:pt x="336" y="1128"/>
                </a:lnTo>
                <a:lnTo>
                  <a:pt x="324" y="1121"/>
                </a:lnTo>
                <a:lnTo>
                  <a:pt x="311" y="1114"/>
                </a:lnTo>
                <a:lnTo>
                  <a:pt x="298" y="1108"/>
                </a:lnTo>
                <a:lnTo>
                  <a:pt x="286" y="1101"/>
                </a:lnTo>
                <a:lnTo>
                  <a:pt x="274" y="1093"/>
                </a:lnTo>
                <a:lnTo>
                  <a:pt x="262" y="1085"/>
                </a:lnTo>
                <a:lnTo>
                  <a:pt x="250" y="1077"/>
                </a:lnTo>
                <a:lnTo>
                  <a:pt x="239" y="1069"/>
                </a:lnTo>
                <a:lnTo>
                  <a:pt x="227" y="1060"/>
                </a:lnTo>
                <a:lnTo>
                  <a:pt x="216" y="1051"/>
                </a:lnTo>
                <a:lnTo>
                  <a:pt x="205" y="1041"/>
                </a:lnTo>
                <a:lnTo>
                  <a:pt x="195" y="1032"/>
                </a:lnTo>
                <a:lnTo>
                  <a:pt x="184" y="1022"/>
                </a:lnTo>
                <a:lnTo>
                  <a:pt x="174" y="1012"/>
                </a:lnTo>
                <a:lnTo>
                  <a:pt x="164" y="1002"/>
                </a:lnTo>
                <a:lnTo>
                  <a:pt x="155" y="992"/>
                </a:lnTo>
                <a:lnTo>
                  <a:pt x="145" y="981"/>
                </a:lnTo>
                <a:lnTo>
                  <a:pt x="135" y="970"/>
                </a:lnTo>
                <a:lnTo>
                  <a:pt x="127" y="960"/>
                </a:lnTo>
                <a:lnTo>
                  <a:pt x="118" y="948"/>
                </a:lnTo>
                <a:lnTo>
                  <a:pt x="110" y="936"/>
                </a:lnTo>
                <a:lnTo>
                  <a:pt x="102" y="924"/>
                </a:lnTo>
                <a:lnTo>
                  <a:pt x="94" y="912"/>
                </a:lnTo>
                <a:lnTo>
                  <a:pt x="87" y="900"/>
                </a:lnTo>
                <a:lnTo>
                  <a:pt x="79" y="888"/>
                </a:lnTo>
                <a:lnTo>
                  <a:pt x="71" y="876"/>
                </a:lnTo>
                <a:lnTo>
                  <a:pt x="65" y="864"/>
                </a:lnTo>
                <a:lnTo>
                  <a:pt x="59" y="851"/>
                </a:lnTo>
                <a:lnTo>
                  <a:pt x="53" y="837"/>
                </a:lnTo>
                <a:lnTo>
                  <a:pt x="47" y="824"/>
                </a:lnTo>
                <a:lnTo>
                  <a:pt x="42" y="811"/>
                </a:lnTo>
                <a:lnTo>
                  <a:pt x="36" y="797"/>
                </a:lnTo>
                <a:lnTo>
                  <a:pt x="31" y="784"/>
                </a:lnTo>
                <a:lnTo>
                  <a:pt x="27" y="769"/>
                </a:lnTo>
                <a:lnTo>
                  <a:pt x="23" y="756"/>
                </a:lnTo>
                <a:lnTo>
                  <a:pt x="19" y="741"/>
                </a:lnTo>
                <a:lnTo>
                  <a:pt x="15" y="727"/>
                </a:lnTo>
                <a:lnTo>
                  <a:pt x="12" y="713"/>
                </a:lnTo>
                <a:lnTo>
                  <a:pt x="10" y="698"/>
                </a:lnTo>
                <a:lnTo>
                  <a:pt x="7" y="684"/>
                </a:lnTo>
                <a:lnTo>
                  <a:pt x="5" y="669"/>
                </a:lnTo>
                <a:lnTo>
                  <a:pt x="3" y="654"/>
                </a:lnTo>
                <a:lnTo>
                  <a:pt x="2" y="639"/>
                </a:lnTo>
                <a:lnTo>
                  <a:pt x="1" y="624"/>
                </a:lnTo>
                <a:lnTo>
                  <a:pt x="1" y="608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1" y="578"/>
                </a:lnTo>
                <a:lnTo>
                  <a:pt x="1" y="563"/>
                </a:lnTo>
                <a:lnTo>
                  <a:pt x="2" y="548"/>
                </a:lnTo>
                <a:lnTo>
                  <a:pt x="3" y="532"/>
                </a:lnTo>
                <a:lnTo>
                  <a:pt x="5" y="518"/>
                </a:lnTo>
                <a:lnTo>
                  <a:pt x="7" y="503"/>
                </a:lnTo>
                <a:lnTo>
                  <a:pt x="10" y="488"/>
                </a:lnTo>
                <a:lnTo>
                  <a:pt x="12" y="474"/>
                </a:lnTo>
                <a:lnTo>
                  <a:pt x="15" y="460"/>
                </a:lnTo>
                <a:lnTo>
                  <a:pt x="19" y="445"/>
                </a:lnTo>
                <a:lnTo>
                  <a:pt x="23" y="431"/>
                </a:lnTo>
                <a:lnTo>
                  <a:pt x="27" y="417"/>
                </a:lnTo>
                <a:lnTo>
                  <a:pt x="31" y="403"/>
                </a:lnTo>
                <a:lnTo>
                  <a:pt x="36" y="389"/>
                </a:lnTo>
                <a:lnTo>
                  <a:pt x="42" y="376"/>
                </a:lnTo>
                <a:lnTo>
                  <a:pt x="47" y="363"/>
                </a:lnTo>
                <a:lnTo>
                  <a:pt x="53" y="349"/>
                </a:lnTo>
                <a:lnTo>
                  <a:pt x="59" y="336"/>
                </a:lnTo>
                <a:lnTo>
                  <a:pt x="65" y="323"/>
                </a:lnTo>
                <a:lnTo>
                  <a:pt x="71" y="311"/>
                </a:lnTo>
                <a:lnTo>
                  <a:pt x="79" y="298"/>
                </a:lnTo>
                <a:lnTo>
                  <a:pt x="87" y="286"/>
                </a:lnTo>
                <a:lnTo>
                  <a:pt x="94" y="274"/>
                </a:lnTo>
                <a:lnTo>
                  <a:pt x="102" y="262"/>
                </a:lnTo>
                <a:lnTo>
                  <a:pt x="110" y="250"/>
                </a:lnTo>
                <a:lnTo>
                  <a:pt x="118" y="239"/>
                </a:lnTo>
                <a:lnTo>
                  <a:pt x="127" y="227"/>
                </a:lnTo>
                <a:lnTo>
                  <a:pt x="135" y="216"/>
                </a:lnTo>
                <a:lnTo>
                  <a:pt x="145" y="206"/>
                </a:lnTo>
                <a:lnTo>
                  <a:pt x="155" y="195"/>
                </a:lnTo>
                <a:lnTo>
                  <a:pt x="164" y="184"/>
                </a:lnTo>
                <a:lnTo>
                  <a:pt x="174" y="174"/>
                </a:lnTo>
                <a:lnTo>
                  <a:pt x="184" y="164"/>
                </a:lnTo>
                <a:lnTo>
                  <a:pt x="195" y="155"/>
                </a:lnTo>
                <a:lnTo>
                  <a:pt x="205" y="145"/>
                </a:lnTo>
                <a:lnTo>
                  <a:pt x="216" y="135"/>
                </a:lnTo>
                <a:lnTo>
                  <a:pt x="227" y="127"/>
                </a:lnTo>
                <a:lnTo>
                  <a:pt x="239" y="119"/>
                </a:lnTo>
                <a:lnTo>
                  <a:pt x="250" y="110"/>
                </a:lnTo>
                <a:lnTo>
                  <a:pt x="262" y="102"/>
                </a:lnTo>
                <a:lnTo>
                  <a:pt x="274" y="94"/>
                </a:lnTo>
                <a:lnTo>
                  <a:pt x="286" y="87"/>
                </a:lnTo>
                <a:lnTo>
                  <a:pt x="298" y="79"/>
                </a:lnTo>
                <a:lnTo>
                  <a:pt x="311" y="72"/>
                </a:lnTo>
                <a:lnTo>
                  <a:pt x="324" y="65"/>
                </a:lnTo>
                <a:lnTo>
                  <a:pt x="336" y="59"/>
                </a:lnTo>
                <a:lnTo>
                  <a:pt x="349" y="53"/>
                </a:lnTo>
                <a:lnTo>
                  <a:pt x="363" y="47"/>
                </a:lnTo>
                <a:lnTo>
                  <a:pt x="376" y="42"/>
                </a:lnTo>
                <a:lnTo>
                  <a:pt x="389" y="36"/>
                </a:lnTo>
                <a:lnTo>
                  <a:pt x="404" y="31"/>
                </a:lnTo>
                <a:lnTo>
                  <a:pt x="417" y="27"/>
                </a:lnTo>
                <a:lnTo>
                  <a:pt x="431" y="23"/>
                </a:lnTo>
                <a:lnTo>
                  <a:pt x="445" y="19"/>
                </a:lnTo>
                <a:lnTo>
                  <a:pt x="460" y="15"/>
                </a:lnTo>
                <a:lnTo>
                  <a:pt x="474" y="13"/>
                </a:lnTo>
                <a:lnTo>
                  <a:pt x="488" y="10"/>
                </a:lnTo>
                <a:lnTo>
                  <a:pt x="503" y="7"/>
                </a:lnTo>
                <a:lnTo>
                  <a:pt x="518" y="5"/>
                </a:lnTo>
                <a:lnTo>
                  <a:pt x="532" y="3"/>
                </a:lnTo>
                <a:lnTo>
                  <a:pt x="548" y="2"/>
                </a:lnTo>
                <a:lnTo>
                  <a:pt x="563" y="1"/>
                </a:lnTo>
                <a:lnTo>
                  <a:pt x="578" y="1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close/>
                <a:moveTo>
                  <a:pt x="593" y="219"/>
                </a:moveTo>
                <a:lnTo>
                  <a:pt x="593" y="219"/>
                </a:lnTo>
                <a:lnTo>
                  <a:pt x="593" y="219"/>
                </a:lnTo>
                <a:lnTo>
                  <a:pt x="584" y="219"/>
                </a:lnTo>
                <a:lnTo>
                  <a:pt x="574" y="219"/>
                </a:lnTo>
                <a:lnTo>
                  <a:pt x="564" y="220"/>
                </a:lnTo>
                <a:lnTo>
                  <a:pt x="555" y="221"/>
                </a:lnTo>
                <a:lnTo>
                  <a:pt x="545" y="222"/>
                </a:lnTo>
                <a:lnTo>
                  <a:pt x="536" y="223"/>
                </a:lnTo>
                <a:lnTo>
                  <a:pt x="527" y="225"/>
                </a:lnTo>
                <a:lnTo>
                  <a:pt x="518" y="227"/>
                </a:lnTo>
                <a:lnTo>
                  <a:pt x="508" y="228"/>
                </a:lnTo>
                <a:lnTo>
                  <a:pt x="500" y="231"/>
                </a:lnTo>
                <a:lnTo>
                  <a:pt x="491" y="233"/>
                </a:lnTo>
                <a:lnTo>
                  <a:pt x="482" y="235"/>
                </a:lnTo>
                <a:lnTo>
                  <a:pt x="473" y="239"/>
                </a:lnTo>
                <a:lnTo>
                  <a:pt x="464" y="242"/>
                </a:lnTo>
                <a:lnTo>
                  <a:pt x="456" y="245"/>
                </a:lnTo>
                <a:lnTo>
                  <a:pt x="448" y="248"/>
                </a:lnTo>
                <a:lnTo>
                  <a:pt x="439" y="251"/>
                </a:lnTo>
                <a:lnTo>
                  <a:pt x="431" y="255"/>
                </a:lnTo>
                <a:lnTo>
                  <a:pt x="423" y="259"/>
                </a:lnTo>
                <a:lnTo>
                  <a:pt x="415" y="264"/>
                </a:lnTo>
                <a:lnTo>
                  <a:pt x="407" y="268"/>
                </a:lnTo>
                <a:lnTo>
                  <a:pt x="399" y="273"/>
                </a:lnTo>
                <a:lnTo>
                  <a:pt x="392" y="278"/>
                </a:lnTo>
                <a:lnTo>
                  <a:pt x="384" y="283"/>
                </a:lnTo>
                <a:lnTo>
                  <a:pt x="376" y="288"/>
                </a:lnTo>
                <a:lnTo>
                  <a:pt x="369" y="293"/>
                </a:lnTo>
                <a:lnTo>
                  <a:pt x="362" y="299"/>
                </a:lnTo>
                <a:lnTo>
                  <a:pt x="356" y="304"/>
                </a:lnTo>
                <a:lnTo>
                  <a:pt x="348" y="310"/>
                </a:lnTo>
                <a:lnTo>
                  <a:pt x="341" y="316"/>
                </a:lnTo>
                <a:lnTo>
                  <a:pt x="335" y="322"/>
                </a:lnTo>
                <a:lnTo>
                  <a:pt x="328" y="328"/>
                </a:lnTo>
                <a:lnTo>
                  <a:pt x="322" y="335"/>
                </a:lnTo>
                <a:lnTo>
                  <a:pt x="316" y="342"/>
                </a:lnTo>
                <a:lnTo>
                  <a:pt x="310" y="348"/>
                </a:lnTo>
                <a:lnTo>
                  <a:pt x="304" y="355"/>
                </a:lnTo>
                <a:lnTo>
                  <a:pt x="299" y="362"/>
                </a:lnTo>
                <a:lnTo>
                  <a:pt x="293" y="369"/>
                </a:lnTo>
                <a:lnTo>
                  <a:pt x="288" y="376"/>
                </a:lnTo>
                <a:lnTo>
                  <a:pt x="283" y="383"/>
                </a:lnTo>
                <a:lnTo>
                  <a:pt x="278" y="391"/>
                </a:lnTo>
                <a:lnTo>
                  <a:pt x="273" y="399"/>
                </a:lnTo>
                <a:lnTo>
                  <a:pt x="268" y="407"/>
                </a:lnTo>
                <a:lnTo>
                  <a:pt x="264" y="415"/>
                </a:lnTo>
                <a:lnTo>
                  <a:pt x="260" y="423"/>
                </a:lnTo>
                <a:lnTo>
                  <a:pt x="256" y="431"/>
                </a:lnTo>
                <a:lnTo>
                  <a:pt x="252" y="439"/>
                </a:lnTo>
                <a:lnTo>
                  <a:pt x="248" y="448"/>
                </a:lnTo>
                <a:lnTo>
                  <a:pt x="245" y="456"/>
                </a:lnTo>
                <a:lnTo>
                  <a:pt x="242" y="464"/>
                </a:lnTo>
                <a:lnTo>
                  <a:pt x="239" y="473"/>
                </a:lnTo>
                <a:lnTo>
                  <a:pt x="236" y="482"/>
                </a:lnTo>
                <a:lnTo>
                  <a:pt x="233" y="491"/>
                </a:lnTo>
                <a:lnTo>
                  <a:pt x="231" y="500"/>
                </a:lnTo>
                <a:lnTo>
                  <a:pt x="228" y="509"/>
                </a:lnTo>
                <a:lnTo>
                  <a:pt x="227" y="518"/>
                </a:lnTo>
                <a:lnTo>
                  <a:pt x="224" y="527"/>
                </a:lnTo>
                <a:lnTo>
                  <a:pt x="223" y="536"/>
                </a:lnTo>
                <a:lnTo>
                  <a:pt x="222" y="546"/>
                </a:lnTo>
                <a:lnTo>
                  <a:pt x="221" y="555"/>
                </a:lnTo>
                <a:lnTo>
                  <a:pt x="220" y="564"/>
                </a:lnTo>
                <a:lnTo>
                  <a:pt x="219" y="574"/>
                </a:lnTo>
                <a:lnTo>
                  <a:pt x="219" y="584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603"/>
                </a:lnTo>
                <a:lnTo>
                  <a:pt x="219" y="612"/>
                </a:lnTo>
                <a:lnTo>
                  <a:pt x="220" y="622"/>
                </a:lnTo>
                <a:lnTo>
                  <a:pt x="221" y="632"/>
                </a:lnTo>
                <a:lnTo>
                  <a:pt x="222" y="641"/>
                </a:lnTo>
                <a:lnTo>
                  <a:pt x="223" y="650"/>
                </a:lnTo>
                <a:lnTo>
                  <a:pt x="224" y="660"/>
                </a:lnTo>
                <a:lnTo>
                  <a:pt x="227" y="669"/>
                </a:lnTo>
                <a:lnTo>
                  <a:pt x="228" y="678"/>
                </a:lnTo>
                <a:lnTo>
                  <a:pt x="231" y="687"/>
                </a:lnTo>
                <a:lnTo>
                  <a:pt x="233" y="696"/>
                </a:lnTo>
                <a:lnTo>
                  <a:pt x="236" y="704"/>
                </a:lnTo>
                <a:lnTo>
                  <a:pt x="239" y="713"/>
                </a:lnTo>
                <a:lnTo>
                  <a:pt x="242" y="722"/>
                </a:lnTo>
                <a:lnTo>
                  <a:pt x="245" y="731"/>
                </a:lnTo>
                <a:lnTo>
                  <a:pt x="248" y="739"/>
                </a:lnTo>
                <a:lnTo>
                  <a:pt x="252" y="748"/>
                </a:lnTo>
                <a:lnTo>
                  <a:pt x="256" y="756"/>
                </a:lnTo>
                <a:lnTo>
                  <a:pt x="260" y="764"/>
                </a:lnTo>
                <a:lnTo>
                  <a:pt x="264" y="772"/>
                </a:lnTo>
                <a:lnTo>
                  <a:pt x="268" y="780"/>
                </a:lnTo>
                <a:lnTo>
                  <a:pt x="273" y="788"/>
                </a:lnTo>
                <a:lnTo>
                  <a:pt x="278" y="795"/>
                </a:lnTo>
                <a:lnTo>
                  <a:pt x="283" y="803"/>
                </a:lnTo>
                <a:lnTo>
                  <a:pt x="288" y="810"/>
                </a:lnTo>
                <a:lnTo>
                  <a:pt x="293" y="817"/>
                </a:lnTo>
                <a:lnTo>
                  <a:pt x="299" y="824"/>
                </a:lnTo>
                <a:lnTo>
                  <a:pt x="304" y="832"/>
                </a:lnTo>
                <a:lnTo>
                  <a:pt x="310" y="838"/>
                </a:lnTo>
                <a:lnTo>
                  <a:pt x="316" y="845"/>
                </a:lnTo>
                <a:lnTo>
                  <a:pt x="322" y="852"/>
                </a:lnTo>
                <a:lnTo>
                  <a:pt x="328" y="858"/>
                </a:lnTo>
                <a:lnTo>
                  <a:pt x="337" y="866"/>
                </a:lnTo>
                <a:lnTo>
                  <a:pt x="345" y="874"/>
                </a:lnTo>
                <a:lnTo>
                  <a:pt x="354" y="881"/>
                </a:lnTo>
                <a:lnTo>
                  <a:pt x="363" y="888"/>
                </a:lnTo>
                <a:lnTo>
                  <a:pt x="372" y="896"/>
                </a:lnTo>
                <a:lnTo>
                  <a:pt x="382" y="903"/>
                </a:lnTo>
                <a:lnTo>
                  <a:pt x="392" y="908"/>
                </a:lnTo>
                <a:lnTo>
                  <a:pt x="402" y="915"/>
                </a:lnTo>
                <a:lnTo>
                  <a:pt x="412" y="921"/>
                </a:lnTo>
                <a:lnTo>
                  <a:pt x="422" y="927"/>
                </a:lnTo>
                <a:lnTo>
                  <a:pt x="432" y="932"/>
                </a:lnTo>
                <a:lnTo>
                  <a:pt x="444" y="936"/>
                </a:lnTo>
                <a:lnTo>
                  <a:pt x="454" y="941"/>
                </a:lnTo>
                <a:lnTo>
                  <a:pt x="465" y="945"/>
                </a:lnTo>
                <a:lnTo>
                  <a:pt x="476" y="949"/>
                </a:lnTo>
                <a:lnTo>
                  <a:pt x="488" y="952"/>
                </a:lnTo>
                <a:lnTo>
                  <a:pt x="496" y="941"/>
                </a:lnTo>
                <a:lnTo>
                  <a:pt x="484" y="938"/>
                </a:lnTo>
                <a:lnTo>
                  <a:pt x="473" y="934"/>
                </a:lnTo>
                <a:lnTo>
                  <a:pt x="462" y="930"/>
                </a:lnTo>
                <a:lnTo>
                  <a:pt x="452" y="925"/>
                </a:lnTo>
                <a:lnTo>
                  <a:pt x="440" y="921"/>
                </a:lnTo>
                <a:lnTo>
                  <a:pt x="431" y="916"/>
                </a:lnTo>
                <a:lnTo>
                  <a:pt x="420" y="910"/>
                </a:lnTo>
                <a:lnTo>
                  <a:pt x="410" y="904"/>
                </a:lnTo>
                <a:lnTo>
                  <a:pt x="400" y="899"/>
                </a:lnTo>
                <a:lnTo>
                  <a:pt x="391" y="892"/>
                </a:lnTo>
                <a:lnTo>
                  <a:pt x="381" y="886"/>
                </a:lnTo>
                <a:lnTo>
                  <a:pt x="372" y="879"/>
                </a:lnTo>
                <a:lnTo>
                  <a:pt x="364" y="872"/>
                </a:lnTo>
                <a:lnTo>
                  <a:pt x="355" y="864"/>
                </a:lnTo>
                <a:lnTo>
                  <a:pt x="346" y="856"/>
                </a:lnTo>
                <a:lnTo>
                  <a:pt x="338" y="848"/>
                </a:lnTo>
                <a:lnTo>
                  <a:pt x="332" y="843"/>
                </a:lnTo>
                <a:lnTo>
                  <a:pt x="326" y="836"/>
                </a:lnTo>
                <a:lnTo>
                  <a:pt x="320" y="830"/>
                </a:lnTo>
                <a:lnTo>
                  <a:pt x="315" y="823"/>
                </a:lnTo>
                <a:lnTo>
                  <a:pt x="309" y="816"/>
                </a:lnTo>
                <a:lnTo>
                  <a:pt x="304" y="809"/>
                </a:lnTo>
                <a:lnTo>
                  <a:pt x="299" y="802"/>
                </a:lnTo>
                <a:lnTo>
                  <a:pt x="294" y="795"/>
                </a:lnTo>
                <a:lnTo>
                  <a:pt x="289" y="788"/>
                </a:lnTo>
                <a:lnTo>
                  <a:pt x="284" y="780"/>
                </a:lnTo>
                <a:lnTo>
                  <a:pt x="280" y="773"/>
                </a:lnTo>
                <a:lnTo>
                  <a:pt x="276" y="765"/>
                </a:lnTo>
                <a:lnTo>
                  <a:pt x="272" y="758"/>
                </a:lnTo>
                <a:lnTo>
                  <a:pt x="268" y="750"/>
                </a:lnTo>
                <a:lnTo>
                  <a:pt x="264" y="742"/>
                </a:lnTo>
                <a:lnTo>
                  <a:pt x="260" y="734"/>
                </a:lnTo>
                <a:lnTo>
                  <a:pt x="257" y="726"/>
                </a:lnTo>
                <a:lnTo>
                  <a:pt x="254" y="717"/>
                </a:lnTo>
                <a:lnTo>
                  <a:pt x="252" y="709"/>
                </a:lnTo>
                <a:lnTo>
                  <a:pt x="248" y="700"/>
                </a:lnTo>
                <a:lnTo>
                  <a:pt x="246" y="692"/>
                </a:lnTo>
                <a:lnTo>
                  <a:pt x="244" y="684"/>
                </a:lnTo>
                <a:lnTo>
                  <a:pt x="241" y="675"/>
                </a:lnTo>
                <a:lnTo>
                  <a:pt x="240" y="666"/>
                </a:lnTo>
                <a:lnTo>
                  <a:pt x="238" y="657"/>
                </a:lnTo>
                <a:lnTo>
                  <a:pt x="236" y="648"/>
                </a:lnTo>
                <a:lnTo>
                  <a:pt x="235" y="640"/>
                </a:lnTo>
                <a:lnTo>
                  <a:pt x="234" y="630"/>
                </a:lnTo>
                <a:lnTo>
                  <a:pt x="233" y="621"/>
                </a:lnTo>
                <a:lnTo>
                  <a:pt x="232" y="612"/>
                </a:lnTo>
                <a:lnTo>
                  <a:pt x="232" y="60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84"/>
                </a:lnTo>
                <a:lnTo>
                  <a:pt x="232" y="575"/>
                </a:lnTo>
                <a:lnTo>
                  <a:pt x="233" y="565"/>
                </a:lnTo>
                <a:lnTo>
                  <a:pt x="234" y="556"/>
                </a:lnTo>
                <a:lnTo>
                  <a:pt x="235" y="548"/>
                </a:lnTo>
                <a:lnTo>
                  <a:pt x="236" y="538"/>
                </a:lnTo>
                <a:lnTo>
                  <a:pt x="238" y="529"/>
                </a:lnTo>
                <a:lnTo>
                  <a:pt x="240" y="520"/>
                </a:lnTo>
                <a:lnTo>
                  <a:pt x="241" y="512"/>
                </a:lnTo>
                <a:lnTo>
                  <a:pt x="244" y="503"/>
                </a:lnTo>
                <a:lnTo>
                  <a:pt x="246" y="495"/>
                </a:lnTo>
                <a:lnTo>
                  <a:pt x="248" y="486"/>
                </a:lnTo>
                <a:lnTo>
                  <a:pt x="252" y="478"/>
                </a:lnTo>
                <a:lnTo>
                  <a:pt x="254" y="469"/>
                </a:lnTo>
                <a:lnTo>
                  <a:pt x="257" y="461"/>
                </a:lnTo>
                <a:lnTo>
                  <a:pt x="260" y="452"/>
                </a:lnTo>
                <a:lnTo>
                  <a:pt x="264" y="444"/>
                </a:lnTo>
                <a:lnTo>
                  <a:pt x="268" y="437"/>
                </a:lnTo>
                <a:lnTo>
                  <a:pt x="272" y="429"/>
                </a:lnTo>
                <a:lnTo>
                  <a:pt x="276" y="421"/>
                </a:lnTo>
                <a:lnTo>
                  <a:pt x="280" y="413"/>
                </a:lnTo>
                <a:lnTo>
                  <a:pt x="284" y="406"/>
                </a:lnTo>
                <a:lnTo>
                  <a:pt x="289" y="399"/>
                </a:lnTo>
                <a:lnTo>
                  <a:pt x="294" y="391"/>
                </a:lnTo>
                <a:lnTo>
                  <a:pt x="299" y="384"/>
                </a:lnTo>
                <a:lnTo>
                  <a:pt x="304" y="377"/>
                </a:lnTo>
                <a:lnTo>
                  <a:pt x="309" y="371"/>
                </a:lnTo>
                <a:lnTo>
                  <a:pt x="315" y="363"/>
                </a:lnTo>
                <a:lnTo>
                  <a:pt x="320" y="357"/>
                </a:lnTo>
                <a:lnTo>
                  <a:pt x="326" y="351"/>
                </a:lnTo>
                <a:lnTo>
                  <a:pt x="332" y="344"/>
                </a:lnTo>
                <a:lnTo>
                  <a:pt x="338" y="338"/>
                </a:lnTo>
                <a:lnTo>
                  <a:pt x="344" y="331"/>
                </a:lnTo>
                <a:lnTo>
                  <a:pt x="351" y="326"/>
                </a:lnTo>
                <a:lnTo>
                  <a:pt x="357" y="320"/>
                </a:lnTo>
                <a:lnTo>
                  <a:pt x="364" y="315"/>
                </a:lnTo>
                <a:lnTo>
                  <a:pt x="370" y="309"/>
                </a:lnTo>
                <a:lnTo>
                  <a:pt x="377" y="303"/>
                </a:lnTo>
                <a:lnTo>
                  <a:pt x="384" y="299"/>
                </a:lnTo>
                <a:lnTo>
                  <a:pt x="392" y="294"/>
                </a:lnTo>
                <a:lnTo>
                  <a:pt x="399" y="289"/>
                </a:lnTo>
                <a:lnTo>
                  <a:pt x="406" y="284"/>
                </a:lnTo>
                <a:lnTo>
                  <a:pt x="413" y="280"/>
                </a:lnTo>
                <a:lnTo>
                  <a:pt x="421" y="276"/>
                </a:lnTo>
                <a:lnTo>
                  <a:pt x="429" y="271"/>
                </a:lnTo>
                <a:lnTo>
                  <a:pt x="437" y="267"/>
                </a:lnTo>
                <a:lnTo>
                  <a:pt x="444" y="264"/>
                </a:lnTo>
                <a:lnTo>
                  <a:pt x="452" y="260"/>
                </a:lnTo>
                <a:lnTo>
                  <a:pt x="461" y="257"/>
                </a:lnTo>
                <a:lnTo>
                  <a:pt x="469" y="254"/>
                </a:lnTo>
                <a:lnTo>
                  <a:pt x="477" y="251"/>
                </a:lnTo>
                <a:lnTo>
                  <a:pt x="486" y="248"/>
                </a:lnTo>
                <a:lnTo>
                  <a:pt x="494" y="246"/>
                </a:lnTo>
                <a:lnTo>
                  <a:pt x="503" y="243"/>
                </a:lnTo>
                <a:lnTo>
                  <a:pt x="512" y="241"/>
                </a:lnTo>
                <a:lnTo>
                  <a:pt x="520" y="239"/>
                </a:lnTo>
                <a:lnTo>
                  <a:pt x="529" y="238"/>
                </a:lnTo>
                <a:lnTo>
                  <a:pt x="538" y="236"/>
                </a:lnTo>
                <a:lnTo>
                  <a:pt x="548" y="235"/>
                </a:lnTo>
                <a:lnTo>
                  <a:pt x="556" y="234"/>
                </a:lnTo>
                <a:lnTo>
                  <a:pt x="565" y="233"/>
                </a:lnTo>
                <a:lnTo>
                  <a:pt x="575" y="232"/>
                </a:lnTo>
                <a:lnTo>
                  <a:pt x="584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603" y="232"/>
                </a:lnTo>
                <a:lnTo>
                  <a:pt x="612" y="232"/>
                </a:lnTo>
                <a:lnTo>
                  <a:pt x="621" y="233"/>
                </a:lnTo>
                <a:lnTo>
                  <a:pt x="630" y="234"/>
                </a:lnTo>
                <a:lnTo>
                  <a:pt x="639" y="235"/>
                </a:lnTo>
                <a:lnTo>
                  <a:pt x="649" y="236"/>
                </a:lnTo>
                <a:lnTo>
                  <a:pt x="657" y="238"/>
                </a:lnTo>
                <a:lnTo>
                  <a:pt x="666" y="239"/>
                </a:lnTo>
                <a:lnTo>
                  <a:pt x="675" y="241"/>
                </a:lnTo>
                <a:lnTo>
                  <a:pt x="684" y="243"/>
                </a:lnTo>
                <a:lnTo>
                  <a:pt x="693" y="246"/>
                </a:lnTo>
                <a:lnTo>
                  <a:pt x="701" y="248"/>
                </a:lnTo>
                <a:lnTo>
                  <a:pt x="709" y="251"/>
                </a:lnTo>
                <a:lnTo>
                  <a:pt x="717" y="254"/>
                </a:lnTo>
                <a:lnTo>
                  <a:pt x="726" y="257"/>
                </a:lnTo>
                <a:lnTo>
                  <a:pt x="733" y="260"/>
                </a:lnTo>
                <a:lnTo>
                  <a:pt x="742" y="264"/>
                </a:lnTo>
                <a:lnTo>
                  <a:pt x="750" y="267"/>
                </a:lnTo>
                <a:lnTo>
                  <a:pt x="757" y="271"/>
                </a:lnTo>
                <a:lnTo>
                  <a:pt x="765" y="276"/>
                </a:lnTo>
                <a:lnTo>
                  <a:pt x="773" y="280"/>
                </a:lnTo>
                <a:lnTo>
                  <a:pt x="781" y="284"/>
                </a:lnTo>
                <a:lnTo>
                  <a:pt x="788" y="289"/>
                </a:lnTo>
                <a:lnTo>
                  <a:pt x="795" y="294"/>
                </a:lnTo>
                <a:lnTo>
                  <a:pt x="802" y="299"/>
                </a:lnTo>
                <a:lnTo>
                  <a:pt x="809" y="303"/>
                </a:lnTo>
                <a:lnTo>
                  <a:pt x="817" y="309"/>
                </a:lnTo>
                <a:lnTo>
                  <a:pt x="823" y="315"/>
                </a:lnTo>
                <a:lnTo>
                  <a:pt x="829" y="320"/>
                </a:lnTo>
                <a:lnTo>
                  <a:pt x="836" y="326"/>
                </a:lnTo>
                <a:lnTo>
                  <a:pt x="842" y="331"/>
                </a:lnTo>
                <a:lnTo>
                  <a:pt x="849" y="338"/>
                </a:lnTo>
                <a:lnTo>
                  <a:pt x="855" y="344"/>
                </a:lnTo>
                <a:lnTo>
                  <a:pt x="861" y="351"/>
                </a:lnTo>
                <a:lnTo>
                  <a:pt x="866" y="357"/>
                </a:lnTo>
                <a:lnTo>
                  <a:pt x="872" y="363"/>
                </a:lnTo>
                <a:lnTo>
                  <a:pt x="877" y="371"/>
                </a:lnTo>
                <a:lnTo>
                  <a:pt x="883" y="377"/>
                </a:lnTo>
                <a:lnTo>
                  <a:pt x="888" y="384"/>
                </a:lnTo>
                <a:lnTo>
                  <a:pt x="893" y="391"/>
                </a:lnTo>
                <a:lnTo>
                  <a:pt x="897" y="399"/>
                </a:lnTo>
                <a:lnTo>
                  <a:pt x="902" y="406"/>
                </a:lnTo>
                <a:lnTo>
                  <a:pt x="906" y="413"/>
                </a:lnTo>
                <a:lnTo>
                  <a:pt x="911" y="421"/>
                </a:lnTo>
                <a:lnTo>
                  <a:pt x="915" y="429"/>
                </a:lnTo>
                <a:lnTo>
                  <a:pt x="919" y="437"/>
                </a:lnTo>
                <a:lnTo>
                  <a:pt x="923" y="444"/>
                </a:lnTo>
                <a:lnTo>
                  <a:pt x="926" y="452"/>
                </a:lnTo>
                <a:lnTo>
                  <a:pt x="929" y="461"/>
                </a:lnTo>
                <a:lnTo>
                  <a:pt x="933" y="469"/>
                </a:lnTo>
                <a:lnTo>
                  <a:pt x="936" y="478"/>
                </a:lnTo>
                <a:lnTo>
                  <a:pt x="938" y="486"/>
                </a:lnTo>
                <a:lnTo>
                  <a:pt x="941" y="495"/>
                </a:lnTo>
                <a:lnTo>
                  <a:pt x="943" y="503"/>
                </a:lnTo>
                <a:lnTo>
                  <a:pt x="945" y="512"/>
                </a:lnTo>
                <a:lnTo>
                  <a:pt x="947" y="520"/>
                </a:lnTo>
                <a:lnTo>
                  <a:pt x="949" y="529"/>
                </a:lnTo>
                <a:lnTo>
                  <a:pt x="950" y="538"/>
                </a:lnTo>
                <a:lnTo>
                  <a:pt x="952" y="548"/>
                </a:lnTo>
                <a:lnTo>
                  <a:pt x="953" y="556"/>
                </a:lnTo>
                <a:lnTo>
                  <a:pt x="953" y="565"/>
                </a:lnTo>
                <a:lnTo>
                  <a:pt x="954" y="575"/>
                </a:lnTo>
                <a:lnTo>
                  <a:pt x="954" y="584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603"/>
                </a:lnTo>
                <a:lnTo>
                  <a:pt x="954" y="612"/>
                </a:lnTo>
                <a:lnTo>
                  <a:pt x="953" y="621"/>
                </a:lnTo>
                <a:lnTo>
                  <a:pt x="953" y="630"/>
                </a:lnTo>
                <a:lnTo>
                  <a:pt x="952" y="640"/>
                </a:lnTo>
                <a:lnTo>
                  <a:pt x="950" y="648"/>
                </a:lnTo>
                <a:lnTo>
                  <a:pt x="949" y="657"/>
                </a:lnTo>
                <a:lnTo>
                  <a:pt x="947" y="666"/>
                </a:lnTo>
                <a:lnTo>
                  <a:pt x="945" y="675"/>
                </a:lnTo>
                <a:lnTo>
                  <a:pt x="943" y="684"/>
                </a:lnTo>
                <a:lnTo>
                  <a:pt x="941" y="692"/>
                </a:lnTo>
                <a:lnTo>
                  <a:pt x="938" y="700"/>
                </a:lnTo>
                <a:lnTo>
                  <a:pt x="936" y="709"/>
                </a:lnTo>
                <a:lnTo>
                  <a:pt x="933" y="717"/>
                </a:lnTo>
                <a:lnTo>
                  <a:pt x="929" y="726"/>
                </a:lnTo>
                <a:lnTo>
                  <a:pt x="926" y="734"/>
                </a:lnTo>
                <a:lnTo>
                  <a:pt x="923" y="742"/>
                </a:lnTo>
                <a:lnTo>
                  <a:pt x="919" y="750"/>
                </a:lnTo>
                <a:lnTo>
                  <a:pt x="915" y="758"/>
                </a:lnTo>
                <a:lnTo>
                  <a:pt x="911" y="765"/>
                </a:lnTo>
                <a:lnTo>
                  <a:pt x="906" y="773"/>
                </a:lnTo>
                <a:lnTo>
                  <a:pt x="902" y="780"/>
                </a:lnTo>
                <a:lnTo>
                  <a:pt x="897" y="788"/>
                </a:lnTo>
                <a:lnTo>
                  <a:pt x="893" y="795"/>
                </a:lnTo>
                <a:lnTo>
                  <a:pt x="888" y="802"/>
                </a:lnTo>
                <a:lnTo>
                  <a:pt x="883" y="809"/>
                </a:lnTo>
                <a:lnTo>
                  <a:pt x="877" y="816"/>
                </a:lnTo>
                <a:lnTo>
                  <a:pt x="872" y="823"/>
                </a:lnTo>
                <a:lnTo>
                  <a:pt x="866" y="830"/>
                </a:lnTo>
                <a:lnTo>
                  <a:pt x="861" y="836"/>
                </a:lnTo>
                <a:lnTo>
                  <a:pt x="855" y="843"/>
                </a:lnTo>
                <a:lnTo>
                  <a:pt x="849" y="848"/>
                </a:lnTo>
                <a:lnTo>
                  <a:pt x="841" y="856"/>
                </a:lnTo>
                <a:lnTo>
                  <a:pt x="832" y="864"/>
                </a:lnTo>
                <a:lnTo>
                  <a:pt x="823" y="872"/>
                </a:lnTo>
                <a:lnTo>
                  <a:pt x="814" y="879"/>
                </a:lnTo>
                <a:lnTo>
                  <a:pt x="805" y="886"/>
                </a:lnTo>
                <a:lnTo>
                  <a:pt x="796" y="892"/>
                </a:lnTo>
                <a:lnTo>
                  <a:pt x="786" y="899"/>
                </a:lnTo>
                <a:lnTo>
                  <a:pt x="777" y="904"/>
                </a:lnTo>
                <a:lnTo>
                  <a:pt x="766" y="910"/>
                </a:lnTo>
                <a:lnTo>
                  <a:pt x="756" y="916"/>
                </a:lnTo>
                <a:lnTo>
                  <a:pt x="745" y="921"/>
                </a:lnTo>
                <a:lnTo>
                  <a:pt x="735" y="925"/>
                </a:lnTo>
                <a:lnTo>
                  <a:pt x="725" y="930"/>
                </a:lnTo>
                <a:lnTo>
                  <a:pt x="713" y="934"/>
                </a:lnTo>
                <a:lnTo>
                  <a:pt x="702" y="938"/>
                </a:lnTo>
                <a:lnTo>
                  <a:pt x="691" y="941"/>
                </a:lnTo>
                <a:lnTo>
                  <a:pt x="699" y="952"/>
                </a:lnTo>
                <a:lnTo>
                  <a:pt x="710" y="949"/>
                </a:lnTo>
                <a:lnTo>
                  <a:pt x="721" y="945"/>
                </a:lnTo>
                <a:lnTo>
                  <a:pt x="733" y="941"/>
                </a:lnTo>
                <a:lnTo>
                  <a:pt x="743" y="936"/>
                </a:lnTo>
                <a:lnTo>
                  <a:pt x="754" y="932"/>
                </a:lnTo>
                <a:lnTo>
                  <a:pt x="765" y="927"/>
                </a:lnTo>
                <a:lnTo>
                  <a:pt x="775" y="921"/>
                </a:lnTo>
                <a:lnTo>
                  <a:pt x="785" y="915"/>
                </a:lnTo>
                <a:lnTo>
                  <a:pt x="795" y="909"/>
                </a:lnTo>
                <a:lnTo>
                  <a:pt x="805" y="903"/>
                </a:lnTo>
                <a:lnTo>
                  <a:pt x="814" y="896"/>
                </a:lnTo>
                <a:lnTo>
                  <a:pt x="823" y="888"/>
                </a:lnTo>
                <a:lnTo>
                  <a:pt x="833" y="881"/>
                </a:lnTo>
                <a:lnTo>
                  <a:pt x="841" y="874"/>
                </a:lnTo>
                <a:lnTo>
                  <a:pt x="850" y="866"/>
                </a:lnTo>
                <a:lnTo>
                  <a:pt x="858" y="858"/>
                </a:lnTo>
                <a:lnTo>
                  <a:pt x="865" y="852"/>
                </a:lnTo>
                <a:lnTo>
                  <a:pt x="871" y="845"/>
                </a:lnTo>
                <a:lnTo>
                  <a:pt x="877" y="838"/>
                </a:lnTo>
                <a:lnTo>
                  <a:pt x="882" y="832"/>
                </a:lnTo>
                <a:lnTo>
                  <a:pt x="888" y="824"/>
                </a:lnTo>
                <a:lnTo>
                  <a:pt x="893" y="817"/>
                </a:lnTo>
                <a:lnTo>
                  <a:pt x="898" y="810"/>
                </a:lnTo>
                <a:lnTo>
                  <a:pt x="904" y="803"/>
                </a:lnTo>
                <a:lnTo>
                  <a:pt x="909" y="795"/>
                </a:lnTo>
                <a:lnTo>
                  <a:pt x="913" y="788"/>
                </a:lnTo>
                <a:lnTo>
                  <a:pt x="918" y="780"/>
                </a:lnTo>
                <a:lnTo>
                  <a:pt x="923" y="772"/>
                </a:lnTo>
                <a:lnTo>
                  <a:pt x="927" y="764"/>
                </a:lnTo>
                <a:lnTo>
                  <a:pt x="931" y="756"/>
                </a:lnTo>
                <a:lnTo>
                  <a:pt x="935" y="748"/>
                </a:lnTo>
                <a:lnTo>
                  <a:pt x="938" y="739"/>
                </a:lnTo>
                <a:lnTo>
                  <a:pt x="941" y="731"/>
                </a:lnTo>
                <a:lnTo>
                  <a:pt x="945" y="722"/>
                </a:lnTo>
                <a:lnTo>
                  <a:pt x="948" y="713"/>
                </a:lnTo>
                <a:lnTo>
                  <a:pt x="951" y="704"/>
                </a:lnTo>
                <a:lnTo>
                  <a:pt x="953" y="696"/>
                </a:lnTo>
                <a:lnTo>
                  <a:pt x="956" y="687"/>
                </a:lnTo>
                <a:lnTo>
                  <a:pt x="958" y="678"/>
                </a:lnTo>
                <a:lnTo>
                  <a:pt x="960" y="669"/>
                </a:lnTo>
                <a:lnTo>
                  <a:pt x="961" y="660"/>
                </a:lnTo>
                <a:lnTo>
                  <a:pt x="964" y="650"/>
                </a:lnTo>
                <a:lnTo>
                  <a:pt x="965" y="641"/>
                </a:lnTo>
                <a:lnTo>
                  <a:pt x="965" y="632"/>
                </a:lnTo>
                <a:lnTo>
                  <a:pt x="967" y="622"/>
                </a:lnTo>
                <a:lnTo>
                  <a:pt x="967" y="612"/>
                </a:lnTo>
                <a:lnTo>
                  <a:pt x="968" y="60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84"/>
                </a:lnTo>
                <a:lnTo>
                  <a:pt x="967" y="574"/>
                </a:lnTo>
                <a:lnTo>
                  <a:pt x="967" y="564"/>
                </a:lnTo>
                <a:lnTo>
                  <a:pt x="965" y="555"/>
                </a:lnTo>
                <a:lnTo>
                  <a:pt x="965" y="546"/>
                </a:lnTo>
                <a:lnTo>
                  <a:pt x="964" y="536"/>
                </a:lnTo>
                <a:lnTo>
                  <a:pt x="961" y="527"/>
                </a:lnTo>
                <a:lnTo>
                  <a:pt x="960" y="518"/>
                </a:lnTo>
                <a:lnTo>
                  <a:pt x="958" y="509"/>
                </a:lnTo>
                <a:lnTo>
                  <a:pt x="956" y="500"/>
                </a:lnTo>
                <a:lnTo>
                  <a:pt x="953" y="491"/>
                </a:lnTo>
                <a:lnTo>
                  <a:pt x="951" y="482"/>
                </a:lnTo>
                <a:lnTo>
                  <a:pt x="948" y="473"/>
                </a:lnTo>
                <a:lnTo>
                  <a:pt x="945" y="464"/>
                </a:lnTo>
                <a:lnTo>
                  <a:pt x="941" y="456"/>
                </a:lnTo>
                <a:lnTo>
                  <a:pt x="938" y="448"/>
                </a:lnTo>
                <a:lnTo>
                  <a:pt x="935" y="439"/>
                </a:lnTo>
                <a:lnTo>
                  <a:pt x="931" y="431"/>
                </a:lnTo>
                <a:lnTo>
                  <a:pt x="927" y="423"/>
                </a:lnTo>
                <a:lnTo>
                  <a:pt x="923" y="415"/>
                </a:lnTo>
                <a:lnTo>
                  <a:pt x="918" y="407"/>
                </a:lnTo>
                <a:lnTo>
                  <a:pt x="913" y="399"/>
                </a:lnTo>
                <a:lnTo>
                  <a:pt x="909" y="391"/>
                </a:lnTo>
                <a:lnTo>
                  <a:pt x="904" y="383"/>
                </a:lnTo>
                <a:lnTo>
                  <a:pt x="898" y="376"/>
                </a:lnTo>
                <a:lnTo>
                  <a:pt x="893" y="369"/>
                </a:lnTo>
                <a:lnTo>
                  <a:pt x="888" y="362"/>
                </a:lnTo>
                <a:lnTo>
                  <a:pt x="882" y="355"/>
                </a:lnTo>
                <a:lnTo>
                  <a:pt x="877" y="348"/>
                </a:lnTo>
                <a:lnTo>
                  <a:pt x="871" y="342"/>
                </a:lnTo>
                <a:lnTo>
                  <a:pt x="865" y="335"/>
                </a:lnTo>
                <a:lnTo>
                  <a:pt x="858" y="328"/>
                </a:lnTo>
                <a:lnTo>
                  <a:pt x="852" y="322"/>
                </a:lnTo>
                <a:lnTo>
                  <a:pt x="845" y="316"/>
                </a:lnTo>
                <a:lnTo>
                  <a:pt x="838" y="310"/>
                </a:lnTo>
                <a:lnTo>
                  <a:pt x="832" y="304"/>
                </a:lnTo>
                <a:lnTo>
                  <a:pt x="825" y="299"/>
                </a:lnTo>
                <a:lnTo>
                  <a:pt x="817" y="293"/>
                </a:lnTo>
                <a:lnTo>
                  <a:pt x="810" y="288"/>
                </a:lnTo>
                <a:lnTo>
                  <a:pt x="803" y="283"/>
                </a:lnTo>
                <a:lnTo>
                  <a:pt x="795" y="278"/>
                </a:lnTo>
                <a:lnTo>
                  <a:pt x="787" y="273"/>
                </a:lnTo>
                <a:lnTo>
                  <a:pt x="780" y="268"/>
                </a:lnTo>
                <a:lnTo>
                  <a:pt x="772" y="264"/>
                </a:lnTo>
                <a:lnTo>
                  <a:pt x="764" y="259"/>
                </a:lnTo>
                <a:lnTo>
                  <a:pt x="756" y="255"/>
                </a:lnTo>
                <a:lnTo>
                  <a:pt x="748" y="251"/>
                </a:lnTo>
                <a:lnTo>
                  <a:pt x="739" y="248"/>
                </a:lnTo>
                <a:lnTo>
                  <a:pt x="731" y="245"/>
                </a:lnTo>
                <a:lnTo>
                  <a:pt x="722" y="242"/>
                </a:lnTo>
                <a:lnTo>
                  <a:pt x="713" y="239"/>
                </a:lnTo>
                <a:lnTo>
                  <a:pt x="705" y="235"/>
                </a:lnTo>
                <a:lnTo>
                  <a:pt x="696" y="233"/>
                </a:lnTo>
                <a:lnTo>
                  <a:pt x="687" y="231"/>
                </a:lnTo>
                <a:lnTo>
                  <a:pt x="678" y="228"/>
                </a:lnTo>
                <a:lnTo>
                  <a:pt x="669" y="227"/>
                </a:lnTo>
                <a:lnTo>
                  <a:pt x="660" y="225"/>
                </a:lnTo>
                <a:lnTo>
                  <a:pt x="650" y="223"/>
                </a:lnTo>
                <a:lnTo>
                  <a:pt x="641" y="222"/>
                </a:lnTo>
                <a:lnTo>
                  <a:pt x="632" y="221"/>
                </a:lnTo>
                <a:lnTo>
                  <a:pt x="622" y="220"/>
                </a:lnTo>
                <a:lnTo>
                  <a:pt x="613" y="219"/>
                </a:lnTo>
                <a:lnTo>
                  <a:pt x="60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close/>
                <a:moveTo>
                  <a:pt x="593" y="14"/>
                </a:move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78" y="14"/>
                </a:lnTo>
                <a:lnTo>
                  <a:pt x="564" y="15"/>
                </a:lnTo>
                <a:lnTo>
                  <a:pt x="548" y="15"/>
                </a:lnTo>
                <a:lnTo>
                  <a:pt x="534" y="16"/>
                </a:lnTo>
                <a:lnTo>
                  <a:pt x="520" y="19"/>
                </a:lnTo>
                <a:lnTo>
                  <a:pt x="505" y="20"/>
                </a:lnTo>
                <a:lnTo>
                  <a:pt x="491" y="23"/>
                </a:lnTo>
                <a:lnTo>
                  <a:pt x="476" y="26"/>
                </a:lnTo>
                <a:lnTo>
                  <a:pt x="463" y="28"/>
                </a:lnTo>
                <a:lnTo>
                  <a:pt x="448" y="32"/>
                </a:lnTo>
                <a:lnTo>
                  <a:pt x="435" y="35"/>
                </a:lnTo>
                <a:lnTo>
                  <a:pt x="421" y="40"/>
                </a:lnTo>
                <a:lnTo>
                  <a:pt x="408" y="44"/>
                </a:lnTo>
                <a:lnTo>
                  <a:pt x="394" y="49"/>
                </a:lnTo>
                <a:lnTo>
                  <a:pt x="381" y="54"/>
                </a:lnTo>
                <a:lnTo>
                  <a:pt x="368" y="59"/>
                </a:lnTo>
                <a:lnTo>
                  <a:pt x="355" y="65"/>
                </a:lnTo>
                <a:lnTo>
                  <a:pt x="342" y="71"/>
                </a:lnTo>
                <a:lnTo>
                  <a:pt x="329" y="77"/>
                </a:lnTo>
                <a:lnTo>
                  <a:pt x="317" y="83"/>
                </a:lnTo>
                <a:lnTo>
                  <a:pt x="305" y="91"/>
                </a:lnTo>
                <a:lnTo>
                  <a:pt x="292" y="98"/>
                </a:lnTo>
                <a:lnTo>
                  <a:pt x="281" y="105"/>
                </a:lnTo>
                <a:lnTo>
                  <a:pt x="269" y="113"/>
                </a:lnTo>
                <a:lnTo>
                  <a:pt x="258" y="120"/>
                </a:lnTo>
                <a:lnTo>
                  <a:pt x="247" y="129"/>
                </a:lnTo>
                <a:lnTo>
                  <a:pt x="236" y="137"/>
                </a:lnTo>
                <a:lnTo>
                  <a:pt x="224" y="146"/>
                </a:lnTo>
                <a:lnTo>
                  <a:pt x="214" y="155"/>
                </a:lnTo>
                <a:lnTo>
                  <a:pt x="203" y="164"/>
                </a:lnTo>
                <a:lnTo>
                  <a:pt x="193" y="174"/>
                </a:lnTo>
                <a:lnTo>
                  <a:pt x="183" y="183"/>
                </a:lnTo>
                <a:lnTo>
                  <a:pt x="174" y="194"/>
                </a:lnTo>
                <a:lnTo>
                  <a:pt x="164" y="203"/>
                </a:lnTo>
                <a:lnTo>
                  <a:pt x="155" y="214"/>
                </a:lnTo>
                <a:lnTo>
                  <a:pt x="146" y="224"/>
                </a:lnTo>
                <a:lnTo>
                  <a:pt x="137" y="235"/>
                </a:lnTo>
                <a:lnTo>
                  <a:pt x="129" y="247"/>
                </a:lnTo>
                <a:lnTo>
                  <a:pt x="120" y="258"/>
                </a:lnTo>
                <a:lnTo>
                  <a:pt x="112" y="269"/>
                </a:lnTo>
                <a:lnTo>
                  <a:pt x="105" y="281"/>
                </a:lnTo>
                <a:lnTo>
                  <a:pt x="98" y="292"/>
                </a:lnTo>
                <a:lnTo>
                  <a:pt x="91" y="305"/>
                </a:lnTo>
                <a:lnTo>
                  <a:pt x="83" y="317"/>
                </a:lnTo>
                <a:lnTo>
                  <a:pt x="77" y="330"/>
                </a:lnTo>
                <a:lnTo>
                  <a:pt x="71" y="342"/>
                </a:lnTo>
                <a:lnTo>
                  <a:pt x="65" y="355"/>
                </a:lnTo>
                <a:lnTo>
                  <a:pt x="59" y="367"/>
                </a:lnTo>
                <a:lnTo>
                  <a:pt x="54" y="381"/>
                </a:lnTo>
                <a:lnTo>
                  <a:pt x="49" y="394"/>
                </a:lnTo>
                <a:lnTo>
                  <a:pt x="44" y="408"/>
                </a:lnTo>
                <a:lnTo>
                  <a:pt x="39" y="421"/>
                </a:lnTo>
                <a:lnTo>
                  <a:pt x="35" y="435"/>
                </a:lnTo>
                <a:lnTo>
                  <a:pt x="32" y="448"/>
                </a:lnTo>
                <a:lnTo>
                  <a:pt x="28" y="463"/>
                </a:lnTo>
                <a:lnTo>
                  <a:pt x="25" y="476"/>
                </a:lnTo>
                <a:lnTo>
                  <a:pt x="23" y="491"/>
                </a:lnTo>
                <a:lnTo>
                  <a:pt x="20" y="505"/>
                </a:lnTo>
                <a:lnTo>
                  <a:pt x="18" y="520"/>
                </a:lnTo>
                <a:lnTo>
                  <a:pt x="16" y="534"/>
                </a:lnTo>
                <a:lnTo>
                  <a:pt x="15" y="548"/>
                </a:lnTo>
                <a:lnTo>
                  <a:pt x="15" y="564"/>
                </a:lnTo>
                <a:lnTo>
                  <a:pt x="14" y="578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608"/>
                </a:lnTo>
                <a:lnTo>
                  <a:pt x="15" y="623"/>
                </a:lnTo>
                <a:lnTo>
                  <a:pt x="15" y="638"/>
                </a:lnTo>
                <a:lnTo>
                  <a:pt x="16" y="652"/>
                </a:lnTo>
                <a:lnTo>
                  <a:pt x="18" y="667"/>
                </a:lnTo>
                <a:lnTo>
                  <a:pt x="20" y="682"/>
                </a:lnTo>
                <a:lnTo>
                  <a:pt x="23" y="696"/>
                </a:lnTo>
                <a:lnTo>
                  <a:pt x="25" y="710"/>
                </a:lnTo>
                <a:lnTo>
                  <a:pt x="28" y="724"/>
                </a:lnTo>
                <a:lnTo>
                  <a:pt x="32" y="738"/>
                </a:lnTo>
                <a:lnTo>
                  <a:pt x="35" y="752"/>
                </a:lnTo>
                <a:lnTo>
                  <a:pt x="40" y="765"/>
                </a:lnTo>
                <a:lnTo>
                  <a:pt x="44" y="779"/>
                </a:lnTo>
                <a:lnTo>
                  <a:pt x="49" y="792"/>
                </a:lnTo>
                <a:lnTo>
                  <a:pt x="54" y="806"/>
                </a:lnTo>
                <a:lnTo>
                  <a:pt x="59" y="819"/>
                </a:lnTo>
                <a:lnTo>
                  <a:pt x="65" y="832"/>
                </a:lnTo>
                <a:lnTo>
                  <a:pt x="71" y="844"/>
                </a:lnTo>
                <a:lnTo>
                  <a:pt x="77" y="857"/>
                </a:lnTo>
                <a:lnTo>
                  <a:pt x="83" y="869"/>
                </a:lnTo>
                <a:lnTo>
                  <a:pt x="91" y="882"/>
                </a:lnTo>
                <a:lnTo>
                  <a:pt x="98" y="894"/>
                </a:lnTo>
                <a:lnTo>
                  <a:pt x="105" y="906"/>
                </a:lnTo>
                <a:lnTo>
                  <a:pt x="112" y="917"/>
                </a:lnTo>
                <a:lnTo>
                  <a:pt x="120" y="928"/>
                </a:lnTo>
                <a:lnTo>
                  <a:pt x="129" y="940"/>
                </a:lnTo>
                <a:lnTo>
                  <a:pt x="137" y="951"/>
                </a:lnTo>
                <a:lnTo>
                  <a:pt x="146" y="962"/>
                </a:lnTo>
                <a:lnTo>
                  <a:pt x="155" y="972"/>
                </a:lnTo>
                <a:lnTo>
                  <a:pt x="164" y="983"/>
                </a:lnTo>
                <a:lnTo>
                  <a:pt x="174" y="993"/>
                </a:lnTo>
                <a:lnTo>
                  <a:pt x="183" y="1003"/>
                </a:lnTo>
                <a:lnTo>
                  <a:pt x="193" y="1012"/>
                </a:lnTo>
                <a:lnTo>
                  <a:pt x="203" y="1022"/>
                </a:lnTo>
                <a:lnTo>
                  <a:pt x="214" y="1032"/>
                </a:lnTo>
                <a:lnTo>
                  <a:pt x="224" y="1040"/>
                </a:lnTo>
                <a:lnTo>
                  <a:pt x="236" y="1049"/>
                </a:lnTo>
                <a:lnTo>
                  <a:pt x="247" y="1058"/>
                </a:lnTo>
                <a:lnTo>
                  <a:pt x="258" y="1066"/>
                </a:lnTo>
                <a:lnTo>
                  <a:pt x="269" y="1074"/>
                </a:lnTo>
                <a:lnTo>
                  <a:pt x="281" y="1081"/>
                </a:lnTo>
                <a:lnTo>
                  <a:pt x="292" y="1089"/>
                </a:lnTo>
                <a:lnTo>
                  <a:pt x="305" y="1096"/>
                </a:lnTo>
                <a:lnTo>
                  <a:pt x="317" y="1103"/>
                </a:lnTo>
                <a:lnTo>
                  <a:pt x="329" y="1109"/>
                </a:lnTo>
                <a:lnTo>
                  <a:pt x="342" y="1116"/>
                </a:lnTo>
                <a:lnTo>
                  <a:pt x="355" y="1121"/>
                </a:lnTo>
                <a:lnTo>
                  <a:pt x="368" y="1127"/>
                </a:lnTo>
                <a:lnTo>
                  <a:pt x="381" y="1133"/>
                </a:lnTo>
                <a:lnTo>
                  <a:pt x="394" y="1138"/>
                </a:lnTo>
                <a:lnTo>
                  <a:pt x="408" y="1142"/>
                </a:lnTo>
                <a:lnTo>
                  <a:pt x="421" y="1147"/>
                </a:lnTo>
                <a:lnTo>
                  <a:pt x="435" y="1151"/>
                </a:lnTo>
                <a:lnTo>
                  <a:pt x="448" y="1155"/>
                </a:lnTo>
                <a:lnTo>
                  <a:pt x="463" y="1158"/>
                </a:lnTo>
                <a:lnTo>
                  <a:pt x="476" y="1161"/>
                </a:lnTo>
                <a:lnTo>
                  <a:pt x="491" y="1164"/>
                </a:lnTo>
                <a:lnTo>
                  <a:pt x="505" y="1166"/>
                </a:lnTo>
                <a:lnTo>
                  <a:pt x="520" y="1169"/>
                </a:lnTo>
                <a:lnTo>
                  <a:pt x="534" y="1170"/>
                </a:lnTo>
                <a:lnTo>
                  <a:pt x="548" y="1171"/>
                </a:lnTo>
                <a:lnTo>
                  <a:pt x="564" y="1172"/>
                </a:lnTo>
                <a:lnTo>
                  <a:pt x="578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609" y="1173"/>
                </a:lnTo>
                <a:lnTo>
                  <a:pt x="623" y="1172"/>
                </a:lnTo>
                <a:lnTo>
                  <a:pt x="638" y="1171"/>
                </a:lnTo>
                <a:lnTo>
                  <a:pt x="653" y="1170"/>
                </a:lnTo>
                <a:lnTo>
                  <a:pt x="667" y="1169"/>
                </a:lnTo>
                <a:lnTo>
                  <a:pt x="681" y="1166"/>
                </a:lnTo>
                <a:lnTo>
                  <a:pt x="696" y="1164"/>
                </a:lnTo>
                <a:lnTo>
                  <a:pt x="710" y="1161"/>
                </a:lnTo>
                <a:lnTo>
                  <a:pt x="725" y="1158"/>
                </a:lnTo>
                <a:lnTo>
                  <a:pt x="738" y="1155"/>
                </a:lnTo>
                <a:lnTo>
                  <a:pt x="752" y="1151"/>
                </a:lnTo>
                <a:lnTo>
                  <a:pt x="765" y="1147"/>
                </a:lnTo>
                <a:lnTo>
                  <a:pt x="779" y="1142"/>
                </a:lnTo>
                <a:lnTo>
                  <a:pt x="793" y="1138"/>
                </a:lnTo>
                <a:lnTo>
                  <a:pt x="806" y="1133"/>
                </a:lnTo>
                <a:lnTo>
                  <a:pt x="819" y="1127"/>
                </a:lnTo>
                <a:lnTo>
                  <a:pt x="832" y="1121"/>
                </a:lnTo>
                <a:lnTo>
                  <a:pt x="845" y="1116"/>
                </a:lnTo>
                <a:lnTo>
                  <a:pt x="857" y="1109"/>
                </a:lnTo>
                <a:lnTo>
                  <a:pt x="869" y="1103"/>
                </a:lnTo>
                <a:lnTo>
                  <a:pt x="882" y="1096"/>
                </a:lnTo>
                <a:lnTo>
                  <a:pt x="893" y="1089"/>
                </a:lnTo>
                <a:lnTo>
                  <a:pt x="905" y="1081"/>
                </a:lnTo>
                <a:lnTo>
                  <a:pt x="917" y="1074"/>
                </a:lnTo>
                <a:lnTo>
                  <a:pt x="929" y="1066"/>
                </a:lnTo>
                <a:lnTo>
                  <a:pt x="940" y="1058"/>
                </a:lnTo>
                <a:lnTo>
                  <a:pt x="951" y="1049"/>
                </a:lnTo>
                <a:lnTo>
                  <a:pt x="961" y="1040"/>
                </a:lnTo>
                <a:lnTo>
                  <a:pt x="973" y="1032"/>
                </a:lnTo>
                <a:lnTo>
                  <a:pt x="983" y="1022"/>
                </a:lnTo>
                <a:lnTo>
                  <a:pt x="994" y="1012"/>
                </a:lnTo>
                <a:lnTo>
                  <a:pt x="1003" y="1003"/>
                </a:lnTo>
                <a:lnTo>
                  <a:pt x="1013" y="993"/>
                </a:lnTo>
                <a:lnTo>
                  <a:pt x="1022" y="983"/>
                </a:lnTo>
                <a:lnTo>
                  <a:pt x="1032" y="972"/>
                </a:lnTo>
                <a:lnTo>
                  <a:pt x="1041" y="962"/>
                </a:lnTo>
                <a:lnTo>
                  <a:pt x="1050" y="951"/>
                </a:lnTo>
                <a:lnTo>
                  <a:pt x="1058" y="940"/>
                </a:lnTo>
                <a:lnTo>
                  <a:pt x="1066" y="928"/>
                </a:lnTo>
                <a:lnTo>
                  <a:pt x="1074" y="917"/>
                </a:lnTo>
                <a:lnTo>
                  <a:pt x="1082" y="906"/>
                </a:lnTo>
                <a:lnTo>
                  <a:pt x="1089" y="894"/>
                </a:lnTo>
                <a:lnTo>
                  <a:pt x="1096" y="882"/>
                </a:lnTo>
                <a:lnTo>
                  <a:pt x="1103" y="869"/>
                </a:lnTo>
                <a:lnTo>
                  <a:pt x="1110" y="857"/>
                </a:lnTo>
                <a:lnTo>
                  <a:pt x="1116" y="844"/>
                </a:lnTo>
                <a:lnTo>
                  <a:pt x="1122" y="832"/>
                </a:lnTo>
                <a:lnTo>
                  <a:pt x="1127" y="819"/>
                </a:lnTo>
                <a:lnTo>
                  <a:pt x="1133" y="806"/>
                </a:lnTo>
                <a:lnTo>
                  <a:pt x="1138" y="792"/>
                </a:lnTo>
                <a:lnTo>
                  <a:pt x="1142" y="779"/>
                </a:lnTo>
                <a:lnTo>
                  <a:pt x="1147" y="765"/>
                </a:lnTo>
                <a:lnTo>
                  <a:pt x="1151" y="752"/>
                </a:lnTo>
                <a:lnTo>
                  <a:pt x="1154" y="738"/>
                </a:lnTo>
                <a:lnTo>
                  <a:pt x="1158" y="724"/>
                </a:lnTo>
                <a:lnTo>
                  <a:pt x="1162" y="710"/>
                </a:lnTo>
                <a:lnTo>
                  <a:pt x="1164" y="696"/>
                </a:lnTo>
                <a:lnTo>
                  <a:pt x="1166" y="682"/>
                </a:lnTo>
                <a:lnTo>
                  <a:pt x="1168" y="667"/>
                </a:lnTo>
                <a:lnTo>
                  <a:pt x="1170" y="652"/>
                </a:lnTo>
                <a:lnTo>
                  <a:pt x="1171" y="638"/>
                </a:lnTo>
                <a:lnTo>
                  <a:pt x="1172" y="623"/>
                </a:lnTo>
                <a:lnTo>
                  <a:pt x="1173" y="608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78"/>
                </a:lnTo>
                <a:lnTo>
                  <a:pt x="1172" y="564"/>
                </a:lnTo>
                <a:lnTo>
                  <a:pt x="1171" y="548"/>
                </a:lnTo>
                <a:lnTo>
                  <a:pt x="1170" y="534"/>
                </a:lnTo>
                <a:lnTo>
                  <a:pt x="1168" y="520"/>
                </a:lnTo>
                <a:lnTo>
                  <a:pt x="1166" y="505"/>
                </a:lnTo>
                <a:lnTo>
                  <a:pt x="1164" y="491"/>
                </a:lnTo>
                <a:lnTo>
                  <a:pt x="1162" y="476"/>
                </a:lnTo>
                <a:lnTo>
                  <a:pt x="1158" y="463"/>
                </a:lnTo>
                <a:lnTo>
                  <a:pt x="1154" y="448"/>
                </a:lnTo>
                <a:lnTo>
                  <a:pt x="1151" y="435"/>
                </a:lnTo>
                <a:lnTo>
                  <a:pt x="1147" y="421"/>
                </a:lnTo>
                <a:lnTo>
                  <a:pt x="1142" y="408"/>
                </a:lnTo>
                <a:lnTo>
                  <a:pt x="1138" y="394"/>
                </a:lnTo>
                <a:lnTo>
                  <a:pt x="1133" y="381"/>
                </a:lnTo>
                <a:lnTo>
                  <a:pt x="1127" y="367"/>
                </a:lnTo>
                <a:lnTo>
                  <a:pt x="1122" y="355"/>
                </a:lnTo>
                <a:lnTo>
                  <a:pt x="1116" y="342"/>
                </a:lnTo>
                <a:lnTo>
                  <a:pt x="1110" y="330"/>
                </a:lnTo>
                <a:lnTo>
                  <a:pt x="1103" y="317"/>
                </a:lnTo>
                <a:lnTo>
                  <a:pt x="1096" y="305"/>
                </a:lnTo>
                <a:lnTo>
                  <a:pt x="1089" y="292"/>
                </a:lnTo>
                <a:lnTo>
                  <a:pt x="1082" y="281"/>
                </a:lnTo>
                <a:lnTo>
                  <a:pt x="1074" y="269"/>
                </a:lnTo>
                <a:lnTo>
                  <a:pt x="1066" y="258"/>
                </a:lnTo>
                <a:lnTo>
                  <a:pt x="1058" y="247"/>
                </a:lnTo>
                <a:lnTo>
                  <a:pt x="1050" y="235"/>
                </a:lnTo>
                <a:lnTo>
                  <a:pt x="1041" y="224"/>
                </a:lnTo>
                <a:lnTo>
                  <a:pt x="1032" y="214"/>
                </a:lnTo>
                <a:lnTo>
                  <a:pt x="1022" y="203"/>
                </a:lnTo>
                <a:lnTo>
                  <a:pt x="1013" y="194"/>
                </a:lnTo>
                <a:lnTo>
                  <a:pt x="1003" y="183"/>
                </a:lnTo>
                <a:lnTo>
                  <a:pt x="994" y="174"/>
                </a:lnTo>
                <a:lnTo>
                  <a:pt x="983" y="164"/>
                </a:lnTo>
                <a:lnTo>
                  <a:pt x="973" y="155"/>
                </a:lnTo>
                <a:lnTo>
                  <a:pt x="961" y="146"/>
                </a:lnTo>
                <a:lnTo>
                  <a:pt x="951" y="137"/>
                </a:lnTo>
                <a:lnTo>
                  <a:pt x="940" y="129"/>
                </a:lnTo>
                <a:lnTo>
                  <a:pt x="929" y="120"/>
                </a:lnTo>
                <a:lnTo>
                  <a:pt x="917" y="113"/>
                </a:lnTo>
                <a:lnTo>
                  <a:pt x="905" y="105"/>
                </a:lnTo>
                <a:lnTo>
                  <a:pt x="893" y="98"/>
                </a:lnTo>
                <a:lnTo>
                  <a:pt x="882" y="91"/>
                </a:lnTo>
                <a:lnTo>
                  <a:pt x="869" y="83"/>
                </a:lnTo>
                <a:lnTo>
                  <a:pt x="857" y="77"/>
                </a:lnTo>
                <a:lnTo>
                  <a:pt x="845" y="71"/>
                </a:lnTo>
                <a:lnTo>
                  <a:pt x="832" y="65"/>
                </a:lnTo>
                <a:lnTo>
                  <a:pt x="819" y="59"/>
                </a:lnTo>
                <a:lnTo>
                  <a:pt x="806" y="54"/>
                </a:lnTo>
                <a:lnTo>
                  <a:pt x="793" y="49"/>
                </a:lnTo>
                <a:lnTo>
                  <a:pt x="779" y="44"/>
                </a:lnTo>
                <a:lnTo>
                  <a:pt x="765" y="40"/>
                </a:lnTo>
                <a:lnTo>
                  <a:pt x="752" y="35"/>
                </a:lnTo>
                <a:lnTo>
                  <a:pt x="738" y="32"/>
                </a:lnTo>
                <a:lnTo>
                  <a:pt x="725" y="28"/>
                </a:lnTo>
                <a:lnTo>
                  <a:pt x="710" y="26"/>
                </a:lnTo>
                <a:lnTo>
                  <a:pt x="696" y="23"/>
                </a:lnTo>
                <a:lnTo>
                  <a:pt x="681" y="20"/>
                </a:lnTo>
                <a:lnTo>
                  <a:pt x="667" y="19"/>
                </a:lnTo>
                <a:lnTo>
                  <a:pt x="653" y="16"/>
                </a:lnTo>
                <a:lnTo>
                  <a:pt x="638" y="15"/>
                </a:lnTo>
                <a:lnTo>
                  <a:pt x="623" y="15"/>
                </a:lnTo>
                <a:lnTo>
                  <a:pt x="609" y="14"/>
                </a:lnTo>
                <a:lnTo>
                  <a:pt x="593" y="1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íŝ1íḑe">
            <a:extLst>
              <a:ext uri="{FF2B5EF4-FFF2-40B4-BE49-F238E27FC236}">
                <a16:creationId xmlns:a16="http://schemas.microsoft.com/office/drawing/2014/main" id="{F1EFBEE8-077A-4295-909B-D30EAD0E47B1}"/>
              </a:ext>
            </a:extLst>
          </p:cNvPr>
          <p:cNvSpPr>
            <a:spLocks noGrp="1"/>
          </p:cNvSpPr>
          <p:nvPr/>
        </p:nvSpPr>
        <p:spPr>
          <a:xfrm>
            <a:off x="947160" y="652320"/>
            <a:ext cx="118800" cy="84960"/>
          </a:xfrm>
          <a:custGeom>
            <a:avLst/>
            <a:gdLst>
              <a:gd name="textAreaLeft" fmla="*/ 0 w 118800"/>
              <a:gd name="textAreaRight" fmla="*/ 119160 w 118800"/>
              <a:gd name="textAreaTop" fmla="*/ 0 h 84960"/>
              <a:gd name="textAreaBottom" fmla="*/ 85320 h 84960"/>
              <a:gd name="GluePoint1X" fmla="*/ 121 w 273"/>
              <a:gd name="GluePoint1Y" fmla="*/ 190 h 195"/>
              <a:gd name="GluePoint2X" fmla="*/ 157 w 273"/>
              <a:gd name="GluePoint2Y" fmla="*/ 186 h 195"/>
              <a:gd name="GluePoint3X" fmla="*/ 184 w 273"/>
              <a:gd name="GluePoint3Y" fmla="*/ 151 h 195"/>
              <a:gd name="GluePoint4X" fmla="*/ 206 w 273"/>
              <a:gd name="GluePoint4Y" fmla="*/ 133 h 195"/>
              <a:gd name="GluePoint5X" fmla="*/ 247 w 273"/>
              <a:gd name="GluePoint5Y" fmla="*/ 119 h 195"/>
              <a:gd name="GluePoint6X" fmla="*/ 273 w 273"/>
              <a:gd name="GluePoint6Y" fmla="*/ 102 h 195"/>
              <a:gd name="GluePoint7X" fmla="*/ 245 w 273"/>
              <a:gd name="GluePoint7Y" fmla="*/ 71 h 195"/>
              <a:gd name="GluePoint8X" fmla="*/ 216 w 273"/>
              <a:gd name="GluePoint8Y" fmla="*/ 35 h 195"/>
              <a:gd name="GluePoint9X" fmla="*/ 207 w 273"/>
              <a:gd name="GluePoint9Y" fmla="*/ 1 h 195"/>
              <a:gd name="GluePoint10X" fmla="*/ 172 w 273"/>
              <a:gd name="GluePoint10Y" fmla="*/ 9 h 195"/>
              <a:gd name="GluePoint11X" fmla="*/ 129 w 273"/>
              <a:gd name="GluePoint11Y" fmla="*/ 24 h 195"/>
              <a:gd name="GluePoint12X" fmla="*/ 76 w 273"/>
              <a:gd name="GluePoint12Y" fmla="*/ 2 h 195"/>
              <a:gd name="GluePoint13X" fmla="*/ 62 w 273"/>
              <a:gd name="GluePoint13Y" fmla="*/ 6 h 195"/>
              <a:gd name="GluePoint14X" fmla="*/ 49 w 273"/>
              <a:gd name="GluePoint14Y" fmla="*/ 57 h 195"/>
              <a:gd name="GluePoint15X" fmla="*/ 15 w 273"/>
              <a:gd name="GluePoint15Y" fmla="*/ 89 h 195"/>
              <a:gd name="GluePoint16X" fmla="*/ 1 w 273"/>
              <a:gd name="GluePoint16Y" fmla="*/ 108 h 195"/>
              <a:gd name="GluePoint17X" fmla="*/ 46 w 273"/>
              <a:gd name="GluePoint17Y" fmla="*/ 132 h 195"/>
              <a:gd name="GluePoint18X" fmla="*/ 76 w 273"/>
              <a:gd name="GluePoint18Y" fmla="*/ 132 h 195"/>
              <a:gd name="GluePoint19X" fmla="*/ 130 w 273"/>
              <a:gd name="GluePoint19Y" fmla="*/ 100 h 195"/>
              <a:gd name="GluePoint20X" fmla="*/ 110 w 273"/>
              <a:gd name="GluePoint20Y" fmla="*/ 80 h 195"/>
              <a:gd name="GluePoint21X" fmla="*/ 105 w 273"/>
              <a:gd name="GluePoint21Y" fmla="*/ 85 h 195"/>
              <a:gd name="GluePoint22X" fmla="*/ 69 w 273"/>
              <a:gd name="GluePoint22Y" fmla="*/ 56 h 195"/>
              <a:gd name="GluePoint23X" fmla="*/ 73 w 273"/>
              <a:gd name="GluePoint23Y" fmla="*/ 13 h 195"/>
              <a:gd name="GluePoint24X" fmla="*/ 119 w 273"/>
              <a:gd name="GluePoint24Y" fmla="*/ 31 h 195"/>
              <a:gd name="GluePoint25X" fmla="*/ 154 w 273"/>
              <a:gd name="GluePoint25Y" fmla="*/ 31 h 195"/>
              <a:gd name="GluePoint26X" fmla="*/ 199 w 273"/>
              <a:gd name="GluePoint26Y" fmla="*/ 13 h 195"/>
              <a:gd name="GluePoint27X" fmla="*/ 205 w 273"/>
              <a:gd name="GluePoint27Y" fmla="*/ 56 h 195"/>
              <a:gd name="GluePoint28X" fmla="*/ 168 w 273"/>
              <a:gd name="GluePoint28Y" fmla="*/ 85 h 195"/>
              <a:gd name="GluePoint29X" fmla="*/ 163 w 273"/>
              <a:gd name="GluePoint29Y" fmla="*/ 80 h 195"/>
              <a:gd name="GluePoint30X" fmla="*/ 142 w 273"/>
              <a:gd name="GluePoint30Y" fmla="*/ 100 h 195"/>
              <a:gd name="GluePoint31X" fmla="*/ 145 w 273"/>
              <a:gd name="GluePoint31Y" fmla="*/ 54 h 195"/>
              <a:gd name="GluePoint32X" fmla="*/ 130 w 273"/>
              <a:gd name="GluePoint32Y" fmla="*/ 61 h 195"/>
              <a:gd name="GluePoint33X" fmla="*/ 137 w 273"/>
              <a:gd name="GluePoint33Y" fmla="*/ 45 h 195"/>
              <a:gd name="GluePoint34X" fmla="*/ 113 w 273"/>
              <a:gd name="GluePoint34Y" fmla="*/ 164 h 195"/>
              <a:gd name="GluePoint35X" fmla="*/ 141 w 273"/>
              <a:gd name="GluePoint35Y" fmla="*/ 173 h 195"/>
              <a:gd name="GluePoint36X" fmla="*/ 151 w 273"/>
              <a:gd name="GluePoint36Y" fmla="*/ 177 h 195"/>
              <a:gd name="GluePoint37X" fmla="*/ 121 w 273"/>
              <a:gd name="GluePoint37Y" fmla="*/ 150 h 195"/>
              <a:gd name="GluePoint38X" fmla="*/ 89 w 273"/>
              <a:gd name="GluePoint38Y" fmla="*/ 134 h 195"/>
              <a:gd name="GluePoint39X" fmla="*/ 95 w 273"/>
              <a:gd name="GluePoint39Y" fmla="*/ 108 h 195"/>
              <a:gd name="GluePoint40X" fmla="*/ 133 w 273"/>
              <a:gd name="GluePoint40Y" fmla="*/ 115 h 195"/>
              <a:gd name="GluePoint41X" fmla="*/ 157 w 273"/>
              <a:gd name="GluePoint41Y" fmla="*/ 105 h 195"/>
              <a:gd name="GluePoint42X" fmla="*/ 183 w 273"/>
              <a:gd name="GluePoint42Y" fmla="*/ 114 h 195"/>
              <a:gd name="GluePoint43X" fmla="*/ 177 w 273"/>
              <a:gd name="GluePoint43Y" fmla="*/ 142 h 195"/>
              <a:gd name="GluePoint44X" fmla="*/ 137 w 273"/>
              <a:gd name="GluePoint44Y" fmla="*/ 164 h 195"/>
              <a:gd name="GluePoint45X" fmla="*/ 178 w 273"/>
              <a:gd name="GluePoint45Y" fmla="*/ 63 h 195"/>
              <a:gd name="GluePoint46X" fmla="*/ 161 w 273"/>
              <a:gd name="GluePoint46Y" fmla="*/ 63 h 195"/>
              <a:gd name="GluePoint47X" fmla="*/ 175 w 273"/>
              <a:gd name="GluePoint47Y" fmla="*/ 96 h 195"/>
              <a:gd name="GluePoint48X" fmla="*/ 202 w 273"/>
              <a:gd name="GluePoint48Y" fmla="*/ 68 h 195"/>
              <a:gd name="GluePoint49X" fmla="*/ 236 w 273"/>
              <a:gd name="GluePoint49Y" fmla="*/ 76 h 195"/>
              <a:gd name="GluePoint50X" fmla="*/ 246 w 273"/>
              <a:gd name="GluePoint50Y" fmla="*/ 107 h 195"/>
              <a:gd name="GluePoint51X" fmla="*/ 201 w 273"/>
              <a:gd name="GluePoint51Y" fmla="*/ 120 h 195"/>
              <a:gd name="GluePoint52X" fmla="*/ 178 w 273"/>
              <a:gd name="GluePoint52Y" fmla="*/ 96 h 195"/>
              <a:gd name="GluePoint53X" fmla="*/ 113 w 273"/>
              <a:gd name="GluePoint53Y" fmla="*/ 62 h 195"/>
              <a:gd name="GluePoint54X" fmla="*/ 97 w 273"/>
              <a:gd name="GluePoint54Y" fmla="*/ 65 h 195"/>
              <a:gd name="GluePoint55X" fmla="*/ 104 w 273"/>
              <a:gd name="GluePoint55Y" fmla="*/ 51 h 195"/>
              <a:gd name="GluePoint56X" fmla="*/ 75 w 273"/>
              <a:gd name="GluePoint56Y" fmla="*/ 120 h 195"/>
              <a:gd name="GluePoint57X" fmla="*/ 34 w 273"/>
              <a:gd name="GluePoint57Y" fmla="*/ 110 h 195"/>
              <a:gd name="GluePoint58X" fmla="*/ 34 w 273"/>
              <a:gd name="GluePoint58Y" fmla="*/ 80 h 195"/>
              <a:gd name="GluePoint59X" fmla="*/ 65 w 273"/>
              <a:gd name="GluePoint59Y" fmla="*/ 67 h 195"/>
              <a:gd name="GluePoint60X" fmla="*/ 96 w 273"/>
              <a:gd name="GluePoint60Y" fmla="*/ 93 h 195"/>
            </a:gdLst>
            <a:ahLst/>
            <a:cxnLst/>
            <a:rect l="textAreaLeft" t="textAreaTop" r="textAreaRight" b="textAreaBottom"/>
            <a:pathLst>
              <a:path w="273" h="195">
                <a:moveTo>
                  <a:pt x="97" y="154"/>
                </a:moveTo>
                <a:lnTo>
                  <a:pt x="98" y="158"/>
                </a:lnTo>
                <a:lnTo>
                  <a:pt x="100" y="162"/>
                </a:lnTo>
                <a:lnTo>
                  <a:pt x="101" y="166"/>
                </a:lnTo>
                <a:lnTo>
                  <a:pt x="103" y="170"/>
                </a:lnTo>
                <a:lnTo>
                  <a:pt x="105" y="174"/>
                </a:lnTo>
                <a:lnTo>
                  <a:pt x="108" y="177"/>
                </a:lnTo>
                <a:lnTo>
                  <a:pt x="111" y="181"/>
                </a:lnTo>
                <a:lnTo>
                  <a:pt x="113" y="184"/>
                </a:lnTo>
                <a:lnTo>
                  <a:pt x="116" y="186"/>
                </a:lnTo>
                <a:lnTo>
                  <a:pt x="119" y="188"/>
                </a:lnTo>
                <a:lnTo>
                  <a:pt x="121" y="190"/>
                </a:lnTo>
                <a:lnTo>
                  <a:pt x="124" y="191"/>
                </a:lnTo>
                <a:lnTo>
                  <a:pt x="126" y="192"/>
                </a:lnTo>
                <a:lnTo>
                  <a:pt x="130" y="193"/>
                </a:lnTo>
                <a:lnTo>
                  <a:pt x="133" y="194"/>
                </a:lnTo>
                <a:lnTo>
                  <a:pt x="137" y="195"/>
                </a:lnTo>
                <a:lnTo>
                  <a:pt x="140" y="194"/>
                </a:lnTo>
                <a:lnTo>
                  <a:pt x="143" y="193"/>
                </a:lnTo>
                <a:lnTo>
                  <a:pt x="146" y="192"/>
                </a:lnTo>
                <a:lnTo>
                  <a:pt x="149" y="191"/>
                </a:lnTo>
                <a:lnTo>
                  <a:pt x="152" y="190"/>
                </a:lnTo>
                <a:lnTo>
                  <a:pt x="154" y="188"/>
                </a:lnTo>
                <a:lnTo>
                  <a:pt x="157" y="186"/>
                </a:lnTo>
                <a:lnTo>
                  <a:pt x="159" y="184"/>
                </a:lnTo>
                <a:lnTo>
                  <a:pt x="162" y="181"/>
                </a:lnTo>
                <a:lnTo>
                  <a:pt x="165" y="177"/>
                </a:lnTo>
                <a:lnTo>
                  <a:pt x="167" y="174"/>
                </a:lnTo>
                <a:lnTo>
                  <a:pt x="170" y="170"/>
                </a:lnTo>
                <a:lnTo>
                  <a:pt x="171" y="166"/>
                </a:lnTo>
                <a:lnTo>
                  <a:pt x="174" y="162"/>
                </a:lnTo>
                <a:lnTo>
                  <a:pt x="175" y="158"/>
                </a:lnTo>
                <a:lnTo>
                  <a:pt x="177" y="154"/>
                </a:lnTo>
                <a:lnTo>
                  <a:pt x="177" y="154"/>
                </a:lnTo>
                <a:lnTo>
                  <a:pt x="180" y="152"/>
                </a:lnTo>
                <a:lnTo>
                  <a:pt x="184" y="151"/>
                </a:lnTo>
                <a:lnTo>
                  <a:pt x="186" y="149"/>
                </a:lnTo>
                <a:lnTo>
                  <a:pt x="190" y="147"/>
                </a:lnTo>
                <a:lnTo>
                  <a:pt x="192" y="144"/>
                </a:lnTo>
                <a:lnTo>
                  <a:pt x="194" y="140"/>
                </a:lnTo>
                <a:lnTo>
                  <a:pt x="196" y="136"/>
                </a:lnTo>
                <a:lnTo>
                  <a:pt x="197" y="132"/>
                </a:lnTo>
                <a:lnTo>
                  <a:pt x="197" y="132"/>
                </a:lnTo>
                <a:lnTo>
                  <a:pt x="198" y="131"/>
                </a:lnTo>
                <a:lnTo>
                  <a:pt x="198" y="132"/>
                </a:lnTo>
                <a:lnTo>
                  <a:pt x="198" y="132"/>
                </a:lnTo>
                <a:lnTo>
                  <a:pt x="202" y="132"/>
                </a:lnTo>
                <a:lnTo>
                  <a:pt x="206" y="133"/>
                </a:lnTo>
                <a:lnTo>
                  <a:pt x="210" y="134"/>
                </a:lnTo>
                <a:lnTo>
                  <a:pt x="215" y="134"/>
                </a:lnTo>
                <a:lnTo>
                  <a:pt x="219" y="133"/>
                </a:lnTo>
                <a:lnTo>
                  <a:pt x="222" y="132"/>
                </a:lnTo>
                <a:lnTo>
                  <a:pt x="225" y="132"/>
                </a:lnTo>
                <a:lnTo>
                  <a:pt x="227" y="132"/>
                </a:lnTo>
                <a:lnTo>
                  <a:pt x="229" y="131"/>
                </a:lnTo>
                <a:lnTo>
                  <a:pt x="231" y="129"/>
                </a:lnTo>
                <a:lnTo>
                  <a:pt x="233" y="128"/>
                </a:lnTo>
                <a:lnTo>
                  <a:pt x="237" y="124"/>
                </a:lnTo>
                <a:lnTo>
                  <a:pt x="242" y="121"/>
                </a:lnTo>
                <a:lnTo>
                  <a:pt x="247" y="119"/>
                </a:lnTo>
                <a:lnTo>
                  <a:pt x="254" y="116"/>
                </a:lnTo>
                <a:lnTo>
                  <a:pt x="260" y="113"/>
                </a:lnTo>
                <a:lnTo>
                  <a:pt x="266" y="111"/>
                </a:lnTo>
                <a:lnTo>
                  <a:pt x="268" y="110"/>
                </a:lnTo>
                <a:lnTo>
                  <a:pt x="270" y="109"/>
                </a:lnTo>
                <a:lnTo>
                  <a:pt x="271" y="108"/>
                </a:lnTo>
                <a:lnTo>
                  <a:pt x="272" y="107"/>
                </a:lnTo>
                <a:lnTo>
                  <a:pt x="273" y="106"/>
                </a:lnTo>
                <a:lnTo>
                  <a:pt x="273" y="105"/>
                </a:lnTo>
                <a:lnTo>
                  <a:pt x="273" y="104"/>
                </a:lnTo>
                <a:lnTo>
                  <a:pt x="273" y="104"/>
                </a:lnTo>
                <a:lnTo>
                  <a:pt x="273" y="102"/>
                </a:lnTo>
                <a:lnTo>
                  <a:pt x="272" y="101"/>
                </a:lnTo>
                <a:lnTo>
                  <a:pt x="271" y="100"/>
                </a:lnTo>
                <a:lnTo>
                  <a:pt x="270" y="99"/>
                </a:lnTo>
                <a:lnTo>
                  <a:pt x="266" y="96"/>
                </a:lnTo>
                <a:lnTo>
                  <a:pt x="261" y="91"/>
                </a:lnTo>
                <a:lnTo>
                  <a:pt x="258" y="89"/>
                </a:lnTo>
                <a:lnTo>
                  <a:pt x="255" y="86"/>
                </a:lnTo>
                <a:lnTo>
                  <a:pt x="253" y="83"/>
                </a:lnTo>
                <a:lnTo>
                  <a:pt x="251" y="79"/>
                </a:lnTo>
                <a:lnTo>
                  <a:pt x="249" y="76"/>
                </a:lnTo>
                <a:lnTo>
                  <a:pt x="247" y="74"/>
                </a:lnTo>
                <a:lnTo>
                  <a:pt x="245" y="71"/>
                </a:lnTo>
                <a:lnTo>
                  <a:pt x="242" y="67"/>
                </a:lnTo>
                <a:lnTo>
                  <a:pt x="238" y="65"/>
                </a:lnTo>
                <a:lnTo>
                  <a:pt x="234" y="62"/>
                </a:lnTo>
                <a:lnTo>
                  <a:pt x="230" y="59"/>
                </a:lnTo>
                <a:lnTo>
                  <a:pt x="227" y="58"/>
                </a:lnTo>
                <a:lnTo>
                  <a:pt x="224" y="57"/>
                </a:lnTo>
                <a:lnTo>
                  <a:pt x="220" y="56"/>
                </a:lnTo>
                <a:lnTo>
                  <a:pt x="220" y="54"/>
                </a:lnTo>
                <a:lnTo>
                  <a:pt x="220" y="50"/>
                </a:lnTo>
                <a:lnTo>
                  <a:pt x="219" y="46"/>
                </a:lnTo>
                <a:lnTo>
                  <a:pt x="219" y="43"/>
                </a:lnTo>
                <a:lnTo>
                  <a:pt x="216" y="35"/>
                </a:lnTo>
                <a:lnTo>
                  <a:pt x="214" y="27"/>
                </a:lnTo>
                <a:lnTo>
                  <a:pt x="212" y="23"/>
                </a:lnTo>
                <a:lnTo>
                  <a:pt x="211" y="19"/>
                </a:lnTo>
                <a:lnTo>
                  <a:pt x="210" y="13"/>
                </a:lnTo>
                <a:lnTo>
                  <a:pt x="210" y="8"/>
                </a:lnTo>
                <a:lnTo>
                  <a:pt x="210" y="6"/>
                </a:lnTo>
                <a:lnTo>
                  <a:pt x="210" y="4"/>
                </a:lnTo>
                <a:lnTo>
                  <a:pt x="210" y="3"/>
                </a:lnTo>
                <a:lnTo>
                  <a:pt x="210" y="3"/>
                </a:lnTo>
                <a:lnTo>
                  <a:pt x="210" y="2"/>
                </a:lnTo>
                <a:lnTo>
                  <a:pt x="209" y="2"/>
                </a:lnTo>
                <a:lnTo>
                  <a:pt x="207" y="1"/>
                </a:lnTo>
                <a:lnTo>
                  <a:pt x="205" y="0"/>
                </a:lnTo>
                <a:lnTo>
                  <a:pt x="203" y="0"/>
                </a:lnTo>
                <a:lnTo>
                  <a:pt x="202" y="0"/>
                </a:lnTo>
                <a:lnTo>
                  <a:pt x="201" y="0"/>
                </a:lnTo>
                <a:lnTo>
                  <a:pt x="200" y="1"/>
                </a:lnTo>
                <a:lnTo>
                  <a:pt x="197" y="2"/>
                </a:lnTo>
                <a:lnTo>
                  <a:pt x="194" y="3"/>
                </a:lnTo>
                <a:lnTo>
                  <a:pt x="190" y="5"/>
                </a:lnTo>
                <a:lnTo>
                  <a:pt x="186" y="6"/>
                </a:lnTo>
                <a:lnTo>
                  <a:pt x="182" y="7"/>
                </a:lnTo>
                <a:lnTo>
                  <a:pt x="177" y="7"/>
                </a:lnTo>
                <a:lnTo>
                  <a:pt x="172" y="9"/>
                </a:lnTo>
                <a:lnTo>
                  <a:pt x="169" y="11"/>
                </a:lnTo>
                <a:lnTo>
                  <a:pt x="164" y="12"/>
                </a:lnTo>
                <a:lnTo>
                  <a:pt x="160" y="15"/>
                </a:lnTo>
                <a:lnTo>
                  <a:pt x="156" y="17"/>
                </a:lnTo>
                <a:lnTo>
                  <a:pt x="152" y="19"/>
                </a:lnTo>
                <a:lnTo>
                  <a:pt x="145" y="24"/>
                </a:lnTo>
                <a:lnTo>
                  <a:pt x="137" y="30"/>
                </a:lnTo>
                <a:lnTo>
                  <a:pt x="137" y="30"/>
                </a:lnTo>
                <a:lnTo>
                  <a:pt x="137" y="30"/>
                </a:lnTo>
                <a:lnTo>
                  <a:pt x="136" y="30"/>
                </a:lnTo>
                <a:lnTo>
                  <a:pt x="136" y="30"/>
                </a:lnTo>
                <a:lnTo>
                  <a:pt x="129" y="24"/>
                </a:lnTo>
                <a:lnTo>
                  <a:pt x="121" y="19"/>
                </a:lnTo>
                <a:lnTo>
                  <a:pt x="117" y="17"/>
                </a:lnTo>
                <a:lnTo>
                  <a:pt x="113" y="15"/>
                </a:lnTo>
                <a:lnTo>
                  <a:pt x="109" y="12"/>
                </a:lnTo>
                <a:lnTo>
                  <a:pt x="105" y="11"/>
                </a:lnTo>
                <a:lnTo>
                  <a:pt x="101" y="9"/>
                </a:lnTo>
                <a:lnTo>
                  <a:pt x="96" y="7"/>
                </a:lnTo>
                <a:lnTo>
                  <a:pt x="91" y="7"/>
                </a:lnTo>
                <a:lnTo>
                  <a:pt x="87" y="6"/>
                </a:lnTo>
                <a:lnTo>
                  <a:pt x="83" y="5"/>
                </a:lnTo>
                <a:lnTo>
                  <a:pt x="80" y="3"/>
                </a:lnTo>
                <a:lnTo>
                  <a:pt x="76" y="2"/>
                </a:lnTo>
                <a:lnTo>
                  <a:pt x="73" y="1"/>
                </a:lnTo>
                <a:lnTo>
                  <a:pt x="72" y="0"/>
                </a:lnTo>
                <a:lnTo>
                  <a:pt x="71" y="0"/>
                </a:lnTo>
                <a:lnTo>
                  <a:pt x="69" y="0"/>
                </a:lnTo>
                <a:lnTo>
                  <a:pt x="69" y="0"/>
                </a:lnTo>
                <a:lnTo>
                  <a:pt x="66" y="1"/>
                </a:lnTo>
                <a:lnTo>
                  <a:pt x="64" y="2"/>
                </a:lnTo>
                <a:lnTo>
                  <a:pt x="64" y="2"/>
                </a:lnTo>
                <a:lnTo>
                  <a:pt x="63" y="3"/>
                </a:lnTo>
                <a:lnTo>
                  <a:pt x="63" y="3"/>
                </a:lnTo>
                <a:lnTo>
                  <a:pt x="63" y="4"/>
                </a:lnTo>
                <a:lnTo>
                  <a:pt x="62" y="6"/>
                </a:lnTo>
                <a:lnTo>
                  <a:pt x="63" y="8"/>
                </a:lnTo>
                <a:lnTo>
                  <a:pt x="62" y="13"/>
                </a:lnTo>
                <a:lnTo>
                  <a:pt x="61" y="19"/>
                </a:lnTo>
                <a:lnTo>
                  <a:pt x="61" y="23"/>
                </a:lnTo>
                <a:lnTo>
                  <a:pt x="60" y="27"/>
                </a:lnTo>
                <a:lnTo>
                  <a:pt x="57" y="35"/>
                </a:lnTo>
                <a:lnTo>
                  <a:pt x="54" y="43"/>
                </a:lnTo>
                <a:lnTo>
                  <a:pt x="53" y="46"/>
                </a:lnTo>
                <a:lnTo>
                  <a:pt x="53" y="50"/>
                </a:lnTo>
                <a:lnTo>
                  <a:pt x="53" y="54"/>
                </a:lnTo>
                <a:lnTo>
                  <a:pt x="53" y="56"/>
                </a:lnTo>
                <a:lnTo>
                  <a:pt x="49" y="57"/>
                </a:lnTo>
                <a:lnTo>
                  <a:pt x="46" y="58"/>
                </a:lnTo>
                <a:lnTo>
                  <a:pt x="43" y="59"/>
                </a:lnTo>
                <a:lnTo>
                  <a:pt x="39" y="62"/>
                </a:lnTo>
                <a:lnTo>
                  <a:pt x="34" y="65"/>
                </a:lnTo>
                <a:lnTo>
                  <a:pt x="31" y="67"/>
                </a:lnTo>
                <a:lnTo>
                  <a:pt x="29" y="71"/>
                </a:lnTo>
                <a:lnTo>
                  <a:pt x="26" y="74"/>
                </a:lnTo>
                <a:lnTo>
                  <a:pt x="24" y="76"/>
                </a:lnTo>
                <a:lnTo>
                  <a:pt x="22" y="79"/>
                </a:lnTo>
                <a:lnTo>
                  <a:pt x="20" y="83"/>
                </a:lnTo>
                <a:lnTo>
                  <a:pt x="17" y="86"/>
                </a:lnTo>
                <a:lnTo>
                  <a:pt x="15" y="89"/>
                </a:lnTo>
                <a:lnTo>
                  <a:pt x="13" y="91"/>
                </a:lnTo>
                <a:lnTo>
                  <a:pt x="7" y="96"/>
                </a:lnTo>
                <a:lnTo>
                  <a:pt x="3" y="99"/>
                </a:lnTo>
                <a:lnTo>
                  <a:pt x="1" y="100"/>
                </a:lnTo>
                <a:lnTo>
                  <a:pt x="1" y="101"/>
                </a:lnTo>
                <a:lnTo>
                  <a:pt x="0" y="102"/>
                </a:lnTo>
                <a:lnTo>
                  <a:pt x="0" y="104"/>
                </a:lnTo>
                <a:lnTo>
                  <a:pt x="0" y="104"/>
                </a:lnTo>
                <a:lnTo>
                  <a:pt x="0" y="105"/>
                </a:lnTo>
                <a:lnTo>
                  <a:pt x="0" y="106"/>
                </a:lnTo>
                <a:lnTo>
                  <a:pt x="1" y="107"/>
                </a:lnTo>
                <a:lnTo>
                  <a:pt x="1" y="108"/>
                </a:lnTo>
                <a:lnTo>
                  <a:pt x="3" y="109"/>
                </a:lnTo>
                <a:lnTo>
                  <a:pt x="5" y="110"/>
                </a:lnTo>
                <a:lnTo>
                  <a:pt x="7" y="111"/>
                </a:lnTo>
                <a:lnTo>
                  <a:pt x="13" y="113"/>
                </a:lnTo>
                <a:lnTo>
                  <a:pt x="20" y="116"/>
                </a:lnTo>
                <a:lnTo>
                  <a:pt x="26" y="119"/>
                </a:lnTo>
                <a:lnTo>
                  <a:pt x="31" y="121"/>
                </a:lnTo>
                <a:lnTo>
                  <a:pt x="36" y="124"/>
                </a:lnTo>
                <a:lnTo>
                  <a:pt x="40" y="128"/>
                </a:lnTo>
                <a:lnTo>
                  <a:pt x="42" y="129"/>
                </a:lnTo>
                <a:lnTo>
                  <a:pt x="44" y="131"/>
                </a:lnTo>
                <a:lnTo>
                  <a:pt x="46" y="132"/>
                </a:lnTo>
                <a:lnTo>
                  <a:pt x="48" y="132"/>
                </a:lnTo>
                <a:lnTo>
                  <a:pt x="50" y="132"/>
                </a:lnTo>
                <a:lnTo>
                  <a:pt x="54" y="133"/>
                </a:lnTo>
                <a:lnTo>
                  <a:pt x="58" y="134"/>
                </a:lnTo>
                <a:lnTo>
                  <a:pt x="62" y="134"/>
                </a:lnTo>
                <a:lnTo>
                  <a:pt x="67" y="133"/>
                </a:lnTo>
                <a:lnTo>
                  <a:pt x="72" y="132"/>
                </a:lnTo>
                <a:lnTo>
                  <a:pt x="74" y="132"/>
                </a:lnTo>
                <a:lnTo>
                  <a:pt x="76" y="132"/>
                </a:lnTo>
                <a:lnTo>
                  <a:pt x="76" y="131"/>
                </a:lnTo>
                <a:lnTo>
                  <a:pt x="76" y="132"/>
                </a:lnTo>
                <a:lnTo>
                  <a:pt x="76" y="132"/>
                </a:lnTo>
                <a:lnTo>
                  <a:pt x="77" y="136"/>
                </a:lnTo>
                <a:lnTo>
                  <a:pt x="79" y="140"/>
                </a:lnTo>
                <a:lnTo>
                  <a:pt x="81" y="144"/>
                </a:lnTo>
                <a:lnTo>
                  <a:pt x="84" y="147"/>
                </a:lnTo>
                <a:lnTo>
                  <a:pt x="86" y="149"/>
                </a:lnTo>
                <a:lnTo>
                  <a:pt x="89" y="151"/>
                </a:lnTo>
                <a:lnTo>
                  <a:pt x="93" y="152"/>
                </a:lnTo>
                <a:lnTo>
                  <a:pt x="97" y="154"/>
                </a:lnTo>
                <a:lnTo>
                  <a:pt x="97" y="154"/>
                </a:lnTo>
                <a:lnTo>
                  <a:pt x="97" y="154"/>
                </a:lnTo>
                <a:close/>
                <a:moveTo>
                  <a:pt x="130" y="71"/>
                </a:moveTo>
                <a:lnTo>
                  <a:pt x="130" y="100"/>
                </a:lnTo>
                <a:lnTo>
                  <a:pt x="130" y="100"/>
                </a:lnTo>
                <a:lnTo>
                  <a:pt x="129" y="100"/>
                </a:lnTo>
                <a:lnTo>
                  <a:pt x="129" y="97"/>
                </a:lnTo>
                <a:lnTo>
                  <a:pt x="129" y="95"/>
                </a:lnTo>
                <a:lnTo>
                  <a:pt x="127" y="91"/>
                </a:lnTo>
                <a:lnTo>
                  <a:pt x="125" y="86"/>
                </a:lnTo>
                <a:lnTo>
                  <a:pt x="123" y="80"/>
                </a:lnTo>
                <a:lnTo>
                  <a:pt x="120" y="76"/>
                </a:lnTo>
                <a:lnTo>
                  <a:pt x="117" y="72"/>
                </a:lnTo>
                <a:lnTo>
                  <a:pt x="117" y="71"/>
                </a:lnTo>
                <a:lnTo>
                  <a:pt x="108" y="78"/>
                </a:lnTo>
                <a:lnTo>
                  <a:pt x="110" y="80"/>
                </a:lnTo>
                <a:lnTo>
                  <a:pt x="112" y="84"/>
                </a:lnTo>
                <a:lnTo>
                  <a:pt x="114" y="88"/>
                </a:lnTo>
                <a:lnTo>
                  <a:pt x="116" y="92"/>
                </a:lnTo>
                <a:lnTo>
                  <a:pt x="117" y="93"/>
                </a:lnTo>
                <a:lnTo>
                  <a:pt x="117" y="95"/>
                </a:lnTo>
                <a:lnTo>
                  <a:pt x="115" y="94"/>
                </a:lnTo>
                <a:lnTo>
                  <a:pt x="113" y="93"/>
                </a:lnTo>
                <a:lnTo>
                  <a:pt x="110" y="93"/>
                </a:lnTo>
                <a:lnTo>
                  <a:pt x="108" y="93"/>
                </a:lnTo>
                <a:lnTo>
                  <a:pt x="107" y="91"/>
                </a:lnTo>
                <a:lnTo>
                  <a:pt x="106" y="88"/>
                </a:lnTo>
                <a:lnTo>
                  <a:pt x="105" y="85"/>
                </a:lnTo>
                <a:lnTo>
                  <a:pt x="102" y="80"/>
                </a:lnTo>
                <a:lnTo>
                  <a:pt x="101" y="78"/>
                </a:lnTo>
                <a:lnTo>
                  <a:pt x="99" y="75"/>
                </a:lnTo>
                <a:lnTo>
                  <a:pt x="97" y="71"/>
                </a:lnTo>
                <a:lnTo>
                  <a:pt x="94" y="69"/>
                </a:lnTo>
                <a:lnTo>
                  <a:pt x="92" y="67"/>
                </a:lnTo>
                <a:lnTo>
                  <a:pt x="89" y="64"/>
                </a:lnTo>
                <a:lnTo>
                  <a:pt x="85" y="62"/>
                </a:lnTo>
                <a:lnTo>
                  <a:pt x="81" y="59"/>
                </a:lnTo>
                <a:lnTo>
                  <a:pt x="77" y="58"/>
                </a:lnTo>
                <a:lnTo>
                  <a:pt x="73" y="57"/>
                </a:lnTo>
                <a:lnTo>
                  <a:pt x="69" y="56"/>
                </a:lnTo>
                <a:lnTo>
                  <a:pt x="65" y="56"/>
                </a:lnTo>
                <a:lnTo>
                  <a:pt x="65" y="55"/>
                </a:lnTo>
                <a:lnTo>
                  <a:pt x="65" y="50"/>
                </a:lnTo>
                <a:lnTo>
                  <a:pt x="65" y="45"/>
                </a:lnTo>
                <a:lnTo>
                  <a:pt x="67" y="41"/>
                </a:lnTo>
                <a:lnTo>
                  <a:pt x="69" y="35"/>
                </a:lnTo>
                <a:lnTo>
                  <a:pt x="69" y="32"/>
                </a:lnTo>
                <a:lnTo>
                  <a:pt x="71" y="29"/>
                </a:lnTo>
                <a:lnTo>
                  <a:pt x="72" y="26"/>
                </a:lnTo>
                <a:lnTo>
                  <a:pt x="72" y="23"/>
                </a:lnTo>
                <a:lnTo>
                  <a:pt x="73" y="17"/>
                </a:lnTo>
                <a:lnTo>
                  <a:pt x="73" y="13"/>
                </a:lnTo>
                <a:lnTo>
                  <a:pt x="74" y="13"/>
                </a:lnTo>
                <a:lnTo>
                  <a:pt x="77" y="15"/>
                </a:lnTo>
                <a:lnTo>
                  <a:pt x="81" y="16"/>
                </a:lnTo>
                <a:lnTo>
                  <a:pt x="87" y="17"/>
                </a:lnTo>
                <a:lnTo>
                  <a:pt x="95" y="19"/>
                </a:lnTo>
                <a:lnTo>
                  <a:pt x="101" y="20"/>
                </a:lnTo>
                <a:lnTo>
                  <a:pt x="104" y="22"/>
                </a:lnTo>
                <a:lnTo>
                  <a:pt x="106" y="23"/>
                </a:lnTo>
                <a:lnTo>
                  <a:pt x="108" y="24"/>
                </a:lnTo>
                <a:lnTo>
                  <a:pt x="110" y="25"/>
                </a:lnTo>
                <a:lnTo>
                  <a:pt x="115" y="28"/>
                </a:lnTo>
                <a:lnTo>
                  <a:pt x="119" y="31"/>
                </a:lnTo>
                <a:lnTo>
                  <a:pt x="123" y="35"/>
                </a:lnTo>
                <a:lnTo>
                  <a:pt x="128" y="38"/>
                </a:lnTo>
                <a:lnTo>
                  <a:pt x="129" y="39"/>
                </a:lnTo>
                <a:lnTo>
                  <a:pt x="132" y="40"/>
                </a:lnTo>
                <a:lnTo>
                  <a:pt x="134" y="41"/>
                </a:lnTo>
                <a:lnTo>
                  <a:pt x="137" y="42"/>
                </a:lnTo>
                <a:lnTo>
                  <a:pt x="139" y="41"/>
                </a:lnTo>
                <a:lnTo>
                  <a:pt x="141" y="40"/>
                </a:lnTo>
                <a:lnTo>
                  <a:pt x="143" y="39"/>
                </a:lnTo>
                <a:lnTo>
                  <a:pt x="145" y="38"/>
                </a:lnTo>
                <a:lnTo>
                  <a:pt x="150" y="35"/>
                </a:lnTo>
                <a:lnTo>
                  <a:pt x="154" y="31"/>
                </a:lnTo>
                <a:lnTo>
                  <a:pt x="158" y="28"/>
                </a:lnTo>
                <a:lnTo>
                  <a:pt x="162" y="25"/>
                </a:lnTo>
                <a:lnTo>
                  <a:pt x="165" y="24"/>
                </a:lnTo>
                <a:lnTo>
                  <a:pt x="167" y="23"/>
                </a:lnTo>
                <a:lnTo>
                  <a:pt x="170" y="22"/>
                </a:lnTo>
                <a:lnTo>
                  <a:pt x="172" y="20"/>
                </a:lnTo>
                <a:lnTo>
                  <a:pt x="178" y="19"/>
                </a:lnTo>
                <a:lnTo>
                  <a:pt x="186" y="17"/>
                </a:lnTo>
                <a:lnTo>
                  <a:pt x="192" y="16"/>
                </a:lnTo>
                <a:lnTo>
                  <a:pt x="196" y="15"/>
                </a:lnTo>
                <a:lnTo>
                  <a:pt x="199" y="13"/>
                </a:lnTo>
                <a:lnTo>
                  <a:pt x="199" y="13"/>
                </a:lnTo>
                <a:lnTo>
                  <a:pt x="200" y="17"/>
                </a:lnTo>
                <a:lnTo>
                  <a:pt x="201" y="23"/>
                </a:lnTo>
                <a:lnTo>
                  <a:pt x="202" y="26"/>
                </a:lnTo>
                <a:lnTo>
                  <a:pt x="202" y="29"/>
                </a:lnTo>
                <a:lnTo>
                  <a:pt x="203" y="32"/>
                </a:lnTo>
                <a:lnTo>
                  <a:pt x="205" y="35"/>
                </a:lnTo>
                <a:lnTo>
                  <a:pt x="206" y="41"/>
                </a:lnTo>
                <a:lnTo>
                  <a:pt x="208" y="45"/>
                </a:lnTo>
                <a:lnTo>
                  <a:pt x="208" y="50"/>
                </a:lnTo>
                <a:lnTo>
                  <a:pt x="208" y="55"/>
                </a:lnTo>
                <a:lnTo>
                  <a:pt x="208" y="56"/>
                </a:lnTo>
                <a:lnTo>
                  <a:pt x="205" y="56"/>
                </a:lnTo>
                <a:lnTo>
                  <a:pt x="200" y="57"/>
                </a:lnTo>
                <a:lnTo>
                  <a:pt x="196" y="58"/>
                </a:lnTo>
                <a:lnTo>
                  <a:pt x="192" y="59"/>
                </a:lnTo>
                <a:lnTo>
                  <a:pt x="188" y="62"/>
                </a:lnTo>
                <a:lnTo>
                  <a:pt x="184" y="64"/>
                </a:lnTo>
                <a:lnTo>
                  <a:pt x="181" y="67"/>
                </a:lnTo>
                <a:lnTo>
                  <a:pt x="178" y="69"/>
                </a:lnTo>
                <a:lnTo>
                  <a:pt x="176" y="71"/>
                </a:lnTo>
                <a:lnTo>
                  <a:pt x="174" y="75"/>
                </a:lnTo>
                <a:lnTo>
                  <a:pt x="172" y="78"/>
                </a:lnTo>
                <a:lnTo>
                  <a:pt x="170" y="80"/>
                </a:lnTo>
                <a:lnTo>
                  <a:pt x="168" y="85"/>
                </a:lnTo>
                <a:lnTo>
                  <a:pt x="166" y="88"/>
                </a:lnTo>
                <a:lnTo>
                  <a:pt x="166" y="91"/>
                </a:lnTo>
                <a:lnTo>
                  <a:pt x="166" y="93"/>
                </a:lnTo>
                <a:lnTo>
                  <a:pt x="163" y="93"/>
                </a:lnTo>
                <a:lnTo>
                  <a:pt x="161" y="93"/>
                </a:lnTo>
                <a:lnTo>
                  <a:pt x="158" y="94"/>
                </a:lnTo>
                <a:lnTo>
                  <a:pt x="156" y="95"/>
                </a:lnTo>
                <a:lnTo>
                  <a:pt x="156" y="93"/>
                </a:lnTo>
                <a:lnTo>
                  <a:pt x="157" y="92"/>
                </a:lnTo>
                <a:lnTo>
                  <a:pt x="158" y="88"/>
                </a:lnTo>
                <a:lnTo>
                  <a:pt x="161" y="84"/>
                </a:lnTo>
                <a:lnTo>
                  <a:pt x="163" y="80"/>
                </a:lnTo>
                <a:lnTo>
                  <a:pt x="165" y="78"/>
                </a:lnTo>
                <a:lnTo>
                  <a:pt x="156" y="71"/>
                </a:lnTo>
                <a:lnTo>
                  <a:pt x="155" y="72"/>
                </a:lnTo>
                <a:lnTo>
                  <a:pt x="153" y="76"/>
                </a:lnTo>
                <a:lnTo>
                  <a:pt x="150" y="80"/>
                </a:lnTo>
                <a:lnTo>
                  <a:pt x="147" y="86"/>
                </a:lnTo>
                <a:lnTo>
                  <a:pt x="145" y="91"/>
                </a:lnTo>
                <a:lnTo>
                  <a:pt x="145" y="95"/>
                </a:lnTo>
                <a:lnTo>
                  <a:pt x="144" y="97"/>
                </a:lnTo>
                <a:lnTo>
                  <a:pt x="144" y="100"/>
                </a:lnTo>
                <a:lnTo>
                  <a:pt x="143" y="100"/>
                </a:lnTo>
                <a:lnTo>
                  <a:pt x="142" y="100"/>
                </a:lnTo>
                <a:lnTo>
                  <a:pt x="142" y="71"/>
                </a:lnTo>
                <a:lnTo>
                  <a:pt x="130" y="71"/>
                </a:lnTo>
                <a:lnTo>
                  <a:pt x="130" y="71"/>
                </a:lnTo>
                <a:close/>
                <a:moveTo>
                  <a:pt x="137" y="45"/>
                </a:moveTo>
                <a:lnTo>
                  <a:pt x="138" y="45"/>
                </a:lnTo>
                <a:lnTo>
                  <a:pt x="140" y="46"/>
                </a:lnTo>
                <a:lnTo>
                  <a:pt x="141" y="47"/>
                </a:lnTo>
                <a:lnTo>
                  <a:pt x="143" y="47"/>
                </a:lnTo>
                <a:lnTo>
                  <a:pt x="144" y="49"/>
                </a:lnTo>
                <a:lnTo>
                  <a:pt x="145" y="51"/>
                </a:lnTo>
                <a:lnTo>
                  <a:pt x="145" y="52"/>
                </a:lnTo>
                <a:lnTo>
                  <a:pt x="145" y="54"/>
                </a:lnTo>
                <a:lnTo>
                  <a:pt x="145" y="56"/>
                </a:lnTo>
                <a:lnTo>
                  <a:pt x="145" y="58"/>
                </a:lnTo>
                <a:lnTo>
                  <a:pt x="144" y="59"/>
                </a:lnTo>
                <a:lnTo>
                  <a:pt x="143" y="61"/>
                </a:lnTo>
                <a:lnTo>
                  <a:pt x="141" y="62"/>
                </a:lnTo>
                <a:lnTo>
                  <a:pt x="140" y="63"/>
                </a:lnTo>
                <a:lnTo>
                  <a:pt x="138" y="63"/>
                </a:lnTo>
                <a:lnTo>
                  <a:pt x="137" y="63"/>
                </a:lnTo>
                <a:lnTo>
                  <a:pt x="134" y="63"/>
                </a:lnTo>
                <a:lnTo>
                  <a:pt x="133" y="63"/>
                </a:lnTo>
                <a:lnTo>
                  <a:pt x="131" y="62"/>
                </a:lnTo>
                <a:lnTo>
                  <a:pt x="130" y="61"/>
                </a:lnTo>
                <a:lnTo>
                  <a:pt x="129" y="59"/>
                </a:lnTo>
                <a:lnTo>
                  <a:pt x="128" y="58"/>
                </a:lnTo>
                <a:lnTo>
                  <a:pt x="127" y="56"/>
                </a:lnTo>
                <a:lnTo>
                  <a:pt x="127" y="54"/>
                </a:lnTo>
                <a:lnTo>
                  <a:pt x="127" y="52"/>
                </a:lnTo>
                <a:lnTo>
                  <a:pt x="128" y="51"/>
                </a:lnTo>
                <a:lnTo>
                  <a:pt x="129" y="49"/>
                </a:lnTo>
                <a:lnTo>
                  <a:pt x="130" y="47"/>
                </a:lnTo>
                <a:lnTo>
                  <a:pt x="131" y="47"/>
                </a:lnTo>
                <a:lnTo>
                  <a:pt x="133" y="46"/>
                </a:lnTo>
                <a:lnTo>
                  <a:pt x="134" y="45"/>
                </a:lnTo>
                <a:lnTo>
                  <a:pt x="137" y="45"/>
                </a:lnTo>
                <a:lnTo>
                  <a:pt x="137" y="45"/>
                </a:lnTo>
                <a:close/>
                <a:moveTo>
                  <a:pt x="137" y="184"/>
                </a:moveTo>
                <a:lnTo>
                  <a:pt x="134" y="184"/>
                </a:lnTo>
                <a:lnTo>
                  <a:pt x="133" y="184"/>
                </a:lnTo>
                <a:lnTo>
                  <a:pt x="130" y="183"/>
                </a:lnTo>
                <a:lnTo>
                  <a:pt x="129" y="182"/>
                </a:lnTo>
                <a:lnTo>
                  <a:pt x="125" y="180"/>
                </a:lnTo>
                <a:lnTo>
                  <a:pt x="121" y="177"/>
                </a:lnTo>
                <a:lnTo>
                  <a:pt x="119" y="174"/>
                </a:lnTo>
                <a:lnTo>
                  <a:pt x="116" y="171"/>
                </a:lnTo>
                <a:lnTo>
                  <a:pt x="114" y="167"/>
                </a:lnTo>
                <a:lnTo>
                  <a:pt x="113" y="164"/>
                </a:lnTo>
                <a:lnTo>
                  <a:pt x="110" y="160"/>
                </a:lnTo>
                <a:lnTo>
                  <a:pt x="109" y="156"/>
                </a:lnTo>
                <a:lnTo>
                  <a:pt x="113" y="157"/>
                </a:lnTo>
                <a:lnTo>
                  <a:pt x="115" y="159"/>
                </a:lnTo>
                <a:lnTo>
                  <a:pt x="118" y="160"/>
                </a:lnTo>
                <a:lnTo>
                  <a:pt x="121" y="164"/>
                </a:lnTo>
                <a:lnTo>
                  <a:pt x="128" y="169"/>
                </a:lnTo>
                <a:lnTo>
                  <a:pt x="132" y="173"/>
                </a:lnTo>
                <a:lnTo>
                  <a:pt x="134" y="176"/>
                </a:lnTo>
                <a:lnTo>
                  <a:pt x="137" y="177"/>
                </a:lnTo>
                <a:lnTo>
                  <a:pt x="138" y="176"/>
                </a:lnTo>
                <a:lnTo>
                  <a:pt x="141" y="173"/>
                </a:lnTo>
                <a:lnTo>
                  <a:pt x="145" y="169"/>
                </a:lnTo>
                <a:lnTo>
                  <a:pt x="151" y="164"/>
                </a:lnTo>
                <a:lnTo>
                  <a:pt x="154" y="160"/>
                </a:lnTo>
                <a:lnTo>
                  <a:pt x="158" y="159"/>
                </a:lnTo>
                <a:lnTo>
                  <a:pt x="160" y="157"/>
                </a:lnTo>
                <a:lnTo>
                  <a:pt x="163" y="156"/>
                </a:lnTo>
                <a:lnTo>
                  <a:pt x="162" y="160"/>
                </a:lnTo>
                <a:lnTo>
                  <a:pt x="161" y="164"/>
                </a:lnTo>
                <a:lnTo>
                  <a:pt x="159" y="167"/>
                </a:lnTo>
                <a:lnTo>
                  <a:pt x="157" y="171"/>
                </a:lnTo>
                <a:lnTo>
                  <a:pt x="154" y="174"/>
                </a:lnTo>
                <a:lnTo>
                  <a:pt x="151" y="177"/>
                </a:lnTo>
                <a:lnTo>
                  <a:pt x="148" y="180"/>
                </a:lnTo>
                <a:lnTo>
                  <a:pt x="144" y="182"/>
                </a:lnTo>
                <a:lnTo>
                  <a:pt x="142" y="183"/>
                </a:lnTo>
                <a:lnTo>
                  <a:pt x="141" y="184"/>
                </a:lnTo>
                <a:lnTo>
                  <a:pt x="138" y="184"/>
                </a:lnTo>
                <a:lnTo>
                  <a:pt x="137" y="184"/>
                </a:lnTo>
                <a:lnTo>
                  <a:pt x="137" y="184"/>
                </a:lnTo>
                <a:close/>
                <a:moveTo>
                  <a:pt x="137" y="164"/>
                </a:moveTo>
                <a:lnTo>
                  <a:pt x="134" y="161"/>
                </a:lnTo>
                <a:lnTo>
                  <a:pt x="130" y="157"/>
                </a:lnTo>
                <a:lnTo>
                  <a:pt x="125" y="153"/>
                </a:lnTo>
                <a:lnTo>
                  <a:pt x="121" y="150"/>
                </a:lnTo>
                <a:lnTo>
                  <a:pt x="119" y="148"/>
                </a:lnTo>
                <a:lnTo>
                  <a:pt x="117" y="148"/>
                </a:lnTo>
                <a:lnTo>
                  <a:pt x="114" y="147"/>
                </a:lnTo>
                <a:lnTo>
                  <a:pt x="112" y="146"/>
                </a:lnTo>
                <a:lnTo>
                  <a:pt x="105" y="144"/>
                </a:lnTo>
                <a:lnTo>
                  <a:pt x="100" y="143"/>
                </a:lnTo>
                <a:lnTo>
                  <a:pt x="97" y="143"/>
                </a:lnTo>
                <a:lnTo>
                  <a:pt x="96" y="142"/>
                </a:lnTo>
                <a:lnTo>
                  <a:pt x="95" y="141"/>
                </a:lnTo>
                <a:lnTo>
                  <a:pt x="93" y="140"/>
                </a:lnTo>
                <a:lnTo>
                  <a:pt x="91" y="137"/>
                </a:lnTo>
                <a:lnTo>
                  <a:pt x="89" y="134"/>
                </a:lnTo>
                <a:lnTo>
                  <a:pt x="87" y="132"/>
                </a:lnTo>
                <a:lnTo>
                  <a:pt x="86" y="128"/>
                </a:lnTo>
                <a:lnTo>
                  <a:pt x="85" y="125"/>
                </a:lnTo>
                <a:lnTo>
                  <a:pt x="86" y="123"/>
                </a:lnTo>
                <a:lnTo>
                  <a:pt x="87" y="120"/>
                </a:lnTo>
                <a:lnTo>
                  <a:pt x="88" y="118"/>
                </a:lnTo>
                <a:lnTo>
                  <a:pt x="89" y="116"/>
                </a:lnTo>
                <a:lnTo>
                  <a:pt x="89" y="114"/>
                </a:lnTo>
                <a:lnTo>
                  <a:pt x="91" y="112"/>
                </a:lnTo>
                <a:lnTo>
                  <a:pt x="93" y="111"/>
                </a:lnTo>
                <a:lnTo>
                  <a:pt x="93" y="109"/>
                </a:lnTo>
                <a:lnTo>
                  <a:pt x="95" y="108"/>
                </a:lnTo>
                <a:lnTo>
                  <a:pt x="97" y="108"/>
                </a:lnTo>
                <a:lnTo>
                  <a:pt x="99" y="106"/>
                </a:lnTo>
                <a:lnTo>
                  <a:pt x="101" y="106"/>
                </a:lnTo>
                <a:lnTo>
                  <a:pt x="102" y="105"/>
                </a:lnTo>
                <a:lnTo>
                  <a:pt x="106" y="104"/>
                </a:lnTo>
                <a:lnTo>
                  <a:pt x="109" y="104"/>
                </a:lnTo>
                <a:lnTo>
                  <a:pt x="113" y="104"/>
                </a:lnTo>
                <a:lnTo>
                  <a:pt x="116" y="105"/>
                </a:lnTo>
                <a:lnTo>
                  <a:pt x="119" y="107"/>
                </a:lnTo>
                <a:lnTo>
                  <a:pt x="122" y="108"/>
                </a:lnTo>
                <a:lnTo>
                  <a:pt x="129" y="112"/>
                </a:lnTo>
                <a:lnTo>
                  <a:pt x="133" y="115"/>
                </a:lnTo>
                <a:lnTo>
                  <a:pt x="134" y="116"/>
                </a:lnTo>
                <a:lnTo>
                  <a:pt x="135" y="116"/>
                </a:lnTo>
                <a:lnTo>
                  <a:pt x="136" y="116"/>
                </a:lnTo>
                <a:lnTo>
                  <a:pt x="137" y="116"/>
                </a:lnTo>
                <a:lnTo>
                  <a:pt x="137" y="116"/>
                </a:lnTo>
                <a:lnTo>
                  <a:pt x="137" y="116"/>
                </a:lnTo>
                <a:lnTo>
                  <a:pt x="139" y="116"/>
                </a:lnTo>
                <a:lnTo>
                  <a:pt x="140" y="115"/>
                </a:lnTo>
                <a:lnTo>
                  <a:pt x="145" y="112"/>
                </a:lnTo>
                <a:lnTo>
                  <a:pt x="150" y="108"/>
                </a:lnTo>
                <a:lnTo>
                  <a:pt x="154" y="107"/>
                </a:lnTo>
                <a:lnTo>
                  <a:pt x="157" y="105"/>
                </a:lnTo>
                <a:lnTo>
                  <a:pt x="160" y="104"/>
                </a:lnTo>
                <a:lnTo>
                  <a:pt x="163" y="104"/>
                </a:lnTo>
                <a:lnTo>
                  <a:pt x="167" y="104"/>
                </a:lnTo>
                <a:lnTo>
                  <a:pt x="171" y="105"/>
                </a:lnTo>
                <a:lnTo>
                  <a:pt x="173" y="106"/>
                </a:lnTo>
                <a:lnTo>
                  <a:pt x="174" y="106"/>
                </a:lnTo>
                <a:lnTo>
                  <a:pt x="176" y="108"/>
                </a:lnTo>
                <a:lnTo>
                  <a:pt x="178" y="108"/>
                </a:lnTo>
                <a:lnTo>
                  <a:pt x="179" y="109"/>
                </a:lnTo>
                <a:lnTo>
                  <a:pt x="181" y="111"/>
                </a:lnTo>
                <a:lnTo>
                  <a:pt x="182" y="112"/>
                </a:lnTo>
                <a:lnTo>
                  <a:pt x="183" y="114"/>
                </a:lnTo>
                <a:lnTo>
                  <a:pt x="184" y="116"/>
                </a:lnTo>
                <a:lnTo>
                  <a:pt x="186" y="118"/>
                </a:lnTo>
                <a:lnTo>
                  <a:pt x="186" y="120"/>
                </a:lnTo>
                <a:lnTo>
                  <a:pt x="187" y="123"/>
                </a:lnTo>
                <a:lnTo>
                  <a:pt x="187" y="125"/>
                </a:lnTo>
                <a:lnTo>
                  <a:pt x="186" y="128"/>
                </a:lnTo>
                <a:lnTo>
                  <a:pt x="186" y="132"/>
                </a:lnTo>
                <a:lnTo>
                  <a:pt x="184" y="134"/>
                </a:lnTo>
                <a:lnTo>
                  <a:pt x="182" y="137"/>
                </a:lnTo>
                <a:lnTo>
                  <a:pt x="180" y="140"/>
                </a:lnTo>
                <a:lnTo>
                  <a:pt x="178" y="141"/>
                </a:lnTo>
                <a:lnTo>
                  <a:pt x="177" y="142"/>
                </a:lnTo>
                <a:lnTo>
                  <a:pt x="175" y="143"/>
                </a:lnTo>
                <a:lnTo>
                  <a:pt x="174" y="143"/>
                </a:lnTo>
                <a:lnTo>
                  <a:pt x="167" y="144"/>
                </a:lnTo>
                <a:lnTo>
                  <a:pt x="162" y="146"/>
                </a:lnTo>
                <a:lnTo>
                  <a:pt x="158" y="147"/>
                </a:lnTo>
                <a:lnTo>
                  <a:pt x="156" y="148"/>
                </a:lnTo>
                <a:lnTo>
                  <a:pt x="154" y="148"/>
                </a:lnTo>
                <a:lnTo>
                  <a:pt x="152" y="150"/>
                </a:lnTo>
                <a:lnTo>
                  <a:pt x="147" y="153"/>
                </a:lnTo>
                <a:lnTo>
                  <a:pt x="143" y="157"/>
                </a:lnTo>
                <a:lnTo>
                  <a:pt x="139" y="161"/>
                </a:lnTo>
                <a:lnTo>
                  <a:pt x="137" y="164"/>
                </a:lnTo>
                <a:lnTo>
                  <a:pt x="137" y="164"/>
                </a:lnTo>
                <a:close/>
                <a:moveTo>
                  <a:pt x="170" y="51"/>
                </a:moveTo>
                <a:lnTo>
                  <a:pt x="171" y="51"/>
                </a:lnTo>
                <a:lnTo>
                  <a:pt x="173" y="51"/>
                </a:lnTo>
                <a:lnTo>
                  <a:pt x="174" y="52"/>
                </a:lnTo>
                <a:lnTo>
                  <a:pt x="175" y="53"/>
                </a:lnTo>
                <a:lnTo>
                  <a:pt x="177" y="55"/>
                </a:lnTo>
                <a:lnTo>
                  <a:pt x="178" y="56"/>
                </a:lnTo>
                <a:lnTo>
                  <a:pt x="178" y="58"/>
                </a:lnTo>
                <a:lnTo>
                  <a:pt x="178" y="59"/>
                </a:lnTo>
                <a:lnTo>
                  <a:pt x="178" y="62"/>
                </a:lnTo>
                <a:lnTo>
                  <a:pt x="178" y="63"/>
                </a:lnTo>
                <a:lnTo>
                  <a:pt x="177" y="65"/>
                </a:lnTo>
                <a:lnTo>
                  <a:pt x="175" y="67"/>
                </a:lnTo>
                <a:lnTo>
                  <a:pt x="174" y="67"/>
                </a:lnTo>
                <a:lnTo>
                  <a:pt x="173" y="68"/>
                </a:lnTo>
                <a:lnTo>
                  <a:pt x="171" y="69"/>
                </a:lnTo>
                <a:lnTo>
                  <a:pt x="170" y="69"/>
                </a:lnTo>
                <a:lnTo>
                  <a:pt x="167" y="69"/>
                </a:lnTo>
                <a:lnTo>
                  <a:pt x="166" y="68"/>
                </a:lnTo>
                <a:lnTo>
                  <a:pt x="164" y="67"/>
                </a:lnTo>
                <a:lnTo>
                  <a:pt x="162" y="67"/>
                </a:lnTo>
                <a:lnTo>
                  <a:pt x="162" y="65"/>
                </a:lnTo>
                <a:lnTo>
                  <a:pt x="161" y="63"/>
                </a:lnTo>
                <a:lnTo>
                  <a:pt x="160" y="62"/>
                </a:lnTo>
                <a:lnTo>
                  <a:pt x="160" y="59"/>
                </a:lnTo>
                <a:lnTo>
                  <a:pt x="160" y="58"/>
                </a:lnTo>
                <a:lnTo>
                  <a:pt x="161" y="56"/>
                </a:lnTo>
                <a:lnTo>
                  <a:pt x="162" y="55"/>
                </a:lnTo>
                <a:lnTo>
                  <a:pt x="162" y="53"/>
                </a:lnTo>
                <a:lnTo>
                  <a:pt x="164" y="52"/>
                </a:lnTo>
                <a:lnTo>
                  <a:pt x="166" y="51"/>
                </a:lnTo>
                <a:lnTo>
                  <a:pt x="167" y="51"/>
                </a:lnTo>
                <a:lnTo>
                  <a:pt x="170" y="51"/>
                </a:lnTo>
                <a:lnTo>
                  <a:pt x="170" y="51"/>
                </a:lnTo>
                <a:close/>
                <a:moveTo>
                  <a:pt x="175" y="96"/>
                </a:moveTo>
                <a:lnTo>
                  <a:pt x="177" y="95"/>
                </a:lnTo>
                <a:lnTo>
                  <a:pt x="177" y="93"/>
                </a:lnTo>
                <a:lnTo>
                  <a:pt x="179" y="88"/>
                </a:lnTo>
                <a:lnTo>
                  <a:pt x="181" y="84"/>
                </a:lnTo>
                <a:lnTo>
                  <a:pt x="183" y="81"/>
                </a:lnTo>
                <a:lnTo>
                  <a:pt x="186" y="78"/>
                </a:lnTo>
                <a:lnTo>
                  <a:pt x="188" y="76"/>
                </a:lnTo>
                <a:lnTo>
                  <a:pt x="190" y="74"/>
                </a:lnTo>
                <a:lnTo>
                  <a:pt x="194" y="72"/>
                </a:lnTo>
                <a:lnTo>
                  <a:pt x="196" y="71"/>
                </a:lnTo>
                <a:lnTo>
                  <a:pt x="198" y="69"/>
                </a:lnTo>
                <a:lnTo>
                  <a:pt x="202" y="68"/>
                </a:lnTo>
                <a:lnTo>
                  <a:pt x="205" y="67"/>
                </a:lnTo>
                <a:lnTo>
                  <a:pt x="209" y="67"/>
                </a:lnTo>
                <a:lnTo>
                  <a:pt x="213" y="67"/>
                </a:lnTo>
                <a:lnTo>
                  <a:pt x="217" y="67"/>
                </a:lnTo>
                <a:lnTo>
                  <a:pt x="221" y="67"/>
                </a:lnTo>
                <a:lnTo>
                  <a:pt x="223" y="68"/>
                </a:lnTo>
                <a:lnTo>
                  <a:pt x="226" y="69"/>
                </a:lnTo>
                <a:lnTo>
                  <a:pt x="229" y="71"/>
                </a:lnTo>
                <a:lnTo>
                  <a:pt x="230" y="72"/>
                </a:lnTo>
                <a:lnTo>
                  <a:pt x="232" y="73"/>
                </a:lnTo>
                <a:lnTo>
                  <a:pt x="234" y="75"/>
                </a:lnTo>
                <a:lnTo>
                  <a:pt x="236" y="76"/>
                </a:lnTo>
                <a:lnTo>
                  <a:pt x="238" y="79"/>
                </a:lnTo>
                <a:lnTo>
                  <a:pt x="238" y="80"/>
                </a:lnTo>
                <a:lnTo>
                  <a:pt x="240" y="82"/>
                </a:lnTo>
                <a:lnTo>
                  <a:pt x="242" y="86"/>
                </a:lnTo>
                <a:lnTo>
                  <a:pt x="244" y="89"/>
                </a:lnTo>
                <a:lnTo>
                  <a:pt x="247" y="93"/>
                </a:lnTo>
                <a:lnTo>
                  <a:pt x="251" y="98"/>
                </a:lnTo>
                <a:lnTo>
                  <a:pt x="254" y="101"/>
                </a:lnTo>
                <a:lnTo>
                  <a:pt x="256" y="102"/>
                </a:lnTo>
                <a:lnTo>
                  <a:pt x="254" y="103"/>
                </a:lnTo>
                <a:lnTo>
                  <a:pt x="249" y="105"/>
                </a:lnTo>
                <a:lnTo>
                  <a:pt x="246" y="107"/>
                </a:lnTo>
                <a:lnTo>
                  <a:pt x="242" y="108"/>
                </a:lnTo>
                <a:lnTo>
                  <a:pt x="238" y="110"/>
                </a:lnTo>
                <a:lnTo>
                  <a:pt x="236" y="112"/>
                </a:lnTo>
                <a:lnTo>
                  <a:pt x="230" y="116"/>
                </a:lnTo>
                <a:lnTo>
                  <a:pt x="224" y="120"/>
                </a:lnTo>
                <a:lnTo>
                  <a:pt x="222" y="120"/>
                </a:lnTo>
                <a:lnTo>
                  <a:pt x="218" y="121"/>
                </a:lnTo>
                <a:lnTo>
                  <a:pt x="215" y="122"/>
                </a:lnTo>
                <a:lnTo>
                  <a:pt x="211" y="122"/>
                </a:lnTo>
                <a:lnTo>
                  <a:pt x="207" y="121"/>
                </a:lnTo>
                <a:lnTo>
                  <a:pt x="204" y="120"/>
                </a:lnTo>
                <a:lnTo>
                  <a:pt x="201" y="120"/>
                </a:lnTo>
                <a:lnTo>
                  <a:pt x="198" y="120"/>
                </a:lnTo>
                <a:lnTo>
                  <a:pt x="198" y="120"/>
                </a:lnTo>
                <a:lnTo>
                  <a:pt x="197" y="119"/>
                </a:lnTo>
                <a:lnTo>
                  <a:pt x="195" y="115"/>
                </a:lnTo>
                <a:lnTo>
                  <a:pt x="194" y="112"/>
                </a:lnTo>
                <a:lnTo>
                  <a:pt x="191" y="108"/>
                </a:lnTo>
                <a:lnTo>
                  <a:pt x="190" y="106"/>
                </a:lnTo>
                <a:lnTo>
                  <a:pt x="186" y="104"/>
                </a:lnTo>
                <a:lnTo>
                  <a:pt x="184" y="100"/>
                </a:lnTo>
                <a:lnTo>
                  <a:pt x="182" y="99"/>
                </a:lnTo>
                <a:lnTo>
                  <a:pt x="180" y="98"/>
                </a:lnTo>
                <a:lnTo>
                  <a:pt x="178" y="96"/>
                </a:lnTo>
                <a:lnTo>
                  <a:pt x="175" y="96"/>
                </a:lnTo>
                <a:lnTo>
                  <a:pt x="175" y="96"/>
                </a:lnTo>
                <a:close/>
                <a:moveTo>
                  <a:pt x="104" y="51"/>
                </a:moveTo>
                <a:lnTo>
                  <a:pt x="106" y="51"/>
                </a:lnTo>
                <a:lnTo>
                  <a:pt x="108" y="51"/>
                </a:lnTo>
                <a:lnTo>
                  <a:pt x="109" y="52"/>
                </a:lnTo>
                <a:lnTo>
                  <a:pt x="110" y="53"/>
                </a:lnTo>
                <a:lnTo>
                  <a:pt x="112" y="55"/>
                </a:lnTo>
                <a:lnTo>
                  <a:pt x="113" y="56"/>
                </a:lnTo>
                <a:lnTo>
                  <a:pt x="113" y="58"/>
                </a:lnTo>
                <a:lnTo>
                  <a:pt x="113" y="59"/>
                </a:lnTo>
                <a:lnTo>
                  <a:pt x="113" y="62"/>
                </a:lnTo>
                <a:lnTo>
                  <a:pt x="113" y="63"/>
                </a:lnTo>
                <a:lnTo>
                  <a:pt x="112" y="65"/>
                </a:lnTo>
                <a:lnTo>
                  <a:pt x="110" y="67"/>
                </a:lnTo>
                <a:lnTo>
                  <a:pt x="109" y="67"/>
                </a:lnTo>
                <a:lnTo>
                  <a:pt x="108" y="68"/>
                </a:lnTo>
                <a:lnTo>
                  <a:pt x="106" y="69"/>
                </a:lnTo>
                <a:lnTo>
                  <a:pt x="104" y="69"/>
                </a:lnTo>
                <a:lnTo>
                  <a:pt x="102" y="69"/>
                </a:lnTo>
                <a:lnTo>
                  <a:pt x="101" y="68"/>
                </a:lnTo>
                <a:lnTo>
                  <a:pt x="99" y="67"/>
                </a:lnTo>
                <a:lnTo>
                  <a:pt x="97" y="67"/>
                </a:lnTo>
                <a:lnTo>
                  <a:pt x="97" y="65"/>
                </a:lnTo>
                <a:lnTo>
                  <a:pt x="95" y="63"/>
                </a:lnTo>
                <a:lnTo>
                  <a:pt x="95" y="62"/>
                </a:lnTo>
                <a:lnTo>
                  <a:pt x="95" y="59"/>
                </a:lnTo>
                <a:lnTo>
                  <a:pt x="95" y="58"/>
                </a:lnTo>
                <a:lnTo>
                  <a:pt x="95" y="56"/>
                </a:lnTo>
                <a:lnTo>
                  <a:pt x="97" y="55"/>
                </a:lnTo>
                <a:lnTo>
                  <a:pt x="97" y="53"/>
                </a:lnTo>
                <a:lnTo>
                  <a:pt x="99" y="52"/>
                </a:lnTo>
                <a:lnTo>
                  <a:pt x="101" y="51"/>
                </a:lnTo>
                <a:lnTo>
                  <a:pt x="102" y="51"/>
                </a:lnTo>
                <a:lnTo>
                  <a:pt x="104" y="51"/>
                </a:lnTo>
                <a:lnTo>
                  <a:pt x="104" y="51"/>
                </a:lnTo>
                <a:close/>
                <a:moveTo>
                  <a:pt x="97" y="96"/>
                </a:moveTo>
                <a:lnTo>
                  <a:pt x="95" y="96"/>
                </a:lnTo>
                <a:lnTo>
                  <a:pt x="93" y="98"/>
                </a:lnTo>
                <a:lnTo>
                  <a:pt x="91" y="99"/>
                </a:lnTo>
                <a:lnTo>
                  <a:pt x="89" y="100"/>
                </a:lnTo>
                <a:lnTo>
                  <a:pt x="86" y="104"/>
                </a:lnTo>
                <a:lnTo>
                  <a:pt x="84" y="106"/>
                </a:lnTo>
                <a:lnTo>
                  <a:pt x="81" y="108"/>
                </a:lnTo>
                <a:lnTo>
                  <a:pt x="80" y="112"/>
                </a:lnTo>
                <a:lnTo>
                  <a:pt x="77" y="115"/>
                </a:lnTo>
                <a:lnTo>
                  <a:pt x="77" y="119"/>
                </a:lnTo>
                <a:lnTo>
                  <a:pt x="75" y="120"/>
                </a:lnTo>
                <a:lnTo>
                  <a:pt x="74" y="120"/>
                </a:lnTo>
                <a:lnTo>
                  <a:pt x="73" y="120"/>
                </a:lnTo>
                <a:lnTo>
                  <a:pt x="69" y="120"/>
                </a:lnTo>
                <a:lnTo>
                  <a:pt x="65" y="121"/>
                </a:lnTo>
                <a:lnTo>
                  <a:pt x="61" y="122"/>
                </a:lnTo>
                <a:lnTo>
                  <a:pt x="58" y="122"/>
                </a:lnTo>
                <a:lnTo>
                  <a:pt x="54" y="121"/>
                </a:lnTo>
                <a:lnTo>
                  <a:pt x="51" y="120"/>
                </a:lnTo>
                <a:lnTo>
                  <a:pt x="49" y="120"/>
                </a:lnTo>
                <a:lnTo>
                  <a:pt x="43" y="116"/>
                </a:lnTo>
                <a:lnTo>
                  <a:pt x="37" y="112"/>
                </a:lnTo>
                <a:lnTo>
                  <a:pt x="34" y="110"/>
                </a:lnTo>
                <a:lnTo>
                  <a:pt x="31" y="108"/>
                </a:lnTo>
                <a:lnTo>
                  <a:pt x="28" y="107"/>
                </a:lnTo>
                <a:lnTo>
                  <a:pt x="25" y="105"/>
                </a:lnTo>
                <a:lnTo>
                  <a:pt x="19" y="103"/>
                </a:lnTo>
                <a:lnTo>
                  <a:pt x="17" y="102"/>
                </a:lnTo>
                <a:lnTo>
                  <a:pt x="18" y="101"/>
                </a:lnTo>
                <a:lnTo>
                  <a:pt x="21" y="98"/>
                </a:lnTo>
                <a:lnTo>
                  <a:pt x="25" y="93"/>
                </a:lnTo>
                <a:lnTo>
                  <a:pt x="29" y="89"/>
                </a:lnTo>
                <a:lnTo>
                  <a:pt x="31" y="86"/>
                </a:lnTo>
                <a:lnTo>
                  <a:pt x="33" y="82"/>
                </a:lnTo>
                <a:lnTo>
                  <a:pt x="34" y="80"/>
                </a:lnTo>
                <a:lnTo>
                  <a:pt x="36" y="79"/>
                </a:lnTo>
                <a:lnTo>
                  <a:pt x="37" y="76"/>
                </a:lnTo>
                <a:lnTo>
                  <a:pt x="39" y="75"/>
                </a:lnTo>
                <a:lnTo>
                  <a:pt x="41" y="73"/>
                </a:lnTo>
                <a:lnTo>
                  <a:pt x="43" y="72"/>
                </a:lnTo>
                <a:lnTo>
                  <a:pt x="45" y="71"/>
                </a:lnTo>
                <a:lnTo>
                  <a:pt x="47" y="69"/>
                </a:lnTo>
                <a:lnTo>
                  <a:pt x="49" y="68"/>
                </a:lnTo>
                <a:lnTo>
                  <a:pt x="53" y="67"/>
                </a:lnTo>
                <a:lnTo>
                  <a:pt x="56" y="67"/>
                </a:lnTo>
                <a:lnTo>
                  <a:pt x="60" y="67"/>
                </a:lnTo>
                <a:lnTo>
                  <a:pt x="65" y="67"/>
                </a:lnTo>
                <a:lnTo>
                  <a:pt x="68" y="67"/>
                </a:lnTo>
                <a:lnTo>
                  <a:pt x="71" y="68"/>
                </a:lnTo>
                <a:lnTo>
                  <a:pt x="74" y="69"/>
                </a:lnTo>
                <a:lnTo>
                  <a:pt x="77" y="71"/>
                </a:lnTo>
                <a:lnTo>
                  <a:pt x="80" y="72"/>
                </a:lnTo>
                <a:lnTo>
                  <a:pt x="82" y="74"/>
                </a:lnTo>
                <a:lnTo>
                  <a:pt x="85" y="76"/>
                </a:lnTo>
                <a:lnTo>
                  <a:pt x="88" y="78"/>
                </a:lnTo>
                <a:lnTo>
                  <a:pt x="90" y="81"/>
                </a:lnTo>
                <a:lnTo>
                  <a:pt x="92" y="84"/>
                </a:lnTo>
                <a:lnTo>
                  <a:pt x="93" y="88"/>
                </a:lnTo>
                <a:lnTo>
                  <a:pt x="96" y="93"/>
                </a:lnTo>
                <a:lnTo>
                  <a:pt x="97" y="95"/>
                </a:lnTo>
                <a:lnTo>
                  <a:pt x="97" y="9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0320" rIns="90000" bIns="40320" anchor="ctr">
            <a:noAutofit/>
          </a:bodyPr>
          <a:lstStyle/>
          <a:p>
            <a:endParaRPr/>
          </a:p>
        </p:txBody>
      </p:sp>
      <p:sp>
        <p:nvSpPr>
          <p:cNvPr id="109" name="ïṩļïḓe">
            <a:extLst>
              <a:ext uri="{FF2B5EF4-FFF2-40B4-BE49-F238E27FC236}">
                <a16:creationId xmlns:a16="http://schemas.microsoft.com/office/drawing/2014/main" id="{3D3F3C54-BCA2-4C41-85BF-0B2F2A445876}"/>
              </a:ext>
            </a:extLst>
          </p:cNvPr>
          <p:cNvSpPr>
            <a:spLocks noGrp="1"/>
          </p:cNvSpPr>
          <p:nvPr/>
        </p:nvSpPr>
        <p:spPr>
          <a:xfrm>
            <a:off x="780480" y="666720"/>
            <a:ext cx="64800" cy="59040"/>
          </a:xfrm>
          <a:custGeom>
            <a:avLst/>
            <a:gdLst>
              <a:gd name="textAreaLeft" fmla="*/ 0 w 64800"/>
              <a:gd name="textAreaRight" fmla="*/ 65160 w 64800"/>
              <a:gd name="textAreaTop" fmla="*/ 0 h 59040"/>
              <a:gd name="textAreaBottom" fmla="*/ 59400 h 59040"/>
              <a:gd name="GluePoint1X" fmla="*/ 27 w 149"/>
              <a:gd name="GluePoint1Y" fmla="*/ 59 h 136"/>
              <a:gd name="GluePoint2X" fmla="*/ 21 w 149"/>
              <a:gd name="GluePoint2Y" fmla="*/ 66 h 136"/>
              <a:gd name="GluePoint3X" fmla="*/ 19 w 149"/>
              <a:gd name="GluePoint3Y" fmla="*/ 59 h 136"/>
              <a:gd name="GluePoint4X" fmla="*/ 9 w 149"/>
              <a:gd name="GluePoint4Y" fmla="*/ 54 h 136"/>
              <a:gd name="GluePoint5X" fmla="*/ 1 w 149"/>
              <a:gd name="GluePoint5Y" fmla="*/ 49 h 136"/>
              <a:gd name="GluePoint6X" fmla="*/ 3 w 149"/>
              <a:gd name="GluePoint6Y" fmla="*/ 35 h 136"/>
              <a:gd name="GluePoint7X" fmla="*/ 9 w 149"/>
              <a:gd name="GluePoint7Y" fmla="*/ 34 h 136"/>
              <a:gd name="GluePoint8X" fmla="*/ 20 w 149"/>
              <a:gd name="GluePoint8Y" fmla="*/ 43 h 136"/>
              <a:gd name="GluePoint9X" fmla="*/ 21 w 149"/>
              <a:gd name="GluePoint9Y" fmla="*/ 35 h 136"/>
              <a:gd name="GluePoint10X" fmla="*/ 8 w 149"/>
              <a:gd name="GluePoint10Y" fmla="*/ 8 h 136"/>
              <a:gd name="GluePoint11X" fmla="*/ 17 w 149"/>
              <a:gd name="GluePoint11Y" fmla="*/ 0 h 136"/>
              <a:gd name="GluePoint12X" fmla="*/ 24 w 149"/>
              <a:gd name="GluePoint12Y" fmla="*/ 6 h 136"/>
              <a:gd name="GluePoint13X" fmla="*/ 29 w 149"/>
              <a:gd name="GluePoint13Y" fmla="*/ 38 h 136"/>
              <a:gd name="GluePoint14X" fmla="*/ 31 w 149"/>
              <a:gd name="GluePoint14Y" fmla="*/ 49 h 136"/>
              <a:gd name="GluePoint15X" fmla="*/ 46 w 149"/>
              <a:gd name="GluePoint15Y" fmla="*/ 61 h 136"/>
              <a:gd name="GluePoint16X" fmla="*/ 46 w 149"/>
              <a:gd name="GluePoint16Y" fmla="*/ 55 h 136"/>
              <a:gd name="GluePoint17X" fmla="*/ 41 w 149"/>
              <a:gd name="GluePoint17Y" fmla="*/ 43 h 136"/>
              <a:gd name="GluePoint18X" fmla="*/ 47 w 149"/>
              <a:gd name="GluePoint18Y" fmla="*/ 41 h 136"/>
              <a:gd name="GluePoint19X" fmla="*/ 34 w 149"/>
              <a:gd name="GluePoint19Y" fmla="*/ 24 h 136"/>
              <a:gd name="GluePoint20X" fmla="*/ 38 w 149"/>
              <a:gd name="GluePoint20Y" fmla="*/ 19 h 136"/>
              <a:gd name="GluePoint21X" fmla="*/ 45 w 149"/>
              <a:gd name="GluePoint21Y" fmla="*/ 26 h 136"/>
              <a:gd name="GluePoint22X" fmla="*/ 49 w 149"/>
              <a:gd name="GluePoint22Y" fmla="*/ 28 h 136"/>
              <a:gd name="GluePoint23X" fmla="*/ 45 w 149"/>
              <a:gd name="GluePoint23Y" fmla="*/ 10 h 136"/>
              <a:gd name="GluePoint24X" fmla="*/ 50 w 149"/>
              <a:gd name="GluePoint24Y" fmla="*/ 8 h 136"/>
              <a:gd name="GluePoint25X" fmla="*/ 53 w 149"/>
              <a:gd name="GluePoint25Y" fmla="*/ 28 h 136"/>
              <a:gd name="GluePoint26X" fmla="*/ 67 w 149"/>
              <a:gd name="GluePoint26Y" fmla="*/ 56 h 136"/>
              <a:gd name="GluePoint27X" fmla="*/ 68 w 149"/>
              <a:gd name="GluePoint27Y" fmla="*/ 37 h 136"/>
              <a:gd name="GluePoint28X" fmla="*/ 70 w 149"/>
              <a:gd name="GluePoint28Y" fmla="*/ 13 h 136"/>
              <a:gd name="GluePoint29X" fmla="*/ 77 w 149"/>
              <a:gd name="GluePoint29Y" fmla="*/ 20 h 136"/>
              <a:gd name="GluePoint30X" fmla="*/ 73 w 149"/>
              <a:gd name="GluePoint30Y" fmla="*/ 37 h 136"/>
              <a:gd name="GluePoint31X" fmla="*/ 85 w 149"/>
              <a:gd name="GluePoint31Y" fmla="*/ 64 h 136"/>
              <a:gd name="GluePoint32X" fmla="*/ 97 w 149"/>
              <a:gd name="GluePoint32Y" fmla="*/ 67 h 136"/>
              <a:gd name="GluePoint33X" fmla="*/ 100 w 149"/>
              <a:gd name="GluePoint33Y" fmla="*/ 55 h 136"/>
              <a:gd name="GluePoint34X" fmla="*/ 106 w 149"/>
              <a:gd name="GluePoint34Y" fmla="*/ 59 h 136"/>
              <a:gd name="GluePoint35X" fmla="*/ 105 w 149"/>
              <a:gd name="GluePoint35Y" fmla="*/ 71 h 136"/>
              <a:gd name="GluePoint36X" fmla="*/ 142 w 149"/>
              <a:gd name="GluePoint36Y" fmla="*/ 82 h 136"/>
              <a:gd name="GluePoint37X" fmla="*/ 148 w 149"/>
              <a:gd name="GluePoint37Y" fmla="*/ 91 h 136"/>
              <a:gd name="GluePoint38X" fmla="*/ 132 w 149"/>
              <a:gd name="GluePoint38Y" fmla="*/ 98 h 136"/>
              <a:gd name="GluePoint39X" fmla="*/ 133 w 149"/>
              <a:gd name="GluePoint39Y" fmla="*/ 92 h 136"/>
              <a:gd name="GluePoint40X" fmla="*/ 109 w 149"/>
              <a:gd name="GluePoint40Y" fmla="*/ 80 h 136"/>
              <a:gd name="GluePoint41X" fmla="*/ 109 w 149"/>
              <a:gd name="GluePoint41Y" fmla="*/ 91 h 136"/>
              <a:gd name="GluePoint42X" fmla="*/ 113 w 149"/>
              <a:gd name="GluePoint42Y" fmla="*/ 101 h 136"/>
              <a:gd name="GluePoint43X" fmla="*/ 101 w 149"/>
              <a:gd name="GluePoint43Y" fmla="*/ 104 h 136"/>
              <a:gd name="GluePoint44X" fmla="*/ 97 w 149"/>
              <a:gd name="GluePoint44Y" fmla="*/ 87 h 136"/>
              <a:gd name="GluePoint45X" fmla="*/ 76 w 149"/>
              <a:gd name="GluePoint45Y" fmla="*/ 71 h 136"/>
              <a:gd name="GluePoint46X" fmla="*/ 81 w 149"/>
              <a:gd name="GluePoint46Y" fmla="*/ 96 h 136"/>
              <a:gd name="GluePoint47X" fmla="*/ 91 w 149"/>
              <a:gd name="GluePoint47Y" fmla="*/ 125 h 136"/>
              <a:gd name="GluePoint48X" fmla="*/ 86 w 149"/>
              <a:gd name="GluePoint48Y" fmla="*/ 136 h 136"/>
              <a:gd name="GluePoint49X" fmla="*/ 76 w 149"/>
              <a:gd name="GluePoint49Y" fmla="*/ 124 h 136"/>
              <a:gd name="GluePoint50X" fmla="*/ 70 w 149"/>
              <a:gd name="GluePoint50Y" fmla="*/ 78 h 136"/>
              <a:gd name="GluePoint51X" fmla="*/ 57 w 149"/>
              <a:gd name="GluePoint51Y" fmla="*/ 60 h 136"/>
              <a:gd name="GluePoint52X" fmla="*/ 55 w 149"/>
              <a:gd name="GluePoint52Y" fmla="*/ 71 h 136"/>
              <a:gd name="GluePoint53X" fmla="*/ 56 w 149"/>
              <a:gd name="GluePoint53Y" fmla="*/ 91 h 136"/>
              <a:gd name="GluePoint54X" fmla="*/ 47 w 149"/>
              <a:gd name="GluePoint54Y" fmla="*/ 89 h 136"/>
              <a:gd name="GluePoint55X" fmla="*/ 41 w 149"/>
              <a:gd name="GluePoint55Y" fmla="*/ 68 h 136"/>
            </a:gdLst>
            <a:ahLst/>
            <a:cxnLst/>
            <a:rect l="textAreaLeft" t="textAreaTop" r="textAreaRight" b="textAreaBottom"/>
            <a:pathLst>
              <a:path w="149" h="136">
                <a:moveTo>
                  <a:pt x="32" y="60"/>
                </a:moveTo>
                <a:lnTo>
                  <a:pt x="31" y="60"/>
                </a:lnTo>
                <a:lnTo>
                  <a:pt x="29" y="59"/>
                </a:lnTo>
                <a:lnTo>
                  <a:pt x="29" y="58"/>
                </a:lnTo>
                <a:lnTo>
                  <a:pt x="28" y="58"/>
                </a:lnTo>
                <a:lnTo>
                  <a:pt x="27" y="58"/>
                </a:lnTo>
                <a:lnTo>
                  <a:pt x="27" y="59"/>
                </a:lnTo>
                <a:lnTo>
                  <a:pt x="26" y="62"/>
                </a:lnTo>
                <a:lnTo>
                  <a:pt x="25" y="64"/>
                </a:lnTo>
                <a:lnTo>
                  <a:pt x="25" y="66"/>
                </a:lnTo>
                <a:lnTo>
                  <a:pt x="24" y="66"/>
                </a:lnTo>
                <a:lnTo>
                  <a:pt x="24" y="67"/>
                </a:lnTo>
                <a:lnTo>
                  <a:pt x="23" y="67"/>
                </a:lnTo>
                <a:lnTo>
                  <a:pt x="21" y="66"/>
                </a:lnTo>
                <a:lnTo>
                  <a:pt x="20" y="66"/>
                </a:lnTo>
                <a:lnTo>
                  <a:pt x="19" y="65"/>
                </a:lnTo>
                <a:lnTo>
                  <a:pt x="18" y="65"/>
                </a:lnTo>
                <a:lnTo>
                  <a:pt x="18" y="64"/>
                </a:lnTo>
                <a:lnTo>
                  <a:pt x="18" y="63"/>
                </a:lnTo>
                <a:lnTo>
                  <a:pt x="18" y="62"/>
                </a:lnTo>
                <a:lnTo>
                  <a:pt x="19" y="59"/>
                </a:lnTo>
                <a:lnTo>
                  <a:pt x="19" y="58"/>
                </a:lnTo>
                <a:lnTo>
                  <a:pt x="19" y="57"/>
                </a:lnTo>
                <a:lnTo>
                  <a:pt x="19" y="56"/>
                </a:lnTo>
                <a:lnTo>
                  <a:pt x="18" y="56"/>
                </a:lnTo>
                <a:lnTo>
                  <a:pt x="16" y="55"/>
                </a:lnTo>
                <a:lnTo>
                  <a:pt x="13" y="55"/>
                </a:lnTo>
                <a:lnTo>
                  <a:pt x="9" y="54"/>
                </a:lnTo>
                <a:lnTo>
                  <a:pt x="8" y="53"/>
                </a:lnTo>
                <a:lnTo>
                  <a:pt x="7" y="52"/>
                </a:lnTo>
                <a:lnTo>
                  <a:pt x="5" y="52"/>
                </a:lnTo>
                <a:lnTo>
                  <a:pt x="3" y="51"/>
                </a:lnTo>
                <a:lnTo>
                  <a:pt x="2" y="51"/>
                </a:lnTo>
                <a:lnTo>
                  <a:pt x="1" y="50"/>
                </a:lnTo>
                <a:lnTo>
                  <a:pt x="1" y="49"/>
                </a:lnTo>
                <a:lnTo>
                  <a:pt x="0" y="46"/>
                </a:lnTo>
                <a:lnTo>
                  <a:pt x="1" y="43"/>
                </a:lnTo>
                <a:lnTo>
                  <a:pt x="1" y="41"/>
                </a:lnTo>
                <a:lnTo>
                  <a:pt x="1" y="39"/>
                </a:lnTo>
                <a:lnTo>
                  <a:pt x="1" y="38"/>
                </a:lnTo>
                <a:lnTo>
                  <a:pt x="2" y="37"/>
                </a:lnTo>
                <a:lnTo>
                  <a:pt x="3" y="35"/>
                </a:lnTo>
                <a:lnTo>
                  <a:pt x="4" y="35"/>
                </a:lnTo>
                <a:lnTo>
                  <a:pt x="5" y="34"/>
                </a:lnTo>
                <a:lnTo>
                  <a:pt x="5" y="34"/>
                </a:lnTo>
                <a:lnTo>
                  <a:pt x="6" y="34"/>
                </a:lnTo>
                <a:lnTo>
                  <a:pt x="7" y="34"/>
                </a:lnTo>
                <a:lnTo>
                  <a:pt x="9" y="34"/>
                </a:lnTo>
                <a:lnTo>
                  <a:pt x="9" y="34"/>
                </a:lnTo>
                <a:lnTo>
                  <a:pt x="10" y="34"/>
                </a:lnTo>
                <a:lnTo>
                  <a:pt x="11" y="35"/>
                </a:lnTo>
                <a:lnTo>
                  <a:pt x="12" y="35"/>
                </a:lnTo>
                <a:lnTo>
                  <a:pt x="13" y="37"/>
                </a:lnTo>
                <a:lnTo>
                  <a:pt x="16" y="39"/>
                </a:lnTo>
                <a:lnTo>
                  <a:pt x="19" y="42"/>
                </a:lnTo>
                <a:lnTo>
                  <a:pt x="20" y="43"/>
                </a:lnTo>
                <a:lnTo>
                  <a:pt x="21" y="43"/>
                </a:lnTo>
                <a:lnTo>
                  <a:pt x="21" y="43"/>
                </a:lnTo>
                <a:lnTo>
                  <a:pt x="22" y="43"/>
                </a:lnTo>
                <a:lnTo>
                  <a:pt x="22" y="43"/>
                </a:lnTo>
                <a:lnTo>
                  <a:pt x="22" y="42"/>
                </a:lnTo>
                <a:lnTo>
                  <a:pt x="21" y="39"/>
                </a:lnTo>
                <a:lnTo>
                  <a:pt x="21" y="35"/>
                </a:lnTo>
                <a:lnTo>
                  <a:pt x="19" y="30"/>
                </a:lnTo>
                <a:lnTo>
                  <a:pt x="17" y="26"/>
                </a:lnTo>
                <a:lnTo>
                  <a:pt x="14" y="19"/>
                </a:lnTo>
                <a:lnTo>
                  <a:pt x="11" y="14"/>
                </a:lnTo>
                <a:lnTo>
                  <a:pt x="9" y="12"/>
                </a:lnTo>
                <a:lnTo>
                  <a:pt x="9" y="10"/>
                </a:lnTo>
                <a:lnTo>
                  <a:pt x="8" y="8"/>
                </a:lnTo>
                <a:lnTo>
                  <a:pt x="8" y="7"/>
                </a:lnTo>
                <a:lnTo>
                  <a:pt x="9" y="6"/>
                </a:lnTo>
                <a:lnTo>
                  <a:pt x="9" y="4"/>
                </a:lnTo>
                <a:lnTo>
                  <a:pt x="11" y="2"/>
                </a:lnTo>
                <a:lnTo>
                  <a:pt x="12" y="2"/>
                </a:lnTo>
                <a:lnTo>
                  <a:pt x="14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20" y="1"/>
                </a:lnTo>
                <a:lnTo>
                  <a:pt x="21" y="2"/>
                </a:lnTo>
                <a:lnTo>
                  <a:pt x="23" y="3"/>
                </a:lnTo>
                <a:lnTo>
                  <a:pt x="24" y="4"/>
                </a:lnTo>
                <a:lnTo>
                  <a:pt x="24" y="6"/>
                </a:lnTo>
                <a:lnTo>
                  <a:pt x="24" y="9"/>
                </a:lnTo>
                <a:lnTo>
                  <a:pt x="24" y="13"/>
                </a:lnTo>
                <a:lnTo>
                  <a:pt x="25" y="17"/>
                </a:lnTo>
                <a:lnTo>
                  <a:pt x="27" y="23"/>
                </a:lnTo>
                <a:lnTo>
                  <a:pt x="27" y="28"/>
                </a:lnTo>
                <a:lnTo>
                  <a:pt x="28" y="32"/>
                </a:lnTo>
                <a:lnTo>
                  <a:pt x="29" y="38"/>
                </a:lnTo>
                <a:lnTo>
                  <a:pt x="29" y="41"/>
                </a:lnTo>
                <a:lnTo>
                  <a:pt x="29" y="45"/>
                </a:lnTo>
                <a:lnTo>
                  <a:pt x="29" y="46"/>
                </a:lnTo>
                <a:lnTo>
                  <a:pt x="29" y="47"/>
                </a:lnTo>
                <a:lnTo>
                  <a:pt x="29" y="48"/>
                </a:lnTo>
                <a:lnTo>
                  <a:pt x="30" y="49"/>
                </a:lnTo>
                <a:lnTo>
                  <a:pt x="31" y="49"/>
                </a:lnTo>
                <a:lnTo>
                  <a:pt x="32" y="49"/>
                </a:lnTo>
                <a:lnTo>
                  <a:pt x="33" y="50"/>
                </a:lnTo>
                <a:lnTo>
                  <a:pt x="36" y="52"/>
                </a:lnTo>
                <a:lnTo>
                  <a:pt x="39" y="55"/>
                </a:lnTo>
                <a:lnTo>
                  <a:pt x="41" y="57"/>
                </a:lnTo>
                <a:lnTo>
                  <a:pt x="44" y="59"/>
                </a:lnTo>
                <a:lnTo>
                  <a:pt x="46" y="61"/>
                </a:lnTo>
                <a:lnTo>
                  <a:pt x="46" y="61"/>
                </a:lnTo>
                <a:lnTo>
                  <a:pt x="47" y="61"/>
                </a:lnTo>
                <a:lnTo>
                  <a:pt x="47" y="60"/>
                </a:lnTo>
                <a:lnTo>
                  <a:pt x="47" y="59"/>
                </a:lnTo>
                <a:lnTo>
                  <a:pt x="47" y="57"/>
                </a:lnTo>
                <a:lnTo>
                  <a:pt x="47" y="56"/>
                </a:lnTo>
                <a:lnTo>
                  <a:pt x="46" y="55"/>
                </a:lnTo>
                <a:lnTo>
                  <a:pt x="46" y="54"/>
                </a:lnTo>
                <a:lnTo>
                  <a:pt x="44" y="51"/>
                </a:lnTo>
                <a:lnTo>
                  <a:pt x="41" y="47"/>
                </a:lnTo>
                <a:lnTo>
                  <a:pt x="41" y="46"/>
                </a:lnTo>
                <a:lnTo>
                  <a:pt x="41" y="44"/>
                </a:lnTo>
                <a:lnTo>
                  <a:pt x="41" y="43"/>
                </a:lnTo>
                <a:lnTo>
                  <a:pt x="41" y="43"/>
                </a:lnTo>
                <a:lnTo>
                  <a:pt x="41" y="42"/>
                </a:lnTo>
                <a:lnTo>
                  <a:pt x="41" y="42"/>
                </a:lnTo>
                <a:lnTo>
                  <a:pt x="44" y="42"/>
                </a:lnTo>
                <a:lnTo>
                  <a:pt x="46" y="42"/>
                </a:lnTo>
                <a:lnTo>
                  <a:pt x="47" y="42"/>
                </a:lnTo>
                <a:lnTo>
                  <a:pt x="47" y="42"/>
                </a:lnTo>
                <a:lnTo>
                  <a:pt x="47" y="41"/>
                </a:lnTo>
                <a:lnTo>
                  <a:pt x="46" y="40"/>
                </a:lnTo>
                <a:lnTo>
                  <a:pt x="44" y="37"/>
                </a:lnTo>
                <a:lnTo>
                  <a:pt x="41" y="34"/>
                </a:lnTo>
                <a:lnTo>
                  <a:pt x="38" y="30"/>
                </a:lnTo>
                <a:lnTo>
                  <a:pt x="37" y="28"/>
                </a:lnTo>
                <a:lnTo>
                  <a:pt x="35" y="26"/>
                </a:lnTo>
                <a:lnTo>
                  <a:pt x="34" y="24"/>
                </a:lnTo>
                <a:lnTo>
                  <a:pt x="33" y="22"/>
                </a:lnTo>
                <a:lnTo>
                  <a:pt x="33" y="22"/>
                </a:lnTo>
                <a:lnTo>
                  <a:pt x="34" y="21"/>
                </a:lnTo>
                <a:lnTo>
                  <a:pt x="35" y="19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9"/>
                </a:lnTo>
                <a:lnTo>
                  <a:pt x="41" y="20"/>
                </a:lnTo>
                <a:lnTo>
                  <a:pt x="41" y="22"/>
                </a:lnTo>
                <a:lnTo>
                  <a:pt x="42" y="23"/>
                </a:lnTo>
                <a:lnTo>
                  <a:pt x="44" y="25"/>
                </a:lnTo>
                <a:lnTo>
                  <a:pt x="44" y="26"/>
                </a:lnTo>
                <a:lnTo>
                  <a:pt x="45" y="26"/>
                </a:lnTo>
                <a:lnTo>
                  <a:pt x="45" y="27"/>
                </a:lnTo>
                <a:lnTo>
                  <a:pt x="46" y="27"/>
                </a:lnTo>
                <a:lnTo>
                  <a:pt x="47" y="28"/>
                </a:lnTo>
                <a:lnTo>
                  <a:pt x="48" y="29"/>
                </a:lnTo>
                <a:lnTo>
                  <a:pt x="49" y="29"/>
                </a:lnTo>
                <a:lnTo>
                  <a:pt x="49" y="28"/>
                </a:lnTo>
                <a:lnTo>
                  <a:pt x="49" y="28"/>
                </a:lnTo>
                <a:lnTo>
                  <a:pt x="49" y="26"/>
                </a:lnTo>
                <a:lnTo>
                  <a:pt x="48" y="23"/>
                </a:lnTo>
                <a:lnTo>
                  <a:pt x="46" y="19"/>
                </a:lnTo>
                <a:lnTo>
                  <a:pt x="45" y="16"/>
                </a:lnTo>
                <a:lnTo>
                  <a:pt x="45" y="14"/>
                </a:lnTo>
                <a:lnTo>
                  <a:pt x="45" y="13"/>
                </a:lnTo>
                <a:lnTo>
                  <a:pt x="45" y="10"/>
                </a:lnTo>
                <a:lnTo>
                  <a:pt x="46" y="8"/>
                </a:lnTo>
                <a:lnTo>
                  <a:pt x="48" y="6"/>
                </a:lnTo>
                <a:lnTo>
                  <a:pt x="48" y="6"/>
                </a:lnTo>
                <a:lnTo>
                  <a:pt x="49" y="6"/>
                </a:lnTo>
                <a:lnTo>
                  <a:pt x="49" y="6"/>
                </a:lnTo>
                <a:lnTo>
                  <a:pt x="49" y="6"/>
                </a:lnTo>
                <a:lnTo>
                  <a:pt x="50" y="8"/>
                </a:lnTo>
                <a:lnTo>
                  <a:pt x="51" y="10"/>
                </a:lnTo>
                <a:lnTo>
                  <a:pt x="51" y="12"/>
                </a:lnTo>
                <a:lnTo>
                  <a:pt x="52" y="15"/>
                </a:lnTo>
                <a:lnTo>
                  <a:pt x="53" y="18"/>
                </a:lnTo>
                <a:lnTo>
                  <a:pt x="53" y="22"/>
                </a:lnTo>
                <a:lnTo>
                  <a:pt x="53" y="26"/>
                </a:lnTo>
                <a:lnTo>
                  <a:pt x="53" y="28"/>
                </a:lnTo>
                <a:lnTo>
                  <a:pt x="53" y="30"/>
                </a:lnTo>
                <a:lnTo>
                  <a:pt x="53" y="32"/>
                </a:lnTo>
                <a:lnTo>
                  <a:pt x="56" y="37"/>
                </a:lnTo>
                <a:lnTo>
                  <a:pt x="60" y="44"/>
                </a:lnTo>
                <a:lnTo>
                  <a:pt x="64" y="51"/>
                </a:lnTo>
                <a:lnTo>
                  <a:pt x="66" y="55"/>
                </a:lnTo>
                <a:lnTo>
                  <a:pt x="67" y="56"/>
                </a:lnTo>
                <a:lnTo>
                  <a:pt x="68" y="56"/>
                </a:lnTo>
                <a:lnTo>
                  <a:pt x="68" y="56"/>
                </a:lnTo>
                <a:lnTo>
                  <a:pt x="69" y="55"/>
                </a:lnTo>
                <a:lnTo>
                  <a:pt x="69" y="55"/>
                </a:lnTo>
                <a:lnTo>
                  <a:pt x="69" y="55"/>
                </a:lnTo>
                <a:lnTo>
                  <a:pt x="68" y="47"/>
                </a:lnTo>
                <a:lnTo>
                  <a:pt x="68" y="37"/>
                </a:lnTo>
                <a:lnTo>
                  <a:pt x="68" y="30"/>
                </a:lnTo>
                <a:lnTo>
                  <a:pt x="68" y="26"/>
                </a:lnTo>
                <a:lnTo>
                  <a:pt x="68" y="22"/>
                </a:lnTo>
                <a:lnTo>
                  <a:pt x="68" y="19"/>
                </a:lnTo>
                <a:lnTo>
                  <a:pt x="69" y="16"/>
                </a:lnTo>
                <a:lnTo>
                  <a:pt x="70" y="14"/>
                </a:lnTo>
                <a:lnTo>
                  <a:pt x="70" y="13"/>
                </a:lnTo>
                <a:lnTo>
                  <a:pt x="71" y="13"/>
                </a:lnTo>
                <a:lnTo>
                  <a:pt x="72" y="12"/>
                </a:lnTo>
                <a:lnTo>
                  <a:pt x="72" y="12"/>
                </a:lnTo>
                <a:lnTo>
                  <a:pt x="73" y="14"/>
                </a:lnTo>
                <a:lnTo>
                  <a:pt x="76" y="15"/>
                </a:lnTo>
                <a:lnTo>
                  <a:pt x="77" y="18"/>
                </a:lnTo>
                <a:lnTo>
                  <a:pt x="77" y="20"/>
                </a:lnTo>
                <a:lnTo>
                  <a:pt x="77" y="22"/>
                </a:lnTo>
                <a:lnTo>
                  <a:pt x="77" y="25"/>
                </a:lnTo>
                <a:lnTo>
                  <a:pt x="76" y="26"/>
                </a:lnTo>
                <a:lnTo>
                  <a:pt x="74" y="29"/>
                </a:lnTo>
                <a:lnTo>
                  <a:pt x="74" y="30"/>
                </a:lnTo>
                <a:lnTo>
                  <a:pt x="73" y="34"/>
                </a:lnTo>
                <a:lnTo>
                  <a:pt x="73" y="37"/>
                </a:lnTo>
                <a:lnTo>
                  <a:pt x="73" y="40"/>
                </a:lnTo>
                <a:lnTo>
                  <a:pt x="73" y="47"/>
                </a:lnTo>
                <a:lnTo>
                  <a:pt x="73" y="52"/>
                </a:lnTo>
                <a:lnTo>
                  <a:pt x="74" y="56"/>
                </a:lnTo>
                <a:lnTo>
                  <a:pt x="74" y="58"/>
                </a:lnTo>
                <a:lnTo>
                  <a:pt x="78" y="60"/>
                </a:lnTo>
                <a:lnTo>
                  <a:pt x="85" y="64"/>
                </a:lnTo>
                <a:lnTo>
                  <a:pt x="89" y="66"/>
                </a:lnTo>
                <a:lnTo>
                  <a:pt x="92" y="67"/>
                </a:lnTo>
                <a:lnTo>
                  <a:pt x="94" y="67"/>
                </a:lnTo>
                <a:lnTo>
                  <a:pt x="95" y="67"/>
                </a:lnTo>
                <a:lnTo>
                  <a:pt x="96" y="67"/>
                </a:lnTo>
                <a:lnTo>
                  <a:pt x="97" y="67"/>
                </a:lnTo>
                <a:lnTo>
                  <a:pt x="97" y="67"/>
                </a:lnTo>
                <a:lnTo>
                  <a:pt x="97" y="66"/>
                </a:lnTo>
                <a:lnTo>
                  <a:pt x="97" y="63"/>
                </a:lnTo>
                <a:lnTo>
                  <a:pt x="97" y="59"/>
                </a:lnTo>
                <a:lnTo>
                  <a:pt x="97" y="58"/>
                </a:lnTo>
                <a:lnTo>
                  <a:pt x="98" y="56"/>
                </a:lnTo>
                <a:lnTo>
                  <a:pt x="99" y="55"/>
                </a:lnTo>
                <a:lnTo>
                  <a:pt x="100" y="55"/>
                </a:lnTo>
                <a:lnTo>
                  <a:pt x="101" y="55"/>
                </a:lnTo>
                <a:lnTo>
                  <a:pt x="102" y="55"/>
                </a:lnTo>
                <a:lnTo>
                  <a:pt x="104" y="55"/>
                </a:lnTo>
                <a:lnTo>
                  <a:pt x="105" y="56"/>
                </a:lnTo>
                <a:lnTo>
                  <a:pt x="105" y="57"/>
                </a:lnTo>
                <a:lnTo>
                  <a:pt x="105" y="58"/>
                </a:lnTo>
                <a:lnTo>
                  <a:pt x="106" y="59"/>
                </a:lnTo>
                <a:lnTo>
                  <a:pt x="106" y="59"/>
                </a:lnTo>
                <a:lnTo>
                  <a:pt x="105" y="63"/>
                </a:lnTo>
                <a:lnTo>
                  <a:pt x="105" y="66"/>
                </a:lnTo>
                <a:lnTo>
                  <a:pt x="104" y="67"/>
                </a:lnTo>
                <a:lnTo>
                  <a:pt x="104" y="69"/>
                </a:lnTo>
                <a:lnTo>
                  <a:pt x="105" y="71"/>
                </a:lnTo>
                <a:lnTo>
                  <a:pt x="105" y="71"/>
                </a:lnTo>
                <a:lnTo>
                  <a:pt x="110" y="73"/>
                </a:lnTo>
                <a:lnTo>
                  <a:pt x="120" y="75"/>
                </a:lnTo>
                <a:lnTo>
                  <a:pt x="129" y="78"/>
                </a:lnTo>
                <a:lnTo>
                  <a:pt x="135" y="79"/>
                </a:lnTo>
                <a:lnTo>
                  <a:pt x="137" y="80"/>
                </a:lnTo>
                <a:lnTo>
                  <a:pt x="140" y="81"/>
                </a:lnTo>
                <a:lnTo>
                  <a:pt x="142" y="82"/>
                </a:lnTo>
                <a:lnTo>
                  <a:pt x="145" y="84"/>
                </a:lnTo>
                <a:lnTo>
                  <a:pt x="147" y="86"/>
                </a:lnTo>
                <a:lnTo>
                  <a:pt x="149" y="87"/>
                </a:lnTo>
                <a:lnTo>
                  <a:pt x="149" y="88"/>
                </a:lnTo>
                <a:lnTo>
                  <a:pt x="149" y="89"/>
                </a:lnTo>
                <a:lnTo>
                  <a:pt x="148" y="90"/>
                </a:lnTo>
                <a:lnTo>
                  <a:pt x="148" y="91"/>
                </a:lnTo>
                <a:lnTo>
                  <a:pt x="144" y="95"/>
                </a:lnTo>
                <a:lnTo>
                  <a:pt x="140" y="97"/>
                </a:lnTo>
                <a:lnTo>
                  <a:pt x="137" y="98"/>
                </a:lnTo>
                <a:lnTo>
                  <a:pt x="135" y="99"/>
                </a:lnTo>
                <a:lnTo>
                  <a:pt x="133" y="98"/>
                </a:lnTo>
                <a:lnTo>
                  <a:pt x="133" y="98"/>
                </a:lnTo>
                <a:lnTo>
                  <a:pt x="132" y="98"/>
                </a:lnTo>
                <a:lnTo>
                  <a:pt x="132" y="97"/>
                </a:lnTo>
                <a:lnTo>
                  <a:pt x="132" y="96"/>
                </a:lnTo>
                <a:lnTo>
                  <a:pt x="133" y="95"/>
                </a:lnTo>
                <a:lnTo>
                  <a:pt x="133" y="95"/>
                </a:lnTo>
                <a:lnTo>
                  <a:pt x="133" y="94"/>
                </a:lnTo>
                <a:lnTo>
                  <a:pt x="133" y="93"/>
                </a:lnTo>
                <a:lnTo>
                  <a:pt x="133" y="92"/>
                </a:lnTo>
                <a:lnTo>
                  <a:pt x="131" y="91"/>
                </a:lnTo>
                <a:lnTo>
                  <a:pt x="129" y="90"/>
                </a:lnTo>
                <a:lnTo>
                  <a:pt x="126" y="88"/>
                </a:lnTo>
                <a:lnTo>
                  <a:pt x="122" y="87"/>
                </a:lnTo>
                <a:lnTo>
                  <a:pt x="115" y="83"/>
                </a:lnTo>
                <a:lnTo>
                  <a:pt x="110" y="81"/>
                </a:lnTo>
                <a:lnTo>
                  <a:pt x="109" y="80"/>
                </a:lnTo>
                <a:lnTo>
                  <a:pt x="107" y="80"/>
                </a:lnTo>
                <a:lnTo>
                  <a:pt x="107" y="80"/>
                </a:lnTo>
                <a:lnTo>
                  <a:pt x="106" y="80"/>
                </a:lnTo>
                <a:lnTo>
                  <a:pt x="106" y="83"/>
                </a:lnTo>
                <a:lnTo>
                  <a:pt x="107" y="86"/>
                </a:lnTo>
                <a:lnTo>
                  <a:pt x="108" y="89"/>
                </a:lnTo>
                <a:lnTo>
                  <a:pt x="109" y="91"/>
                </a:lnTo>
                <a:lnTo>
                  <a:pt x="110" y="92"/>
                </a:lnTo>
                <a:lnTo>
                  <a:pt x="113" y="95"/>
                </a:lnTo>
                <a:lnTo>
                  <a:pt x="113" y="97"/>
                </a:lnTo>
                <a:lnTo>
                  <a:pt x="113" y="99"/>
                </a:lnTo>
                <a:lnTo>
                  <a:pt x="113" y="99"/>
                </a:lnTo>
                <a:lnTo>
                  <a:pt x="113" y="100"/>
                </a:lnTo>
                <a:lnTo>
                  <a:pt x="113" y="101"/>
                </a:lnTo>
                <a:lnTo>
                  <a:pt x="112" y="102"/>
                </a:lnTo>
                <a:lnTo>
                  <a:pt x="109" y="103"/>
                </a:lnTo>
                <a:lnTo>
                  <a:pt x="108" y="104"/>
                </a:lnTo>
                <a:lnTo>
                  <a:pt x="105" y="104"/>
                </a:lnTo>
                <a:lnTo>
                  <a:pt x="104" y="104"/>
                </a:lnTo>
                <a:lnTo>
                  <a:pt x="102" y="104"/>
                </a:lnTo>
                <a:lnTo>
                  <a:pt x="101" y="104"/>
                </a:lnTo>
                <a:lnTo>
                  <a:pt x="100" y="103"/>
                </a:lnTo>
                <a:lnTo>
                  <a:pt x="100" y="103"/>
                </a:lnTo>
                <a:lnTo>
                  <a:pt x="100" y="100"/>
                </a:lnTo>
                <a:lnTo>
                  <a:pt x="100" y="99"/>
                </a:lnTo>
                <a:lnTo>
                  <a:pt x="100" y="96"/>
                </a:lnTo>
                <a:lnTo>
                  <a:pt x="98" y="91"/>
                </a:lnTo>
                <a:lnTo>
                  <a:pt x="97" y="87"/>
                </a:lnTo>
                <a:lnTo>
                  <a:pt x="97" y="83"/>
                </a:lnTo>
                <a:lnTo>
                  <a:pt x="97" y="79"/>
                </a:lnTo>
                <a:lnTo>
                  <a:pt x="97" y="77"/>
                </a:lnTo>
                <a:lnTo>
                  <a:pt x="77" y="70"/>
                </a:lnTo>
                <a:lnTo>
                  <a:pt x="77" y="70"/>
                </a:lnTo>
                <a:lnTo>
                  <a:pt x="77" y="70"/>
                </a:lnTo>
                <a:lnTo>
                  <a:pt x="76" y="71"/>
                </a:lnTo>
                <a:lnTo>
                  <a:pt x="76" y="71"/>
                </a:lnTo>
                <a:lnTo>
                  <a:pt x="76" y="72"/>
                </a:lnTo>
                <a:lnTo>
                  <a:pt x="76" y="74"/>
                </a:lnTo>
                <a:lnTo>
                  <a:pt x="77" y="79"/>
                </a:lnTo>
                <a:lnTo>
                  <a:pt x="78" y="87"/>
                </a:lnTo>
                <a:lnTo>
                  <a:pt x="79" y="91"/>
                </a:lnTo>
                <a:lnTo>
                  <a:pt x="81" y="96"/>
                </a:lnTo>
                <a:lnTo>
                  <a:pt x="82" y="101"/>
                </a:lnTo>
                <a:lnTo>
                  <a:pt x="84" y="106"/>
                </a:lnTo>
                <a:lnTo>
                  <a:pt x="87" y="115"/>
                </a:lnTo>
                <a:lnTo>
                  <a:pt x="90" y="120"/>
                </a:lnTo>
                <a:lnTo>
                  <a:pt x="90" y="122"/>
                </a:lnTo>
                <a:lnTo>
                  <a:pt x="91" y="123"/>
                </a:lnTo>
                <a:lnTo>
                  <a:pt x="91" y="125"/>
                </a:lnTo>
                <a:lnTo>
                  <a:pt x="91" y="127"/>
                </a:lnTo>
                <a:lnTo>
                  <a:pt x="90" y="130"/>
                </a:lnTo>
                <a:lnTo>
                  <a:pt x="89" y="132"/>
                </a:lnTo>
                <a:lnTo>
                  <a:pt x="89" y="134"/>
                </a:lnTo>
                <a:lnTo>
                  <a:pt x="88" y="135"/>
                </a:lnTo>
                <a:lnTo>
                  <a:pt x="86" y="136"/>
                </a:lnTo>
                <a:lnTo>
                  <a:pt x="86" y="136"/>
                </a:lnTo>
                <a:lnTo>
                  <a:pt x="85" y="136"/>
                </a:lnTo>
                <a:lnTo>
                  <a:pt x="85" y="136"/>
                </a:lnTo>
                <a:lnTo>
                  <a:pt x="82" y="135"/>
                </a:lnTo>
                <a:lnTo>
                  <a:pt x="79" y="134"/>
                </a:lnTo>
                <a:lnTo>
                  <a:pt x="77" y="131"/>
                </a:lnTo>
                <a:lnTo>
                  <a:pt x="77" y="127"/>
                </a:lnTo>
                <a:lnTo>
                  <a:pt x="76" y="124"/>
                </a:lnTo>
                <a:lnTo>
                  <a:pt x="75" y="121"/>
                </a:lnTo>
                <a:lnTo>
                  <a:pt x="73" y="114"/>
                </a:lnTo>
                <a:lnTo>
                  <a:pt x="73" y="106"/>
                </a:lnTo>
                <a:lnTo>
                  <a:pt x="72" y="99"/>
                </a:lnTo>
                <a:lnTo>
                  <a:pt x="72" y="91"/>
                </a:lnTo>
                <a:lnTo>
                  <a:pt x="71" y="84"/>
                </a:lnTo>
                <a:lnTo>
                  <a:pt x="70" y="78"/>
                </a:lnTo>
                <a:lnTo>
                  <a:pt x="70" y="73"/>
                </a:lnTo>
                <a:lnTo>
                  <a:pt x="69" y="70"/>
                </a:lnTo>
                <a:lnTo>
                  <a:pt x="69" y="67"/>
                </a:lnTo>
                <a:lnTo>
                  <a:pt x="69" y="67"/>
                </a:lnTo>
                <a:lnTo>
                  <a:pt x="67" y="66"/>
                </a:lnTo>
                <a:lnTo>
                  <a:pt x="62" y="63"/>
                </a:lnTo>
                <a:lnTo>
                  <a:pt x="57" y="60"/>
                </a:lnTo>
                <a:lnTo>
                  <a:pt x="55" y="59"/>
                </a:lnTo>
                <a:lnTo>
                  <a:pt x="54" y="59"/>
                </a:lnTo>
                <a:lnTo>
                  <a:pt x="54" y="59"/>
                </a:lnTo>
                <a:lnTo>
                  <a:pt x="54" y="60"/>
                </a:lnTo>
                <a:lnTo>
                  <a:pt x="54" y="62"/>
                </a:lnTo>
                <a:lnTo>
                  <a:pt x="54" y="67"/>
                </a:lnTo>
                <a:lnTo>
                  <a:pt x="55" y="71"/>
                </a:lnTo>
                <a:lnTo>
                  <a:pt x="55" y="75"/>
                </a:lnTo>
                <a:lnTo>
                  <a:pt x="55" y="79"/>
                </a:lnTo>
                <a:lnTo>
                  <a:pt x="57" y="83"/>
                </a:lnTo>
                <a:lnTo>
                  <a:pt x="57" y="86"/>
                </a:lnTo>
                <a:lnTo>
                  <a:pt x="57" y="87"/>
                </a:lnTo>
                <a:lnTo>
                  <a:pt x="57" y="89"/>
                </a:lnTo>
                <a:lnTo>
                  <a:pt x="56" y="91"/>
                </a:lnTo>
                <a:lnTo>
                  <a:pt x="55" y="91"/>
                </a:lnTo>
                <a:lnTo>
                  <a:pt x="53" y="92"/>
                </a:lnTo>
                <a:lnTo>
                  <a:pt x="51" y="92"/>
                </a:lnTo>
                <a:lnTo>
                  <a:pt x="49" y="92"/>
                </a:lnTo>
                <a:lnTo>
                  <a:pt x="49" y="91"/>
                </a:lnTo>
                <a:lnTo>
                  <a:pt x="48" y="90"/>
                </a:lnTo>
                <a:lnTo>
                  <a:pt x="47" y="89"/>
                </a:lnTo>
                <a:lnTo>
                  <a:pt x="47" y="87"/>
                </a:lnTo>
                <a:lnTo>
                  <a:pt x="46" y="85"/>
                </a:lnTo>
                <a:lnTo>
                  <a:pt x="46" y="78"/>
                </a:lnTo>
                <a:lnTo>
                  <a:pt x="46" y="73"/>
                </a:lnTo>
                <a:lnTo>
                  <a:pt x="45" y="71"/>
                </a:lnTo>
                <a:lnTo>
                  <a:pt x="44" y="71"/>
                </a:lnTo>
                <a:lnTo>
                  <a:pt x="41" y="68"/>
                </a:lnTo>
                <a:lnTo>
                  <a:pt x="38" y="66"/>
                </a:lnTo>
                <a:lnTo>
                  <a:pt x="35" y="63"/>
                </a:lnTo>
                <a:lnTo>
                  <a:pt x="32" y="6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" rIns="90000" bIns="14400" anchor="ctr">
            <a:noAutofit/>
          </a:bodyPr>
          <a:lstStyle/>
          <a:p>
            <a:endParaRPr/>
          </a:p>
        </p:txBody>
      </p:sp>
      <p:sp>
        <p:nvSpPr>
          <p:cNvPr id="110" name="îsḻíďê">
            <a:extLst>
              <a:ext uri="{FF2B5EF4-FFF2-40B4-BE49-F238E27FC236}">
                <a16:creationId xmlns:a16="http://schemas.microsoft.com/office/drawing/2014/main" id="{146EC44D-E3C5-47FF-9AC2-9747E3C56113}"/>
              </a:ext>
            </a:extLst>
          </p:cNvPr>
          <p:cNvSpPr>
            <a:spLocks noGrp="1"/>
          </p:cNvSpPr>
          <p:nvPr/>
        </p:nvSpPr>
        <p:spPr>
          <a:xfrm>
            <a:off x="862920" y="627480"/>
            <a:ext cx="16200" cy="17280"/>
          </a:xfrm>
          <a:custGeom>
            <a:avLst/>
            <a:gdLst>
              <a:gd name="textAreaLeft" fmla="*/ 0 w 16200"/>
              <a:gd name="textAreaRight" fmla="*/ 16560 w 16200"/>
              <a:gd name="textAreaTop" fmla="*/ 0 h 17280"/>
              <a:gd name="textAreaBottom" fmla="*/ 17640 h 17280"/>
              <a:gd name="GluePoint1X" fmla="*/ 0 w 38"/>
              <a:gd name="GluePoint1Y" fmla="*/ 4 h 40"/>
              <a:gd name="GluePoint2X" fmla="*/ 0 w 38"/>
              <a:gd name="GluePoint2Y" fmla="*/ 4 h 40"/>
              <a:gd name="GluePoint3X" fmla="*/ 1 w 38"/>
              <a:gd name="GluePoint3Y" fmla="*/ 2 h 40"/>
              <a:gd name="GluePoint4X" fmla="*/ 2 w 38"/>
              <a:gd name="GluePoint4Y" fmla="*/ 1 h 40"/>
              <a:gd name="GluePoint5X" fmla="*/ 2 w 38"/>
              <a:gd name="GluePoint5Y" fmla="*/ 1 h 40"/>
              <a:gd name="GluePoint6X" fmla="*/ 3 w 38"/>
              <a:gd name="GluePoint6Y" fmla="*/ 0 h 40"/>
              <a:gd name="GluePoint7X" fmla="*/ 5 w 38"/>
              <a:gd name="GluePoint7Y" fmla="*/ 0 h 40"/>
              <a:gd name="GluePoint8X" fmla="*/ 6 w 38"/>
              <a:gd name="GluePoint8Y" fmla="*/ 0 h 40"/>
              <a:gd name="GluePoint9X" fmla="*/ 8 w 38"/>
              <a:gd name="GluePoint9Y" fmla="*/ 1 h 40"/>
              <a:gd name="GluePoint10X" fmla="*/ 10 w 38"/>
              <a:gd name="GluePoint10Y" fmla="*/ 3 h 40"/>
              <a:gd name="GluePoint11X" fmla="*/ 13 w 38"/>
              <a:gd name="GluePoint11Y" fmla="*/ 4 h 40"/>
              <a:gd name="GluePoint12X" fmla="*/ 18 w 38"/>
              <a:gd name="GluePoint12Y" fmla="*/ 8 h 40"/>
              <a:gd name="GluePoint13X" fmla="*/ 24 w 38"/>
              <a:gd name="GluePoint13Y" fmla="*/ 12 h 40"/>
              <a:gd name="GluePoint14X" fmla="*/ 29 w 38"/>
              <a:gd name="GluePoint14Y" fmla="*/ 17 h 40"/>
              <a:gd name="GluePoint15X" fmla="*/ 34 w 38"/>
              <a:gd name="GluePoint15Y" fmla="*/ 22 h 40"/>
              <a:gd name="GluePoint16X" fmla="*/ 35 w 38"/>
              <a:gd name="GluePoint16Y" fmla="*/ 24 h 40"/>
              <a:gd name="GluePoint17X" fmla="*/ 36 w 38"/>
              <a:gd name="GluePoint17Y" fmla="*/ 26 h 40"/>
              <a:gd name="GluePoint18X" fmla="*/ 38 w 38"/>
              <a:gd name="GluePoint18Y" fmla="*/ 28 h 40"/>
              <a:gd name="GluePoint19X" fmla="*/ 38 w 38"/>
              <a:gd name="GluePoint19Y" fmla="*/ 28 h 40"/>
              <a:gd name="GluePoint20X" fmla="*/ 36 w 38"/>
              <a:gd name="GluePoint20Y" fmla="*/ 31 h 40"/>
              <a:gd name="GluePoint21X" fmla="*/ 33 w 38"/>
              <a:gd name="GluePoint21Y" fmla="*/ 35 h 40"/>
              <a:gd name="GluePoint22X" fmla="*/ 31 w 38"/>
              <a:gd name="GluePoint22Y" fmla="*/ 37 h 40"/>
              <a:gd name="GluePoint23X" fmla="*/ 30 w 38"/>
              <a:gd name="GluePoint23Y" fmla="*/ 39 h 40"/>
              <a:gd name="GluePoint24X" fmla="*/ 28 w 38"/>
              <a:gd name="GluePoint24Y" fmla="*/ 40 h 40"/>
              <a:gd name="GluePoint25X" fmla="*/ 26 w 38"/>
              <a:gd name="GluePoint25Y" fmla="*/ 40 h 40"/>
              <a:gd name="GluePoint26X" fmla="*/ 26 w 38"/>
              <a:gd name="GluePoint26Y" fmla="*/ 39 h 40"/>
              <a:gd name="GluePoint27X" fmla="*/ 25 w 38"/>
              <a:gd name="GluePoint27Y" fmla="*/ 39 h 40"/>
              <a:gd name="GluePoint28X" fmla="*/ 24 w 38"/>
              <a:gd name="GluePoint28Y" fmla="*/ 37 h 40"/>
              <a:gd name="GluePoint29X" fmla="*/ 23 w 38"/>
              <a:gd name="GluePoint29Y" fmla="*/ 36 h 40"/>
              <a:gd name="GluePoint30X" fmla="*/ 22 w 38"/>
              <a:gd name="GluePoint30Y" fmla="*/ 33 h 40"/>
              <a:gd name="GluePoint31X" fmla="*/ 20 w 38"/>
              <a:gd name="GluePoint31Y" fmla="*/ 30 h 40"/>
              <a:gd name="GluePoint32X" fmla="*/ 18 w 38"/>
              <a:gd name="GluePoint32Y" fmla="*/ 27 h 40"/>
              <a:gd name="GluePoint33X" fmla="*/ 15 w 38"/>
              <a:gd name="GluePoint33Y" fmla="*/ 23 h 40"/>
              <a:gd name="GluePoint34X" fmla="*/ 14 w 38"/>
              <a:gd name="GluePoint34Y" fmla="*/ 20 h 40"/>
              <a:gd name="GluePoint35X" fmla="*/ 10 w 38"/>
              <a:gd name="GluePoint35Y" fmla="*/ 16 h 40"/>
              <a:gd name="GluePoint36X" fmla="*/ 5 w 38"/>
              <a:gd name="GluePoint36Y" fmla="*/ 10 h 40"/>
              <a:gd name="GluePoint37X" fmla="*/ 0 w 38"/>
              <a:gd name="GluePoint37Y" fmla="*/ 4 h 40"/>
            </a:gdLst>
            <a:ahLst/>
            <a:cxnLst/>
            <a:rect l="textAreaLeft" t="textAreaTop" r="textAreaRight" b="textAreaBottom"/>
            <a:pathLst>
              <a:path w="38" h="40">
                <a:moveTo>
                  <a:pt x="0" y="4"/>
                </a:moveTo>
                <a:lnTo>
                  <a:pt x="0" y="4"/>
                </a:lnTo>
                <a:lnTo>
                  <a:pt x="1" y="2"/>
                </a:lnTo>
                <a:lnTo>
                  <a:pt x="2" y="1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10" y="3"/>
                </a:lnTo>
                <a:lnTo>
                  <a:pt x="13" y="4"/>
                </a:lnTo>
                <a:lnTo>
                  <a:pt x="18" y="8"/>
                </a:lnTo>
                <a:lnTo>
                  <a:pt x="24" y="12"/>
                </a:lnTo>
                <a:lnTo>
                  <a:pt x="29" y="17"/>
                </a:lnTo>
                <a:lnTo>
                  <a:pt x="34" y="22"/>
                </a:lnTo>
                <a:lnTo>
                  <a:pt x="35" y="24"/>
                </a:lnTo>
                <a:lnTo>
                  <a:pt x="36" y="26"/>
                </a:lnTo>
                <a:lnTo>
                  <a:pt x="38" y="28"/>
                </a:lnTo>
                <a:lnTo>
                  <a:pt x="38" y="28"/>
                </a:lnTo>
                <a:lnTo>
                  <a:pt x="36" y="31"/>
                </a:lnTo>
                <a:lnTo>
                  <a:pt x="33" y="35"/>
                </a:lnTo>
                <a:lnTo>
                  <a:pt x="31" y="37"/>
                </a:lnTo>
                <a:lnTo>
                  <a:pt x="30" y="39"/>
                </a:lnTo>
                <a:lnTo>
                  <a:pt x="28" y="40"/>
                </a:lnTo>
                <a:lnTo>
                  <a:pt x="26" y="40"/>
                </a:lnTo>
                <a:lnTo>
                  <a:pt x="26" y="39"/>
                </a:lnTo>
                <a:lnTo>
                  <a:pt x="25" y="39"/>
                </a:lnTo>
                <a:lnTo>
                  <a:pt x="24" y="37"/>
                </a:lnTo>
                <a:lnTo>
                  <a:pt x="23" y="36"/>
                </a:lnTo>
                <a:lnTo>
                  <a:pt x="22" y="33"/>
                </a:lnTo>
                <a:lnTo>
                  <a:pt x="20" y="30"/>
                </a:lnTo>
                <a:lnTo>
                  <a:pt x="18" y="27"/>
                </a:lnTo>
                <a:lnTo>
                  <a:pt x="15" y="23"/>
                </a:lnTo>
                <a:lnTo>
                  <a:pt x="14" y="20"/>
                </a:lnTo>
                <a:lnTo>
                  <a:pt x="10" y="16"/>
                </a:lnTo>
                <a:lnTo>
                  <a:pt x="5" y="10"/>
                </a:lnTo>
                <a:lnTo>
                  <a:pt x="0" y="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ctr">
            <a:noAutofit/>
          </a:bodyPr>
          <a:lstStyle/>
          <a:p>
            <a:endParaRPr/>
          </a:p>
        </p:txBody>
      </p:sp>
      <p:sp>
        <p:nvSpPr>
          <p:cNvPr id="111" name="îSlíḍé">
            <a:extLst>
              <a:ext uri="{FF2B5EF4-FFF2-40B4-BE49-F238E27FC236}">
                <a16:creationId xmlns:a16="http://schemas.microsoft.com/office/drawing/2014/main" id="{4255D554-38EA-450F-A6AF-865FC7064289}"/>
              </a:ext>
            </a:extLst>
          </p:cNvPr>
          <p:cNvSpPr>
            <a:spLocks noGrp="1"/>
          </p:cNvSpPr>
          <p:nvPr/>
        </p:nvSpPr>
        <p:spPr>
          <a:xfrm>
            <a:off x="845280" y="583200"/>
            <a:ext cx="56160" cy="47160"/>
          </a:xfrm>
          <a:custGeom>
            <a:avLst/>
            <a:gdLst>
              <a:gd name="textAreaLeft" fmla="*/ 0 w 56160"/>
              <a:gd name="textAreaRight" fmla="*/ 56520 w 56160"/>
              <a:gd name="textAreaTop" fmla="*/ 0 h 47160"/>
              <a:gd name="textAreaBottom" fmla="*/ 47520 h 47160"/>
              <a:gd name="GluePoint1X" fmla="*/ 17 w 129"/>
              <a:gd name="GluePoint1Y" fmla="*/ 93 h 109"/>
              <a:gd name="GluePoint2X" fmla="*/ 11 w 129"/>
              <a:gd name="GluePoint2Y" fmla="*/ 93 h 109"/>
              <a:gd name="GluePoint3X" fmla="*/ 3 w 129"/>
              <a:gd name="GluePoint3Y" fmla="*/ 95 h 109"/>
              <a:gd name="GluePoint4X" fmla="*/ 5 w 129"/>
              <a:gd name="GluePoint4Y" fmla="*/ 86 h 109"/>
              <a:gd name="GluePoint5X" fmla="*/ 13 w 129"/>
              <a:gd name="GluePoint5Y" fmla="*/ 60 h 109"/>
              <a:gd name="GluePoint6X" fmla="*/ 16 w 129"/>
              <a:gd name="GluePoint6Y" fmla="*/ 44 h 109"/>
              <a:gd name="GluePoint7X" fmla="*/ 4 w 129"/>
              <a:gd name="GluePoint7Y" fmla="*/ 21 h 109"/>
              <a:gd name="GluePoint8X" fmla="*/ 1 w 129"/>
              <a:gd name="GluePoint8Y" fmla="*/ 15 h 109"/>
              <a:gd name="GluePoint9X" fmla="*/ 22 w 129"/>
              <a:gd name="GluePoint9Y" fmla="*/ 17 h 109"/>
              <a:gd name="GluePoint10X" fmla="*/ 27 w 129"/>
              <a:gd name="GluePoint10Y" fmla="*/ 9 h 109"/>
              <a:gd name="GluePoint11X" fmla="*/ 35 w 129"/>
              <a:gd name="GluePoint11Y" fmla="*/ 17 h 109"/>
              <a:gd name="GluePoint12X" fmla="*/ 33 w 129"/>
              <a:gd name="GluePoint12Y" fmla="*/ 37 h 109"/>
              <a:gd name="GluePoint13X" fmla="*/ 37 w 129"/>
              <a:gd name="GluePoint13Y" fmla="*/ 64 h 109"/>
              <a:gd name="GluePoint14X" fmla="*/ 42 w 129"/>
              <a:gd name="GluePoint14Y" fmla="*/ 73 h 109"/>
              <a:gd name="GluePoint15X" fmla="*/ 46 w 129"/>
              <a:gd name="GluePoint15Y" fmla="*/ 65 h 109"/>
              <a:gd name="GluePoint16X" fmla="*/ 47 w 129"/>
              <a:gd name="GluePoint16Y" fmla="*/ 50 h 109"/>
              <a:gd name="GluePoint17X" fmla="*/ 45 w 129"/>
              <a:gd name="GluePoint17Y" fmla="*/ 42 h 109"/>
              <a:gd name="GluePoint18X" fmla="*/ 46 w 129"/>
              <a:gd name="GluePoint18Y" fmla="*/ 36 h 109"/>
              <a:gd name="GluePoint19X" fmla="*/ 52 w 129"/>
              <a:gd name="GluePoint19Y" fmla="*/ 16 h 109"/>
              <a:gd name="GluePoint20X" fmla="*/ 58 w 129"/>
              <a:gd name="GluePoint20Y" fmla="*/ 1 h 109"/>
              <a:gd name="GluePoint21X" fmla="*/ 66 w 129"/>
              <a:gd name="GluePoint21Y" fmla="*/ 8 h 109"/>
              <a:gd name="GluePoint22X" fmla="*/ 101 w 129"/>
              <a:gd name="GluePoint22Y" fmla="*/ 50 h 109"/>
              <a:gd name="GluePoint23X" fmla="*/ 128 w 129"/>
              <a:gd name="GluePoint23Y" fmla="*/ 82 h 109"/>
              <a:gd name="GluePoint24X" fmla="*/ 122 w 129"/>
              <a:gd name="GluePoint24Y" fmla="*/ 89 h 109"/>
              <a:gd name="GluePoint25X" fmla="*/ 96 w 129"/>
              <a:gd name="GluePoint25Y" fmla="*/ 90 h 109"/>
              <a:gd name="GluePoint26X" fmla="*/ 102 w 129"/>
              <a:gd name="GluePoint26Y" fmla="*/ 86 h 109"/>
              <a:gd name="GluePoint27X" fmla="*/ 110 w 129"/>
              <a:gd name="GluePoint27Y" fmla="*/ 80 h 109"/>
              <a:gd name="GluePoint28X" fmla="*/ 78 w 129"/>
              <a:gd name="GluePoint28Y" fmla="*/ 41 h 109"/>
              <a:gd name="GluePoint29X" fmla="*/ 59 w 129"/>
              <a:gd name="GluePoint29Y" fmla="*/ 13 h 109"/>
              <a:gd name="GluePoint30X" fmla="*/ 55 w 129"/>
              <a:gd name="GluePoint30Y" fmla="*/ 28 h 109"/>
              <a:gd name="GluePoint31X" fmla="*/ 58 w 129"/>
              <a:gd name="GluePoint31Y" fmla="*/ 35 h 109"/>
              <a:gd name="GluePoint32X" fmla="*/ 63 w 129"/>
              <a:gd name="GluePoint32Y" fmla="*/ 41 h 109"/>
              <a:gd name="GluePoint33X" fmla="*/ 56 w 129"/>
              <a:gd name="GluePoint33Y" fmla="*/ 58 h 109"/>
              <a:gd name="GluePoint34X" fmla="*/ 58 w 129"/>
              <a:gd name="GluePoint34Y" fmla="*/ 71 h 109"/>
              <a:gd name="GluePoint35X" fmla="*/ 56 w 129"/>
              <a:gd name="GluePoint35Y" fmla="*/ 77 h 109"/>
              <a:gd name="GluePoint36X" fmla="*/ 43 w 129"/>
              <a:gd name="GluePoint36Y" fmla="*/ 96 h 109"/>
              <a:gd name="GluePoint37X" fmla="*/ 39 w 129"/>
              <a:gd name="GluePoint37Y" fmla="*/ 97 h 109"/>
              <a:gd name="GluePoint38X" fmla="*/ 42 w 129"/>
              <a:gd name="GluePoint38Y" fmla="*/ 80 h 109"/>
              <a:gd name="GluePoint39X" fmla="*/ 37 w 129"/>
              <a:gd name="GluePoint39Y" fmla="*/ 73 h 109"/>
              <a:gd name="GluePoint40X" fmla="*/ 28 w 129"/>
              <a:gd name="GluePoint40Y" fmla="*/ 57 h 109"/>
              <a:gd name="GluePoint41X" fmla="*/ 22 w 129"/>
              <a:gd name="GluePoint41Y" fmla="*/ 66 h 109"/>
              <a:gd name="GluePoint42X" fmla="*/ 70 w 129"/>
              <a:gd name="GluePoint42Y" fmla="*/ 90 h 109"/>
              <a:gd name="GluePoint43X" fmla="*/ 72 w 129"/>
              <a:gd name="GluePoint43Y" fmla="*/ 107 h 109"/>
              <a:gd name="GluePoint44X" fmla="*/ 79 w 129"/>
              <a:gd name="GluePoint44Y" fmla="*/ 101 h 109"/>
              <a:gd name="GluePoint45X" fmla="*/ 87 w 129"/>
              <a:gd name="GluePoint45Y" fmla="*/ 107 h 109"/>
              <a:gd name="GluePoint46X" fmla="*/ 96 w 129"/>
              <a:gd name="GluePoint46Y" fmla="*/ 109 h 109"/>
              <a:gd name="GluePoint47X" fmla="*/ 100 w 129"/>
              <a:gd name="GluePoint47Y" fmla="*/ 106 h 109"/>
              <a:gd name="GluePoint48X" fmla="*/ 88 w 129"/>
              <a:gd name="GluePoint48Y" fmla="*/ 89 h 109"/>
              <a:gd name="GluePoint49X" fmla="*/ 86 w 129"/>
              <a:gd name="GluePoint49Y" fmla="*/ 73 h 109"/>
              <a:gd name="GluePoint50X" fmla="*/ 80 w 129"/>
              <a:gd name="GluePoint50Y" fmla="*/ 77 h 109"/>
              <a:gd name="GluePoint51X" fmla="*/ 70 w 129"/>
              <a:gd name="GluePoint51Y" fmla="*/ 90 h 109"/>
              <a:gd name="GluePoint52X" fmla="*/ 69 w 129"/>
              <a:gd name="GluePoint52Y" fmla="*/ 82 h 109"/>
              <a:gd name="GluePoint53X" fmla="*/ 75 w 129"/>
              <a:gd name="GluePoint53Y" fmla="*/ 70 h 109"/>
              <a:gd name="GluePoint54X" fmla="*/ 71 w 129"/>
              <a:gd name="GluePoint54Y" fmla="*/ 67 h 109"/>
              <a:gd name="GluePoint55X" fmla="*/ 65 w 129"/>
              <a:gd name="GluePoint55Y" fmla="*/ 71 h 109"/>
              <a:gd name="GluePoint56X" fmla="*/ 62 w 129"/>
              <a:gd name="GluePoint56Y" fmla="*/ 77 h 109"/>
              <a:gd name="GluePoint57X" fmla="*/ 58 w 129"/>
              <a:gd name="GluePoint57Y" fmla="*/ 85 h 109"/>
              <a:gd name="GluePoint58X" fmla="*/ 62 w 129"/>
              <a:gd name="GluePoint58Y" fmla="*/ 86 h 109"/>
            </a:gdLst>
            <a:ahLst/>
            <a:cxnLst/>
            <a:rect l="textAreaLeft" t="textAreaTop" r="textAreaRight" b="textAreaBottom"/>
            <a:pathLst>
              <a:path w="129" h="109">
                <a:moveTo>
                  <a:pt x="19" y="83"/>
                </a:moveTo>
                <a:lnTo>
                  <a:pt x="19" y="84"/>
                </a:lnTo>
                <a:lnTo>
                  <a:pt x="18" y="86"/>
                </a:lnTo>
                <a:lnTo>
                  <a:pt x="18" y="89"/>
                </a:lnTo>
                <a:lnTo>
                  <a:pt x="18" y="91"/>
                </a:lnTo>
                <a:lnTo>
                  <a:pt x="17" y="93"/>
                </a:lnTo>
                <a:lnTo>
                  <a:pt x="14" y="93"/>
                </a:lnTo>
                <a:lnTo>
                  <a:pt x="14" y="93"/>
                </a:lnTo>
                <a:lnTo>
                  <a:pt x="12" y="93"/>
                </a:lnTo>
                <a:lnTo>
                  <a:pt x="11" y="93"/>
                </a:lnTo>
                <a:lnTo>
                  <a:pt x="11" y="93"/>
                </a:lnTo>
                <a:lnTo>
                  <a:pt x="11" y="93"/>
                </a:lnTo>
                <a:lnTo>
                  <a:pt x="10" y="94"/>
                </a:lnTo>
                <a:lnTo>
                  <a:pt x="10" y="95"/>
                </a:lnTo>
                <a:lnTo>
                  <a:pt x="8" y="95"/>
                </a:lnTo>
                <a:lnTo>
                  <a:pt x="6" y="95"/>
                </a:lnTo>
                <a:lnTo>
                  <a:pt x="5" y="95"/>
                </a:lnTo>
                <a:lnTo>
                  <a:pt x="3" y="95"/>
                </a:lnTo>
                <a:lnTo>
                  <a:pt x="2" y="94"/>
                </a:lnTo>
                <a:lnTo>
                  <a:pt x="2" y="93"/>
                </a:lnTo>
                <a:lnTo>
                  <a:pt x="1" y="93"/>
                </a:lnTo>
                <a:lnTo>
                  <a:pt x="2" y="92"/>
                </a:lnTo>
                <a:lnTo>
                  <a:pt x="2" y="91"/>
                </a:lnTo>
                <a:lnTo>
                  <a:pt x="5" y="86"/>
                </a:lnTo>
                <a:lnTo>
                  <a:pt x="7" y="84"/>
                </a:lnTo>
                <a:lnTo>
                  <a:pt x="8" y="80"/>
                </a:lnTo>
                <a:lnTo>
                  <a:pt x="10" y="75"/>
                </a:lnTo>
                <a:lnTo>
                  <a:pt x="11" y="69"/>
                </a:lnTo>
                <a:lnTo>
                  <a:pt x="12" y="65"/>
                </a:lnTo>
                <a:lnTo>
                  <a:pt x="13" y="60"/>
                </a:lnTo>
                <a:lnTo>
                  <a:pt x="14" y="54"/>
                </a:lnTo>
                <a:lnTo>
                  <a:pt x="16" y="50"/>
                </a:lnTo>
                <a:lnTo>
                  <a:pt x="17" y="49"/>
                </a:lnTo>
                <a:lnTo>
                  <a:pt x="17" y="48"/>
                </a:lnTo>
                <a:lnTo>
                  <a:pt x="17" y="45"/>
                </a:lnTo>
                <a:lnTo>
                  <a:pt x="16" y="44"/>
                </a:lnTo>
                <a:lnTo>
                  <a:pt x="15" y="42"/>
                </a:lnTo>
                <a:lnTo>
                  <a:pt x="14" y="40"/>
                </a:lnTo>
                <a:lnTo>
                  <a:pt x="13" y="37"/>
                </a:lnTo>
                <a:lnTo>
                  <a:pt x="9" y="30"/>
                </a:lnTo>
                <a:lnTo>
                  <a:pt x="5" y="25"/>
                </a:lnTo>
                <a:lnTo>
                  <a:pt x="4" y="21"/>
                </a:lnTo>
                <a:lnTo>
                  <a:pt x="1" y="19"/>
                </a:lnTo>
                <a:lnTo>
                  <a:pt x="1" y="17"/>
                </a:lnTo>
                <a:lnTo>
                  <a:pt x="0" y="16"/>
                </a:lnTo>
                <a:lnTo>
                  <a:pt x="0" y="16"/>
                </a:lnTo>
                <a:lnTo>
                  <a:pt x="1" y="15"/>
                </a:lnTo>
                <a:lnTo>
                  <a:pt x="1" y="15"/>
                </a:lnTo>
                <a:lnTo>
                  <a:pt x="1" y="15"/>
                </a:lnTo>
                <a:lnTo>
                  <a:pt x="5" y="15"/>
                </a:lnTo>
                <a:lnTo>
                  <a:pt x="12" y="16"/>
                </a:lnTo>
                <a:lnTo>
                  <a:pt x="18" y="17"/>
                </a:lnTo>
                <a:lnTo>
                  <a:pt x="22" y="17"/>
                </a:lnTo>
                <a:lnTo>
                  <a:pt x="22" y="17"/>
                </a:lnTo>
                <a:lnTo>
                  <a:pt x="23" y="17"/>
                </a:lnTo>
                <a:lnTo>
                  <a:pt x="24" y="17"/>
                </a:lnTo>
                <a:lnTo>
                  <a:pt x="25" y="15"/>
                </a:lnTo>
                <a:lnTo>
                  <a:pt x="26" y="12"/>
                </a:lnTo>
                <a:lnTo>
                  <a:pt x="26" y="9"/>
                </a:lnTo>
                <a:lnTo>
                  <a:pt x="27" y="9"/>
                </a:lnTo>
                <a:lnTo>
                  <a:pt x="28" y="8"/>
                </a:lnTo>
                <a:lnTo>
                  <a:pt x="29" y="9"/>
                </a:lnTo>
                <a:lnTo>
                  <a:pt x="30" y="9"/>
                </a:lnTo>
                <a:lnTo>
                  <a:pt x="32" y="12"/>
                </a:lnTo>
                <a:lnTo>
                  <a:pt x="34" y="15"/>
                </a:lnTo>
                <a:lnTo>
                  <a:pt x="35" y="17"/>
                </a:lnTo>
                <a:lnTo>
                  <a:pt x="36" y="20"/>
                </a:lnTo>
                <a:lnTo>
                  <a:pt x="36" y="22"/>
                </a:lnTo>
                <a:lnTo>
                  <a:pt x="35" y="25"/>
                </a:lnTo>
                <a:lnTo>
                  <a:pt x="34" y="30"/>
                </a:lnTo>
                <a:lnTo>
                  <a:pt x="33" y="36"/>
                </a:lnTo>
                <a:lnTo>
                  <a:pt x="33" y="37"/>
                </a:lnTo>
                <a:lnTo>
                  <a:pt x="33" y="41"/>
                </a:lnTo>
                <a:lnTo>
                  <a:pt x="34" y="44"/>
                </a:lnTo>
                <a:lnTo>
                  <a:pt x="34" y="47"/>
                </a:lnTo>
                <a:lnTo>
                  <a:pt x="35" y="54"/>
                </a:lnTo>
                <a:lnTo>
                  <a:pt x="37" y="60"/>
                </a:lnTo>
                <a:lnTo>
                  <a:pt x="37" y="64"/>
                </a:lnTo>
                <a:lnTo>
                  <a:pt x="38" y="65"/>
                </a:lnTo>
                <a:lnTo>
                  <a:pt x="39" y="67"/>
                </a:lnTo>
                <a:lnTo>
                  <a:pt x="40" y="70"/>
                </a:lnTo>
                <a:lnTo>
                  <a:pt x="41" y="71"/>
                </a:lnTo>
                <a:lnTo>
                  <a:pt x="41" y="72"/>
                </a:lnTo>
                <a:lnTo>
                  <a:pt x="42" y="73"/>
                </a:lnTo>
                <a:lnTo>
                  <a:pt x="42" y="73"/>
                </a:lnTo>
                <a:lnTo>
                  <a:pt x="42" y="71"/>
                </a:lnTo>
                <a:lnTo>
                  <a:pt x="44" y="70"/>
                </a:lnTo>
                <a:lnTo>
                  <a:pt x="45" y="69"/>
                </a:lnTo>
                <a:lnTo>
                  <a:pt x="46" y="67"/>
                </a:lnTo>
                <a:lnTo>
                  <a:pt x="46" y="65"/>
                </a:lnTo>
                <a:lnTo>
                  <a:pt x="47" y="62"/>
                </a:lnTo>
                <a:lnTo>
                  <a:pt x="48" y="59"/>
                </a:lnTo>
                <a:lnTo>
                  <a:pt x="48" y="56"/>
                </a:lnTo>
                <a:lnTo>
                  <a:pt x="48" y="54"/>
                </a:lnTo>
                <a:lnTo>
                  <a:pt x="48" y="52"/>
                </a:lnTo>
                <a:lnTo>
                  <a:pt x="47" y="50"/>
                </a:lnTo>
                <a:lnTo>
                  <a:pt x="47" y="49"/>
                </a:lnTo>
                <a:lnTo>
                  <a:pt x="46" y="46"/>
                </a:lnTo>
                <a:lnTo>
                  <a:pt x="46" y="44"/>
                </a:lnTo>
                <a:lnTo>
                  <a:pt x="46" y="44"/>
                </a:lnTo>
                <a:lnTo>
                  <a:pt x="45" y="43"/>
                </a:lnTo>
                <a:lnTo>
                  <a:pt x="45" y="42"/>
                </a:lnTo>
                <a:lnTo>
                  <a:pt x="45" y="41"/>
                </a:lnTo>
                <a:lnTo>
                  <a:pt x="45" y="40"/>
                </a:lnTo>
                <a:lnTo>
                  <a:pt x="45" y="38"/>
                </a:lnTo>
                <a:lnTo>
                  <a:pt x="46" y="37"/>
                </a:lnTo>
                <a:lnTo>
                  <a:pt x="46" y="37"/>
                </a:lnTo>
                <a:lnTo>
                  <a:pt x="46" y="36"/>
                </a:lnTo>
                <a:lnTo>
                  <a:pt x="48" y="36"/>
                </a:lnTo>
                <a:lnTo>
                  <a:pt x="48" y="36"/>
                </a:lnTo>
                <a:lnTo>
                  <a:pt x="48" y="35"/>
                </a:lnTo>
                <a:lnTo>
                  <a:pt x="50" y="28"/>
                </a:lnTo>
                <a:lnTo>
                  <a:pt x="51" y="20"/>
                </a:lnTo>
                <a:lnTo>
                  <a:pt x="52" y="16"/>
                </a:lnTo>
                <a:lnTo>
                  <a:pt x="54" y="12"/>
                </a:lnTo>
                <a:lnTo>
                  <a:pt x="54" y="8"/>
                </a:lnTo>
                <a:lnTo>
                  <a:pt x="56" y="4"/>
                </a:lnTo>
                <a:lnTo>
                  <a:pt x="57" y="2"/>
                </a:lnTo>
                <a:lnTo>
                  <a:pt x="58" y="1"/>
                </a:lnTo>
                <a:lnTo>
                  <a:pt x="58" y="1"/>
                </a:lnTo>
                <a:lnTo>
                  <a:pt x="59" y="0"/>
                </a:lnTo>
                <a:lnTo>
                  <a:pt x="61" y="0"/>
                </a:lnTo>
                <a:lnTo>
                  <a:pt x="62" y="0"/>
                </a:lnTo>
                <a:lnTo>
                  <a:pt x="62" y="1"/>
                </a:lnTo>
                <a:lnTo>
                  <a:pt x="63" y="1"/>
                </a:lnTo>
                <a:lnTo>
                  <a:pt x="66" y="8"/>
                </a:lnTo>
                <a:lnTo>
                  <a:pt x="71" y="14"/>
                </a:lnTo>
                <a:lnTo>
                  <a:pt x="77" y="21"/>
                </a:lnTo>
                <a:lnTo>
                  <a:pt x="83" y="29"/>
                </a:lnTo>
                <a:lnTo>
                  <a:pt x="89" y="37"/>
                </a:lnTo>
                <a:lnTo>
                  <a:pt x="95" y="44"/>
                </a:lnTo>
                <a:lnTo>
                  <a:pt x="101" y="50"/>
                </a:lnTo>
                <a:lnTo>
                  <a:pt x="106" y="56"/>
                </a:lnTo>
                <a:lnTo>
                  <a:pt x="115" y="66"/>
                </a:lnTo>
                <a:lnTo>
                  <a:pt x="122" y="74"/>
                </a:lnTo>
                <a:lnTo>
                  <a:pt x="127" y="78"/>
                </a:lnTo>
                <a:lnTo>
                  <a:pt x="129" y="80"/>
                </a:lnTo>
                <a:lnTo>
                  <a:pt x="128" y="82"/>
                </a:lnTo>
                <a:lnTo>
                  <a:pt x="127" y="85"/>
                </a:lnTo>
                <a:lnTo>
                  <a:pt x="126" y="86"/>
                </a:lnTo>
                <a:lnTo>
                  <a:pt x="125" y="88"/>
                </a:lnTo>
                <a:lnTo>
                  <a:pt x="124" y="89"/>
                </a:lnTo>
                <a:lnTo>
                  <a:pt x="122" y="89"/>
                </a:lnTo>
                <a:lnTo>
                  <a:pt x="122" y="89"/>
                </a:lnTo>
                <a:lnTo>
                  <a:pt x="120" y="90"/>
                </a:lnTo>
                <a:lnTo>
                  <a:pt x="113" y="91"/>
                </a:lnTo>
                <a:lnTo>
                  <a:pt x="106" y="91"/>
                </a:lnTo>
                <a:lnTo>
                  <a:pt x="99" y="91"/>
                </a:lnTo>
                <a:lnTo>
                  <a:pt x="96" y="91"/>
                </a:lnTo>
                <a:lnTo>
                  <a:pt x="96" y="90"/>
                </a:lnTo>
                <a:lnTo>
                  <a:pt x="95" y="90"/>
                </a:lnTo>
                <a:lnTo>
                  <a:pt x="95" y="90"/>
                </a:lnTo>
                <a:lnTo>
                  <a:pt x="95" y="89"/>
                </a:lnTo>
                <a:lnTo>
                  <a:pt x="96" y="89"/>
                </a:lnTo>
                <a:lnTo>
                  <a:pt x="98" y="88"/>
                </a:lnTo>
                <a:lnTo>
                  <a:pt x="102" y="86"/>
                </a:lnTo>
                <a:lnTo>
                  <a:pt x="106" y="85"/>
                </a:lnTo>
                <a:lnTo>
                  <a:pt x="108" y="84"/>
                </a:lnTo>
                <a:lnTo>
                  <a:pt x="110" y="83"/>
                </a:lnTo>
                <a:lnTo>
                  <a:pt x="110" y="82"/>
                </a:lnTo>
                <a:lnTo>
                  <a:pt x="110" y="81"/>
                </a:lnTo>
                <a:lnTo>
                  <a:pt x="110" y="80"/>
                </a:lnTo>
                <a:lnTo>
                  <a:pt x="107" y="77"/>
                </a:lnTo>
                <a:lnTo>
                  <a:pt x="104" y="73"/>
                </a:lnTo>
                <a:lnTo>
                  <a:pt x="100" y="68"/>
                </a:lnTo>
                <a:lnTo>
                  <a:pt x="92" y="58"/>
                </a:lnTo>
                <a:lnTo>
                  <a:pt x="85" y="49"/>
                </a:lnTo>
                <a:lnTo>
                  <a:pt x="78" y="41"/>
                </a:lnTo>
                <a:lnTo>
                  <a:pt x="70" y="30"/>
                </a:lnTo>
                <a:lnTo>
                  <a:pt x="64" y="21"/>
                </a:lnTo>
                <a:lnTo>
                  <a:pt x="61" y="15"/>
                </a:lnTo>
                <a:lnTo>
                  <a:pt x="61" y="14"/>
                </a:lnTo>
                <a:lnTo>
                  <a:pt x="60" y="13"/>
                </a:lnTo>
                <a:lnTo>
                  <a:pt x="59" y="13"/>
                </a:lnTo>
                <a:lnTo>
                  <a:pt x="59" y="13"/>
                </a:lnTo>
                <a:lnTo>
                  <a:pt x="58" y="14"/>
                </a:lnTo>
                <a:lnTo>
                  <a:pt x="58" y="15"/>
                </a:lnTo>
                <a:lnTo>
                  <a:pt x="57" y="17"/>
                </a:lnTo>
                <a:lnTo>
                  <a:pt x="57" y="21"/>
                </a:lnTo>
                <a:lnTo>
                  <a:pt x="55" y="28"/>
                </a:lnTo>
                <a:lnTo>
                  <a:pt x="55" y="32"/>
                </a:lnTo>
                <a:lnTo>
                  <a:pt x="55" y="33"/>
                </a:lnTo>
                <a:lnTo>
                  <a:pt x="55" y="33"/>
                </a:lnTo>
                <a:lnTo>
                  <a:pt x="56" y="34"/>
                </a:lnTo>
                <a:lnTo>
                  <a:pt x="57" y="34"/>
                </a:lnTo>
                <a:lnTo>
                  <a:pt x="58" y="35"/>
                </a:lnTo>
                <a:lnTo>
                  <a:pt x="59" y="36"/>
                </a:lnTo>
                <a:lnTo>
                  <a:pt x="61" y="36"/>
                </a:lnTo>
                <a:lnTo>
                  <a:pt x="62" y="37"/>
                </a:lnTo>
                <a:lnTo>
                  <a:pt x="62" y="38"/>
                </a:lnTo>
                <a:lnTo>
                  <a:pt x="63" y="40"/>
                </a:lnTo>
                <a:lnTo>
                  <a:pt x="63" y="41"/>
                </a:lnTo>
                <a:lnTo>
                  <a:pt x="62" y="44"/>
                </a:lnTo>
                <a:lnTo>
                  <a:pt x="60" y="49"/>
                </a:lnTo>
                <a:lnTo>
                  <a:pt x="58" y="53"/>
                </a:lnTo>
                <a:lnTo>
                  <a:pt x="58" y="55"/>
                </a:lnTo>
                <a:lnTo>
                  <a:pt x="56" y="57"/>
                </a:lnTo>
                <a:lnTo>
                  <a:pt x="56" y="58"/>
                </a:lnTo>
                <a:lnTo>
                  <a:pt x="56" y="60"/>
                </a:lnTo>
                <a:lnTo>
                  <a:pt x="56" y="61"/>
                </a:lnTo>
                <a:lnTo>
                  <a:pt x="57" y="65"/>
                </a:lnTo>
                <a:lnTo>
                  <a:pt x="57" y="68"/>
                </a:lnTo>
                <a:lnTo>
                  <a:pt x="58" y="69"/>
                </a:lnTo>
                <a:lnTo>
                  <a:pt x="58" y="71"/>
                </a:lnTo>
                <a:lnTo>
                  <a:pt x="58" y="72"/>
                </a:lnTo>
                <a:lnTo>
                  <a:pt x="58" y="73"/>
                </a:lnTo>
                <a:lnTo>
                  <a:pt x="58" y="74"/>
                </a:lnTo>
                <a:lnTo>
                  <a:pt x="58" y="75"/>
                </a:lnTo>
                <a:lnTo>
                  <a:pt x="57" y="76"/>
                </a:lnTo>
                <a:lnTo>
                  <a:pt x="56" y="77"/>
                </a:lnTo>
                <a:lnTo>
                  <a:pt x="55" y="77"/>
                </a:lnTo>
                <a:lnTo>
                  <a:pt x="51" y="76"/>
                </a:lnTo>
                <a:lnTo>
                  <a:pt x="49" y="76"/>
                </a:lnTo>
                <a:lnTo>
                  <a:pt x="49" y="91"/>
                </a:lnTo>
                <a:lnTo>
                  <a:pt x="47" y="93"/>
                </a:lnTo>
                <a:lnTo>
                  <a:pt x="43" y="96"/>
                </a:lnTo>
                <a:lnTo>
                  <a:pt x="42" y="97"/>
                </a:lnTo>
                <a:lnTo>
                  <a:pt x="40" y="97"/>
                </a:lnTo>
                <a:lnTo>
                  <a:pt x="40" y="97"/>
                </a:lnTo>
                <a:lnTo>
                  <a:pt x="39" y="97"/>
                </a:lnTo>
                <a:lnTo>
                  <a:pt x="39" y="97"/>
                </a:lnTo>
                <a:lnTo>
                  <a:pt x="39" y="97"/>
                </a:lnTo>
                <a:lnTo>
                  <a:pt x="40" y="93"/>
                </a:lnTo>
                <a:lnTo>
                  <a:pt x="42" y="89"/>
                </a:lnTo>
                <a:lnTo>
                  <a:pt x="42" y="85"/>
                </a:lnTo>
                <a:lnTo>
                  <a:pt x="43" y="83"/>
                </a:lnTo>
                <a:lnTo>
                  <a:pt x="43" y="81"/>
                </a:lnTo>
                <a:lnTo>
                  <a:pt x="42" y="80"/>
                </a:lnTo>
                <a:lnTo>
                  <a:pt x="42" y="79"/>
                </a:lnTo>
                <a:lnTo>
                  <a:pt x="41" y="78"/>
                </a:lnTo>
                <a:lnTo>
                  <a:pt x="39" y="77"/>
                </a:lnTo>
                <a:lnTo>
                  <a:pt x="38" y="77"/>
                </a:lnTo>
                <a:lnTo>
                  <a:pt x="38" y="75"/>
                </a:lnTo>
                <a:lnTo>
                  <a:pt x="37" y="73"/>
                </a:lnTo>
                <a:lnTo>
                  <a:pt x="35" y="69"/>
                </a:lnTo>
                <a:lnTo>
                  <a:pt x="32" y="64"/>
                </a:lnTo>
                <a:lnTo>
                  <a:pt x="30" y="61"/>
                </a:lnTo>
                <a:lnTo>
                  <a:pt x="29" y="59"/>
                </a:lnTo>
                <a:lnTo>
                  <a:pt x="28" y="58"/>
                </a:lnTo>
                <a:lnTo>
                  <a:pt x="28" y="57"/>
                </a:lnTo>
                <a:lnTo>
                  <a:pt x="27" y="57"/>
                </a:lnTo>
                <a:lnTo>
                  <a:pt x="26" y="57"/>
                </a:lnTo>
                <a:lnTo>
                  <a:pt x="26" y="59"/>
                </a:lnTo>
                <a:lnTo>
                  <a:pt x="24" y="61"/>
                </a:lnTo>
                <a:lnTo>
                  <a:pt x="23" y="64"/>
                </a:lnTo>
                <a:lnTo>
                  <a:pt x="22" y="66"/>
                </a:lnTo>
                <a:lnTo>
                  <a:pt x="21" y="73"/>
                </a:lnTo>
                <a:lnTo>
                  <a:pt x="20" y="77"/>
                </a:lnTo>
                <a:lnTo>
                  <a:pt x="19" y="81"/>
                </a:lnTo>
                <a:lnTo>
                  <a:pt x="19" y="83"/>
                </a:lnTo>
                <a:lnTo>
                  <a:pt x="19" y="83"/>
                </a:lnTo>
                <a:close/>
                <a:moveTo>
                  <a:pt x="70" y="90"/>
                </a:moveTo>
                <a:lnTo>
                  <a:pt x="77" y="97"/>
                </a:lnTo>
                <a:lnTo>
                  <a:pt x="76" y="98"/>
                </a:lnTo>
                <a:lnTo>
                  <a:pt x="75" y="100"/>
                </a:lnTo>
                <a:lnTo>
                  <a:pt x="74" y="102"/>
                </a:lnTo>
                <a:lnTo>
                  <a:pt x="72" y="106"/>
                </a:lnTo>
                <a:lnTo>
                  <a:pt x="72" y="107"/>
                </a:lnTo>
                <a:lnTo>
                  <a:pt x="73" y="108"/>
                </a:lnTo>
                <a:lnTo>
                  <a:pt x="74" y="108"/>
                </a:lnTo>
                <a:lnTo>
                  <a:pt x="74" y="107"/>
                </a:lnTo>
                <a:lnTo>
                  <a:pt x="77" y="105"/>
                </a:lnTo>
                <a:lnTo>
                  <a:pt x="78" y="102"/>
                </a:lnTo>
                <a:lnTo>
                  <a:pt x="79" y="101"/>
                </a:lnTo>
                <a:lnTo>
                  <a:pt x="80" y="101"/>
                </a:lnTo>
                <a:lnTo>
                  <a:pt x="80" y="101"/>
                </a:lnTo>
                <a:lnTo>
                  <a:pt x="82" y="101"/>
                </a:lnTo>
                <a:lnTo>
                  <a:pt x="83" y="103"/>
                </a:lnTo>
                <a:lnTo>
                  <a:pt x="86" y="105"/>
                </a:lnTo>
                <a:lnTo>
                  <a:pt x="87" y="107"/>
                </a:lnTo>
                <a:lnTo>
                  <a:pt x="89" y="108"/>
                </a:lnTo>
                <a:lnTo>
                  <a:pt x="90" y="109"/>
                </a:lnTo>
                <a:lnTo>
                  <a:pt x="91" y="109"/>
                </a:lnTo>
                <a:lnTo>
                  <a:pt x="93" y="109"/>
                </a:lnTo>
                <a:lnTo>
                  <a:pt x="94" y="109"/>
                </a:lnTo>
                <a:lnTo>
                  <a:pt x="96" y="109"/>
                </a:lnTo>
                <a:lnTo>
                  <a:pt x="98" y="109"/>
                </a:lnTo>
                <a:lnTo>
                  <a:pt x="98" y="109"/>
                </a:lnTo>
                <a:lnTo>
                  <a:pt x="99" y="109"/>
                </a:lnTo>
                <a:lnTo>
                  <a:pt x="100" y="108"/>
                </a:lnTo>
                <a:lnTo>
                  <a:pt x="100" y="108"/>
                </a:lnTo>
                <a:lnTo>
                  <a:pt x="100" y="106"/>
                </a:lnTo>
                <a:lnTo>
                  <a:pt x="100" y="105"/>
                </a:lnTo>
                <a:lnTo>
                  <a:pt x="98" y="102"/>
                </a:lnTo>
                <a:lnTo>
                  <a:pt x="98" y="101"/>
                </a:lnTo>
                <a:lnTo>
                  <a:pt x="96" y="99"/>
                </a:lnTo>
                <a:lnTo>
                  <a:pt x="92" y="95"/>
                </a:lnTo>
                <a:lnTo>
                  <a:pt x="88" y="89"/>
                </a:lnTo>
                <a:lnTo>
                  <a:pt x="86" y="86"/>
                </a:lnTo>
                <a:lnTo>
                  <a:pt x="85" y="85"/>
                </a:lnTo>
                <a:lnTo>
                  <a:pt x="85" y="81"/>
                </a:lnTo>
                <a:lnTo>
                  <a:pt x="86" y="78"/>
                </a:lnTo>
                <a:lnTo>
                  <a:pt x="86" y="75"/>
                </a:lnTo>
                <a:lnTo>
                  <a:pt x="86" y="73"/>
                </a:lnTo>
                <a:lnTo>
                  <a:pt x="85" y="73"/>
                </a:lnTo>
                <a:lnTo>
                  <a:pt x="85" y="73"/>
                </a:lnTo>
                <a:lnTo>
                  <a:pt x="83" y="73"/>
                </a:lnTo>
                <a:lnTo>
                  <a:pt x="82" y="73"/>
                </a:lnTo>
                <a:lnTo>
                  <a:pt x="80" y="74"/>
                </a:lnTo>
                <a:lnTo>
                  <a:pt x="80" y="77"/>
                </a:lnTo>
                <a:lnTo>
                  <a:pt x="80" y="79"/>
                </a:lnTo>
                <a:lnTo>
                  <a:pt x="80" y="82"/>
                </a:lnTo>
                <a:lnTo>
                  <a:pt x="80" y="84"/>
                </a:lnTo>
                <a:lnTo>
                  <a:pt x="75" y="86"/>
                </a:lnTo>
                <a:lnTo>
                  <a:pt x="70" y="90"/>
                </a:lnTo>
                <a:lnTo>
                  <a:pt x="70" y="90"/>
                </a:lnTo>
                <a:close/>
                <a:moveTo>
                  <a:pt x="67" y="84"/>
                </a:moveTo>
                <a:lnTo>
                  <a:pt x="68" y="84"/>
                </a:lnTo>
                <a:lnTo>
                  <a:pt x="69" y="84"/>
                </a:lnTo>
                <a:lnTo>
                  <a:pt x="69" y="84"/>
                </a:lnTo>
                <a:lnTo>
                  <a:pt x="69" y="83"/>
                </a:lnTo>
                <a:lnTo>
                  <a:pt x="69" y="82"/>
                </a:lnTo>
                <a:lnTo>
                  <a:pt x="70" y="82"/>
                </a:lnTo>
                <a:lnTo>
                  <a:pt x="70" y="79"/>
                </a:lnTo>
                <a:lnTo>
                  <a:pt x="72" y="77"/>
                </a:lnTo>
                <a:lnTo>
                  <a:pt x="74" y="73"/>
                </a:lnTo>
                <a:lnTo>
                  <a:pt x="75" y="71"/>
                </a:lnTo>
                <a:lnTo>
                  <a:pt x="75" y="70"/>
                </a:lnTo>
                <a:lnTo>
                  <a:pt x="75" y="69"/>
                </a:lnTo>
                <a:lnTo>
                  <a:pt x="74" y="69"/>
                </a:lnTo>
                <a:lnTo>
                  <a:pt x="74" y="69"/>
                </a:lnTo>
                <a:lnTo>
                  <a:pt x="73" y="68"/>
                </a:lnTo>
                <a:lnTo>
                  <a:pt x="72" y="67"/>
                </a:lnTo>
                <a:lnTo>
                  <a:pt x="71" y="67"/>
                </a:lnTo>
                <a:lnTo>
                  <a:pt x="70" y="67"/>
                </a:lnTo>
                <a:lnTo>
                  <a:pt x="69" y="67"/>
                </a:lnTo>
                <a:lnTo>
                  <a:pt x="68" y="68"/>
                </a:lnTo>
                <a:lnTo>
                  <a:pt x="66" y="69"/>
                </a:lnTo>
                <a:lnTo>
                  <a:pt x="66" y="70"/>
                </a:lnTo>
                <a:lnTo>
                  <a:pt x="65" y="71"/>
                </a:lnTo>
                <a:lnTo>
                  <a:pt x="65" y="73"/>
                </a:lnTo>
                <a:lnTo>
                  <a:pt x="64" y="73"/>
                </a:lnTo>
                <a:lnTo>
                  <a:pt x="64" y="74"/>
                </a:lnTo>
                <a:lnTo>
                  <a:pt x="64" y="75"/>
                </a:lnTo>
                <a:lnTo>
                  <a:pt x="63" y="77"/>
                </a:lnTo>
                <a:lnTo>
                  <a:pt x="62" y="77"/>
                </a:lnTo>
                <a:lnTo>
                  <a:pt x="61" y="78"/>
                </a:lnTo>
                <a:lnTo>
                  <a:pt x="59" y="80"/>
                </a:lnTo>
                <a:lnTo>
                  <a:pt x="58" y="81"/>
                </a:lnTo>
                <a:lnTo>
                  <a:pt x="58" y="82"/>
                </a:lnTo>
                <a:lnTo>
                  <a:pt x="58" y="83"/>
                </a:lnTo>
                <a:lnTo>
                  <a:pt x="58" y="85"/>
                </a:lnTo>
                <a:lnTo>
                  <a:pt x="59" y="85"/>
                </a:lnTo>
                <a:lnTo>
                  <a:pt x="59" y="85"/>
                </a:lnTo>
                <a:lnTo>
                  <a:pt x="60" y="86"/>
                </a:lnTo>
                <a:lnTo>
                  <a:pt x="61" y="86"/>
                </a:lnTo>
                <a:lnTo>
                  <a:pt x="62" y="86"/>
                </a:lnTo>
                <a:lnTo>
                  <a:pt x="62" y="86"/>
                </a:lnTo>
                <a:lnTo>
                  <a:pt x="63" y="85"/>
                </a:lnTo>
                <a:lnTo>
                  <a:pt x="66" y="84"/>
                </a:lnTo>
                <a:lnTo>
                  <a:pt x="67" y="8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ctr">
            <a:noAutofit/>
          </a:bodyPr>
          <a:lstStyle/>
          <a:p>
            <a:endParaRPr/>
          </a:p>
        </p:txBody>
      </p:sp>
      <p:sp>
        <p:nvSpPr>
          <p:cNvPr id="112" name="iśḻîḓé">
            <a:extLst>
              <a:ext uri="{FF2B5EF4-FFF2-40B4-BE49-F238E27FC236}">
                <a16:creationId xmlns:a16="http://schemas.microsoft.com/office/drawing/2014/main" id="{52263D3D-0DDE-4C91-B044-1406E8E562E2}"/>
              </a:ext>
            </a:extLst>
          </p:cNvPr>
          <p:cNvSpPr>
            <a:spLocks noGrp="1"/>
          </p:cNvSpPr>
          <p:nvPr/>
        </p:nvSpPr>
        <p:spPr>
          <a:xfrm>
            <a:off x="966600" y="532800"/>
            <a:ext cx="20520" cy="57240"/>
          </a:xfrm>
          <a:custGeom>
            <a:avLst/>
            <a:gdLst>
              <a:gd name="textAreaLeft" fmla="*/ 0 w 20520"/>
              <a:gd name="textAreaRight" fmla="*/ 20880 w 20520"/>
              <a:gd name="textAreaTop" fmla="*/ 0 h 57240"/>
              <a:gd name="textAreaBottom" fmla="*/ 57600 h 57240"/>
              <a:gd name="GluePoint1X" fmla="*/ 1 w 48"/>
              <a:gd name="GluePoint1Y" fmla="*/ 31 h 132"/>
              <a:gd name="GluePoint2X" fmla="*/ 9 w 48"/>
              <a:gd name="GluePoint2Y" fmla="*/ 20 h 132"/>
              <a:gd name="GluePoint3X" fmla="*/ 26 w 48"/>
              <a:gd name="GluePoint3Y" fmla="*/ 4 h 132"/>
              <a:gd name="GluePoint4X" fmla="*/ 34 w 48"/>
              <a:gd name="GluePoint4Y" fmla="*/ 0 h 132"/>
              <a:gd name="GluePoint5X" fmla="*/ 40 w 48"/>
              <a:gd name="GluePoint5Y" fmla="*/ 1 h 132"/>
              <a:gd name="GluePoint6X" fmla="*/ 41 w 48"/>
              <a:gd name="GluePoint6Y" fmla="*/ 4 h 132"/>
              <a:gd name="GluePoint7X" fmla="*/ 38 w 48"/>
              <a:gd name="GluePoint7Y" fmla="*/ 20 h 132"/>
              <a:gd name="GluePoint8X" fmla="*/ 32 w 48"/>
              <a:gd name="GluePoint8Y" fmla="*/ 60 h 132"/>
              <a:gd name="GluePoint9X" fmla="*/ 28 w 48"/>
              <a:gd name="GluePoint9Y" fmla="*/ 65 h 132"/>
              <a:gd name="GluePoint10X" fmla="*/ 20 w 48"/>
              <a:gd name="GluePoint10Y" fmla="*/ 70 h 132"/>
              <a:gd name="GluePoint11X" fmla="*/ 20 w 48"/>
              <a:gd name="GluePoint11Y" fmla="*/ 81 h 132"/>
              <a:gd name="GluePoint12X" fmla="*/ 22 w 48"/>
              <a:gd name="GluePoint12Y" fmla="*/ 90 h 132"/>
              <a:gd name="GluePoint13X" fmla="*/ 31 w 48"/>
              <a:gd name="GluePoint13Y" fmla="*/ 90 h 132"/>
              <a:gd name="GluePoint14X" fmla="*/ 35 w 48"/>
              <a:gd name="GluePoint14Y" fmla="*/ 91 h 132"/>
              <a:gd name="GluePoint15X" fmla="*/ 35 w 48"/>
              <a:gd name="GluePoint15Y" fmla="*/ 97 h 132"/>
              <a:gd name="GluePoint16X" fmla="*/ 27 w 48"/>
              <a:gd name="GluePoint16Y" fmla="*/ 114 h 132"/>
              <a:gd name="GluePoint17X" fmla="*/ 26 w 48"/>
              <a:gd name="GluePoint17Y" fmla="*/ 120 h 132"/>
              <a:gd name="GluePoint18X" fmla="*/ 34 w 48"/>
              <a:gd name="GluePoint18Y" fmla="*/ 117 h 132"/>
              <a:gd name="GluePoint19X" fmla="*/ 42 w 48"/>
              <a:gd name="GluePoint19Y" fmla="*/ 114 h 132"/>
              <a:gd name="GluePoint20X" fmla="*/ 47 w 48"/>
              <a:gd name="GluePoint20Y" fmla="*/ 118 h 132"/>
              <a:gd name="GluePoint21X" fmla="*/ 48 w 48"/>
              <a:gd name="GluePoint21Y" fmla="*/ 124 h 132"/>
              <a:gd name="GluePoint22X" fmla="*/ 41 w 48"/>
              <a:gd name="GluePoint22Y" fmla="*/ 129 h 132"/>
              <a:gd name="GluePoint23X" fmla="*/ 30 w 48"/>
              <a:gd name="GluePoint23Y" fmla="*/ 132 h 132"/>
              <a:gd name="GluePoint24X" fmla="*/ 16 w 48"/>
              <a:gd name="GluePoint24Y" fmla="*/ 131 h 132"/>
              <a:gd name="GluePoint25X" fmla="*/ 13 w 48"/>
              <a:gd name="GluePoint25Y" fmla="*/ 128 h 132"/>
              <a:gd name="GluePoint26X" fmla="*/ 15 w 48"/>
              <a:gd name="GluePoint26Y" fmla="*/ 124 h 132"/>
              <a:gd name="GluePoint27X" fmla="*/ 16 w 48"/>
              <a:gd name="GluePoint27Y" fmla="*/ 121 h 132"/>
              <a:gd name="GluePoint28X" fmla="*/ 16 w 48"/>
              <a:gd name="GluePoint28Y" fmla="*/ 108 h 132"/>
              <a:gd name="GluePoint29X" fmla="*/ 12 w 48"/>
              <a:gd name="GluePoint29Y" fmla="*/ 106 h 132"/>
              <a:gd name="GluePoint30X" fmla="*/ 10 w 48"/>
              <a:gd name="GluePoint30Y" fmla="*/ 102 h 132"/>
              <a:gd name="GluePoint31X" fmla="*/ 12 w 48"/>
              <a:gd name="GluePoint31Y" fmla="*/ 91 h 132"/>
              <a:gd name="GluePoint32X" fmla="*/ 7 w 48"/>
              <a:gd name="GluePoint32Y" fmla="*/ 81 h 132"/>
              <a:gd name="GluePoint33X" fmla="*/ 4 w 48"/>
              <a:gd name="GluePoint33Y" fmla="*/ 78 h 132"/>
              <a:gd name="GluePoint34X" fmla="*/ 8 w 48"/>
              <a:gd name="GluePoint34Y" fmla="*/ 73 h 132"/>
              <a:gd name="GluePoint35X" fmla="*/ 10 w 48"/>
              <a:gd name="GluePoint35Y" fmla="*/ 62 h 132"/>
              <a:gd name="GluePoint36X" fmla="*/ 10 w 48"/>
              <a:gd name="GluePoint36Y" fmla="*/ 60 h 132"/>
              <a:gd name="GluePoint37X" fmla="*/ 5 w 48"/>
              <a:gd name="GluePoint37Y" fmla="*/ 60 h 132"/>
              <a:gd name="GluePoint38X" fmla="*/ 4 w 48"/>
              <a:gd name="GluePoint38Y" fmla="*/ 56 h 132"/>
              <a:gd name="GluePoint39X" fmla="*/ 8 w 48"/>
              <a:gd name="GluePoint39Y" fmla="*/ 52 h 132"/>
              <a:gd name="GluePoint40X" fmla="*/ 12 w 48"/>
              <a:gd name="GluePoint40Y" fmla="*/ 49 h 132"/>
              <a:gd name="GluePoint41X" fmla="*/ 14 w 48"/>
              <a:gd name="GluePoint41Y" fmla="*/ 34 h 132"/>
              <a:gd name="GluePoint42X" fmla="*/ 19 w 48"/>
              <a:gd name="GluePoint42Y" fmla="*/ 32 h 132"/>
              <a:gd name="GluePoint43X" fmla="*/ 20 w 48"/>
              <a:gd name="GluePoint43Y" fmla="*/ 39 h 132"/>
              <a:gd name="GluePoint44X" fmla="*/ 20 w 48"/>
              <a:gd name="GluePoint44Y" fmla="*/ 49 h 132"/>
              <a:gd name="GluePoint45X" fmla="*/ 23 w 48"/>
              <a:gd name="GluePoint45Y" fmla="*/ 49 h 132"/>
              <a:gd name="GluePoint46X" fmla="*/ 30 w 48"/>
              <a:gd name="GluePoint46Y" fmla="*/ 18 h 132"/>
              <a:gd name="GluePoint47X" fmla="*/ 30 w 48"/>
              <a:gd name="GluePoint47Y" fmla="*/ 10 h 132"/>
              <a:gd name="GluePoint48X" fmla="*/ 18 w 48"/>
              <a:gd name="GluePoint48Y" fmla="*/ 21 h 132"/>
            </a:gdLst>
            <a:ahLst/>
            <a:cxnLst/>
            <a:rect l="textAreaLeft" t="textAreaTop" r="textAreaRight" b="textAreaBottom"/>
            <a:pathLst>
              <a:path w="48" h="132">
                <a:moveTo>
                  <a:pt x="8" y="32"/>
                </a:moveTo>
                <a:lnTo>
                  <a:pt x="0" y="36"/>
                </a:lnTo>
                <a:lnTo>
                  <a:pt x="0" y="34"/>
                </a:lnTo>
                <a:lnTo>
                  <a:pt x="1" y="31"/>
                </a:lnTo>
                <a:lnTo>
                  <a:pt x="3" y="28"/>
                </a:lnTo>
                <a:lnTo>
                  <a:pt x="4" y="27"/>
                </a:lnTo>
                <a:lnTo>
                  <a:pt x="6" y="24"/>
                </a:lnTo>
                <a:lnTo>
                  <a:pt x="9" y="20"/>
                </a:lnTo>
                <a:lnTo>
                  <a:pt x="16" y="14"/>
                </a:lnTo>
                <a:lnTo>
                  <a:pt x="21" y="8"/>
                </a:lnTo>
                <a:lnTo>
                  <a:pt x="24" y="6"/>
                </a:lnTo>
                <a:lnTo>
                  <a:pt x="26" y="4"/>
                </a:lnTo>
                <a:lnTo>
                  <a:pt x="28" y="3"/>
                </a:lnTo>
                <a:lnTo>
                  <a:pt x="30" y="1"/>
                </a:lnTo>
                <a:lnTo>
                  <a:pt x="32" y="0"/>
                </a:lnTo>
                <a:lnTo>
                  <a:pt x="34" y="0"/>
                </a:lnTo>
                <a:lnTo>
                  <a:pt x="36" y="0"/>
                </a:lnTo>
                <a:lnTo>
                  <a:pt x="37" y="0"/>
                </a:lnTo>
                <a:lnTo>
                  <a:pt x="39" y="0"/>
                </a:lnTo>
                <a:lnTo>
                  <a:pt x="40" y="1"/>
                </a:lnTo>
                <a:lnTo>
                  <a:pt x="40" y="2"/>
                </a:lnTo>
                <a:lnTo>
                  <a:pt x="41" y="3"/>
                </a:lnTo>
                <a:lnTo>
                  <a:pt x="41" y="4"/>
                </a:lnTo>
                <a:lnTo>
                  <a:pt x="41" y="4"/>
                </a:lnTo>
                <a:lnTo>
                  <a:pt x="41" y="8"/>
                </a:lnTo>
                <a:lnTo>
                  <a:pt x="40" y="12"/>
                </a:lnTo>
                <a:lnTo>
                  <a:pt x="39" y="17"/>
                </a:lnTo>
                <a:lnTo>
                  <a:pt x="38" y="20"/>
                </a:lnTo>
                <a:lnTo>
                  <a:pt x="36" y="28"/>
                </a:lnTo>
                <a:lnTo>
                  <a:pt x="35" y="40"/>
                </a:lnTo>
                <a:lnTo>
                  <a:pt x="33" y="53"/>
                </a:lnTo>
                <a:lnTo>
                  <a:pt x="32" y="60"/>
                </a:lnTo>
                <a:lnTo>
                  <a:pt x="32" y="61"/>
                </a:lnTo>
                <a:lnTo>
                  <a:pt x="31" y="63"/>
                </a:lnTo>
                <a:lnTo>
                  <a:pt x="29" y="64"/>
                </a:lnTo>
                <a:lnTo>
                  <a:pt x="28" y="65"/>
                </a:lnTo>
                <a:lnTo>
                  <a:pt x="24" y="68"/>
                </a:lnTo>
                <a:lnTo>
                  <a:pt x="22" y="68"/>
                </a:lnTo>
                <a:lnTo>
                  <a:pt x="21" y="69"/>
                </a:lnTo>
                <a:lnTo>
                  <a:pt x="20" y="70"/>
                </a:lnTo>
                <a:lnTo>
                  <a:pt x="20" y="71"/>
                </a:lnTo>
                <a:lnTo>
                  <a:pt x="20" y="72"/>
                </a:lnTo>
                <a:lnTo>
                  <a:pt x="20" y="76"/>
                </a:lnTo>
                <a:lnTo>
                  <a:pt x="20" y="81"/>
                </a:lnTo>
                <a:lnTo>
                  <a:pt x="20" y="86"/>
                </a:lnTo>
                <a:lnTo>
                  <a:pt x="21" y="89"/>
                </a:lnTo>
                <a:lnTo>
                  <a:pt x="22" y="89"/>
                </a:lnTo>
                <a:lnTo>
                  <a:pt x="22" y="90"/>
                </a:lnTo>
                <a:lnTo>
                  <a:pt x="23" y="91"/>
                </a:lnTo>
                <a:lnTo>
                  <a:pt x="24" y="91"/>
                </a:lnTo>
                <a:lnTo>
                  <a:pt x="27" y="90"/>
                </a:lnTo>
                <a:lnTo>
                  <a:pt x="31" y="90"/>
                </a:lnTo>
                <a:lnTo>
                  <a:pt x="32" y="90"/>
                </a:lnTo>
                <a:lnTo>
                  <a:pt x="34" y="90"/>
                </a:lnTo>
                <a:lnTo>
                  <a:pt x="35" y="91"/>
                </a:lnTo>
                <a:lnTo>
                  <a:pt x="35" y="91"/>
                </a:lnTo>
                <a:lnTo>
                  <a:pt x="36" y="92"/>
                </a:lnTo>
                <a:lnTo>
                  <a:pt x="36" y="92"/>
                </a:lnTo>
                <a:lnTo>
                  <a:pt x="36" y="95"/>
                </a:lnTo>
                <a:lnTo>
                  <a:pt x="35" y="97"/>
                </a:lnTo>
                <a:lnTo>
                  <a:pt x="33" y="100"/>
                </a:lnTo>
                <a:lnTo>
                  <a:pt x="32" y="104"/>
                </a:lnTo>
                <a:lnTo>
                  <a:pt x="28" y="111"/>
                </a:lnTo>
                <a:lnTo>
                  <a:pt x="27" y="114"/>
                </a:lnTo>
                <a:lnTo>
                  <a:pt x="26" y="116"/>
                </a:lnTo>
                <a:lnTo>
                  <a:pt x="25" y="118"/>
                </a:lnTo>
                <a:lnTo>
                  <a:pt x="25" y="119"/>
                </a:lnTo>
                <a:lnTo>
                  <a:pt x="26" y="120"/>
                </a:lnTo>
                <a:lnTo>
                  <a:pt x="27" y="120"/>
                </a:lnTo>
                <a:lnTo>
                  <a:pt x="28" y="120"/>
                </a:lnTo>
                <a:lnTo>
                  <a:pt x="31" y="119"/>
                </a:lnTo>
                <a:lnTo>
                  <a:pt x="34" y="117"/>
                </a:lnTo>
                <a:lnTo>
                  <a:pt x="37" y="116"/>
                </a:lnTo>
                <a:lnTo>
                  <a:pt x="40" y="115"/>
                </a:lnTo>
                <a:lnTo>
                  <a:pt x="40" y="115"/>
                </a:lnTo>
                <a:lnTo>
                  <a:pt x="42" y="114"/>
                </a:lnTo>
                <a:lnTo>
                  <a:pt x="43" y="114"/>
                </a:lnTo>
                <a:lnTo>
                  <a:pt x="44" y="115"/>
                </a:lnTo>
                <a:lnTo>
                  <a:pt x="45" y="116"/>
                </a:lnTo>
                <a:lnTo>
                  <a:pt x="47" y="118"/>
                </a:lnTo>
                <a:lnTo>
                  <a:pt x="48" y="120"/>
                </a:lnTo>
                <a:lnTo>
                  <a:pt x="48" y="121"/>
                </a:lnTo>
                <a:lnTo>
                  <a:pt x="48" y="123"/>
                </a:lnTo>
                <a:lnTo>
                  <a:pt x="48" y="124"/>
                </a:lnTo>
                <a:lnTo>
                  <a:pt x="48" y="126"/>
                </a:lnTo>
                <a:lnTo>
                  <a:pt x="46" y="128"/>
                </a:lnTo>
                <a:lnTo>
                  <a:pt x="44" y="128"/>
                </a:lnTo>
                <a:lnTo>
                  <a:pt x="41" y="129"/>
                </a:lnTo>
                <a:lnTo>
                  <a:pt x="37" y="130"/>
                </a:lnTo>
                <a:lnTo>
                  <a:pt x="35" y="131"/>
                </a:lnTo>
                <a:lnTo>
                  <a:pt x="32" y="132"/>
                </a:lnTo>
                <a:lnTo>
                  <a:pt x="30" y="132"/>
                </a:lnTo>
                <a:lnTo>
                  <a:pt x="26" y="132"/>
                </a:lnTo>
                <a:lnTo>
                  <a:pt x="20" y="132"/>
                </a:lnTo>
                <a:lnTo>
                  <a:pt x="18" y="132"/>
                </a:lnTo>
                <a:lnTo>
                  <a:pt x="16" y="131"/>
                </a:lnTo>
                <a:lnTo>
                  <a:pt x="15" y="130"/>
                </a:lnTo>
                <a:lnTo>
                  <a:pt x="14" y="130"/>
                </a:lnTo>
                <a:lnTo>
                  <a:pt x="13" y="128"/>
                </a:lnTo>
                <a:lnTo>
                  <a:pt x="13" y="128"/>
                </a:lnTo>
                <a:lnTo>
                  <a:pt x="13" y="127"/>
                </a:lnTo>
                <a:lnTo>
                  <a:pt x="13" y="125"/>
                </a:lnTo>
                <a:lnTo>
                  <a:pt x="14" y="124"/>
                </a:lnTo>
                <a:lnTo>
                  <a:pt x="15" y="124"/>
                </a:lnTo>
                <a:lnTo>
                  <a:pt x="16" y="124"/>
                </a:lnTo>
                <a:lnTo>
                  <a:pt x="16" y="123"/>
                </a:lnTo>
                <a:lnTo>
                  <a:pt x="17" y="122"/>
                </a:lnTo>
                <a:lnTo>
                  <a:pt x="16" y="121"/>
                </a:lnTo>
                <a:lnTo>
                  <a:pt x="16" y="118"/>
                </a:lnTo>
                <a:lnTo>
                  <a:pt x="16" y="113"/>
                </a:lnTo>
                <a:lnTo>
                  <a:pt x="16" y="111"/>
                </a:lnTo>
                <a:lnTo>
                  <a:pt x="16" y="108"/>
                </a:lnTo>
                <a:lnTo>
                  <a:pt x="16" y="108"/>
                </a:lnTo>
                <a:lnTo>
                  <a:pt x="16" y="107"/>
                </a:lnTo>
                <a:lnTo>
                  <a:pt x="14" y="107"/>
                </a:lnTo>
                <a:lnTo>
                  <a:pt x="12" y="106"/>
                </a:lnTo>
                <a:lnTo>
                  <a:pt x="11" y="104"/>
                </a:lnTo>
                <a:lnTo>
                  <a:pt x="10" y="104"/>
                </a:lnTo>
                <a:lnTo>
                  <a:pt x="10" y="103"/>
                </a:lnTo>
                <a:lnTo>
                  <a:pt x="10" y="102"/>
                </a:lnTo>
                <a:lnTo>
                  <a:pt x="12" y="100"/>
                </a:lnTo>
                <a:lnTo>
                  <a:pt x="13" y="98"/>
                </a:lnTo>
                <a:lnTo>
                  <a:pt x="13" y="95"/>
                </a:lnTo>
                <a:lnTo>
                  <a:pt x="12" y="91"/>
                </a:lnTo>
                <a:lnTo>
                  <a:pt x="12" y="88"/>
                </a:lnTo>
                <a:lnTo>
                  <a:pt x="11" y="85"/>
                </a:lnTo>
                <a:lnTo>
                  <a:pt x="9" y="84"/>
                </a:lnTo>
                <a:lnTo>
                  <a:pt x="7" y="81"/>
                </a:lnTo>
                <a:lnTo>
                  <a:pt x="5" y="80"/>
                </a:lnTo>
                <a:lnTo>
                  <a:pt x="5" y="79"/>
                </a:lnTo>
                <a:lnTo>
                  <a:pt x="4" y="79"/>
                </a:lnTo>
                <a:lnTo>
                  <a:pt x="4" y="78"/>
                </a:lnTo>
                <a:lnTo>
                  <a:pt x="5" y="77"/>
                </a:lnTo>
                <a:lnTo>
                  <a:pt x="5" y="76"/>
                </a:lnTo>
                <a:lnTo>
                  <a:pt x="7" y="75"/>
                </a:lnTo>
                <a:lnTo>
                  <a:pt x="8" y="73"/>
                </a:lnTo>
                <a:lnTo>
                  <a:pt x="8" y="70"/>
                </a:lnTo>
                <a:lnTo>
                  <a:pt x="9" y="67"/>
                </a:lnTo>
                <a:lnTo>
                  <a:pt x="9" y="64"/>
                </a:lnTo>
                <a:lnTo>
                  <a:pt x="10" y="62"/>
                </a:lnTo>
                <a:lnTo>
                  <a:pt x="11" y="61"/>
                </a:lnTo>
                <a:lnTo>
                  <a:pt x="11" y="60"/>
                </a:lnTo>
                <a:lnTo>
                  <a:pt x="11" y="60"/>
                </a:lnTo>
                <a:lnTo>
                  <a:pt x="10" y="60"/>
                </a:lnTo>
                <a:lnTo>
                  <a:pt x="8" y="60"/>
                </a:lnTo>
                <a:lnTo>
                  <a:pt x="8" y="60"/>
                </a:lnTo>
                <a:lnTo>
                  <a:pt x="7" y="60"/>
                </a:lnTo>
                <a:lnTo>
                  <a:pt x="5" y="60"/>
                </a:lnTo>
                <a:lnTo>
                  <a:pt x="5" y="59"/>
                </a:lnTo>
                <a:lnTo>
                  <a:pt x="4" y="58"/>
                </a:lnTo>
                <a:lnTo>
                  <a:pt x="4" y="57"/>
                </a:lnTo>
                <a:lnTo>
                  <a:pt x="4" y="56"/>
                </a:lnTo>
                <a:lnTo>
                  <a:pt x="4" y="55"/>
                </a:lnTo>
                <a:lnTo>
                  <a:pt x="5" y="54"/>
                </a:lnTo>
                <a:lnTo>
                  <a:pt x="7" y="53"/>
                </a:lnTo>
                <a:lnTo>
                  <a:pt x="8" y="52"/>
                </a:lnTo>
                <a:lnTo>
                  <a:pt x="10" y="52"/>
                </a:lnTo>
                <a:lnTo>
                  <a:pt x="11" y="52"/>
                </a:lnTo>
                <a:lnTo>
                  <a:pt x="12" y="51"/>
                </a:lnTo>
                <a:lnTo>
                  <a:pt x="12" y="49"/>
                </a:lnTo>
                <a:lnTo>
                  <a:pt x="13" y="45"/>
                </a:lnTo>
                <a:lnTo>
                  <a:pt x="13" y="40"/>
                </a:lnTo>
                <a:lnTo>
                  <a:pt x="14" y="35"/>
                </a:lnTo>
                <a:lnTo>
                  <a:pt x="14" y="34"/>
                </a:lnTo>
                <a:lnTo>
                  <a:pt x="15" y="34"/>
                </a:lnTo>
                <a:lnTo>
                  <a:pt x="16" y="32"/>
                </a:lnTo>
                <a:lnTo>
                  <a:pt x="17" y="32"/>
                </a:lnTo>
                <a:lnTo>
                  <a:pt x="19" y="32"/>
                </a:lnTo>
                <a:lnTo>
                  <a:pt x="19" y="32"/>
                </a:lnTo>
                <a:lnTo>
                  <a:pt x="20" y="33"/>
                </a:lnTo>
                <a:lnTo>
                  <a:pt x="20" y="36"/>
                </a:lnTo>
                <a:lnTo>
                  <a:pt x="20" y="39"/>
                </a:lnTo>
                <a:lnTo>
                  <a:pt x="20" y="41"/>
                </a:lnTo>
                <a:lnTo>
                  <a:pt x="20" y="44"/>
                </a:lnTo>
                <a:lnTo>
                  <a:pt x="20" y="47"/>
                </a:lnTo>
                <a:lnTo>
                  <a:pt x="20" y="49"/>
                </a:lnTo>
                <a:lnTo>
                  <a:pt x="21" y="50"/>
                </a:lnTo>
                <a:lnTo>
                  <a:pt x="22" y="50"/>
                </a:lnTo>
                <a:lnTo>
                  <a:pt x="22" y="50"/>
                </a:lnTo>
                <a:lnTo>
                  <a:pt x="23" y="49"/>
                </a:lnTo>
                <a:lnTo>
                  <a:pt x="24" y="44"/>
                </a:lnTo>
                <a:lnTo>
                  <a:pt x="27" y="34"/>
                </a:lnTo>
                <a:lnTo>
                  <a:pt x="28" y="24"/>
                </a:lnTo>
                <a:lnTo>
                  <a:pt x="30" y="18"/>
                </a:lnTo>
                <a:lnTo>
                  <a:pt x="31" y="15"/>
                </a:lnTo>
                <a:lnTo>
                  <a:pt x="31" y="12"/>
                </a:lnTo>
                <a:lnTo>
                  <a:pt x="30" y="11"/>
                </a:lnTo>
                <a:lnTo>
                  <a:pt x="30" y="10"/>
                </a:lnTo>
                <a:lnTo>
                  <a:pt x="29" y="10"/>
                </a:lnTo>
                <a:lnTo>
                  <a:pt x="28" y="11"/>
                </a:lnTo>
                <a:lnTo>
                  <a:pt x="24" y="16"/>
                </a:lnTo>
                <a:lnTo>
                  <a:pt x="18" y="21"/>
                </a:lnTo>
                <a:lnTo>
                  <a:pt x="12" y="26"/>
                </a:lnTo>
                <a:lnTo>
                  <a:pt x="8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600" rIns="90000" bIns="12600" anchor="ctr">
            <a:noAutofit/>
          </a:bodyPr>
          <a:lstStyle/>
          <a:p>
            <a:endParaRPr/>
          </a:p>
        </p:txBody>
      </p:sp>
      <p:sp>
        <p:nvSpPr>
          <p:cNvPr id="113" name="íśḷídê">
            <a:extLst>
              <a:ext uri="{FF2B5EF4-FFF2-40B4-BE49-F238E27FC236}">
                <a16:creationId xmlns:a16="http://schemas.microsoft.com/office/drawing/2014/main" id="{F42F613F-D98D-4D7A-A2E0-551587CF65F4}"/>
              </a:ext>
            </a:extLst>
          </p:cNvPr>
          <p:cNvSpPr>
            <a:spLocks noGrp="1"/>
          </p:cNvSpPr>
          <p:nvPr/>
        </p:nvSpPr>
        <p:spPr>
          <a:xfrm>
            <a:off x="960120" y="549000"/>
            <a:ext cx="7200" cy="12600"/>
          </a:xfrm>
          <a:custGeom>
            <a:avLst/>
            <a:gdLst>
              <a:gd name="textAreaLeft" fmla="*/ 0 w 7200"/>
              <a:gd name="textAreaRight" fmla="*/ 7560 w 7200"/>
              <a:gd name="textAreaTop" fmla="*/ 0 h 12600"/>
              <a:gd name="textAreaBottom" fmla="*/ 12960 h 12600"/>
              <a:gd name="GluePoint1X" fmla="*/ 2 w 17"/>
              <a:gd name="GluePoint1Y" fmla="*/ 6 h 30"/>
              <a:gd name="GluePoint2X" fmla="*/ 1 w 17"/>
              <a:gd name="GluePoint2Y" fmla="*/ 5 h 30"/>
              <a:gd name="GluePoint3X" fmla="*/ 0 w 17"/>
              <a:gd name="GluePoint3Y" fmla="*/ 3 h 30"/>
              <a:gd name="GluePoint4X" fmla="*/ 0 w 17"/>
              <a:gd name="GluePoint4Y" fmla="*/ 3 h 30"/>
              <a:gd name="GluePoint5X" fmla="*/ 0 w 17"/>
              <a:gd name="GluePoint5Y" fmla="*/ 3 h 30"/>
              <a:gd name="GluePoint6X" fmla="*/ 1 w 17"/>
              <a:gd name="GluePoint6Y" fmla="*/ 2 h 30"/>
              <a:gd name="GluePoint7X" fmla="*/ 3 w 17"/>
              <a:gd name="GluePoint7Y" fmla="*/ 1 h 30"/>
              <a:gd name="GluePoint8X" fmla="*/ 6 w 17"/>
              <a:gd name="GluePoint8Y" fmla="*/ 1 h 30"/>
              <a:gd name="GluePoint9X" fmla="*/ 9 w 17"/>
              <a:gd name="GluePoint9Y" fmla="*/ 0 h 30"/>
              <a:gd name="GluePoint10X" fmla="*/ 11 w 17"/>
              <a:gd name="GluePoint10Y" fmla="*/ 0 h 30"/>
              <a:gd name="GluePoint11X" fmla="*/ 12 w 17"/>
              <a:gd name="GluePoint11Y" fmla="*/ 1 h 30"/>
              <a:gd name="GluePoint12X" fmla="*/ 13 w 17"/>
              <a:gd name="GluePoint12Y" fmla="*/ 2 h 30"/>
              <a:gd name="GluePoint13X" fmla="*/ 14 w 17"/>
              <a:gd name="GluePoint13Y" fmla="*/ 3 h 30"/>
              <a:gd name="GluePoint14X" fmla="*/ 15 w 17"/>
              <a:gd name="GluePoint14Y" fmla="*/ 7 h 30"/>
              <a:gd name="GluePoint15X" fmla="*/ 15 w 17"/>
              <a:gd name="GluePoint15Y" fmla="*/ 14 h 30"/>
              <a:gd name="GluePoint16X" fmla="*/ 16 w 17"/>
              <a:gd name="GluePoint16Y" fmla="*/ 19 h 30"/>
              <a:gd name="GluePoint17X" fmla="*/ 17 w 17"/>
              <a:gd name="GluePoint17Y" fmla="*/ 23 h 30"/>
              <a:gd name="GluePoint18X" fmla="*/ 17 w 17"/>
              <a:gd name="GluePoint18Y" fmla="*/ 25 h 30"/>
              <a:gd name="GluePoint19X" fmla="*/ 17 w 17"/>
              <a:gd name="GluePoint19Y" fmla="*/ 27 h 30"/>
              <a:gd name="GluePoint20X" fmla="*/ 16 w 17"/>
              <a:gd name="GluePoint20Y" fmla="*/ 28 h 30"/>
              <a:gd name="GluePoint21X" fmla="*/ 15 w 17"/>
              <a:gd name="GluePoint21Y" fmla="*/ 29 h 30"/>
              <a:gd name="GluePoint22X" fmla="*/ 14 w 17"/>
              <a:gd name="GluePoint22Y" fmla="*/ 30 h 30"/>
              <a:gd name="GluePoint23X" fmla="*/ 11 w 17"/>
              <a:gd name="GluePoint23Y" fmla="*/ 30 h 30"/>
              <a:gd name="GluePoint24X" fmla="*/ 10 w 17"/>
              <a:gd name="GluePoint24Y" fmla="*/ 30 h 30"/>
              <a:gd name="GluePoint25X" fmla="*/ 8 w 17"/>
              <a:gd name="GluePoint25Y" fmla="*/ 29 h 30"/>
              <a:gd name="GluePoint26X" fmla="*/ 7 w 17"/>
              <a:gd name="GluePoint26Y" fmla="*/ 28 h 30"/>
              <a:gd name="GluePoint27X" fmla="*/ 7 w 17"/>
              <a:gd name="GluePoint27Y" fmla="*/ 27 h 30"/>
              <a:gd name="GluePoint28X" fmla="*/ 6 w 17"/>
              <a:gd name="GluePoint28Y" fmla="*/ 23 h 30"/>
              <a:gd name="GluePoint29X" fmla="*/ 6 w 17"/>
              <a:gd name="GluePoint29Y" fmla="*/ 19 h 30"/>
              <a:gd name="GluePoint30X" fmla="*/ 5 w 17"/>
              <a:gd name="GluePoint30Y" fmla="*/ 15 h 30"/>
              <a:gd name="GluePoint31X" fmla="*/ 4 w 17"/>
              <a:gd name="GluePoint31Y" fmla="*/ 11 h 30"/>
              <a:gd name="GluePoint32X" fmla="*/ 3 w 17"/>
              <a:gd name="GluePoint32Y" fmla="*/ 8 h 30"/>
              <a:gd name="GluePoint33X" fmla="*/ 3 w 17"/>
              <a:gd name="GluePoint33Y" fmla="*/ 7 h 30"/>
              <a:gd name="GluePoint34X" fmla="*/ 3 w 17"/>
              <a:gd name="GluePoint34Y" fmla="*/ 7 h 30"/>
              <a:gd name="GluePoint35X" fmla="*/ 2 w 17"/>
              <a:gd name="GluePoint35Y" fmla="*/ 6 h 30"/>
            </a:gdLst>
            <a:ahLst/>
            <a:cxnLst/>
            <a:rect l="textAreaLeft" t="textAreaTop" r="textAreaRight" b="textAreaBottom"/>
            <a:pathLst>
              <a:path w="17" h="30">
                <a:moveTo>
                  <a:pt x="2" y="6"/>
                </a:moveTo>
                <a:lnTo>
                  <a:pt x="1" y="5"/>
                </a:lnTo>
                <a:lnTo>
                  <a:pt x="0" y="3"/>
                </a:lnTo>
                <a:lnTo>
                  <a:pt x="0" y="3"/>
                </a:lnTo>
                <a:lnTo>
                  <a:pt x="0" y="3"/>
                </a:lnTo>
                <a:lnTo>
                  <a:pt x="1" y="2"/>
                </a:lnTo>
                <a:lnTo>
                  <a:pt x="3" y="1"/>
                </a:lnTo>
                <a:lnTo>
                  <a:pt x="6" y="1"/>
                </a:lnTo>
                <a:lnTo>
                  <a:pt x="9" y="0"/>
                </a:lnTo>
                <a:lnTo>
                  <a:pt x="11" y="0"/>
                </a:lnTo>
                <a:lnTo>
                  <a:pt x="12" y="1"/>
                </a:lnTo>
                <a:lnTo>
                  <a:pt x="13" y="2"/>
                </a:lnTo>
                <a:lnTo>
                  <a:pt x="14" y="3"/>
                </a:lnTo>
                <a:lnTo>
                  <a:pt x="15" y="7"/>
                </a:lnTo>
                <a:lnTo>
                  <a:pt x="15" y="14"/>
                </a:lnTo>
                <a:lnTo>
                  <a:pt x="16" y="19"/>
                </a:lnTo>
                <a:lnTo>
                  <a:pt x="17" y="23"/>
                </a:lnTo>
                <a:lnTo>
                  <a:pt x="17" y="25"/>
                </a:lnTo>
                <a:lnTo>
                  <a:pt x="17" y="27"/>
                </a:lnTo>
                <a:lnTo>
                  <a:pt x="16" y="28"/>
                </a:lnTo>
                <a:lnTo>
                  <a:pt x="15" y="29"/>
                </a:lnTo>
                <a:lnTo>
                  <a:pt x="14" y="30"/>
                </a:lnTo>
                <a:lnTo>
                  <a:pt x="11" y="30"/>
                </a:lnTo>
                <a:lnTo>
                  <a:pt x="10" y="30"/>
                </a:lnTo>
                <a:lnTo>
                  <a:pt x="8" y="29"/>
                </a:lnTo>
                <a:lnTo>
                  <a:pt x="7" y="28"/>
                </a:lnTo>
                <a:lnTo>
                  <a:pt x="7" y="27"/>
                </a:lnTo>
                <a:lnTo>
                  <a:pt x="6" y="23"/>
                </a:lnTo>
                <a:lnTo>
                  <a:pt x="6" y="19"/>
                </a:lnTo>
                <a:lnTo>
                  <a:pt x="5" y="15"/>
                </a:lnTo>
                <a:lnTo>
                  <a:pt x="4" y="11"/>
                </a:lnTo>
                <a:lnTo>
                  <a:pt x="3" y="8"/>
                </a:lnTo>
                <a:lnTo>
                  <a:pt x="3" y="7"/>
                </a:lnTo>
                <a:lnTo>
                  <a:pt x="3" y="7"/>
                </a:lnTo>
                <a:lnTo>
                  <a:pt x="2" y="6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ctr">
            <a:noAutofit/>
          </a:bodyPr>
          <a:lstStyle/>
          <a:p>
            <a:endParaRPr/>
          </a:p>
        </p:txBody>
      </p:sp>
      <p:sp>
        <p:nvSpPr>
          <p:cNvPr id="114" name="íśļiḋé">
            <a:extLst>
              <a:ext uri="{FF2B5EF4-FFF2-40B4-BE49-F238E27FC236}">
                <a16:creationId xmlns:a16="http://schemas.microsoft.com/office/drawing/2014/main" id="{C4915450-E285-44FE-BCD9-1267B1A4FF24}"/>
              </a:ext>
            </a:extLst>
          </p:cNvPr>
          <p:cNvSpPr>
            <a:spLocks noGrp="1"/>
          </p:cNvSpPr>
          <p:nvPr/>
        </p:nvSpPr>
        <p:spPr>
          <a:xfrm>
            <a:off x="941760" y="546840"/>
            <a:ext cx="17640" cy="43200"/>
          </a:xfrm>
          <a:custGeom>
            <a:avLst/>
            <a:gdLst>
              <a:gd name="textAreaLeft" fmla="*/ 0 w 17640"/>
              <a:gd name="textAreaRight" fmla="*/ 18000 w 17640"/>
              <a:gd name="textAreaTop" fmla="*/ 0 h 43200"/>
              <a:gd name="textAreaBottom" fmla="*/ 43560 h 43200"/>
              <a:gd name="GluePoint1X" fmla="*/ 14 w 41"/>
              <a:gd name="GluePoint1Y" fmla="*/ 26 h 100"/>
              <a:gd name="GluePoint2X" fmla="*/ 10 w 41"/>
              <a:gd name="GluePoint2Y" fmla="*/ 30 h 100"/>
              <a:gd name="GluePoint3X" fmla="*/ 5 w 41"/>
              <a:gd name="GluePoint3Y" fmla="*/ 28 h 100"/>
              <a:gd name="GluePoint4X" fmla="*/ 1 w 41"/>
              <a:gd name="GluePoint4Y" fmla="*/ 26 h 100"/>
              <a:gd name="GluePoint5X" fmla="*/ 0 w 41"/>
              <a:gd name="GluePoint5Y" fmla="*/ 24 h 100"/>
              <a:gd name="GluePoint6X" fmla="*/ 2 w 41"/>
              <a:gd name="GluePoint6Y" fmla="*/ 19 h 100"/>
              <a:gd name="GluePoint7X" fmla="*/ 10 w 41"/>
              <a:gd name="GluePoint7Y" fmla="*/ 12 h 100"/>
              <a:gd name="GluePoint8X" fmla="*/ 21 w 41"/>
              <a:gd name="GluePoint8Y" fmla="*/ 4 h 100"/>
              <a:gd name="GluePoint9X" fmla="*/ 29 w 41"/>
              <a:gd name="GluePoint9Y" fmla="*/ 0 h 100"/>
              <a:gd name="GluePoint10X" fmla="*/ 30 w 41"/>
              <a:gd name="GluePoint10Y" fmla="*/ 0 h 100"/>
              <a:gd name="GluePoint11X" fmla="*/ 33 w 41"/>
              <a:gd name="GluePoint11Y" fmla="*/ 4 h 100"/>
              <a:gd name="GluePoint12X" fmla="*/ 35 w 41"/>
              <a:gd name="GluePoint12Y" fmla="*/ 8 h 100"/>
              <a:gd name="GluePoint13X" fmla="*/ 33 w 41"/>
              <a:gd name="GluePoint13Y" fmla="*/ 16 h 100"/>
              <a:gd name="GluePoint14X" fmla="*/ 32 w 41"/>
              <a:gd name="GluePoint14Y" fmla="*/ 30 h 100"/>
              <a:gd name="GluePoint15X" fmla="*/ 31 w 41"/>
              <a:gd name="GluePoint15Y" fmla="*/ 44 h 100"/>
              <a:gd name="GluePoint16X" fmla="*/ 33 w 41"/>
              <a:gd name="GluePoint16Y" fmla="*/ 46 h 100"/>
              <a:gd name="GluePoint17X" fmla="*/ 35 w 41"/>
              <a:gd name="GluePoint17Y" fmla="*/ 48 h 100"/>
              <a:gd name="GluePoint18X" fmla="*/ 31 w 41"/>
              <a:gd name="GluePoint18Y" fmla="*/ 54 h 100"/>
              <a:gd name="GluePoint19X" fmla="*/ 32 w 41"/>
              <a:gd name="GluePoint19Y" fmla="*/ 57 h 100"/>
              <a:gd name="GluePoint20X" fmla="*/ 35 w 41"/>
              <a:gd name="GluePoint20Y" fmla="*/ 58 h 100"/>
              <a:gd name="GluePoint21X" fmla="*/ 37 w 41"/>
              <a:gd name="GluePoint21Y" fmla="*/ 54 h 100"/>
              <a:gd name="GluePoint22X" fmla="*/ 41 w 41"/>
              <a:gd name="GluePoint22Y" fmla="*/ 48 h 100"/>
              <a:gd name="GluePoint23X" fmla="*/ 35 w 41"/>
              <a:gd name="GluePoint23Y" fmla="*/ 72 h 100"/>
              <a:gd name="GluePoint24X" fmla="*/ 30 w 41"/>
              <a:gd name="GluePoint24Y" fmla="*/ 88 h 100"/>
              <a:gd name="GluePoint25X" fmla="*/ 25 w 41"/>
              <a:gd name="GluePoint25Y" fmla="*/ 96 h 100"/>
              <a:gd name="GluePoint26X" fmla="*/ 21 w 41"/>
              <a:gd name="GluePoint26Y" fmla="*/ 100 h 100"/>
              <a:gd name="GluePoint27X" fmla="*/ 17 w 41"/>
              <a:gd name="GluePoint27Y" fmla="*/ 100 h 100"/>
              <a:gd name="GluePoint28X" fmla="*/ 15 w 41"/>
              <a:gd name="GluePoint28Y" fmla="*/ 97 h 100"/>
              <a:gd name="GluePoint29X" fmla="*/ 16 w 41"/>
              <a:gd name="GluePoint29Y" fmla="*/ 89 h 100"/>
              <a:gd name="GluePoint30X" fmla="*/ 18 w 41"/>
              <a:gd name="GluePoint30Y" fmla="*/ 82 h 100"/>
              <a:gd name="GluePoint31X" fmla="*/ 21 w 41"/>
              <a:gd name="GluePoint31Y" fmla="*/ 74 h 100"/>
              <a:gd name="GluePoint32X" fmla="*/ 20 w 41"/>
              <a:gd name="GluePoint32Y" fmla="*/ 68 h 100"/>
              <a:gd name="GluePoint33X" fmla="*/ 18 w 41"/>
              <a:gd name="GluePoint33Y" fmla="*/ 65 h 100"/>
              <a:gd name="GluePoint34X" fmla="*/ 9 w 41"/>
              <a:gd name="GluePoint34Y" fmla="*/ 69 h 100"/>
              <a:gd name="GluePoint35X" fmla="*/ 5 w 41"/>
              <a:gd name="GluePoint35Y" fmla="*/ 70 h 100"/>
              <a:gd name="GluePoint36X" fmla="*/ 5 w 41"/>
              <a:gd name="GluePoint36Y" fmla="*/ 68 h 100"/>
              <a:gd name="GluePoint37X" fmla="*/ 5 w 41"/>
              <a:gd name="GluePoint37Y" fmla="*/ 61 h 100"/>
              <a:gd name="GluePoint38X" fmla="*/ 7 w 41"/>
              <a:gd name="GluePoint38Y" fmla="*/ 61 h 100"/>
              <a:gd name="GluePoint39X" fmla="*/ 9 w 41"/>
              <a:gd name="GluePoint39Y" fmla="*/ 59 h 100"/>
              <a:gd name="GluePoint40X" fmla="*/ 17 w 41"/>
              <a:gd name="GluePoint40Y" fmla="*/ 54 h 100"/>
              <a:gd name="GluePoint41X" fmla="*/ 20 w 41"/>
              <a:gd name="GluePoint41Y" fmla="*/ 50 h 100"/>
              <a:gd name="GluePoint42X" fmla="*/ 20 w 41"/>
              <a:gd name="GluePoint42Y" fmla="*/ 40 h 100"/>
              <a:gd name="GluePoint43X" fmla="*/ 19 w 41"/>
              <a:gd name="GluePoint43Y" fmla="*/ 25 h 100"/>
              <a:gd name="GluePoint44X" fmla="*/ 17 w 41"/>
              <a:gd name="GluePoint44Y" fmla="*/ 24 h 100"/>
            </a:gdLst>
            <a:ahLst/>
            <a:cxnLst/>
            <a:rect l="textAreaLeft" t="textAreaTop" r="textAreaRight" b="textAreaBottom"/>
            <a:pathLst>
              <a:path w="41" h="100">
                <a:moveTo>
                  <a:pt x="17" y="24"/>
                </a:moveTo>
                <a:lnTo>
                  <a:pt x="16" y="24"/>
                </a:lnTo>
                <a:lnTo>
                  <a:pt x="14" y="26"/>
                </a:lnTo>
                <a:lnTo>
                  <a:pt x="13" y="28"/>
                </a:lnTo>
                <a:lnTo>
                  <a:pt x="12" y="28"/>
                </a:lnTo>
                <a:lnTo>
                  <a:pt x="10" y="30"/>
                </a:lnTo>
                <a:lnTo>
                  <a:pt x="9" y="30"/>
                </a:lnTo>
                <a:lnTo>
                  <a:pt x="7" y="29"/>
                </a:lnTo>
                <a:lnTo>
                  <a:pt x="5" y="28"/>
                </a:lnTo>
                <a:lnTo>
                  <a:pt x="3" y="28"/>
                </a:lnTo>
                <a:lnTo>
                  <a:pt x="1" y="27"/>
                </a:lnTo>
                <a:lnTo>
                  <a:pt x="1" y="26"/>
                </a:lnTo>
                <a:lnTo>
                  <a:pt x="0" y="26"/>
                </a:lnTo>
                <a:lnTo>
                  <a:pt x="0" y="24"/>
                </a:lnTo>
                <a:lnTo>
                  <a:pt x="0" y="24"/>
                </a:lnTo>
                <a:lnTo>
                  <a:pt x="0" y="22"/>
                </a:lnTo>
                <a:lnTo>
                  <a:pt x="1" y="20"/>
                </a:lnTo>
                <a:lnTo>
                  <a:pt x="2" y="19"/>
                </a:lnTo>
                <a:lnTo>
                  <a:pt x="5" y="16"/>
                </a:lnTo>
                <a:lnTo>
                  <a:pt x="8" y="14"/>
                </a:lnTo>
                <a:lnTo>
                  <a:pt x="10" y="12"/>
                </a:lnTo>
                <a:lnTo>
                  <a:pt x="16" y="8"/>
                </a:lnTo>
                <a:lnTo>
                  <a:pt x="18" y="6"/>
                </a:lnTo>
                <a:lnTo>
                  <a:pt x="21" y="4"/>
                </a:lnTo>
                <a:lnTo>
                  <a:pt x="25" y="1"/>
                </a:lnTo>
                <a:lnTo>
                  <a:pt x="27" y="0"/>
                </a:lnTo>
                <a:lnTo>
                  <a:pt x="29" y="0"/>
                </a:lnTo>
                <a:lnTo>
                  <a:pt x="29" y="0"/>
                </a:lnTo>
                <a:lnTo>
                  <a:pt x="29" y="0"/>
                </a:lnTo>
                <a:lnTo>
                  <a:pt x="30" y="0"/>
                </a:lnTo>
                <a:lnTo>
                  <a:pt x="30" y="0"/>
                </a:lnTo>
                <a:lnTo>
                  <a:pt x="31" y="2"/>
                </a:lnTo>
                <a:lnTo>
                  <a:pt x="33" y="4"/>
                </a:lnTo>
                <a:lnTo>
                  <a:pt x="34" y="5"/>
                </a:lnTo>
                <a:lnTo>
                  <a:pt x="35" y="6"/>
                </a:lnTo>
                <a:lnTo>
                  <a:pt x="35" y="8"/>
                </a:lnTo>
                <a:lnTo>
                  <a:pt x="35" y="8"/>
                </a:lnTo>
                <a:lnTo>
                  <a:pt x="35" y="12"/>
                </a:lnTo>
                <a:lnTo>
                  <a:pt x="33" y="16"/>
                </a:lnTo>
                <a:lnTo>
                  <a:pt x="33" y="21"/>
                </a:lnTo>
                <a:lnTo>
                  <a:pt x="32" y="24"/>
                </a:lnTo>
                <a:lnTo>
                  <a:pt x="32" y="30"/>
                </a:lnTo>
                <a:lnTo>
                  <a:pt x="31" y="36"/>
                </a:lnTo>
                <a:lnTo>
                  <a:pt x="31" y="43"/>
                </a:lnTo>
                <a:lnTo>
                  <a:pt x="31" y="44"/>
                </a:lnTo>
                <a:lnTo>
                  <a:pt x="31" y="45"/>
                </a:lnTo>
                <a:lnTo>
                  <a:pt x="33" y="46"/>
                </a:lnTo>
                <a:lnTo>
                  <a:pt x="33" y="46"/>
                </a:lnTo>
                <a:lnTo>
                  <a:pt x="34" y="47"/>
                </a:lnTo>
                <a:lnTo>
                  <a:pt x="35" y="48"/>
                </a:lnTo>
                <a:lnTo>
                  <a:pt x="35" y="48"/>
                </a:lnTo>
                <a:lnTo>
                  <a:pt x="33" y="51"/>
                </a:lnTo>
                <a:lnTo>
                  <a:pt x="32" y="53"/>
                </a:lnTo>
                <a:lnTo>
                  <a:pt x="31" y="54"/>
                </a:lnTo>
                <a:lnTo>
                  <a:pt x="31" y="56"/>
                </a:lnTo>
                <a:lnTo>
                  <a:pt x="31" y="56"/>
                </a:lnTo>
                <a:lnTo>
                  <a:pt x="32" y="57"/>
                </a:lnTo>
                <a:lnTo>
                  <a:pt x="33" y="57"/>
                </a:lnTo>
                <a:lnTo>
                  <a:pt x="34" y="58"/>
                </a:lnTo>
                <a:lnTo>
                  <a:pt x="35" y="58"/>
                </a:lnTo>
                <a:lnTo>
                  <a:pt x="36" y="57"/>
                </a:lnTo>
                <a:lnTo>
                  <a:pt x="37" y="56"/>
                </a:lnTo>
                <a:lnTo>
                  <a:pt x="37" y="54"/>
                </a:lnTo>
                <a:lnTo>
                  <a:pt x="39" y="49"/>
                </a:lnTo>
                <a:lnTo>
                  <a:pt x="41" y="47"/>
                </a:lnTo>
                <a:lnTo>
                  <a:pt x="41" y="48"/>
                </a:lnTo>
                <a:lnTo>
                  <a:pt x="40" y="54"/>
                </a:lnTo>
                <a:lnTo>
                  <a:pt x="38" y="61"/>
                </a:lnTo>
                <a:lnTo>
                  <a:pt x="35" y="72"/>
                </a:lnTo>
                <a:lnTo>
                  <a:pt x="33" y="79"/>
                </a:lnTo>
                <a:lnTo>
                  <a:pt x="32" y="84"/>
                </a:lnTo>
                <a:lnTo>
                  <a:pt x="30" y="88"/>
                </a:lnTo>
                <a:lnTo>
                  <a:pt x="29" y="92"/>
                </a:lnTo>
                <a:lnTo>
                  <a:pt x="27" y="94"/>
                </a:lnTo>
                <a:lnTo>
                  <a:pt x="25" y="96"/>
                </a:lnTo>
                <a:lnTo>
                  <a:pt x="24" y="98"/>
                </a:lnTo>
                <a:lnTo>
                  <a:pt x="22" y="99"/>
                </a:lnTo>
                <a:lnTo>
                  <a:pt x="21" y="100"/>
                </a:lnTo>
                <a:lnTo>
                  <a:pt x="20" y="100"/>
                </a:lnTo>
                <a:lnTo>
                  <a:pt x="18" y="100"/>
                </a:lnTo>
                <a:lnTo>
                  <a:pt x="17" y="100"/>
                </a:lnTo>
                <a:lnTo>
                  <a:pt x="16" y="100"/>
                </a:lnTo>
                <a:lnTo>
                  <a:pt x="15" y="98"/>
                </a:lnTo>
                <a:lnTo>
                  <a:pt x="15" y="97"/>
                </a:lnTo>
                <a:lnTo>
                  <a:pt x="15" y="96"/>
                </a:lnTo>
                <a:lnTo>
                  <a:pt x="16" y="92"/>
                </a:lnTo>
                <a:lnTo>
                  <a:pt x="16" y="89"/>
                </a:lnTo>
                <a:lnTo>
                  <a:pt x="17" y="87"/>
                </a:lnTo>
                <a:lnTo>
                  <a:pt x="17" y="84"/>
                </a:lnTo>
                <a:lnTo>
                  <a:pt x="18" y="82"/>
                </a:lnTo>
                <a:lnTo>
                  <a:pt x="19" y="79"/>
                </a:lnTo>
                <a:lnTo>
                  <a:pt x="20" y="76"/>
                </a:lnTo>
                <a:lnTo>
                  <a:pt x="21" y="74"/>
                </a:lnTo>
                <a:lnTo>
                  <a:pt x="21" y="72"/>
                </a:lnTo>
                <a:lnTo>
                  <a:pt x="21" y="69"/>
                </a:lnTo>
                <a:lnTo>
                  <a:pt x="20" y="68"/>
                </a:lnTo>
                <a:lnTo>
                  <a:pt x="20" y="67"/>
                </a:lnTo>
                <a:lnTo>
                  <a:pt x="19" y="65"/>
                </a:lnTo>
                <a:lnTo>
                  <a:pt x="18" y="65"/>
                </a:lnTo>
                <a:lnTo>
                  <a:pt x="16" y="66"/>
                </a:lnTo>
                <a:lnTo>
                  <a:pt x="13" y="68"/>
                </a:lnTo>
                <a:lnTo>
                  <a:pt x="9" y="69"/>
                </a:lnTo>
                <a:lnTo>
                  <a:pt x="6" y="70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9"/>
                </a:lnTo>
                <a:lnTo>
                  <a:pt x="5" y="68"/>
                </a:lnTo>
                <a:lnTo>
                  <a:pt x="5" y="66"/>
                </a:lnTo>
                <a:lnTo>
                  <a:pt x="5" y="63"/>
                </a:lnTo>
                <a:lnTo>
                  <a:pt x="5" y="61"/>
                </a:lnTo>
                <a:lnTo>
                  <a:pt x="6" y="61"/>
                </a:lnTo>
                <a:lnTo>
                  <a:pt x="6" y="61"/>
                </a:lnTo>
                <a:lnTo>
                  <a:pt x="7" y="61"/>
                </a:lnTo>
                <a:lnTo>
                  <a:pt x="7" y="61"/>
                </a:lnTo>
                <a:lnTo>
                  <a:pt x="8" y="60"/>
                </a:lnTo>
                <a:lnTo>
                  <a:pt x="9" y="59"/>
                </a:lnTo>
                <a:lnTo>
                  <a:pt x="14" y="55"/>
                </a:lnTo>
                <a:lnTo>
                  <a:pt x="16" y="54"/>
                </a:lnTo>
                <a:lnTo>
                  <a:pt x="17" y="54"/>
                </a:lnTo>
                <a:lnTo>
                  <a:pt x="18" y="52"/>
                </a:lnTo>
                <a:lnTo>
                  <a:pt x="20" y="52"/>
                </a:lnTo>
                <a:lnTo>
                  <a:pt x="20" y="50"/>
                </a:lnTo>
                <a:lnTo>
                  <a:pt x="21" y="48"/>
                </a:lnTo>
                <a:lnTo>
                  <a:pt x="21" y="46"/>
                </a:lnTo>
                <a:lnTo>
                  <a:pt x="20" y="40"/>
                </a:lnTo>
                <a:lnTo>
                  <a:pt x="20" y="34"/>
                </a:lnTo>
                <a:lnTo>
                  <a:pt x="20" y="28"/>
                </a:lnTo>
                <a:lnTo>
                  <a:pt x="19" y="25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115" name="işļîdé">
            <a:extLst>
              <a:ext uri="{FF2B5EF4-FFF2-40B4-BE49-F238E27FC236}">
                <a16:creationId xmlns:a16="http://schemas.microsoft.com/office/drawing/2014/main" id="{4D634AA1-E98C-4914-88DF-99C9D9D731FA}"/>
              </a:ext>
            </a:extLst>
          </p:cNvPr>
          <p:cNvSpPr>
            <a:spLocks noGrp="1"/>
          </p:cNvSpPr>
          <p:nvPr/>
        </p:nvSpPr>
        <p:spPr>
          <a:xfrm>
            <a:off x="1046160" y="551160"/>
            <a:ext cx="50400" cy="38160"/>
          </a:xfrm>
          <a:custGeom>
            <a:avLst/>
            <a:gdLst>
              <a:gd name="textAreaLeft" fmla="*/ 0 w 50400"/>
              <a:gd name="textAreaRight" fmla="*/ 50760 w 50400"/>
              <a:gd name="textAreaTop" fmla="*/ 0 h 38160"/>
              <a:gd name="textAreaBottom" fmla="*/ 38520 h 38160"/>
              <a:gd name="GluePoint1X" fmla="*/ 51 w 116"/>
              <a:gd name="GluePoint1Y" fmla="*/ 2 h 88"/>
              <a:gd name="GluePoint2X" fmla="*/ 53 w 116"/>
              <a:gd name="GluePoint2Y" fmla="*/ 0 h 88"/>
              <a:gd name="GluePoint3X" fmla="*/ 56 w 116"/>
              <a:gd name="GluePoint3Y" fmla="*/ 1 h 88"/>
              <a:gd name="GluePoint4X" fmla="*/ 62 w 116"/>
              <a:gd name="GluePoint4Y" fmla="*/ 3 h 88"/>
              <a:gd name="GluePoint5X" fmla="*/ 69 w 116"/>
              <a:gd name="GluePoint5Y" fmla="*/ 6 h 88"/>
              <a:gd name="GluePoint6X" fmla="*/ 88 w 116"/>
              <a:gd name="GluePoint6Y" fmla="*/ 10 h 88"/>
              <a:gd name="GluePoint7X" fmla="*/ 98 w 116"/>
              <a:gd name="GluePoint7Y" fmla="*/ 10 h 88"/>
              <a:gd name="GluePoint8X" fmla="*/ 107 w 116"/>
              <a:gd name="GluePoint8Y" fmla="*/ 11 h 88"/>
              <a:gd name="GluePoint9X" fmla="*/ 116 w 116"/>
              <a:gd name="GluePoint9Y" fmla="*/ 18 h 88"/>
              <a:gd name="GluePoint10X" fmla="*/ 115 w 116"/>
              <a:gd name="GluePoint10Y" fmla="*/ 22 h 88"/>
              <a:gd name="GluePoint11X" fmla="*/ 113 w 116"/>
              <a:gd name="GluePoint11Y" fmla="*/ 26 h 88"/>
              <a:gd name="GluePoint12X" fmla="*/ 95 w 116"/>
              <a:gd name="GluePoint12Y" fmla="*/ 39 h 88"/>
              <a:gd name="GluePoint13X" fmla="*/ 79 w 116"/>
              <a:gd name="GluePoint13Y" fmla="*/ 54 h 88"/>
              <a:gd name="GluePoint14X" fmla="*/ 75 w 116"/>
              <a:gd name="GluePoint14Y" fmla="*/ 60 h 88"/>
              <a:gd name="GluePoint15X" fmla="*/ 77 w 116"/>
              <a:gd name="GluePoint15Y" fmla="*/ 61 h 88"/>
              <a:gd name="GluePoint16X" fmla="*/ 87 w 116"/>
              <a:gd name="GluePoint16Y" fmla="*/ 58 h 88"/>
              <a:gd name="GluePoint17X" fmla="*/ 93 w 116"/>
              <a:gd name="GluePoint17Y" fmla="*/ 59 h 88"/>
              <a:gd name="GluePoint18X" fmla="*/ 96 w 116"/>
              <a:gd name="GluePoint18Y" fmla="*/ 63 h 88"/>
              <a:gd name="GluePoint19X" fmla="*/ 95 w 116"/>
              <a:gd name="GluePoint19Y" fmla="*/ 68 h 88"/>
              <a:gd name="GluePoint20X" fmla="*/ 92 w 116"/>
              <a:gd name="GluePoint20Y" fmla="*/ 70 h 88"/>
              <a:gd name="GluePoint21X" fmla="*/ 88 w 116"/>
              <a:gd name="GluePoint21Y" fmla="*/ 71 h 88"/>
              <a:gd name="GluePoint22X" fmla="*/ 80 w 116"/>
              <a:gd name="GluePoint22Y" fmla="*/ 70 h 88"/>
              <a:gd name="GluePoint23X" fmla="*/ 68 w 116"/>
              <a:gd name="GluePoint23Y" fmla="*/ 71 h 88"/>
              <a:gd name="GluePoint24X" fmla="*/ 43 w 116"/>
              <a:gd name="GluePoint24Y" fmla="*/ 78 h 88"/>
              <a:gd name="GluePoint25X" fmla="*/ 27 w 116"/>
              <a:gd name="GluePoint25Y" fmla="*/ 84 h 88"/>
              <a:gd name="GluePoint26X" fmla="*/ 21 w 116"/>
              <a:gd name="GluePoint26Y" fmla="*/ 87 h 88"/>
              <a:gd name="GluePoint27X" fmla="*/ 19 w 116"/>
              <a:gd name="GluePoint27Y" fmla="*/ 88 h 88"/>
              <a:gd name="GluePoint28X" fmla="*/ 11 w 116"/>
              <a:gd name="GluePoint28Y" fmla="*/ 84 h 88"/>
              <a:gd name="GluePoint29X" fmla="*/ 3 w 116"/>
              <a:gd name="GluePoint29Y" fmla="*/ 79 h 88"/>
              <a:gd name="GluePoint30X" fmla="*/ 1 w 116"/>
              <a:gd name="GluePoint30Y" fmla="*/ 74 h 88"/>
              <a:gd name="GluePoint31X" fmla="*/ 0 w 116"/>
              <a:gd name="GluePoint31Y" fmla="*/ 68 h 88"/>
              <a:gd name="GluePoint32X" fmla="*/ 2 w 116"/>
              <a:gd name="GluePoint32Y" fmla="*/ 66 h 88"/>
              <a:gd name="GluePoint33X" fmla="*/ 9 w 116"/>
              <a:gd name="GluePoint33Y" fmla="*/ 66 h 88"/>
              <a:gd name="GluePoint34X" fmla="*/ 18 w 116"/>
              <a:gd name="GluePoint34Y" fmla="*/ 67 h 88"/>
              <a:gd name="GluePoint35X" fmla="*/ 27 w 116"/>
              <a:gd name="GluePoint35Y" fmla="*/ 65 h 88"/>
              <a:gd name="GluePoint36X" fmla="*/ 45 w 116"/>
              <a:gd name="GluePoint36Y" fmla="*/ 61 h 88"/>
              <a:gd name="GluePoint37X" fmla="*/ 63 w 116"/>
              <a:gd name="GluePoint37Y" fmla="*/ 48 h 88"/>
              <a:gd name="GluePoint38X" fmla="*/ 83 w 116"/>
              <a:gd name="GluePoint38Y" fmla="*/ 30 h 88"/>
              <a:gd name="GluePoint39X" fmla="*/ 97 w 116"/>
              <a:gd name="GluePoint39Y" fmla="*/ 20 h 88"/>
              <a:gd name="GluePoint40X" fmla="*/ 98 w 116"/>
              <a:gd name="GluePoint40Y" fmla="*/ 18 h 88"/>
              <a:gd name="GluePoint41X" fmla="*/ 92 w 116"/>
              <a:gd name="GluePoint41Y" fmla="*/ 17 h 88"/>
              <a:gd name="GluePoint42X" fmla="*/ 77 w 116"/>
              <a:gd name="GluePoint42Y" fmla="*/ 21 h 88"/>
              <a:gd name="GluePoint43X" fmla="*/ 68 w 116"/>
              <a:gd name="GluePoint43Y" fmla="*/ 25 h 88"/>
              <a:gd name="GluePoint44X" fmla="*/ 63 w 116"/>
              <a:gd name="GluePoint44Y" fmla="*/ 25 h 88"/>
              <a:gd name="GluePoint45X" fmla="*/ 58 w 116"/>
              <a:gd name="GluePoint45Y" fmla="*/ 22 h 88"/>
              <a:gd name="GluePoint46X" fmla="*/ 54 w 116"/>
              <a:gd name="GluePoint46Y" fmla="*/ 16 h 88"/>
              <a:gd name="GluePoint47X" fmla="*/ 51 w 116"/>
              <a:gd name="GluePoint47Y" fmla="*/ 8 h 88"/>
            </a:gdLst>
            <a:ahLst/>
            <a:cxnLst/>
            <a:rect l="textAreaLeft" t="textAreaTop" r="textAreaRight" b="textAreaBottom"/>
            <a:pathLst>
              <a:path w="116" h="88">
                <a:moveTo>
                  <a:pt x="51" y="5"/>
                </a:moveTo>
                <a:lnTo>
                  <a:pt x="51" y="3"/>
                </a:lnTo>
                <a:lnTo>
                  <a:pt x="51" y="2"/>
                </a:lnTo>
                <a:lnTo>
                  <a:pt x="51" y="2"/>
                </a:lnTo>
                <a:lnTo>
                  <a:pt x="51" y="1"/>
                </a:lnTo>
                <a:lnTo>
                  <a:pt x="53" y="0"/>
                </a:lnTo>
                <a:lnTo>
                  <a:pt x="54" y="0"/>
                </a:lnTo>
                <a:lnTo>
                  <a:pt x="55" y="0"/>
                </a:lnTo>
                <a:lnTo>
                  <a:pt x="56" y="1"/>
                </a:lnTo>
                <a:lnTo>
                  <a:pt x="58" y="1"/>
                </a:lnTo>
                <a:lnTo>
                  <a:pt x="59" y="2"/>
                </a:lnTo>
                <a:lnTo>
                  <a:pt x="62" y="3"/>
                </a:lnTo>
                <a:lnTo>
                  <a:pt x="64" y="5"/>
                </a:lnTo>
                <a:lnTo>
                  <a:pt x="67" y="6"/>
                </a:lnTo>
                <a:lnTo>
                  <a:pt x="69" y="6"/>
                </a:lnTo>
                <a:lnTo>
                  <a:pt x="75" y="8"/>
                </a:lnTo>
                <a:lnTo>
                  <a:pt x="83" y="10"/>
                </a:lnTo>
                <a:lnTo>
                  <a:pt x="88" y="10"/>
                </a:lnTo>
                <a:lnTo>
                  <a:pt x="92" y="10"/>
                </a:lnTo>
                <a:lnTo>
                  <a:pt x="95" y="10"/>
                </a:lnTo>
                <a:lnTo>
                  <a:pt x="98" y="10"/>
                </a:lnTo>
                <a:lnTo>
                  <a:pt x="101" y="10"/>
                </a:lnTo>
                <a:lnTo>
                  <a:pt x="103" y="10"/>
                </a:lnTo>
                <a:lnTo>
                  <a:pt x="107" y="11"/>
                </a:lnTo>
                <a:lnTo>
                  <a:pt x="111" y="14"/>
                </a:lnTo>
                <a:lnTo>
                  <a:pt x="115" y="17"/>
                </a:lnTo>
                <a:lnTo>
                  <a:pt x="116" y="18"/>
                </a:lnTo>
                <a:lnTo>
                  <a:pt x="115" y="19"/>
                </a:lnTo>
                <a:lnTo>
                  <a:pt x="115" y="22"/>
                </a:lnTo>
                <a:lnTo>
                  <a:pt x="115" y="22"/>
                </a:lnTo>
                <a:lnTo>
                  <a:pt x="115" y="24"/>
                </a:lnTo>
                <a:lnTo>
                  <a:pt x="114" y="26"/>
                </a:lnTo>
                <a:lnTo>
                  <a:pt x="113" y="26"/>
                </a:lnTo>
                <a:lnTo>
                  <a:pt x="109" y="29"/>
                </a:lnTo>
                <a:lnTo>
                  <a:pt x="103" y="34"/>
                </a:lnTo>
                <a:lnTo>
                  <a:pt x="95" y="39"/>
                </a:lnTo>
                <a:lnTo>
                  <a:pt x="87" y="46"/>
                </a:lnTo>
                <a:lnTo>
                  <a:pt x="83" y="50"/>
                </a:lnTo>
                <a:lnTo>
                  <a:pt x="79" y="54"/>
                </a:lnTo>
                <a:lnTo>
                  <a:pt x="77" y="57"/>
                </a:lnTo>
                <a:lnTo>
                  <a:pt x="75" y="58"/>
                </a:lnTo>
                <a:lnTo>
                  <a:pt x="75" y="60"/>
                </a:lnTo>
                <a:lnTo>
                  <a:pt x="75" y="61"/>
                </a:lnTo>
                <a:lnTo>
                  <a:pt x="75" y="61"/>
                </a:lnTo>
                <a:lnTo>
                  <a:pt x="77" y="61"/>
                </a:lnTo>
                <a:lnTo>
                  <a:pt x="80" y="61"/>
                </a:lnTo>
                <a:lnTo>
                  <a:pt x="85" y="59"/>
                </a:lnTo>
                <a:lnTo>
                  <a:pt x="87" y="58"/>
                </a:lnTo>
                <a:lnTo>
                  <a:pt x="88" y="57"/>
                </a:lnTo>
                <a:lnTo>
                  <a:pt x="91" y="58"/>
                </a:lnTo>
                <a:lnTo>
                  <a:pt x="93" y="59"/>
                </a:lnTo>
                <a:lnTo>
                  <a:pt x="95" y="61"/>
                </a:lnTo>
                <a:lnTo>
                  <a:pt x="96" y="62"/>
                </a:lnTo>
                <a:lnTo>
                  <a:pt x="96" y="63"/>
                </a:lnTo>
                <a:lnTo>
                  <a:pt x="96" y="65"/>
                </a:lnTo>
                <a:lnTo>
                  <a:pt x="96" y="66"/>
                </a:lnTo>
                <a:lnTo>
                  <a:pt x="95" y="68"/>
                </a:lnTo>
                <a:lnTo>
                  <a:pt x="95" y="69"/>
                </a:lnTo>
                <a:lnTo>
                  <a:pt x="93" y="70"/>
                </a:lnTo>
                <a:lnTo>
                  <a:pt x="92" y="70"/>
                </a:lnTo>
                <a:lnTo>
                  <a:pt x="91" y="70"/>
                </a:lnTo>
                <a:lnTo>
                  <a:pt x="90" y="71"/>
                </a:lnTo>
                <a:lnTo>
                  <a:pt x="88" y="71"/>
                </a:lnTo>
                <a:lnTo>
                  <a:pt x="87" y="71"/>
                </a:lnTo>
                <a:lnTo>
                  <a:pt x="85" y="71"/>
                </a:lnTo>
                <a:lnTo>
                  <a:pt x="80" y="70"/>
                </a:lnTo>
                <a:lnTo>
                  <a:pt x="76" y="70"/>
                </a:lnTo>
                <a:lnTo>
                  <a:pt x="72" y="71"/>
                </a:lnTo>
                <a:lnTo>
                  <a:pt x="68" y="71"/>
                </a:lnTo>
                <a:lnTo>
                  <a:pt x="60" y="73"/>
                </a:lnTo>
                <a:lnTo>
                  <a:pt x="52" y="75"/>
                </a:lnTo>
                <a:lnTo>
                  <a:pt x="43" y="78"/>
                </a:lnTo>
                <a:lnTo>
                  <a:pt x="35" y="81"/>
                </a:lnTo>
                <a:lnTo>
                  <a:pt x="31" y="82"/>
                </a:lnTo>
                <a:lnTo>
                  <a:pt x="27" y="84"/>
                </a:lnTo>
                <a:lnTo>
                  <a:pt x="24" y="85"/>
                </a:lnTo>
                <a:lnTo>
                  <a:pt x="22" y="86"/>
                </a:lnTo>
                <a:lnTo>
                  <a:pt x="21" y="87"/>
                </a:lnTo>
                <a:lnTo>
                  <a:pt x="20" y="87"/>
                </a:lnTo>
                <a:lnTo>
                  <a:pt x="19" y="88"/>
                </a:lnTo>
                <a:lnTo>
                  <a:pt x="19" y="88"/>
                </a:lnTo>
                <a:lnTo>
                  <a:pt x="16" y="87"/>
                </a:lnTo>
                <a:lnTo>
                  <a:pt x="15" y="86"/>
                </a:lnTo>
                <a:lnTo>
                  <a:pt x="11" y="84"/>
                </a:lnTo>
                <a:lnTo>
                  <a:pt x="7" y="82"/>
                </a:lnTo>
                <a:lnTo>
                  <a:pt x="5" y="81"/>
                </a:lnTo>
                <a:lnTo>
                  <a:pt x="3" y="79"/>
                </a:lnTo>
                <a:lnTo>
                  <a:pt x="2" y="78"/>
                </a:lnTo>
                <a:lnTo>
                  <a:pt x="1" y="75"/>
                </a:lnTo>
                <a:lnTo>
                  <a:pt x="1" y="74"/>
                </a:lnTo>
                <a:lnTo>
                  <a:pt x="0" y="72"/>
                </a:lnTo>
                <a:lnTo>
                  <a:pt x="0" y="70"/>
                </a:lnTo>
                <a:lnTo>
                  <a:pt x="0" y="68"/>
                </a:lnTo>
                <a:lnTo>
                  <a:pt x="1" y="67"/>
                </a:lnTo>
                <a:lnTo>
                  <a:pt x="2" y="66"/>
                </a:lnTo>
                <a:lnTo>
                  <a:pt x="2" y="66"/>
                </a:lnTo>
                <a:lnTo>
                  <a:pt x="3" y="65"/>
                </a:lnTo>
                <a:lnTo>
                  <a:pt x="7" y="65"/>
                </a:lnTo>
                <a:lnTo>
                  <a:pt x="9" y="66"/>
                </a:lnTo>
                <a:lnTo>
                  <a:pt x="11" y="66"/>
                </a:lnTo>
                <a:lnTo>
                  <a:pt x="15" y="66"/>
                </a:lnTo>
                <a:lnTo>
                  <a:pt x="18" y="67"/>
                </a:lnTo>
                <a:lnTo>
                  <a:pt x="19" y="67"/>
                </a:lnTo>
                <a:lnTo>
                  <a:pt x="22" y="66"/>
                </a:lnTo>
                <a:lnTo>
                  <a:pt x="27" y="65"/>
                </a:lnTo>
                <a:lnTo>
                  <a:pt x="34" y="63"/>
                </a:lnTo>
                <a:lnTo>
                  <a:pt x="40" y="62"/>
                </a:lnTo>
                <a:lnTo>
                  <a:pt x="45" y="61"/>
                </a:lnTo>
                <a:lnTo>
                  <a:pt x="48" y="60"/>
                </a:lnTo>
                <a:lnTo>
                  <a:pt x="54" y="56"/>
                </a:lnTo>
                <a:lnTo>
                  <a:pt x="63" y="48"/>
                </a:lnTo>
                <a:lnTo>
                  <a:pt x="72" y="40"/>
                </a:lnTo>
                <a:lnTo>
                  <a:pt x="78" y="34"/>
                </a:lnTo>
                <a:lnTo>
                  <a:pt x="83" y="30"/>
                </a:lnTo>
                <a:lnTo>
                  <a:pt x="91" y="25"/>
                </a:lnTo>
                <a:lnTo>
                  <a:pt x="95" y="22"/>
                </a:lnTo>
                <a:lnTo>
                  <a:pt x="97" y="20"/>
                </a:lnTo>
                <a:lnTo>
                  <a:pt x="98" y="18"/>
                </a:lnTo>
                <a:lnTo>
                  <a:pt x="98" y="18"/>
                </a:lnTo>
                <a:lnTo>
                  <a:pt x="98" y="18"/>
                </a:lnTo>
                <a:lnTo>
                  <a:pt x="98" y="17"/>
                </a:lnTo>
                <a:lnTo>
                  <a:pt x="95" y="17"/>
                </a:lnTo>
                <a:lnTo>
                  <a:pt x="92" y="17"/>
                </a:lnTo>
                <a:lnTo>
                  <a:pt x="89" y="18"/>
                </a:lnTo>
                <a:lnTo>
                  <a:pt x="85" y="18"/>
                </a:lnTo>
                <a:lnTo>
                  <a:pt x="77" y="21"/>
                </a:lnTo>
                <a:lnTo>
                  <a:pt x="71" y="22"/>
                </a:lnTo>
                <a:lnTo>
                  <a:pt x="70" y="23"/>
                </a:lnTo>
                <a:lnTo>
                  <a:pt x="68" y="25"/>
                </a:lnTo>
                <a:lnTo>
                  <a:pt x="67" y="25"/>
                </a:lnTo>
                <a:lnTo>
                  <a:pt x="65" y="25"/>
                </a:lnTo>
                <a:lnTo>
                  <a:pt x="63" y="25"/>
                </a:lnTo>
                <a:lnTo>
                  <a:pt x="61" y="24"/>
                </a:lnTo>
                <a:lnTo>
                  <a:pt x="59" y="23"/>
                </a:lnTo>
                <a:lnTo>
                  <a:pt x="58" y="22"/>
                </a:lnTo>
                <a:lnTo>
                  <a:pt x="56" y="21"/>
                </a:lnTo>
                <a:lnTo>
                  <a:pt x="55" y="18"/>
                </a:lnTo>
                <a:lnTo>
                  <a:pt x="54" y="16"/>
                </a:lnTo>
                <a:lnTo>
                  <a:pt x="52" y="12"/>
                </a:lnTo>
                <a:lnTo>
                  <a:pt x="51" y="10"/>
                </a:lnTo>
                <a:lnTo>
                  <a:pt x="51" y="8"/>
                </a:lnTo>
                <a:lnTo>
                  <a:pt x="51" y="6"/>
                </a:lnTo>
                <a:lnTo>
                  <a:pt x="51" y="5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ctr">
            <a:noAutofit/>
          </a:bodyPr>
          <a:lstStyle/>
          <a:p>
            <a:endParaRPr/>
          </a:p>
        </p:txBody>
      </p:sp>
      <p:sp>
        <p:nvSpPr>
          <p:cNvPr id="116" name="ísļidê">
            <a:extLst>
              <a:ext uri="{FF2B5EF4-FFF2-40B4-BE49-F238E27FC236}">
                <a16:creationId xmlns:a16="http://schemas.microsoft.com/office/drawing/2014/main" id="{B1CDFBC3-D74E-4BDE-B3AA-1B7AC055A8ED}"/>
              </a:ext>
            </a:extLst>
          </p:cNvPr>
          <p:cNvSpPr>
            <a:spLocks noGrp="1"/>
          </p:cNvSpPr>
          <p:nvPr/>
        </p:nvSpPr>
        <p:spPr>
          <a:xfrm>
            <a:off x="1151640" y="623880"/>
            <a:ext cx="11160" cy="22680"/>
          </a:xfrm>
          <a:custGeom>
            <a:avLst/>
            <a:gdLst>
              <a:gd name="textAreaLeft" fmla="*/ 0 w 11160"/>
              <a:gd name="textAreaRight" fmla="*/ 11520 w 11160"/>
              <a:gd name="textAreaTop" fmla="*/ 0 h 22680"/>
              <a:gd name="textAreaBottom" fmla="*/ 23040 h 22680"/>
              <a:gd name="GluePoint1X" fmla="*/ 16 w 26"/>
              <a:gd name="GluePoint1Y" fmla="*/ 0 h 53"/>
              <a:gd name="GluePoint2X" fmla="*/ 15 w 26"/>
              <a:gd name="GluePoint2Y" fmla="*/ 3 h 53"/>
              <a:gd name="GluePoint3X" fmla="*/ 14 w 26"/>
              <a:gd name="GluePoint3Y" fmla="*/ 9 h 53"/>
              <a:gd name="GluePoint4X" fmla="*/ 14 w 26"/>
              <a:gd name="GluePoint4Y" fmla="*/ 15 h 53"/>
              <a:gd name="GluePoint5X" fmla="*/ 14 w 26"/>
              <a:gd name="GluePoint5Y" fmla="*/ 20 h 53"/>
              <a:gd name="GluePoint6X" fmla="*/ 16 w 26"/>
              <a:gd name="GluePoint6Y" fmla="*/ 28 h 53"/>
              <a:gd name="GluePoint7X" fmla="*/ 17 w 26"/>
              <a:gd name="GluePoint7Y" fmla="*/ 32 h 53"/>
              <a:gd name="GluePoint8X" fmla="*/ 18 w 26"/>
              <a:gd name="GluePoint8Y" fmla="*/ 37 h 53"/>
              <a:gd name="GluePoint9X" fmla="*/ 20 w 26"/>
              <a:gd name="GluePoint9Y" fmla="*/ 41 h 53"/>
              <a:gd name="GluePoint10X" fmla="*/ 22 w 26"/>
              <a:gd name="GluePoint10Y" fmla="*/ 45 h 53"/>
              <a:gd name="GluePoint11X" fmla="*/ 24 w 26"/>
              <a:gd name="GluePoint11Y" fmla="*/ 48 h 53"/>
              <a:gd name="GluePoint12X" fmla="*/ 25 w 26"/>
              <a:gd name="GluePoint12Y" fmla="*/ 50 h 53"/>
              <a:gd name="GluePoint13X" fmla="*/ 26 w 26"/>
              <a:gd name="GluePoint13Y" fmla="*/ 52 h 53"/>
              <a:gd name="GluePoint14X" fmla="*/ 25 w 26"/>
              <a:gd name="GluePoint14Y" fmla="*/ 52 h 53"/>
              <a:gd name="GluePoint15X" fmla="*/ 25 w 26"/>
              <a:gd name="GluePoint15Y" fmla="*/ 53 h 53"/>
              <a:gd name="GluePoint16X" fmla="*/ 23 w 26"/>
              <a:gd name="GluePoint16Y" fmla="*/ 53 h 53"/>
              <a:gd name="GluePoint17X" fmla="*/ 22 w 26"/>
              <a:gd name="GluePoint17Y" fmla="*/ 52 h 53"/>
              <a:gd name="GluePoint18X" fmla="*/ 17 w 26"/>
              <a:gd name="GluePoint18Y" fmla="*/ 48 h 53"/>
              <a:gd name="GluePoint19X" fmla="*/ 12 w 26"/>
              <a:gd name="GluePoint19Y" fmla="*/ 44 h 53"/>
              <a:gd name="GluePoint20X" fmla="*/ 9 w 26"/>
              <a:gd name="GluePoint20Y" fmla="*/ 42 h 53"/>
              <a:gd name="GluePoint21X" fmla="*/ 6 w 26"/>
              <a:gd name="GluePoint21Y" fmla="*/ 40 h 53"/>
              <a:gd name="GluePoint22X" fmla="*/ 3 w 26"/>
              <a:gd name="GluePoint22Y" fmla="*/ 40 h 53"/>
              <a:gd name="GluePoint23X" fmla="*/ 2 w 26"/>
              <a:gd name="GluePoint23Y" fmla="*/ 38 h 53"/>
              <a:gd name="GluePoint24X" fmla="*/ 1 w 26"/>
              <a:gd name="GluePoint24Y" fmla="*/ 37 h 53"/>
              <a:gd name="GluePoint25X" fmla="*/ 0 w 26"/>
              <a:gd name="GluePoint25Y" fmla="*/ 36 h 53"/>
              <a:gd name="GluePoint26X" fmla="*/ 0 w 26"/>
              <a:gd name="GluePoint26Y" fmla="*/ 36 h 53"/>
              <a:gd name="GluePoint27X" fmla="*/ 0 w 26"/>
              <a:gd name="GluePoint27Y" fmla="*/ 34 h 53"/>
              <a:gd name="GluePoint28X" fmla="*/ 0 w 26"/>
              <a:gd name="GluePoint28Y" fmla="*/ 30 h 53"/>
              <a:gd name="GluePoint29X" fmla="*/ 0 w 26"/>
              <a:gd name="GluePoint29Y" fmla="*/ 24 h 53"/>
              <a:gd name="GluePoint30X" fmla="*/ 1 w 26"/>
              <a:gd name="GluePoint30Y" fmla="*/ 21 h 53"/>
              <a:gd name="GluePoint31X" fmla="*/ 2 w 26"/>
              <a:gd name="GluePoint31Y" fmla="*/ 19 h 53"/>
              <a:gd name="GluePoint32X" fmla="*/ 2 w 26"/>
              <a:gd name="GluePoint32Y" fmla="*/ 16 h 53"/>
              <a:gd name="GluePoint33X" fmla="*/ 3 w 26"/>
              <a:gd name="GluePoint33Y" fmla="*/ 15 h 53"/>
              <a:gd name="GluePoint34X" fmla="*/ 4 w 26"/>
              <a:gd name="GluePoint34Y" fmla="*/ 12 h 53"/>
              <a:gd name="GluePoint35X" fmla="*/ 5 w 26"/>
              <a:gd name="GluePoint35Y" fmla="*/ 9 h 53"/>
              <a:gd name="GluePoint36X" fmla="*/ 5 w 26"/>
              <a:gd name="GluePoint36Y" fmla="*/ 6 h 53"/>
              <a:gd name="GluePoint37X" fmla="*/ 6 w 26"/>
              <a:gd name="GluePoint37Y" fmla="*/ 4 h 53"/>
              <a:gd name="GluePoint38X" fmla="*/ 6 w 26"/>
              <a:gd name="GluePoint38Y" fmla="*/ 3 h 53"/>
              <a:gd name="GluePoint39X" fmla="*/ 6 w 26"/>
              <a:gd name="GluePoint39Y" fmla="*/ 2 h 53"/>
              <a:gd name="GluePoint40X" fmla="*/ 7 w 26"/>
              <a:gd name="GluePoint40Y" fmla="*/ 1 h 53"/>
              <a:gd name="GluePoint41X" fmla="*/ 8 w 26"/>
              <a:gd name="GluePoint41Y" fmla="*/ 0 h 53"/>
              <a:gd name="GluePoint42X" fmla="*/ 13 w 26"/>
              <a:gd name="GluePoint42Y" fmla="*/ 0 h 53"/>
              <a:gd name="GluePoint43X" fmla="*/ 16 w 26"/>
              <a:gd name="GluePoint43Y" fmla="*/ 0 h 53"/>
            </a:gdLst>
            <a:ahLst/>
            <a:cxnLst/>
            <a:rect l="textAreaLeft" t="textAreaTop" r="textAreaRight" b="textAreaBottom"/>
            <a:pathLst>
              <a:path w="26" h="53">
                <a:moveTo>
                  <a:pt x="16" y="0"/>
                </a:moveTo>
                <a:lnTo>
                  <a:pt x="15" y="3"/>
                </a:lnTo>
                <a:lnTo>
                  <a:pt x="14" y="9"/>
                </a:lnTo>
                <a:lnTo>
                  <a:pt x="14" y="15"/>
                </a:lnTo>
                <a:lnTo>
                  <a:pt x="14" y="20"/>
                </a:lnTo>
                <a:lnTo>
                  <a:pt x="16" y="28"/>
                </a:lnTo>
                <a:lnTo>
                  <a:pt x="17" y="32"/>
                </a:lnTo>
                <a:lnTo>
                  <a:pt x="18" y="37"/>
                </a:lnTo>
                <a:lnTo>
                  <a:pt x="20" y="41"/>
                </a:lnTo>
                <a:lnTo>
                  <a:pt x="22" y="45"/>
                </a:lnTo>
                <a:lnTo>
                  <a:pt x="24" y="48"/>
                </a:lnTo>
                <a:lnTo>
                  <a:pt x="25" y="50"/>
                </a:lnTo>
                <a:lnTo>
                  <a:pt x="26" y="52"/>
                </a:lnTo>
                <a:lnTo>
                  <a:pt x="25" y="52"/>
                </a:lnTo>
                <a:lnTo>
                  <a:pt x="25" y="53"/>
                </a:lnTo>
                <a:lnTo>
                  <a:pt x="23" y="53"/>
                </a:lnTo>
                <a:lnTo>
                  <a:pt x="22" y="52"/>
                </a:lnTo>
                <a:lnTo>
                  <a:pt x="17" y="48"/>
                </a:lnTo>
                <a:lnTo>
                  <a:pt x="12" y="44"/>
                </a:lnTo>
                <a:lnTo>
                  <a:pt x="9" y="42"/>
                </a:lnTo>
                <a:lnTo>
                  <a:pt x="6" y="40"/>
                </a:lnTo>
                <a:lnTo>
                  <a:pt x="3" y="40"/>
                </a:lnTo>
                <a:lnTo>
                  <a:pt x="2" y="38"/>
                </a:lnTo>
                <a:lnTo>
                  <a:pt x="1" y="37"/>
                </a:lnTo>
                <a:lnTo>
                  <a:pt x="0" y="36"/>
                </a:lnTo>
                <a:lnTo>
                  <a:pt x="0" y="36"/>
                </a:lnTo>
                <a:lnTo>
                  <a:pt x="0" y="34"/>
                </a:lnTo>
                <a:lnTo>
                  <a:pt x="0" y="30"/>
                </a:lnTo>
                <a:lnTo>
                  <a:pt x="0" y="24"/>
                </a:lnTo>
                <a:lnTo>
                  <a:pt x="1" y="21"/>
                </a:lnTo>
                <a:lnTo>
                  <a:pt x="2" y="19"/>
                </a:lnTo>
                <a:lnTo>
                  <a:pt x="2" y="16"/>
                </a:lnTo>
                <a:lnTo>
                  <a:pt x="3" y="15"/>
                </a:lnTo>
                <a:lnTo>
                  <a:pt x="4" y="12"/>
                </a:lnTo>
                <a:lnTo>
                  <a:pt x="5" y="9"/>
                </a:lnTo>
                <a:lnTo>
                  <a:pt x="5" y="6"/>
                </a:lnTo>
                <a:lnTo>
                  <a:pt x="6" y="4"/>
                </a:lnTo>
                <a:lnTo>
                  <a:pt x="6" y="3"/>
                </a:lnTo>
                <a:lnTo>
                  <a:pt x="6" y="2"/>
                </a:lnTo>
                <a:lnTo>
                  <a:pt x="7" y="1"/>
                </a:lnTo>
                <a:lnTo>
                  <a:pt x="8" y="0"/>
                </a:lnTo>
                <a:lnTo>
                  <a:pt x="13" y="0"/>
                </a:lnTo>
                <a:lnTo>
                  <a:pt x="16" y="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endParaRPr/>
          </a:p>
        </p:txBody>
      </p:sp>
      <p:sp>
        <p:nvSpPr>
          <p:cNvPr id="117" name="işľíḋe">
            <a:extLst>
              <a:ext uri="{FF2B5EF4-FFF2-40B4-BE49-F238E27FC236}">
                <a16:creationId xmlns:a16="http://schemas.microsoft.com/office/drawing/2014/main" id="{6F586B1B-C1BC-43B6-B8CB-7692FE9CAC5C}"/>
              </a:ext>
            </a:extLst>
          </p:cNvPr>
          <p:cNvSpPr>
            <a:spLocks noGrp="1"/>
          </p:cNvSpPr>
          <p:nvPr/>
        </p:nvSpPr>
        <p:spPr>
          <a:xfrm>
            <a:off x="1113480" y="598320"/>
            <a:ext cx="60480" cy="30240"/>
          </a:xfrm>
          <a:custGeom>
            <a:avLst/>
            <a:gdLst>
              <a:gd name="textAreaLeft" fmla="*/ 0 w 60480"/>
              <a:gd name="textAreaRight" fmla="*/ 60840 w 60480"/>
              <a:gd name="textAreaTop" fmla="*/ 0 h 30240"/>
              <a:gd name="textAreaBottom" fmla="*/ 30600 h 30240"/>
              <a:gd name="GluePoint1X" fmla="*/ 121 w 139"/>
              <a:gd name="GluePoint1Y" fmla="*/ 7 h 70"/>
              <a:gd name="GluePoint2X" fmla="*/ 121 w 139"/>
              <a:gd name="GluePoint2Y" fmla="*/ 4 h 70"/>
              <a:gd name="GluePoint3X" fmla="*/ 124 w 139"/>
              <a:gd name="GluePoint3Y" fmla="*/ 2 h 70"/>
              <a:gd name="GluePoint4X" fmla="*/ 130 w 139"/>
              <a:gd name="GluePoint4Y" fmla="*/ 0 h 70"/>
              <a:gd name="GluePoint5X" fmla="*/ 134 w 139"/>
              <a:gd name="GluePoint5Y" fmla="*/ 4 h 70"/>
              <a:gd name="GluePoint6X" fmla="*/ 139 w 139"/>
              <a:gd name="GluePoint6Y" fmla="*/ 12 h 70"/>
              <a:gd name="GluePoint7X" fmla="*/ 137 w 139"/>
              <a:gd name="GluePoint7Y" fmla="*/ 18 h 70"/>
              <a:gd name="GluePoint8X" fmla="*/ 125 w 139"/>
              <a:gd name="GluePoint8Y" fmla="*/ 31 h 70"/>
              <a:gd name="GluePoint9X" fmla="*/ 122 w 139"/>
              <a:gd name="GluePoint9Y" fmla="*/ 37 h 70"/>
              <a:gd name="GluePoint10X" fmla="*/ 124 w 139"/>
              <a:gd name="GluePoint10Y" fmla="*/ 38 h 70"/>
              <a:gd name="GluePoint11X" fmla="*/ 124 w 139"/>
              <a:gd name="GluePoint11Y" fmla="*/ 37 h 70"/>
              <a:gd name="GluePoint12X" fmla="*/ 129 w 139"/>
              <a:gd name="GluePoint12Y" fmla="*/ 37 h 70"/>
              <a:gd name="GluePoint13X" fmla="*/ 133 w 139"/>
              <a:gd name="GluePoint13Y" fmla="*/ 38 h 70"/>
              <a:gd name="GluePoint14X" fmla="*/ 135 w 139"/>
              <a:gd name="GluePoint14Y" fmla="*/ 41 h 70"/>
              <a:gd name="GluePoint15X" fmla="*/ 133 w 139"/>
              <a:gd name="GluePoint15Y" fmla="*/ 46 h 70"/>
              <a:gd name="GluePoint16X" fmla="*/ 129 w 139"/>
              <a:gd name="GluePoint16Y" fmla="*/ 50 h 70"/>
              <a:gd name="GluePoint17X" fmla="*/ 127 w 139"/>
              <a:gd name="GluePoint17Y" fmla="*/ 50 h 70"/>
              <a:gd name="GluePoint18X" fmla="*/ 119 w 139"/>
              <a:gd name="GluePoint18Y" fmla="*/ 45 h 70"/>
              <a:gd name="GluePoint19X" fmla="*/ 113 w 139"/>
              <a:gd name="GluePoint19Y" fmla="*/ 45 h 70"/>
              <a:gd name="GluePoint20X" fmla="*/ 99 w 139"/>
              <a:gd name="GluePoint20Y" fmla="*/ 53 h 70"/>
              <a:gd name="GluePoint21X" fmla="*/ 84 w 139"/>
              <a:gd name="GluePoint21Y" fmla="*/ 61 h 70"/>
              <a:gd name="GluePoint22X" fmla="*/ 70 w 139"/>
              <a:gd name="GluePoint22Y" fmla="*/ 66 h 70"/>
              <a:gd name="GluePoint23X" fmla="*/ 47 w 139"/>
              <a:gd name="GluePoint23Y" fmla="*/ 69 h 70"/>
              <a:gd name="GluePoint24X" fmla="*/ 31 w 139"/>
              <a:gd name="GluePoint24Y" fmla="*/ 69 h 70"/>
              <a:gd name="GluePoint25X" fmla="*/ 14 w 139"/>
              <a:gd name="GluePoint25Y" fmla="*/ 69 h 70"/>
              <a:gd name="GluePoint26X" fmla="*/ 0 w 139"/>
              <a:gd name="GluePoint26Y" fmla="*/ 67 h 70"/>
              <a:gd name="GluePoint27X" fmla="*/ 0 w 139"/>
              <a:gd name="GluePoint27Y" fmla="*/ 66 h 70"/>
              <a:gd name="GluePoint28X" fmla="*/ 4 w 139"/>
              <a:gd name="GluePoint28Y" fmla="*/ 64 h 70"/>
              <a:gd name="GluePoint29X" fmla="*/ 16 w 139"/>
              <a:gd name="GluePoint29Y" fmla="*/ 62 h 70"/>
              <a:gd name="GluePoint30X" fmla="*/ 37 w 139"/>
              <a:gd name="GluePoint30Y" fmla="*/ 59 h 70"/>
              <a:gd name="GluePoint31X" fmla="*/ 49 w 139"/>
              <a:gd name="GluePoint31Y" fmla="*/ 58 h 70"/>
              <a:gd name="GluePoint32X" fmla="*/ 65 w 139"/>
              <a:gd name="GluePoint32Y" fmla="*/ 54 h 70"/>
              <a:gd name="GluePoint33X" fmla="*/ 83 w 139"/>
              <a:gd name="GluePoint33Y" fmla="*/ 49 h 70"/>
              <a:gd name="GluePoint34X" fmla="*/ 87 w 139"/>
              <a:gd name="GluePoint34Y" fmla="*/ 47 h 70"/>
              <a:gd name="GluePoint35X" fmla="*/ 89 w 139"/>
              <a:gd name="GluePoint35Y" fmla="*/ 43 h 70"/>
              <a:gd name="GluePoint36X" fmla="*/ 87 w 139"/>
              <a:gd name="GluePoint36Y" fmla="*/ 42 h 70"/>
              <a:gd name="GluePoint37X" fmla="*/ 75 w 139"/>
              <a:gd name="GluePoint37Y" fmla="*/ 43 h 70"/>
              <a:gd name="GluePoint38X" fmla="*/ 68 w 139"/>
              <a:gd name="GluePoint38Y" fmla="*/ 40 h 70"/>
              <a:gd name="GluePoint39X" fmla="*/ 65 w 139"/>
              <a:gd name="GluePoint39Y" fmla="*/ 35 h 70"/>
              <a:gd name="GluePoint40X" fmla="*/ 65 w 139"/>
              <a:gd name="GluePoint40Y" fmla="*/ 32 h 70"/>
              <a:gd name="GluePoint41X" fmla="*/ 67 w 139"/>
              <a:gd name="GluePoint41Y" fmla="*/ 29 h 70"/>
              <a:gd name="GluePoint42X" fmla="*/ 78 w 139"/>
              <a:gd name="GluePoint42Y" fmla="*/ 30 h 70"/>
              <a:gd name="GluePoint43X" fmla="*/ 94 w 139"/>
              <a:gd name="GluePoint43Y" fmla="*/ 32 h 70"/>
              <a:gd name="GluePoint44X" fmla="*/ 103 w 139"/>
              <a:gd name="GluePoint44Y" fmla="*/ 33 h 70"/>
              <a:gd name="GluePoint45X" fmla="*/ 106 w 139"/>
              <a:gd name="GluePoint45Y" fmla="*/ 31 h 70"/>
              <a:gd name="GluePoint46X" fmla="*/ 118 w 139"/>
              <a:gd name="GluePoint46Y" fmla="*/ 14 h 70"/>
            </a:gdLst>
            <a:ahLst/>
            <a:cxnLst/>
            <a:rect l="textAreaLeft" t="textAreaTop" r="textAreaRight" b="textAreaBottom"/>
            <a:pathLst>
              <a:path w="139" h="70">
                <a:moveTo>
                  <a:pt x="121" y="10"/>
                </a:moveTo>
                <a:lnTo>
                  <a:pt x="121" y="9"/>
                </a:lnTo>
                <a:lnTo>
                  <a:pt x="121" y="7"/>
                </a:lnTo>
                <a:lnTo>
                  <a:pt x="121" y="6"/>
                </a:lnTo>
                <a:lnTo>
                  <a:pt x="121" y="5"/>
                </a:lnTo>
                <a:lnTo>
                  <a:pt x="121" y="4"/>
                </a:lnTo>
                <a:lnTo>
                  <a:pt x="122" y="3"/>
                </a:lnTo>
                <a:lnTo>
                  <a:pt x="122" y="2"/>
                </a:lnTo>
                <a:lnTo>
                  <a:pt x="124" y="2"/>
                </a:lnTo>
                <a:lnTo>
                  <a:pt x="125" y="2"/>
                </a:lnTo>
                <a:lnTo>
                  <a:pt x="128" y="1"/>
                </a:lnTo>
                <a:lnTo>
                  <a:pt x="130" y="0"/>
                </a:lnTo>
                <a:lnTo>
                  <a:pt x="131" y="1"/>
                </a:lnTo>
                <a:lnTo>
                  <a:pt x="133" y="2"/>
                </a:lnTo>
                <a:lnTo>
                  <a:pt x="134" y="4"/>
                </a:lnTo>
                <a:lnTo>
                  <a:pt x="137" y="7"/>
                </a:lnTo>
                <a:lnTo>
                  <a:pt x="138" y="10"/>
                </a:lnTo>
                <a:lnTo>
                  <a:pt x="139" y="12"/>
                </a:lnTo>
                <a:lnTo>
                  <a:pt x="139" y="14"/>
                </a:lnTo>
                <a:lnTo>
                  <a:pt x="138" y="15"/>
                </a:lnTo>
                <a:lnTo>
                  <a:pt x="137" y="18"/>
                </a:lnTo>
                <a:lnTo>
                  <a:pt x="133" y="22"/>
                </a:lnTo>
                <a:lnTo>
                  <a:pt x="128" y="29"/>
                </a:lnTo>
                <a:lnTo>
                  <a:pt x="125" y="31"/>
                </a:lnTo>
                <a:lnTo>
                  <a:pt x="124" y="34"/>
                </a:lnTo>
                <a:lnTo>
                  <a:pt x="123" y="36"/>
                </a:lnTo>
                <a:lnTo>
                  <a:pt x="122" y="37"/>
                </a:lnTo>
                <a:lnTo>
                  <a:pt x="123" y="38"/>
                </a:lnTo>
                <a:lnTo>
                  <a:pt x="123" y="38"/>
                </a:lnTo>
                <a:lnTo>
                  <a:pt x="124" y="38"/>
                </a:lnTo>
                <a:lnTo>
                  <a:pt x="124" y="38"/>
                </a:lnTo>
                <a:lnTo>
                  <a:pt x="124" y="37"/>
                </a:lnTo>
                <a:lnTo>
                  <a:pt x="124" y="37"/>
                </a:lnTo>
                <a:lnTo>
                  <a:pt x="125" y="37"/>
                </a:lnTo>
                <a:lnTo>
                  <a:pt x="125" y="37"/>
                </a:lnTo>
                <a:lnTo>
                  <a:pt x="129" y="37"/>
                </a:lnTo>
                <a:lnTo>
                  <a:pt x="131" y="38"/>
                </a:lnTo>
                <a:lnTo>
                  <a:pt x="133" y="38"/>
                </a:lnTo>
                <a:lnTo>
                  <a:pt x="133" y="38"/>
                </a:lnTo>
                <a:lnTo>
                  <a:pt x="134" y="38"/>
                </a:lnTo>
                <a:lnTo>
                  <a:pt x="135" y="38"/>
                </a:lnTo>
                <a:lnTo>
                  <a:pt x="135" y="41"/>
                </a:lnTo>
                <a:lnTo>
                  <a:pt x="135" y="42"/>
                </a:lnTo>
                <a:lnTo>
                  <a:pt x="134" y="45"/>
                </a:lnTo>
                <a:lnTo>
                  <a:pt x="133" y="46"/>
                </a:lnTo>
                <a:lnTo>
                  <a:pt x="132" y="48"/>
                </a:lnTo>
                <a:lnTo>
                  <a:pt x="130" y="49"/>
                </a:lnTo>
                <a:lnTo>
                  <a:pt x="129" y="50"/>
                </a:lnTo>
                <a:lnTo>
                  <a:pt x="129" y="50"/>
                </a:lnTo>
                <a:lnTo>
                  <a:pt x="128" y="50"/>
                </a:lnTo>
                <a:lnTo>
                  <a:pt x="127" y="50"/>
                </a:lnTo>
                <a:lnTo>
                  <a:pt x="125" y="48"/>
                </a:lnTo>
                <a:lnTo>
                  <a:pt x="121" y="46"/>
                </a:lnTo>
                <a:lnTo>
                  <a:pt x="119" y="45"/>
                </a:lnTo>
                <a:lnTo>
                  <a:pt x="117" y="45"/>
                </a:lnTo>
                <a:lnTo>
                  <a:pt x="115" y="45"/>
                </a:lnTo>
                <a:lnTo>
                  <a:pt x="113" y="45"/>
                </a:lnTo>
                <a:lnTo>
                  <a:pt x="109" y="48"/>
                </a:lnTo>
                <a:lnTo>
                  <a:pt x="104" y="51"/>
                </a:lnTo>
                <a:lnTo>
                  <a:pt x="99" y="53"/>
                </a:lnTo>
                <a:lnTo>
                  <a:pt x="95" y="54"/>
                </a:lnTo>
                <a:lnTo>
                  <a:pt x="89" y="58"/>
                </a:lnTo>
                <a:lnTo>
                  <a:pt x="84" y="61"/>
                </a:lnTo>
                <a:lnTo>
                  <a:pt x="78" y="63"/>
                </a:lnTo>
                <a:lnTo>
                  <a:pt x="75" y="64"/>
                </a:lnTo>
                <a:lnTo>
                  <a:pt x="70" y="66"/>
                </a:lnTo>
                <a:lnTo>
                  <a:pt x="62" y="66"/>
                </a:lnTo>
                <a:lnTo>
                  <a:pt x="53" y="68"/>
                </a:lnTo>
                <a:lnTo>
                  <a:pt x="47" y="69"/>
                </a:lnTo>
                <a:lnTo>
                  <a:pt x="41" y="70"/>
                </a:lnTo>
                <a:lnTo>
                  <a:pt x="36" y="70"/>
                </a:lnTo>
                <a:lnTo>
                  <a:pt x="31" y="69"/>
                </a:lnTo>
                <a:lnTo>
                  <a:pt x="27" y="69"/>
                </a:lnTo>
                <a:lnTo>
                  <a:pt x="21" y="69"/>
                </a:lnTo>
                <a:lnTo>
                  <a:pt x="14" y="69"/>
                </a:lnTo>
                <a:lnTo>
                  <a:pt x="7" y="68"/>
                </a:lnTo>
                <a:lnTo>
                  <a:pt x="0" y="67"/>
                </a:lnTo>
                <a:lnTo>
                  <a:pt x="0" y="67"/>
                </a:lnTo>
                <a:lnTo>
                  <a:pt x="0" y="67"/>
                </a:lnTo>
                <a:lnTo>
                  <a:pt x="0" y="66"/>
                </a:lnTo>
                <a:lnTo>
                  <a:pt x="0" y="66"/>
                </a:lnTo>
                <a:lnTo>
                  <a:pt x="1" y="65"/>
                </a:lnTo>
                <a:lnTo>
                  <a:pt x="2" y="64"/>
                </a:lnTo>
                <a:lnTo>
                  <a:pt x="4" y="64"/>
                </a:lnTo>
                <a:lnTo>
                  <a:pt x="6" y="63"/>
                </a:lnTo>
                <a:lnTo>
                  <a:pt x="9" y="63"/>
                </a:lnTo>
                <a:lnTo>
                  <a:pt x="16" y="62"/>
                </a:lnTo>
                <a:lnTo>
                  <a:pt x="23" y="61"/>
                </a:lnTo>
                <a:lnTo>
                  <a:pt x="31" y="60"/>
                </a:lnTo>
                <a:lnTo>
                  <a:pt x="37" y="59"/>
                </a:lnTo>
                <a:lnTo>
                  <a:pt x="43" y="59"/>
                </a:lnTo>
                <a:lnTo>
                  <a:pt x="46" y="59"/>
                </a:lnTo>
                <a:lnTo>
                  <a:pt x="49" y="58"/>
                </a:lnTo>
                <a:lnTo>
                  <a:pt x="52" y="58"/>
                </a:lnTo>
                <a:lnTo>
                  <a:pt x="54" y="58"/>
                </a:lnTo>
                <a:lnTo>
                  <a:pt x="65" y="54"/>
                </a:lnTo>
                <a:lnTo>
                  <a:pt x="75" y="51"/>
                </a:lnTo>
                <a:lnTo>
                  <a:pt x="80" y="50"/>
                </a:lnTo>
                <a:lnTo>
                  <a:pt x="83" y="49"/>
                </a:lnTo>
                <a:lnTo>
                  <a:pt x="85" y="49"/>
                </a:lnTo>
                <a:lnTo>
                  <a:pt x="86" y="47"/>
                </a:lnTo>
                <a:lnTo>
                  <a:pt x="87" y="47"/>
                </a:lnTo>
                <a:lnTo>
                  <a:pt x="88" y="46"/>
                </a:lnTo>
                <a:lnTo>
                  <a:pt x="89" y="44"/>
                </a:lnTo>
                <a:lnTo>
                  <a:pt x="89" y="43"/>
                </a:lnTo>
                <a:lnTo>
                  <a:pt x="89" y="42"/>
                </a:lnTo>
                <a:lnTo>
                  <a:pt x="89" y="42"/>
                </a:lnTo>
                <a:lnTo>
                  <a:pt x="87" y="42"/>
                </a:lnTo>
                <a:lnTo>
                  <a:pt x="84" y="43"/>
                </a:lnTo>
                <a:lnTo>
                  <a:pt x="80" y="43"/>
                </a:lnTo>
                <a:lnTo>
                  <a:pt x="75" y="43"/>
                </a:lnTo>
                <a:lnTo>
                  <a:pt x="72" y="42"/>
                </a:lnTo>
                <a:lnTo>
                  <a:pt x="70" y="42"/>
                </a:lnTo>
                <a:lnTo>
                  <a:pt x="68" y="40"/>
                </a:lnTo>
                <a:lnTo>
                  <a:pt x="65" y="38"/>
                </a:lnTo>
                <a:lnTo>
                  <a:pt x="65" y="36"/>
                </a:lnTo>
                <a:lnTo>
                  <a:pt x="65" y="35"/>
                </a:lnTo>
                <a:lnTo>
                  <a:pt x="65" y="34"/>
                </a:lnTo>
                <a:lnTo>
                  <a:pt x="65" y="33"/>
                </a:lnTo>
                <a:lnTo>
                  <a:pt x="65" y="32"/>
                </a:lnTo>
                <a:lnTo>
                  <a:pt x="65" y="30"/>
                </a:lnTo>
                <a:lnTo>
                  <a:pt x="66" y="30"/>
                </a:lnTo>
                <a:lnTo>
                  <a:pt x="67" y="29"/>
                </a:lnTo>
                <a:lnTo>
                  <a:pt x="70" y="29"/>
                </a:lnTo>
                <a:lnTo>
                  <a:pt x="73" y="30"/>
                </a:lnTo>
                <a:lnTo>
                  <a:pt x="78" y="30"/>
                </a:lnTo>
                <a:lnTo>
                  <a:pt x="85" y="31"/>
                </a:lnTo>
                <a:lnTo>
                  <a:pt x="90" y="32"/>
                </a:lnTo>
                <a:lnTo>
                  <a:pt x="94" y="32"/>
                </a:lnTo>
                <a:lnTo>
                  <a:pt x="97" y="33"/>
                </a:lnTo>
                <a:lnTo>
                  <a:pt x="101" y="33"/>
                </a:lnTo>
                <a:lnTo>
                  <a:pt x="103" y="33"/>
                </a:lnTo>
                <a:lnTo>
                  <a:pt x="105" y="32"/>
                </a:lnTo>
                <a:lnTo>
                  <a:pt x="105" y="32"/>
                </a:lnTo>
                <a:lnTo>
                  <a:pt x="106" y="31"/>
                </a:lnTo>
                <a:lnTo>
                  <a:pt x="109" y="28"/>
                </a:lnTo>
                <a:lnTo>
                  <a:pt x="114" y="21"/>
                </a:lnTo>
                <a:lnTo>
                  <a:pt x="118" y="14"/>
                </a:lnTo>
                <a:lnTo>
                  <a:pt x="121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0" rIns="90000" bIns="-14400" anchor="ctr">
            <a:noAutofit/>
          </a:bodyPr>
          <a:lstStyle/>
          <a:p>
            <a:endParaRPr/>
          </a:p>
        </p:txBody>
      </p:sp>
      <p:sp>
        <p:nvSpPr>
          <p:cNvPr id="118" name="isḷiḑé">
            <a:extLst>
              <a:ext uri="{FF2B5EF4-FFF2-40B4-BE49-F238E27FC236}">
                <a16:creationId xmlns:a16="http://schemas.microsoft.com/office/drawing/2014/main" id="{D7C5A5EE-62F0-4E62-9ABE-559F2D8679E7}"/>
              </a:ext>
            </a:extLst>
          </p:cNvPr>
          <p:cNvSpPr>
            <a:spLocks noGrp="1"/>
          </p:cNvSpPr>
          <p:nvPr/>
        </p:nvSpPr>
        <p:spPr>
          <a:xfrm>
            <a:off x="1169640" y="672840"/>
            <a:ext cx="67680" cy="37800"/>
          </a:xfrm>
          <a:custGeom>
            <a:avLst/>
            <a:gdLst>
              <a:gd name="textAreaLeft" fmla="*/ 0 w 67680"/>
              <a:gd name="textAreaRight" fmla="*/ 68040 w 67680"/>
              <a:gd name="textAreaTop" fmla="*/ 0 h 37800"/>
              <a:gd name="textAreaBottom" fmla="*/ 38160 h 37800"/>
              <a:gd name="GluePoint1X" fmla="*/ 107 w 156"/>
              <a:gd name="GluePoint1Y" fmla="*/ 43 h 87"/>
              <a:gd name="GluePoint2X" fmla="*/ 105 w 156"/>
              <a:gd name="GluePoint2Y" fmla="*/ 49 h 87"/>
              <a:gd name="GluePoint3X" fmla="*/ 101 w 156"/>
              <a:gd name="GluePoint3Y" fmla="*/ 28 h 87"/>
              <a:gd name="GluePoint4X" fmla="*/ 109 w 156"/>
              <a:gd name="GluePoint4Y" fmla="*/ 32 h 87"/>
              <a:gd name="GluePoint5X" fmla="*/ 104 w 156"/>
              <a:gd name="GluePoint5Y" fmla="*/ 35 h 87"/>
              <a:gd name="GluePoint6X" fmla="*/ 98 w 156"/>
              <a:gd name="GluePoint6Y" fmla="*/ 18 h 87"/>
              <a:gd name="GluePoint7X" fmla="*/ 105 w 156"/>
              <a:gd name="GluePoint7Y" fmla="*/ 20 h 87"/>
              <a:gd name="GluePoint8X" fmla="*/ 99 w 156"/>
              <a:gd name="GluePoint8Y" fmla="*/ 22 h 87"/>
              <a:gd name="GluePoint9X" fmla="*/ 97 w 156"/>
              <a:gd name="GluePoint9Y" fmla="*/ 25 h 87"/>
              <a:gd name="GluePoint10X" fmla="*/ 89 w 156"/>
              <a:gd name="GluePoint10Y" fmla="*/ 28 h 87"/>
              <a:gd name="GluePoint11X" fmla="*/ 90 w 156"/>
              <a:gd name="GluePoint11Y" fmla="*/ 36 h 87"/>
              <a:gd name="GluePoint12X" fmla="*/ 80 w 156"/>
              <a:gd name="GluePoint12Y" fmla="*/ 37 h 87"/>
              <a:gd name="GluePoint13X" fmla="*/ 78 w 156"/>
              <a:gd name="GluePoint13Y" fmla="*/ 41 h 87"/>
              <a:gd name="GluePoint14X" fmla="*/ 93 w 156"/>
              <a:gd name="GluePoint14Y" fmla="*/ 48 h 87"/>
              <a:gd name="GluePoint15X" fmla="*/ 85 w 156"/>
              <a:gd name="GluePoint15Y" fmla="*/ 52 h 87"/>
              <a:gd name="GluePoint16X" fmla="*/ 95 w 156"/>
              <a:gd name="GluePoint16Y" fmla="*/ 53 h 87"/>
              <a:gd name="GluePoint17X" fmla="*/ 110 w 156"/>
              <a:gd name="GluePoint17Y" fmla="*/ 55 h 87"/>
              <a:gd name="GluePoint18X" fmla="*/ 119 w 156"/>
              <a:gd name="GluePoint18Y" fmla="*/ 49 h 87"/>
              <a:gd name="GluePoint19X" fmla="*/ 128 w 156"/>
              <a:gd name="GluePoint19Y" fmla="*/ 62 h 87"/>
              <a:gd name="GluePoint20X" fmla="*/ 92 w 156"/>
              <a:gd name="GluePoint20Y" fmla="*/ 59 h 87"/>
              <a:gd name="GluePoint21X" fmla="*/ 74 w 156"/>
              <a:gd name="GluePoint21Y" fmla="*/ 49 h 87"/>
              <a:gd name="GluePoint22X" fmla="*/ 53 w 156"/>
              <a:gd name="GluePoint22Y" fmla="*/ 33 h 87"/>
              <a:gd name="GluePoint23X" fmla="*/ 60 w 156"/>
              <a:gd name="GluePoint23Y" fmla="*/ 45 h 87"/>
              <a:gd name="GluePoint24X" fmla="*/ 73 w 156"/>
              <a:gd name="GluePoint24Y" fmla="*/ 61 h 87"/>
              <a:gd name="GluePoint25X" fmla="*/ 52 w 156"/>
              <a:gd name="GluePoint25Y" fmla="*/ 53 h 87"/>
              <a:gd name="GluePoint26X" fmla="*/ 32 w 156"/>
              <a:gd name="GluePoint26Y" fmla="*/ 45 h 87"/>
              <a:gd name="GluePoint27X" fmla="*/ 11 w 156"/>
              <a:gd name="GluePoint27Y" fmla="*/ 29 h 87"/>
              <a:gd name="GluePoint28X" fmla="*/ 9 w 156"/>
              <a:gd name="GluePoint28Y" fmla="*/ 41 h 87"/>
              <a:gd name="GluePoint29X" fmla="*/ 35 w 156"/>
              <a:gd name="GluePoint29Y" fmla="*/ 60 h 87"/>
              <a:gd name="GluePoint30X" fmla="*/ 25 w 156"/>
              <a:gd name="GluePoint30Y" fmla="*/ 69 h 87"/>
              <a:gd name="GluePoint31X" fmla="*/ 6 w 156"/>
              <a:gd name="GluePoint31Y" fmla="*/ 69 h 87"/>
              <a:gd name="GluePoint32X" fmla="*/ 0 w 156"/>
              <a:gd name="GluePoint32Y" fmla="*/ 66 h 87"/>
              <a:gd name="GluePoint33X" fmla="*/ 5 w 156"/>
              <a:gd name="GluePoint33Y" fmla="*/ 86 h 87"/>
              <a:gd name="GluePoint34X" fmla="*/ 37 w 156"/>
              <a:gd name="GluePoint34Y" fmla="*/ 73 h 87"/>
              <a:gd name="GluePoint35X" fmla="*/ 51 w 156"/>
              <a:gd name="GluePoint35Y" fmla="*/ 71 h 87"/>
              <a:gd name="GluePoint36X" fmla="*/ 44 w 156"/>
              <a:gd name="GluePoint36Y" fmla="*/ 75 h 87"/>
              <a:gd name="GluePoint37X" fmla="*/ 61 w 156"/>
              <a:gd name="GluePoint37Y" fmla="*/ 86 h 87"/>
              <a:gd name="GluePoint38X" fmla="*/ 64 w 156"/>
              <a:gd name="GluePoint38Y" fmla="*/ 72 h 87"/>
              <a:gd name="GluePoint39X" fmla="*/ 53 w 156"/>
              <a:gd name="GluePoint39Y" fmla="*/ 61 h 87"/>
              <a:gd name="GluePoint40X" fmla="*/ 75 w 156"/>
              <a:gd name="GluePoint40Y" fmla="*/ 67 h 87"/>
              <a:gd name="GluePoint41X" fmla="*/ 95 w 156"/>
              <a:gd name="GluePoint41Y" fmla="*/ 76 h 87"/>
              <a:gd name="GluePoint42X" fmla="*/ 94 w 156"/>
              <a:gd name="GluePoint42Y" fmla="*/ 65 h 87"/>
              <a:gd name="GluePoint43X" fmla="*/ 117 w 156"/>
              <a:gd name="GluePoint43Y" fmla="*/ 67 h 87"/>
              <a:gd name="GluePoint44X" fmla="*/ 143 w 156"/>
              <a:gd name="GluePoint44Y" fmla="*/ 67 h 87"/>
              <a:gd name="GluePoint45X" fmla="*/ 132 w 156"/>
              <a:gd name="GluePoint45Y" fmla="*/ 51 h 87"/>
              <a:gd name="GluePoint46X" fmla="*/ 118 w 156"/>
              <a:gd name="GluePoint46Y" fmla="*/ 41 h 87"/>
              <a:gd name="GluePoint47X" fmla="*/ 120 w 156"/>
              <a:gd name="GluePoint47Y" fmla="*/ 32 h 87"/>
              <a:gd name="GluePoint48X" fmla="*/ 145 w 156"/>
              <a:gd name="GluePoint48Y" fmla="*/ 39 h 87"/>
              <a:gd name="GluePoint49X" fmla="*/ 155 w 156"/>
              <a:gd name="GluePoint49Y" fmla="*/ 37 h 87"/>
              <a:gd name="GluePoint50X" fmla="*/ 150 w 156"/>
              <a:gd name="GluePoint50Y" fmla="*/ 23 h 87"/>
              <a:gd name="GluePoint51X" fmla="*/ 137 w 156"/>
              <a:gd name="GluePoint51Y" fmla="*/ 29 h 87"/>
              <a:gd name="GluePoint52X" fmla="*/ 112 w 156"/>
              <a:gd name="GluePoint52Y" fmla="*/ 21 h 87"/>
              <a:gd name="GluePoint53X" fmla="*/ 105 w 156"/>
              <a:gd name="GluePoint53Y" fmla="*/ 11 h 87"/>
              <a:gd name="GluePoint54X" fmla="*/ 105 w 156"/>
              <a:gd name="GluePoint54Y" fmla="*/ 1 h 87"/>
              <a:gd name="GluePoint55X" fmla="*/ 93 w 156"/>
              <a:gd name="GluePoint55Y" fmla="*/ 13 h 87"/>
              <a:gd name="GluePoint56X" fmla="*/ 78 w 156"/>
              <a:gd name="GluePoint56Y" fmla="*/ 24 h 87"/>
              <a:gd name="GluePoint57X" fmla="*/ 79 w 156"/>
              <a:gd name="GluePoint57Y" fmla="*/ 6 h 87"/>
              <a:gd name="GluePoint58X" fmla="*/ 68 w 156"/>
              <a:gd name="GluePoint58Y" fmla="*/ 22 h 87"/>
              <a:gd name="GluePoint59X" fmla="*/ 67 w 156"/>
              <a:gd name="GluePoint59Y" fmla="*/ 28 h 87"/>
            </a:gdLst>
            <a:ahLst/>
            <a:cxnLst/>
            <a:rect l="textAreaLeft" t="textAreaTop" r="textAreaRight" b="textAreaBottom"/>
            <a:pathLst>
              <a:path w="156" h="87">
                <a:moveTo>
                  <a:pt x="96" y="49"/>
                </a:moveTo>
                <a:lnTo>
                  <a:pt x="97" y="47"/>
                </a:lnTo>
                <a:lnTo>
                  <a:pt x="97" y="45"/>
                </a:lnTo>
                <a:lnTo>
                  <a:pt x="97" y="45"/>
                </a:lnTo>
                <a:lnTo>
                  <a:pt x="98" y="44"/>
                </a:lnTo>
                <a:lnTo>
                  <a:pt x="99" y="44"/>
                </a:lnTo>
                <a:lnTo>
                  <a:pt x="100" y="44"/>
                </a:lnTo>
                <a:lnTo>
                  <a:pt x="104" y="44"/>
                </a:lnTo>
                <a:lnTo>
                  <a:pt x="107" y="43"/>
                </a:lnTo>
                <a:lnTo>
                  <a:pt x="108" y="44"/>
                </a:lnTo>
                <a:lnTo>
                  <a:pt x="109" y="45"/>
                </a:lnTo>
                <a:lnTo>
                  <a:pt x="109" y="46"/>
                </a:lnTo>
                <a:lnTo>
                  <a:pt x="109" y="47"/>
                </a:lnTo>
                <a:lnTo>
                  <a:pt x="109" y="48"/>
                </a:lnTo>
                <a:lnTo>
                  <a:pt x="109" y="48"/>
                </a:lnTo>
                <a:lnTo>
                  <a:pt x="108" y="49"/>
                </a:lnTo>
                <a:lnTo>
                  <a:pt x="105" y="49"/>
                </a:lnTo>
                <a:lnTo>
                  <a:pt x="105" y="49"/>
                </a:lnTo>
                <a:lnTo>
                  <a:pt x="104" y="50"/>
                </a:lnTo>
                <a:lnTo>
                  <a:pt x="102" y="50"/>
                </a:lnTo>
                <a:lnTo>
                  <a:pt x="101" y="50"/>
                </a:lnTo>
                <a:lnTo>
                  <a:pt x="97" y="49"/>
                </a:lnTo>
                <a:lnTo>
                  <a:pt x="96" y="49"/>
                </a:lnTo>
                <a:lnTo>
                  <a:pt x="96" y="49"/>
                </a:lnTo>
                <a:close/>
                <a:moveTo>
                  <a:pt x="101" y="32"/>
                </a:moveTo>
                <a:lnTo>
                  <a:pt x="100" y="30"/>
                </a:lnTo>
                <a:lnTo>
                  <a:pt x="101" y="28"/>
                </a:lnTo>
                <a:lnTo>
                  <a:pt x="101" y="28"/>
                </a:lnTo>
                <a:lnTo>
                  <a:pt x="101" y="27"/>
                </a:lnTo>
                <a:lnTo>
                  <a:pt x="102" y="27"/>
                </a:lnTo>
                <a:lnTo>
                  <a:pt x="104" y="28"/>
                </a:lnTo>
                <a:lnTo>
                  <a:pt x="106" y="29"/>
                </a:lnTo>
                <a:lnTo>
                  <a:pt x="108" y="31"/>
                </a:lnTo>
                <a:lnTo>
                  <a:pt x="108" y="31"/>
                </a:lnTo>
                <a:lnTo>
                  <a:pt x="109" y="32"/>
                </a:lnTo>
                <a:lnTo>
                  <a:pt x="109" y="32"/>
                </a:lnTo>
                <a:lnTo>
                  <a:pt x="109" y="33"/>
                </a:lnTo>
                <a:lnTo>
                  <a:pt x="109" y="35"/>
                </a:lnTo>
                <a:lnTo>
                  <a:pt x="109" y="36"/>
                </a:lnTo>
                <a:lnTo>
                  <a:pt x="108" y="37"/>
                </a:lnTo>
                <a:lnTo>
                  <a:pt x="108" y="37"/>
                </a:lnTo>
                <a:lnTo>
                  <a:pt x="108" y="36"/>
                </a:lnTo>
                <a:lnTo>
                  <a:pt x="107" y="36"/>
                </a:lnTo>
                <a:lnTo>
                  <a:pt x="105" y="35"/>
                </a:lnTo>
                <a:lnTo>
                  <a:pt x="104" y="35"/>
                </a:lnTo>
                <a:lnTo>
                  <a:pt x="102" y="33"/>
                </a:lnTo>
                <a:lnTo>
                  <a:pt x="101" y="32"/>
                </a:lnTo>
                <a:lnTo>
                  <a:pt x="101" y="32"/>
                </a:lnTo>
                <a:close/>
                <a:moveTo>
                  <a:pt x="99" y="21"/>
                </a:moveTo>
                <a:lnTo>
                  <a:pt x="98" y="21"/>
                </a:lnTo>
                <a:lnTo>
                  <a:pt x="98" y="20"/>
                </a:lnTo>
                <a:lnTo>
                  <a:pt x="97" y="20"/>
                </a:lnTo>
                <a:lnTo>
                  <a:pt x="97" y="19"/>
                </a:lnTo>
                <a:lnTo>
                  <a:pt x="98" y="18"/>
                </a:lnTo>
                <a:lnTo>
                  <a:pt x="99" y="17"/>
                </a:lnTo>
                <a:lnTo>
                  <a:pt x="101" y="16"/>
                </a:lnTo>
                <a:lnTo>
                  <a:pt x="101" y="16"/>
                </a:lnTo>
                <a:lnTo>
                  <a:pt x="101" y="16"/>
                </a:lnTo>
                <a:lnTo>
                  <a:pt x="102" y="16"/>
                </a:lnTo>
                <a:lnTo>
                  <a:pt x="102" y="16"/>
                </a:lnTo>
                <a:lnTo>
                  <a:pt x="103" y="16"/>
                </a:lnTo>
                <a:lnTo>
                  <a:pt x="104" y="18"/>
                </a:lnTo>
                <a:lnTo>
                  <a:pt x="105" y="20"/>
                </a:lnTo>
                <a:lnTo>
                  <a:pt x="105" y="21"/>
                </a:lnTo>
                <a:lnTo>
                  <a:pt x="105" y="21"/>
                </a:lnTo>
                <a:lnTo>
                  <a:pt x="105" y="22"/>
                </a:lnTo>
                <a:lnTo>
                  <a:pt x="105" y="23"/>
                </a:lnTo>
                <a:lnTo>
                  <a:pt x="105" y="24"/>
                </a:lnTo>
                <a:lnTo>
                  <a:pt x="103" y="24"/>
                </a:lnTo>
                <a:lnTo>
                  <a:pt x="102" y="24"/>
                </a:lnTo>
                <a:lnTo>
                  <a:pt x="101" y="24"/>
                </a:lnTo>
                <a:lnTo>
                  <a:pt x="99" y="22"/>
                </a:lnTo>
                <a:lnTo>
                  <a:pt x="99" y="21"/>
                </a:lnTo>
                <a:lnTo>
                  <a:pt x="99" y="21"/>
                </a:lnTo>
                <a:close/>
                <a:moveTo>
                  <a:pt x="89" y="29"/>
                </a:moveTo>
                <a:lnTo>
                  <a:pt x="92" y="29"/>
                </a:lnTo>
                <a:lnTo>
                  <a:pt x="96" y="29"/>
                </a:lnTo>
                <a:lnTo>
                  <a:pt x="97" y="28"/>
                </a:lnTo>
                <a:lnTo>
                  <a:pt x="97" y="28"/>
                </a:lnTo>
                <a:lnTo>
                  <a:pt x="97" y="27"/>
                </a:lnTo>
                <a:lnTo>
                  <a:pt x="97" y="25"/>
                </a:lnTo>
                <a:lnTo>
                  <a:pt x="97" y="24"/>
                </a:lnTo>
                <a:lnTo>
                  <a:pt x="97" y="24"/>
                </a:lnTo>
                <a:lnTo>
                  <a:pt x="96" y="23"/>
                </a:lnTo>
                <a:lnTo>
                  <a:pt x="94" y="23"/>
                </a:lnTo>
                <a:lnTo>
                  <a:pt x="93" y="24"/>
                </a:lnTo>
                <a:lnTo>
                  <a:pt x="91" y="24"/>
                </a:lnTo>
                <a:lnTo>
                  <a:pt x="91" y="26"/>
                </a:lnTo>
                <a:lnTo>
                  <a:pt x="90" y="27"/>
                </a:lnTo>
                <a:lnTo>
                  <a:pt x="89" y="28"/>
                </a:lnTo>
                <a:lnTo>
                  <a:pt x="89" y="29"/>
                </a:lnTo>
                <a:lnTo>
                  <a:pt x="89" y="29"/>
                </a:lnTo>
                <a:close/>
                <a:moveTo>
                  <a:pt x="85" y="31"/>
                </a:moveTo>
                <a:lnTo>
                  <a:pt x="86" y="32"/>
                </a:lnTo>
                <a:lnTo>
                  <a:pt x="88" y="32"/>
                </a:lnTo>
                <a:lnTo>
                  <a:pt x="89" y="32"/>
                </a:lnTo>
                <a:lnTo>
                  <a:pt x="89" y="33"/>
                </a:lnTo>
                <a:lnTo>
                  <a:pt x="90" y="35"/>
                </a:lnTo>
                <a:lnTo>
                  <a:pt x="90" y="36"/>
                </a:lnTo>
                <a:lnTo>
                  <a:pt x="91" y="37"/>
                </a:lnTo>
                <a:lnTo>
                  <a:pt x="91" y="37"/>
                </a:lnTo>
                <a:lnTo>
                  <a:pt x="90" y="38"/>
                </a:lnTo>
                <a:lnTo>
                  <a:pt x="89" y="39"/>
                </a:lnTo>
                <a:lnTo>
                  <a:pt x="88" y="39"/>
                </a:lnTo>
                <a:lnTo>
                  <a:pt x="87" y="39"/>
                </a:lnTo>
                <a:lnTo>
                  <a:pt x="84" y="38"/>
                </a:lnTo>
                <a:lnTo>
                  <a:pt x="81" y="37"/>
                </a:lnTo>
                <a:lnTo>
                  <a:pt x="80" y="37"/>
                </a:lnTo>
                <a:lnTo>
                  <a:pt x="79" y="37"/>
                </a:lnTo>
                <a:lnTo>
                  <a:pt x="78" y="37"/>
                </a:lnTo>
                <a:lnTo>
                  <a:pt x="77" y="37"/>
                </a:lnTo>
                <a:lnTo>
                  <a:pt x="77" y="37"/>
                </a:lnTo>
                <a:lnTo>
                  <a:pt x="77" y="38"/>
                </a:lnTo>
                <a:lnTo>
                  <a:pt x="77" y="38"/>
                </a:lnTo>
                <a:lnTo>
                  <a:pt x="77" y="39"/>
                </a:lnTo>
                <a:lnTo>
                  <a:pt x="77" y="40"/>
                </a:lnTo>
                <a:lnTo>
                  <a:pt x="78" y="41"/>
                </a:lnTo>
                <a:lnTo>
                  <a:pt x="79" y="41"/>
                </a:lnTo>
                <a:lnTo>
                  <a:pt x="81" y="41"/>
                </a:lnTo>
                <a:lnTo>
                  <a:pt x="84" y="42"/>
                </a:lnTo>
                <a:lnTo>
                  <a:pt x="89" y="44"/>
                </a:lnTo>
                <a:lnTo>
                  <a:pt x="91" y="45"/>
                </a:lnTo>
                <a:lnTo>
                  <a:pt x="92" y="46"/>
                </a:lnTo>
                <a:lnTo>
                  <a:pt x="93" y="47"/>
                </a:lnTo>
                <a:lnTo>
                  <a:pt x="93" y="48"/>
                </a:lnTo>
                <a:lnTo>
                  <a:pt x="93" y="48"/>
                </a:lnTo>
                <a:lnTo>
                  <a:pt x="93" y="49"/>
                </a:lnTo>
                <a:lnTo>
                  <a:pt x="92" y="49"/>
                </a:lnTo>
                <a:lnTo>
                  <a:pt x="91" y="49"/>
                </a:lnTo>
                <a:lnTo>
                  <a:pt x="89" y="49"/>
                </a:lnTo>
                <a:lnTo>
                  <a:pt x="88" y="49"/>
                </a:lnTo>
                <a:lnTo>
                  <a:pt x="87" y="49"/>
                </a:lnTo>
                <a:lnTo>
                  <a:pt x="86" y="50"/>
                </a:lnTo>
                <a:lnTo>
                  <a:pt x="85" y="51"/>
                </a:lnTo>
                <a:lnTo>
                  <a:pt x="85" y="52"/>
                </a:lnTo>
                <a:lnTo>
                  <a:pt x="84" y="52"/>
                </a:lnTo>
                <a:lnTo>
                  <a:pt x="84" y="52"/>
                </a:lnTo>
                <a:lnTo>
                  <a:pt x="85" y="53"/>
                </a:lnTo>
                <a:lnTo>
                  <a:pt x="85" y="53"/>
                </a:lnTo>
                <a:lnTo>
                  <a:pt x="86" y="53"/>
                </a:lnTo>
                <a:lnTo>
                  <a:pt x="88" y="53"/>
                </a:lnTo>
                <a:lnTo>
                  <a:pt x="91" y="53"/>
                </a:lnTo>
                <a:lnTo>
                  <a:pt x="94" y="53"/>
                </a:lnTo>
                <a:lnTo>
                  <a:pt x="95" y="53"/>
                </a:lnTo>
                <a:lnTo>
                  <a:pt x="97" y="53"/>
                </a:lnTo>
                <a:lnTo>
                  <a:pt x="97" y="54"/>
                </a:lnTo>
                <a:lnTo>
                  <a:pt x="100" y="55"/>
                </a:lnTo>
                <a:lnTo>
                  <a:pt x="101" y="56"/>
                </a:lnTo>
                <a:lnTo>
                  <a:pt x="104" y="56"/>
                </a:lnTo>
                <a:lnTo>
                  <a:pt x="106" y="56"/>
                </a:lnTo>
                <a:lnTo>
                  <a:pt x="108" y="56"/>
                </a:lnTo>
                <a:lnTo>
                  <a:pt x="109" y="55"/>
                </a:lnTo>
                <a:lnTo>
                  <a:pt x="110" y="55"/>
                </a:lnTo>
                <a:lnTo>
                  <a:pt x="111" y="54"/>
                </a:lnTo>
                <a:lnTo>
                  <a:pt x="112" y="53"/>
                </a:lnTo>
                <a:lnTo>
                  <a:pt x="112" y="52"/>
                </a:lnTo>
                <a:lnTo>
                  <a:pt x="113" y="49"/>
                </a:lnTo>
                <a:lnTo>
                  <a:pt x="113" y="47"/>
                </a:lnTo>
                <a:lnTo>
                  <a:pt x="115" y="46"/>
                </a:lnTo>
                <a:lnTo>
                  <a:pt x="116" y="46"/>
                </a:lnTo>
                <a:lnTo>
                  <a:pt x="117" y="47"/>
                </a:lnTo>
                <a:lnTo>
                  <a:pt x="119" y="49"/>
                </a:lnTo>
                <a:lnTo>
                  <a:pt x="121" y="51"/>
                </a:lnTo>
                <a:lnTo>
                  <a:pt x="123" y="53"/>
                </a:lnTo>
                <a:lnTo>
                  <a:pt x="126" y="55"/>
                </a:lnTo>
                <a:lnTo>
                  <a:pt x="129" y="57"/>
                </a:lnTo>
                <a:lnTo>
                  <a:pt x="130" y="60"/>
                </a:lnTo>
                <a:lnTo>
                  <a:pt x="130" y="61"/>
                </a:lnTo>
                <a:lnTo>
                  <a:pt x="129" y="61"/>
                </a:lnTo>
                <a:lnTo>
                  <a:pt x="129" y="61"/>
                </a:lnTo>
                <a:lnTo>
                  <a:pt x="128" y="62"/>
                </a:lnTo>
                <a:lnTo>
                  <a:pt x="125" y="62"/>
                </a:lnTo>
                <a:lnTo>
                  <a:pt x="122" y="61"/>
                </a:lnTo>
                <a:lnTo>
                  <a:pt x="119" y="61"/>
                </a:lnTo>
                <a:lnTo>
                  <a:pt x="114" y="61"/>
                </a:lnTo>
                <a:lnTo>
                  <a:pt x="109" y="61"/>
                </a:lnTo>
                <a:lnTo>
                  <a:pt x="105" y="61"/>
                </a:lnTo>
                <a:lnTo>
                  <a:pt x="100" y="60"/>
                </a:lnTo>
                <a:lnTo>
                  <a:pt x="95" y="59"/>
                </a:lnTo>
                <a:lnTo>
                  <a:pt x="92" y="59"/>
                </a:lnTo>
                <a:lnTo>
                  <a:pt x="89" y="59"/>
                </a:lnTo>
                <a:lnTo>
                  <a:pt x="89" y="59"/>
                </a:lnTo>
                <a:lnTo>
                  <a:pt x="88" y="59"/>
                </a:lnTo>
                <a:lnTo>
                  <a:pt x="87" y="59"/>
                </a:lnTo>
                <a:lnTo>
                  <a:pt x="86" y="58"/>
                </a:lnTo>
                <a:lnTo>
                  <a:pt x="84" y="57"/>
                </a:lnTo>
                <a:lnTo>
                  <a:pt x="81" y="53"/>
                </a:lnTo>
                <a:lnTo>
                  <a:pt x="77" y="51"/>
                </a:lnTo>
                <a:lnTo>
                  <a:pt x="74" y="49"/>
                </a:lnTo>
                <a:lnTo>
                  <a:pt x="72" y="48"/>
                </a:lnTo>
                <a:lnTo>
                  <a:pt x="69" y="46"/>
                </a:lnTo>
                <a:lnTo>
                  <a:pt x="65" y="44"/>
                </a:lnTo>
                <a:lnTo>
                  <a:pt x="63" y="42"/>
                </a:lnTo>
                <a:lnTo>
                  <a:pt x="60" y="39"/>
                </a:lnTo>
                <a:lnTo>
                  <a:pt x="57" y="36"/>
                </a:lnTo>
                <a:lnTo>
                  <a:pt x="56" y="35"/>
                </a:lnTo>
                <a:lnTo>
                  <a:pt x="54" y="33"/>
                </a:lnTo>
                <a:lnTo>
                  <a:pt x="53" y="33"/>
                </a:lnTo>
                <a:lnTo>
                  <a:pt x="52" y="33"/>
                </a:lnTo>
                <a:lnTo>
                  <a:pt x="50" y="33"/>
                </a:lnTo>
                <a:lnTo>
                  <a:pt x="50" y="35"/>
                </a:lnTo>
                <a:lnTo>
                  <a:pt x="50" y="36"/>
                </a:lnTo>
                <a:lnTo>
                  <a:pt x="50" y="37"/>
                </a:lnTo>
                <a:lnTo>
                  <a:pt x="53" y="39"/>
                </a:lnTo>
                <a:lnTo>
                  <a:pt x="56" y="41"/>
                </a:lnTo>
                <a:lnTo>
                  <a:pt x="57" y="42"/>
                </a:lnTo>
                <a:lnTo>
                  <a:pt x="60" y="45"/>
                </a:lnTo>
                <a:lnTo>
                  <a:pt x="63" y="49"/>
                </a:lnTo>
                <a:lnTo>
                  <a:pt x="66" y="51"/>
                </a:lnTo>
                <a:lnTo>
                  <a:pt x="73" y="56"/>
                </a:lnTo>
                <a:lnTo>
                  <a:pt x="77" y="58"/>
                </a:lnTo>
                <a:lnTo>
                  <a:pt x="77" y="59"/>
                </a:lnTo>
                <a:lnTo>
                  <a:pt x="77" y="59"/>
                </a:lnTo>
                <a:lnTo>
                  <a:pt x="77" y="60"/>
                </a:lnTo>
                <a:lnTo>
                  <a:pt x="74" y="61"/>
                </a:lnTo>
                <a:lnTo>
                  <a:pt x="73" y="61"/>
                </a:lnTo>
                <a:lnTo>
                  <a:pt x="70" y="61"/>
                </a:lnTo>
                <a:lnTo>
                  <a:pt x="68" y="61"/>
                </a:lnTo>
                <a:lnTo>
                  <a:pt x="65" y="60"/>
                </a:lnTo>
                <a:lnTo>
                  <a:pt x="61" y="59"/>
                </a:lnTo>
                <a:lnTo>
                  <a:pt x="58" y="58"/>
                </a:lnTo>
                <a:lnTo>
                  <a:pt x="57" y="57"/>
                </a:lnTo>
                <a:lnTo>
                  <a:pt x="54" y="55"/>
                </a:lnTo>
                <a:lnTo>
                  <a:pt x="53" y="54"/>
                </a:lnTo>
                <a:lnTo>
                  <a:pt x="52" y="53"/>
                </a:lnTo>
                <a:lnTo>
                  <a:pt x="51" y="53"/>
                </a:lnTo>
                <a:lnTo>
                  <a:pt x="49" y="53"/>
                </a:lnTo>
                <a:lnTo>
                  <a:pt x="47" y="53"/>
                </a:lnTo>
                <a:lnTo>
                  <a:pt x="45" y="53"/>
                </a:lnTo>
                <a:lnTo>
                  <a:pt x="43" y="52"/>
                </a:lnTo>
                <a:lnTo>
                  <a:pt x="40" y="50"/>
                </a:lnTo>
                <a:lnTo>
                  <a:pt x="38" y="49"/>
                </a:lnTo>
                <a:lnTo>
                  <a:pt x="35" y="47"/>
                </a:lnTo>
                <a:lnTo>
                  <a:pt x="32" y="45"/>
                </a:lnTo>
                <a:lnTo>
                  <a:pt x="29" y="44"/>
                </a:lnTo>
                <a:lnTo>
                  <a:pt x="25" y="42"/>
                </a:lnTo>
                <a:lnTo>
                  <a:pt x="24" y="42"/>
                </a:lnTo>
                <a:lnTo>
                  <a:pt x="21" y="41"/>
                </a:lnTo>
                <a:lnTo>
                  <a:pt x="17" y="38"/>
                </a:lnTo>
                <a:lnTo>
                  <a:pt x="15" y="35"/>
                </a:lnTo>
                <a:lnTo>
                  <a:pt x="13" y="32"/>
                </a:lnTo>
                <a:lnTo>
                  <a:pt x="12" y="31"/>
                </a:lnTo>
                <a:lnTo>
                  <a:pt x="11" y="29"/>
                </a:lnTo>
                <a:lnTo>
                  <a:pt x="9" y="28"/>
                </a:lnTo>
                <a:lnTo>
                  <a:pt x="8" y="27"/>
                </a:lnTo>
                <a:lnTo>
                  <a:pt x="8" y="27"/>
                </a:lnTo>
                <a:lnTo>
                  <a:pt x="6" y="28"/>
                </a:lnTo>
                <a:lnTo>
                  <a:pt x="4" y="29"/>
                </a:lnTo>
                <a:lnTo>
                  <a:pt x="4" y="31"/>
                </a:lnTo>
                <a:lnTo>
                  <a:pt x="6" y="35"/>
                </a:lnTo>
                <a:lnTo>
                  <a:pt x="8" y="39"/>
                </a:lnTo>
                <a:lnTo>
                  <a:pt x="9" y="41"/>
                </a:lnTo>
                <a:lnTo>
                  <a:pt x="10" y="42"/>
                </a:lnTo>
                <a:lnTo>
                  <a:pt x="12" y="44"/>
                </a:lnTo>
                <a:lnTo>
                  <a:pt x="13" y="45"/>
                </a:lnTo>
                <a:lnTo>
                  <a:pt x="17" y="47"/>
                </a:lnTo>
                <a:lnTo>
                  <a:pt x="20" y="49"/>
                </a:lnTo>
                <a:lnTo>
                  <a:pt x="26" y="53"/>
                </a:lnTo>
                <a:lnTo>
                  <a:pt x="32" y="57"/>
                </a:lnTo>
                <a:lnTo>
                  <a:pt x="33" y="58"/>
                </a:lnTo>
                <a:lnTo>
                  <a:pt x="35" y="60"/>
                </a:lnTo>
                <a:lnTo>
                  <a:pt x="36" y="61"/>
                </a:lnTo>
                <a:lnTo>
                  <a:pt x="36" y="62"/>
                </a:lnTo>
                <a:lnTo>
                  <a:pt x="35" y="62"/>
                </a:lnTo>
                <a:lnTo>
                  <a:pt x="35" y="63"/>
                </a:lnTo>
                <a:lnTo>
                  <a:pt x="34" y="64"/>
                </a:lnTo>
                <a:lnTo>
                  <a:pt x="33" y="65"/>
                </a:lnTo>
                <a:lnTo>
                  <a:pt x="31" y="66"/>
                </a:lnTo>
                <a:lnTo>
                  <a:pt x="29" y="68"/>
                </a:lnTo>
                <a:lnTo>
                  <a:pt x="25" y="69"/>
                </a:lnTo>
                <a:lnTo>
                  <a:pt x="22" y="72"/>
                </a:lnTo>
                <a:lnTo>
                  <a:pt x="18" y="73"/>
                </a:lnTo>
                <a:lnTo>
                  <a:pt x="14" y="73"/>
                </a:lnTo>
                <a:lnTo>
                  <a:pt x="12" y="74"/>
                </a:lnTo>
                <a:lnTo>
                  <a:pt x="10" y="74"/>
                </a:lnTo>
                <a:lnTo>
                  <a:pt x="9" y="74"/>
                </a:lnTo>
                <a:lnTo>
                  <a:pt x="8" y="73"/>
                </a:lnTo>
                <a:lnTo>
                  <a:pt x="8" y="72"/>
                </a:lnTo>
                <a:lnTo>
                  <a:pt x="6" y="69"/>
                </a:lnTo>
                <a:lnTo>
                  <a:pt x="4" y="66"/>
                </a:lnTo>
                <a:lnTo>
                  <a:pt x="3" y="62"/>
                </a:lnTo>
                <a:lnTo>
                  <a:pt x="2" y="61"/>
                </a:lnTo>
                <a:lnTo>
                  <a:pt x="2" y="61"/>
                </a:lnTo>
                <a:lnTo>
                  <a:pt x="1" y="61"/>
                </a:lnTo>
                <a:lnTo>
                  <a:pt x="0" y="61"/>
                </a:lnTo>
                <a:lnTo>
                  <a:pt x="0" y="63"/>
                </a:lnTo>
                <a:lnTo>
                  <a:pt x="0" y="65"/>
                </a:lnTo>
                <a:lnTo>
                  <a:pt x="0" y="66"/>
                </a:lnTo>
                <a:lnTo>
                  <a:pt x="0" y="69"/>
                </a:lnTo>
                <a:lnTo>
                  <a:pt x="2" y="73"/>
                </a:lnTo>
                <a:lnTo>
                  <a:pt x="2" y="77"/>
                </a:lnTo>
                <a:lnTo>
                  <a:pt x="3" y="81"/>
                </a:lnTo>
                <a:lnTo>
                  <a:pt x="3" y="85"/>
                </a:lnTo>
                <a:lnTo>
                  <a:pt x="4" y="85"/>
                </a:lnTo>
                <a:lnTo>
                  <a:pt x="4" y="85"/>
                </a:lnTo>
                <a:lnTo>
                  <a:pt x="4" y="86"/>
                </a:lnTo>
                <a:lnTo>
                  <a:pt x="5" y="86"/>
                </a:lnTo>
                <a:lnTo>
                  <a:pt x="7" y="87"/>
                </a:lnTo>
                <a:lnTo>
                  <a:pt x="9" y="87"/>
                </a:lnTo>
                <a:lnTo>
                  <a:pt x="13" y="87"/>
                </a:lnTo>
                <a:lnTo>
                  <a:pt x="16" y="86"/>
                </a:lnTo>
                <a:lnTo>
                  <a:pt x="19" y="85"/>
                </a:lnTo>
                <a:lnTo>
                  <a:pt x="25" y="81"/>
                </a:lnTo>
                <a:lnTo>
                  <a:pt x="30" y="78"/>
                </a:lnTo>
                <a:lnTo>
                  <a:pt x="34" y="76"/>
                </a:lnTo>
                <a:lnTo>
                  <a:pt x="37" y="73"/>
                </a:lnTo>
                <a:lnTo>
                  <a:pt x="42" y="70"/>
                </a:lnTo>
                <a:lnTo>
                  <a:pt x="43" y="69"/>
                </a:lnTo>
                <a:lnTo>
                  <a:pt x="44" y="69"/>
                </a:lnTo>
                <a:lnTo>
                  <a:pt x="45" y="68"/>
                </a:lnTo>
                <a:lnTo>
                  <a:pt x="46" y="68"/>
                </a:lnTo>
                <a:lnTo>
                  <a:pt x="47" y="68"/>
                </a:lnTo>
                <a:lnTo>
                  <a:pt x="48" y="69"/>
                </a:lnTo>
                <a:lnTo>
                  <a:pt x="49" y="69"/>
                </a:lnTo>
                <a:lnTo>
                  <a:pt x="51" y="71"/>
                </a:lnTo>
                <a:lnTo>
                  <a:pt x="52" y="72"/>
                </a:lnTo>
                <a:lnTo>
                  <a:pt x="53" y="73"/>
                </a:lnTo>
                <a:lnTo>
                  <a:pt x="53" y="73"/>
                </a:lnTo>
                <a:lnTo>
                  <a:pt x="53" y="73"/>
                </a:lnTo>
                <a:lnTo>
                  <a:pt x="51" y="74"/>
                </a:lnTo>
                <a:lnTo>
                  <a:pt x="49" y="74"/>
                </a:lnTo>
                <a:lnTo>
                  <a:pt x="47" y="74"/>
                </a:lnTo>
                <a:lnTo>
                  <a:pt x="45" y="74"/>
                </a:lnTo>
                <a:lnTo>
                  <a:pt x="44" y="75"/>
                </a:lnTo>
                <a:lnTo>
                  <a:pt x="43" y="75"/>
                </a:lnTo>
                <a:lnTo>
                  <a:pt x="43" y="75"/>
                </a:lnTo>
                <a:lnTo>
                  <a:pt x="43" y="76"/>
                </a:lnTo>
                <a:lnTo>
                  <a:pt x="44" y="77"/>
                </a:lnTo>
                <a:lnTo>
                  <a:pt x="47" y="77"/>
                </a:lnTo>
                <a:lnTo>
                  <a:pt x="50" y="80"/>
                </a:lnTo>
                <a:lnTo>
                  <a:pt x="55" y="82"/>
                </a:lnTo>
                <a:lnTo>
                  <a:pt x="58" y="85"/>
                </a:lnTo>
                <a:lnTo>
                  <a:pt x="61" y="86"/>
                </a:lnTo>
                <a:lnTo>
                  <a:pt x="61" y="86"/>
                </a:lnTo>
                <a:lnTo>
                  <a:pt x="63" y="85"/>
                </a:lnTo>
                <a:lnTo>
                  <a:pt x="64" y="85"/>
                </a:lnTo>
                <a:lnTo>
                  <a:pt x="65" y="83"/>
                </a:lnTo>
                <a:lnTo>
                  <a:pt x="65" y="81"/>
                </a:lnTo>
                <a:lnTo>
                  <a:pt x="65" y="79"/>
                </a:lnTo>
                <a:lnTo>
                  <a:pt x="65" y="77"/>
                </a:lnTo>
                <a:lnTo>
                  <a:pt x="65" y="74"/>
                </a:lnTo>
                <a:lnTo>
                  <a:pt x="64" y="72"/>
                </a:lnTo>
                <a:lnTo>
                  <a:pt x="62" y="70"/>
                </a:lnTo>
                <a:lnTo>
                  <a:pt x="61" y="69"/>
                </a:lnTo>
                <a:lnTo>
                  <a:pt x="61" y="69"/>
                </a:lnTo>
                <a:lnTo>
                  <a:pt x="59" y="68"/>
                </a:lnTo>
                <a:lnTo>
                  <a:pt x="57" y="67"/>
                </a:lnTo>
                <a:lnTo>
                  <a:pt x="56" y="65"/>
                </a:lnTo>
                <a:lnTo>
                  <a:pt x="54" y="62"/>
                </a:lnTo>
                <a:lnTo>
                  <a:pt x="54" y="62"/>
                </a:lnTo>
                <a:lnTo>
                  <a:pt x="53" y="61"/>
                </a:lnTo>
                <a:lnTo>
                  <a:pt x="54" y="61"/>
                </a:lnTo>
                <a:lnTo>
                  <a:pt x="54" y="61"/>
                </a:lnTo>
                <a:lnTo>
                  <a:pt x="55" y="61"/>
                </a:lnTo>
                <a:lnTo>
                  <a:pt x="57" y="61"/>
                </a:lnTo>
                <a:lnTo>
                  <a:pt x="61" y="62"/>
                </a:lnTo>
                <a:lnTo>
                  <a:pt x="65" y="63"/>
                </a:lnTo>
                <a:lnTo>
                  <a:pt x="69" y="65"/>
                </a:lnTo>
                <a:lnTo>
                  <a:pt x="73" y="66"/>
                </a:lnTo>
                <a:lnTo>
                  <a:pt x="75" y="67"/>
                </a:lnTo>
                <a:lnTo>
                  <a:pt x="77" y="69"/>
                </a:lnTo>
                <a:lnTo>
                  <a:pt x="80" y="70"/>
                </a:lnTo>
                <a:lnTo>
                  <a:pt x="82" y="73"/>
                </a:lnTo>
                <a:lnTo>
                  <a:pt x="85" y="75"/>
                </a:lnTo>
                <a:lnTo>
                  <a:pt x="87" y="76"/>
                </a:lnTo>
                <a:lnTo>
                  <a:pt x="89" y="77"/>
                </a:lnTo>
                <a:lnTo>
                  <a:pt x="90" y="77"/>
                </a:lnTo>
                <a:lnTo>
                  <a:pt x="93" y="77"/>
                </a:lnTo>
                <a:lnTo>
                  <a:pt x="95" y="76"/>
                </a:lnTo>
                <a:lnTo>
                  <a:pt x="95" y="76"/>
                </a:lnTo>
                <a:lnTo>
                  <a:pt x="95" y="75"/>
                </a:lnTo>
                <a:lnTo>
                  <a:pt x="95" y="73"/>
                </a:lnTo>
                <a:lnTo>
                  <a:pt x="95" y="72"/>
                </a:lnTo>
                <a:lnTo>
                  <a:pt x="94" y="70"/>
                </a:lnTo>
                <a:lnTo>
                  <a:pt x="94" y="69"/>
                </a:lnTo>
                <a:lnTo>
                  <a:pt x="93" y="68"/>
                </a:lnTo>
                <a:lnTo>
                  <a:pt x="94" y="66"/>
                </a:lnTo>
                <a:lnTo>
                  <a:pt x="94" y="65"/>
                </a:lnTo>
                <a:lnTo>
                  <a:pt x="95" y="65"/>
                </a:lnTo>
                <a:lnTo>
                  <a:pt x="96" y="64"/>
                </a:lnTo>
                <a:lnTo>
                  <a:pt x="97" y="64"/>
                </a:lnTo>
                <a:lnTo>
                  <a:pt x="101" y="65"/>
                </a:lnTo>
                <a:lnTo>
                  <a:pt x="105" y="65"/>
                </a:lnTo>
                <a:lnTo>
                  <a:pt x="109" y="65"/>
                </a:lnTo>
                <a:lnTo>
                  <a:pt x="112" y="65"/>
                </a:lnTo>
                <a:lnTo>
                  <a:pt x="114" y="66"/>
                </a:lnTo>
                <a:lnTo>
                  <a:pt x="117" y="67"/>
                </a:lnTo>
                <a:lnTo>
                  <a:pt x="123" y="69"/>
                </a:lnTo>
                <a:lnTo>
                  <a:pt x="128" y="71"/>
                </a:lnTo>
                <a:lnTo>
                  <a:pt x="130" y="72"/>
                </a:lnTo>
                <a:lnTo>
                  <a:pt x="132" y="72"/>
                </a:lnTo>
                <a:lnTo>
                  <a:pt x="135" y="72"/>
                </a:lnTo>
                <a:lnTo>
                  <a:pt x="137" y="72"/>
                </a:lnTo>
                <a:lnTo>
                  <a:pt x="140" y="70"/>
                </a:lnTo>
                <a:lnTo>
                  <a:pt x="141" y="69"/>
                </a:lnTo>
                <a:lnTo>
                  <a:pt x="143" y="67"/>
                </a:lnTo>
                <a:lnTo>
                  <a:pt x="144" y="65"/>
                </a:lnTo>
                <a:lnTo>
                  <a:pt x="144" y="64"/>
                </a:lnTo>
                <a:lnTo>
                  <a:pt x="145" y="61"/>
                </a:lnTo>
                <a:lnTo>
                  <a:pt x="144" y="60"/>
                </a:lnTo>
                <a:lnTo>
                  <a:pt x="144" y="59"/>
                </a:lnTo>
                <a:lnTo>
                  <a:pt x="143" y="58"/>
                </a:lnTo>
                <a:lnTo>
                  <a:pt x="141" y="57"/>
                </a:lnTo>
                <a:lnTo>
                  <a:pt x="137" y="55"/>
                </a:lnTo>
                <a:lnTo>
                  <a:pt x="132" y="51"/>
                </a:lnTo>
                <a:lnTo>
                  <a:pt x="126" y="48"/>
                </a:lnTo>
                <a:lnTo>
                  <a:pt x="123" y="46"/>
                </a:lnTo>
                <a:lnTo>
                  <a:pt x="122" y="46"/>
                </a:lnTo>
                <a:lnTo>
                  <a:pt x="121" y="45"/>
                </a:lnTo>
                <a:lnTo>
                  <a:pt x="121" y="45"/>
                </a:lnTo>
                <a:lnTo>
                  <a:pt x="120" y="44"/>
                </a:lnTo>
                <a:lnTo>
                  <a:pt x="119" y="43"/>
                </a:lnTo>
                <a:lnTo>
                  <a:pt x="119" y="42"/>
                </a:lnTo>
                <a:lnTo>
                  <a:pt x="118" y="41"/>
                </a:lnTo>
                <a:lnTo>
                  <a:pt x="119" y="41"/>
                </a:lnTo>
                <a:lnTo>
                  <a:pt x="119" y="39"/>
                </a:lnTo>
                <a:lnTo>
                  <a:pt x="118" y="37"/>
                </a:lnTo>
                <a:lnTo>
                  <a:pt x="118" y="37"/>
                </a:lnTo>
                <a:lnTo>
                  <a:pt x="118" y="36"/>
                </a:lnTo>
                <a:lnTo>
                  <a:pt x="118" y="35"/>
                </a:lnTo>
                <a:lnTo>
                  <a:pt x="119" y="33"/>
                </a:lnTo>
                <a:lnTo>
                  <a:pt x="119" y="32"/>
                </a:lnTo>
                <a:lnTo>
                  <a:pt x="120" y="32"/>
                </a:lnTo>
                <a:lnTo>
                  <a:pt x="121" y="32"/>
                </a:lnTo>
                <a:lnTo>
                  <a:pt x="122" y="32"/>
                </a:lnTo>
                <a:lnTo>
                  <a:pt x="125" y="32"/>
                </a:lnTo>
                <a:lnTo>
                  <a:pt x="127" y="32"/>
                </a:lnTo>
                <a:lnTo>
                  <a:pt x="130" y="34"/>
                </a:lnTo>
                <a:lnTo>
                  <a:pt x="135" y="35"/>
                </a:lnTo>
                <a:lnTo>
                  <a:pt x="140" y="37"/>
                </a:lnTo>
                <a:lnTo>
                  <a:pt x="143" y="38"/>
                </a:lnTo>
                <a:lnTo>
                  <a:pt x="145" y="39"/>
                </a:lnTo>
                <a:lnTo>
                  <a:pt x="147" y="40"/>
                </a:lnTo>
                <a:lnTo>
                  <a:pt x="148" y="40"/>
                </a:lnTo>
                <a:lnTo>
                  <a:pt x="149" y="39"/>
                </a:lnTo>
                <a:lnTo>
                  <a:pt x="151" y="38"/>
                </a:lnTo>
                <a:lnTo>
                  <a:pt x="153" y="38"/>
                </a:lnTo>
                <a:lnTo>
                  <a:pt x="153" y="38"/>
                </a:lnTo>
                <a:lnTo>
                  <a:pt x="154" y="37"/>
                </a:lnTo>
                <a:lnTo>
                  <a:pt x="154" y="37"/>
                </a:lnTo>
                <a:lnTo>
                  <a:pt x="155" y="37"/>
                </a:lnTo>
                <a:lnTo>
                  <a:pt x="156" y="33"/>
                </a:lnTo>
                <a:lnTo>
                  <a:pt x="156" y="29"/>
                </a:lnTo>
                <a:lnTo>
                  <a:pt x="156" y="27"/>
                </a:lnTo>
                <a:lnTo>
                  <a:pt x="155" y="24"/>
                </a:lnTo>
                <a:lnTo>
                  <a:pt x="154" y="24"/>
                </a:lnTo>
                <a:lnTo>
                  <a:pt x="153" y="23"/>
                </a:lnTo>
                <a:lnTo>
                  <a:pt x="153" y="22"/>
                </a:lnTo>
                <a:lnTo>
                  <a:pt x="151" y="22"/>
                </a:lnTo>
                <a:lnTo>
                  <a:pt x="150" y="23"/>
                </a:lnTo>
                <a:lnTo>
                  <a:pt x="150" y="23"/>
                </a:lnTo>
                <a:lnTo>
                  <a:pt x="150" y="24"/>
                </a:lnTo>
                <a:lnTo>
                  <a:pt x="149" y="24"/>
                </a:lnTo>
                <a:lnTo>
                  <a:pt x="147" y="25"/>
                </a:lnTo>
                <a:lnTo>
                  <a:pt x="143" y="28"/>
                </a:lnTo>
                <a:lnTo>
                  <a:pt x="142" y="28"/>
                </a:lnTo>
                <a:lnTo>
                  <a:pt x="141" y="28"/>
                </a:lnTo>
                <a:lnTo>
                  <a:pt x="138" y="28"/>
                </a:lnTo>
                <a:lnTo>
                  <a:pt x="137" y="29"/>
                </a:lnTo>
                <a:lnTo>
                  <a:pt x="132" y="28"/>
                </a:lnTo>
                <a:lnTo>
                  <a:pt x="127" y="28"/>
                </a:lnTo>
                <a:lnTo>
                  <a:pt x="118" y="27"/>
                </a:lnTo>
                <a:lnTo>
                  <a:pt x="114" y="26"/>
                </a:lnTo>
                <a:lnTo>
                  <a:pt x="113" y="25"/>
                </a:lnTo>
                <a:lnTo>
                  <a:pt x="113" y="25"/>
                </a:lnTo>
                <a:lnTo>
                  <a:pt x="113" y="24"/>
                </a:lnTo>
                <a:lnTo>
                  <a:pt x="112" y="24"/>
                </a:lnTo>
                <a:lnTo>
                  <a:pt x="112" y="21"/>
                </a:lnTo>
                <a:lnTo>
                  <a:pt x="110" y="20"/>
                </a:lnTo>
                <a:lnTo>
                  <a:pt x="109" y="18"/>
                </a:lnTo>
                <a:lnTo>
                  <a:pt x="108" y="16"/>
                </a:lnTo>
                <a:lnTo>
                  <a:pt x="106" y="15"/>
                </a:lnTo>
                <a:lnTo>
                  <a:pt x="105" y="14"/>
                </a:lnTo>
                <a:lnTo>
                  <a:pt x="105" y="14"/>
                </a:lnTo>
                <a:lnTo>
                  <a:pt x="105" y="12"/>
                </a:lnTo>
                <a:lnTo>
                  <a:pt x="105" y="12"/>
                </a:lnTo>
                <a:lnTo>
                  <a:pt x="105" y="11"/>
                </a:lnTo>
                <a:lnTo>
                  <a:pt x="105" y="8"/>
                </a:lnTo>
                <a:lnTo>
                  <a:pt x="105" y="8"/>
                </a:lnTo>
                <a:lnTo>
                  <a:pt x="105" y="8"/>
                </a:lnTo>
                <a:lnTo>
                  <a:pt x="106" y="6"/>
                </a:lnTo>
                <a:lnTo>
                  <a:pt x="106" y="5"/>
                </a:lnTo>
                <a:lnTo>
                  <a:pt x="106" y="4"/>
                </a:lnTo>
                <a:lnTo>
                  <a:pt x="106" y="3"/>
                </a:lnTo>
                <a:lnTo>
                  <a:pt x="105" y="2"/>
                </a:lnTo>
                <a:lnTo>
                  <a:pt x="105" y="1"/>
                </a:lnTo>
                <a:lnTo>
                  <a:pt x="105" y="0"/>
                </a:lnTo>
                <a:lnTo>
                  <a:pt x="104" y="0"/>
                </a:lnTo>
                <a:lnTo>
                  <a:pt x="102" y="0"/>
                </a:lnTo>
                <a:lnTo>
                  <a:pt x="102" y="1"/>
                </a:lnTo>
                <a:lnTo>
                  <a:pt x="101" y="2"/>
                </a:lnTo>
                <a:lnTo>
                  <a:pt x="101" y="3"/>
                </a:lnTo>
                <a:lnTo>
                  <a:pt x="100" y="4"/>
                </a:lnTo>
                <a:lnTo>
                  <a:pt x="97" y="8"/>
                </a:lnTo>
                <a:lnTo>
                  <a:pt x="93" y="13"/>
                </a:lnTo>
                <a:lnTo>
                  <a:pt x="89" y="18"/>
                </a:lnTo>
                <a:lnTo>
                  <a:pt x="86" y="22"/>
                </a:lnTo>
                <a:lnTo>
                  <a:pt x="84" y="24"/>
                </a:lnTo>
                <a:lnTo>
                  <a:pt x="83" y="24"/>
                </a:lnTo>
                <a:lnTo>
                  <a:pt x="81" y="25"/>
                </a:lnTo>
                <a:lnTo>
                  <a:pt x="80" y="25"/>
                </a:lnTo>
                <a:lnTo>
                  <a:pt x="79" y="25"/>
                </a:lnTo>
                <a:lnTo>
                  <a:pt x="78" y="25"/>
                </a:lnTo>
                <a:lnTo>
                  <a:pt x="78" y="24"/>
                </a:lnTo>
                <a:lnTo>
                  <a:pt x="78" y="24"/>
                </a:lnTo>
                <a:lnTo>
                  <a:pt x="80" y="19"/>
                </a:lnTo>
                <a:lnTo>
                  <a:pt x="81" y="14"/>
                </a:lnTo>
                <a:lnTo>
                  <a:pt x="82" y="13"/>
                </a:lnTo>
                <a:lnTo>
                  <a:pt x="82" y="11"/>
                </a:lnTo>
                <a:lnTo>
                  <a:pt x="81" y="9"/>
                </a:lnTo>
                <a:lnTo>
                  <a:pt x="80" y="7"/>
                </a:lnTo>
                <a:lnTo>
                  <a:pt x="80" y="7"/>
                </a:lnTo>
                <a:lnTo>
                  <a:pt x="79" y="6"/>
                </a:lnTo>
                <a:lnTo>
                  <a:pt x="78" y="7"/>
                </a:lnTo>
                <a:lnTo>
                  <a:pt x="78" y="7"/>
                </a:lnTo>
                <a:lnTo>
                  <a:pt x="77" y="9"/>
                </a:lnTo>
                <a:lnTo>
                  <a:pt x="76" y="12"/>
                </a:lnTo>
                <a:lnTo>
                  <a:pt x="74" y="16"/>
                </a:lnTo>
                <a:lnTo>
                  <a:pt x="73" y="18"/>
                </a:lnTo>
                <a:lnTo>
                  <a:pt x="71" y="20"/>
                </a:lnTo>
                <a:lnTo>
                  <a:pt x="69" y="21"/>
                </a:lnTo>
                <a:lnTo>
                  <a:pt x="68" y="22"/>
                </a:lnTo>
                <a:lnTo>
                  <a:pt x="67" y="23"/>
                </a:lnTo>
                <a:lnTo>
                  <a:pt x="65" y="24"/>
                </a:lnTo>
                <a:lnTo>
                  <a:pt x="65" y="25"/>
                </a:lnTo>
                <a:lnTo>
                  <a:pt x="64" y="26"/>
                </a:lnTo>
                <a:lnTo>
                  <a:pt x="64" y="27"/>
                </a:lnTo>
                <a:lnTo>
                  <a:pt x="64" y="27"/>
                </a:lnTo>
                <a:lnTo>
                  <a:pt x="64" y="28"/>
                </a:lnTo>
                <a:lnTo>
                  <a:pt x="65" y="28"/>
                </a:lnTo>
                <a:lnTo>
                  <a:pt x="67" y="28"/>
                </a:lnTo>
                <a:lnTo>
                  <a:pt x="71" y="29"/>
                </a:lnTo>
                <a:lnTo>
                  <a:pt x="76" y="30"/>
                </a:lnTo>
                <a:lnTo>
                  <a:pt x="81" y="31"/>
                </a:lnTo>
                <a:lnTo>
                  <a:pt x="85" y="3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endParaRPr/>
          </a:p>
        </p:txBody>
      </p:sp>
      <p:sp>
        <p:nvSpPr>
          <p:cNvPr id="119" name="ís1iďé">
            <a:extLst>
              <a:ext uri="{FF2B5EF4-FFF2-40B4-BE49-F238E27FC236}">
                <a16:creationId xmlns:a16="http://schemas.microsoft.com/office/drawing/2014/main" id="{7B6C08A4-3619-49A5-9BA9-2BB1B44FB9E6}"/>
              </a:ext>
            </a:extLst>
          </p:cNvPr>
          <p:cNvSpPr>
            <a:spLocks noGrp="1"/>
          </p:cNvSpPr>
          <p:nvPr/>
        </p:nvSpPr>
        <p:spPr>
          <a:xfrm>
            <a:off x="907200" y="788040"/>
            <a:ext cx="327240" cy="210600"/>
          </a:xfrm>
          <a:custGeom>
            <a:avLst/>
            <a:gdLst>
              <a:gd name="textAreaLeft" fmla="*/ 0 w 327240"/>
              <a:gd name="textAreaRight" fmla="*/ 327600 w 327240"/>
              <a:gd name="textAreaTop" fmla="*/ 0 h 210600"/>
              <a:gd name="textAreaBottom" fmla="*/ 210960 h 210600"/>
              <a:gd name="GluePoint1X" fmla="*/ 238 w 750"/>
              <a:gd name="GluePoint1Y" fmla="*/ 410 h 483"/>
              <a:gd name="GluePoint2X" fmla="*/ 260 w 750"/>
              <a:gd name="GluePoint2Y" fmla="*/ 439 h 483"/>
              <a:gd name="GluePoint3X" fmla="*/ 256 w 750"/>
              <a:gd name="GluePoint3Y" fmla="*/ 482 h 483"/>
              <a:gd name="GluePoint4X" fmla="*/ 230 w 750"/>
              <a:gd name="GluePoint4Y" fmla="*/ 454 h 483"/>
              <a:gd name="GluePoint5X" fmla="*/ 255 w 750"/>
              <a:gd name="GluePoint5Y" fmla="*/ 473 h 483"/>
              <a:gd name="GluePoint6X" fmla="*/ 249 w 750"/>
              <a:gd name="GluePoint6Y" fmla="*/ 443 h 483"/>
              <a:gd name="GluePoint7X" fmla="*/ 234 w 750"/>
              <a:gd name="GluePoint7Y" fmla="*/ 401 h 483"/>
              <a:gd name="GluePoint8X" fmla="*/ 260 w 750"/>
              <a:gd name="GluePoint8Y" fmla="*/ 397 h 483"/>
              <a:gd name="GluePoint9X" fmla="*/ 28 w 750"/>
              <a:gd name="GluePoint9Y" fmla="*/ 433 h 483"/>
              <a:gd name="GluePoint10X" fmla="*/ 13 w 750"/>
              <a:gd name="GluePoint10Y" fmla="*/ 428 h 483"/>
              <a:gd name="GluePoint11X" fmla="*/ 0 w 750"/>
              <a:gd name="GluePoint11Y" fmla="*/ 419 h 483"/>
              <a:gd name="GluePoint12X" fmla="*/ 37 w 750"/>
              <a:gd name="GluePoint12Y" fmla="*/ 447 h 483"/>
              <a:gd name="GluePoint13X" fmla="*/ 123 w 750"/>
              <a:gd name="GluePoint13Y" fmla="*/ 381 h 483"/>
              <a:gd name="GluePoint14X" fmla="*/ 160 w 750"/>
              <a:gd name="GluePoint14Y" fmla="*/ 436 h 483"/>
              <a:gd name="GluePoint15X" fmla="*/ 224 w 750"/>
              <a:gd name="GluePoint15Y" fmla="*/ 423 h 483"/>
              <a:gd name="GluePoint16X" fmla="*/ 193 w 750"/>
              <a:gd name="GluePoint16Y" fmla="*/ 391 h 483"/>
              <a:gd name="GluePoint17X" fmla="*/ 216 w 750"/>
              <a:gd name="GluePoint17Y" fmla="*/ 409 h 483"/>
              <a:gd name="GluePoint18X" fmla="*/ 278 w 750"/>
              <a:gd name="GluePoint18Y" fmla="*/ 482 h 483"/>
              <a:gd name="GluePoint19X" fmla="*/ 351 w 750"/>
              <a:gd name="GluePoint19Y" fmla="*/ 426 h 483"/>
              <a:gd name="GluePoint20X" fmla="*/ 437 w 750"/>
              <a:gd name="GluePoint20Y" fmla="*/ 430 h 483"/>
              <a:gd name="GluePoint21X" fmla="*/ 411 w 750"/>
              <a:gd name="GluePoint21Y" fmla="*/ 359 h 483"/>
              <a:gd name="GluePoint22X" fmla="*/ 388 w 750"/>
              <a:gd name="GluePoint22Y" fmla="*/ 381 h 483"/>
              <a:gd name="GluePoint23X" fmla="*/ 423 w 750"/>
              <a:gd name="GluePoint23Y" fmla="*/ 447 h 483"/>
              <a:gd name="GluePoint24X" fmla="*/ 405 w 750"/>
              <a:gd name="GluePoint24Y" fmla="*/ 417 h 483"/>
              <a:gd name="GluePoint25X" fmla="*/ 401 w 750"/>
              <a:gd name="GluePoint25Y" fmla="*/ 366 h 483"/>
              <a:gd name="GluePoint26X" fmla="*/ 427 w 750"/>
              <a:gd name="GluePoint26Y" fmla="*/ 408 h 483"/>
              <a:gd name="GluePoint27X" fmla="*/ 448 w 750"/>
              <a:gd name="GluePoint27Y" fmla="*/ 334 h 483"/>
              <a:gd name="GluePoint28X" fmla="*/ 498 w 750"/>
              <a:gd name="GluePoint28Y" fmla="*/ 301 h 483"/>
              <a:gd name="GluePoint29X" fmla="*/ 551 w 750"/>
              <a:gd name="GluePoint29Y" fmla="*/ 375 h 483"/>
              <a:gd name="GluePoint30X" fmla="*/ 583 w 750"/>
              <a:gd name="GluePoint30Y" fmla="*/ 330 h 483"/>
              <a:gd name="GluePoint31X" fmla="*/ 544 w 750"/>
              <a:gd name="GluePoint31Y" fmla="*/ 279 h 483"/>
              <a:gd name="GluePoint32X" fmla="*/ 565 w 750"/>
              <a:gd name="GluePoint32Y" fmla="*/ 265 h 483"/>
              <a:gd name="GluePoint33X" fmla="*/ 537 w 750"/>
              <a:gd name="GluePoint33Y" fmla="*/ 269 h 483"/>
              <a:gd name="GluePoint34X" fmla="*/ 572 w 750"/>
              <a:gd name="GluePoint34Y" fmla="*/ 333 h 483"/>
              <a:gd name="GluePoint35X" fmla="*/ 602 w 750"/>
              <a:gd name="GluePoint35Y" fmla="*/ 327 h 483"/>
              <a:gd name="GluePoint36X" fmla="*/ 589 w 750"/>
              <a:gd name="GluePoint36Y" fmla="*/ 271 h 483"/>
              <a:gd name="GluePoint37X" fmla="*/ 650 w 750"/>
              <a:gd name="GluePoint37Y" fmla="*/ 233 h 483"/>
              <a:gd name="GluePoint38X" fmla="*/ 668 w 750"/>
              <a:gd name="GluePoint38Y" fmla="*/ 220 h 483"/>
              <a:gd name="GluePoint39X" fmla="*/ 613 w 750"/>
              <a:gd name="GluePoint39Y" fmla="*/ 169 h 483"/>
              <a:gd name="GluePoint40X" fmla="*/ 644 w 750"/>
              <a:gd name="GluePoint40Y" fmla="*/ 157 h 483"/>
              <a:gd name="GluePoint41X" fmla="*/ 690 w 750"/>
              <a:gd name="GluePoint41Y" fmla="*/ 213 h 483"/>
              <a:gd name="GluePoint42X" fmla="*/ 658 w 750"/>
              <a:gd name="GluePoint42Y" fmla="*/ 175 h 483"/>
              <a:gd name="GluePoint43X" fmla="*/ 620 w 750"/>
              <a:gd name="GluePoint43Y" fmla="*/ 169 h 483"/>
              <a:gd name="GluePoint44X" fmla="*/ 664 w 750"/>
              <a:gd name="GluePoint44Y" fmla="*/ 208 h 483"/>
              <a:gd name="GluePoint45X" fmla="*/ 710 w 750"/>
              <a:gd name="GluePoint45Y" fmla="*/ 149 h 483"/>
              <a:gd name="GluePoint46X" fmla="*/ 697 w 750"/>
              <a:gd name="GluePoint46Y" fmla="*/ 143 h 483"/>
              <a:gd name="GluePoint47X" fmla="*/ 641 w 750"/>
              <a:gd name="GluePoint47Y" fmla="*/ 104 h 483"/>
              <a:gd name="GluePoint48X" fmla="*/ 692 w 750"/>
              <a:gd name="GluePoint48Y" fmla="*/ 96 h 483"/>
              <a:gd name="GluePoint49X" fmla="*/ 709 w 750"/>
              <a:gd name="GluePoint49Y" fmla="*/ 135 h 483"/>
              <a:gd name="GluePoint50X" fmla="*/ 650 w 750"/>
              <a:gd name="GluePoint50Y" fmla="*/ 108 h 483"/>
              <a:gd name="GluePoint51X" fmla="*/ 667 w 750"/>
              <a:gd name="GluePoint51Y" fmla="*/ 97 h 483"/>
              <a:gd name="GluePoint52X" fmla="*/ 718 w 750"/>
              <a:gd name="GluePoint52Y" fmla="*/ 126 h 483"/>
              <a:gd name="GluePoint53X" fmla="*/ 706 w 750"/>
              <a:gd name="GluePoint53Y" fmla="*/ 61 h 483"/>
              <a:gd name="GluePoint54X" fmla="*/ 732 w 750"/>
              <a:gd name="GluePoint54Y" fmla="*/ 81 h 483"/>
              <a:gd name="GluePoint55X" fmla="*/ 669 w 750"/>
              <a:gd name="GluePoint55Y" fmla="*/ 73 h 483"/>
              <a:gd name="GluePoint56X" fmla="*/ 673 w 750"/>
              <a:gd name="GluePoint56Y" fmla="*/ 53 h 483"/>
              <a:gd name="GluePoint57X" fmla="*/ 654 w 750"/>
              <a:gd name="GluePoint57Y" fmla="*/ 62 h 483"/>
              <a:gd name="GluePoint58X" fmla="*/ 698 w 750"/>
              <a:gd name="GluePoint58Y" fmla="*/ 91 h 483"/>
              <a:gd name="GluePoint59X" fmla="*/ 741 w 750"/>
              <a:gd name="GluePoint59Y" fmla="*/ 77 h 483"/>
              <a:gd name="GluePoint60X" fmla="*/ 662 w 750"/>
              <a:gd name="GluePoint60Y" fmla="*/ 9 h 483"/>
            </a:gdLst>
            <a:ahLst/>
            <a:cxnLst/>
            <a:rect l="textAreaLeft" t="textAreaTop" r="textAreaRight" b="textAreaBottom"/>
            <a:pathLst>
              <a:path w="750" h="483">
                <a:moveTo>
                  <a:pt x="265" y="417"/>
                </a:moveTo>
                <a:lnTo>
                  <a:pt x="258" y="417"/>
                </a:lnTo>
                <a:lnTo>
                  <a:pt x="258" y="414"/>
                </a:lnTo>
                <a:lnTo>
                  <a:pt x="257" y="411"/>
                </a:lnTo>
                <a:lnTo>
                  <a:pt x="257" y="408"/>
                </a:lnTo>
                <a:lnTo>
                  <a:pt x="256" y="405"/>
                </a:lnTo>
                <a:lnTo>
                  <a:pt x="255" y="404"/>
                </a:lnTo>
                <a:lnTo>
                  <a:pt x="253" y="403"/>
                </a:lnTo>
                <a:lnTo>
                  <a:pt x="251" y="401"/>
                </a:lnTo>
                <a:lnTo>
                  <a:pt x="249" y="401"/>
                </a:lnTo>
                <a:lnTo>
                  <a:pt x="246" y="401"/>
                </a:lnTo>
                <a:lnTo>
                  <a:pt x="244" y="402"/>
                </a:lnTo>
                <a:lnTo>
                  <a:pt x="241" y="404"/>
                </a:lnTo>
                <a:lnTo>
                  <a:pt x="241" y="405"/>
                </a:lnTo>
                <a:lnTo>
                  <a:pt x="239" y="408"/>
                </a:lnTo>
                <a:lnTo>
                  <a:pt x="238" y="410"/>
                </a:lnTo>
                <a:lnTo>
                  <a:pt x="238" y="414"/>
                </a:lnTo>
                <a:lnTo>
                  <a:pt x="238" y="417"/>
                </a:lnTo>
                <a:lnTo>
                  <a:pt x="238" y="420"/>
                </a:lnTo>
                <a:lnTo>
                  <a:pt x="238" y="421"/>
                </a:lnTo>
                <a:lnTo>
                  <a:pt x="238" y="423"/>
                </a:lnTo>
                <a:lnTo>
                  <a:pt x="239" y="425"/>
                </a:lnTo>
                <a:lnTo>
                  <a:pt x="240" y="426"/>
                </a:lnTo>
                <a:lnTo>
                  <a:pt x="241" y="428"/>
                </a:lnTo>
                <a:lnTo>
                  <a:pt x="242" y="429"/>
                </a:lnTo>
                <a:lnTo>
                  <a:pt x="244" y="430"/>
                </a:lnTo>
                <a:lnTo>
                  <a:pt x="245" y="431"/>
                </a:lnTo>
                <a:lnTo>
                  <a:pt x="249" y="433"/>
                </a:lnTo>
                <a:lnTo>
                  <a:pt x="251" y="434"/>
                </a:lnTo>
                <a:lnTo>
                  <a:pt x="253" y="434"/>
                </a:lnTo>
                <a:lnTo>
                  <a:pt x="257" y="437"/>
                </a:lnTo>
                <a:lnTo>
                  <a:pt x="260" y="439"/>
                </a:lnTo>
                <a:lnTo>
                  <a:pt x="262" y="442"/>
                </a:lnTo>
                <a:lnTo>
                  <a:pt x="264" y="444"/>
                </a:lnTo>
                <a:lnTo>
                  <a:pt x="265" y="447"/>
                </a:lnTo>
                <a:lnTo>
                  <a:pt x="266" y="450"/>
                </a:lnTo>
                <a:lnTo>
                  <a:pt x="267" y="454"/>
                </a:lnTo>
                <a:lnTo>
                  <a:pt x="267" y="458"/>
                </a:lnTo>
                <a:lnTo>
                  <a:pt x="266" y="463"/>
                </a:lnTo>
                <a:lnTo>
                  <a:pt x="265" y="469"/>
                </a:lnTo>
                <a:lnTo>
                  <a:pt x="265" y="471"/>
                </a:lnTo>
                <a:lnTo>
                  <a:pt x="264" y="473"/>
                </a:lnTo>
                <a:lnTo>
                  <a:pt x="263" y="475"/>
                </a:lnTo>
                <a:lnTo>
                  <a:pt x="261" y="477"/>
                </a:lnTo>
                <a:lnTo>
                  <a:pt x="261" y="478"/>
                </a:lnTo>
                <a:lnTo>
                  <a:pt x="259" y="479"/>
                </a:lnTo>
                <a:lnTo>
                  <a:pt x="257" y="481"/>
                </a:lnTo>
                <a:lnTo>
                  <a:pt x="256" y="482"/>
                </a:lnTo>
                <a:lnTo>
                  <a:pt x="254" y="482"/>
                </a:lnTo>
                <a:lnTo>
                  <a:pt x="253" y="483"/>
                </a:lnTo>
                <a:lnTo>
                  <a:pt x="250" y="483"/>
                </a:lnTo>
                <a:lnTo>
                  <a:pt x="248" y="483"/>
                </a:lnTo>
                <a:lnTo>
                  <a:pt x="245" y="483"/>
                </a:lnTo>
                <a:lnTo>
                  <a:pt x="242" y="482"/>
                </a:lnTo>
                <a:lnTo>
                  <a:pt x="240" y="482"/>
                </a:lnTo>
                <a:lnTo>
                  <a:pt x="237" y="481"/>
                </a:lnTo>
                <a:lnTo>
                  <a:pt x="236" y="478"/>
                </a:lnTo>
                <a:lnTo>
                  <a:pt x="234" y="476"/>
                </a:lnTo>
                <a:lnTo>
                  <a:pt x="232" y="474"/>
                </a:lnTo>
                <a:lnTo>
                  <a:pt x="231" y="470"/>
                </a:lnTo>
                <a:lnTo>
                  <a:pt x="231" y="468"/>
                </a:lnTo>
                <a:lnTo>
                  <a:pt x="230" y="464"/>
                </a:lnTo>
                <a:lnTo>
                  <a:pt x="230" y="459"/>
                </a:lnTo>
                <a:lnTo>
                  <a:pt x="230" y="454"/>
                </a:lnTo>
                <a:lnTo>
                  <a:pt x="236" y="454"/>
                </a:lnTo>
                <a:lnTo>
                  <a:pt x="236" y="459"/>
                </a:lnTo>
                <a:lnTo>
                  <a:pt x="236" y="464"/>
                </a:lnTo>
                <a:lnTo>
                  <a:pt x="237" y="467"/>
                </a:lnTo>
                <a:lnTo>
                  <a:pt x="239" y="470"/>
                </a:lnTo>
                <a:lnTo>
                  <a:pt x="240" y="471"/>
                </a:lnTo>
                <a:lnTo>
                  <a:pt x="241" y="473"/>
                </a:lnTo>
                <a:lnTo>
                  <a:pt x="241" y="474"/>
                </a:lnTo>
                <a:lnTo>
                  <a:pt x="243" y="474"/>
                </a:lnTo>
                <a:lnTo>
                  <a:pt x="244" y="474"/>
                </a:lnTo>
                <a:lnTo>
                  <a:pt x="245" y="475"/>
                </a:lnTo>
                <a:lnTo>
                  <a:pt x="247" y="475"/>
                </a:lnTo>
                <a:lnTo>
                  <a:pt x="249" y="475"/>
                </a:lnTo>
                <a:lnTo>
                  <a:pt x="251" y="475"/>
                </a:lnTo>
                <a:lnTo>
                  <a:pt x="253" y="474"/>
                </a:lnTo>
                <a:lnTo>
                  <a:pt x="255" y="473"/>
                </a:lnTo>
                <a:lnTo>
                  <a:pt x="257" y="471"/>
                </a:lnTo>
                <a:lnTo>
                  <a:pt x="258" y="469"/>
                </a:lnTo>
                <a:lnTo>
                  <a:pt x="259" y="466"/>
                </a:lnTo>
                <a:lnTo>
                  <a:pt x="260" y="463"/>
                </a:lnTo>
                <a:lnTo>
                  <a:pt x="260" y="460"/>
                </a:lnTo>
                <a:lnTo>
                  <a:pt x="260" y="457"/>
                </a:lnTo>
                <a:lnTo>
                  <a:pt x="259" y="454"/>
                </a:lnTo>
                <a:lnTo>
                  <a:pt x="258" y="453"/>
                </a:lnTo>
                <a:lnTo>
                  <a:pt x="257" y="450"/>
                </a:lnTo>
                <a:lnTo>
                  <a:pt x="257" y="449"/>
                </a:lnTo>
                <a:lnTo>
                  <a:pt x="255" y="447"/>
                </a:lnTo>
                <a:lnTo>
                  <a:pt x="253" y="446"/>
                </a:lnTo>
                <a:lnTo>
                  <a:pt x="251" y="445"/>
                </a:lnTo>
                <a:lnTo>
                  <a:pt x="251" y="445"/>
                </a:lnTo>
                <a:lnTo>
                  <a:pt x="250" y="444"/>
                </a:lnTo>
                <a:lnTo>
                  <a:pt x="249" y="443"/>
                </a:lnTo>
                <a:lnTo>
                  <a:pt x="246" y="442"/>
                </a:lnTo>
                <a:lnTo>
                  <a:pt x="241" y="439"/>
                </a:lnTo>
                <a:lnTo>
                  <a:pt x="238" y="437"/>
                </a:lnTo>
                <a:lnTo>
                  <a:pt x="236" y="436"/>
                </a:lnTo>
                <a:lnTo>
                  <a:pt x="234" y="434"/>
                </a:lnTo>
                <a:lnTo>
                  <a:pt x="233" y="432"/>
                </a:lnTo>
                <a:lnTo>
                  <a:pt x="232" y="430"/>
                </a:lnTo>
                <a:lnTo>
                  <a:pt x="232" y="427"/>
                </a:lnTo>
                <a:lnTo>
                  <a:pt x="231" y="424"/>
                </a:lnTo>
                <a:lnTo>
                  <a:pt x="231" y="421"/>
                </a:lnTo>
                <a:lnTo>
                  <a:pt x="231" y="417"/>
                </a:lnTo>
                <a:lnTo>
                  <a:pt x="231" y="412"/>
                </a:lnTo>
                <a:lnTo>
                  <a:pt x="232" y="407"/>
                </a:lnTo>
                <a:lnTo>
                  <a:pt x="232" y="405"/>
                </a:lnTo>
                <a:lnTo>
                  <a:pt x="233" y="403"/>
                </a:lnTo>
                <a:lnTo>
                  <a:pt x="234" y="401"/>
                </a:lnTo>
                <a:lnTo>
                  <a:pt x="235" y="399"/>
                </a:lnTo>
                <a:lnTo>
                  <a:pt x="236" y="397"/>
                </a:lnTo>
                <a:lnTo>
                  <a:pt x="237" y="397"/>
                </a:lnTo>
                <a:lnTo>
                  <a:pt x="239" y="395"/>
                </a:lnTo>
                <a:lnTo>
                  <a:pt x="241" y="394"/>
                </a:lnTo>
                <a:lnTo>
                  <a:pt x="242" y="393"/>
                </a:lnTo>
                <a:lnTo>
                  <a:pt x="244" y="393"/>
                </a:lnTo>
                <a:lnTo>
                  <a:pt x="245" y="393"/>
                </a:lnTo>
                <a:lnTo>
                  <a:pt x="248" y="393"/>
                </a:lnTo>
                <a:lnTo>
                  <a:pt x="249" y="393"/>
                </a:lnTo>
                <a:lnTo>
                  <a:pt x="252" y="393"/>
                </a:lnTo>
                <a:lnTo>
                  <a:pt x="253" y="393"/>
                </a:lnTo>
                <a:lnTo>
                  <a:pt x="256" y="394"/>
                </a:lnTo>
                <a:lnTo>
                  <a:pt x="257" y="395"/>
                </a:lnTo>
                <a:lnTo>
                  <a:pt x="258" y="396"/>
                </a:lnTo>
                <a:lnTo>
                  <a:pt x="260" y="397"/>
                </a:lnTo>
                <a:lnTo>
                  <a:pt x="261" y="399"/>
                </a:lnTo>
                <a:lnTo>
                  <a:pt x="262" y="401"/>
                </a:lnTo>
                <a:lnTo>
                  <a:pt x="263" y="403"/>
                </a:lnTo>
                <a:lnTo>
                  <a:pt x="264" y="405"/>
                </a:lnTo>
                <a:lnTo>
                  <a:pt x="264" y="407"/>
                </a:lnTo>
                <a:lnTo>
                  <a:pt x="265" y="412"/>
                </a:lnTo>
                <a:lnTo>
                  <a:pt x="265" y="417"/>
                </a:lnTo>
                <a:lnTo>
                  <a:pt x="265" y="417"/>
                </a:lnTo>
                <a:close/>
                <a:moveTo>
                  <a:pt x="16" y="438"/>
                </a:moveTo>
                <a:lnTo>
                  <a:pt x="18" y="438"/>
                </a:lnTo>
                <a:lnTo>
                  <a:pt x="20" y="438"/>
                </a:lnTo>
                <a:lnTo>
                  <a:pt x="21" y="437"/>
                </a:lnTo>
                <a:lnTo>
                  <a:pt x="23" y="436"/>
                </a:lnTo>
                <a:lnTo>
                  <a:pt x="24" y="435"/>
                </a:lnTo>
                <a:lnTo>
                  <a:pt x="27" y="434"/>
                </a:lnTo>
                <a:lnTo>
                  <a:pt x="28" y="433"/>
                </a:lnTo>
                <a:lnTo>
                  <a:pt x="29" y="431"/>
                </a:lnTo>
                <a:lnTo>
                  <a:pt x="30" y="430"/>
                </a:lnTo>
                <a:lnTo>
                  <a:pt x="32" y="428"/>
                </a:lnTo>
                <a:lnTo>
                  <a:pt x="32" y="425"/>
                </a:lnTo>
                <a:lnTo>
                  <a:pt x="34" y="423"/>
                </a:lnTo>
                <a:lnTo>
                  <a:pt x="58" y="358"/>
                </a:lnTo>
                <a:lnTo>
                  <a:pt x="51" y="355"/>
                </a:lnTo>
                <a:lnTo>
                  <a:pt x="27" y="420"/>
                </a:lnTo>
                <a:lnTo>
                  <a:pt x="25" y="423"/>
                </a:lnTo>
                <a:lnTo>
                  <a:pt x="24" y="425"/>
                </a:lnTo>
                <a:lnTo>
                  <a:pt x="23" y="426"/>
                </a:lnTo>
                <a:lnTo>
                  <a:pt x="20" y="428"/>
                </a:lnTo>
                <a:lnTo>
                  <a:pt x="19" y="429"/>
                </a:lnTo>
                <a:lnTo>
                  <a:pt x="17" y="429"/>
                </a:lnTo>
                <a:lnTo>
                  <a:pt x="15" y="429"/>
                </a:lnTo>
                <a:lnTo>
                  <a:pt x="13" y="428"/>
                </a:lnTo>
                <a:lnTo>
                  <a:pt x="12" y="427"/>
                </a:lnTo>
                <a:lnTo>
                  <a:pt x="10" y="425"/>
                </a:lnTo>
                <a:lnTo>
                  <a:pt x="9" y="424"/>
                </a:lnTo>
                <a:lnTo>
                  <a:pt x="8" y="421"/>
                </a:lnTo>
                <a:lnTo>
                  <a:pt x="8" y="419"/>
                </a:lnTo>
                <a:lnTo>
                  <a:pt x="8" y="417"/>
                </a:lnTo>
                <a:lnTo>
                  <a:pt x="8" y="414"/>
                </a:lnTo>
                <a:lnTo>
                  <a:pt x="8" y="411"/>
                </a:lnTo>
                <a:lnTo>
                  <a:pt x="33" y="346"/>
                </a:lnTo>
                <a:lnTo>
                  <a:pt x="26" y="342"/>
                </a:lnTo>
                <a:lnTo>
                  <a:pt x="2" y="407"/>
                </a:lnTo>
                <a:lnTo>
                  <a:pt x="1" y="410"/>
                </a:lnTo>
                <a:lnTo>
                  <a:pt x="0" y="412"/>
                </a:lnTo>
                <a:lnTo>
                  <a:pt x="0" y="414"/>
                </a:lnTo>
                <a:lnTo>
                  <a:pt x="0" y="417"/>
                </a:lnTo>
                <a:lnTo>
                  <a:pt x="0" y="419"/>
                </a:lnTo>
                <a:lnTo>
                  <a:pt x="0" y="421"/>
                </a:lnTo>
                <a:lnTo>
                  <a:pt x="0" y="423"/>
                </a:lnTo>
                <a:lnTo>
                  <a:pt x="1" y="425"/>
                </a:lnTo>
                <a:lnTo>
                  <a:pt x="3" y="428"/>
                </a:lnTo>
                <a:lnTo>
                  <a:pt x="4" y="430"/>
                </a:lnTo>
                <a:lnTo>
                  <a:pt x="5" y="432"/>
                </a:lnTo>
                <a:lnTo>
                  <a:pt x="7" y="434"/>
                </a:lnTo>
                <a:lnTo>
                  <a:pt x="8" y="435"/>
                </a:lnTo>
                <a:lnTo>
                  <a:pt x="11" y="436"/>
                </a:lnTo>
                <a:lnTo>
                  <a:pt x="14" y="438"/>
                </a:lnTo>
                <a:lnTo>
                  <a:pt x="16" y="438"/>
                </a:lnTo>
                <a:lnTo>
                  <a:pt x="16" y="438"/>
                </a:lnTo>
                <a:close/>
                <a:moveTo>
                  <a:pt x="68" y="458"/>
                </a:moveTo>
                <a:lnTo>
                  <a:pt x="68" y="373"/>
                </a:lnTo>
                <a:lnTo>
                  <a:pt x="44" y="450"/>
                </a:lnTo>
                <a:lnTo>
                  <a:pt x="37" y="447"/>
                </a:lnTo>
                <a:lnTo>
                  <a:pt x="64" y="361"/>
                </a:lnTo>
                <a:lnTo>
                  <a:pt x="75" y="365"/>
                </a:lnTo>
                <a:lnTo>
                  <a:pt x="74" y="435"/>
                </a:lnTo>
                <a:lnTo>
                  <a:pt x="91" y="370"/>
                </a:lnTo>
                <a:lnTo>
                  <a:pt x="98" y="373"/>
                </a:lnTo>
                <a:lnTo>
                  <a:pt x="75" y="460"/>
                </a:lnTo>
                <a:lnTo>
                  <a:pt x="68" y="458"/>
                </a:lnTo>
                <a:lnTo>
                  <a:pt x="68" y="458"/>
                </a:lnTo>
                <a:close/>
                <a:moveTo>
                  <a:pt x="92" y="466"/>
                </a:moveTo>
                <a:lnTo>
                  <a:pt x="111" y="377"/>
                </a:lnTo>
                <a:lnTo>
                  <a:pt x="104" y="375"/>
                </a:lnTo>
                <a:lnTo>
                  <a:pt x="84" y="463"/>
                </a:lnTo>
                <a:lnTo>
                  <a:pt x="92" y="466"/>
                </a:lnTo>
                <a:lnTo>
                  <a:pt x="92" y="466"/>
                </a:lnTo>
                <a:close/>
                <a:moveTo>
                  <a:pt x="124" y="454"/>
                </a:moveTo>
                <a:lnTo>
                  <a:pt x="123" y="381"/>
                </a:lnTo>
                <a:lnTo>
                  <a:pt x="116" y="378"/>
                </a:lnTo>
                <a:lnTo>
                  <a:pt x="117" y="471"/>
                </a:lnTo>
                <a:lnTo>
                  <a:pt x="124" y="474"/>
                </a:lnTo>
                <a:lnTo>
                  <a:pt x="152" y="386"/>
                </a:lnTo>
                <a:lnTo>
                  <a:pt x="144" y="385"/>
                </a:lnTo>
                <a:lnTo>
                  <a:pt x="124" y="454"/>
                </a:lnTo>
                <a:lnTo>
                  <a:pt x="124" y="454"/>
                </a:lnTo>
                <a:close/>
                <a:moveTo>
                  <a:pt x="146" y="477"/>
                </a:moveTo>
                <a:lnTo>
                  <a:pt x="157" y="387"/>
                </a:lnTo>
                <a:lnTo>
                  <a:pt x="187" y="392"/>
                </a:lnTo>
                <a:lnTo>
                  <a:pt x="186" y="401"/>
                </a:lnTo>
                <a:lnTo>
                  <a:pt x="164" y="397"/>
                </a:lnTo>
                <a:lnTo>
                  <a:pt x="160" y="426"/>
                </a:lnTo>
                <a:lnTo>
                  <a:pt x="177" y="429"/>
                </a:lnTo>
                <a:lnTo>
                  <a:pt x="176" y="438"/>
                </a:lnTo>
                <a:lnTo>
                  <a:pt x="160" y="436"/>
                </a:lnTo>
                <a:lnTo>
                  <a:pt x="155" y="469"/>
                </a:lnTo>
                <a:lnTo>
                  <a:pt x="179" y="472"/>
                </a:lnTo>
                <a:lnTo>
                  <a:pt x="177" y="481"/>
                </a:lnTo>
                <a:lnTo>
                  <a:pt x="146" y="477"/>
                </a:lnTo>
                <a:lnTo>
                  <a:pt x="146" y="477"/>
                </a:lnTo>
                <a:close/>
                <a:moveTo>
                  <a:pt x="224" y="483"/>
                </a:moveTo>
                <a:lnTo>
                  <a:pt x="214" y="438"/>
                </a:lnTo>
                <a:lnTo>
                  <a:pt x="216" y="438"/>
                </a:lnTo>
                <a:lnTo>
                  <a:pt x="216" y="437"/>
                </a:lnTo>
                <a:lnTo>
                  <a:pt x="217" y="436"/>
                </a:lnTo>
                <a:lnTo>
                  <a:pt x="219" y="434"/>
                </a:lnTo>
                <a:lnTo>
                  <a:pt x="220" y="432"/>
                </a:lnTo>
                <a:lnTo>
                  <a:pt x="222" y="430"/>
                </a:lnTo>
                <a:lnTo>
                  <a:pt x="223" y="426"/>
                </a:lnTo>
                <a:lnTo>
                  <a:pt x="224" y="423"/>
                </a:lnTo>
                <a:lnTo>
                  <a:pt x="224" y="423"/>
                </a:lnTo>
                <a:lnTo>
                  <a:pt x="224" y="422"/>
                </a:lnTo>
                <a:lnTo>
                  <a:pt x="225" y="420"/>
                </a:lnTo>
                <a:lnTo>
                  <a:pt x="225" y="414"/>
                </a:lnTo>
                <a:lnTo>
                  <a:pt x="225" y="410"/>
                </a:lnTo>
                <a:lnTo>
                  <a:pt x="224" y="407"/>
                </a:lnTo>
                <a:lnTo>
                  <a:pt x="223" y="403"/>
                </a:lnTo>
                <a:lnTo>
                  <a:pt x="221" y="400"/>
                </a:lnTo>
                <a:lnTo>
                  <a:pt x="220" y="398"/>
                </a:lnTo>
                <a:lnTo>
                  <a:pt x="220" y="397"/>
                </a:lnTo>
                <a:lnTo>
                  <a:pt x="218" y="395"/>
                </a:lnTo>
                <a:lnTo>
                  <a:pt x="216" y="394"/>
                </a:lnTo>
                <a:lnTo>
                  <a:pt x="215" y="393"/>
                </a:lnTo>
                <a:lnTo>
                  <a:pt x="213" y="393"/>
                </a:lnTo>
                <a:lnTo>
                  <a:pt x="211" y="392"/>
                </a:lnTo>
                <a:lnTo>
                  <a:pt x="209" y="392"/>
                </a:lnTo>
                <a:lnTo>
                  <a:pt x="193" y="391"/>
                </a:lnTo>
                <a:lnTo>
                  <a:pt x="189" y="482"/>
                </a:lnTo>
                <a:lnTo>
                  <a:pt x="197" y="482"/>
                </a:lnTo>
                <a:lnTo>
                  <a:pt x="199" y="439"/>
                </a:lnTo>
                <a:lnTo>
                  <a:pt x="206" y="440"/>
                </a:lnTo>
                <a:lnTo>
                  <a:pt x="216" y="483"/>
                </a:lnTo>
                <a:lnTo>
                  <a:pt x="224" y="483"/>
                </a:lnTo>
                <a:lnTo>
                  <a:pt x="224" y="483"/>
                </a:lnTo>
                <a:close/>
                <a:moveTo>
                  <a:pt x="199" y="430"/>
                </a:moveTo>
                <a:lnTo>
                  <a:pt x="200" y="401"/>
                </a:lnTo>
                <a:lnTo>
                  <a:pt x="208" y="401"/>
                </a:lnTo>
                <a:lnTo>
                  <a:pt x="209" y="401"/>
                </a:lnTo>
                <a:lnTo>
                  <a:pt x="212" y="402"/>
                </a:lnTo>
                <a:lnTo>
                  <a:pt x="213" y="403"/>
                </a:lnTo>
                <a:lnTo>
                  <a:pt x="214" y="405"/>
                </a:lnTo>
                <a:lnTo>
                  <a:pt x="216" y="407"/>
                </a:lnTo>
                <a:lnTo>
                  <a:pt x="216" y="409"/>
                </a:lnTo>
                <a:lnTo>
                  <a:pt x="216" y="412"/>
                </a:lnTo>
                <a:lnTo>
                  <a:pt x="216" y="415"/>
                </a:lnTo>
                <a:lnTo>
                  <a:pt x="216" y="418"/>
                </a:lnTo>
                <a:lnTo>
                  <a:pt x="216" y="421"/>
                </a:lnTo>
                <a:lnTo>
                  <a:pt x="214" y="425"/>
                </a:lnTo>
                <a:lnTo>
                  <a:pt x="213" y="427"/>
                </a:lnTo>
                <a:lnTo>
                  <a:pt x="212" y="429"/>
                </a:lnTo>
                <a:lnTo>
                  <a:pt x="210" y="430"/>
                </a:lnTo>
                <a:lnTo>
                  <a:pt x="208" y="430"/>
                </a:lnTo>
                <a:lnTo>
                  <a:pt x="206" y="430"/>
                </a:lnTo>
                <a:lnTo>
                  <a:pt x="199" y="430"/>
                </a:lnTo>
                <a:lnTo>
                  <a:pt x="199" y="430"/>
                </a:lnTo>
                <a:close/>
                <a:moveTo>
                  <a:pt x="285" y="481"/>
                </a:moveTo>
                <a:lnTo>
                  <a:pt x="278" y="390"/>
                </a:lnTo>
                <a:lnTo>
                  <a:pt x="270" y="391"/>
                </a:lnTo>
                <a:lnTo>
                  <a:pt x="278" y="482"/>
                </a:lnTo>
                <a:lnTo>
                  <a:pt x="285" y="481"/>
                </a:lnTo>
                <a:lnTo>
                  <a:pt x="285" y="481"/>
                </a:lnTo>
                <a:close/>
                <a:moveTo>
                  <a:pt x="282" y="398"/>
                </a:moveTo>
                <a:lnTo>
                  <a:pt x="282" y="389"/>
                </a:lnTo>
                <a:lnTo>
                  <a:pt x="318" y="385"/>
                </a:lnTo>
                <a:lnTo>
                  <a:pt x="319" y="393"/>
                </a:lnTo>
                <a:lnTo>
                  <a:pt x="305" y="395"/>
                </a:lnTo>
                <a:lnTo>
                  <a:pt x="314" y="477"/>
                </a:lnTo>
                <a:lnTo>
                  <a:pt x="307" y="478"/>
                </a:lnTo>
                <a:lnTo>
                  <a:pt x="297" y="397"/>
                </a:lnTo>
                <a:lnTo>
                  <a:pt x="282" y="398"/>
                </a:lnTo>
                <a:lnTo>
                  <a:pt x="282" y="398"/>
                </a:lnTo>
                <a:close/>
                <a:moveTo>
                  <a:pt x="344" y="428"/>
                </a:moveTo>
                <a:lnTo>
                  <a:pt x="353" y="470"/>
                </a:lnTo>
                <a:lnTo>
                  <a:pt x="361" y="468"/>
                </a:lnTo>
                <a:lnTo>
                  <a:pt x="351" y="426"/>
                </a:lnTo>
                <a:lnTo>
                  <a:pt x="357" y="374"/>
                </a:lnTo>
                <a:lnTo>
                  <a:pt x="350" y="377"/>
                </a:lnTo>
                <a:lnTo>
                  <a:pt x="345" y="416"/>
                </a:lnTo>
                <a:lnTo>
                  <a:pt x="329" y="381"/>
                </a:lnTo>
                <a:lnTo>
                  <a:pt x="322" y="384"/>
                </a:lnTo>
                <a:lnTo>
                  <a:pt x="344" y="428"/>
                </a:lnTo>
                <a:lnTo>
                  <a:pt x="344" y="428"/>
                </a:lnTo>
                <a:close/>
                <a:moveTo>
                  <a:pt x="427" y="446"/>
                </a:moveTo>
                <a:lnTo>
                  <a:pt x="429" y="445"/>
                </a:lnTo>
                <a:lnTo>
                  <a:pt x="431" y="443"/>
                </a:lnTo>
                <a:lnTo>
                  <a:pt x="433" y="442"/>
                </a:lnTo>
                <a:lnTo>
                  <a:pt x="434" y="440"/>
                </a:lnTo>
                <a:lnTo>
                  <a:pt x="436" y="438"/>
                </a:lnTo>
                <a:lnTo>
                  <a:pt x="437" y="436"/>
                </a:lnTo>
                <a:lnTo>
                  <a:pt x="437" y="433"/>
                </a:lnTo>
                <a:lnTo>
                  <a:pt x="437" y="430"/>
                </a:lnTo>
                <a:lnTo>
                  <a:pt x="438" y="427"/>
                </a:lnTo>
                <a:lnTo>
                  <a:pt x="437" y="423"/>
                </a:lnTo>
                <a:lnTo>
                  <a:pt x="437" y="419"/>
                </a:lnTo>
                <a:lnTo>
                  <a:pt x="436" y="414"/>
                </a:lnTo>
                <a:lnTo>
                  <a:pt x="433" y="403"/>
                </a:lnTo>
                <a:lnTo>
                  <a:pt x="431" y="393"/>
                </a:lnTo>
                <a:lnTo>
                  <a:pt x="429" y="388"/>
                </a:lnTo>
                <a:lnTo>
                  <a:pt x="427" y="383"/>
                </a:lnTo>
                <a:lnTo>
                  <a:pt x="425" y="379"/>
                </a:lnTo>
                <a:lnTo>
                  <a:pt x="423" y="374"/>
                </a:lnTo>
                <a:lnTo>
                  <a:pt x="421" y="370"/>
                </a:lnTo>
                <a:lnTo>
                  <a:pt x="419" y="367"/>
                </a:lnTo>
                <a:lnTo>
                  <a:pt x="417" y="364"/>
                </a:lnTo>
                <a:lnTo>
                  <a:pt x="415" y="362"/>
                </a:lnTo>
                <a:lnTo>
                  <a:pt x="413" y="360"/>
                </a:lnTo>
                <a:lnTo>
                  <a:pt x="411" y="359"/>
                </a:lnTo>
                <a:lnTo>
                  <a:pt x="409" y="358"/>
                </a:lnTo>
                <a:lnTo>
                  <a:pt x="407" y="357"/>
                </a:lnTo>
                <a:lnTo>
                  <a:pt x="405" y="357"/>
                </a:lnTo>
                <a:lnTo>
                  <a:pt x="403" y="357"/>
                </a:lnTo>
                <a:lnTo>
                  <a:pt x="401" y="357"/>
                </a:lnTo>
                <a:lnTo>
                  <a:pt x="398" y="358"/>
                </a:lnTo>
                <a:lnTo>
                  <a:pt x="396" y="360"/>
                </a:lnTo>
                <a:lnTo>
                  <a:pt x="394" y="361"/>
                </a:lnTo>
                <a:lnTo>
                  <a:pt x="393" y="362"/>
                </a:lnTo>
                <a:lnTo>
                  <a:pt x="391" y="364"/>
                </a:lnTo>
                <a:lnTo>
                  <a:pt x="390" y="366"/>
                </a:lnTo>
                <a:lnTo>
                  <a:pt x="389" y="369"/>
                </a:lnTo>
                <a:lnTo>
                  <a:pt x="388" y="371"/>
                </a:lnTo>
                <a:lnTo>
                  <a:pt x="388" y="374"/>
                </a:lnTo>
                <a:lnTo>
                  <a:pt x="388" y="377"/>
                </a:lnTo>
                <a:lnTo>
                  <a:pt x="388" y="381"/>
                </a:lnTo>
                <a:lnTo>
                  <a:pt x="389" y="385"/>
                </a:lnTo>
                <a:lnTo>
                  <a:pt x="389" y="389"/>
                </a:lnTo>
                <a:lnTo>
                  <a:pt x="392" y="399"/>
                </a:lnTo>
                <a:lnTo>
                  <a:pt x="395" y="409"/>
                </a:lnTo>
                <a:lnTo>
                  <a:pt x="398" y="419"/>
                </a:lnTo>
                <a:lnTo>
                  <a:pt x="402" y="429"/>
                </a:lnTo>
                <a:lnTo>
                  <a:pt x="405" y="433"/>
                </a:lnTo>
                <a:lnTo>
                  <a:pt x="407" y="437"/>
                </a:lnTo>
                <a:lnTo>
                  <a:pt x="409" y="440"/>
                </a:lnTo>
                <a:lnTo>
                  <a:pt x="410" y="442"/>
                </a:lnTo>
                <a:lnTo>
                  <a:pt x="413" y="444"/>
                </a:lnTo>
                <a:lnTo>
                  <a:pt x="414" y="446"/>
                </a:lnTo>
                <a:lnTo>
                  <a:pt x="416" y="446"/>
                </a:lnTo>
                <a:lnTo>
                  <a:pt x="418" y="447"/>
                </a:lnTo>
                <a:lnTo>
                  <a:pt x="421" y="447"/>
                </a:lnTo>
                <a:lnTo>
                  <a:pt x="423" y="447"/>
                </a:lnTo>
                <a:lnTo>
                  <a:pt x="425" y="446"/>
                </a:lnTo>
                <a:lnTo>
                  <a:pt x="427" y="446"/>
                </a:lnTo>
                <a:lnTo>
                  <a:pt x="427" y="446"/>
                </a:lnTo>
                <a:close/>
                <a:moveTo>
                  <a:pt x="425" y="438"/>
                </a:moveTo>
                <a:lnTo>
                  <a:pt x="422" y="438"/>
                </a:lnTo>
                <a:lnTo>
                  <a:pt x="421" y="438"/>
                </a:lnTo>
                <a:lnTo>
                  <a:pt x="419" y="438"/>
                </a:lnTo>
                <a:lnTo>
                  <a:pt x="417" y="438"/>
                </a:lnTo>
                <a:lnTo>
                  <a:pt x="417" y="437"/>
                </a:lnTo>
                <a:lnTo>
                  <a:pt x="416" y="436"/>
                </a:lnTo>
                <a:lnTo>
                  <a:pt x="414" y="434"/>
                </a:lnTo>
                <a:lnTo>
                  <a:pt x="413" y="432"/>
                </a:lnTo>
                <a:lnTo>
                  <a:pt x="411" y="430"/>
                </a:lnTo>
                <a:lnTo>
                  <a:pt x="410" y="427"/>
                </a:lnTo>
                <a:lnTo>
                  <a:pt x="408" y="423"/>
                </a:lnTo>
                <a:lnTo>
                  <a:pt x="405" y="417"/>
                </a:lnTo>
                <a:lnTo>
                  <a:pt x="404" y="411"/>
                </a:lnTo>
                <a:lnTo>
                  <a:pt x="401" y="405"/>
                </a:lnTo>
                <a:lnTo>
                  <a:pt x="400" y="401"/>
                </a:lnTo>
                <a:lnTo>
                  <a:pt x="398" y="395"/>
                </a:lnTo>
                <a:lnTo>
                  <a:pt x="397" y="389"/>
                </a:lnTo>
                <a:lnTo>
                  <a:pt x="396" y="386"/>
                </a:lnTo>
                <a:lnTo>
                  <a:pt x="396" y="382"/>
                </a:lnTo>
                <a:lnTo>
                  <a:pt x="395" y="380"/>
                </a:lnTo>
                <a:lnTo>
                  <a:pt x="395" y="377"/>
                </a:lnTo>
                <a:lnTo>
                  <a:pt x="396" y="375"/>
                </a:lnTo>
                <a:lnTo>
                  <a:pt x="396" y="373"/>
                </a:lnTo>
                <a:lnTo>
                  <a:pt x="396" y="372"/>
                </a:lnTo>
                <a:lnTo>
                  <a:pt x="397" y="370"/>
                </a:lnTo>
                <a:lnTo>
                  <a:pt x="397" y="369"/>
                </a:lnTo>
                <a:lnTo>
                  <a:pt x="399" y="368"/>
                </a:lnTo>
                <a:lnTo>
                  <a:pt x="401" y="366"/>
                </a:lnTo>
                <a:lnTo>
                  <a:pt x="403" y="365"/>
                </a:lnTo>
                <a:lnTo>
                  <a:pt x="405" y="365"/>
                </a:lnTo>
                <a:lnTo>
                  <a:pt x="407" y="366"/>
                </a:lnTo>
                <a:lnTo>
                  <a:pt x="408" y="367"/>
                </a:lnTo>
                <a:lnTo>
                  <a:pt x="409" y="368"/>
                </a:lnTo>
                <a:lnTo>
                  <a:pt x="410" y="369"/>
                </a:lnTo>
                <a:lnTo>
                  <a:pt x="412" y="370"/>
                </a:lnTo>
                <a:lnTo>
                  <a:pt x="413" y="372"/>
                </a:lnTo>
                <a:lnTo>
                  <a:pt x="414" y="374"/>
                </a:lnTo>
                <a:lnTo>
                  <a:pt x="416" y="377"/>
                </a:lnTo>
                <a:lnTo>
                  <a:pt x="417" y="381"/>
                </a:lnTo>
                <a:lnTo>
                  <a:pt x="420" y="385"/>
                </a:lnTo>
                <a:lnTo>
                  <a:pt x="421" y="391"/>
                </a:lnTo>
                <a:lnTo>
                  <a:pt x="423" y="396"/>
                </a:lnTo>
                <a:lnTo>
                  <a:pt x="425" y="401"/>
                </a:lnTo>
                <a:lnTo>
                  <a:pt x="427" y="408"/>
                </a:lnTo>
                <a:lnTo>
                  <a:pt x="429" y="414"/>
                </a:lnTo>
                <a:lnTo>
                  <a:pt x="429" y="418"/>
                </a:lnTo>
                <a:lnTo>
                  <a:pt x="430" y="421"/>
                </a:lnTo>
                <a:lnTo>
                  <a:pt x="430" y="425"/>
                </a:lnTo>
                <a:lnTo>
                  <a:pt x="430" y="427"/>
                </a:lnTo>
                <a:lnTo>
                  <a:pt x="430" y="429"/>
                </a:lnTo>
                <a:lnTo>
                  <a:pt x="430" y="431"/>
                </a:lnTo>
                <a:lnTo>
                  <a:pt x="429" y="433"/>
                </a:lnTo>
                <a:lnTo>
                  <a:pt x="429" y="434"/>
                </a:lnTo>
                <a:lnTo>
                  <a:pt x="429" y="435"/>
                </a:lnTo>
                <a:lnTo>
                  <a:pt x="427" y="437"/>
                </a:lnTo>
                <a:lnTo>
                  <a:pt x="425" y="438"/>
                </a:lnTo>
                <a:lnTo>
                  <a:pt x="425" y="438"/>
                </a:lnTo>
                <a:close/>
                <a:moveTo>
                  <a:pt x="454" y="434"/>
                </a:moveTo>
                <a:lnTo>
                  <a:pt x="421" y="349"/>
                </a:lnTo>
                <a:lnTo>
                  <a:pt x="448" y="334"/>
                </a:lnTo>
                <a:lnTo>
                  <a:pt x="452" y="343"/>
                </a:lnTo>
                <a:lnTo>
                  <a:pt x="431" y="353"/>
                </a:lnTo>
                <a:lnTo>
                  <a:pt x="441" y="377"/>
                </a:lnTo>
                <a:lnTo>
                  <a:pt x="459" y="367"/>
                </a:lnTo>
                <a:lnTo>
                  <a:pt x="462" y="375"/>
                </a:lnTo>
                <a:lnTo>
                  <a:pt x="444" y="385"/>
                </a:lnTo>
                <a:lnTo>
                  <a:pt x="461" y="430"/>
                </a:lnTo>
                <a:lnTo>
                  <a:pt x="454" y="434"/>
                </a:lnTo>
                <a:lnTo>
                  <a:pt x="454" y="434"/>
                </a:lnTo>
                <a:close/>
                <a:moveTo>
                  <a:pt x="471" y="330"/>
                </a:moveTo>
                <a:lnTo>
                  <a:pt x="484" y="321"/>
                </a:lnTo>
                <a:lnTo>
                  <a:pt x="526" y="392"/>
                </a:lnTo>
                <a:lnTo>
                  <a:pt x="533" y="388"/>
                </a:lnTo>
                <a:lnTo>
                  <a:pt x="490" y="317"/>
                </a:lnTo>
                <a:lnTo>
                  <a:pt x="503" y="308"/>
                </a:lnTo>
                <a:lnTo>
                  <a:pt x="498" y="301"/>
                </a:lnTo>
                <a:lnTo>
                  <a:pt x="466" y="323"/>
                </a:lnTo>
                <a:lnTo>
                  <a:pt x="471" y="330"/>
                </a:lnTo>
                <a:lnTo>
                  <a:pt x="471" y="330"/>
                </a:lnTo>
                <a:close/>
                <a:moveTo>
                  <a:pt x="551" y="375"/>
                </a:moveTo>
                <a:lnTo>
                  <a:pt x="503" y="297"/>
                </a:lnTo>
                <a:lnTo>
                  <a:pt x="527" y="277"/>
                </a:lnTo>
                <a:lnTo>
                  <a:pt x="532" y="284"/>
                </a:lnTo>
                <a:lnTo>
                  <a:pt x="514" y="299"/>
                </a:lnTo>
                <a:lnTo>
                  <a:pt x="529" y="324"/>
                </a:lnTo>
                <a:lnTo>
                  <a:pt x="542" y="312"/>
                </a:lnTo>
                <a:lnTo>
                  <a:pt x="547" y="319"/>
                </a:lnTo>
                <a:lnTo>
                  <a:pt x="533" y="331"/>
                </a:lnTo>
                <a:lnTo>
                  <a:pt x="553" y="363"/>
                </a:lnTo>
                <a:lnTo>
                  <a:pt x="572" y="346"/>
                </a:lnTo>
                <a:lnTo>
                  <a:pt x="576" y="353"/>
                </a:lnTo>
                <a:lnTo>
                  <a:pt x="551" y="375"/>
                </a:lnTo>
                <a:lnTo>
                  <a:pt x="551" y="375"/>
                </a:lnTo>
                <a:close/>
                <a:moveTo>
                  <a:pt x="588" y="306"/>
                </a:moveTo>
                <a:lnTo>
                  <a:pt x="591" y="311"/>
                </a:lnTo>
                <a:lnTo>
                  <a:pt x="593" y="315"/>
                </a:lnTo>
                <a:lnTo>
                  <a:pt x="595" y="319"/>
                </a:lnTo>
                <a:lnTo>
                  <a:pt x="595" y="321"/>
                </a:lnTo>
                <a:lnTo>
                  <a:pt x="595" y="324"/>
                </a:lnTo>
                <a:lnTo>
                  <a:pt x="595" y="326"/>
                </a:lnTo>
                <a:lnTo>
                  <a:pt x="594" y="328"/>
                </a:lnTo>
                <a:lnTo>
                  <a:pt x="593" y="329"/>
                </a:lnTo>
                <a:lnTo>
                  <a:pt x="590" y="330"/>
                </a:lnTo>
                <a:lnTo>
                  <a:pt x="589" y="332"/>
                </a:lnTo>
                <a:lnTo>
                  <a:pt x="588" y="332"/>
                </a:lnTo>
                <a:lnTo>
                  <a:pt x="586" y="332"/>
                </a:lnTo>
                <a:lnTo>
                  <a:pt x="585" y="331"/>
                </a:lnTo>
                <a:lnTo>
                  <a:pt x="583" y="330"/>
                </a:lnTo>
                <a:lnTo>
                  <a:pt x="581" y="330"/>
                </a:lnTo>
                <a:lnTo>
                  <a:pt x="580" y="329"/>
                </a:lnTo>
                <a:lnTo>
                  <a:pt x="577" y="327"/>
                </a:lnTo>
                <a:lnTo>
                  <a:pt x="575" y="325"/>
                </a:lnTo>
                <a:lnTo>
                  <a:pt x="573" y="322"/>
                </a:lnTo>
                <a:lnTo>
                  <a:pt x="569" y="317"/>
                </a:lnTo>
                <a:lnTo>
                  <a:pt x="565" y="313"/>
                </a:lnTo>
                <a:lnTo>
                  <a:pt x="561" y="309"/>
                </a:lnTo>
                <a:lnTo>
                  <a:pt x="557" y="304"/>
                </a:lnTo>
                <a:lnTo>
                  <a:pt x="553" y="298"/>
                </a:lnTo>
                <a:lnTo>
                  <a:pt x="550" y="293"/>
                </a:lnTo>
                <a:lnTo>
                  <a:pt x="548" y="289"/>
                </a:lnTo>
                <a:lnTo>
                  <a:pt x="546" y="286"/>
                </a:lnTo>
                <a:lnTo>
                  <a:pt x="545" y="283"/>
                </a:lnTo>
                <a:lnTo>
                  <a:pt x="545" y="281"/>
                </a:lnTo>
                <a:lnTo>
                  <a:pt x="544" y="279"/>
                </a:lnTo>
                <a:lnTo>
                  <a:pt x="544" y="277"/>
                </a:lnTo>
                <a:lnTo>
                  <a:pt x="544" y="275"/>
                </a:lnTo>
                <a:lnTo>
                  <a:pt x="544" y="274"/>
                </a:lnTo>
                <a:lnTo>
                  <a:pt x="544" y="273"/>
                </a:lnTo>
                <a:lnTo>
                  <a:pt x="545" y="270"/>
                </a:lnTo>
                <a:lnTo>
                  <a:pt x="546" y="269"/>
                </a:lnTo>
                <a:lnTo>
                  <a:pt x="548" y="268"/>
                </a:lnTo>
                <a:lnTo>
                  <a:pt x="549" y="266"/>
                </a:lnTo>
                <a:lnTo>
                  <a:pt x="551" y="265"/>
                </a:lnTo>
                <a:lnTo>
                  <a:pt x="553" y="266"/>
                </a:lnTo>
                <a:lnTo>
                  <a:pt x="555" y="267"/>
                </a:lnTo>
                <a:lnTo>
                  <a:pt x="557" y="269"/>
                </a:lnTo>
                <a:lnTo>
                  <a:pt x="561" y="271"/>
                </a:lnTo>
                <a:lnTo>
                  <a:pt x="564" y="275"/>
                </a:lnTo>
                <a:lnTo>
                  <a:pt x="569" y="269"/>
                </a:lnTo>
                <a:lnTo>
                  <a:pt x="565" y="265"/>
                </a:lnTo>
                <a:lnTo>
                  <a:pt x="562" y="261"/>
                </a:lnTo>
                <a:lnTo>
                  <a:pt x="560" y="260"/>
                </a:lnTo>
                <a:lnTo>
                  <a:pt x="558" y="259"/>
                </a:lnTo>
                <a:lnTo>
                  <a:pt x="557" y="258"/>
                </a:lnTo>
                <a:lnTo>
                  <a:pt x="555" y="257"/>
                </a:lnTo>
                <a:lnTo>
                  <a:pt x="553" y="257"/>
                </a:lnTo>
                <a:lnTo>
                  <a:pt x="551" y="257"/>
                </a:lnTo>
                <a:lnTo>
                  <a:pt x="549" y="257"/>
                </a:lnTo>
                <a:lnTo>
                  <a:pt x="548" y="258"/>
                </a:lnTo>
                <a:lnTo>
                  <a:pt x="546" y="258"/>
                </a:lnTo>
                <a:lnTo>
                  <a:pt x="545" y="260"/>
                </a:lnTo>
                <a:lnTo>
                  <a:pt x="543" y="261"/>
                </a:lnTo>
                <a:lnTo>
                  <a:pt x="541" y="262"/>
                </a:lnTo>
                <a:lnTo>
                  <a:pt x="540" y="264"/>
                </a:lnTo>
                <a:lnTo>
                  <a:pt x="538" y="266"/>
                </a:lnTo>
                <a:lnTo>
                  <a:pt x="537" y="269"/>
                </a:lnTo>
                <a:lnTo>
                  <a:pt x="537" y="271"/>
                </a:lnTo>
                <a:lnTo>
                  <a:pt x="537" y="273"/>
                </a:lnTo>
                <a:lnTo>
                  <a:pt x="536" y="276"/>
                </a:lnTo>
                <a:lnTo>
                  <a:pt x="536" y="278"/>
                </a:lnTo>
                <a:lnTo>
                  <a:pt x="537" y="281"/>
                </a:lnTo>
                <a:lnTo>
                  <a:pt x="537" y="284"/>
                </a:lnTo>
                <a:lnTo>
                  <a:pt x="539" y="288"/>
                </a:lnTo>
                <a:lnTo>
                  <a:pt x="541" y="292"/>
                </a:lnTo>
                <a:lnTo>
                  <a:pt x="544" y="297"/>
                </a:lnTo>
                <a:lnTo>
                  <a:pt x="546" y="301"/>
                </a:lnTo>
                <a:lnTo>
                  <a:pt x="549" y="305"/>
                </a:lnTo>
                <a:lnTo>
                  <a:pt x="552" y="310"/>
                </a:lnTo>
                <a:lnTo>
                  <a:pt x="555" y="314"/>
                </a:lnTo>
                <a:lnTo>
                  <a:pt x="562" y="322"/>
                </a:lnTo>
                <a:lnTo>
                  <a:pt x="569" y="329"/>
                </a:lnTo>
                <a:lnTo>
                  <a:pt x="572" y="333"/>
                </a:lnTo>
                <a:lnTo>
                  <a:pt x="575" y="336"/>
                </a:lnTo>
                <a:lnTo>
                  <a:pt x="578" y="338"/>
                </a:lnTo>
                <a:lnTo>
                  <a:pt x="581" y="339"/>
                </a:lnTo>
                <a:lnTo>
                  <a:pt x="583" y="340"/>
                </a:lnTo>
                <a:lnTo>
                  <a:pt x="585" y="341"/>
                </a:lnTo>
                <a:lnTo>
                  <a:pt x="587" y="341"/>
                </a:lnTo>
                <a:lnTo>
                  <a:pt x="589" y="340"/>
                </a:lnTo>
                <a:lnTo>
                  <a:pt x="592" y="340"/>
                </a:lnTo>
                <a:lnTo>
                  <a:pt x="593" y="338"/>
                </a:lnTo>
                <a:lnTo>
                  <a:pt x="596" y="337"/>
                </a:lnTo>
                <a:lnTo>
                  <a:pt x="597" y="336"/>
                </a:lnTo>
                <a:lnTo>
                  <a:pt x="599" y="334"/>
                </a:lnTo>
                <a:lnTo>
                  <a:pt x="600" y="333"/>
                </a:lnTo>
                <a:lnTo>
                  <a:pt x="601" y="330"/>
                </a:lnTo>
                <a:lnTo>
                  <a:pt x="601" y="329"/>
                </a:lnTo>
                <a:lnTo>
                  <a:pt x="602" y="327"/>
                </a:lnTo>
                <a:lnTo>
                  <a:pt x="603" y="325"/>
                </a:lnTo>
                <a:lnTo>
                  <a:pt x="603" y="322"/>
                </a:lnTo>
                <a:lnTo>
                  <a:pt x="603" y="321"/>
                </a:lnTo>
                <a:lnTo>
                  <a:pt x="602" y="318"/>
                </a:lnTo>
                <a:lnTo>
                  <a:pt x="601" y="316"/>
                </a:lnTo>
                <a:lnTo>
                  <a:pt x="601" y="313"/>
                </a:lnTo>
                <a:lnTo>
                  <a:pt x="600" y="311"/>
                </a:lnTo>
                <a:lnTo>
                  <a:pt x="597" y="306"/>
                </a:lnTo>
                <a:lnTo>
                  <a:pt x="593" y="301"/>
                </a:lnTo>
                <a:lnTo>
                  <a:pt x="588" y="306"/>
                </a:lnTo>
                <a:lnTo>
                  <a:pt x="588" y="306"/>
                </a:lnTo>
                <a:close/>
                <a:moveTo>
                  <a:pt x="642" y="284"/>
                </a:moveTo>
                <a:lnTo>
                  <a:pt x="579" y="218"/>
                </a:lnTo>
                <a:lnTo>
                  <a:pt x="573" y="225"/>
                </a:lnTo>
                <a:lnTo>
                  <a:pt x="603" y="253"/>
                </a:lnTo>
                <a:lnTo>
                  <a:pt x="589" y="271"/>
                </a:lnTo>
                <a:lnTo>
                  <a:pt x="560" y="241"/>
                </a:lnTo>
                <a:lnTo>
                  <a:pt x="555" y="248"/>
                </a:lnTo>
                <a:lnTo>
                  <a:pt x="617" y="313"/>
                </a:lnTo>
                <a:lnTo>
                  <a:pt x="622" y="307"/>
                </a:lnTo>
                <a:lnTo>
                  <a:pt x="594" y="277"/>
                </a:lnTo>
                <a:lnTo>
                  <a:pt x="609" y="260"/>
                </a:lnTo>
                <a:lnTo>
                  <a:pt x="637" y="290"/>
                </a:lnTo>
                <a:lnTo>
                  <a:pt x="642" y="284"/>
                </a:lnTo>
                <a:lnTo>
                  <a:pt x="642" y="284"/>
                </a:lnTo>
                <a:close/>
                <a:moveTo>
                  <a:pt x="668" y="249"/>
                </a:moveTo>
                <a:lnTo>
                  <a:pt x="596" y="215"/>
                </a:lnTo>
                <a:lnTo>
                  <a:pt x="654" y="268"/>
                </a:lnTo>
                <a:lnTo>
                  <a:pt x="650" y="274"/>
                </a:lnTo>
                <a:lnTo>
                  <a:pt x="582" y="213"/>
                </a:lnTo>
                <a:lnTo>
                  <a:pt x="589" y="202"/>
                </a:lnTo>
                <a:lnTo>
                  <a:pt x="650" y="233"/>
                </a:lnTo>
                <a:lnTo>
                  <a:pt x="600" y="188"/>
                </a:lnTo>
                <a:lnTo>
                  <a:pt x="604" y="181"/>
                </a:lnTo>
                <a:lnTo>
                  <a:pt x="673" y="241"/>
                </a:lnTo>
                <a:lnTo>
                  <a:pt x="668" y="249"/>
                </a:lnTo>
                <a:lnTo>
                  <a:pt x="668" y="249"/>
                </a:lnTo>
                <a:close/>
                <a:moveTo>
                  <a:pt x="690" y="213"/>
                </a:moveTo>
                <a:lnTo>
                  <a:pt x="689" y="215"/>
                </a:lnTo>
                <a:lnTo>
                  <a:pt x="687" y="217"/>
                </a:lnTo>
                <a:lnTo>
                  <a:pt x="686" y="219"/>
                </a:lnTo>
                <a:lnTo>
                  <a:pt x="683" y="220"/>
                </a:lnTo>
                <a:lnTo>
                  <a:pt x="682" y="221"/>
                </a:lnTo>
                <a:lnTo>
                  <a:pt x="679" y="221"/>
                </a:lnTo>
                <a:lnTo>
                  <a:pt x="678" y="222"/>
                </a:lnTo>
                <a:lnTo>
                  <a:pt x="675" y="222"/>
                </a:lnTo>
                <a:lnTo>
                  <a:pt x="672" y="221"/>
                </a:lnTo>
                <a:lnTo>
                  <a:pt x="668" y="220"/>
                </a:lnTo>
                <a:lnTo>
                  <a:pt x="665" y="218"/>
                </a:lnTo>
                <a:lnTo>
                  <a:pt x="660" y="216"/>
                </a:lnTo>
                <a:lnTo>
                  <a:pt x="650" y="210"/>
                </a:lnTo>
                <a:lnTo>
                  <a:pt x="642" y="205"/>
                </a:lnTo>
                <a:lnTo>
                  <a:pt x="638" y="202"/>
                </a:lnTo>
                <a:lnTo>
                  <a:pt x="634" y="199"/>
                </a:lnTo>
                <a:lnTo>
                  <a:pt x="630" y="195"/>
                </a:lnTo>
                <a:lnTo>
                  <a:pt x="626" y="192"/>
                </a:lnTo>
                <a:lnTo>
                  <a:pt x="622" y="189"/>
                </a:lnTo>
                <a:lnTo>
                  <a:pt x="619" y="185"/>
                </a:lnTo>
                <a:lnTo>
                  <a:pt x="617" y="182"/>
                </a:lnTo>
                <a:lnTo>
                  <a:pt x="615" y="179"/>
                </a:lnTo>
                <a:lnTo>
                  <a:pt x="614" y="177"/>
                </a:lnTo>
                <a:lnTo>
                  <a:pt x="613" y="174"/>
                </a:lnTo>
                <a:lnTo>
                  <a:pt x="613" y="172"/>
                </a:lnTo>
                <a:lnTo>
                  <a:pt x="613" y="169"/>
                </a:lnTo>
                <a:lnTo>
                  <a:pt x="613" y="167"/>
                </a:lnTo>
                <a:lnTo>
                  <a:pt x="613" y="165"/>
                </a:lnTo>
                <a:lnTo>
                  <a:pt x="614" y="162"/>
                </a:lnTo>
                <a:lnTo>
                  <a:pt x="615" y="160"/>
                </a:lnTo>
                <a:lnTo>
                  <a:pt x="616" y="157"/>
                </a:lnTo>
                <a:lnTo>
                  <a:pt x="618" y="156"/>
                </a:lnTo>
                <a:lnTo>
                  <a:pt x="620" y="153"/>
                </a:lnTo>
                <a:lnTo>
                  <a:pt x="622" y="153"/>
                </a:lnTo>
                <a:lnTo>
                  <a:pt x="623" y="151"/>
                </a:lnTo>
                <a:lnTo>
                  <a:pt x="626" y="151"/>
                </a:lnTo>
                <a:lnTo>
                  <a:pt x="627" y="151"/>
                </a:lnTo>
                <a:lnTo>
                  <a:pt x="630" y="151"/>
                </a:lnTo>
                <a:lnTo>
                  <a:pt x="633" y="151"/>
                </a:lnTo>
                <a:lnTo>
                  <a:pt x="637" y="153"/>
                </a:lnTo>
                <a:lnTo>
                  <a:pt x="640" y="154"/>
                </a:lnTo>
                <a:lnTo>
                  <a:pt x="644" y="157"/>
                </a:lnTo>
                <a:lnTo>
                  <a:pt x="654" y="161"/>
                </a:lnTo>
                <a:lnTo>
                  <a:pt x="662" y="167"/>
                </a:lnTo>
                <a:lnTo>
                  <a:pt x="670" y="173"/>
                </a:lnTo>
                <a:lnTo>
                  <a:pt x="678" y="181"/>
                </a:lnTo>
                <a:lnTo>
                  <a:pt x="682" y="184"/>
                </a:lnTo>
                <a:lnTo>
                  <a:pt x="686" y="188"/>
                </a:lnTo>
                <a:lnTo>
                  <a:pt x="688" y="190"/>
                </a:lnTo>
                <a:lnTo>
                  <a:pt x="690" y="193"/>
                </a:lnTo>
                <a:lnTo>
                  <a:pt x="691" y="196"/>
                </a:lnTo>
                <a:lnTo>
                  <a:pt x="692" y="198"/>
                </a:lnTo>
                <a:lnTo>
                  <a:pt x="692" y="201"/>
                </a:lnTo>
                <a:lnTo>
                  <a:pt x="692" y="203"/>
                </a:lnTo>
                <a:lnTo>
                  <a:pt x="692" y="205"/>
                </a:lnTo>
                <a:lnTo>
                  <a:pt x="692" y="208"/>
                </a:lnTo>
                <a:lnTo>
                  <a:pt x="691" y="210"/>
                </a:lnTo>
                <a:lnTo>
                  <a:pt x="690" y="213"/>
                </a:lnTo>
                <a:lnTo>
                  <a:pt x="690" y="213"/>
                </a:lnTo>
                <a:close/>
                <a:moveTo>
                  <a:pt x="684" y="209"/>
                </a:moveTo>
                <a:lnTo>
                  <a:pt x="685" y="206"/>
                </a:lnTo>
                <a:lnTo>
                  <a:pt x="685" y="204"/>
                </a:lnTo>
                <a:lnTo>
                  <a:pt x="685" y="202"/>
                </a:lnTo>
                <a:lnTo>
                  <a:pt x="685" y="201"/>
                </a:lnTo>
                <a:lnTo>
                  <a:pt x="684" y="199"/>
                </a:lnTo>
                <a:lnTo>
                  <a:pt x="683" y="197"/>
                </a:lnTo>
                <a:lnTo>
                  <a:pt x="682" y="196"/>
                </a:lnTo>
                <a:lnTo>
                  <a:pt x="681" y="193"/>
                </a:lnTo>
                <a:lnTo>
                  <a:pt x="679" y="192"/>
                </a:lnTo>
                <a:lnTo>
                  <a:pt x="678" y="189"/>
                </a:lnTo>
                <a:lnTo>
                  <a:pt x="674" y="186"/>
                </a:lnTo>
                <a:lnTo>
                  <a:pt x="668" y="182"/>
                </a:lnTo>
                <a:lnTo>
                  <a:pt x="662" y="178"/>
                </a:lnTo>
                <a:lnTo>
                  <a:pt x="658" y="175"/>
                </a:lnTo>
                <a:lnTo>
                  <a:pt x="654" y="171"/>
                </a:lnTo>
                <a:lnTo>
                  <a:pt x="648" y="168"/>
                </a:lnTo>
                <a:lnTo>
                  <a:pt x="642" y="164"/>
                </a:lnTo>
                <a:lnTo>
                  <a:pt x="638" y="162"/>
                </a:lnTo>
                <a:lnTo>
                  <a:pt x="636" y="161"/>
                </a:lnTo>
                <a:lnTo>
                  <a:pt x="634" y="160"/>
                </a:lnTo>
                <a:lnTo>
                  <a:pt x="632" y="160"/>
                </a:lnTo>
                <a:lnTo>
                  <a:pt x="630" y="159"/>
                </a:lnTo>
                <a:lnTo>
                  <a:pt x="628" y="159"/>
                </a:lnTo>
                <a:lnTo>
                  <a:pt x="627" y="160"/>
                </a:lnTo>
                <a:lnTo>
                  <a:pt x="626" y="160"/>
                </a:lnTo>
                <a:lnTo>
                  <a:pt x="625" y="161"/>
                </a:lnTo>
                <a:lnTo>
                  <a:pt x="623" y="162"/>
                </a:lnTo>
                <a:lnTo>
                  <a:pt x="622" y="164"/>
                </a:lnTo>
                <a:lnTo>
                  <a:pt x="620" y="166"/>
                </a:lnTo>
                <a:lnTo>
                  <a:pt x="620" y="169"/>
                </a:lnTo>
                <a:lnTo>
                  <a:pt x="620" y="170"/>
                </a:lnTo>
                <a:lnTo>
                  <a:pt x="620" y="172"/>
                </a:lnTo>
                <a:lnTo>
                  <a:pt x="621" y="173"/>
                </a:lnTo>
                <a:lnTo>
                  <a:pt x="622" y="175"/>
                </a:lnTo>
                <a:lnTo>
                  <a:pt x="622" y="177"/>
                </a:lnTo>
                <a:lnTo>
                  <a:pt x="624" y="178"/>
                </a:lnTo>
                <a:lnTo>
                  <a:pt x="626" y="181"/>
                </a:lnTo>
                <a:lnTo>
                  <a:pt x="627" y="183"/>
                </a:lnTo>
                <a:lnTo>
                  <a:pt x="631" y="186"/>
                </a:lnTo>
                <a:lnTo>
                  <a:pt x="636" y="189"/>
                </a:lnTo>
                <a:lnTo>
                  <a:pt x="642" y="194"/>
                </a:lnTo>
                <a:lnTo>
                  <a:pt x="646" y="197"/>
                </a:lnTo>
                <a:lnTo>
                  <a:pt x="650" y="201"/>
                </a:lnTo>
                <a:lnTo>
                  <a:pt x="655" y="204"/>
                </a:lnTo>
                <a:lnTo>
                  <a:pt x="660" y="206"/>
                </a:lnTo>
                <a:lnTo>
                  <a:pt x="664" y="208"/>
                </a:lnTo>
                <a:lnTo>
                  <a:pt x="666" y="209"/>
                </a:lnTo>
                <a:lnTo>
                  <a:pt x="670" y="211"/>
                </a:lnTo>
                <a:lnTo>
                  <a:pt x="673" y="213"/>
                </a:lnTo>
                <a:lnTo>
                  <a:pt x="675" y="213"/>
                </a:lnTo>
                <a:lnTo>
                  <a:pt x="677" y="213"/>
                </a:lnTo>
                <a:lnTo>
                  <a:pt x="678" y="213"/>
                </a:lnTo>
                <a:lnTo>
                  <a:pt x="679" y="213"/>
                </a:lnTo>
                <a:lnTo>
                  <a:pt x="681" y="212"/>
                </a:lnTo>
                <a:lnTo>
                  <a:pt x="682" y="210"/>
                </a:lnTo>
                <a:lnTo>
                  <a:pt x="684" y="209"/>
                </a:lnTo>
                <a:lnTo>
                  <a:pt x="684" y="209"/>
                </a:lnTo>
                <a:close/>
                <a:moveTo>
                  <a:pt x="630" y="130"/>
                </a:moveTo>
                <a:lnTo>
                  <a:pt x="626" y="137"/>
                </a:lnTo>
                <a:lnTo>
                  <a:pt x="705" y="183"/>
                </a:lnTo>
                <a:lnTo>
                  <a:pt x="718" y="153"/>
                </a:lnTo>
                <a:lnTo>
                  <a:pt x="710" y="149"/>
                </a:lnTo>
                <a:lnTo>
                  <a:pt x="701" y="171"/>
                </a:lnTo>
                <a:lnTo>
                  <a:pt x="630" y="130"/>
                </a:lnTo>
                <a:lnTo>
                  <a:pt x="630" y="130"/>
                </a:lnTo>
                <a:close/>
                <a:moveTo>
                  <a:pt x="726" y="133"/>
                </a:moveTo>
                <a:lnTo>
                  <a:pt x="725" y="135"/>
                </a:lnTo>
                <a:lnTo>
                  <a:pt x="723" y="137"/>
                </a:lnTo>
                <a:lnTo>
                  <a:pt x="722" y="139"/>
                </a:lnTo>
                <a:lnTo>
                  <a:pt x="720" y="141"/>
                </a:lnTo>
                <a:lnTo>
                  <a:pt x="718" y="141"/>
                </a:lnTo>
                <a:lnTo>
                  <a:pt x="715" y="142"/>
                </a:lnTo>
                <a:lnTo>
                  <a:pt x="713" y="143"/>
                </a:lnTo>
                <a:lnTo>
                  <a:pt x="710" y="144"/>
                </a:lnTo>
                <a:lnTo>
                  <a:pt x="707" y="144"/>
                </a:lnTo>
                <a:lnTo>
                  <a:pt x="704" y="144"/>
                </a:lnTo>
                <a:lnTo>
                  <a:pt x="701" y="143"/>
                </a:lnTo>
                <a:lnTo>
                  <a:pt x="697" y="143"/>
                </a:lnTo>
                <a:lnTo>
                  <a:pt x="692" y="141"/>
                </a:lnTo>
                <a:lnTo>
                  <a:pt x="688" y="141"/>
                </a:lnTo>
                <a:lnTo>
                  <a:pt x="684" y="139"/>
                </a:lnTo>
                <a:lnTo>
                  <a:pt x="679" y="137"/>
                </a:lnTo>
                <a:lnTo>
                  <a:pt x="670" y="133"/>
                </a:lnTo>
                <a:lnTo>
                  <a:pt x="661" y="129"/>
                </a:lnTo>
                <a:lnTo>
                  <a:pt x="656" y="126"/>
                </a:lnTo>
                <a:lnTo>
                  <a:pt x="652" y="124"/>
                </a:lnTo>
                <a:lnTo>
                  <a:pt x="649" y="121"/>
                </a:lnTo>
                <a:lnTo>
                  <a:pt x="647" y="119"/>
                </a:lnTo>
                <a:lnTo>
                  <a:pt x="646" y="117"/>
                </a:lnTo>
                <a:lnTo>
                  <a:pt x="644" y="114"/>
                </a:lnTo>
                <a:lnTo>
                  <a:pt x="642" y="112"/>
                </a:lnTo>
                <a:lnTo>
                  <a:pt x="642" y="109"/>
                </a:lnTo>
                <a:lnTo>
                  <a:pt x="641" y="106"/>
                </a:lnTo>
                <a:lnTo>
                  <a:pt x="641" y="104"/>
                </a:lnTo>
                <a:lnTo>
                  <a:pt x="641" y="101"/>
                </a:lnTo>
                <a:lnTo>
                  <a:pt x="642" y="98"/>
                </a:lnTo>
                <a:lnTo>
                  <a:pt x="642" y="96"/>
                </a:lnTo>
                <a:lnTo>
                  <a:pt x="644" y="93"/>
                </a:lnTo>
                <a:lnTo>
                  <a:pt x="646" y="92"/>
                </a:lnTo>
                <a:lnTo>
                  <a:pt x="647" y="90"/>
                </a:lnTo>
                <a:lnTo>
                  <a:pt x="650" y="89"/>
                </a:lnTo>
                <a:lnTo>
                  <a:pt x="651" y="88"/>
                </a:lnTo>
                <a:lnTo>
                  <a:pt x="654" y="88"/>
                </a:lnTo>
                <a:lnTo>
                  <a:pt x="657" y="87"/>
                </a:lnTo>
                <a:lnTo>
                  <a:pt x="659" y="87"/>
                </a:lnTo>
                <a:lnTo>
                  <a:pt x="663" y="87"/>
                </a:lnTo>
                <a:lnTo>
                  <a:pt x="667" y="88"/>
                </a:lnTo>
                <a:lnTo>
                  <a:pt x="672" y="89"/>
                </a:lnTo>
                <a:lnTo>
                  <a:pt x="682" y="92"/>
                </a:lnTo>
                <a:lnTo>
                  <a:pt x="692" y="96"/>
                </a:lnTo>
                <a:lnTo>
                  <a:pt x="701" y="100"/>
                </a:lnTo>
                <a:lnTo>
                  <a:pt x="709" y="104"/>
                </a:lnTo>
                <a:lnTo>
                  <a:pt x="712" y="105"/>
                </a:lnTo>
                <a:lnTo>
                  <a:pt x="715" y="108"/>
                </a:lnTo>
                <a:lnTo>
                  <a:pt x="718" y="110"/>
                </a:lnTo>
                <a:lnTo>
                  <a:pt x="720" y="112"/>
                </a:lnTo>
                <a:lnTo>
                  <a:pt x="722" y="114"/>
                </a:lnTo>
                <a:lnTo>
                  <a:pt x="723" y="117"/>
                </a:lnTo>
                <a:lnTo>
                  <a:pt x="724" y="119"/>
                </a:lnTo>
                <a:lnTo>
                  <a:pt x="726" y="122"/>
                </a:lnTo>
                <a:lnTo>
                  <a:pt x="726" y="125"/>
                </a:lnTo>
                <a:lnTo>
                  <a:pt x="726" y="127"/>
                </a:lnTo>
                <a:lnTo>
                  <a:pt x="726" y="130"/>
                </a:lnTo>
                <a:lnTo>
                  <a:pt x="726" y="133"/>
                </a:lnTo>
                <a:lnTo>
                  <a:pt x="726" y="133"/>
                </a:lnTo>
                <a:close/>
                <a:moveTo>
                  <a:pt x="709" y="135"/>
                </a:moveTo>
                <a:lnTo>
                  <a:pt x="707" y="135"/>
                </a:lnTo>
                <a:lnTo>
                  <a:pt x="705" y="135"/>
                </a:lnTo>
                <a:lnTo>
                  <a:pt x="702" y="135"/>
                </a:lnTo>
                <a:lnTo>
                  <a:pt x="700" y="134"/>
                </a:lnTo>
                <a:lnTo>
                  <a:pt x="696" y="134"/>
                </a:lnTo>
                <a:lnTo>
                  <a:pt x="691" y="133"/>
                </a:lnTo>
                <a:lnTo>
                  <a:pt x="686" y="131"/>
                </a:lnTo>
                <a:lnTo>
                  <a:pt x="682" y="129"/>
                </a:lnTo>
                <a:lnTo>
                  <a:pt x="677" y="127"/>
                </a:lnTo>
                <a:lnTo>
                  <a:pt x="670" y="125"/>
                </a:lnTo>
                <a:lnTo>
                  <a:pt x="664" y="121"/>
                </a:lnTo>
                <a:lnTo>
                  <a:pt x="660" y="119"/>
                </a:lnTo>
                <a:lnTo>
                  <a:pt x="655" y="116"/>
                </a:lnTo>
                <a:lnTo>
                  <a:pt x="653" y="113"/>
                </a:lnTo>
                <a:lnTo>
                  <a:pt x="650" y="110"/>
                </a:lnTo>
                <a:lnTo>
                  <a:pt x="650" y="108"/>
                </a:lnTo>
                <a:lnTo>
                  <a:pt x="649" y="106"/>
                </a:lnTo>
                <a:lnTo>
                  <a:pt x="649" y="105"/>
                </a:lnTo>
                <a:lnTo>
                  <a:pt x="649" y="104"/>
                </a:lnTo>
                <a:lnTo>
                  <a:pt x="649" y="102"/>
                </a:lnTo>
                <a:lnTo>
                  <a:pt x="650" y="101"/>
                </a:lnTo>
                <a:lnTo>
                  <a:pt x="650" y="101"/>
                </a:lnTo>
                <a:lnTo>
                  <a:pt x="650" y="99"/>
                </a:lnTo>
                <a:lnTo>
                  <a:pt x="651" y="98"/>
                </a:lnTo>
                <a:lnTo>
                  <a:pt x="653" y="97"/>
                </a:lnTo>
                <a:lnTo>
                  <a:pt x="654" y="97"/>
                </a:lnTo>
                <a:lnTo>
                  <a:pt x="656" y="96"/>
                </a:lnTo>
                <a:lnTo>
                  <a:pt x="658" y="96"/>
                </a:lnTo>
                <a:lnTo>
                  <a:pt x="660" y="95"/>
                </a:lnTo>
                <a:lnTo>
                  <a:pt x="662" y="95"/>
                </a:lnTo>
                <a:lnTo>
                  <a:pt x="664" y="96"/>
                </a:lnTo>
                <a:lnTo>
                  <a:pt x="667" y="97"/>
                </a:lnTo>
                <a:lnTo>
                  <a:pt x="671" y="97"/>
                </a:lnTo>
                <a:lnTo>
                  <a:pt x="678" y="100"/>
                </a:lnTo>
                <a:lnTo>
                  <a:pt x="684" y="102"/>
                </a:lnTo>
                <a:lnTo>
                  <a:pt x="690" y="104"/>
                </a:lnTo>
                <a:lnTo>
                  <a:pt x="694" y="106"/>
                </a:lnTo>
                <a:lnTo>
                  <a:pt x="699" y="108"/>
                </a:lnTo>
                <a:lnTo>
                  <a:pt x="703" y="110"/>
                </a:lnTo>
                <a:lnTo>
                  <a:pt x="706" y="112"/>
                </a:lnTo>
                <a:lnTo>
                  <a:pt x="711" y="115"/>
                </a:lnTo>
                <a:lnTo>
                  <a:pt x="714" y="117"/>
                </a:lnTo>
                <a:lnTo>
                  <a:pt x="715" y="119"/>
                </a:lnTo>
                <a:lnTo>
                  <a:pt x="716" y="121"/>
                </a:lnTo>
                <a:lnTo>
                  <a:pt x="718" y="121"/>
                </a:lnTo>
                <a:lnTo>
                  <a:pt x="718" y="123"/>
                </a:lnTo>
                <a:lnTo>
                  <a:pt x="718" y="125"/>
                </a:lnTo>
                <a:lnTo>
                  <a:pt x="718" y="126"/>
                </a:lnTo>
                <a:lnTo>
                  <a:pt x="719" y="127"/>
                </a:lnTo>
                <a:lnTo>
                  <a:pt x="718" y="129"/>
                </a:lnTo>
                <a:lnTo>
                  <a:pt x="718" y="129"/>
                </a:lnTo>
                <a:lnTo>
                  <a:pt x="718" y="131"/>
                </a:lnTo>
                <a:lnTo>
                  <a:pt x="717" y="132"/>
                </a:lnTo>
                <a:lnTo>
                  <a:pt x="716" y="133"/>
                </a:lnTo>
                <a:lnTo>
                  <a:pt x="714" y="133"/>
                </a:lnTo>
                <a:lnTo>
                  <a:pt x="713" y="134"/>
                </a:lnTo>
                <a:lnTo>
                  <a:pt x="710" y="135"/>
                </a:lnTo>
                <a:lnTo>
                  <a:pt x="709" y="135"/>
                </a:lnTo>
                <a:lnTo>
                  <a:pt x="709" y="135"/>
                </a:lnTo>
                <a:close/>
                <a:moveTo>
                  <a:pt x="745" y="59"/>
                </a:moveTo>
                <a:lnTo>
                  <a:pt x="701" y="49"/>
                </a:lnTo>
                <a:lnTo>
                  <a:pt x="698" y="69"/>
                </a:lnTo>
                <a:lnTo>
                  <a:pt x="705" y="71"/>
                </a:lnTo>
                <a:lnTo>
                  <a:pt x="706" y="61"/>
                </a:lnTo>
                <a:lnTo>
                  <a:pt x="710" y="61"/>
                </a:lnTo>
                <a:lnTo>
                  <a:pt x="716" y="62"/>
                </a:lnTo>
                <a:lnTo>
                  <a:pt x="721" y="63"/>
                </a:lnTo>
                <a:lnTo>
                  <a:pt x="724" y="64"/>
                </a:lnTo>
                <a:lnTo>
                  <a:pt x="727" y="65"/>
                </a:lnTo>
                <a:lnTo>
                  <a:pt x="730" y="67"/>
                </a:lnTo>
                <a:lnTo>
                  <a:pt x="731" y="68"/>
                </a:lnTo>
                <a:lnTo>
                  <a:pt x="732" y="69"/>
                </a:lnTo>
                <a:lnTo>
                  <a:pt x="733" y="69"/>
                </a:lnTo>
                <a:lnTo>
                  <a:pt x="733" y="71"/>
                </a:lnTo>
                <a:lnTo>
                  <a:pt x="734" y="72"/>
                </a:lnTo>
                <a:lnTo>
                  <a:pt x="734" y="73"/>
                </a:lnTo>
                <a:lnTo>
                  <a:pt x="734" y="75"/>
                </a:lnTo>
                <a:lnTo>
                  <a:pt x="734" y="77"/>
                </a:lnTo>
                <a:lnTo>
                  <a:pt x="733" y="79"/>
                </a:lnTo>
                <a:lnTo>
                  <a:pt x="732" y="81"/>
                </a:lnTo>
                <a:lnTo>
                  <a:pt x="731" y="82"/>
                </a:lnTo>
                <a:lnTo>
                  <a:pt x="730" y="82"/>
                </a:lnTo>
                <a:lnTo>
                  <a:pt x="729" y="83"/>
                </a:lnTo>
                <a:lnTo>
                  <a:pt x="727" y="84"/>
                </a:lnTo>
                <a:lnTo>
                  <a:pt x="724" y="84"/>
                </a:lnTo>
                <a:lnTo>
                  <a:pt x="722" y="85"/>
                </a:lnTo>
                <a:lnTo>
                  <a:pt x="718" y="85"/>
                </a:lnTo>
                <a:lnTo>
                  <a:pt x="714" y="85"/>
                </a:lnTo>
                <a:lnTo>
                  <a:pt x="707" y="84"/>
                </a:lnTo>
                <a:lnTo>
                  <a:pt x="700" y="83"/>
                </a:lnTo>
                <a:lnTo>
                  <a:pt x="692" y="81"/>
                </a:lnTo>
                <a:lnTo>
                  <a:pt x="685" y="80"/>
                </a:lnTo>
                <a:lnTo>
                  <a:pt x="679" y="77"/>
                </a:lnTo>
                <a:lnTo>
                  <a:pt x="674" y="75"/>
                </a:lnTo>
                <a:lnTo>
                  <a:pt x="671" y="74"/>
                </a:lnTo>
                <a:lnTo>
                  <a:pt x="669" y="73"/>
                </a:lnTo>
                <a:lnTo>
                  <a:pt x="667" y="72"/>
                </a:lnTo>
                <a:lnTo>
                  <a:pt x="666" y="71"/>
                </a:lnTo>
                <a:lnTo>
                  <a:pt x="665" y="69"/>
                </a:lnTo>
                <a:lnTo>
                  <a:pt x="664" y="68"/>
                </a:lnTo>
                <a:lnTo>
                  <a:pt x="663" y="67"/>
                </a:lnTo>
                <a:lnTo>
                  <a:pt x="662" y="65"/>
                </a:lnTo>
                <a:lnTo>
                  <a:pt x="662" y="64"/>
                </a:lnTo>
                <a:lnTo>
                  <a:pt x="662" y="62"/>
                </a:lnTo>
                <a:lnTo>
                  <a:pt x="662" y="61"/>
                </a:lnTo>
                <a:lnTo>
                  <a:pt x="662" y="59"/>
                </a:lnTo>
                <a:lnTo>
                  <a:pt x="663" y="57"/>
                </a:lnTo>
                <a:lnTo>
                  <a:pt x="665" y="56"/>
                </a:lnTo>
                <a:lnTo>
                  <a:pt x="666" y="55"/>
                </a:lnTo>
                <a:lnTo>
                  <a:pt x="668" y="54"/>
                </a:lnTo>
                <a:lnTo>
                  <a:pt x="670" y="53"/>
                </a:lnTo>
                <a:lnTo>
                  <a:pt x="673" y="53"/>
                </a:lnTo>
                <a:lnTo>
                  <a:pt x="676" y="54"/>
                </a:lnTo>
                <a:lnTo>
                  <a:pt x="679" y="54"/>
                </a:lnTo>
                <a:lnTo>
                  <a:pt x="681" y="46"/>
                </a:lnTo>
                <a:lnTo>
                  <a:pt x="677" y="45"/>
                </a:lnTo>
                <a:lnTo>
                  <a:pt x="673" y="45"/>
                </a:lnTo>
                <a:lnTo>
                  <a:pt x="669" y="45"/>
                </a:lnTo>
                <a:lnTo>
                  <a:pt x="665" y="46"/>
                </a:lnTo>
                <a:lnTo>
                  <a:pt x="662" y="47"/>
                </a:lnTo>
                <a:lnTo>
                  <a:pt x="661" y="48"/>
                </a:lnTo>
                <a:lnTo>
                  <a:pt x="659" y="49"/>
                </a:lnTo>
                <a:lnTo>
                  <a:pt x="657" y="51"/>
                </a:lnTo>
                <a:lnTo>
                  <a:pt x="655" y="53"/>
                </a:lnTo>
                <a:lnTo>
                  <a:pt x="654" y="56"/>
                </a:lnTo>
                <a:lnTo>
                  <a:pt x="654" y="57"/>
                </a:lnTo>
                <a:lnTo>
                  <a:pt x="654" y="60"/>
                </a:lnTo>
                <a:lnTo>
                  <a:pt x="654" y="62"/>
                </a:lnTo>
                <a:lnTo>
                  <a:pt x="654" y="65"/>
                </a:lnTo>
                <a:lnTo>
                  <a:pt x="654" y="67"/>
                </a:lnTo>
                <a:lnTo>
                  <a:pt x="655" y="69"/>
                </a:lnTo>
                <a:lnTo>
                  <a:pt x="656" y="72"/>
                </a:lnTo>
                <a:lnTo>
                  <a:pt x="657" y="74"/>
                </a:lnTo>
                <a:lnTo>
                  <a:pt x="659" y="76"/>
                </a:lnTo>
                <a:lnTo>
                  <a:pt x="661" y="77"/>
                </a:lnTo>
                <a:lnTo>
                  <a:pt x="663" y="80"/>
                </a:lnTo>
                <a:lnTo>
                  <a:pt x="666" y="81"/>
                </a:lnTo>
                <a:lnTo>
                  <a:pt x="670" y="83"/>
                </a:lnTo>
                <a:lnTo>
                  <a:pt x="674" y="85"/>
                </a:lnTo>
                <a:lnTo>
                  <a:pt x="678" y="86"/>
                </a:lnTo>
                <a:lnTo>
                  <a:pt x="683" y="88"/>
                </a:lnTo>
                <a:lnTo>
                  <a:pt x="689" y="89"/>
                </a:lnTo>
                <a:lnTo>
                  <a:pt x="694" y="90"/>
                </a:lnTo>
                <a:lnTo>
                  <a:pt x="698" y="91"/>
                </a:lnTo>
                <a:lnTo>
                  <a:pt x="703" y="92"/>
                </a:lnTo>
                <a:lnTo>
                  <a:pt x="709" y="93"/>
                </a:lnTo>
                <a:lnTo>
                  <a:pt x="713" y="93"/>
                </a:lnTo>
                <a:lnTo>
                  <a:pt x="718" y="93"/>
                </a:lnTo>
                <a:lnTo>
                  <a:pt x="722" y="93"/>
                </a:lnTo>
                <a:lnTo>
                  <a:pt x="726" y="93"/>
                </a:lnTo>
                <a:lnTo>
                  <a:pt x="729" y="92"/>
                </a:lnTo>
                <a:lnTo>
                  <a:pt x="731" y="91"/>
                </a:lnTo>
                <a:lnTo>
                  <a:pt x="733" y="90"/>
                </a:lnTo>
                <a:lnTo>
                  <a:pt x="735" y="89"/>
                </a:lnTo>
                <a:lnTo>
                  <a:pt x="737" y="88"/>
                </a:lnTo>
                <a:lnTo>
                  <a:pt x="738" y="86"/>
                </a:lnTo>
                <a:lnTo>
                  <a:pt x="739" y="84"/>
                </a:lnTo>
                <a:lnTo>
                  <a:pt x="740" y="82"/>
                </a:lnTo>
                <a:lnTo>
                  <a:pt x="741" y="79"/>
                </a:lnTo>
                <a:lnTo>
                  <a:pt x="741" y="77"/>
                </a:lnTo>
                <a:lnTo>
                  <a:pt x="741" y="75"/>
                </a:lnTo>
                <a:lnTo>
                  <a:pt x="741" y="73"/>
                </a:lnTo>
                <a:lnTo>
                  <a:pt x="741" y="71"/>
                </a:lnTo>
                <a:lnTo>
                  <a:pt x="740" y="69"/>
                </a:lnTo>
                <a:lnTo>
                  <a:pt x="739" y="68"/>
                </a:lnTo>
                <a:lnTo>
                  <a:pt x="738" y="66"/>
                </a:lnTo>
                <a:lnTo>
                  <a:pt x="738" y="65"/>
                </a:lnTo>
                <a:lnTo>
                  <a:pt x="743" y="66"/>
                </a:lnTo>
                <a:lnTo>
                  <a:pt x="745" y="59"/>
                </a:lnTo>
                <a:lnTo>
                  <a:pt x="745" y="59"/>
                </a:lnTo>
                <a:close/>
                <a:moveTo>
                  <a:pt x="707" y="32"/>
                </a:moveTo>
                <a:lnTo>
                  <a:pt x="748" y="39"/>
                </a:lnTo>
                <a:lnTo>
                  <a:pt x="750" y="30"/>
                </a:lnTo>
                <a:lnTo>
                  <a:pt x="708" y="23"/>
                </a:lnTo>
                <a:lnTo>
                  <a:pt x="663" y="0"/>
                </a:lnTo>
                <a:lnTo>
                  <a:pt x="662" y="9"/>
                </a:lnTo>
                <a:lnTo>
                  <a:pt x="698" y="26"/>
                </a:lnTo>
                <a:lnTo>
                  <a:pt x="658" y="33"/>
                </a:lnTo>
                <a:lnTo>
                  <a:pt x="657" y="42"/>
                </a:lnTo>
                <a:lnTo>
                  <a:pt x="707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20" name="íṥḻîḋè">
            <a:extLst>
              <a:ext uri="{FF2B5EF4-FFF2-40B4-BE49-F238E27FC236}">
                <a16:creationId xmlns:a16="http://schemas.microsoft.com/office/drawing/2014/main" id="{EE1498BE-DC26-416D-B70D-32A9DCA9359F}"/>
              </a:ext>
            </a:extLst>
          </p:cNvPr>
          <p:cNvSpPr>
            <a:spLocks noGrp="1"/>
          </p:cNvSpPr>
          <p:nvPr/>
        </p:nvSpPr>
        <p:spPr>
          <a:xfrm>
            <a:off x="780120" y="788400"/>
            <a:ext cx="66600" cy="100800"/>
          </a:xfrm>
          <a:custGeom>
            <a:avLst/>
            <a:gdLst>
              <a:gd name="textAreaLeft" fmla="*/ 0 w 66600"/>
              <a:gd name="textAreaRight" fmla="*/ 66960 w 66600"/>
              <a:gd name="textAreaTop" fmla="*/ 0 h 100800"/>
              <a:gd name="textAreaBottom" fmla="*/ 101160 h 100800"/>
              <a:gd name="GluePoint1X" fmla="*/ 85 w 153"/>
              <a:gd name="GluePoint1Y" fmla="*/ 34 h 232"/>
              <a:gd name="GluePoint2X" fmla="*/ 90 w 153"/>
              <a:gd name="GluePoint2Y" fmla="*/ 26 h 232"/>
              <a:gd name="GluePoint3X" fmla="*/ 90 w 153"/>
              <a:gd name="GluePoint3Y" fmla="*/ 13 h 232"/>
              <a:gd name="GluePoint4X" fmla="*/ 86 w 153"/>
              <a:gd name="GluePoint4Y" fmla="*/ 5 h 232"/>
              <a:gd name="GluePoint5X" fmla="*/ 78 w 153"/>
              <a:gd name="GluePoint5Y" fmla="*/ 0 h 232"/>
              <a:gd name="GluePoint6X" fmla="*/ 58 w 153"/>
              <a:gd name="GluePoint6Y" fmla="*/ 4 h 232"/>
              <a:gd name="GluePoint7X" fmla="*/ 38 w 153"/>
              <a:gd name="GluePoint7Y" fmla="*/ 22 h 232"/>
              <a:gd name="GluePoint8X" fmla="*/ 21 w 153"/>
              <a:gd name="GluePoint8Y" fmla="*/ 38 h 232"/>
              <a:gd name="GluePoint9X" fmla="*/ 10 w 153"/>
              <a:gd name="GluePoint9Y" fmla="*/ 36 h 232"/>
              <a:gd name="GluePoint10X" fmla="*/ 7 w 153"/>
              <a:gd name="GluePoint10Y" fmla="*/ 27 h 232"/>
              <a:gd name="GluePoint11X" fmla="*/ 14 w 153"/>
              <a:gd name="GluePoint11Y" fmla="*/ 18 h 232"/>
              <a:gd name="GluePoint12X" fmla="*/ 15 w 153"/>
              <a:gd name="GluePoint12Y" fmla="*/ 9 h 232"/>
              <a:gd name="GluePoint13X" fmla="*/ 3 w 153"/>
              <a:gd name="GluePoint13Y" fmla="*/ 16 h 232"/>
              <a:gd name="GluePoint14X" fmla="*/ 1 w 153"/>
              <a:gd name="GluePoint14Y" fmla="*/ 31 h 232"/>
              <a:gd name="GluePoint15X" fmla="*/ 4 w 153"/>
              <a:gd name="GluePoint15Y" fmla="*/ 40 h 232"/>
              <a:gd name="GluePoint16X" fmla="*/ 14 w 153"/>
              <a:gd name="GluePoint16Y" fmla="*/ 46 h 232"/>
              <a:gd name="GluePoint17X" fmla="*/ 28 w 153"/>
              <a:gd name="GluePoint17Y" fmla="*/ 45 h 232"/>
              <a:gd name="GluePoint18X" fmla="*/ 39 w 153"/>
              <a:gd name="GluePoint18Y" fmla="*/ 33 h 232"/>
              <a:gd name="GluePoint19X" fmla="*/ 62 w 153"/>
              <a:gd name="GluePoint19Y" fmla="*/ 9 h 232"/>
              <a:gd name="GluePoint20X" fmla="*/ 74 w 153"/>
              <a:gd name="GluePoint20Y" fmla="*/ 7 h 232"/>
              <a:gd name="GluePoint21X" fmla="*/ 82 w 153"/>
              <a:gd name="GluePoint21Y" fmla="*/ 13 h 232"/>
              <a:gd name="GluePoint22X" fmla="*/ 83 w 153"/>
              <a:gd name="GluePoint22Y" fmla="*/ 23 h 232"/>
              <a:gd name="GluePoint23X" fmla="*/ 77 w 153"/>
              <a:gd name="GluePoint23Y" fmla="*/ 29 h 232"/>
              <a:gd name="GluePoint24X" fmla="*/ 73 w 153"/>
              <a:gd name="GluePoint24Y" fmla="*/ 39 h 232"/>
              <a:gd name="GluePoint25X" fmla="*/ 9 w 153"/>
              <a:gd name="GluePoint25Y" fmla="*/ 69 h 232"/>
              <a:gd name="GluePoint26X" fmla="*/ 17 w 153"/>
              <a:gd name="GluePoint26Y" fmla="*/ 60 h 232"/>
              <a:gd name="GluePoint27X" fmla="*/ 36 w 153"/>
              <a:gd name="GluePoint27Y" fmla="*/ 52 h 232"/>
              <a:gd name="GluePoint28X" fmla="*/ 71 w 153"/>
              <a:gd name="GluePoint28Y" fmla="*/ 44 h 232"/>
              <a:gd name="GluePoint29X" fmla="*/ 91 w 153"/>
              <a:gd name="GluePoint29Y" fmla="*/ 47 h 232"/>
              <a:gd name="GluePoint30X" fmla="*/ 98 w 153"/>
              <a:gd name="GluePoint30Y" fmla="*/ 56 h 232"/>
              <a:gd name="GluePoint31X" fmla="*/ 98 w 153"/>
              <a:gd name="GluePoint31Y" fmla="*/ 67 h 232"/>
              <a:gd name="GluePoint32X" fmla="*/ 90 w 153"/>
              <a:gd name="GluePoint32Y" fmla="*/ 76 h 232"/>
              <a:gd name="GluePoint33X" fmla="*/ 68 w 153"/>
              <a:gd name="GluePoint33Y" fmla="*/ 85 h 232"/>
              <a:gd name="GluePoint34X" fmla="*/ 42 w 153"/>
              <a:gd name="GluePoint34Y" fmla="*/ 90 h 232"/>
              <a:gd name="GluePoint35X" fmla="*/ 20 w 153"/>
              <a:gd name="GluePoint35Y" fmla="*/ 91 h 232"/>
              <a:gd name="GluePoint36X" fmla="*/ 11 w 153"/>
              <a:gd name="GluePoint36Y" fmla="*/ 84 h 232"/>
              <a:gd name="GluePoint37X" fmla="*/ 16 w 153"/>
              <a:gd name="GluePoint37Y" fmla="*/ 76 h 232"/>
              <a:gd name="GluePoint38X" fmla="*/ 21 w 153"/>
              <a:gd name="GluePoint38Y" fmla="*/ 82 h 232"/>
              <a:gd name="GluePoint39X" fmla="*/ 31 w 153"/>
              <a:gd name="GluePoint39Y" fmla="*/ 84 h 232"/>
              <a:gd name="GluePoint40X" fmla="*/ 62 w 153"/>
              <a:gd name="GluePoint40Y" fmla="*/ 77 h 232"/>
              <a:gd name="GluePoint41X" fmla="*/ 84 w 153"/>
              <a:gd name="GluePoint41Y" fmla="*/ 70 h 232"/>
              <a:gd name="GluePoint42X" fmla="*/ 90 w 153"/>
              <a:gd name="GluePoint42Y" fmla="*/ 64 h 232"/>
              <a:gd name="GluePoint43X" fmla="*/ 89 w 153"/>
              <a:gd name="GluePoint43Y" fmla="*/ 56 h 232"/>
              <a:gd name="GluePoint44X" fmla="*/ 82 w 153"/>
              <a:gd name="GluePoint44Y" fmla="*/ 52 h 232"/>
              <a:gd name="GluePoint45X" fmla="*/ 64 w 153"/>
              <a:gd name="GluePoint45Y" fmla="*/ 53 h 232"/>
              <a:gd name="GluePoint46X" fmla="*/ 32 w 153"/>
              <a:gd name="GluePoint46Y" fmla="*/ 61 h 232"/>
              <a:gd name="GluePoint47X" fmla="*/ 19 w 153"/>
              <a:gd name="GluePoint47Y" fmla="*/ 68 h 232"/>
              <a:gd name="GluePoint48X" fmla="*/ 15 w 153"/>
              <a:gd name="GluePoint48Y" fmla="*/ 75 h 232"/>
              <a:gd name="GluePoint49X" fmla="*/ 26 w 153"/>
              <a:gd name="GluePoint49Y" fmla="*/ 135 h 232"/>
              <a:gd name="GluePoint50X" fmla="*/ 34 w 153"/>
              <a:gd name="GluePoint50Y" fmla="*/ 140 h 232"/>
              <a:gd name="GluePoint51X" fmla="*/ 43 w 153"/>
              <a:gd name="GluePoint51Y" fmla="*/ 141 h 232"/>
              <a:gd name="GluePoint52X" fmla="*/ 44 w 153"/>
              <a:gd name="GluePoint52Y" fmla="*/ 132 h 232"/>
              <a:gd name="GluePoint53X" fmla="*/ 34 w 153"/>
              <a:gd name="GluePoint53Y" fmla="*/ 130 h 232"/>
              <a:gd name="GluePoint54X" fmla="*/ 30 w 153"/>
              <a:gd name="GluePoint54Y" fmla="*/ 121 h 232"/>
              <a:gd name="GluePoint55X" fmla="*/ 36 w 153"/>
              <a:gd name="GluePoint55Y" fmla="*/ 112 h 232"/>
              <a:gd name="GluePoint56X" fmla="*/ 34 w 153"/>
              <a:gd name="GluePoint56Y" fmla="*/ 103 h 232"/>
              <a:gd name="GluePoint57X" fmla="*/ 26 w 153"/>
              <a:gd name="GluePoint57Y" fmla="*/ 109 h 232"/>
              <a:gd name="GluePoint58X" fmla="*/ 22 w 153"/>
              <a:gd name="GluePoint58Y" fmla="*/ 119 h 232"/>
              <a:gd name="GluePoint59X" fmla="*/ 110 w 153"/>
              <a:gd name="GluePoint59Y" fmla="*/ 122 h 232"/>
              <a:gd name="GluePoint60X" fmla="*/ 42 w 153"/>
              <a:gd name="GluePoint60Y" fmla="*/ 172 h 232"/>
              <a:gd name="GluePoint61X" fmla="*/ 73 w 153"/>
              <a:gd name="GluePoint61Y" fmla="*/ 232 h 232"/>
              <a:gd name="GluePoint62X" fmla="*/ 137 w 153"/>
              <a:gd name="GluePoint62Y" fmla="*/ 163 h 232"/>
              <a:gd name="GluePoint63X" fmla="*/ 108 w 153"/>
              <a:gd name="GluePoint63Y" fmla="*/ 204 h 232"/>
            </a:gdLst>
            <a:ahLst/>
            <a:cxnLst/>
            <a:rect l="textAreaLeft" t="textAreaTop" r="textAreaRight" b="textAreaBottom"/>
            <a:pathLst>
              <a:path w="153" h="232">
                <a:moveTo>
                  <a:pt x="73" y="39"/>
                </a:moveTo>
                <a:lnTo>
                  <a:pt x="75" y="38"/>
                </a:lnTo>
                <a:lnTo>
                  <a:pt x="78" y="37"/>
                </a:lnTo>
                <a:lnTo>
                  <a:pt x="82" y="36"/>
                </a:lnTo>
                <a:lnTo>
                  <a:pt x="85" y="34"/>
                </a:lnTo>
                <a:lnTo>
                  <a:pt x="86" y="33"/>
                </a:lnTo>
                <a:lnTo>
                  <a:pt x="87" y="31"/>
                </a:lnTo>
                <a:lnTo>
                  <a:pt x="89" y="29"/>
                </a:lnTo>
                <a:lnTo>
                  <a:pt x="90" y="28"/>
                </a:lnTo>
                <a:lnTo>
                  <a:pt x="90" y="26"/>
                </a:lnTo>
                <a:lnTo>
                  <a:pt x="91" y="24"/>
                </a:lnTo>
                <a:lnTo>
                  <a:pt x="91" y="21"/>
                </a:lnTo>
                <a:lnTo>
                  <a:pt x="91" y="18"/>
                </a:lnTo>
                <a:lnTo>
                  <a:pt x="90" y="16"/>
                </a:lnTo>
                <a:lnTo>
                  <a:pt x="90" y="13"/>
                </a:lnTo>
                <a:lnTo>
                  <a:pt x="90" y="12"/>
                </a:lnTo>
                <a:lnTo>
                  <a:pt x="89" y="9"/>
                </a:lnTo>
                <a:lnTo>
                  <a:pt x="87" y="8"/>
                </a:lnTo>
                <a:lnTo>
                  <a:pt x="86" y="6"/>
                </a:lnTo>
                <a:lnTo>
                  <a:pt x="86" y="5"/>
                </a:lnTo>
                <a:lnTo>
                  <a:pt x="84" y="4"/>
                </a:lnTo>
                <a:lnTo>
                  <a:pt x="82" y="3"/>
                </a:lnTo>
                <a:lnTo>
                  <a:pt x="81" y="2"/>
                </a:lnTo>
                <a:lnTo>
                  <a:pt x="80" y="1"/>
                </a:lnTo>
                <a:lnTo>
                  <a:pt x="78" y="0"/>
                </a:lnTo>
                <a:lnTo>
                  <a:pt x="74" y="0"/>
                </a:lnTo>
                <a:lnTo>
                  <a:pt x="69" y="0"/>
                </a:lnTo>
                <a:lnTo>
                  <a:pt x="66" y="0"/>
                </a:lnTo>
                <a:lnTo>
                  <a:pt x="62" y="1"/>
                </a:lnTo>
                <a:lnTo>
                  <a:pt x="58" y="4"/>
                </a:lnTo>
                <a:lnTo>
                  <a:pt x="54" y="5"/>
                </a:lnTo>
                <a:lnTo>
                  <a:pt x="51" y="8"/>
                </a:lnTo>
                <a:lnTo>
                  <a:pt x="49" y="10"/>
                </a:lnTo>
                <a:lnTo>
                  <a:pt x="43" y="16"/>
                </a:lnTo>
                <a:lnTo>
                  <a:pt x="38" y="22"/>
                </a:lnTo>
                <a:lnTo>
                  <a:pt x="32" y="28"/>
                </a:lnTo>
                <a:lnTo>
                  <a:pt x="26" y="35"/>
                </a:lnTo>
                <a:lnTo>
                  <a:pt x="25" y="36"/>
                </a:lnTo>
                <a:lnTo>
                  <a:pt x="23" y="36"/>
                </a:lnTo>
                <a:lnTo>
                  <a:pt x="21" y="38"/>
                </a:lnTo>
                <a:lnTo>
                  <a:pt x="18" y="38"/>
                </a:lnTo>
                <a:lnTo>
                  <a:pt x="16" y="38"/>
                </a:lnTo>
                <a:lnTo>
                  <a:pt x="14" y="38"/>
                </a:lnTo>
                <a:lnTo>
                  <a:pt x="12" y="37"/>
                </a:lnTo>
                <a:lnTo>
                  <a:pt x="10" y="36"/>
                </a:lnTo>
                <a:lnTo>
                  <a:pt x="10" y="36"/>
                </a:lnTo>
                <a:lnTo>
                  <a:pt x="9" y="34"/>
                </a:lnTo>
                <a:lnTo>
                  <a:pt x="8" y="32"/>
                </a:lnTo>
                <a:lnTo>
                  <a:pt x="7" y="30"/>
                </a:lnTo>
                <a:lnTo>
                  <a:pt x="7" y="27"/>
                </a:lnTo>
                <a:lnTo>
                  <a:pt x="8" y="24"/>
                </a:lnTo>
                <a:lnTo>
                  <a:pt x="9" y="22"/>
                </a:lnTo>
                <a:lnTo>
                  <a:pt x="10" y="20"/>
                </a:lnTo>
                <a:lnTo>
                  <a:pt x="12" y="19"/>
                </a:lnTo>
                <a:lnTo>
                  <a:pt x="14" y="18"/>
                </a:lnTo>
                <a:lnTo>
                  <a:pt x="18" y="17"/>
                </a:lnTo>
                <a:lnTo>
                  <a:pt x="22" y="16"/>
                </a:lnTo>
                <a:lnTo>
                  <a:pt x="21" y="8"/>
                </a:lnTo>
                <a:lnTo>
                  <a:pt x="18" y="8"/>
                </a:lnTo>
                <a:lnTo>
                  <a:pt x="15" y="9"/>
                </a:lnTo>
                <a:lnTo>
                  <a:pt x="12" y="10"/>
                </a:lnTo>
                <a:lnTo>
                  <a:pt x="8" y="12"/>
                </a:lnTo>
                <a:lnTo>
                  <a:pt x="6" y="13"/>
                </a:lnTo>
                <a:lnTo>
                  <a:pt x="5" y="15"/>
                </a:lnTo>
                <a:lnTo>
                  <a:pt x="3" y="16"/>
                </a:lnTo>
                <a:lnTo>
                  <a:pt x="2" y="19"/>
                </a:lnTo>
                <a:lnTo>
                  <a:pt x="1" y="21"/>
                </a:lnTo>
                <a:lnTo>
                  <a:pt x="1" y="24"/>
                </a:lnTo>
                <a:lnTo>
                  <a:pt x="0" y="28"/>
                </a:lnTo>
                <a:lnTo>
                  <a:pt x="1" y="31"/>
                </a:lnTo>
                <a:lnTo>
                  <a:pt x="1" y="33"/>
                </a:lnTo>
                <a:lnTo>
                  <a:pt x="1" y="35"/>
                </a:lnTo>
                <a:lnTo>
                  <a:pt x="2" y="37"/>
                </a:lnTo>
                <a:lnTo>
                  <a:pt x="3" y="39"/>
                </a:lnTo>
                <a:lnTo>
                  <a:pt x="4" y="40"/>
                </a:lnTo>
                <a:lnTo>
                  <a:pt x="6" y="42"/>
                </a:lnTo>
                <a:lnTo>
                  <a:pt x="6" y="43"/>
                </a:lnTo>
                <a:lnTo>
                  <a:pt x="8" y="44"/>
                </a:lnTo>
                <a:lnTo>
                  <a:pt x="11" y="46"/>
                </a:lnTo>
                <a:lnTo>
                  <a:pt x="14" y="46"/>
                </a:lnTo>
                <a:lnTo>
                  <a:pt x="17" y="47"/>
                </a:lnTo>
                <a:lnTo>
                  <a:pt x="19" y="47"/>
                </a:lnTo>
                <a:lnTo>
                  <a:pt x="22" y="46"/>
                </a:lnTo>
                <a:lnTo>
                  <a:pt x="26" y="46"/>
                </a:lnTo>
                <a:lnTo>
                  <a:pt x="28" y="45"/>
                </a:lnTo>
                <a:lnTo>
                  <a:pt x="30" y="44"/>
                </a:lnTo>
                <a:lnTo>
                  <a:pt x="32" y="42"/>
                </a:lnTo>
                <a:lnTo>
                  <a:pt x="34" y="40"/>
                </a:lnTo>
                <a:lnTo>
                  <a:pt x="36" y="36"/>
                </a:lnTo>
                <a:lnTo>
                  <a:pt x="39" y="33"/>
                </a:lnTo>
                <a:lnTo>
                  <a:pt x="45" y="25"/>
                </a:lnTo>
                <a:lnTo>
                  <a:pt x="52" y="18"/>
                </a:lnTo>
                <a:lnTo>
                  <a:pt x="55" y="14"/>
                </a:lnTo>
                <a:lnTo>
                  <a:pt x="59" y="12"/>
                </a:lnTo>
                <a:lnTo>
                  <a:pt x="62" y="9"/>
                </a:lnTo>
                <a:lnTo>
                  <a:pt x="66" y="8"/>
                </a:lnTo>
                <a:lnTo>
                  <a:pt x="68" y="7"/>
                </a:lnTo>
                <a:lnTo>
                  <a:pt x="70" y="7"/>
                </a:lnTo>
                <a:lnTo>
                  <a:pt x="71" y="7"/>
                </a:lnTo>
                <a:lnTo>
                  <a:pt x="74" y="7"/>
                </a:lnTo>
                <a:lnTo>
                  <a:pt x="75" y="8"/>
                </a:lnTo>
                <a:lnTo>
                  <a:pt x="77" y="9"/>
                </a:lnTo>
                <a:lnTo>
                  <a:pt x="78" y="10"/>
                </a:lnTo>
                <a:lnTo>
                  <a:pt x="80" y="12"/>
                </a:lnTo>
                <a:lnTo>
                  <a:pt x="82" y="13"/>
                </a:lnTo>
                <a:lnTo>
                  <a:pt x="82" y="15"/>
                </a:lnTo>
                <a:lnTo>
                  <a:pt x="83" y="17"/>
                </a:lnTo>
                <a:lnTo>
                  <a:pt x="84" y="20"/>
                </a:lnTo>
                <a:lnTo>
                  <a:pt x="84" y="21"/>
                </a:lnTo>
                <a:lnTo>
                  <a:pt x="83" y="23"/>
                </a:lnTo>
                <a:lnTo>
                  <a:pt x="83" y="24"/>
                </a:lnTo>
                <a:lnTo>
                  <a:pt x="82" y="25"/>
                </a:lnTo>
                <a:lnTo>
                  <a:pt x="81" y="27"/>
                </a:lnTo>
                <a:lnTo>
                  <a:pt x="79" y="28"/>
                </a:lnTo>
                <a:lnTo>
                  <a:pt x="77" y="29"/>
                </a:lnTo>
                <a:lnTo>
                  <a:pt x="75" y="29"/>
                </a:lnTo>
                <a:lnTo>
                  <a:pt x="73" y="29"/>
                </a:lnTo>
                <a:lnTo>
                  <a:pt x="71" y="30"/>
                </a:lnTo>
                <a:lnTo>
                  <a:pt x="73" y="39"/>
                </a:lnTo>
                <a:lnTo>
                  <a:pt x="73" y="39"/>
                </a:lnTo>
                <a:close/>
                <a:moveTo>
                  <a:pt x="9" y="78"/>
                </a:moveTo>
                <a:lnTo>
                  <a:pt x="8" y="76"/>
                </a:lnTo>
                <a:lnTo>
                  <a:pt x="8" y="73"/>
                </a:lnTo>
                <a:lnTo>
                  <a:pt x="9" y="72"/>
                </a:lnTo>
                <a:lnTo>
                  <a:pt x="9" y="69"/>
                </a:lnTo>
                <a:lnTo>
                  <a:pt x="10" y="68"/>
                </a:lnTo>
                <a:lnTo>
                  <a:pt x="11" y="66"/>
                </a:lnTo>
                <a:lnTo>
                  <a:pt x="13" y="64"/>
                </a:lnTo>
                <a:lnTo>
                  <a:pt x="14" y="63"/>
                </a:lnTo>
                <a:lnTo>
                  <a:pt x="17" y="60"/>
                </a:lnTo>
                <a:lnTo>
                  <a:pt x="20" y="58"/>
                </a:lnTo>
                <a:lnTo>
                  <a:pt x="23" y="56"/>
                </a:lnTo>
                <a:lnTo>
                  <a:pt x="27" y="55"/>
                </a:lnTo>
                <a:lnTo>
                  <a:pt x="31" y="53"/>
                </a:lnTo>
                <a:lnTo>
                  <a:pt x="36" y="52"/>
                </a:lnTo>
                <a:lnTo>
                  <a:pt x="40" y="50"/>
                </a:lnTo>
                <a:lnTo>
                  <a:pt x="45" y="48"/>
                </a:lnTo>
                <a:lnTo>
                  <a:pt x="54" y="47"/>
                </a:lnTo>
                <a:lnTo>
                  <a:pt x="63" y="45"/>
                </a:lnTo>
                <a:lnTo>
                  <a:pt x="71" y="44"/>
                </a:lnTo>
                <a:lnTo>
                  <a:pt x="78" y="44"/>
                </a:lnTo>
                <a:lnTo>
                  <a:pt x="82" y="44"/>
                </a:lnTo>
                <a:lnTo>
                  <a:pt x="86" y="44"/>
                </a:lnTo>
                <a:lnTo>
                  <a:pt x="89" y="46"/>
                </a:lnTo>
                <a:lnTo>
                  <a:pt x="91" y="47"/>
                </a:lnTo>
                <a:lnTo>
                  <a:pt x="94" y="49"/>
                </a:lnTo>
                <a:lnTo>
                  <a:pt x="95" y="52"/>
                </a:lnTo>
                <a:lnTo>
                  <a:pt x="97" y="52"/>
                </a:lnTo>
                <a:lnTo>
                  <a:pt x="97" y="54"/>
                </a:lnTo>
                <a:lnTo>
                  <a:pt x="98" y="56"/>
                </a:lnTo>
                <a:lnTo>
                  <a:pt x="98" y="57"/>
                </a:lnTo>
                <a:lnTo>
                  <a:pt x="98" y="60"/>
                </a:lnTo>
                <a:lnTo>
                  <a:pt x="98" y="63"/>
                </a:lnTo>
                <a:lnTo>
                  <a:pt x="98" y="64"/>
                </a:lnTo>
                <a:lnTo>
                  <a:pt x="98" y="67"/>
                </a:lnTo>
                <a:lnTo>
                  <a:pt x="97" y="68"/>
                </a:lnTo>
                <a:lnTo>
                  <a:pt x="95" y="70"/>
                </a:lnTo>
                <a:lnTo>
                  <a:pt x="94" y="72"/>
                </a:lnTo>
                <a:lnTo>
                  <a:pt x="92" y="74"/>
                </a:lnTo>
                <a:lnTo>
                  <a:pt x="90" y="76"/>
                </a:lnTo>
                <a:lnTo>
                  <a:pt x="86" y="77"/>
                </a:lnTo>
                <a:lnTo>
                  <a:pt x="82" y="80"/>
                </a:lnTo>
                <a:lnTo>
                  <a:pt x="78" y="81"/>
                </a:lnTo>
                <a:lnTo>
                  <a:pt x="73" y="84"/>
                </a:lnTo>
                <a:lnTo>
                  <a:pt x="68" y="85"/>
                </a:lnTo>
                <a:lnTo>
                  <a:pt x="63" y="87"/>
                </a:lnTo>
                <a:lnTo>
                  <a:pt x="58" y="88"/>
                </a:lnTo>
                <a:lnTo>
                  <a:pt x="53" y="88"/>
                </a:lnTo>
                <a:lnTo>
                  <a:pt x="48" y="90"/>
                </a:lnTo>
                <a:lnTo>
                  <a:pt x="42" y="90"/>
                </a:lnTo>
                <a:lnTo>
                  <a:pt x="37" y="91"/>
                </a:lnTo>
                <a:lnTo>
                  <a:pt x="32" y="92"/>
                </a:lnTo>
                <a:lnTo>
                  <a:pt x="26" y="92"/>
                </a:lnTo>
                <a:lnTo>
                  <a:pt x="22" y="92"/>
                </a:lnTo>
                <a:lnTo>
                  <a:pt x="20" y="91"/>
                </a:lnTo>
                <a:lnTo>
                  <a:pt x="18" y="90"/>
                </a:lnTo>
                <a:lnTo>
                  <a:pt x="15" y="89"/>
                </a:lnTo>
                <a:lnTo>
                  <a:pt x="14" y="88"/>
                </a:lnTo>
                <a:lnTo>
                  <a:pt x="12" y="87"/>
                </a:lnTo>
                <a:lnTo>
                  <a:pt x="11" y="84"/>
                </a:lnTo>
                <a:lnTo>
                  <a:pt x="10" y="83"/>
                </a:lnTo>
                <a:lnTo>
                  <a:pt x="10" y="81"/>
                </a:lnTo>
                <a:lnTo>
                  <a:pt x="9" y="78"/>
                </a:lnTo>
                <a:lnTo>
                  <a:pt x="9" y="78"/>
                </a:lnTo>
                <a:close/>
                <a:moveTo>
                  <a:pt x="16" y="76"/>
                </a:moveTo>
                <a:lnTo>
                  <a:pt x="16" y="78"/>
                </a:lnTo>
                <a:lnTo>
                  <a:pt x="18" y="80"/>
                </a:lnTo>
                <a:lnTo>
                  <a:pt x="18" y="80"/>
                </a:lnTo>
                <a:lnTo>
                  <a:pt x="19" y="81"/>
                </a:lnTo>
                <a:lnTo>
                  <a:pt x="21" y="82"/>
                </a:lnTo>
                <a:lnTo>
                  <a:pt x="22" y="83"/>
                </a:lnTo>
                <a:lnTo>
                  <a:pt x="24" y="83"/>
                </a:lnTo>
                <a:lnTo>
                  <a:pt x="26" y="84"/>
                </a:lnTo>
                <a:lnTo>
                  <a:pt x="28" y="84"/>
                </a:lnTo>
                <a:lnTo>
                  <a:pt x="31" y="84"/>
                </a:lnTo>
                <a:lnTo>
                  <a:pt x="36" y="83"/>
                </a:lnTo>
                <a:lnTo>
                  <a:pt x="43" y="82"/>
                </a:lnTo>
                <a:lnTo>
                  <a:pt x="50" y="80"/>
                </a:lnTo>
                <a:lnTo>
                  <a:pt x="56" y="80"/>
                </a:lnTo>
                <a:lnTo>
                  <a:pt x="62" y="77"/>
                </a:lnTo>
                <a:lnTo>
                  <a:pt x="69" y="76"/>
                </a:lnTo>
                <a:lnTo>
                  <a:pt x="74" y="74"/>
                </a:lnTo>
                <a:lnTo>
                  <a:pt x="79" y="72"/>
                </a:lnTo>
                <a:lnTo>
                  <a:pt x="82" y="71"/>
                </a:lnTo>
                <a:lnTo>
                  <a:pt x="84" y="70"/>
                </a:lnTo>
                <a:lnTo>
                  <a:pt x="86" y="68"/>
                </a:lnTo>
                <a:lnTo>
                  <a:pt x="87" y="68"/>
                </a:lnTo>
                <a:lnTo>
                  <a:pt x="88" y="66"/>
                </a:lnTo>
                <a:lnTo>
                  <a:pt x="90" y="64"/>
                </a:lnTo>
                <a:lnTo>
                  <a:pt x="90" y="64"/>
                </a:lnTo>
                <a:lnTo>
                  <a:pt x="90" y="63"/>
                </a:lnTo>
                <a:lnTo>
                  <a:pt x="91" y="60"/>
                </a:lnTo>
                <a:lnTo>
                  <a:pt x="91" y="59"/>
                </a:lnTo>
                <a:lnTo>
                  <a:pt x="90" y="57"/>
                </a:lnTo>
                <a:lnTo>
                  <a:pt x="89" y="56"/>
                </a:lnTo>
                <a:lnTo>
                  <a:pt x="88" y="56"/>
                </a:lnTo>
                <a:lnTo>
                  <a:pt x="87" y="55"/>
                </a:lnTo>
                <a:lnTo>
                  <a:pt x="86" y="54"/>
                </a:lnTo>
                <a:lnTo>
                  <a:pt x="84" y="53"/>
                </a:lnTo>
                <a:lnTo>
                  <a:pt x="82" y="52"/>
                </a:lnTo>
                <a:lnTo>
                  <a:pt x="80" y="52"/>
                </a:lnTo>
                <a:lnTo>
                  <a:pt x="78" y="52"/>
                </a:lnTo>
                <a:lnTo>
                  <a:pt x="75" y="52"/>
                </a:lnTo>
                <a:lnTo>
                  <a:pt x="70" y="52"/>
                </a:lnTo>
                <a:lnTo>
                  <a:pt x="64" y="53"/>
                </a:lnTo>
                <a:lnTo>
                  <a:pt x="58" y="55"/>
                </a:lnTo>
                <a:lnTo>
                  <a:pt x="50" y="56"/>
                </a:lnTo>
                <a:lnTo>
                  <a:pt x="44" y="58"/>
                </a:lnTo>
                <a:lnTo>
                  <a:pt x="38" y="60"/>
                </a:lnTo>
                <a:lnTo>
                  <a:pt x="32" y="61"/>
                </a:lnTo>
                <a:lnTo>
                  <a:pt x="27" y="64"/>
                </a:lnTo>
                <a:lnTo>
                  <a:pt x="25" y="64"/>
                </a:lnTo>
                <a:lnTo>
                  <a:pt x="22" y="66"/>
                </a:lnTo>
                <a:lnTo>
                  <a:pt x="21" y="67"/>
                </a:lnTo>
                <a:lnTo>
                  <a:pt x="19" y="68"/>
                </a:lnTo>
                <a:lnTo>
                  <a:pt x="18" y="70"/>
                </a:lnTo>
                <a:lnTo>
                  <a:pt x="17" y="71"/>
                </a:lnTo>
                <a:lnTo>
                  <a:pt x="17" y="72"/>
                </a:lnTo>
                <a:lnTo>
                  <a:pt x="16" y="74"/>
                </a:lnTo>
                <a:lnTo>
                  <a:pt x="15" y="75"/>
                </a:lnTo>
                <a:lnTo>
                  <a:pt x="16" y="76"/>
                </a:lnTo>
                <a:lnTo>
                  <a:pt x="16" y="76"/>
                </a:lnTo>
                <a:close/>
                <a:moveTo>
                  <a:pt x="23" y="128"/>
                </a:moveTo>
                <a:lnTo>
                  <a:pt x="25" y="132"/>
                </a:lnTo>
                <a:lnTo>
                  <a:pt x="26" y="135"/>
                </a:lnTo>
                <a:lnTo>
                  <a:pt x="27" y="136"/>
                </a:lnTo>
                <a:lnTo>
                  <a:pt x="29" y="137"/>
                </a:lnTo>
                <a:lnTo>
                  <a:pt x="30" y="139"/>
                </a:lnTo>
                <a:lnTo>
                  <a:pt x="32" y="140"/>
                </a:lnTo>
                <a:lnTo>
                  <a:pt x="34" y="140"/>
                </a:lnTo>
                <a:lnTo>
                  <a:pt x="35" y="140"/>
                </a:lnTo>
                <a:lnTo>
                  <a:pt x="37" y="141"/>
                </a:lnTo>
                <a:lnTo>
                  <a:pt x="39" y="141"/>
                </a:lnTo>
                <a:lnTo>
                  <a:pt x="41" y="141"/>
                </a:lnTo>
                <a:lnTo>
                  <a:pt x="43" y="141"/>
                </a:lnTo>
                <a:lnTo>
                  <a:pt x="45" y="140"/>
                </a:lnTo>
                <a:lnTo>
                  <a:pt x="47" y="140"/>
                </a:lnTo>
                <a:lnTo>
                  <a:pt x="115" y="116"/>
                </a:lnTo>
                <a:lnTo>
                  <a:pt x="112" y="108"/>
                </a:lnTo>
                <a:lnTo>
                  <a:pt x="44" y="132"/>
                </a:lnTo>
                <a:lnTo>
                  <a:pt x="42" y="132"/>
                </a:lnTo>
                <a:lnTo>
                  <a:pt x="39" y="132"/>
                </a:lnTo>
                <a:lnTo>
                  <a:pt x="38" y="132"/>
                </a:lnTo>
                <a:lnTo>
                  <a:pt x="36" y="132"/>
                </a:lnTo>
                <a:lnTo>
                  <a:pt x="34" y="130"/>
                </a:lnTo>
                <a:lnTo>
                  <a:pt x="32" y="129"/>
                </a:lnTo>
                <a:lnTo>
                  <a:pt x="31" y="128"/>
                </a:lnTo>
                <a:lnTo>
                  <a:pt x="30" y="125"/>
                </a:lnTo>
                <a:lnTo>
                  <a:pt x="30" y="124"/>
                </a:lnTo>
                <a:lnTo>
                  <a:pt x="30" y="121"/>
                </a:lnTo>
                <a:lnTo>
                  <a:pt x="30" y="119"/>
                </a:lnTo>
                <a:lnTo>
                  <a:pt x="31" y="116"/>
                </a:lnTo>
                <a:lnTo>
                  <a:pt x="32" y="115"/>
                </a:lnTo>
                <a:lnTo>
                  <a:pt x="34" y="112"/>
                </a:lnTo>
                <a:lnTo>
                  <a:pt x="36" y="112"/>
                </a:lnTo>
                <a:lnTo>
                  <a:pt x="38" y="110"/>
                </a:lnTo>
                <a:lnTo>
                  <a:pt x="105" y="88"/>
                </a:lnTo>
                <a:lnTo>
                  <a:pt x="103" y="80"/>
                </a:lnTo>
                <a:lnTo>
                  <a:pt x="36" y="102"/>
                </a:lnTo>
                <a:lnTo>
                  <a:pt x="34" y="103"/>
                </a:lnTo>
                <a:lnTo>
                  <a:pt x="32" y="104"/>
                </a:lnTo>
                <a:lnTo>
                  <a:pt x="30" y="105"/>
                </a:lnTo>
                <a:lnTo>
                  <a:pt x="29" y="107"/>
                </a:lnTo>
                <a:lnTo>
                  <a:pt x="27" y="108"/>
                </a:lnTo>
                <a:lnTo>
                  <a:pt x="26" y="109"/>
                </a:lnTo>
                <a:lnTo>
                  <a:pt x="25" y="112"/>
                </a:lnTo>
                <a:lnTo>
                  <a:pt x="24" y="113"/>
                </a:lnTo>
                <a:lnTo>
                  <a:pt x="23" y="115"/>
                </a:lnTo>
                <a:lnTo>
                  <a:pt x="22" y="117"/>
                </a:lnTo>
                <a:lnTo>
                  <a:pt x="22" y="119"/>
                </a:lnTo>
                <a:lnTo>
                  <a:pt x="22" y="120"/>
                </a:lnTo>
                <a:lnTo>
                  <a:pt x="22" y="124"/>
                </a:lnTo>
                <a:lnTo>
                  <a:pt x="23" y="128"/>
                </a:lnTo>
                <a:lnTo>
                  <a:pt x="23" y="128"/>
                </a:lnTo>
                <a:close/>
                <a:moveTo>
                  <a:pt x="110" y="122"/>
                </a:moveTo>
                <a:lnTo>
                  <a:pt x="116" y="119"/>
                </a:lnTo>
                <a:lnTo>
                  <a:pt x="130" y="151"/>
                </a:lnTo>
                <a:lnTo>
                  <a:pt x="123" y="153"/>
                </a:lnTo>
                <a:lnTo>
                  <a:pt x="118" y="141"/>
                </a:lnTo>
                <a:lnTo>
                  <a:pt x="42" y="172"/>
                </a:lnTo>
                <a:lnTo>
                  <a:pt x="38" y="164"/>
                </a:lnTo>
                <a:lnTo>
                  <a:pt x="114" y="133"/>
                </a:lnTo>
                <a:lnTo>
                  <a:pt x="110" y="122"/>
                </a:lnTo>
                <a:lnTo>
                  <a:pt x="110" y="122"/>
                </a:lnTo>
                <a:close/>
                <a:moveTo>
                  <a:pt x="73" y="232"/>
                </a:moveTo>
                <a:lnTo>
                  <a:pt x="153" y="190"/>
                </a:lnTo>
                <a:lnTo>
                  <a:pt x="149" y="183"/>
                </a:lnTo>
                <a:lnTo>
                  <a:pt x="115" y="200"/>
                </a:lnTo>
                <a:lnTo>
                  <a:pt x="103" y="177"/>
                </a:lnTo>
                <a:lnTo>
                  <a:pt x="137" y="163"/>
                </a:lnTo>
                <a:lnTo>
                  <a:pt x="133" y="155"/>
                </a:lnTo>
                <a:lnTo>
                  <a:pt x="50" y="192"/>
                </a:lnTo>
                <a:lnTo>
                  <a:pt x="54" y="200"/>
                </a:lnTo>
                <a:lnTo>
                  <a:pt x="95" y="180"/>
                </a:lnTo>
                <a:lnTo>
                  <a:pt x="108" y="204"/>
                </a:lnTo>
                <a:lnTo>
                  <a:pt x="69" y="225"/>
                </a:lnTo>
                <a:lnTo>
                  <a:pt x="73" y="2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21" name="iṩ1íḋé">
            <a:extLst>
              <a:ext uri="{FF2B5EF4-FFF2-40B4-BE49-F238E27FC236}">
                <a16:creationId xmlns:a16="http://schemas.microsoft.com/office/drawing/2014/main" id="{DCE1C654-1C38-4F7A-837D-B4678452710B}"/>
              </a:ext>
            </a:extLst>
          </p:cNvPr>
          <p:cNvSpPr>
            <a:spLocks noGrp="1"/>
          </p:cNvSpPr>
          <p:nvPr/>
        </p:nvSpPr>
        <p:spPr>
          <a:xfrm>
            <a:off x="824760" y="883080"/>
            <a:ext cx="83160" cy="83880"/>
          </a:xfrm>
          <a:custGeom>
            <a:avLst/>
            <a:gdLst>
              <a:gd name="textAreaLeft" fmla="*/ 0 w 83160"/>
              <a:gd name="textAreaRight" fmla="*/ 83520 w 83160"/>
              <a:gd name="textAreaTop" fmla="*/ 0 h 83880"/>
              <a:gd name="textAreaBottom" fmla="*/ 84240 h 83880"/>
              <a:gd name="GluePoint1X" fmla="*/ 20 w 191"/>
              <a:gd name="GluePoint1Y" fmla="*/ 59 h 193"/>
              <a:gd name="GluePoint2X" fmla="*/ 13 w 191"/>
              <a:gd name="GluePoint2Y" fmla="*/ 60 h 193"/>
              <a:gd name="GluePoint3X" fmla="*/ 9 w 191"/>
              <a:gd name="GluePoint3Y" fmla="*/ 56 h 193"/>
              <a:gd name="GluePoint4X" fmla="*/ 8 w 191"/>
              <a:gd name="GluePoint4Y" fmla="*/ 50 h 193"/>
              <a:gd name="GluePoint5X" fmla="*/ 10 w 191"/>
              <a:gd name="GluePoint5Y" fmla="*/ 45 h 193"/>
              <a:gd name="GluePoint6X" fmla="*/ 14 w 191"/>
              <a:gd name="GluePoint6Y" fmla="*/ 39 h 193"/>
              <a:gd name="GluePoint7X" fmla="*/ 24 w 191"/>
              <a:gd name="GluePoint7Y" fmla="*/ 30 h 193"/>
              <a:gd name="GluePoint8X" fmla="*/ 38 w 191"/>
              <a:gd name="GluePoint8Y" fmla="*/ 19 h 193"/>
              <a:gd name="GluePoint9X" fmla="*/ 52 w 191"/>
              <a:gd name="GluePoint9Y" fmla="*/ 12 h 193"/>
              <a:gd name="GluePoint10X" fmla="*/ 60 w 191"/>
              <a:gd name="GluePoint10Y" fmla="*/ 10 h 193"/>
              <a:gd name="GluePoint11X" fmla="*/ 65 w 191"/>
              <a:gd name="GluePoint11Y" fmla="*/ 10 h 193"/>
              <a:gd name="GluePoint12X" fmla="*/ 69 w 191"/>
              <a:gd name="GluePoint12Y" fmla="*/ 12 h 193"/>
              <a:gd name="GluePoint13X" fmla="*/ 71 w 191"/>
              <a:gd name="GluePoint13Y" fmla="*/ 18 h 193"/>
              <a:gd name="GluePoint14X" fmla="*/ 69 w 191"/>
              <a:gd name="GluePoint14Y" fmla="*/ 24 h 193"/>
              <a:gd name="GluePoint15X" fmla="*/ 61 w 191"/>
              <a:gd name="GluePoint15Y" fmla="*/ 32 h 193"/>
              <a:gd name="GluePoint16X" fmla="*/ 69 w 191"/>
              <a:gd name="GluePoint16Y" fmla="*/ 36 h 193"/>
              <a:gd name="GluePoint17X" fmla="*/ 75 w 191"/>
              <a:gd name="GluePoint17Y" fmla="*/ 31 h 193"/>
              <a:gd name="GluePoint18X" fmla="*/ 77 w 191"/>
              <a:gd name="GluePoint18Y" fmla="*/ 25 h 193"/>
              <a:gd name="GluePoint19X" fmla="*/ 79 w 191"/>
              <a:gd name="GluePoint19Y" fmla="*/ 19 h 193"/>
              <a:gd name="GluePoint20X" fmla="*/ 78 w 191"/>
              <a:gd name="GluePoint20Y" fmla="*/ 13 h 193"/>
              <a:gd name="GluePoint21X" fmla="*/ 75 w 191"/>
              <a:gd name="GluePoint21Y" fmla="*/ 7 h 193"/>
              <a:gd name="GluePoint22X" fmla="*/ 71 w 191"/>
              <a:gd name="GluePoint22Y" fmla="*/ 3 h 193"/>
              <a:gd name="GluePoint23X" fmla="*/ 64 w 191"/>
              <a:gd name="GluePoint23Y" fmla="*/ 0 h 193"/>
              <a:gd name="GluePoint24X" fmla="*/ 55 w 191"/>
              <a:gd name="GluePoint24Y" fmla="*/ 2 h 193"/>
              <a:gd name="GluePoint25X" fmla="*/ 42 w 191"/>
              <a:gd name="GluePoint25Y" fmla="*/ 7 h 193"/>
              <a:gd name="GluePoint26X" fmla="*/ 29 w 191"/>
              <a:gd name="GluePoint26Y" fmla="*/ 16 h 193"/>
              <a:gd name="GluePoint27X" fmla="*/ 17 w 191"/>
              <a:gd name="GluePoint27Y" fmla="*/ 25 h 193"/>
              <a:gd name="GluePoint28X" fmla="*/ 8 w 191"/>
              <a:gd name="GluePoint28Y" fmla="*/ 35 h 193"/>
              <a:gd name="GluePoint29X" fmla="*/ 2 w 191"/>
              <a:gd name="GluePoint29Y" fmla="*/ 43 h 193"/>
              <a:gd name="GluePoint30X" fmla="*/ 0 w 191"/>
              <a:gd name="GluePoint30Y" fmla="*/ 51 h 193"/>
              <a:gd name="GluePoint31X" fmla="*/ 2 w 191"/>
              <a:gd name="GluePoint31Y" fmla="*/ 58 h 193"/>
              <a:gd name="GluePoint32X" fmla="*/ 5 w 191"/>
              <a:gd name="GluePoint32Y" fmla="*/ 64 h 193"/>
              <a:gd name="GluePoint33X" fmla="*/ 9 w 191"/>
              <a:gd name="GluePoint33Y" fmla="*/ 67 h 193"/>
              <a:gd name="GluePoint34X" fmla="*/ 14 w 191"/>
              <a:gd name="GluePoint34Y" fmla="*/ 69 h 193"/>
              <a:gd name="GluePoint35X" fmla="*/ 20 w 191"/>
              <a:gd name="GluePoint35Y" fmla="*/ 68 h 193"/>
              <a:gd name="GluePoint36X" fmla="*/ 28 w 191"/>
              <a:gd name="GluePoint36Y" fmla="*/ 65 h 193"/>
              <a:gd name="GluePoint37X" fmla="*/ 29 w 191"/>
              <a:gd name="GluePoint37Y" fmla="*/ 55 h 193"/>
              <a:gd name="GluePoint38X" fmla="*/ 43 w 191"/>
              <a:gd name="GluePoint38Y" fmla="*/ 107 h 193"/>
              <a:gd name="GluePoint39X" fmla="*/ 27 w 191"/>
              <a:gd name="GluePoint39Y" fmla="*/ 89 h 193"/>
              <a:gd name="GluePoint40X" fmla="*/ 97 w 191"/>
              <a:gd name="GluePoint40Y" fmla="*/ 33 h 193"/>
              <a:gd name="GluePoint41X" fmla="*/ 110 w 191"/>
              <a:gd name="GluePoint41Y" fmla="*/ 47 h 193"/>
              <a:gd name="GluePoint42X" fmla="*/ 48 w 191"/>
              <a:gd name="GluePoint42Y" fmla="*/ 112 h 193"/>
              <a:gd name="GluePoint43X" fmla="*/ 124 w 191"/>
              <a:gd name="GluePoint43Y" fmla="*/ 60 h 193"/>
              <a:gd name="GluePoint44X" fmla="*/ 64 w 191"/>
              <a:gd name="GluePoint44Y" fmla="*/ 127 h 193"/>
              <a:gd name="GluePoint45X" fmla="*/ 169 w 191"/>
              <a:gd name="GluePoint45Y" fmla="*/ 95 h 193"/>
              <a:gd name="GluePoint46X" fmla="*/ 149 w 191"/>
              <a:gd name="GluePoint46Y" fmla="*/ 82 h 193"/>
              <a:gd name="GluePoint47X" fmla="*/ 82 w 191"/>
              <a:gd name="GluePoint47Y" fmla="*/ 143 h 193"/>
              <a:gd name="GluePoint48X" fmla="*/ 99 w 191"/>
              <a:gd name="GluePoint48Y" fmla="*/ 156 h 193"/>
              <a:gd name="GluePoint49X" fmla="*/ 145 w 191"/>
              <a:gd name="GluePoint49Y" fmla="*/ 188 h 193"/>
              <a:gd name="GluePoint50X" fmla="*/ 182 w 191"/>
              <a:gd name="GluePoint50Y" fmla="*/ 105 h 193"/>
              <a:gd name="GluePoint51X" fmla="*/ 147 w 191"/>
              <a:gd name="GluePoint51Y" fmla="*/ 148 h 193"/>
              <a:gd name="GluePoint52X" fmla="*/ 153 w 191"/>
              <a:gd name="GluePoint52Y" fmla="*/ 143 h 193"/>
            </a:gdLst>
            <a:ahLst/>
            <a:cxnLst/>
            <a:rect l="textAreaLeft" t="textAreaTop" r="textAreaRight" b="textAreaBottom"/>
            <a:pathLst>
              <a:path w="191" h="193">
                <a:moveTo>
                  <a:pt x="29" y="55"/>
                </a:moveTo>
                <a:lnTo>
                  <a:pt x="24" y="57"/>
                </a:lnTo>
                <a:lnTo>
                  <a:pt x="20" y="59"/>
                </a:lnTo>
                <a:lnTo>
                  <a:pt x="17" y="60"/>
                </a:lnTo>
                <a:lnTo>
                  <a:pt x="15" y="60"/>
                </a:lnTo>
                <a:lnTo>
                  <a:pt x="13" y="60"/>
                </a:lnTo>
                <a:lnTo>
                  <a:pt x="12" y="59"/>
                </a:lnTo>
                <a:lnTo>
                  <a:pt x="10" y="58"/>
                </a:lnTo>
                <a:lnTo>
                  <a:pt x="9" y="56"/>
                </a:lnTo>
                <a:lnTo>
                  <a:pt x="8" y="54"/>
                </a:lnTo>
                <a:lnTo>
                  <a:pt x="8" y="51"/>
                </a:lnTo>
                <a:lnTo>
                  <a:pt x="8" y="50"/>
                </a:lnTo>
                <a:lnTo>
                  <a:pt x="8" y="48"/>
                </a:lnTo>
                <a:lnTo>
                  <a:pt x="9" y="47"/>
                </a:lnTo>
                <a:lnTo>
                  <a:pt x="10" y="45"/>
                </a:lnTo>
                <a:lnTo>
                  <a:pt x="11" y="43"/>
                </a:lnTo>
                <a:lnTo>
                  <a:pt x="12" y="42"/>
                </a:lnTo>
                <a:lnTo>
                  <a:pt x="14" y="39"/>
                </a:lnTo>
                <a:lnTo>
                  <a:pt x="16" y="37"/>
                </a:lnTo>
                <a:lnTo>
                  <a:pt x="20" y="33"/>
                </a:lnTo>
                <a:lnTo>
                  <a:pt x="24" y="30"/>
                </a:lnTo>
                <a:lnTo>
                  <a:pt x="28" y="27"/>
                </a:lnTo>
                <a:lnTo>
                  <a:pt x="33" y="23"/>
                </a:lnTo>
                <a:lnTo>
                  <a:pt x="38" y="19"/>
                </a:lnTo>
                <a:lnTo>
                  <a:pt x="43" y="17"/>
                </a:lnTo>
                <a:lnTo>
                  <a:pt x="48" y="15"/>
                </a:lnTo>
                <a:lnTo>
                  <a:pt x="52" y="12"/>
                </a:lnTo>
                <a:lnTo>
                  <a:pt x="56" y="11"/>
                </a:lnTo>
                <a:lnTo>
                  <a:pt x="58" y="10"/>
                </a:lnTo>
                <a:lnTo>
                  <a:pt x="60" y="10"/>
                </a:lnTo>
                <a:lnTo>
                  <a:pt x="61" y="9"/>
                </a:lnTo>
                <a:lnTo>
                  <a:pt x="64" y="9"/>
                </a:lnTo>
                <a:lnTo>
                  <a:pt x="65" y="10"/>
                </a:lnTo>
                <a:lnTo>
                  <a:pt x="66" y="10"/>
                </a:lnTo>
                <a:lnTo>
                  <a:pt x="67" y="11"/>
                </a:lnTo>
                <a:lnTo>
                  <a:pt x="69" y="12"/>
                </a:lnTo>
                <a:lnTo>
                  <a:pt x="70" y="14"/>
                </a:lnTo>
                <a:lnTo>
                  <a:pt x="71" y="16"/>
                </a:lnTo>
                <a:lnTo>
                  <a:pt x="71" y="18"/>
                </a:lnTo>
                <a:lnTo>
                  <a:pt x="71" y="19"/>
                </a:lnTo>
                <a:lnTo>
                  <a:pt x="71" y="22"/>
                </a:lnTo>
                <a:lnTo>
                  <a:pt x="69" y="24"/>
                </a:lnTo>
                <a:lnTo>
                  <a:pt x="68" y="27"/>
                </a:lnTo>
                <a:lnTo>
                  <a:pt x="65" y="29"/>
                </a:lnTo>
                <a:lnTo>
                  <a:pt x="61" y="32"/>
                </a:lnTo>
                <a:lnTo>
                  <a:pt x="65" y="39"/>
                </a:lnTo>
                <a:lnTo>
                  <a:pt x="67" y="38"/>
                </a:lnTo>
                <a:lnTo>
                  <a:pt x="69" y="36"/>
                </a:lnTo>
                <a:lnTo>
                  <a:pt x="71" y="35"/>
                </a:lnTo>
                <a:lnTo>
                  <a:pt x="73" y="33"/>
                </a:lnTo>
                <a:lnTo>
                  <a:pt x="75" y="31"/>
                </a:lnTo>
                <a:lnTo>
                  <a:pt x="76" y="29"/>
                </a:lnTo>
                <a:lnTo>
                  <a:pt x="77" y="27"/>
                </a:lnTo>
                <a:lnTo>
                  <a:pt x="77" y="25"/>
                </a:lnTo>
                <a:lnTo>
                  <a:pt x="78" y="23"/>
                </a:lnTo>
                <a:lnTo>
                  <a:pt x="79" y="21"/>
                </a:lnTo>
                <a:lnTo>
                  <a:pt x="79" y="19"/>
                </a:lnTo>
                <a:lnTo>
                  <a:pt x="79" y="17"/>
                </a:lnTo>
                <a:lnTo>
                  <a:pt x="78" y="15"/>
                </a:lnTo>
                <a:lnTo>
                  <a:pt x="78" y="13"/>
                </a:lnTo>
                <a:lnTo>
                  <a:pt x="77" y="11"/>
                </a:lnTo>
                <a:lnTo>
                  <a:pt x="77" y="9"/>
                </a:lnTo>
                <a:lnTo>
                  <a:pt x="75" y="7"/>
                </a:lnTo>
                <a:lnTo>
                  <a:pt x="74" y="5"/>
                </a:lnTo>
                <a:lnTo>
                  <a:pt x="73" y="3"/>
                </a:lnTo>
                <a:lnTo>
                  <a:pt x="71" y="3"/>
                </a:lnTo>
                <a:lnTo>
                  <a:pt x="69" y="1"/>
                </a:lnTo>
                <a:lnTo>
                  <a:pt x="66" y="1"/>
                </a:lnTo>
                <a:lnTo>
                  <a:pt x="64" y="0"/>
                </a:lnTo>
                <a:lnTo>
                  <a:pt x="61" y="0"/>
                </a:lnTo>
                <a:lnTo>
                  <a:pt x="58" y="1"/>
                </a:lnTo>
                <a:lnTo>
                  <a:pt x="55" y="2"/>
                </a:lnTo>
                <a:lnTo>
                  <a:pt x="51" y="3"/>
                </a:lnTo>
                <a:lnTo>
                  <a:pt x="47" y="5"/>
                </a:lnTo>
                <a:lnTo>
                  <a:pt x="42" y="7"/>
                </a:lnTo>
                <a:lnTo>
                  <a:pt x="38" y="10"/>
                </a:lnTo>
                <a:lnTo>
                  <a:pt x="34" y="13"/>
                </a:lnTo>
                <a:lnTo>
                  <a:pt x="29" y="16"/>
                </a:lnTo>
                <a:lnTo>
                  <a:pt x="24" y="19"/>
                </a:lnTo>
                <a:lnTo>
                  <a:pt x="20" y="22"/>
                </a:lnTo>
                <a:lnTo>
                  <a:pt x="17" y="25"/>
                </a:lnTo>
                <a:lnTo>
                  <a:pt x="13" y="29"/>
                </a:lnTo>
                <a:lnTo>
                  <a:pt x="10" y="32"/>
                </a:lnTo>
                <a:lnTo>
                  <a:pt x="8" y="35"/>
                </a:lnTo>
                <a:lnTo>
                  <a:pt x="5" y="38"/>
                </a:lnTo>
                <a:lnTo>
                  <a:pt x="4" y="41"/>
                </a:lnTo>
                <a:lnTo>
                  <a:pt x="2" y="43"/>
                </a:lnTo>
                <a:lnTo>
                  <a:pt x="1" y="46"/>
                </a:lnTo>
                <a:lnTo>
                  <a:pt x="0" y="48"/>
                </a:lnTo>
                <a:lnTo>
                  <a:pt x="0" y="51"/>
                </a:lnTo>
                <a:lnTo>
                  <a:pt x="0" y="53"/>
                </a:lnTo>
                <a:lnTo>
                  <a:pt x="0" y="55"/>
                </a:lnTo>
                <a:lnTo>
                  <a:pt x="2" y="58"/>
                </a:lnTo>
                <a:lnTo>
                  <a:pt x="3" y="60"/>
                </a:lnTo>
                <a:lnTo>
                  <a:pt x="4" y="63"/>
                </a:lnTo>
                <a:lnTo>
                  <a:pt x="5" y="64"/>
                </a:lnTo>
                <a:lnTo>
                  <a:pt x="6" y="66"/>
                </a:lnTo>
                <a:lnTo>
                  <a:pt x="8" y="67"/>
                </a:lnTo>
                <a:lnTo>
                  <a:pt x="9" y="67"/>
                </a:lnTo>
                <a:lnTo>
                  <a:pt x="11" y="68"/>
                </a:lnTo>
                <a:lnTo>
                  <a:pt x="12" y="69"/>
                </a:lnTo>
                <a:lnTo>
                  <a:pt x="14" y="69"/>
                </a:lnTo>
                <a:lnTo>
                  <a:pt x="16" y="69"/>
                </a:lnTo>
                <a:lnTo>
                  <a:pt x="19" y="69"/>
                </a:lnTo>
                <a:lnTo>
                  <a:pt x="20" y="68"/>
                </a:lnTo>
                <a:lnTo>
                  <a:pt x="23" y="67"/>
                </a:lnTo>
                <a:lnTo>
                  <a:pt x="25" y="67"/>
                </a:lnTo>
                <a:lnTo>
                  <a:pt x="28" y="65"/>
                </a:lnTo>
                <a:lnTo>
                  <a:pt x="30" y="63"/>
                </a:lnTo>
                <a:lnTo>
                  <a:pt x="33" y="62"/>
                </a:lnTo>
                <a:lnTo>
                  <a:pt x="29" y="55"/>
                </a:lnTo>
                <a:lnTo>
                  <a:pt x="29" y="55"/>
                </a:lnTo>
                <a:close/>
                <a:moveTo>
                  <a:pt x="48" y="112"/>
                </a:moveTo>
                <a:lnTo>
                  <a:pt x="43" y="107"/>
                </a:lnTo>
                <a:lnTo>
                  <a:pt x="78" y="76"/>
                </a:lnTo>
                <a:lnTo>
                  <a:pt x="64" y="59"/>
                </a:lnTo>
                <a:lnTo>
                  <a:pt x="27" y="89"/>
                </a:lnTo>
                <a:lnTo>
                  <a:pt x="21" y="83"/>
                </a:lnTo>
                <a:lnTo>
                  <a:pt x="91" y="27"/>
                </a:lnTo>
                <a:lnTo>
                  <a:pt x="97" y="33"/>
                </a:lnTo>
                <a:lnTo>
                  <a:pt x="70" y="54"/>
                </a:lnTo>
                <a:lnTo>
                  <a:pt x="84" y="71"/>
                </a:lnTo>
                <a:lnTo>
                  <a:pt x="110" y="47"/>
                </a:lnTo>
                <a:lnTo>
                  <a:pt x="116" y="53"/>
                </a:lnTo>
                <a:lnTo>
                  <a:pt x="48" y="112"/>
                </a:lnTo>
                <a:lnTo>
                  <a:pt x="48" y="112"/>
                </a:lnTo>
                <a:close/>
                <a:moveTo>
                  <a:pt x="64" y="127"/>
                </a:moveTo>
                <a:lnTo>
                  <a:pt x="58" y="121"/>
                </a:lnTo>
                <a:lnTo>
                  <a:pt x="124" y="60"/>
                </a:lnTo>
                <a:lnTo>
                  <a:pt x="130" y="66"/>
                </a:lnTo>
                <a:lnTo>
                  <a:pt x="64" y="127"/>
                </a:lnTo>
                <a:lnTo>
                  <a:pt x="64" y="127"/>
                </a:lnTo>
                <a:close/>
                <a:moveTo>
                  <a:pt x="99" y="156"/>
                </a:moveTo>
                <a:lnTo>
                  <a:pt x="105" y="161"/>
                </a:lnTo>
                <a:lnTo>
                  <a:pt x="169" y="95"/>
                </a:lnTo>
                <a:lnTo>
                  <a:pt x="163" y="91"/>
                </a:lnTo>
                <a:lnTo>
                  <a:pt x="122" y="131"/>
                </a:lnTo>
                <a:lnTo>
                  <a:pt x="149" y="82"/>
                </a:lnTo>
                <a:lnTo>
                  <a:pt x="139" y="74"/>
                </a:lnTo>
                <a:lnTo>
                  <a:pt x="75" y="136"/>
                </a:lnTo>
                <a:lnTo>
                  <a:pt x="82" y="143"/>
                </a:lnTo>
                <a:lnTo>
                  <a:pt x="137" y="86"/>
                </a:lnTo>
                <a:lnTo>
                  <a:pt x="99" y="156"/>
                </a:lnTo>
                <a:lnTo>
                  <a:pt x="99" y="156"/>
                </a:lnTo>
                <a:close/>
                <a:moveTo>
                  <a:pt x="147" y="148"/>
                </a:moveTo>
                <a:lnTo>
                  <a:pt x="160" y="159"/>
                </a:lnTo>
                <a:lnTo>
                  <a:pt x="145" y="188"/>
                </a:lnTo>
                <a:lnTo>
                  <a:pt x="153" y="193"/>
                </a:lnTo>
                <a:lnTo>
                  <a:pt x="191" y="111"/>
                </a:lnTo>
                <a:lnTo>
                  <a:pt x="182" y="105"/>
                </a:lnTo>
                <a:lnTo>
                  <a:pt x="115" y="168"/>
                </a:lnTo>
                <a:lnTo>
                  <a:pt x="121" y="173"/>
                </a:lnTo>
                <a:lnTo>
                  <a:pt x="147" y="148"/>
                </a:lnTo>
                <a:lnTo>
                  <a:pt x="147" y="148"/>
                </a:lnTo>
                <a:close/>
                <a:moveTo>
                  <a:pt x="163" y="151"/>
                </a:moveTo>
                <a:lnTo>
                  <a:pt x="153" y="143"/>
                </a:lnTo>
                <a:lnTo>
                  <a:pt x="178" y="119"/>
                </a:lnTo>
                <a:lnTo>
                  <a:pt x="163" y="15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240" rIns="90000" bIns="39240" anchor="ctr">
            <a:noAutofit/>
          </a:bodyPr>
          <a:lstStyle/>
          <a:p>
            <a:endParaRPr/>
          </a:p>
        </p:txBody>
      </p:sp>
      <p:sp>
        <p:nvSpPr>
          <p:cNvPr id="122" name="ïś1ïḋe">
            <a:extLst>
              <a:ext uri="{FF2B5EF4-FFF2-40B4-BE49-F238E27FC236}">
                <a16:creationId xmlns:a16="http://schemas.microsoft.com/office/drawing/2014/main" id="{40FBFC81-EA07-45FD-BCD7-FA627402962F}"/>
              </a:ext>
            </a:extLst>
          </p:cNvPr>
          <p:cNvSpPr>
            <a:spLocks noGrp="1"/>
          </p:cNvSpPr>
          <p:nvPr/>
        </p:nvSpPr>
        <p:spPr>
          <a:xfrm>
            <a:off x="1031760" y="915480"/>
            <a:ext cx="10440" cy="19800"/>
          </a:xfrm>
          <a:custGeom>
            <a:avLst/>
            <a:gdLst>
              <a:gd name="textAreaLeft" fmla="*/ 0 w 10440"/>
              <a:gd name="textAreaRight" fmla="*/ 10800 w 10440"/>
              <a:gd name="textAreaTop" fmla="*/ 0 h 19800"/>
              <a:gd name="textAreaBottom" fmla="*/ 20160 h 19800"/>
              <a:gd name="GluePoint1X" fmla="*/ 13 w 25"/>
              <a:gd name="GluePoint1Y" fmla="*/ 0 h 46"/>
              <a:gd name="GluePoint2X" fmla="*/ 20 w 25"/>
              <a:gd name="GluePoint2Y" fmla="*/ 29 h 46"/>
              <a:gd name="GluePoint3X" fmla="*/ 24 w 25"/>
              <a:gd name="GluePoint3Y" fmla="*/ 28 h 46"/>
              <a:gd name="GluePoint4X" fmla="*/ 25 w 25"/>
              <a:gd name="GluePoint4Y" fmla="*/ 32 h 46"/>
              <a:gd name="GluePoint5X" fmla="*/ 21 w 25"/>
              <a:gd name="GluePoint5Y" fmla="*/ 33 h 46"/>
              <a:gd name="GluePoint6X" fmla="*/ 24 w 25"/>
              <a:gd name="GluePoint6Y" fmla="*/ 45 h 46"/>
              <a:gd name="GluePoint7X" fmla="*/ 20 w 25"/>
              <a:gd name="GluePoint7Y" fmla="*/ 46 h 46"/>
              <a:gd name="GluePoint8X" fmla="*/ 17 w 25"/>
              <a:gd name="GluePoint8Y" fmla="*/ 33 h 46"/>
              <a:gd name="GluePoint9X" fmla="*/ 2 w 25"/>
              <a:gd name="GluePoint9Y" fmla="*/ 37 h 46"/>
              <a:gd name="GluePoint10X" fmla="*/ 0 w 25"/>
              <a:gd name="GluePoint10Y" fmla="*/ 33 h 46"/>
              <a:gd name="GluePoint11X" fmla="*/ 11 w 25"/>
              <a:gd name="GluePoint11Y" fmla="*/ 0 h 46"/>
              <a:gd name="GluePoint12X" fmla="*/ 13 w 25"/>
              <a:gd name="GluePoint12Y" fmla="*/ 0 h 46"/>
              <a:gd name="GluePoint13X" fmla="*/ 13 w 25"/>
              <a:gd name="GluePoint13Y" fmla="*/ 0 h 46"/>
              <a:gd name="GluePoint14X" fmla="*/ 16 w 25"/>
              <a:gd name="GluePoint14Y" fmla="*/ 29 h 46"/>
              <a:gd name="GluePoint15X" fmla="*/ 11 w 25"/>
              <a:gd name="GluePoint15Y" fmla="*/ 7 h 46"/>
              <a:gd name="GluePoint16X" fmla="*/ 3 w 25"/>
              <a:gd name="GluePoint16Y" fmla="*/ 33 h 46"/>
              <a:gd name="GluePoint17X" fmla="*/ 16 w 25"/>
              <a:gd name="GluePoint17Y" fmla="*/ 29 h 46"/>
            </a:gdLst>
            <a:ahLst/>
            <a:cxnLst/>
            <a:rect l="textAreaLeft" t="textAreaTop" r="textAreaRight" b="textAreaBottom"/>
            <a:pathLst>
              <a:path w="25" h="46">
                <a:moveTo>
                  <a:pt x="13" y="0"/>
                </a:moveTo>
                <a:lnTo>
                  <a:pt x="20" y="29"/>
                </a:lnTo>
                <a:lnTo>
                  <a:pt x="24" y="28"/>
                </a:lnTo>
                <a:lnTo>
                  <a:pt x="25" y="32"/>
                </a:lnTo>
                <a:lnTo>
                  <a:pt x="21" y="33"/>
                </a:lnTo>
                <a:lnTo>
                  <a:pt x="24" y="45"/>
                </a:lnTo>
                <a:lnTo>
                  <a:pt x="20" y="46"/>
                </a:lnTo>
                <a:lnTo>
                  <a:pt x="17" y="33"/>
                </a:lnTo>
                <a:lnTo>
                  <a:pt x="2" y="37"/>
                </a:lnTo>
                <a:lnTo>
                  <a:pt x="0" y="33"/>
                </a:lnTo>
                <a:lnTo>
                  <a:pt x="11" y="0"/>
                </a:lnTo>
                <a:lnTo>
                  <a:pt x="13" y="0"/>
                </a:lnTo>
                <a:lnTo>
                  <a:pt x="13" y="0"/>
                </a:lnTo>
                <a:close/>
                <a:moveTo>
                  <a:pt x="16" y="29"/>
                </a:moveTo>
                <a:lnTo>
                  <a:pt x="11" y="7"/>
                </a:lnTo>
                <a:lnTo>
                  <a:pt x="3" y="33"/>
                </a:lnTo>
                <a:lnTo>
                  <a:pt x="16" y="29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ctr">
            <a:noAutofit/>
          </a:bodyPr>
          <a:lstStyle/>
          <a:p>
            <a:endParaRPr/>
          </a:p>
        </p:txBody>
      </p:sp>
      <p:sp>
        <p:nvSpPr>
          <p:cNvPr id="123" name="ís1íďe">
            <a:extLst>
              <a:ext uri="{FF2B5EF4-FFF2-40B4-BE49-F238E27FC236}">
                <a16:creationId xmlns:a16="http://schemas.microsoft.com/office/drawing/2014/main" id="{D739E981-2C72-4AB5-8B98-F34AEB358B60}"/>
              </a:ext>
            </a:extLst>
          </p:cNvPr>
          <p:cNvSpPr>
            <a:spLocks noGrp="1"/>
          </p:cNvSpPr>
          <p:nvPr/>
        </p:nvSpPr>
        <p:spPr>
          <a:xfrm>
            <a:off x="970200" y="916560"/>
            <a:ext cx="10080" cy="19440"/>
          </a:xfrm>
          <a:custGeom>
            <a:avLst/>
            <a:gdLst>
              <a:gd name="textAreaLeft" fmla="*/ 0 w 10080"/>
              <a:gd name="textAreaRight" fmla="*/ 10440 w 10080"/>
              <a:gd name="textAreaTop" fmla="*/ 0 h 19440"/>
              <a:gd name="textAreaBottom" fmla="*/ 19800 h 19440"/>
              <a:gd name="GluePoint1X" fmla="*/ 16 w 24"/>
              <a:gd name="GluePoint1Y" fmla="*/ 10 h 45"/>
              <a:gd name="GluePoint2X" fmla="*/ 16 w 24"/>
              <a:gd name="GluePoint2Y" fmla="*/ 8 h 45"/>
              <a:gd name="GluePoint3X" fmla="*/ 16 w 24"/>
              <a:gd name="GluePoint3Y" fmla="*/ 7 h 45"/>
              <a:gd name="GluePoint4X" fmla="*/ 16 w 24"/>
              <a:gd name="GluePoint4Y" fmla="*/ 6 h 45"/>
              <a:gd name="GluePoint5X" fmla="*/ 15 w 24"/>
              <a:gd name="GluePoint5Y" fmla="*/ 5 h 45"/>
              <a:gd name="GluePoint6X" fmla="*/ 12 w 24"/>
              <a:gd name="GluePoint6Y" fmla="*/ 5 h 45"/>
              <a:gd name="GluePoint7X" fmla="*/ 9 w 24"/>
              <a:gd name="GluePoint7Y" fmla="*/ 5 h 45"/>
              <a:gd name="GluePoint8X" fmla="*/ 10 w 24"/>
              <a:gd name="GluePoint8Y" fmla="*/ 3 h 45"/>
              <a:gd name="GluePoint9X" fmla="*/ 13 w 24"/>
              <a:gd name="GluePoint9Y" fmla="*/ 3 h 45"/>
              <a:gd name="GluePoint10X" fmla="*/ 17 w 24"/>
              <a:gd name="GluePoint10Y" fmla="*/ 3 h 45"/>
              <a:gd name="GluePoint11X" fmla="*/ 20 w 24"/>
              <a:gd name="GluePoint11Y" fmla="*/ 2 h 45"/>
              <a:gd name="GluePoint12X" fmla="*/ 24 w 24"/>
              <a:gd name="GluePoint12Y" fmla="*/ 0 h 45"/>
              <a:gd name="GluePoint13X" fmla="*/ 14 w 24"/>
              <a:gd name="GluePoint13Y" fmla="*/ 39 h 45"/>
              <a:gd name="GluePoint14X" fmla="*/ 14 w 24"/>
              <a:gd name="GluePoint14Y" fmla="*/ 39 h 45"/>
              <a:gd name="GluePoint15X" fmla="*/ 14 w 24"/>
              <a:gd name="GluePoint15Y" fmla="*/ 40 h 45"/>
              <a:gd name="GluePoint16X" fmla="*/ 14 w 24"/>
              <a:gd name="GluePoint16Y" fmla="*/ 41 h 45"/>
              <a:gd name="GluePoint17X" fmla="*/ 14 w 24"/>
              <a:gd name="GluePoint17Y" fmla="*/ 42 h 45"/>
              <a:gd name="GluePoint18X" fmla="*/ 16 w 24"/>
              <a:gd name="GluePoint18Y" fmla="*/ 43 h 45"/>
              <a:gd name="GluePoint19X" fmla="*/ 18 w 24"/>
              <a:gd name="GluePoint19Y" fmla="*/ 43 h 45"/>
              <a:gd name="GluePoint20X" fmla="*/ 18 w 24"/>
              <a:gd name="GluePoint20Y" fmla="*/ 45 h 45"/>
              <a:gd name="GluePoint21X" fmla="*/ 0 w 24"/>
              <a:gd name="GluePoint21Y" fmla="*/ 40 h 45"/>
              <a:gd name="GluePoint22X" fmla="*/ 1 w 24"/>
              <a:gd name="GluePoint22Y" fmla="*/ 39 h 45"/>
              <a:gd name="GluePoint23X" fmla="*/ 4 w 24"/>
              <a:gd name="GluePoint23Y" fmla="*/ 39 h 45"/>
              <a:gd name="GluePoint24X" fmla="*/ 6 w 24"/>
              <a:gd name="GluePoint24Y" fmla="*/ 39 h 45"/>
              <a:gd name="GluePoint25X" fmla="*/ 7 w 24"/>
              <a:gd name="GluePoint25Y" fmla="*/ 39 h 45"/>
              <a:gd name="GluePoint26X" fmla="*/ 8 w 24"/>
              <a:gd name="GluePoint26Y" fmla="*/ 39 h 45"/>
              <a:gd name="GluePoint27X" fmla="*/ 8 w 24"/>
              <a:gd name="GluePoint27Y" fmla="*/ 39 h 45"/>
              <a:gd name="GluePoint28X" fmla="*/ 8 w 24"/>
              <a:gd name="GluePoint28Y" fmla="*/ 39 h 45"/>
              <a:gd name="GluePoint29X" fmla="*/ 16 w 24"/>
              <a:gd name="GluePoint29Y" fmla="*/ 10 h 45"/>
            </a:gdLst>
            <a:ahLst/>
            <a:cxnLst/>
            <a:rect l="textAreaLeft" t="textAreaTop" r="textAreaRight" b="textAreaBottom"/>
            <a:pathLst>
              <a:path w="24" h="45">
                <a:moveTo>
                  <a:pt x="16" y="10"/>
                </a:moveTo>
                <a:lnTo>
                  <a:pt x="16" y="8"/>
                </a:lnTo>
                <a:lnTo>
                  <a:pt x="16" y="7"/>
                </a:lnTo>
                <a:lnTo>
                  <a:pt x="16" y="6"/>
                </a:lnTo>
                <a:lnTo>
                  <a:pt x="15" y="5"/>
                </a:lnTo>
                <a:lnTo>
                  <a:pt x="12" y="5"/>
                </a:lnTo>
                <a:lnTo>
                  <a:pt x="9" y="5"/>
                </a:lnTo>
                <a:lnTo>
                  <a:pt x="10" y="3"/>
                </a:lnTo>
                <a:lnTo>
                  <a:pt x="13" y="3"/>
                </a:lnTo>
                <a:lnTo>
                  <a:pt x="17" y="3"/>
                </a:lnTo>
                <a:lnTo>
                  <a:pt x="20" y="2"/>
                </a:lnTo>
                <a:lnTo>
                  <a:pt x="24" y="0"/>
                </a:lnTo>
                <a:lnTo>
                  <a:pt x="14" y="39"/>
                </a:lnTo>
                <a:lnTo>
                  <a:pt x="14" y="39"/>
                </a:lnTo>
                <a:lnTo>
                  <a:pt x="14" y="40"/>
                </a:lnTo>
                <a:lnTo>
                  <a:pt x="14" y="41"/>
                </a:lnTo>
                <a:lnTo>
                  <a:pt x="14" y="42"/>
                </a:lnTo>
                <a:lnTo>
                  <a:pt x="16" y="43"/>
                </a:lnTo>
                <a:lnTo>
                  <a:pt x="18" y="43"/>
                </a:lnTo>
                <a:lnTo>
                  <a:pt x="18" y="45"/>
                </a:lnTo>
                <a:lnTo>
                  <a:pt x="0" y="40"/>
                </a:lnTo>
                <a:lnTo>
                  <a:pt x="1" y="39"/>
                </a:lnTo>
                <a:lnTo>
                  <a:pt x="4" y="39"/>
                </a:lnTo>
                <a:lnTo>
                  <a:pt x="6" y="39"/>
                </a:lnTo>
                <a:lnTo>
                  <a:pt x="7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16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124" name="i$ľide">
            <a:extLst>
              <a:ext uri="{FF2B5EF4-FFF2-40B4-BE49-F238E27FC236}">
                <a16:creationId xmlns:a16="http://schemas.microsoft.com/office/drawing/2014/main" id="{8B4935B7-E658-4935-9AA7-AB2484A64AC1}"/>
              </a:ext>
            </a:extLst>
          </p:cNvPr>
          <p:cNvSpPr>
            <a:spLocks noGrp="1"/>
          </p:cNvSpPr>
          <p:nvPr/>
        </p:nvSpPr>
        <p:spPr>
          <a:xfrm>
            <a:off x="991080" y="917280"/>
            <a:ext cx="9720" cy="19440"/>
          </a:xfrm>
          <a:custGeom>
            <a:avLst/>
            <a:gdLst>
              <a:gd name="textAreaLeft" fmla="*/ 0 w 9720"/>
              <a:gd name="textAreaRight" fmla="*/ 10080 w 9720"/>
              <a:gd name="textAreaTop" fmla="*/ 0 h 19440"/>
              <a:gd name="textAreaBottom" fmla="*/ 19800 h 19440"/>
              <a:gd name="GluePoint1X" fmla="*/ 1 w 23"/>
              <a:gd name="GluePoint1Y" fmla="*/ 45 h 45"/>
              <a:gd name="GluePoint2X" fmla="*/ 6 w 23"/>
              <a:gd name="GluePoint2Y" fmla="*/ 42 h 45"/>
              <a:gd name="GluePoint3X" fmla="*/ 10 w 23"/>
              <a:gd name="GluePoint3Y" fmla="*/ 39 h 45"/>
              <a:gd name="GluePoint4X" fmla="*/ 14 w 23"/>
              <a:gd name="GluePoint4Y" fmla="*/ 33 h 45"/>
              <a:gd name="GluePoint5X" fmla="*/ 16 w 23"/>
              <a:gd name="GluePoint5Y" fmla="*/ 25 h 45"/>
              <a:gd name="GluePoint6X" fmla="*/ 12 w 23"/>
              <a:gd name="GluePoint6Y" fmla="*/ 28 h 45"/>
              <a:gd name="GluePoint7X" fmla="*/ 11 w 23"/>
              <a:gd name="GluePoint7Y" fmla="*/ 29 h 45"/>
              <a:gd name="GluePoint8X" fmla="*/ 8 w 23"/>
              <a:gd name="GluePoint8Y" fmla="*/ 29 h 45"/>
              <a:gd name="GluePoint9X" fmla="*/ 5 w 23"/>
              <a:gd name="GluePoint9Y" fmla="*/ 27 h 45"/>
              <a:gd name="GluePoint10X" fmla="*/ 3 w 23"/>
              <a:gd name="GluePoint10Y" fmla="*/ 24 h 45"/>
              <a:gd name="GluePoint11X" fmla="*/ 1 w 23"/>
              <a:gd name="GluePoint11Y" fmla="*/ 20 h 45"/>
              <a:gd name="GluePoint12X" fmla="*/ 0 w 23"/>
              <a:gd name="GluePoint12Y" fmla="*/ 14 h 45"/>
              <a:gd name="GluePoint13X" fmla="*/ 1 w 23"/>
              <a:gd name="GluePoint13Y" fmla="*/ 9 h 45"/>
              <a:gd name="GluePoint14X" fmla="*/ 4 w 23"/>
              <a:gd name="GluePoint14Y" fmla="*/ 5 h 45"/>
              <a:gd name="GluePoint15X" fmla="*/ 5 w 23"/>
              <a:gd name="GluePoint15Y" fmla="*/ 2 h 45"/>
              <a:gd name="GluePoint16X" fmla="*/ 8 w 23"/>
              <a:gd name="GluePoint16Y" fmla="*/ 1 h 45"/>
              <a:gd name="GluePoint17X" fmla="*/ 12 w 23"/>
              <a:gd name="GluePoint17Y" fmla="*/ 0 h 45"/>
              <a:gd name="GluePoint18X" fmla="*/ 14 w 23"/>
              <a:gd name="GluePoint18Y" fmla="*/ 0 h 45"/>
              <a:gd name="GluePoint19X" fmla="*/ 16 w 23"/>
              <a:gd name="GluePoint19Y" fmla="*/ 1 h 45"/>
              <a:gd name="GluePoint20X" fmla="*/ 20 w 23"/>
              <a:gd name="GluePoint20Y" fmla="*/ 6 h 45"/>
              <a:gd name="GluePoint21X" fmla="*/ 23 w 23"/>
              <a:gd name="GluePoint21Y" fmla="*/ 13 h 45"/>
              <a:gd name="GluePoint22X" fmla="*/ 23 w 23"/>
              <a:gd name="GluePoint22Y" fmla="*/ 21 h 45"/>
              <a:gd name="GluePoint23X" fmla="*/ 22 w 23"/>
              <a:gd name="GluePoint23Y" fmla="*/ 29 h 45"/>
              <a:gd name="GluePoint24X" fmla="*/ 20 w 23"/>
              <a:gd name="GluePoint24Y" fmla="*/ 33 h 45"/>
              <a:gd name="GluePoint25X" fmla="*/ 18 w 23"/>
              <a:gd name="GluePoint25Y" fmla="*/ 37 h 45"/>
              <a:gd name="GluePoint26X" fmla="*/ 15 w 23"/>
              <a:gd name="GluePoint26Y" fmla="*/ 40 h 45"/>
              <a:gd name="GluePoint27X" fmla="*/ 11 w 23"/>
              <a:gd name="GluePoint27Y" fmla="*/ 42 h 45"/>
              <a:gd name="GluePoint28X" fmla="*/ 7 w 23"/>
              <a:gd name="GluePoint28Y" fmla="*/ 45 h 45"/>
              <a:gd name="GluePoint29X" fmla="*/ 1 w 23"/>
              <a:gd name="GluePoint29Y" fmla="*/ 45 h 45"/>
              <a:gd name="GluePoint30X" fmla="*/ 16 w 23"/>
              <a:gd name="GluePoint30Y" fmla="*/ 7 h 45"/>
              <a:gd name="GluePoint31X" fmla="*/ 13 w 23"/>
              <a:gd name="GluePoint31Y" fmla="*/ 4 h 45"/>
              <a:gd name="GluePoint32X" fmla="*/ 12 w 23"/>
              <a:gd name="GluePoint32Y" fmla="*/ 3 h 45"/>
              <a:gd name="GluePoint33X" fmla="*/ 9 w 23"/>
              <a:gd name="GluePoint33Y" fmla="*/ 3 h 45"/>
              <a:gd name="GluePoint34X" fmla="*/ 8 w 23"/>
              <a:gd name="GluePoint34Y" fmla="*/ 4 h 45"/>
              <a:gd name="GluePoint35X" fmla="*/ 6 w 23"/>
              <a:gd name="GluePoint35Y" fmla="*/ 5 h 45"/>
              <a:gd name="GluePoint36X" fmla="*/ 5 w 23"/>
              <a:gd name="GluePoint36Y" fmla="*/ 9 h 45"/>
              <a:gd name="GluePoint37X" fmla="*/ 5 w 23"/>
              <a:gd name="GluePoint37Y" fmla="*/ 13 h 45"/>
              <a:gd name="GluePoint38X" fmla="*/ 5 w 23"/>
              <a:gd name="GluePoint38Y" fmla="*/ 21 h 45"/>
              <a:gd name="GluePoint39X" fmla="*/ 7 w 23"/>
              <a:gd name="GluePoint39Y" fmla="*/ 25 h 45"/>
              <a:gd name="GluePoint40X" fmla="*/ 8 w 23"/>
              <a:gd name="GluePoint40Y" fmla="*/ 25 h 45"/>
              <a:gd name="GluePoint41X" fmla="*/ 11 w 23"/>
              <a:gd name="GluePoint41Y" fmla="*/ 25 h 45"/>
              <a:gd name="GluePoint42X" fmla="*/ 15 w 23"/>
              <a:gd name="GluePoint42Y" fmla="*/ 24 h 45"/>
              <a:gd name="GluePoint43X" fmla="*/ 16 w 23"/>
              <a:gd name="GluePoint43Y" fmla="*/ 23 h 45"/>
              <a:gd name="GluePoint44X" fmla="*/ 17 w 23"/>
              <a:gd name="GluePoint44Y" fmla="*/ 21 h 45"/>
              <a:gd name="GluePoint45X" fmla="*/ 18 w 23"/>
              <a:gd name="GluePoint45Y" fmla="*/ 16 h 45"/>
              <a:gd name="GluePoint46X" fmla="*/ 17 w 23"/>
              <a:gd name="GluePoint46Y" fmla="*/ 11 h 45"/>
              <a:gd name="GluePoint47X" fmla="*/ 16 w 23"/>
              <a:gd name="GluePoint47Y" fmla="*/ 7 h 45"/>
            </a:gdLst>
            <a:ahLst/>
            <a:cxnLst/>
            <a:rect l="textAreaLeft" t="textAreaTop" r="textAreaRight" b="textAreaBottom"/>
            <a:pathLst>
              <a:path w="23" h="45">
                <a:moveTo>
                  <a:pt x="1" y="45"/>
                </a:moveTo>
                <a:lnTo>
                  <a:pt x="1" y="45"/>
                </a:lnTo>
                <a:lnTo>
                  <a:pt x="4" y="44"/>
                </a:lnTo>
                <a:lnTo>
                  <a:pt x="6" y="42"/>
                </a:lnTo>
                <a:lnTo>
                  <a:pt x="8" y="41"/>
                </a:lnTo>
                <a:lnTo>
                  <a:pt x="10" y="39"/>
                </a:lnTo>
                <a:lnTo>
                  <a:pt x="12" y="36"/>
                </a:lnTo>
                <a:lnTo>
                  <a:pt x="14" y="33"/>
                </a:lnTo>
                <a:lnTo>
                  <a:pt x="16" y="29"/>
                </a:lnTo>
                <a:lnTo>
                  <a:pt x="16" y="25"/>
                </a:lnTo>
                <a:lnTo>
                  <a:pt x="14" y="26"/>
                </a:lnTo>
                <a:lnTo>
                  <a:pt x="12" y="28"/>
                </a:lnTo>
                <a:lnTo>
                  <a:pt x="12" y="28"/>
                </a:lnTo>
                <a:lnTo>
                  <a:pt x="11" y="29"/>
                </a:lnTo>
                <a:lnTo>
                  <a:pt x="9" y="29"/>
                </a:lnTo>
                <a:lnTo>
                  <a:pt x="8" y="29"/>
                </a:lnTo>
                <a:lnTo>
                  <a:pt x="7" y="28"/>
                </a:lnTo>
                <a:lnTo>
                  <a:pt x="5" y="27"/>
                </a:lnTo>
                <a:lnTo>
                  <a:pt x="4" y="26"/>
                </a:lnTo>
                <a:lnTo>
                  <a:pt x="3" y="24"/>
                </a:lnTo>
                <a:lnTo>
                  <a:pt x="2" y="22"/>
                </a:lnTo>
                <a:lnTo>
                  <a:pt x="1" y="20"/>
                </a:lnTo>
                <a:lnTo>
                  <a:pt x="0" y="17"/>
                </a:lnTo>
                <a:lnTo>
                  <a:pt x="0" y="14"/>
                </a:lnTo>
                <a:lnTo>
                  <a:pt x="1" y="12"/>
                </a:lnTo>
                <a:lnTo>
                  <a:pt x="1" y="9"/>
                </a:lnTo>
                <a:lnTo>
                  <a:pt x="2" y="7"/>
                </a:lnTo>
                <a:lnTo>
                  <a:pt x="4" y="5"/>
                </a:lnTo>
                <a:lnTo>
                  <a:pt x="4" y="3"/>
                </a:lnTo>
                <a:lnTo>
                  <a:pt x="5" y="2"/>
                </a:lnTo>
                <a:lnTo>
                  <a:pt x="7" y="1"/>
                </a:lnTo>
                <a:lnTo>
                  <a:pt x="8" y="1"/>
                </a:lnTo>
                <a:lnTo>
                  <a:pt x="10" y="0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6" y="1"/>
                </a:lnTo>
                <a:lnTo>
                  <a:pt x="16" y="1"/>
                </a:lnTo>
                <a:lnTo>
                  <a:pt x="19" y="4"/>
                </a:lnTo>
                <a:lnTo>
                  <a:pt x="20" y="6"/>
                </a:lnTo>
                <a:lnTo>
                  <a:pt x="22" y="9"/>
                </a:lnTo>
                <a:lnTo>
                  <a:pt x="23" y="13"/>
                </a:lnTo>
                <a:lnTo>
                  <a:pt x="23" y="17"/>
                </a:lnTo>
                <a:lnTo>
                  <a:pt x="23" y="21"/>
                </a:lnTo>
                <a:lnTo>
                  <a:pt x="23" y="25"/>
                </a:lnTo>
                <a:lnTo>
                  <a:pt x="22" y="29"/>
                </a:lnTo>
                <a:lnTo>
                  <a:pt x="21" y="31"/>
                </a:lnTo>
                <a:lnTo>
                  <a:pt x="20" y="33"/>
                </a:lnTo>
                <a:lnTo>
                  <a:pt x="19" y="35"/>
                </a:lnTo>
                <a:lnTo>
                  <a:pt x="18" y="37"/>
                </a:lnTo>
                <a:lnTo>
                  <a:pt x="16" y="38"/>
                </a:lnTo>
                <a:lnTo>
                  <a:pt x="15" y="40"/>
                </a:lnTo>
                <a:lnTo>
                  <a:pt x="12" y="41"/>
                </a:lnTo>
                <a:lnTo>
                  <a:pt x="11" y="42"/>
                </a:lnTo>
                <a:lnTo>
                  <a:pt x="8" y="44"/>
                </a:lnTo>
                <a:lnTo>
                  <a:pt x="7" y="45"/>
                </a:lnTo>
                <a:lnTo>
                  <a:pt x="4" y="45"/>
                </a:lnTo>
                <a:lnTo>
                  <a:pt x="1" y="45"/>
                </a:lnTo>
                <a:lnTo>
                  <a:pt x="1" y="45"/>
                </a:lnTo>
                <a:close/>
                <a:moveTo>
                  <a:pt x="16" y="7"/>
                </a:moveTo>
                <a:lnTo>
                  <a:pt x="15" y="5"/>
                </a:lnTo>
                <a:lnTo>
                  <a:pt x="13" y="4"/>
                </a:lnTo>
                <a:lnTo>
                  <a:pt x="12" y="3"/>
                </a:lnTo>
                <a:lnTo>
                  <a:pt x="12" y="3"/>
                </a:lnTo>
                <a:lnTo>
                  <a:pt x="11" y="3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7" y="5"/>
                </a:lnTo>
                <a:lnTo>
                  <a:pt x="6" y="5"/>
                </a:lnTo>
                <a:lnTo>
                  <a:pt x="5" y="7"/>
                </a:lnTo>
                <a:lnTo>
                  <a:pt x="5" y="9"/>
                </a:lnTo>
                <a:lnTo>
                  <a:pt x="5" y="10"/>
                </a:lnTo>
                <a:lnTo>
                  <a:pt x="5" y="13"/>
                </a:lnTo>
                <a:lnTo>
                  <a:pt x="5" y="17"/>
                </a:lnTo>
                <a:lnTo>
                  <a:pt x="5" y="21"/>
                </a:lnTo>
                <a:lnTo>
                  <a:pt x="6" y="23"/>
                </a:lnTo>
                <a:lnTo>
                  <a:pt x="7" y="25"/>
                </a:lnTo>
                <a:lnTo>
                  <a:pt x="8" y="25"/>
                </a:lnTo>
                <a:lnTo>
                  <a:pt x="8" y="25"/>
                </a:lnTo>
                <a:lnTo>
                  <a:pt x="10" y="25"/>
                </a:lnTo>
                <a:lnTo>
                  <a:pt x="11" y="25"/>
                </a:lnTo>
                <a:lnTo>
                  <a:pt x="13" y="25"/>
                </a:lnTo>
                <a:lnTo>
                  <a:pt x="15" y="24"/>
                </a:lnTo>
                <a:lnTo>
                  <a:pt x="16" y="23"/>
                </a:lnTo>
                <a:lnTo>
                  <a:pt x="16" y="23"/>
                </a:lnTo>
                <a:lnTo>
                  <a:pt x="16" y="22"/>
                </a:lnTo>
                <a:lnTo>
                  <a:pt x="17" y="21"/>
                </a:lnTo>
                <a:lnTo>
                  <a:pt x="17" y="19"/>
                </a:lnTo>
                <a:lnTo>
                  <a:pt x="18" y="16"/>
                </a:lnTo>
                <a:lnTo>
                  <a:pt x="17" y="13"/>
                </a:lnTo>
                <a:lnTo>
                  <a:pt x="17" y="11"/>
                </a:lnTo>
                <a:lnTo>
                  <a:pt x="16" y="9"/>
                </a:lnTo>
                <a:lnTo>
                  <a:pt x="16" y="7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125" name="í$lïḓé">
            <a:extLst>
              <a:ext uri="{FF2B5EF4-FFF2-40B4-BE49-F238E27FC236}">
                <a16:creationId xmlns:a16="http://schemas.microsoft.com/office/drawing/2014/main" id="{6BB6DEF0-D61F-4AD3-BC63-10F518188487}"/>
              </a:ext>
            </a:extLst>
          </p:cNvPr>
          <p:cNvSpPr>
            <a:spLocks noGrp="1"/>
          </p:cNvSpPr>
          <p:nvPr/>
        </p:nvSpPr>
        <p:spPr>
          <a:xfrm>
            <a:off x="1012680" y="916920"/>
            <a:ext cx="9360" cy="20160"/>
          </a:xfrm>
          <a:custGeom>
            <a:avLst/>
            <a:gdLst>
              <a:gd name="textAreaLeft" fmla="*/ 0 w 9360"/>
              <a:gd name="textAreaRight" fmla="*/ 9720 w 9360"/>
              <a:gd name="textAreaTop" fmla="*/ 0 h 20160"/>
              <a:gd name="textAreaBottom" fmla="*/ 20520 h 20160"/>
              <a:gd name="GluePoint1X" fmla="*/ 0 w 22"/>
              <a:gd name="GluePoint1Y" fmla="*/ 10 h 47"/>
              <a:gd name="GluePoint2X" fmla="*/ 1 w 22"/>
              <a:gd name="GluePoint2Y" fmla="*/ 6 h 47"/>
              <a:gd name="GluePoint3X" fmla="*/ 4 w 22"/>
              <a:gd name="GluePoint3Y" fmla="*/ 2 h 47"/>
              <a:gd name="GluePoint4X" fmla="*/ 8 w 22"/>
              <a:gd name="GluePoint4Y" fmla="*/ 1 h 47"/>
              <a:gd name="GluePoint5X" fmla="*/ 12 w 22"/>
              <a:gd name="GluePoint5Y" fmla="*/ 1 h 47"/>
              <a:gd name="GluePoint6X" fmla="*/ 16 w 22"/>
              <a:gd name="GluePoint6Y" fmla="*/ 2 h 47"/>
              <a:gd name="GluePoint7X" fmla="*/ 18 w 22"/>
              <a:gd name="GluePoint7Y" fmla="*/ 6 h 47"/>
              <a:gd name="GluePoint8X" fmla="*/ 20 w 22"/>
              <a:gd name="GluePoint8Y" fmla="*/ 10 h 47"/>
              <a:gd name="GluePoint9X" fmla="*/ 19 w 22"/>
              <a:gd name="GluePoint9Y" fmla="*/ 14 h 47"/>
              <a:gd name="GluePoint10X" fmla="*/ 16 w 22"/>
              <a:gd name="GluePoint10Y" fmla="*/ 18 h 47"/>
              <a:gd name="GluePoint11X" fmla="*/ 15 w 22"/>
              <a:gd name="GluePoint11Y" fmla="*/ 22 h 47"/>
              <a:gd name="GluePoint12X" fmla="*/ 17 w 22"/>
              <a:gd name="GluePoint12Y" fmla="*/ 24 h 47"/>
              <a:gd name="GluePoint13X" fmla="*/ 20 w 22"/>
              <a:gd name="GluePoint13Y" fmla="*/ 26 h 47"/>
              <a:gd name="GluePoint14X" fmla="*/ 21 w 22"/>
              <a:gd name="GluePoint14Y" fmla="*/ 29 h 47"/>
              <a:gd name="GluePoint15X" fmla="*/ 22 w 22"/>
              <a:gd name="GluePoint15Y" fmla="*/ 33 h 47"/>
              <a:gd name="GluePoint16X" fmla="*/ 21 w 22"/>
              <a:gd name="GluePoint16Y" fmla="*/ 38 h 47"/>
              <a:gd name="GluePoint17X" fmla="*/ 18 w 22"/>
              <a:gd name="GluePoint17Y" fmla="*/ 42 h 47"/>
              <a:gd name="GluePoint18X" fmla="*/ 14 w 22"/>
              <a:gd name="GluePoint18Y" fmla="*/ 46 h 47"/>
              <a:gd name="GluePoint19X" fmla="*/ 10 w 22"/>
              <a:gd name="GluePoint19Y" fmla="*/ 47 h 47"/>
              <a:gd name="GluePoint20X" fmla="*/ 6 w 22"/>
              <a:gd name="GluePoint20Y" fmla="*/ 47 h 47"/>
              <a:gd name="GluePoint21X" fmla="*/ 4 w 22"/>
              <a:gd name="GluePoint21Y" fmla="*/ 46 h 47"/>
              <a:gd name="GluePoint22X" fmla="*/ 1 w 22"/>
              <a:gd name="GluePoint22Y" fmla="*/ 45 h 47"/>
              <a:gd name="GluePoint23X" fmla="*/ 0 w 22"/>
              <a:gd name="GluePoint23Y" fmla="*/ 42 h 47"/>
              <a:gd name="GluePoint24X" fmla="*/ 1 w 22"/>
              <a:gd name="GluePoint24Y" fmla="*/ 40 h 47"/>
              <a:gd name="GluePoint25X" fmla="*/ 4 w 22"/>
              <a:gd name="GluePoint25Y" fmla="*/ 39 h 47"/>
              <a:gd name="GluePoint26X" fmla="*/ 5 w 22"/>
              <a:gd name="GluePoint26Y" fmla="*/ 40 h 47"/>
              <a:gd name="GluePoint27X" fmla="*/ 7 w 22"/>
              <a:gd name="GluePoint27Y" fmla="*/ 42 h 47"/>
              <a:gd name="GluePoint28X" fmla="*/ 9 w 22"/>
              <a:gd name="GluePoint28Y" fmla="*/ 43 h 47"/>
              <a:gd name="GluePoint29X" fmla="*/ 12 w 22"/>
              <a:gd name="GluePoint29Y" fmla="*/ 42 h 47"/>
              <a:gd name="GluePoint30X" fmla="*/ 14 w 22"/>
              <a:gd name="GluePoint30Y" fmla="*/ 41 h 47"/>
              <a:gd name="GluePoint31X" fmla="*/ 16 w 22"/>
              <a:gd name="GluePoint31Y" fmla="*/ 38 h 47"/>
              <a:gd name="GluePoint32X" fmla="*/ 17 w 22"/>
              <a:gd name="GluePoint32Y" fmla="*/ 36 h 47"/>
              <a:gd name="GluePoint33X" fmla="*/ 17 w 22"/>
              <a:gd name="GluePoint33Y" fmla="*/ 34 h 47"/>
              <a:gd name="GluePoint34X" fmla="*/ 17 w 22"/>
              <a:gd name="GluePoint34Y" fmla="*/ 30 h 47"/>
              <a:gd name="GluePoint35X" fmla="*/ 16 w 22"/>
              <a:gd name="GluePoint35Y" fmla="*/ 28 h 47"/>
              <a:gd name="GluePoint36X" fmla="*/ 13 w 22"/>
              <a:gd name="GluePoint36Y" fmla="*/ 26 h 47"/>
              <a:gd name="GluePoint37X" fmla="*/ 9 w 22"/>
              <a:gd name="GluePoint37Y" fmla="*/ 24 h 47"/>
              <a:gd name="GluePoint38X" fmla="*/ 6 w 22"/>
              <a:gd name="GluePoint38Y" fmla="*/ 22 h 47"/>
              <a:gd name="GluePoint39X" fmla="*/ 9 w 22"/>
              <a:gd name="GluePoint39Y" fmla="*/ 22 h 47"/>
              <a:gd name="GluePoint40X" fmla="*/ 12 w 22"/>
              <a:gd name="GluePoint40Y" fmla="*/ 19 h 47"/>
              <a:gd name="GluePoint41X" fmla="*/ 14 w 22"/>
              <a:gd name="GluePoint41Y" fmla="*/ 16 h 47"/>
              <a:gd name="GluePoint42X" fmla="*/ 14 w 22"/>
              <a:gd name="GluePoint42Y" fmla="*/ 13 h 47"/>
              <a:gd name="GluePoint43X" fmla="*/ 14 w 22"/>
              <a:gd name="GluePoint43Y" fmla="*/ 9 h 47"/>
              <a:gd name="GluePoint44X" fmla="*/ 12 w 22"/>
              <a:gd name="GluePoint44Y" fmla="*/ 6 h 47"/>
              <a:gd name="GluePoint45X" fmla="*/ 11 w 22"/>
              <a:gd name="GluePoint45Y" fmla="*/ 6 h 47"/>
              <a:gd name="GluePoint46X" fmla="*/ 8 w 22"/>
              <a:gd name="GluePoint46Y" fmla="*/ 5 h 47"/>
              <a:gd name="GluePoint47X" fmla="*/ 6 w 22"/>
              <a:gd name="GluePoint47Y" fmla="*/ 6 h 47"/>
              <a:gd name="GluePoint48X" fmla="*/ 4 w 22"/>
              <a:gd name="GluePoint48Y" fmla="*/ 6 h 47"/>
              <a:gd name="GluePoint49X" fmla="*/ 3 w 22"/>
              <a:gd name="GluePoint49Y" fmla="*/ 8 h 47"/>
              <a:gd name="GluePoint50X" fmla="*/ 2 w 22"/>
              <a:gd name="GluePoint50Y" fmla="*/ 11 h 47"/>
            </a:gdLst>
            <a:ahLst/>
            <a:cxnLst/>
            <a:rect l="textAreaLeft" t="textAreaTop" r="textAreaRight" b="textAreaBottom"/>
            <a:pathLst>
              <a:path w="22" h="47">
                <a:moveTo>
                  <a:pt x="0" y="11"/>
                </a:moveTo>
                <a:lnTo>
                  <a:pt x="0" y="10"/>
                </a:lnTo>
                <a:lnTo>
                  <a:pt x="1" y="8"/>
                </a:lnTo>
                <a:lnTo>
                  <a:pt x="1" y="6"/>
                </a:lnTo>
                <a:lnTo>
                  <a:pt x="3" y="5"/>
                </a:lnTo>
                <a:lnTo>
                  <a:pt x="4" y="2"/>
                </a:lnTo>
                <a:lnTo>
                  <a:pt x="6" y="2"/>
                </a:lnTo>
                <a:lnTo>
                  <a:pt x="8" y="1"/>
                </a:lnTo>
                <a:lnTo>
                  <a:pt x="10" y="0"/>
                </a:lnTo>
                <a:lnTo>
                  <a:pt x="12" y="1"/>
                </a:lnTo>
                <a:lnTo>
                  <a:pt x="14" y="2"/>
                </a:lnTo>
                <a:lnTo>
                  <a:pt x="16" y="2"/>
                </a:lnTo>
                <a:lnTo>
                  <a:pt x="17" y="4"/>
                </a:lnTo>
                <a:lnTo>
                  <a:pt x="18" y="6"/>
                </a:lnTo>
                <a:lnTo>
                  <a:pt x="19" y="8"/>
                </a:lnTo>
                <a:lnTo>
                  <a:pt x="20" y="10"/>
                </a:lnTo>
                <a:lnTo>
                  <a:pt x="20" y="12"/>
                </a:lnTo>
                <a:lnTo>
                  <a:pt x="19" y="14"/>
                </a:lnTo>
                <a:lnTo>
                  <a:pt x="17" y="17"/>
                </a:lnTo>
                <a:lnTo>
                  <a:pt x="16" y="18"/>
                </a:lnTo>
                <a:lnTo>
                  <a:pt x="13" y="21"/>
                </a:lnTo>
                <a:lnTo>
                  <a:pt x="15" y="22"/>
                </a:lnTo>
                <a:lnTo>
                  <a:pt x="16" y="22"/>
                </a:lnTo>
                <a:lnTo>
                  <a:pt x="17" y="24"/>
                </a:lnTo>
                <a:lnTo>
                  <a:pt x="19" y="25"/>
                </a:lnTo>
                <a:lnTo>
                  <a:pt x="20" y="26"/>
                </a:lnTo>
                <a:lnTo>
                  <a:pt x="20" y="27"/>
                </a:lnTo>
                <a:lnTo>
                  <a:pt x="21" y="29"/>
                </a:lnTo>
                <a:lnTo>
                  <a:pt x="21" y="30"/>
                </a:lnTo>
                <a:lnTo>
                  <a:pt x="22" y="33"/>
                </a:lnTo>
                <a:lnTo>
                  <a:pt x="22" y="35"/>
                </a:lnTo>
                <a:lnTo>
                  <a:pt x="21" y="38"/>
                </a:lnTo>
                <a:lnTo>
                  <a:pt x="20" y="40"/>
                </a:lnTo>
                <a:lnTo>
                  <a:pt x="18" y="42"/>
                </a:lnTo>
                <a:lnTo>
                  <a:pt x="16" y="44"/>
                </a:lnTo>
                <a:lnTo>
                  <a:pt x="14" y="46"/>
                </a:lnTo>
                <a:lnTo>
                  <a:pt x="12" y="46"/>
                </a:lnTo>
                <a:lnTo>
                  <a:pt x="10" y="47"/>
                </a:lnTo>
                <a:lnTo>
                  <a:pt x="7" y="47"/>
                </a:lnTo>
                <a:lnTo>
                  <a:pt x="6" y="47"/>
                </a:lnTo>
                <a:lnTo>
                  <a:pt x="4" y="46"/>
                </a:lnTo>
                <a:lnTo>
                  <a:pt x="4" y="46"/>
                </a:lnTo>
                <a:lnTo>
                  <a:pt x="2" y="46"/>
                </a:lnTo>
                <a:lnTo>
                  <a:pt x="1" y="45"/>
                </a:lnTo>
                <a:lnTo>
                  <a:pt x="0" y="44"/>
                </a:lnTo>
                <a:lnTo>
                  <a:pt x="0" y="42"/>
                </a:lnTo>
                <a:lnTo>
                  <a:pt x="0" y="41"/>
                </a:lnTo>
                <a:lnTo>
                  <a:pt x="1" y="40"/>
                </a:lnTo>
                <a:lnTo>
                  <a:pt x="3" y="39"/>
                </a:lnTo>
                <a:lnTo>
                  <a:pt x="4" y="39"/>
                </a:lnTo>
                <a:lnTo>
                  <a:pt x="4" y="39"/>
                </a:lnTo>
                <a:lnTo>
                  <a:pt x="5" y="40"/>
                </a:lnTo>
                <a:lnTo>
                  <a:pt x="6" y="41"/>
                </a:lnTo>
                <a:lnTo>
                  <a:pt x="7" y="42"/>
                </a:lnTo>
                <a:lnTo>
                  <a:pt x="8" y="43"/>
                </a:lnTo>
                <a:lnTo>
                  <a:pt x="9" y="43"/>
                </a:lnTo>
                <a:lnTo>
                  <a:pt x="11" y="43"/>
                </a:lnTo>
                <a:lnTo>
                  <a:pt x="12" y="42"/>
                </a:lnTo>
                <a:lnTo>
                  <a:pt x="13" y="42"/>
                </a:lnTo>
                <a:lnTo>
                  <a:pt x="14" y="41"/>
                </a:lnTo>
                <a:lnTo>
                  <a:pt x="16" y="40"/>
                </a:lnTo>
                <a:lnTo>
                  <a:pt x="16" y="38"/>
                </a:lnTo>
                <a:lnTo>
                  <a:pt x="17" y="38"/>
                </a:lnTo>
                <a:lnTo>
                  <a:pt x="17" y="36"/>
                </a:lnTo>
                <a:lnTo>
                  <a:pt x="17" y="34"/>
                </a:lnTo>
                <a:lnTo>
                  <a:pt x="17" y="34"/>
                </a:lnTo>
                <a:lnTo>
                  <a:pt x="17" y="32"/>
                </a:lnTo>
                <a:lnTo>
                  <a:pt x="17" y="30"/>
                </a:lnTo>
                <a:lnTo>
                  <a:pt x="16" y="29"/>
                </a:lnTo>
                <a:lnTo>
                  <a:pt x="16" y="28"/>
                </a:lnTo>
                <a:lnTo>
                  <a:pt x="15" y="26"/>
                </a:lnTo>
                <a:lnTo>
                  <a:pt x="13" y="26"/>
                </a:lnTo>
                <a:lnTo>
                  <a:pt x="12" y="24"/>
                </a:lnTo>
                <a:lnTo>
                  <a:pt x="9" y="24"/>
                </a:lnTo>
                <a:lnTo>
                  <a:pt x="6" y="24"/>
                </a:lnTo>
                <a:lnTo>
                  <a:pt x="6" y="22"/>
                </a:lnTo>
                <a:lnTo>
                  <a:pt x="8" y="22"/>
                </a:lnTo>
                <a:lnTo>
                  <a:pt x="9" y="22"/>
                </a:lnTo>
                <a:lnTo>
                  <a:pt x="10" y="21"/>
                </a:lnTo>
                <a:lnTo>
                  <a:pt x="12" y="19"/>
                </a:lnTo>
                <a:lnTo>
                  <a:pt x="13" y="18"/>
                </a:lnTo>
                <a:lnTo>
                  <a:pt x="14" y="16"/>
                </a:lnTo>
                <a:lnTo>
                  <a:pt x="14" y="14"/>
                </a:lnTo>
                <a:lnTo>
                  <a:pt x="14" y="13"/>
                </a:lnTo>
                <a:lnTo>
                  <a:pt x="14" y="10"/>
                </a:lnTo>
                <a:lnTo>
                  <a:pt x="14" y="9"/>
                </a:lnTo>
                <a:lnTo>
                  <a:pt x="13" y="8"/>
                </a:lnTo>
                <a:lnTo>
                  <a:pt x="12" y="6"/>
                </a:lnTo>
                <a:lnTo>
                  <a:pt x="12" y="6"/>
                </a:lnTo>
                <a:lnTo>
                  <a:pt x="11" y="6"/>
                </a:lnTo>
                <a:lnTo>
                  <a:pt x="10" y="5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4" y="6"/>
                </a:lnTo>
                <a:lnTo>
                  <a:pt x="4" y="6"/>
                </a:lnTo>
                <a:lnTo>
                  <a:pt x="4" y="7"/>
                </a:lnTo>
                <a:lnTo>
                  <a:pt x="3" y="8"/>
                </a:lnTo>
                <a:lnTo>
                  <a:pt x="3" y="10"/>
                </a:lnTo>
                <a:lnTo>
                  <a:pt x="2" y="11"/>
                </a:lnTo>
                <a:lnTo>
                  <a:pt x="0" y="1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480" rIns="90000" bIns="-24480" anchor="ctr">
            <a:noAutofit/>
          </a:bodyPr>
          <a:lstStyle/>
          <a:p>
            <a:endParaRPr/>
          </a:p>
        </p:txBody>
      </p:sp>
      <p:sp>
        <p:nvSpPr>
          <p:cNvPr id="127" name="ïṩḷïḋê">
            <a:extLst>
              <a:ext uri="{FF2B5EF4-FFF2-40B4-BE49-F238E27FC236}">
                <a16:creationId xmlns:a16="http://schemas.microsoft.com/office/drawing/2014/main" id="{25A7D0C4-ABF8-4F29-A066-85C6366AFF53}"/>
              </a:ext>
            </a:extLst>
          </p:cNvPr>
          <p:cNvSpPr>
            <a:spLocks noGrp="1"/>
          </p:cNvSpPr>
          <p:nvPr/>
        </p:nvSpPr>
        <p:spPr>
          <a:xfrm>
            <a:off x="2850480" y="554400"/>
            <a:ext cx="190800" cy="333360"/>
          </a:xfrm>
          <a:custGeom>
            <a:avLst/>
            <a:gdLst>
              <a:gd name="textAreaLeft" fmla="*/ 0 w 190800"/>
              <a:gd name="textAreaRight" fmla="*/ 191160 w 190800"/>
              <a:gd name="textAreaTop" fmla="*/ 0 h 333360"/>
              <a:gd name="textAreaBottom" fmla="*/ 333720 h 333360"/>
              <a:gd name="GluePoint1X" fmla="*/ 199 w 438"/>
              <a:gd name="GluePoint1Y" fmla="*/ 337 h 764"/>
              <a:gd name="GluePoint2X" fmla="*/ 183 w 438"/>
              <a:gd name="GluePoint2Y" fmla="*/ 308 h 764"/>
              <a:gd name="GluePoint3X" fmla="*/ 126 w 438"/>
              <a:gd name="GluePoint3Y" fmla="*/ 371 h 764"/>
              <a:gd name="GluePoint4X" fmla="*/ 78 w 438"/>
              <a:gd name="GluePoint4Y" fmla="*/ 348 h 764"/>
              <a:gd name="GluePoint5X" fmla="*/ 55 w 438"/>
              <a:gd name="GluePoint5Y" fmla="*/ 290 h 764"/>
              <a:gd name="GluePoint6X" fmla="*/ 103 w 438"/>
              <a:gd name="GluePoint6Y" fmla="*/ 283 h 764"/>
              <a:gd name="GluePoint7X" fmla="*/ 78 w 438"/>
              <a:gd name="GluePoint7Y" fmla="*/ 216 h 764"/>
              <a:gd name="GluePoint8X" fmla="*/ 83 w 438"/>
              <a:gd name="GluePoint8Y" fmla="*/ 183 h 764"/>
              <a:gd name="GluePoint9X" fmla="*/ 159 w 438"/>
              <a:gd name="GluePoint9Y" fmla="*/ 189 h 764"/>
              <a:gd name="GluePoint10X" fmla="*/ 233 w 438"/>
              <a:gd name="GluePoint10Y" fmla="*/ 120 h 764"/>
              <a:gd name="GluePoint11X" fmla="*/ 250 w 438"/>
              <a:gd name="GluePoint11Y" fmla="*/ 27 h 764"/>
              <a:gd name="GluePoint12X" fmla="*/ 319 w 438"/>
              <a:gd name="GluePoint12Y" fmla="*/ 21 h 764"/>
              <a:gd name="GluePoint13X" fmla="*/ 276 w 438"/>
              <a:gd name="GluePoint13Y" fmla="*/ 123 h 764"/>
              <a:gd name="GluePoint14X" fmla="*/ 255 w 438"/>
              <a:gd name="GluePoint14Y" fmla="*/ 180 h 764"/>
              <a:gd name="GluePoint15X" fmla="*/ 315 w 438"/>
              <a:gd name="GluePoint15Y" fmla="*/ 172 h 764"/>
              <a:gd name="GluePoint16X" fmla="*/ 409 w 438"/>
              <a:gd name="GluePoint16Y" fmla="*/ 132 h 764"/>
              <a:gd name="GluePoint17X" fmla="*/ 435 w 438"/>
              <a:gd name="GluePoint17Y" fmla="*/ 194 h 764"/>
              <a:gd name="GluePoint18X" fmla="*/ 396 w 438"/>
              <a:gd name="GluePoint18Y" fmla="*/ 231 h 764"/>
              <a:gd name="GluePoint19X" fmla="*/ 364 w 438"/>
              <a:gd name="GluePoint19Y" fmla="*/ 260 h 764"/>
              <a:gd name="GluePoint20X" fmla="*/ 321 w 438"/>
              <a:gd name="GluePoint20Y" fmla="*/ 307 h 764"/>
              <a:gd name="GluePoint21X" fmla="*/ 356 w 438"/>
              <a:gd name="GluePoint21Y" fmla="*/ 387 h 764"/>
              <a:gd name="GluePoint22X" fmla="*/ 292 w 438"/>
              <a:gd name="GluePoint22Y" fmla="*/ 434 h 764"/>
              <a:gd name="GluePoint23X" fmla="*/ 251 w 438"/>
              <a:gd name="GluePoint23Y" fmla="*/ 469 h 764"/>
              <a:gd name="GluePoint24X" fmla="*/ 225 w 438"/>
              <a:gd name="GluePoint24Y" fmla="*/ 504 h 764"/>
              <a:gd name="GluePoint25X" fmla="*/ 306 w 438"/>
              <a:gd name="GluePoint25Y" fmla="*/ 484 h 764"/>
              <a:gd name="GluePoint26X" fmla="*/ 326 w 438"/>
              <a:gd name="GluePoint26Y" fmla="*/ 532 h 764"/>
              <a:gd name="GluePoint27X" fmla="*/ 282 w 438"/>
              <a:gd name="GluePoint27Y" fmla="*/ 553 h 764"/>
              <a:gd name="GluePoint28X" fmla="*/ 243 w 438"/>
              <a:gd name="GluePoint28Y" fmla="*/ 541 h 764"/>
              <a:gd name="GluePoint29X" fmla="*/ 251 w 438"/>
              <a:gd name="GluePoint29Y" fmla="*/ 613 h 764"/>
              <a:gd name="GluePoint30X" fmla="*/ 263 w 438"/>
              <a:gd name="GluePoint30Y" fmla="*/ 691 h 764"/>
              <a:gd name="GluePoint31X" fmla="*/ 245 w 438"/>
              <a:gd name="GluePoint31Y" fmla="*/ 760 h 764"/>
              <a:gd name="GluePoint32X" fmla="*/ 196 w 438"/>
              <a:gd name="GluePoint32Y" fmla="*/ 749 h 764"/>
              <a:gd name="GluePoint33X" fmla="*/ 142 w 438"/>
              <a:gd name="GluePoint33Y" fmla="*/ 719 h 764"/>
              <a:gd name="GluePoint34X" fmla="*/ 207 w 438"/>
              <a:gd name="GluePoint34Y" fmla="*/ 700 h 764"/>
              <a:gd name="GluePoint35X" fmla="*/ 217 w 438"/>
              <a:gd name="GluePoint35Y" fmla="*/ 634 h 764"/>
              <a:gd name="GluePoint36X" fmla="*/ 163 w 438"/>
              <a:gd name="GluePoint36Y" fmla="*/ 584 h 764"/>
              <a:gd name="GluePoint37X" fmla="*/ 71 w 438"/>
              <a:gd name="GluePoint37Y" fmla="*/ 634 h 764"/>
              <a:gd name="GluePoint38X" fmla="*/ 3 w 438"/>
              <a:gd name="GluePoint38Y" fmla="*/ 622 h 764"/>
              <a:gd name="GluePoint39X" fmla="*/ 68 w 438"/>
              <a:gd name="GluePoint39Y" fmla="*/ 588 h 764"/>
              <a:gd name="GluePoint40X" fmla="*/ 151 w 438"/>
              <a:gd name="GluePoint40Y" fmla="*/ 536 h 764"/>
              <a:gd name="GluePoint41X" fmla="*/ 195 w 438"/>
              <a:gd name="GluePoint41Y" fmla="*/ 496 h 764"/>
              <a:gd name="GluePoint42X" fmla="*/ 262 w 438"/>
              <a:gd name="GluePoint42Y" fmla="*/ 432 h 764"/>
              <a:gd name="GluePoint43X" fmla="*/ 238 w 438"/>
              <a:gd name="GluePoint43Y" fmla="*/ 413 h 764"/>
              <a:gd name="GluePoint44X" fmla="*/ 176 w 438"/>
              <a:gd name="GluePoint44Y" fmla="*/ 445 h 764"/>
              <a:gd name="GluePoint45X" fmla="*/ 113 w 438"/>
              <a:gd name="GluePoint45Y" fmla="*/ 449 h 764"/>
              <a:gd name="GluePoint46X" fmla="*/ 213 w 438"/>
              <a:gd name="GluePoint46Y" fmla="*/ 395 h 764"/>
              <a:gd name="GluePoint47X" fmla="*/ 277 w 438"/>
              <a:gd name="GluePoint47Y" fmla="*/ 361 h 764"/>
              <a:gd name="GluePoint48X" fmla="*/ 300 w 438"/>
              <a:gd name="GluePoint48Y" fmla="*/ 303 h 764"/>
              <a:gd name="GluePoint49X" fmla="*/ 335 w 438"/>
              <a:gd name="GluePoint49Y" fmla="*/ 263 h 764"/>
              <a:gd name="GluePoint50X" fmla="*/ 368 w 438"/>
              <a:gd name="GluePoint50Y" fmla="*/ 191 h 764"/>
              <a:gd name="GluePoint51X" fmla="*/ 309 w 438"/>
              <a:gd name="GluePoint51Y" fmla="*/ 206 h 764"/>
              <a:gd name="GluePoint52X" fmla="*/ 313 w 438"/>
              <a:gd name="GluePoint52Y" fmla="*/ 245 h 764"/>
              <a:gd name="GluePoint53X" fmla="*/ 284 w 438"/>
              <a:gd name="GluePoint53Y" fmla="*/ 301 h 764"/>
              <a:gd name="GluePoint54X" fmla="*/ 243 w 438"/>
              <a:gd name="GluePoint54Y" fmla="*/ 356 h 764"/>
              <a:gd name="GluePoint55X" fmla="*/ 134 w 438"/>
              <a:gd name="GluePoint55Y" fmla="*/ 220 h 764"/>
              <a:gd name="GluePoint56X" fmla="*/ 131 w 438"/>
              <a:gd name="GluePoint56Y" fmla="*/ 279 h 764"/>
              <a:gd name="GluePoint57X" fmla="*/ 153 w 438"/>
              <a:gd name="GluePoint57Y" fmla="*/ 279 h 764"/>
              <a:gd name="GluePoint58X" fmla="*/ 167 w 438"/>
              <a:gd name="GluePoint58Y" fmla="*/ 224 h 764"/>
              <a:gd name="GluePoint59X" fmla="*/ 179 w 438"/>
              <a:gd name="GluePoint59Y" fmla="*/ 250 h 764"/>
              <a:gd name="GluePoint60X" fmla="*/ 226 w 438"/>
              <a:gd name="GluePoint60Y" fmla="*/ 228 h 764"/>
              <a:gd name="GluePoint61X" fmla="*/ 248 w 438"/>
              <a:gd name="GluePoint61Y" fmla="*/ 279 h 764"/>
              <a:gd name="GluePoint62X" fmla="*/ 274 w 438"/>
              <a:gd name="GluePoint62Y" fmla="*/ 254 h 764"/>
            </a:gdLst>
            <a:ahLst/>
            <a:cxnLst/>
            <a:rect l="textAreaLeft" t="textAreaTop" r="textAreaRight" b="textAreaBottom"/>
            <a:pathLst>
              <a:path w="438" h="764">
                <a:moveTo>
                  <a:pt x="244" y="325"/>
                </a:moveTo>
                <a:lnTo>
                  <a:pt x="239" y="324"/>
                </a:lnTo>
                <a:lnTo>
                  <a:pt x="235" y="324"/>
                </a:lnTo>
                <a:lnTo>
                  <a:pt x="231" y="323"/>
                </a:lnTo>
                <a:lnTo>
                  <a:pt x="227" y="321"/>
                </a:lnTo>
                <a:lnTo>
                  <a:pt x="223" y="320"/>
                </a:lnTo>
                <a:lnTo>
                  <a:pt x="219" y="320"/>
                </a:lnTo>
                <a:lnTo>
                  <a:pt x="216" y="320"/>
                </a:lnTo>
                <a:lnTo>
                  <a:pt x="214" y="320"/>
                </a:lnTo>
                <a:lnTo>
                  <a:pt x="211" y="320"/>
                </a:lnTo>
                <a:lnTo>
                  <a:pt x="209" y="320"/>
                </a:lnTo>
                <a:lnTo>
                  <a:pt x="209" y="323"/>
                </a:lnTo>
                <a:lnTo>
                  <a:pt x="208" y="325"/>
                </a:lnTo>
                <a:lnTo>
                  <a:pt x="207" y="328"/>
                </a:lnTo>
                <a:lnTo>
                  <a:pt x="206" y="330"/>
                </a:lnTo>
                <a:lnTo>
                  <a:pt x="204" y="332"/>
                </a:lnTo>
                <a:lnTo>
                  <a:pt x="203" y="334"/>
                </a:lnTo>
                <a:lnTo>
                  <a:pt x="201" y="336"/>
                </a:lnTo>
                <a:lnTo>
                  <a:pt x="199" y="337"/>
                </a:lnTo>
                <a:lnTo>
                  <a:pt x="195" y="341"/>
                </a:lnTo>
                <a:lnTo>
                  <a:pt x="189" y="343"/>
                </a:lnTo>
                <a:lnTo>
                  <a:pt x="184" y="345"/>
                </a:lnTo>
                <a:lnTo>
                  <a:pt x="179" y="347"/>
                </a:lnTo>
                <a:lnTo>
                  <a:pt x="178" y="344"/>
                </a:lnTo>
                <a:lnTo>
                  <a:pt x="177" y="341"/>
                </a:lnTo>
                <a:lnTo>
                  <a:pt x="176" y="340"/>
                </a:lnTo>
                <a:lnTo>
                  <a:pt x="175" y="339"/>
                </a:lnTo>
                <a:lnTo>
                  <a:pt x="175" y="337"/>
                </a:lnTo>
                <a:lnTo>
                  <a:pt x="175" y="335"/>
                </a:lnTo>
                <a:lnTo>
                  <a:pt x="177" y="332"/>
                </a:lnTo>
                <a:lnTo>
                  <a:pt x="179" y="330"/>
                </a:lnTo>
                <a:lnTo>
                  <a:pt x="181" y="327"/>
                </a:lnTo>
                <a:lnTo>
                  <a:pt x="183" y="323"/>
                </a:lnTo>
                <a:lnTo>
                  <a:pt x="184" y="320"/>
                </a:lnTo>
                <a:lnTo>
                  <a:pt x="185" y="316"/>
                </a:lnTo>
                <a:lnTo>
                  <a:pt x="186" y="312"/>
                </a:lnTo>
                <a:lnTo>
                  <a:pt x="186" y="309"/>
                </a:lnTo>
                <a:lnTo>
                  <a:pt x="183" y="308"/>
                </a:lnTo>
                <a:lnTo>
                  <a:pt x="179" y="307"/>
                </a:lnTo>
                <a:lnTo>
                  <a:pt x="175" y="307"/>
                </a:lnTo>
                <a:lnTo>
                  <a:pt x="170" y="306"/>
                </a:lnTo>
                <a:lnTo>
                  <a:pt x="169" y="308"/>
                </a:lnTo>
                <a:lnTo>
                  <a:pt x="168" y="311"/>
                </a:lnTo>
                <a:lnTo>
                  <a:pt x="167" y="312"/>
                </a:lnTo>
                <a:lnTo>
                  <a:pt x="167" y="314"/>
                </a:lnTo>
                <a:lnTo>
                  <a:pt x="163" y="317"/>
                </a:lnTo>
                <a:lnTo>
                  <a:pt x="161" y="320"/>
                </a:lnTo>
                <a:lnTo>
                  <a:pt x="155" y="326"/>
                </a:lnTo>
                <a:lnTo>
                  <a:pt x="149" y="332"/>
                </a:lnTo>
                <a:lnTo>
                  <a:pt x="147" y="335"/>
                </a:lnTo>
                <a:lnTo>
                  <a:pt x="144" y="339"/>
                </a:lnTo>
                <a:lnTo>
                  <a:pt x="142" y="343"/>
                </a:lnTo>
                <a:lnTo>
                  <a:pt x="140" y="347"/>
                </a:lnTo>
                <a:lnTo>
                  <a:pt x="135" y="355"/>
                </a:lnTo>
                <a:lnTo>
                  <a:pt x="131" y="363"/>
                </a:lnTo>
                <a:lnTo>
                  <a:pt x="128" y="367"/>
                </a:lnTo>
                <a:lnTo>
                  <a:pt x="126" y="371"/>
                </a:lnTo>
                <a:lnTo>
                  <a:pt x="122" y="374"/>
                </a:lnTo>
                <a:lnTo>
                  <a:pt x="119" y="376"/>
                </a:lnTo>
                <a:lnTo>
                  <a:pt x="116" y="378"/>
                </a:lnTo>
                <a:lnTo>
                  <a:pt x="115" y="379"/>
                </a:lnTo>
                <a:lnTo>
                  <a:pt x="112" y="380"/>
                </a:lnTo>
                <a:lnTo>
                  <a:pt x="110" y="380"/>
                </a:lnTo>
                <a:lnTo>
                  <a:pt x="107" y="380"/>
                </a:lnTo>
                <a:lnTo>
                  <a:pt x="105" y="381"/>
                </a:lnTo>
                <a:lnTo>
                  <a:pt x="102" y="381"/>
                </a:lnTo>
                <a:lnTo>
                  <a:pt x="99" y="380"/>
                </a:lnTo>
                <a:lnTo>
                  <a:pt x="97" y="376"/>
                </a:lnTo>
                <a:lnTo>
                  <a:pt x="95" y="373"/>
                </a:lnTo>
                <a:lnTo>
                  <a:pt x="93" y="369"/>
                </a:lnTo>
                <a:lnTo>
                  <a:pt x="91" y="365"/>
                </a:lnTo>
                <a:lnTo>
                  <a:pt x="87" y="364"/>
                </a:lnTo>
                <a:lnTo>
                  <a:pt x="84" y="363"/>
                </a:lnTo>
                <a:lnTo>
                  <a:pt x="82" y="358"/>
                </a:lnTo>
                <a:lnTo>
                  <a:pt x="79" y="354"/>
                </a:lnTo>
                <a:lnTo>
                  <a:pt x="78" y="348"/>
                </a:lnTo>
                <a:lnTo>
                  <a:pt x="76" y="344"/>
                </a:lnTo>
                <a:lnTo>
                  <a:pt x="75" y="339"/>
                </a:lnTo>
                <a:lnTo>
                  <a:pt x="73" y="334"/>
                </a:lnTo>
                <a:lnTo>
                  <a:pt x="72" y="332"/>
                </a:lnTo>
                <a:lnTo>
                  <a:pt x="71" y="329"/>
                </a:lnTo>
                <a:lnTo>
                  <a:pt x="70" y="328"/>
                </a:lnTo>
                <a:lnTo>
                  <a:pt x="68" y="325"/>
                </a:lnTo>
                <a:lnTo>
                  <a:pt x="64" y="321"/>
                </a:lnTo>
                <a:lnTo>
                  <a:pt x="60" y="317"/>
                </a:lnTo>
                <a:lnTo>
                  <a:pt x="55" y="314"/>
                </a:lnTo>
                <a:lnTo>
                  <a:pt x="51" y="310"/>
                </a:lnTo>
                <a:lnTo>
                  <a:pt x="51" y="305"/>
                </a:lnTo>
                <a:lnTo>
                  <a:pt x="51" y="300"/>
                </a:lnTo>
                <a:lnTo>
                  <a:pt x="51" y="298"/>
                </a:lnTo>
                <a:lnTo>
                  <a:pt x="51" y="296"/>
                </a:lnTo>
                <a:lnTo>
                  <a:pt x="52" y="295"/>
                </a:lnTo>
                <a:lnTo>
                  <a:pt x="53" y="292"/>
                </a:lnTo>
                <a:lnTo>
                  <a:pt x="54" y="291"/>
                </a:lnTo>
                <a:lnTo>
                  <a:pt x="55" y="290"/>
                </a:lnTo>
                <a:lnTo>
                  <a:pt x="57" y="288"/>
                </a:lnTo>
                <a:lnTo>
                  <a:pt x="59" y="287"/>
                </a:lnTo>
                <a:lnTo>
                  <a:pt x="61" y="287"/>
                </a:lnTo>
                <a:lnTo>
                  <a:pt x="63" y="286"/>
                </a:lnTo>
                <a:lnTo>
                  <a:pt x="66" y="286"/>
                </a:lnTo>
                <a:lnTo>
                  <a:pt x="69" y="286"/>
                </a:lnTo>
                <a:lnTo>
                  <a:pt x="71" y="288"/>
                </a:lnTo>
                <a:lnTo>
                  <a:pt x="73" y="291"/>
                </a:lnTo>
                <a:lnTo>
                  <a:pt x="76" y="292"/>
                </a:lnTo>
                <a:lnTo>
                  <a:pt x="79" y="294"/>
                </a:lnTo>
                <a:lnTo>
                  <a:pt x="83" y="295"/>
                </a:lnTo>
                <a:lnTo>
                  <a:pt x="87" y="296"/>
                </a:lnTo>
                <a:lnTo>
                  <a:pt x="91" y="296"/>
                </a:lnTo>
                <a:lnTo>
                  <a:pt x="95" y="297"/>
                </a:lnTo>
                <a:lnTo>
                  <a:pt x="97" y="295"/>
                </a:lnTo>
                <a:lnTo>
                  <a:pt x="99" y="292"/>
                </a:lnTo>
                <a:lnTo>
                  <a:pt x="101" y="290"/>
                </a:lnTo>
                <a:lnTo>
                  <a:pt x="102" y="287"/>
                </a:lnTo>
                <a:lnTo>
                  <a:pt x="103" y="283"/>
                </a:lnTo>
                <a:lnTo>
                  <a:pt x="103" y="279"/>
                </a:lnTo>
                <a:lnTo>
                  <a:pt x="103" y="276"/>
                </a:lnTo>
                <a:lnTo>
                  <a:pt x="103" y="272"/>
                </a:lnTo>
                <a:lnTo>
                  <a:pt x="103" y="268"/>
                </a:lnTo>
                <a:lnTo>
                  <a:pt x="102" y="265"/>
                </a:lnTo>
                <a:lnTo>
                  <a:pt x="101" y="261"/>
                </a:lnTo>
                <a:lnTo>
                  <a:pt x="100" y="257"/>
                </a:lnTo>
                <a:lnTo>
                  <a:pt x="98" y="254"/>
                </a:lnTo>
                <a:lnTo>
                  <a:pt x="96" y="250"/>
                </a:lnTo>
                <a:lnTo>
                  <a:pt x="95" y="247"/>
                </a:lnTo>
                <a:lnTo>
                  <a:pt x="92" y="243"/>
                </a:lnTo>
                <a:lnTo>
                  <a:pt x="91" y="240"/>
                </a:lnTo>
                <a:lnTo>
                  <a:pt x="88" y="237"/>
                </a:lnTo>
                <a:lnTo>
                  <a:pt x="88" y="233"/>
                </a:lnTo>
                <a:lnTo>
                  <a:pt x="87" y="229"/>
                </a:lnTo>
                <a:lnTo>
                  <a:pt x="87" y="224"/>
                </a:lnTo>
                <a:lnTo>
                  <a:pt x="87" y="220"/>
                </a:lnTo>
                <a:lnTo>
                  <a:pt x="82" y="219"/>
                </a:lnTo>
                <a:lnTo>
                  <a:pt x="78" y="216"/>
                </a:lnTo>
                <a:lnTo>
                  <a:pt x="75" y="215"/>
                </a:lnTo>
                <a:lnTo>
                  <a:pt x="74" y="211"/>
                </a:lnTo>
                <a:lnTo>
                  <a:pt x="71" y="207"/>
                </a:lnTo>
                <a:lnTo>
                  <a:pt x="68" y="203"/>
                </a:lnTo>
                <a:lnTo>
                  <a:pt x="65" y="199"/>
                </a:lnTo>
                <a:lnTo>
                  <a:pt x="63" y="195"/>
                </a:lnTo>
                <a:lnTo>
                  <a:pt x="61" y="191"/>
                </a:lnTo>
                <a:lnTo>
                  <a:pt x="61" y="188"/>
                </a:lnTo>
                <a:lnTo>
                  <a:pt x="62" y="185"/>
                </a:lnTo>
                <a:lnTo>
                  <a:pt x="63" y="183"/>
                </a:lnTo>
                <a:lnTo>
                  <a:pt x="67" y="182"/>
                </a:lnTo>
                <a:lnTo>
                  <a:pt x="69" y="180"/>
                </a:lnTo>
                <a:lnTo>
                  <a:pt x="70" y="179"/>
                </a:lnTo>
                <a:lnTo>
                  <a:pt x="72" y="179"/>
                </a:lnTo>
                <a:lnTo>
                  <a:pt x="74" y="179"/>
                </a:lnTo>
                <a:lnTo>
                  <a:pt x="76" y="178"/>
                </a:lnTo>
                <a:lnTo>
                  <a:pt x="79" y="179"/>
                </a:lnTo>
                <a:lnTo>
                  <a:pt x="81" y="181"/>
                </a:lnTo>
                <a:lnTo>
                  <a:pt x="83" y="183"/>
                </a:lnTo>
                <a:lnTo>
                  <a:pt x="86" y="184"/>
                </a:lnTo>
                <a:lnTo>
                  <a:pt x="89" y="187"/>
                </a:lnTo>
                <a:lnTo>
                  <a:pt x="93" y="192"/>
                </a:lnTo>
                <a:lnTo>
                  <a:pt x="96" y="196"/>
                </a:lnTo>
                <a:lnTo>
                  <a:pt x="100" y="200"/>
                </a:lnTo>
                <a:lnTo>
                  <a:pt x="103" y="202"/>
                </a:lnTo>
                <a:lnTo>
                  <a:pt x="105" y="203"/>
                </a:lnTo>
                <a:lnTo>
                  <a:pt x="107" y="205"/>
                </a:lnTo>
                <a:lnTo>
                  <a:pt x="111" y="206"/>
                </a:lnTo>
                <a:lnTo>
                  <a:pt x="112" y="207"/>
                </a:lnTo>
                <a:lnTo>
                  <a:pt x="115" y="207"/>
                </a:lnTo>
                <a:lnTo>
                  <a:pt x="117" y="206"/>
                </a:lnTo>
                <a:lnTo>
                  <a:pt x="119" y="206"/>
                </a:lnTo>
                <a:lnTo>
                  <a:pt x="126" y="203"/>
                </a:lnTo>
                <a:lnTo>
                  <a:pt x="131" y="201"/>
                </a:lnTo>
                <a:lnTo>
                  <a:pt x="143" y="195"/>
                </a:lnTo>
                <a:lnTo>
                  <a:pt x="150" y="191"/>
                </a:lnTo>
                <a:lnTo>
                  <a:pt x="155" y="190"/>
                </a:lnTo>
                <a:lnTo>
                  <a:pt x="159" y="189"/>
                </a:lnTo>
                <a:lnTo>
                  <a:pt x="163" y="189"/>
                </a:lnTo>
                <a:lnTo>
                  <a:pt x="167" y="188"/>
                </a:lnTo>
                <a:lnTo>
                  <a:pt x="172" y="185"/>
                </a:lnTo>
                <a:lnTo>
                  <a:pt x="176" y="181"/>
                </a:lnTo>
                <a:lnTo>
                  <a:pt x="185" y="178"/>
                </a:lnTo>
                <a:lnTo>
                  <a:pt x="192" y="175"/>
                </a:lnTo>
                <a:lnTo>
                  <a:pt x="196" y="174"/>
                </a:lnTo>
                <a:lnTo>
                  <a:pt x="199" y="172"/>
                </a:lnTo>
                <a:lnTo>
                  <a:pt x="203" y="170"/>
                </a:lnTo>
                <a:lnTo>
                  <a:pt x="207" y="167"/>
                </a:lnTo>
                <a:lnTo>
                  <a:pt x="209" y="165"/>
                </a:lnTo>
                <a:lnTo>
                  <a:pt x="211" y="163"/>
                </a:lnTo>
                <a:lnTo>
                  <a:pt x="212" y="160"/>
                </a:lnTo>
                <a:lnTo>
                  <a:pt x="214" y="157"/>
                </a:lnTo>
                <a:lnTo>
                  <a:pt x="216" y="151"/>
                </a:lnTo>
                <a:lnTo>
                  <a:pt x="219" y="144"/>
                </a:lnTo>
                <a:lnTo>
                  <a:pt x="223" y="136"/>
                </a:lnTo>
                <a:lnTo>
                  <a:pt x="228" y="128"/>
                </a:lnTo>
                <a:lnTo>
                  <a:pt x="233" y="120"/>
                </a:lnTo>
                <a:lnTo>
                  <a:pt x="239" y="111"/>
                </a:lnTo>
                <a:lnTo>
                  <a:pt x="244" y="103"/>
                </a:lnTo>
                <a:lnTo>
                  <a:pt x="250" y="95"/>
                </a:lnTo>
                <a:lnTo>
                  <a:pt x="255" y="87"/>
                </a:lnTo>
                <a:lnTo>
                  <a:pt x="260" y="79"/>
                </a:lnTo>
                <a:lnTo>
                  <a:pt x="261" y="77"/>
                </a:lnTo>
                <a:lnTo>
                  <a:pt x="262" y="75"/>
                </a:lnTo>
                <a:lnTo>
                  <a:pt x="263" y="72"/>
                </a:lnTo>
                <a:lnTo>
                  <a:pt x="262" y="69"/>
                </a:lnTo>
                <a:lnTo>
                  <a:pt x="262" y="67"/>
                </a:lnTo>
                <a:lnTo>
                  <a:pt x="261" y="63"/>
                </a:lnTo>
                <a:lnTo>
                  <a:pt x="260" y="60"/>
                </a:lnTo>
                <a:lnTo>
                  <a:pt x="259" y="58"/>
                </a:lnTo>
                <a:lnTo>
                  <a:pt x="257" y="52"/>
                </a:lnTo>
                <a:lnTo>
                  <a:pt x="255" y="47"/>
                </a:lnTo>
                <a:lnTo>
                  <a:pt x="252" y="44"/>
                </a:lnTo>
                <a:lnTo>
                  <a:pt x="251" y="41"/>
                </a:lnTo>
                <a:lnTo>
                  <a:pt x="251" y="37"/>
                </a:lnTo>
                <a:lnTo>
                  <a:pt x="250" y="27"/>
                </a:lnTo>
                <a:lnTo>
                  <a:pt x="249" y="16"/>
                </a:lnTo>
                <a:lnTo>
                  <a:pt x="248" y="9"/>
                </a:lnTo>
                <a:lnTo>
                  <a:pt x="250" y="9"/>
                </a:lnTo>
                <a:lnTo>
                  <a:pt x="251" y="8"/>
                </a:lnTo>
                <a:lnTo>
                  <a:pt x="252" y="7"/>
                </a:lnTo>
                <a:lnTo>
                  <a:pt x="254" y="6"/>
                </a:lnTo>
                <a:lnTo>
                  <a:pt x="255" y="3"/>
                </a:lnTo>
                <a:lnTo>
                  <a:pt x="257" y="1"/>
                </a:lnTo>
                <a:lnTo>
                  <a:pt x="265" y="0"/>
                </a:lnTo>
                <a:lnTo>
                  <a:pt x="272" y="1"/>
                </a:lnTo>
                <a:lnTo>
                  <a:pt x="280" y="2"/>
                </a:lnTo>
                <a:lnTo>
                  <a:pt x="286" y="3"/>
                </a:lnTo>
                <a:lnTo>
                  <a:pt x="292" y="4"/>
                </a:lnTo>
                <a:lnTo>
                  <a:pt x="297" y="6"/>
                </a:lnTo>
                <a:lnTo>
                  <a:pt x="302" y="8"/>
                </a:lnTo>
                <a:lnTo>
                  <a:pt x="307" y="11"/>
                </a:lnTo>
                <a:lnTo>
                  <a:pt x="311" y="14"/>
                </a:lnTo>
                <a:lnTo>
                  <a:pt x="315" y="17"/>
                </a:lnTo>
                <a:lnTo>
                  <a:pt x="319" y="21"/>
                </a:lnTo>
                <a:lnTo>
                  <a:pt x="323" y="25"/>
                </a:lnTo>
                <a:lnTo>
                  <a:pt x="331" y="34"/>
                </a:lnTo>
                <a:lnTo>
                  <a:pt x="339" y="43"/>
                </a:lnTo>
                <a:lnTo>
                  <a:pt x="338" y="50"/>
                </a:lnTo>
                <a:lnTo>
                  <a:pt x="336" y="55"/>
                </a:lnTo>
                <a:lnTo>
                  <a:pt x="334" y="60"/>
                </a:lnTo>
                <a:lnTo>
                  <a:pt x="332" y="65"/>
                </a:lnTo>
                <a:lnTo>
                  <a:pt x="328" y="69"/>
                </a:lnTo>
                <a:lnTo>
                  <a:pt x="324" y="73"/>
                </a:lnTo>
                <a:lnTo>
                  <a:pt x="321" y="77"/>
                </a:lnTo>
                <a:lnTo>
                  <a:pt x="317" y="81"/>
                </a:lnTo>
                <a:lnTo>
                  <a:pt x="309" y="87"/>
                </a:lnTo>
                <a:lnTo>
                  <a:pt x="301" y="95"/>
                </a:lnTo>
                <a:lnTo>
                  <a:pt x="297" y="98"/>
                </a:lnTo>
                <a:lnTo>
                  <a:pt x="293" y="102"/>
                </a:lnTo>
                <a:lnTo>
                  <a:pt x="289" y="105"/>
                </a:lnTo>
                <a:lnTo>
                  <a:pt x="286" y="109"/>
                </a:lnTo>
                <a:lnTo>
                  <a:pt x="280" y="116"/>
                </a:lnTo>
                <a:lnTo>
                  <a:pt x="276" y="123"/>
                </a:lnTo>
                <a:lnTo>
                  <a:pt x="273" y="127"/>
                </a:lnTo>
                <a:lnTo>
                  <a:pt x="271" y="130"/>
                </a:lnTo>
                <a:lnTo>
                  <a:pt x="267" y="133"/>
                </a:lnTo>
                <a:lnTo>
                  <a:pt x="265" y="136"/>
                </a:lnTo>
                <a:lnTo>
                  <a:pt x="255" y="143"/>
                </a:lnTo>
                <a:lnTo>
                  <a:pt x="246" y="151"/>
                </a:lnTo>
                <a:lnTo>
                  <a:pt x="243" y="153"/>
                </a:lnTo>
                <a:lnTo>
                  <a:pt x="242" y="155"/>
                </a:lnTo>
                <a:lnTo>
                  <a:pt x="239" y="158"/>
                </a:lnTo>
                <a:lnTo>
                  <a:pt x="238" y="160"/>
                </a:lnTo>
                <a:lnTo>
                  <a:pt x="237" y="163"/>
                </a:lnTo>
                <a:lnTo>
                  <a:pt x="235" y="166"/>
                </a:lnTo>
                <a:lnTo>
                  <a:pt x="235" y="169"/>
                </a:lnTo>
                <a:lnTo>
                  <a:pt x="235" y="172"/>
                </a:lnTo>
                <a:lnTo>
                  <a:pt x="237" y="175"/>
                </a:lnTo>
                <a:lnTo>
                  <a:pt x="239" y="177"/>
                </a:lnTo>
                <a:lnTo>
                  <a:pt x="244" y="178"/>
                </a:lnTo>
                <a:lnTo>
                  <a:pt x="250" y="179"/>
                </a:lnTo>
                <a:lnTo>
                  <a:pt x="255" y="180"/>
                </a:lnTo>
                <a:lnTo>
                  <a:pt x="260" y="181"/>
                </a:lnTo>
                <a:lnTo>
                  <a:pt x="263" y="183"/>
                </a:lnTo>
                <a:lnTo>
                  <a:pt x="265" y="185"/>
                </a:lnTo>
                <a:lnTo>
                  <a:pt x="267" y="186"/>
                </a:lnTo>
                <a:lnTo>
                  <a:pt x="268" y="187"/>
                </a:lnTo>
                <a:lnTo>
                  <a:pt x="270" y="187"/>
                </a:lnTo>
                <a:lnTo>
                  <a:pt x="272" y="188"/>
                </a:lnTo>
                <a:lnTo>
                  <a:pt x="274" y="189"/>
                </a:lnTo>
                <a:lnTo>
                  <a:pt x="277" y="189"/>
                </a:lnTo>
                <a:lnTo>
                  <a:pt x="280" y="189"/>
                </a:lnTo>
                <a:lnTo>
                  <a:pt x="282" y="189"/>
                </a:lnTo>
                <a:lnTo>
                  <a:pt x="285" y="188"/>
                </a:lnTo>
                <a:lnTo>
                  <a:pt x="288" y="187"/>
                </a:lnTo>
                <a:lnTo>
                  <a:pt x="291" y="187"/>
                </a:lnTo>
                <a:lnTo>
                  <a:pt x="293" y="185"/>
                </a:lnTo>
                <a:lnTo>
                  <a:pt x="299" y="183"/>
                </a:lnTo>
                <a:lnTo>
                  <a:pt x="304" y="179"/>
                </a:lnTo>
                <a:lnTo>
                  <a:pt x="309" y="176"/>
                </a:lnTo>
                <a:lnTo>
                  <a:pt x="315" y="172"/>
                </a:lnTo>
                <a:lnTo>
                  <a:pt x="325" y="165"/>
                </a:lnTo>
                <a:lnTo>
                  <a:pt x="335" y="157"/>
                </a:lnTo>
                <a:lnTo>
                  <a:pt x="339" y="154"/>
                </a:lnTo>
                <a:lnTo>
                  <a:pt x="344" y="151"/>
                </a:lnTo>
                <a:lnTo>
                  <a:pt x="347" y="148"/>
                </a:lnTo>
                <a:lnTo>
                  <a:pt x="351" y="146"/>
                </a:lnTo>
                <a:lnTo>
                  <a:pt x="355" y="145"/>
                </a:lnTo>
                <a:lnTo>
                  <a:pt x="359" y="144"/>
                </a:lnTo>
                <a:lnTo>
                  <a:pt x="364" y="143"/>
                </a:lnTo>
                <a:lnTo>
                  <a:pt x="367" y="142"/>
                </a:lnTo>
                <a:lnTo>
                  <a:pt x="378" y="136"/>
                </a:lnTo>
                <a:lnTo>
                  <a:pt x="388" y="131"/>
                </a:lnTo>
                <a:lnTo>
                  <a:pt x="391" y="130"/>
                </a:lnTo>
                <a:lnTo>
                  <a:pt x="394" y="129"/>
                </a:lnTo>
                <a:lnTo>
                  <a:pt x="396" y="128"/>
                </a:lnTo>
                <a:lnTo>
                  <a:pt x="400" y="128"/>
                </a:lnTo>
                <a:lnTo>
                  <a:pt x="403" y="129"/>
                </a:lnTo>
                <a:lnTo>
                  <a:pt x="406" y="131"/>
                </a:lnTo>
                <a:lnTo>
                  <a:pt x="409" y="132"/>
                </a:lnTo>
                <a:lnTo>
                  <a:pt x="413" y="135"/>
                </a:lnTo>
                <a:lnTo>
                  <a:pt x="416" y="137"/>
                </a:lnTo>
                <a:lnTo>
                  <a:pt x="418" y="140"/>
                </a:lnTo>
                <a:lnTo>
                  <a:pt x="420" y="143"/>
                </a:lnTo>
                <a:lnTo>
                  <a:pt x="424" y="146"/>
                </a:lnTo>
                <a:lnTo>
                  <a:pt x="426" y="150"/>
                </a:lnTo>
                <a:lnTo>
                  <a:pt x="428" y="154"/>
                </a:lnTo>
                <a:lnTo>
                  <a:pt x="431" y="158"/>
                </a:lnTo>
                <a:lnTo>
                  <a:pt x="433" y="162"/>
                </a:lnTo>
                <a:lnTo>
                  <a:pt x="435" y="167"/>
                </a:lnTo>
                <a:lnTo>
                  <a:pt x="436" y="171"/>
                </a:lnTo>
                <a:lnTo>
                  <a:pt x="437" y="176"/>
                </a:lnTo>
                <a:lnTo>
                  <a:pt x="438" y="180"/>
                </a:lnTo>
                <a:lnTo>
                  <a:pt x="437" y="183"/>
                </a:lnTo>
                <a:lnTo>
                  <a:pt x="437" y="185"/>
                </a:lnTo>
                <a:lnTo>
                  <a:pt x="437" y="187"/>
                </a:lnTo>
                <a:lnTo>
                  <a:pt x="436" y="189"/>
                </a:lnTo>
                <a:lnTo>
                  <a:pt x="436" y="191"/>
                </a:lnTo>
                <a:lnTo>
                  <a:pt x="435" y="194"/>
                </a:lnTo>
                <a:lnTo>
                  <a:pt x="434" y="196"/>
                </a:lnTo>
                <a:lnTo>
                  <a:pt x="432" y="198"/>
                </a:lnTo>
                <a:lnTo>
                  <a:pt x="430" y="200"/>
                </a:lnTo>
                <a:lnTo>
                  <a:pt x="428" y="202"/>
                </a:lnTo>
                <a:lnTo>
                  <a:pt x="425" y="203"/>
                </a:lnTo>
                <a:lnTo>
                  <a:pt x="422" y="205"/>
                </a:lnTo>
                <a:lnTo>
                  <a:pt x="419" y="207"/>
                </a:lnTo>
                <a:lnTo>
                  <a:pt x="416" y="208"/>
                </a:lnTo>
                <a:lnTo>
                  <a:pt x="413" y="210"/>
                </a:lnTo>
                <a:lnTo>
                  <a:pt x="411" y="211"/>
                </a:lnTo>
                <a:lnTo>
                  <a:pt x="409" y="214"/>
                </a:lnTo>
                <a:lnTo>
                  <a:pt x="408" y="216"/>
                </a:lnTo>
                <a:lnTo>
                  <a:pt x="406" y="219"/>
                </a:lnTo>
                <a:lnTo>
                  <a:pt x="404" y="221"/>
                </a:lnTo>
                <a:lnTo>
                  <a:pt x="403" y="223"/>
                </a:lnTo>
                <a:lnTo>
                  <a:pt x="401" y="226"/>
                </a:lnTo>
                <a:lnTo>
                  <a:pt x="400" y="228"/>
                </a:lnTo>
                <a:lnTo>
                  <a:pt x="397" y="230"/>
                </a:lnTo>
                <a:lnTo>
                  <a:pt x="396" y="231"/>
                </a:lnTo>
                <a:lnTo>
                  <a:pt x="394" y="231"/>
                </a:lnTo>
                <a:lnTo>
                  <a:pt x="392" y="231"/>
                </a:lnTo>
                <a:lnTo>
                  <a:pt x="390" y="231"/>
                </a:lnTo>
                <a:lnTo>
                  <a:pt x="388" y="232"/>
                </a:lnTo>
                <a:lnTo>
                  <a:pt x="387" y="233"/>
                </a:lnTo>
                <a:lnTo>
                  <a:pt x="385" y="234"/>
                </a:lnTo>
                <a:lnTo>
                  <a:pt x="384" y="235"/>
                </a:lnTo>
                <a:lnTo>
                  <a:pt x="384" y="237"/>
                </a:lnTo>
                <a:lnTo>
                  <a:pt x="384" y="239"/>
                </a:lnTo>
                <a:lnTo>
                  <a:pt x="381" y="242"/>
                </a:lnTo>
                <a:lnTo>
                  <a:pt x="379" y="243"/>
                </a:lnTo>
                <a:lnTo>
                  <a:pt x="376" y="246"/>
                </a:lnTo>
                <a:lnTo>
                  <a:pt x="374" y="247"/>
                </a:lnTo>
                <a:lnTo>
                  <a:pt x="372" y="249"/>
                </a:lnTo>
                <a:lnTo>
                  <a:pt x="368" y="251"/>
                </a:lnTo>
                <a:lnTo>
                  <a:pt x="367" y="253"/>
                </a:lnTo>
                <a:lnTo>
                  <a:pt x="364" y="255"/>
                </a:lnTo>
                <a:lnTo>
                  <a:pt x="364" y="258"/>
                </a:lnTo>
                <a:lnTo>
                  <a:pt x="364" y="260"/>
                </a:lnTo>
                <a:lnTo>
                  <a:pt x="362" y="263"/>
                </a:lnTo>
                <a:lnTo>
                  <a:pt x="359" y="267"/>
                </a:lnTo>
                <a:lnTo>
                  <a:pt x="356" y="269"/>
                </a:lnTo>
                <a:lnTo>
                  <a:pt x="352" y="271"/>
                </a:lnTo>
                <a:lnTo>
                  <a:pt x="345" y="276"/>
                </a:lnTo>
                <a:lnTo>
                  <a:pt x="339" y="281"/>
                </a:lnTo>
                <a:lnTo>
                  <a:pt x="338" y="282"/>
                </a:lnTo>
                <a:lnTo>
                  <a:pt x="337" y="283"/>
                </a:lnTo>
                <a:lnTo>
                  <a:pt x="336" y="285"/>
                </a:lnTo>
                <a:lnTo>
                  <a:pt x="336" y="287"/>
                </a:lnTo>
                <a:lnTo>
                  <a:pt x="336" y="291"/>
                </a:lnTo>
                <a:lnTo>
                  <a:pt x="335" y="294"/>
                </a:lnTo>
                <a:lnTo>
                  <a:pt x="333" y="295"/>
                </a:lnTo>
                <a:lnTo>
                  <a:pt x="332" y="296"/>
                </a:lnTo>
                <a:lnTo>
                  <a:pt x="331" y="298"/>
                </a:lnTo>
                <a:lnTo>
                  <a:pt x="329" y="299"/>
                </a:lnTo>
                <a:lnTo>
                  <a:pt x="326" y="300"/>
                </a:lnTo>
                <a:lnTo>
                  <a:pt x="324" y="303"/>
                </a:lnTo>
                <a:lnTo>
                  <a:pt x="321" y="307"/>
                </a:lnTo>
                <a:lnTo>
                  <a:pt x="319" y="314"/>
                </a:lnTo>
                <a:lnTo>
                  <a:pt x="316" y="322"/>
                </a:lnTo>
                <a:lnTo>
                  <a:pt x="314" y="326"/>
                </a:lnTo>
                <a:lnTo>
                  <a:pt x="323" y="331"/>
                </a:lnTo>
                <a:lnTo>
                  <a:pt x="332" y="336"/>
                </a:lnTo>
                <a:lnTo>
                  <a:pt x="336" y="337"/>
                </a:lnTo>
                <a:lnTo>
                  <a:pt x="340" y="340"/>
                </a:lnTo>
                <a:lnTo>
                  <a:pt x="343" y="343"/>
                </a:lnTo>
                <a:lnTo>
                  <a:pt x="347" y="346"/>
                </a:lnTo>
                <a:lnTo>
                  <a:pt x="350" y="349"/>
                </a:lnTo>
                <a:lnTo>
                  <a:pt x="352" y="352"/>
                </a:lnTo>
                <a:lnTo>
                  <a:pt x="355" y="356"/>
                </a:lnTo>
                <a:lnTo>
                  <a:pt x="356" y="361"/>
                </a:lnTo>
                <a:lnTo>
                  <a:pt x="358" y="365"/>
                </a:lnTo>
                <a:lnTo>
                  <a:pt x="360" y="371"/>
                </a:lnTo>
                <a:lnTo>
                  <a:pt x="360" y="376"/>
                </a:lnTo>
                <a:lnTo>
                  <a:pt x="360" y="383"/>
                </a:lnTo>
                <a:lnTo>
                  <a:pt x="358" y="384"/>
                </a:lnTo>
                <a:lnTo>
                  <a:pt x="356" y="387"/>
                </a:lnTo>
                <a:lnTo>
                  <a:pt x="354" y="389"/>
                </a:lnTo>
                <a:lnTo>
                  <a:pt x="352" y="391"/>
                </a:lnTo>
                <a:lnTo>
                  <a:pt x="350" y="396"/>
                </a:lnTo>
                <a:lnTo>
                  <a:pt x="346" y="400"/>
                </a:lnTo>
                <a:lnTo>
                  <a:pt x="342" y="401"/>
                </a:lnTo>
                <a:lnTo>
                  <a:pt x="337" y="402"/>
                </a:lnTo>
                <a:lnTo>
                  <a:pt x="334" y="407"/>
                </a:lnTo>
                <a:lnTo>
                  <a:pt x="330" y="412"/>
                </a:lnTo>
                <a:lnTo>
                  <a:pt x="328" y="412"/>
                </a:lnTo>
                <a:lnTo>
                  <a:pt x="326" y="413"/>
                </a:lnTo>
                <a:lnTo>
                  <a:pt x="324" y="414"/>
                </a:lnTo>
                <a:lnTo>
                  <a:pt x="322" y="415"/>
                </a:lnTo>
                <a:lnTo>
                  <a:pt x="317" y="416"/>
                </a:lnTo>
                <a:lnTo>
                  <a:pt x="313" y="418"/>
                </a:lnTo>
                <a:lnTo>
                  <a:pt x="309" y="423"/>
                </a:lnTo>
                <a:lnTo>
                  <a:pt x="306" y="428"/>
                </a:lnTo>
                <a:lnTo>
                  <a:pt x="300" y="430"/>
                </a:lnTo>
                <a:lnTo>
                  <a:pt x="296" y="433"/>
                </a:lnTo>
                <a:lnTo>
                  <a:pt x="292" y="434"/>
                </a:lnTo>
                <a:lnTo>
                  <a:pt x="291" y="436"/>
                </a:lnTo>
                <a:lnTo>
                  <a:pt x="288" y="437"/>
                </a:lnTo>
                <a:lnTo>
                  <a:pt x="286" y="439"/>
                </a:lnTo>
                <a:lnTo>
                  <a:pt x="283" y="442"/>
                </a:lnTo>
                <a:lnTo>
                  <a:pt x="280" y="446"/>
                </a:lnTo>
                <a:lnTo>
                  <a:pt x="279" y="448"/>
                </a:lnTo>
                <a:lnTo>
                  <a:pt x="277" y="450"/>
                </a:lnTo>
                <a:lnTo>
                  <a:pt x="276" y="452"/>
                </a:lnTo>
                <a:lnTo>
                  <a:pt x="274" y="452"/>
                </a:lnTo>
                <a:lnTo>
                  <a:pt x="272" y="453"/>
                </a:lnTo>
                <a:lnTo>
                  <a:pt x="268" y="453"/>
                </a:lnTo>
                <a:lnTo>
                  <a:pt x="266" y="456"/>
                </a:lnTo>
                <a:lnTo>
                  <a:pt x="263" y="460"/>
                </a:lnTo>
                <a:lnTo>
                  <a:pt x="262" y="462"/>
                </a:lnTo>
                <a:lnTo>
                  <a:pt x="261" y="464"/>
                </a:lnTo>
                <a:lnTo>
                  <a:pt x="259" y="465"/>
                </a:lnTo>
                <a:lnTo>
                  <a:pt x="258" y="467"/>
                </a:lnTo>
                <a:lnTo>
                  <a:pt x="254" y="468"/>
                </a:lnTo>
                <a:lnTo>
                  <a:pt x="251" y="469"/>
                </a:lnTo>
                <a:lnTo>
                  <a:pt x="250" y="470"/>
                </a:lnTo>
                <a:lnTo>
                  <a:pt x="248" y="472"/>
                </a:lnTo>
                <a:lnTo>
                  <a:pt x="247" y="475"/>
                </a:lnTo>
                <a:lnTo>
                  <a:pt x="244" y="476"/>
                </a:lnTo>
                <a:lnTo>
                  <a:pt x="243" y="478"/>
                </a:lnTo>
                <a:lnTo>
                  <a:pt x="240" y="480"/>
                </a:lnTo>
                <a:lnTo>
                  <a:pt x="235" y="482"/>
                </a:lnTo>
                <a:lnTo>
                  <a:pt x="231" y="484"/>
                </a:lnTo>
                <a:lnTo>
                  <a:pt x="229" y="486"/>
                </a:lnTo>
                <a:lnTo>
                  <a:pt x="227" y="488"/>
                </a:lnTo>
                <a:lnTo>
                  <a:pt x="225" y="489"/>
                </a:lnTo>
                <a:lnTo>
                  <a:pt x="223" y="492"/>
                </a:lnTo>
                <a:lnTo>
                  <a:pt x="222" y="494"/>
                </a:lnTo>
                <a:lnTo>
                  <a:pt x="221" y="496"/>
                </a:lnTo>
                <a:lnTo>
                  <a:pt x="221" y="500"/>
                </a:lnTo>
                <a:lnTo>
                  <a:pt x="221" y="504"/>
                </a:lnTo>
                <a:lnTo>
                  <a:pt x="222" y="504"/>
                </a:lnTo>
                <a:lnTo>
                  <a:pt x="224" y="504"/>
                </a:lnTo>
                <a:lnTo>
                  <a:pt x="225" y="504"/>
                </a:lnTo>
                <a:lnTo>
                  <a:pt x="227" y="504"/>
                </a:lnTo>
                <a:lnTo>
                  <a:pt x="229" y="504"/>
                </a:lnTo>
                <a:lnTo>
                  <a:pt x="232" y="504"/>
                </a:lnTo>
                <a:lnTo>
                  <a:pt x="239" y="502"/>
                </a:lnTo>
                <a:lnTo>
                  <a:pt x="246" y="500"/>
                </a:lnTo>
                <a:lnTo>
                  <a:pt x="259" y="494"/>
                </a:lnTo>
                <a:lnTo>
                  <a:pt x="267" y="490"/>
                </a:lnTo>
                <a:lnTo>
                  <a:pt x="272" y="489"/>
                </a:lnTo>
                <a:lnTo>
                  <a:pt x="276" y="488"/>
                </a:lnTo>
                <a:lnTo>
                  <a:pt x="280" y="488"/>
                </a:lnTo>
                <a:lnTo>
                  <a:pt x="284" y="488"/>
                </a:lnTo>
                <a:lnTo>
                  <a:pt x="287" y="487"/>
                </a:lnTo>
                <a:lnTo>
                  <a:pt x="290" y="485"/>
                </a:lnTo>
                <a:lnTo>
                  <a:pt x="292" y="485"/>
                </a:lnTo>
                <a:lnTo>
                  <a:pt x="296" y="484"/>
                </a:lnTo>
                <a:lnTo>
                  <a:pt x="298" y="484"/>
                </a:lnTo>
                <a:lnTo>
                  <a:pt x="301" y="484"/>
                </a:lnTo>
                <a:lnTo>
                  <a:pt x="304" y="484"/>
                </a:lnTo>
                <a:lnTo>
                  <a:pt x="306" y="484"/>
                </a:lnTo>
                <a:lnTo>
                  <a:pt x="308" y="485"/>
                </a:lnTo>
                <a:lnTo>
                  <a:pt x="311" y="485"/>
                </a:lnTo>
                <a:lnTo>
                  <a:pt x="313" y="486"/>
                </a:lnTo>
                <a:lnTo>
                  <a:pt x="315" y="487"/>
                </a:lnTo>
                <a:lnTo>
                  <a:pt x="320" y="489"/>
                </a:lnTo>
                <a:lnTo>
                  <a:pt x="323" y="492"/>
                </a:lnTo>
                <a:lnTo>
                  <a:pt x="327" y="495"/>
                </a:lnTo>
                <a:lnTo>
                  <a:pt x="330" y="499"/>
                </a:lnTo>
                <a:lnTo>
                  <a:pt x="332" y="502"/>
                </a:lnTo>
                <a:lnTo>
                  <a:pt x="335" y="506"/>
                </a:lnTo>
                <a:lnTo>
                  <a:pt x="337" y="511"/>
                </a:lnTo>
                <a:lnTo>
                  <a:pt x="339" y="515"/>
                </a:lnTo>
                <a:lnTo>
                  <a:pt x="340" y="520"/>
                </a:lnTo>
                <a:lnTo>
                  <a:pt x="342" y="524"/>
                </a:lnTo>
                <a:lnTo>
                  <a:pt x="338" y="528"/>
                </a:lnTo>
                <a:lnTo>
                  <a:pt x="335" y="532"/>
                </a:lnTo>
                <a:lnTo>
                  <a:pt x="332" y="532"/>
                </a:lnTo>
                <a:lnTo>
                  <a:pt x="328" y="532"/>
                </a:lnTo>
                <a:lnTo>
                  <a:pt x="326" y="532"/>
                </a:lnTo>
                <a:lnTo>
                  <a:pt x="323" y="532"/>
                </a:lnTo>
                <a:lnTo>
                  <a:pt x="319" y="533"/>
                </a:lnTo>
                <a:lnTo>
                  <a:pt x="315" y="536"/>
                </a:lnTo>
                <a:lnTo>
                  <a:pt x="311" y="539"/>
                </a:lnTo>
                <a:lnTo>
                  <a:pt x="307" y="541"/>
                </a:lnTo>
                <a:lnTo>
                  <a:pt x="304" y="541"/>
                </a:lnTo>
                <a:lnTo>
                  <a:pt x="302" y="541"/>
                </a:lnTo>
                <a:lnTo>
                  <a:pt x="300" y="542"/>
                </a:lnTo>
                <a:lnTo>
                  <a:pt x="297" y="542"/>
                </a:lnTo>
                <a:lnTo>
                  <a:pt x="296" y="542"/>
                </a:lnTo>
                <a:lnTo>
                  <a:pt x="293" y="542"/>
                </a:lnTo>
                <a:lnTo>
                  <a:pt x="292" y="542"/>
                </a:lnTo>
                <a:lnTo>
                  <a:pt x="290" y="543"/>
                </a:lnTo>
                <a:lnTo>
                  <a:pt x="290" y="544"/>
                </a:lnTo>
                <a:lnTo>
                  <a:pt x="290" y="545"/>
                </a:lnTo>
                <a:lnTo>
                  <a:pt x="289" y="546"/>
                </a:lnTo>
                <a:lnTo>
                  <a:pt x="288" y="548"/>
                </a:lnTo>
                <a:lnTo>
                  <a:pt x="285" y="550"/>
                </a:lnTo>
                <a:lnTo>
                  <a:pt x="282" y="553"/>
                </a:lnTo>
                <a:lnTo>
                  <a:pt x="278" y="556"/>
                </a:lnTo>
                <a:lnTo>
                  <a:pt x="274" y="558"/>
                </a:lnTo>
                <a:lnTo>
                  <a:pt x="271" y="559"/>
                </a:lnTo>
                <a:lnTo>
                  <a:pt x="267" y="560"/>
                </a:lnTo>
                <a:lnTo>
                  <a:pt x="267" y="559"/>
                </a:lnTo>
                <a:lnTo>
                  <a:pt x="267" y="558"/>
                </a:lnTo>
                <a:lnTo>
                  <a:pt x="264" y="556"/>
                </a:lnTo>
                <a:lnTo>
                  <a:pt x="261" y="552"/>
                </a:lnTo>
                <a:lnTo>
                  <a:pt x="260" y="551"/>
                </a:lnTo>
                <a:lnTo>
                  <a:pt x="260" y="549"/>
                </a:lnTo>
                <a:lnTo>
                  <a:pt x="260" y="548"/>
                </a:lnTo>
                <a:lnTo>
                  <a:pt x="261" y="546"/>
                </a:lnTo>
                <a:lnTo>
                  <a:pt x="261" y="545"/>
                </a:lnTo>
                <a:lnTo>
                  <a:pt x="261" y="544"/>
                </a:lnTo>
                <a:lnTo>
                  <a:pt x="261" y="542"/>
                </a:lnTo>
                <a:lnTo>
                  <a:pt x="260" y="541"/>
                </a:lnTo>
                <a:lnTo>
                  <a:pt x="255" y="541"/>
                </a:lnTo>
                <a:lnTo>
                  <a:pt x="248" y="541"/>
                </a:lnTo>
                <a:lnTo>
                  <a:pt x="243" y="541"/>
                </a:lnTo>
                <a:lnTo>
                  <a:pt x="237" y="541"/>
                </a:lnTo>
                <a:lnTo>
                  <a:pt x="235" y="543"/>
                </a:lnTo>
                <a:lnTo>
                  <a:pt x="235" y="546"/>
                </a:lnTo>
                <a:lnTo>
                  <a:pt x="235" y="548"/>
                </a:lnTo>
                <a:lnTo>
                  <a:pt x="235" y="551"/>
                </a:lnTo>
                <a:lnTo>
                  <a:pt x="235" y="553"/>
                </a:lnTo>
                <a:lnTo>
                  <a:pt x="235" y="556"/>
                </a:lnTo>
                <a:lnTo>
                  <a:pt x="236" y="561"/>
                </a:lnTo>
                <a:lnTo>
                  <a:pt x="239" y="567"/>
                </a:lnTo>
                <a:lnTo>
                  <a:pt x="243" y="576"/>
                </a:lnTo>
                <a:lnTo>
                  <a:pt x="247" y="586"/>
                </a:lnTo>
                <a:lnTo>
                  <a:pt x="247" y="589"/>
                </a:lnTo>
                <a:lnTo>
                  <a:pt x="248" y="593"/>
                </a:lnTo>
                <a:lnTo>
                  <a:pt x="248" y="596"/>
                </a:lnTo>
                <a:lnTo>
                  <a:pt x="248" y="600"/>
                </a:lnTo>
                <a:lnTo>
                  <a:pt x="248" y="603"/>
                </a:lnTo>
                <a:lnTo>
                  <a:pt x="249" y="606"/>
                </a:lnTo>
                <a:lnTo>
                  <a:pt x="250" y="609"/>
                </a:lnTo>
                <a:lnTo>
                  <a:pt x="251" y="613"/>
                </a:lnTo>
                <a:lnTo>
                  <a:pt x="253" y="616"/>
                </a:lnTo>
                <a:lnTo>
                  <a:pt x="255" y="618"/>
                </a:lnTo>
                <a:lnTo>
                  <a:pt x="256" y="620"/>
                </a:lnTo>
                <a:lnTo>
                  <a:pt x="257" y="622"/>
                </a:lnTo>
                <a:lnTo>
                  <a:pt x="257" y="624"/>
                </a:lnTo>
                <a:lnTo>
                  <a:pt x="257" y="625"/>
                </a:lnTo>
                <a:lnTo>
                  <a:pt x="257" y="628"/>
                </a:lnTo>
                <a:lnTo>
                  <a:pt x="257" y="629"/>
                </a:lnTo>
                <a:lnTo>
                  <a:pt x="257" y="632"/>
                </a:lnTo>
                <a:lnTo>
                  <a:pt x="258" y="634"/>
                </a:lnTo>
                <a:lnTo>
                  <a:pt x="261" y="639"/>
                </a:lnTo>
                <a:lnTo>
                  <a:pt x="263" y="643"/>
                </a:lnTo>
                <a:lnTo>
                  <a:pt x="265" y="645"/>
                </a:lnTo>
                <a:lnTo>
                  <a:pt x="265" y="648"/>
                </a:lnTo>
                <a:lnTo>
                  <a:pt x="266" y="652"/>
                </a:lnTo>
                <a:lnTo>
                  <a:pt x="266" y="657"/>
                </a:lnTo>
                <a:lnTo>
                  <a:pt x="266" y="668"/>
                </a:lnTo>
                <a:lnTo>
                  <a:pt x="265" y="679"/>
                </a:lnTo>
                <a:lnTo>
                  <a:pt x="263" y="691"/>
                </a:lnTo>
                <a:lnTo>
                  <a:pt x="263" y="700"/>
                </a:lnTo>
                <a:lnTo>
                  <a:pt x="261" y="708"/>
                </a:lnTo>
                <a:lnTo>
                  <a:pt x="260" y="713"/>
                </a:lnTo>
                <a:lnTo>
                  <a:pt x="259" y="716"/>
                </a:lnTo>
                <a:lnTo>
                  <a:pt x="259" y="720"/>
                </a:lnTo>
                <a:lnTo>
                  <a:pt x="259" y="723"/>
                </a:lnTo>
                <a:lnTo>
                  <a:pt x="259" y="727"/>
                </a:lnTo>
                <a:lnTo>
                  <a:pt x="258" y="732"/>
                </a:lnTo>
                <a:lnTo>
                  <a:pt x="258" y="739"/>
                </a:lnTo>
                <a:lnTo>
                  <a:pt x="258" y="741"/>
                </a:lnTo>
                <a:lnTo>
                  <a:pt x="257" y="744"/>
                </a:lnTo>
                <a:lnTo>
                  <a:pt x="257" y="747"/>
                </a:lnTo>
                <a:lnTo>
                  <a:pt x="256" y="749"/>
                </a:lnTo>
                <a:lnTo>
                  <a:pt x="255" y="752"/>
                </a:lnTo>
                <a:lnTo>
                  <a:pt x="254" y="754"/>
                </a:lnTo>
                <a:lnTo>
                  <a:pt x="251" y="756"/>
                </a:lnTo>
                <a:lnTo>
                  <a:pt x="249" y="758"/>
                </a:lnTo>
                <a:lnTo>
                  <a:pt x="247" y="760"/>
                </a:lnTo>
                <a:lnTo>
                  <a:pt x="245" y="760"/>
                </a:lnTo>
                <a:lnTo>
                  <a:pt x="243" y="762"/>
                </a:lnTo>
                <a:lnTo>
                  <a:pt x="239" y="763"/>
                </a:lnTo>
                <a:lnTo>
                  <a:pt x="236" y="764"/>
                </a:lnTo>
                <a:lnTo>
                  <a:pt x="233" y="764"/>
                </a:lnTo>
                <a:lnTo>
                  <a:pt x="230" y="764"/>
                </a:lnTo>
                <a:lnTo>
                  <a:pt x="226" y="764"/>
                </a:lnTo>
                <a:lnTo>
                  <a:pt x="223" y="763"/>
                </a:lnTo>
                <a:lnTo>
                  <a:pt x="219" y="763"/>
                </a:lnTo>
                <a:lnTo>
                  <a:pt x="216" y="762"/>
                </a:lnTo>
                <a:lnTo>
                  <a:pt x="213" y="761"/>
                </a:lnTo>
                <a:lnTo>
                  <a:pt x="210" y="760"/>
                </a:lnTo>
                <a:lnTo>
                  <a:pt x="207" y="760"/>
                </a:lnTo>
                <a:lnTo>
                  <a:pt x="205" y="758"/>
                </a:lnTo>
                <a:lnTo>
                  <a:pt x="203" y="757"/>
                </a:lnTo>
                <a:lnTo>
                  <a:pt x="201" y="756"/>
                </a:lnTo>
                <a:lnTo>
                  <a:pt x="200" y="754"/>
                </a:lnTo>
                <a:lnTo>
                  <a:pt x="199" y="752"/>
                </a:lnTo>
                <a:lnTo>
                  <a:pt x="197" y="751"/>
                </a:lnTo>
                <a:lnTo>
                  <a:pt x="196" y="749"/>
                </a:lnTo>
                <a:lnTo>
                  <a:pt x="195" y="748"/>
                </a:lnTo>
                <a:lnTo>
                  <a:pt x="193" y="746"/>
                </a:lnTo>
                <a:lnTo>
                  <a:pt x="191" y="745"/>
                </a:lnTo>
                <a:lnTo>
                  <a:pt x="187" y="744"/>
                </a:lnTo>
                <a:lnTo>
                  <a:pt x="182" y="742"/>
                </a:lnTo>
                <a:lnTo>
                  <a:pt x="177" y="740"/>
                </a:lnTo>
                <a:lnTo>
                  <a:pt x="172" y="740"/>
                </a:lnTo>
                <a:lnTo>
                  <a:pt x="168" y="738"/>
                </a:lnTo>
                <a:lnTo>
                  <a:pt x="163" y="736"/>
                </a:lnTo>
                <a:lnTo>
                  <a:pt x="162" y="736"/>
                </a:lnTo>
                <a:lnTo>
                  <a:pt x="159" y="734"/>
                </a:lnTo>
                <a:lnTo>
                  <a:pt x="158" y="733"/>
                </a:lnTo>
                <a:lnTo>
                  <a:pt x="156" y="732"/>
                </a:lnTo>
                <a:lnTo>
                  <a:pt x="151" y="728"/>
                </a:lnTo>
                <a:lnTo>
                  <a:pt x="146" y="724"/>
                </a:lnTo>
                <a:lnTo>
                  <a:pt x="144" y="723"/>
                </a:lnTo>
                <a:lnTo>
                  <a:pt x="143" y="721"/>
                </a:lnTo>
                <a:lnTo>
                  <a:pt x="143" y="720"/>
                </a:lnTo>
                <a:lnTo>
                  <a:pt x="142" y="719"/>
                </a:lnTo>
                <a:lnTo>
                  <a:pt x="142" y="717"/>
                </a:lnTo>
                <a:lnTo>
                  <a:pt x="142" y="716"/>
                </a:lnTo>
                <a:lnTo>
                  <a:pt x="143" y="716"/>
                </a:lnTo>
                <a:lnTo>
                  <a:pt x="144" y="714"/>
                </a:lnTo>
                <a:lnTo>
                  <a:pt x="145" y="713"/>
                </a:lnTo>
                <a:lnTo>
                  <a:pt x="147" y="712"/>
                </a:lnTo>
                <a:lnTo>
                  <a:pt x="149" y="712"/>
                </a:lnTo>
                <a:lnTo>
                  <a:pt x="151" y="711"/>
                </a:lnTo>
                <a:lnTo>
                  <a:pt x="159" y="709"/>
                </a:lnTo>
                <a:lnTo>
                  <a:pt x="166" y="708"/>
                </a:lnTo>
                <a:lnTo>
                  <a:pt x="179" y="706"/>
                </a:lnTo>
                <a:lnTo>
                  <a:pt x="188" y="705"/>
                </a:lnTo>
                <a:lnTo>
                  <a:pt x="191" y="705"/>
                </a:lnTo>
                <a:lnTo>
                  <a:pt x="195" y="705"/>
                </a:lnTo>
                <a:lnTo>
                  <a:pt x="199" y="705"/>
                </a:lnTo>
                <a:lnTo>
                  <a:pt x="202" y="705"/>
                </a:lnTo>
                <a:lnTo>
                  <a:pt x="203" y="704"/>
                </a:lnTo>
                <a:lnTo>
                  <a:pt x="206" y="702"/>
                </a:lnTo>
                <a:lnTo>
                  <a:pt x="207" y="700"/>
                </a:lnTo>
                <a:lnTo>
                  <a:pt x="210" y="697"/>
                </a:lnTo>
                <a:lnTo>
                  <a:pt x="212" y="695"/>
                </a:lnTo>
                <a:lnTo>
                  <a:pt x="214" y="693"/>
                </a:lnTo>
                <a:lnTo>
                  <a:pt x="215" y="692"/>
                </a:lnTo>
                <a:lnTo>
                  <a:pt x="217" y="692"/>
                </a:lnTo>
                <a:lnTo>
                  <a:pt x="217" y="688"/>
                </a:lnTo>
                <a:lnTo>
                  <a:pt x="217" y="684"/>
                </a:lnTo>
                <a:lnTo>
                  <a:pt x="218" y="679"/>
                </a:lnTo>
                <a:lnTo>
                  <a:pt x="219" y="675"/>
                </a:lnTo>
                <a:lnTo>
                  <a:pt x="221" y="665"/>
                </a:lnTo>
                <a:lnTo>
                  <a:pt x="223" y="657"/>
                </a:lnTo>
                <a:lnTo>
                  <a:pt x="223" y="655"/>
                </a:lnTo>
                <a:lnTo>
                  <a:pt x="224" y="653"/>
                </a:lnTo>
                <a:lnTo>
                  <a:pt x="224" y="652"/>
                </a:lnTo>
                <a:lnTo>
                  <a:pt x="224" y="649"/>
                </a:lnTo>
                <a:lnTo>
                  <a:pt x="223" y="647"/>
                </a:lnTo>
                <a:lnTo>
                  <a:pt x="222" y="644"/>
                </a:lnTo>
                <a:lnTo>
                  <a:pt x="219" y="638"/>
                </a:lnTo>
                <a:lnTo>
                  <a:pt x="217" y="634"/>
                </a:lnTo>
                <a:lnTo>
                  <a:pt x="217" y="628"/>
                </a:lnTo>
                <a:lnTo>
                  <a:pt x="217" y="622"/>
                </a:lnTo>
                <a:lnTo>
                  <a:pt x="217" y="616"/>
                </a:lnTo>
                <a:lnTo>
                  <a:pt x="217" y="611"/>
                </a:lnTo>
                <a:lnTo>
                  <a:pt x="214" y="602"/>
                </a:lnTo>
                <a:lnTo>
                  <a:pt x="211" y="592"/>
                </a:lnTo>
                <a:lnTo>
                  <a:pt x="211" y="587"/>
                </a:lnTo>
                <a:lnTo>
                  <a:pt x="209" y="582"/>
                </a:lnTo>
                <a:lnTo>
                  <a:pt x="208" y="578"/>
                </a:lnTo>
                <a:lnTo>
                  <a:pt x="207" y="574"/>
                </a:lnTo>
                <a:lnTo>
                  <a:pt x="201" y="573"/>
                </a:lnTo>
                <a:lnTo>
                  <a:pt x="196" y="573"/>
                </a:lnTo>
                <a:lnTo>
                  <a:pt x="191" y="574"/>
                </a:lnTo>
                <a:lnTo>
                  <a:pt x="186" y="575"/>
                </a:lnTo>
                <a:lnTo>
                  <a:pt x="181" y="576"/>
                </a:lnTo>
                <a:lnTo>
                  <a:pt x="178" y="576"/>
                </a:lnTo>
                <a:lnTo>
                  <a:pt x="174" y="578"/>
                </a:lnTo>
                <a:lnTo>
                  <a:pt x="170" y="580"/>
                </a:lnTo>
                <a:lnTo>
                  <a:pt x="163" y="584"/>
                </a:lnTo>
                <a:lnTo>
                  <a:pt x="155" y="589"/>
                </a:lnTo>
                <a:lnTo>
                  <a:pt x="149" y="594"/>
                </a:lnTo>
                <a:lnTo>
                  <a:pt x="143" y="599"/>
                </a:lnTo>
                <a:lnTo>
                  <a:pt x="140" y="600"/>
                </a:lnTo>
                <a:lnTo>
                  <a:pt x="138" y="600"/>
                </a:lnTo>
                <a:lnTo>
                  <a:pt x="135" y="601"/>
                </a:lnTo>
                <a:lnTo>
                  <a:pt x="133" y="602"/>
                </a:lnTo>
                <a:lnTo>
                  <a:pt x="131" y="602"/>
                </a:lnTo>
                <a:lnTo>
                  <a:pt x="128" y="603"/>
                </a:lnTo>
                <a:lnTo>
                  <a:pt x="126" y="604"/>
                </a:lnTo>
                <a:lnTo>
                  <a:pt x="123" y="605"/>
                </a:lnTo>
                <a:lnTo>
                  <a:pt x="119" y="609"/>
                </a:lnTo>
                <a:lnTo>
                  <a:pt x="115" y="612"/>
                </a:lnTo>
                <a:lnTo>
                  <a:pt x="108" y="616"/>
                </a:lnTo>
                <a:lnTo>
                  <a:pt x="102" y="620"/>
                </a:lnTo>
                <a:lnTo>
                  <a:pt x="95" y="624"/>
                </a:lnTo>
                <a:lnTo>
                  <a:pt x="87" y="628"/>
                </a:lnTo>
                <a:lnTo>
                  <a:pt x="79" y="631"/>
                </a:lnTo>
                <a:lnTo>
                  <a:pt x="71" y="634"/>
                </a:lnTo>
                <a:lnTo>
                  <a:pt x="62" y="637"/>
                </a:lnTo>
                <a:lnTo>
                  <a:pt x="54" y="640"/>
                </a:lnTo>
                <a:lnTo>
                  <a:pt x="45" y="641"/>
                </a:lnTo>
                <a:lnTo>
                  <a:pt x="36" y="642"/>
                </a:lnTo>
                <a:lnTo>
                  <a:pt x="32" y="643"/>
                </a:lnTo>
                <a:lnTo>
                  <a:pt x="28" y="643"/>
                </a:lnTo>
                <a:lnTo>
                  <a:pt x="24" y="643"/>
                </a:lnTo>
                <a:lnTo>
                  <a:pt x="20" y="643"/>
                </a:lnTo>
                <a:lnTo>
                  <a:pt x="16" y="642"/>
                </a:lnTo>
                <a:lnTo>
                  <a:pt x="13" y="641"/>
                </a:lnTo>
                <a:lnTo>
                  <a:pt x="9" y="641"/>
                </a:lnTo>
                <a:lnTo>
                  <a:pt x="5" y="640"/>
                </a:lnTo>
                <a:lnTo>
                  <a:pt x="3" y="636"/>
                </a:lnTo>
                <a:lnTo>
                  <a:pt x="3" y="633"/>
                </a:lnTo>
                <a:lnTo>
                  <a:pt x="2" y="632"/>
                </a:lnTo>
                <a:lnTo>
                  <a:pt x="1" y="629"/>
                </a:lnTo>
                <a:lnTo>
                  <a:pt x="1" y="628"/>
                </a:lnTo>
                <a:lnTo>
                  <a:pt x="0" y="625"/>
                </a:lnTo>
                <a:lnTo>
                  <a:pt x="3" y="622"/>
                </a:lnTo>
                <a:lnTo>
                  <a:pt x="5" y="618"/>
                </a:lnTo>
                <a:lnTo>
                  <a:pt x="7" y="615"/>
                </a:lnTo>
                <a:lnTo>
                  <a:pt x="10" y="611"/>
                </a:lnTo>
                <a:lnTo>
                  <a:pt x="15" y="610"/>
                </a:lnTo>
                <a:lnTo>
                  <a:pt x="21" y="608"/>
                </a:lnTo>
                <a:lnTo>
                  <a:pt x="27" y="606"/>
                </a:lnTo>
                <a:lnTo>
                  <a:pt x="32" y="603"/>
                </a:lnTo>
                <a:lnTo>
                  <a:pt x="37" y="600"/>
                </a:lnTo>
                <a:lnTo>
                  <a:pt x="42" y="597"/>
                </a:lnTo>
                <a:lnTo>
                  <a:pt x="47" y="595"/>
                </a:lnTo>
                <a:lnTo>
                  <a:pt x="51" y="592"/>
                </a:lnTo>
                <a:lnTo>
                  <a:pt x="53" y="591"/>
                </a:lnTo>
                <a:lnTo>
                  <a:pt x="55" y="590"/>
                </a:lnTo>
                <a:lnTo>
                  <a:pt x="57" y="589"/>
                </a:lnTo>
                <a:lnTo>
                  <a:pt x="59" y="589"/>
                </a:lnTo>
                <a:lnTo>
                  <a:pt x="62" y="589"/>
                </a:lnTo>
                <a:lnTo>
                  <a:pt x="64" y="589"/>
                </a:lnTo>
                <a:lnTo>
                  <a:pt x="67" y="588"/>
                </a:lnTo>
                <a:lnTo>
                  <a:pt x="68" y="588"/>
                </a:lnTo>
                <a:lnTo>
                  <a:pt x="73" y="584"/>
                </a:lnTo>
                <a:lnTo>
                  <a:pt x="78" y="579"/>
                </a:lnTo>
                <a:lnTo>
                  <a:pt x="83" y="575"/>
                </a:lnTo>
                <a:lnTo>
                  <a:pt x="87" y="572"/>
                </a:lnTo>
                <a:lnTo>
                  <a:pt x="93" y="568"/>
                </a:lnTo>
                <a:lnTo>
                  <a:pt x="99" y="566"/>
                </a:lnTo>
                <a:lnTo>
                  <a:pt x="105" y="564"/>
                </a:lnTo>
                <a:lnTo>
                  <a:pt x="111" y="561"/>
                </a:lnTo>
                <a:lnTo>
                  <a:pt x="117" y="560"/>
                </a:lnTo>
                <a:lnTo>
                  <a:pt x="123" y="557"/>
                </a:lnTo>
                <a:lnTo>
                  <a:pt x="129" y="555"/>
                </a:lnTo>
                <a:lnTo>
                  <a:pt x="135" y="552"/>
                </a:lnTo>
                <a:lnTo>
                  <a:pt x="136" y="550"/>
                </a:lnTo>
                <a:lnTo>
                  <a:pt x="138" y="548"/>
                </a:lnTo>
                <a:lnTo>
                  <a:pt x="139" y="547"/>
                </a:lnTo>
                <a:lnTo>
                  <a:pt x="141" y="545"/>
                </a:lnTo>
                <a:lnTo>
                  <a:pt x="143" y="541"/>
                </a:lnTo>
                <a:lnTo>
                  <a:pt x="147" y="539"/>
                </a:lnTo>
                <a:lnTo>
                  <a:pt x="151" y="536"/>
                </a:lnTo>
                <a:lnTo>
                  <a:pt x="156" y="534"/>
                </a:lnTo>
                <a:lnTo>
                  <a:pt x="163" y="532"/>
                </a:lnTo>
                <a:lnTo>
                  <a:pt x="170" y="529"/>
                </a:lnTo>
                <a:lnTo>
                  <a:pt x="176" y="526"/>
                </a:lnTo>
                <a:lnTo>
                  <a:pt x="183" y="524"/>
                </a:lnTo>
                <a:lnTo>
                  <a:pt x="185" y="523"/>
                </a:lnTo>
                <a:lnTo>
                  <a:pt x="187" y="521"/>
                </a:lnTo>
                <a:lnTo>
                  <a:pt x="189" y="520"/>
                </a:lnTo>
                <a:lnTo>
                  <a:pt x="191" y="518"/>
                </a:lnTo>
                <a:lnTo>
                  <a:pt x="191" y="516"/>
                </a:lnTo>
                <a:lnTo>
                  <a:pt x="191" y="514"/>
                </a:lnTo>
                <a:lnTo>
                  <a:pt x="191" y="512"/>
                </a:lnTo>
                <a:lnTo>
                  <a:pt x="191" y="509"/>
                </a:lnTo>
                <a:lnTo>
                  <a:pt x="192" y="507"/>
                </a:lnTo>
                <a:lnTo>
                  <a:pt x="192" y="504"/>
                </a:lnTo>
                <a:lnTo>
                  <a:pt x="192" y="502"/>
                </a:lnTo>
                <a:lnTo>
                  <a:pt x="193" y="500"/>
                </a:lnTo>
                <a:lnTo>
                  <a:pt x="194" y="498"/>
                </a:lnTo>
                <a:lnTo>
                  <a:pt x="195" y="496"/>
                </a:lnTo>
                <a:lnTo>
                  <a:pt x="196" y="496"/>
                </a:lnTo>
                <a:lnTo>
                  <a:pt x="197" y="494"/>
                </a:lnTo>
                <a:lnTo>
                  <a:pt x="199" y="492"/>
                </a:lnTo>
                <a:lnTo>
                  <a:pt x="203" y="490"/>
                </a:lnTo>
                <a:lnTo>
                  <a:pt x="206" y="488"/>
                </a:lnTo>
                <a:lnTo>
                  <a:pt x="208" y="487"/>
                </a:lnTo>
                <a:lnTo>
                  <a:pt x="211" y="484"/>
                </a:lnTo>
                <a:lnTo>
                  <a:pt x="213" y="483"/>
                </a:lnTo>
                <a:lnTo>
                  <a:pt x="218" y="476"/>
                </a:lnTo>
                <a:lnTo>
                  <a:pt x="222" y="469"/>
                </a:lnTo>
                <a:lnTo>
                  <a:pt x="226" y="464"/>
                </a:lnTo>
                <a:lnTo>
                  <a:pt x="231" y="457"/>
                </a:lnTo>
                <a:lnTo>
                  <a:pt x="234" y="454"/>
                </a:lnTo>
                <a:lnTo>
                  <a:pt x="236" y="452"/>
                </a:lnTo>
                <a:lnTo>
                  <a:pt x="239" y="449"/>
                </a:lnTo>
                <a:lnTo>
                  <a:pt x="243" y="447"/>
                </a:lnTo>
                <a:lnTo>
                  <a:pt x="249" y="442"/>
                </a:lnTo>
                <a:lnTo>
                  <a:pt x="255" y="437"/>
                </a:lnTo>
                <a:lnTo>
                  <a:pt x="262" y="432"/>
                </a:lnTo>
                <a:lnTo>
                  <a:pt x="267" y="426"/>
                </a:lnTo>
                <a:lnTo>
                  <a:pt x="270" y="424"/>
                </a:lnTo>
                <a:lnTo>
                  <a:pt x="272" y="420"/>
                </a:lnTo>
                <a:lnTo>
                  <a:pt x="275" y="417"/>
                </a:lnTo>
                <a:lnTo>
                  <a:pt x="276" y="413"/>
                </a:lnTo>
                <a:lnTo>
                  <a:pt x="276" y="408"/>
                </a:lnTo>
                <a:lnTo>
                  <a:pt x="276" y="404"/>
                </a:lnTo>
                <a:lnTo>
                  <a:pt x="272" y="403"/>
                </a:lnTo>
                <a:lnTo>
                  <a:pt x="267" y="402"/>
                </a:lnTo>
                <a:lnTo>
                  <a:pt x="263" y="402"/>
                </a:lnTo>
                <a:lnTo>
                  <a:pt x="256" y="402"/>
                </a:lnTo>
                <a:lnTo>
                  <a:pt x="256" y="402"/>
                </a:lnTo>
                <a:lnTo>
                  <a:pt x="255" y="402"/>
                </a:lnTo>
                <a:lnTo>
                  <a:pt x="253" y="405"/>
                </a:lnTo>
                <a:lnTo>
                  <a:pt x="250" y="408"/>
                </a:lnTo>
                <a:lnTo>
                  <a:pt x="247" y="411"/>
                </a:lnTo>
                <a:lnTo>
                  <a:pt x="244" y="413"/>
                </a:lnTo>
                <a:lnTo>
                  <a:pt x="241" y="413"/>
                </a:lnTo>
                <a:lnTo>
                  <a:pt x="238" y="413"/>
                </a:lnTo>
                <a:lnTo>
                  <a:pt x="235" y="413"/>
                </a:lnTo>
                <a:lnTo>
                  <a:pt x="231" y="413"/>
                </a:lnTo>
                <a:lnTo>
                  <a:pt x="225" y="416"/>
                </a:lnTo>
                <a:lnTo>
                  <a:pt x="218" y="420"/>
                </a:lnTo>
                <a:lnTo>
                  <a:pt x="211" y="424"/>
                </a:lnTo>
                <a:lnTo>
                  <a:pt x="205" y="428"/>
                </a:lnTo>
                <a:lnTo>
                  <a:pt x="203" y="428"/>
                </a:lnTo>
                <a:lnTo>
                  <a:pt x="200" y="428"/>
                </a:lnTo>
                <a:lnTo>
                  <a:pt x="198" y="429"/>
                </a:lnTo>
                <a:lnTo>
                  <a:pt x="196" y="429"/>
                </a:lnTo>
                <a:lnTo>
                  <a:pt x="194" y="429"/>
                </a:lnTo>
                <a:lnTo>
                  <a:pt x="192" y="430"/>
                </a:lnTo>
                <a:lnTo>
                  <a:pt x="190" y="430"/>
                </a:lnTo>
                <a:lnTo>
                  <a:pt x="188" y="432"/>
                </a:lnTo>
                <a:lnTo>
                  <a:pt x="186" y="434"/>
                </a:lnTo>
                <a:lnTo>
                  <a:pt x="183" y="437"/>
                </a:lnTo>
                <a:lnTo>
                  <a:pt x="181" y="440"/>
                </a:lnTo>
                <a:lnTo>
                  <a:pt x="179" y="443"/>
                </a:lnTo>
                <a:lnTo>
                  <a:pt x="176" y="445"/>
                </a:lnTo>
                <a:lnTo>
                  <a:pt x="174" y="448"/>
                </a:lnTo>
                <a:lnTo>
                  <a:pt x="171" y="451"/>
                </a:lnTo>
                <a:lnTo>
                  <a:pt x="167" y="452"/>
                </a:lnTo>
                <a:lnTo>
                  <a:pt x="163" y="452"/>
                </a:lnTo>
                <a:lnTo>
                  <a:pt x="157" y="452"/>
                </a:lnTo>
                <a:lnTo>
                  <a:pt x="151" y="452"/>
                </a:lnTo>
                <a:lnTo>
                  <a:pt x="147" y="452"/>
                </a:lnTo>
                <a:lnTo>
                  <a:pt x="142" y="454"/>
                </a:lnTo>
                <a:lnTo>
                  <a:pt x="136" y="456"/>
                </a:lnTo>
                <a:lnTo>
                  <a:pt x="133" y="456"/>
                </a:lnTo>
                <a:lnTo>
                  <a:pt x="131" y="456"/>
                </a:lnTo>
                <a:lnTo>
                  <a:pt x="127" y="456"/>
                </a:lnTo>
                <a:lnTo>
                  <a:pt x="125" y="456"/>
                </a:lnTo>
                <a:lnTo>
                  <a:pt x="122" y="456"/>
                </a:lnTo>
                <a:lnTo>
                  <a:pt x="120" y="456"/>
                </a:lnTo>
                <a:lnTo>
                  <a:pt x="118" y="455"/>
                </a:lnTo>
                <a:lnTo>
                  <a:pt x="115" y="453"/>
                </a:lnTo>
                <a:lnTo>
                  <a:pt x="114" y="452"/>
                </a:lnTo>
                <a:lnTo>
                  <a:pt x="113" y="449"/>
                </a:lnTo>
                <a:lnTo>
                  <a:pt x="112" y="447"/>
                </a:lnTo>
                <a:lnTo>
                  <a:pt x="111" y="443"/>
                </a:lnTo>
                <a:lnTo>
                  <a:pt x="122" y="439"/>
                </a:lnTo>
                <a:lnTo>
                  <a:pt x="132" y="435"/>
                </a:lnTo>
                <a:lnTo>
                  <a:pt x="142" y="430"/>
                </a:lnTo>
                <a:lnTo>
                  <a:pt x="151" y="425"/>
                </a:lnTo>
                <a:lnTo>
                  <a:pt x="161" y="420"/>
                </a:lnTo>
                <a:lnTo>
                  <a:pt x="171" y="415"/>
                </a:lnTo>
                <a:lnTo>
                  <a:pt x="179" y="409"/>
                </a:lnTo>
                <a:lnTo>
                  <a:pt x="188" y="404"/>
                </a:lnTo>
                <a:lnTo>
                  <a:pt x="191" y="403"/>
                </a:lnTo>
                <a:lnTo>
                  <a:pt x="192" y="402"/>
                </a:lnTo>
                <a:lnTo>
                  <a:pt x="195" y="402"/>
                </a:lnTo>
                <a:lnTo>
                  <a:pt x="198" y="401"/>
                </a:lnTo>
                <a:lnTo>
                  <a:pt x="200" y="401"/>
                </a:lnTo>
                <a:lnTo>
                  <a:pt x="202" y="400"/>
                </a:lnTo>
                <a:lnTo>
                  <a:pt x="204" y="400"/>
                </a:lnTo>
                <a:lnTo>
                  <a:pt x="207" y="399"/>
                </a:lnTo>
                <a:lnTo>
                  <a:pt x="213" y="395"/>
                </a:lnTo>
                <a:lnTo>
                  <a:pt x="219" y="389"/>
                </a:lnTo>
                <a:lnTo>
                  <a:pt x="222" y="387"/>
                </a:lnTo>
                <a:lnTo>
                  <a:pt x="226" y="384"/>
                </a:lnTo>
                <a:lnTo>
                  <a:pt x="229" y="383"/>
                </a:lnTo>
                <a:lnTo>
                  <a:pt x="232" y="380"/>
                </a:lnTo>
                <a:lnTo>
                  <a:pt x="235" y="380"/>
                </a:lnTo>
                <a:lnTo>
                  <a:pt x="239" y="380"/>
                </a:lnTo>
                <a:lnTo>
                  <a:pt x="241" y="379"/>
                </a:lnTo>
                <a:lnTo>
                  <a:pt x="244" y="378"/>
                </a:lnTo>
                <a:lnTo>
                  <a:pt x="250" y="376"/>
                </a:lnTo>
                <a:lnTo>
                  <a:pt x="255" y="372"/>
                </a:lnTo>
                <a:lnTo>
                  <a:pt x="259" y="368"/>
                </a:lnTo>
                <a:lnTo>
                  <a:pt x="265" y="364"/>
                </a:lnTo>
                <a:lnTo>
                  <a:pt x="267" y="364"/>
                </a:lnTo>
                <a:lnTo>
                  <a:pt x="268" y="363"/>
                </a:lnTo>
                <a:lnTo>
                  <a:pt x="271" y="363"/>
                </a:lnTo>
                <a:lnTo>
                  <a:pt x="273" y="363"/>
                </a:lnTo>
                <a:lnTo>
                  <a:pt x="276" y="362"/>
                </a:lnTo>
                <a:lnTo>
                  <a:pt x="277" y="361"/>
                </a:lnTo>
                <a:lnTo>
                  <a:pt x="280" y="361"/>
                </a:lnTo>
                <a:lnTo>
                  <a:pt x="280" y="360"/>
                </a:lnTo>
                <a:lnTo>
                  <a:pt x="283" y="357"/>
                </a:lnTo>
                <a:lnTo>
                  <a:pt x="284" y="353"/>
                </a:lnTo>
                <a:lnTo>
                  <a:pt x="285" y="349"/>
                </a:lnTo>
                <a:lnTo>
                  <a:pt x="287" y="344"/>
                </a:lnTo>
                <a:lnTo>
                  <a:pt x="288" y="336"/>
                </a:lnTo>
                <a:lnTo>
                  <a:pt x="290" y="328"/>
                </a:lnTo>
                <a:lnTo>
                  <a:pt x="290" y="327"/>
                </a:lnTo>
                <a:lnTo>
                  <a:pt x="290" y="325"/>
                </a:lnTo>
                <a:lnTo>
                  <a:pt x="292" y="324"/>
                </a:lnTo>
                <a:lnTo>
                  <a:pt x="292" y="323"/>
                </a:lnTo>
                <a:lnTo>
                  <a:pt x="293" y="321"/>
                </a:lnTo>
                <a:lnTo>
                  <a:pt x="294" y="320"/>
                </a:lnTo>
                <a:lnTo>
                  <a:pt x="295" y="317"/>
                </a:lnTo>
                <a:lnTo>
                  <a:pt x="296" y="313"/>
                </a:lnTo>
                <a:lnTo>
                  <a:pt x="297" y="310"/>
                </a:lnTo>
                <a:lnTo>
                  <a:pt x="298" y="308"/>
                </a:lnTo>
                <a:lnTo>
                  <a:pt x="300" y="303"/>
                </a:lnTo>
                <a:lnTo>
                  <a:pt x="302" y="301"/>
                </a:lnTo>
                <a:lnTo>
                  <a:pt x="305" y="298"/>
                </a:lnTo>
                <a:lnTo>
                  <a:pt x="308" y="295"/>
                </a:lnTo>
                <a:lnTo>
                  <a:pt x="312" y="292"/>
                </a:lnTo>
                <a:lnTo>
                  <a:pt x="316" y="290"/>
                </a:lnTo>
                <a:lnTo>
                  <a:pt x="317" y="287"/>
                </a:lnTo>
                <a:lnTo>
                  <a:pt x="318" y="286"/>
                </a:lnTo>
                <a:lnTo>
                  <a:pt x="319" y="283"/>
                </a:lnTo>
                <a:lnTo>
                  <a:pt x="320" y="282"/>
                </a:lnTo>
                <a:lnTo>
                  <a:pt x="321" y="278"/>
                </a:lnTo>
                <a:lnTo>
                  <a:pt x="323" y="274"/>
                </a:lnTo>
                <a:lnTo>
                  <a:pt x="324" y="272"/>
                </a:lnTo>
                <a:lnTo>
                  <a:pt x="325" y="271"/>
                </a:lnTo>
                <a:lnTo>
                  <a:pt x="326" y="271"/>
                </a:lnTo>
                <a:lnTo>
                  <a:pt x="328" y="270"/>
                </a:lnTo>
                <a:lnTo>
                  <a:pt x="330" y="268"/>
                </a:lnTo>
                <a:lnTo>
                  <a:pt x="332" y="267"/>
                </a:lnTo>
                <a:lnTo>
                  <a:pt x="333" y="265"/>
                </a:lnTo>
                <a:lnTo>
                  <a:pt x="335" y="263"/>
                </a:lnTo>
                <a:lnTo>
                  <a:pt x="336" y="262"/>
                </a:lnTo>
                <a:lnTo>
                  <a:pt x="336" y="259"/>
                </a:lnTo>
                <a:lnTo>
                  <a:pt x="336" y="257"/>
                </a:lnTo>
                <a:lnTo>
                  <a:pt x="337" y="255"/>
                </a:lnTo>
                <a:lnTo>
                  <a:pt x="338" y="253"/>
                </a:lnTo>
                <a:lnTo>
                  <a:pt x="339" y="251"/>
                </a:lnTo>
                <a:lnTo>
                  <a:pt x="344" y="244"/>
                </a:lnTo>
                <a:lnTo>
                  <a:pt x="348" y="239"/>
                </a:lnTo>
                <a:lnTo>
                  <a:pt x="353" y="231"/>
                </a:lnTo>
                <a:lnTo>
                  <a:pt x="358" y="225"/>
                </a:lnTo>
                <a:lnTo>
                  <a:pt x="360" y="222"/>
                </a:lnTo>
                <a:lnTo>
                  <a:pt x="363" y="218"/>
                </a:lnTo>
                <a:lnTo>
                  <a:pt x="365" y="215"/>
                </a:lnTo>
                <a:lnTo>
                  <a:pt x="367" y="211"/>
                </a:lnTo>
                <a:lnTo>
                  <a:pt x="368" y="206"/>
                </a:lnTo>
                <a:lnTo>
                  <a:pt x="368" y="202"/>
                </a:lnTo>
                <a:lnTo>
                  <a:pt x="369" y="198"/>
                </a:lnTo>
                <a:lnTo>
                  <a:pt x="369" y="192"/>
                </a:lnTo>
                <a:lnTo>
                  <a:pt x="368" y="191"/>
                </a:lnTo>
                <a:lnTo>
                  <a:pt x="366" y="189"/>
                </a:lnTo>
                <a:lnTo>
                  <a:pt x="362" y="189"/>
                </a:lnTo>
                <a:lnTo>
                  <a:pt x="358" y="188"/>
                </a:lnTo>
                <a:lnTo>
                  <a:pt x="354" y="189"/>
                </a:lnTo>
                <a:lnTo>
                  <a:pt x="352" y="189"/>
                </a:lnTo>
                <a:lnTo>
                  <a:pt x="348" y="190"/>
                </a:lnTo>
                <a:lnTo>
                  <a:pt x="345" y="191"/>
                </a:lnTo>
                <a:lnTo>
                  <a:pt x="342" y="191"/>
                </a:lnTo>
                <a:lnTo>
                  <a:pt x="340" y="193"/>
                </a:lnTo>
                <a:lnTo>
                  <a:pt x="334" y="195"/>
                </a:lnTo>
                <a:lnTo>
                  <a:pt x="328" y="198"/>
                </a:lnTo>
                <a:lnTo>
                  <a:pt x="324" y="199"/>
                </a:lnTo>
                <a:lnTo>
                  <a:pt x="321" y="199"/>
                </a:lnTo>
                <a:lnTo>
                  <a:pt x="317" y="200"/>
                </a:lnTo>
                <a:lnTo>
                  <a:pt x="313" y="200"/>
                </a:lnTo>
                <a:lnTo>
                  <a:pt x="312" y="202"/>
                </a:lnTo>
                <a:lnTo>
                  <a:pt x="312" y="203"/>
                </a:lnTo>
                <a:lnTo>
                  <a:pt x="311" y="204"/>
                </a:lnTo>
                <a:lnTo>
                  <a:pt x="309" y="206"/>
                </a:lnTo>
                <a:lnTo>
                  <a:pt x="307" y="207"/>
                </a:lnTo>
                <a:lnTo>
                  <a:pt x="304" y="210"/>
                </a:lnTo>
                <a:lnTo>
                  <a:pt x="301" y="211"/>
                </a:lnTo>
                <a:lnTo>
                  <a:pt x="299" y="213"/>
                </a:lnTo>
                <a:lnTo>
                  <a:pt x="298" y="215"/>
                </a:lnTo>
                <a:lnTo>
                  <a:pt x="297" y="215"/>
                </a:lnTo>
                <a:lnTo>
                  <a:pt x="296" y="216"/>
                </a:lnTo>
                <a:lnTo>
                  <a:pt x="296" y="218"/>
                </a:lnTo>
                <a:lnTo>
                  <a:pt x="296" y="219"/>
                </a:lnTo>
                <a:lnTo>
                  <a:pt x="296" y="222"/>
                </a:lnTo>
                <a:lnTo>
                  <a:pt x="296" y="224"/>
                </a:lnTo>
                <a:lnTo>
                  <a:pt x="298" y="226"/>
                </a:lnTo>
                <a:lnTo>
                  <a:pt x="301" y="230"/>
                </a:lnTo>
                <a:lnTo>
                  <a:pt x="305" y="234"/>
                </a:lnTo>
                <a:lnTo>
                  <a:pt x="308" y="236"/>
                </a:lnTo>
                <a:lnTo>
                  <a:pt x="309" y="238"/>
                </a:lnTo>
                <a:lnTo>
                  <a:pt x="312" y="240"/>
                </a:lnTo>
                <a:lnTo>
                  <a:pt x="312" y="243"/>
                </a:lnTo>
                <a:lnTo>
                  <a:pt x="313" y="245"/>
                </a:lnTo>
                <a:lnTo>
                  <a:pt x="314" y="247"/>
                </a:lnTo>
                <a:lnTo>
                  <a:pt x="314" y="250"/>
                </a:lnTo>
                <a:lnTo>
                  <a:pt x="313" y="253"/>
                </a:lnTo>
                <a:lnTo>
                  <a:pt x="312" y="256"/>
                </a:lnTo>
                <a:lnTo>
                  <a:pt x="309" y="259"/>
                </a:lnTo>
                <a:lnTo>
                  <a:pt x="307" y="262"/>
                </a:lnTo>
                <a:lnTo>
                  <a:pt x="304" y="265"/>
                </a:lnTo>
                <a:lnTo>
                  <a:pt x="303" y="268"/>
                </a:lnTo>
                <a:lnTo>
                  <a:pt x="301" y="275"/>
                </a:lnTo>
                <a:lnTo>
                  <a:pt x="300" y="281"/>
                </a:lnTo>
                <a:lnTo>
                  <a:pt x="297" y="286"/>
                </a:lnTo>
                <a:lnTo>
                  <a:pt x="296" y="287"/>
                </a:lnTo>
                <a:lnTo>
                  <a:pt x="295" y="289"/>
                </a:lnTo>
                <a:lnTo>
                  <a:pt x="293" y="291"/>
                </a:lnTo>
                <a:lnTo>
                  <a:pt x="292" y="292"/>
                </a:lnTo>
                <a:lnTo>
                  <a:pt x="288" y="295"/>
                </a:lnTo>
                <a:lnTo>
                  <a:pt x="286" y="298"/>
                </a:lnTo>
                <a:lnTo>
                  <a:pt x="285" y="299"/>
                </a:lnTo>
                <a:lnTo>
                  <a:pt x="284" y="301"/>
                </a:lnTo>
                <a:lnTo>
                  <a:pt x="284" y="303"/>
                </a:lnTo>
                <a:lnTo>
                  <a:pt x="284" y="305"/>
                </a:lnTo>
                <a:lnTo>
                  <a:pt x="284" y="307"/>
                </a:lnTo>
                <a:lnTo>
                  <a:pt x="283" y="308"/>
                </a:lnTo>
                <a:lnTo>
                  <a:pt x="282" y="310"/>
                </a:lnTo>
                <a:lnTo>
                  <a:pt x="282" y="312"/>
                </a:lnTo>
                <a:lnTo>
                  <a:pt x="277" y="315"/>
                </a:lnTo>
                <a:lnTo>
                  <a:pt x="273" y="319"/>
                </a:lnTo>
                <a:lnTo>
                  <a:pt x="268" y="322"/>
                </a:lnTo>
                <a:lnTo>
                  <a:pt x="265" y="325"/>
                </a:lnTo>
                <a:lnTo>
                  <a:pt x="264" y="328"/>
                </a:lnTo>
                <a:lnTo>
                  <a:pt x="263" y="332"/>
                </a:lnTo>
                <a:lnTo>
                  <a:pt x="263" y="336"/>
                </a:lnTo>
                <a:lnTo>
                  <a:pt x="263" y="339"/>
                </a:lnTo>
                <a:lnTo>
                  <a:pt x="259" y="344"/>
                </a:lnTo>
                <a:lnTo>
                  <a:pt x="254" y="348"/>
                </a:lnTo>
                <a:lnTo>
                  <a:pt x="248" y="353"/>
                </a:lnTo>
                <a:lnTo>
                  <a:pt x="244" y="357"/>
                </a:lnTo>
                <a:lnTo>
                  <a:pt x="243" y="356"/>
                </a:lnTo>
                <a:lnTo>
                  <a:pt x="241" y="356"/>
                </a:lnTo>
                <a:lnTo>
                  <a:pt x="239" y="355"/>
                </a:lnTo>
                <a:lnTo>
                  <a:pt x="239" y="353"/>
                </a:lnTo>
                <a:lnTo>
                  <a:pt x="238" y="352"/>
                </a:lnTo>
                <a:lnTo>
                  <a:pt x="238" y="348"/>
                </a:lnTo>
                <a:lnTo>
                  <a:pt x="240" y="343"/>
                </a:lnTo>
                <a:lnTo>
                  <a:pt x="243" y="337"/>
                </a:lnTo>
                <a:lnTo>
                  <a:pt x="243" y="335"/>
                </a:lnTo>
                <a:lnTo>
                  <a:pt x="243" y="332"/>
                </a:lnTo>
                <a:lnTo>
                  <a:pt x="244" y="329"/>
                </a:lnTo>
                <a:lnTo>
                  <a:pt x="244" y="325"/>
                </a:lnTo>
                <a:lnTo>
                  <a:pt x="244" y="325"/>
                </a:lnTo>
                <a:close/>
                <a:moveTo>
                  <a:pt x="147" y="217"/>
                </a:moveTo>
                <a:lnTo>
                  <a:pt x="146" y="218"/>
                </a:lnTo>
                <a:lnTo>
                  <a:pt x="144" y="219"/>
                </a:lnTo>
                <a:lnTo>
                  <a:pt x="143" y="219"/>
                </a:lnTo>
                <a:lnTo>
                  <a:pt x="141" y="219"/>
                </a:lnTo>
                <a:lnTo>
                  <a:pt x="137" y="220"/>
                </a:lnTo>
                <a:lnTo>
                  <a:pt x="134" y="220"/>
                </a:lnTo>
                <a:lnTo>
                  <a:pt x="132" y="220"/>
                </a:lnTo>
                <a:lnTo>
                  <a:pt x="130" y="221"/>
                </a:lnTo>
                <a:lnTo>
                  <a:pt x="128" y="222"/>
                </a:lnTo>
                <a:lnTo>
                  <a:pt x="127" y="223"/>
                </a:lnTo>
                <a:lnTo>
                  <a:pt x="125" y="224"/>
                </a:lnTo>
                <a:lnTo>
                  <a:pt x="124" y="226"/>
                </a:lnTo>
                <a:lnTo>
                  <a:pt x="123" y="227"/>
                </a:lnTo>
                <a:lnTo>
                  <a:pt x="121" y="230"/>
                </a:lnTo>
                <a:lnTo>
                  <a:pt x="121" y="231"/>
                </a:lnTo>
                <a:lnTo>
                  <a:pt x="120" y="233"/>
                </a:lnTo>
                <a:lnTo>
                  <a:pt x="120" y="235"/>
                </a:lnTo>
                <a:lnTo>
                  <a:pt x="120" y="236"/>
                </a:lnTo>
                <a:lnTo>
                  <a:pt x="120" y="241"/>
                </a:lnTo>
                <a:lnTo>
                  <a:pt x="122" y="246"/>
                </a:lnTo>
                <a:lnTo>
                  <a:pt x="123" y="251"/>
                </a:lnTo>
                <a:lnTo>
                  <a:pt x="124" y="256"/>
                </a:lnTo>
                <a:lnTo>
                  <a:pt x="126" y="263"/>
                </a:lnTo>
                <a:lnTo>
                  <a:pt x="127" y="268"/>
                </a:lnTo>
                <a:lnTo>
                  <a:pt x="131" y="279"/>
                </a:lnTo>
                <a:lnTo>
                  <a:pt x="135" y="288"/>
                </a:lnTo>
                <a:lnTo>
                  <a:pt x="137" y="292"/>
                </a:lnTo>
                <a:lnTo>
                  <a:pt x="139" y="295"/>
                </a:lnTo>
                <a:lnTo>
                  <a:pt x="139" y="297"/>
                </a:lnTo>
                <a:lnTo>
                  <a:pt x="140" y="298"/>
                </a:lnTo>
                <a:lnTo>
                  <a:pt x="142" y="299"/>
                </a:lnTo>
                <a:lnTo>
                  <a:pt x="143" y="299"/>
                </a:lnTo>
                <a:lnTo>
                  <a:pt x="145" y="299"/>
                </a:lnTo>
                <a:lnTo>
                  <a:pt x="147" y="298"/>
                </a:lnTo>
                <a:lnTo>
                  <a:pt x="148" y="297"/>
                </a:lnTo>
                <a:lnTo>
                  <a:pt x="150" y="296"/>
                </a:lnTo>
                <a:lnTo>
                  <a:pt x="151" y="295"/>
                </a:lnTo>
                <a:lnTo>
                  <a:pt x="152" y="294"/>
                </a:lnTo>
                <a:lnTo>
                  <a:pt x="155" y="291"/>
                </a:lnTo>
                <a:lnTo>
                  <a:pt x="157" y="287"/>
                </a:lnTo>
                <a:lnTo>
                  <a:pt x="156" y="284"/>
                </a:lnTo>
                <a:lnTo>
                  <a:pt x="155" y="282"/>
                </a:lnTo>
                <a:lnTo>
                  <a:pt x="154" y="280"/>
                </a:lnTo>
                <a:lnTo>
                  <a:pt x="153" y="279"/>
                </a:lnTo>
                <a:lnTo>
                  <a:pt x="151" y="277"/>
                </a:lnTo>
                <a:lnTo>
                  <a:pt x="150" y="276"/>
                </a:lnTo>
                <a:lnTo>
                  <a:pt x="147" y="275"/>
                </a:lnTo>
                <a:lnTo>
                  <a:pt x="144" y="274"/>
                </a:lnTo>
                <a:lnTo>
                  <a:pt x="144" y="271"/>
                </a:lnTo>
                <a:lnTo>
                  <a:pt x="144" y="267"/>
                </a:lnTo>
                <a:lnTo>
                  <a:pt x="145" y="263"/>
                </a:lnTo>
                <a:lnTo>
                  <a:pt x="146" y="260"/>
                </a:lnTo>
                <a:lnTo>
                  <a:pt x="147" y="256"/>
                </a:lnTo>
                <a:lnTo>
                  <a:pt x="148" y="253"/>
                </a:lnTo>
                <a:lnTo>
                  <a:pt x="150" y="250"/>
                </a:lnTo>
                <a:lnTo>
                  <a:pt x="151" y="247"/>
                </a:lnTo>
                <a:lnTo>
                  <a:pt x="153" y="243"/>
                </a:lnTo>
                <a:lnTo>
                  <a:pt x="155" y="241"/>
                </a:lnTo>
                <a:lnTo>
                  <a:pt x="157" y="238"/>
                </a:lnTo>
                <a:lnTo>
                  <a:pt x="159" y="235"/>
                </a:lnTo>
                <a:lnTo>
                  <a:pt x="163" y="231"/>
                </a:lnTo>
                <a:lnTo>
                  <a:pt x="167" y="227"/>
                </a:lnTo>
                <a:lnTo>
                  <a:pt x="167" y="224"/>
                </a:lnTo>
                <a:lnTo>
                  <a:pt x="167" y="221"/>
                </a:lnTo>
                <a:lnTo>
                  <a:pt x="163" y="219"/>
                </a:lnTo>
                <a:lnTo>
                  <a:pt x="159" y="219"/>
                </a:lnTo>
                <a:lnTo>
                  <a:pt x="155" y="218"/>
                </a:lnTo>
                <a:lnTo>
                  <a:pt x="154" y="217"/>
                </a:lnTo>
                <a:lnTo>
                  <a:pt x="151" y="217"/>
                </a:lnTo>
                <a:lnTo>
                  <a:pt x="147" y="217"/>
                </a:lnTo>
                <a:lnTo>
                  <a:pt x="147" y="217"/>
                </a:lnTo>
                <a:close/>
                <a:moveTo>
                  <a:pt x="195" y="216"/>
                </a:moveTo>
                <a:lnTo>
                  <a:pt x="193" y="220"/>
                </a:lnTo>
                <a:lnTo>
                  <a:pt x="191" y="224"/>
                </a:lnTo>
                <a:lnTo>
                  <a:pt x="188" y="227"/>
                </a:lnTo>
                <a:lnTo>
                  <a:pt x="185" y="231"/>
                </a:lnTo>
                <a:lnTo>
                  <a:pt x="183" y="235"/>
                </a:lnTo>
                <a:lnTo>
                  <a:pt x="181" y="240"/>
                </a:lnTo>
                <a:lnTo>
                  <a:pt x="180" y="243"/>
                </a:lnTo>
                <a:lnTo>
                  <a:pt x="179" y="245"/>
                </a:lnTo>
                <a:lnTo>
                  <a:pt x="179" y="247"/>
                </a:lnTo>
                <a:lnTo>
                  <a:pt x="179" y="250"/>
                </a:lnTo>
                <a:lnTo>
                  <a:pt x="180" y="252"/>
                </a:lnTo>
                <a:lnTo>
                  <a:pt x="182" y="253"/>
                </a:lnTo>
                <a:lnTo>
                  <a:pt x="185" y="254"/>
                </a:lnTo>
                <a:lnTo>
                  <a:pt x="188" y="254"/>
                </a:lnTo>
                <a:lnTo>
                  <a:pt x="192" y="254"/>
                </a:lnTo>
                <a:lnTo>
                  <a:pt x="195" y="253"/>
                </a:lnTo>
                <a:lnTo>
                  <a:pt x="199" y="252"/>
                </a:lnTo>
                <a:lnTo>
                  <a:pt x="202" y="251"/>
                </a:lnTo>
                <a:lnTo>
                  <a:pt x="205" y="250"/>
                </a:lnTo>
                <a:lnTo>
                  <a:pt x="208" y="248"/>
                </a:lnTo>
                <a:lnTo>
                  <a:pt x="211" y="247"/>
                </a:lnTo>
                <a:lnTo>
                  <a:pt x="214" y="244"/>
                </a:lnTo>
                <a:lnTo>
                  <a:pt x="217" y="242"/>
                </a:lnTo>
                <a:lnTo>
                  <a:pt x="219" y="240"/>
                </a:lnTo>
                <a:lnTo>
                  <a:pt x="221" y="238"/>
                </a:lnTo>
                <a:lnTo>
                  <a:pt x="223" y="235"/>
                </a:lnTo>
                <a:lnTo>
                  <a:pt x="224" y="233"/>
                </a:lnTo>
                <a:lnTo>
                  <a:pt x="226" y="231"/>
                </a:lnTo>
                <a:lnTo>
                  <a:pt x="226" y="228"/>
                </a:lnTo>
                <a:lnTo>
                  <a:pt x="225" y="226"/>
                </a:lnTo>
                <a:lnTo>
                  <a:pt x="219" y="222"/>
                </a:lnTo>
                <a:lnTo>
                  <a:pt x="213" y="219"/>
                </a:lnTo>
                <a:lnTo>
                  <a:pt x="209" y="218"/>
                </a:lnTo>
                <a:lnTo>
                  <a:pt x="205" y="217"/>
                </a:lnTo>
                <a:lnTo>
                  <a:pt x="201" y="216"/>
                </a:lnTo>
                <a:lnTo>
                  <a:pt x="195" y="216"/>
                </a:lnTo>
                <a:lnTo>
                  <a:pt x="195" y="216"/>
                </a:lnTo>
                <a:close/>
                <a:moveTo>
                  <a:pt x="256" y="238"/>
                </a:moveTo>
                <a:lnTo>
                  <a:pt x="253" y="241"/>
                </a:lnTo>
                <a:lnTo>
                  <a:pt x="249" y="244"/>
                </a:lnTo>
                <a:lnTo>
                  <a:pt x="248" y="246"/>
                </a:lnTo>
                <a:lnTo>
                  <a:pt x="248" y="248"/>
                </a:lnTo>
                <a:lnTo>
                  <a:pt x="247" y="250"/>
                </a:lnTo>
                <a:lnTo>
                  <a:pt x="247" y="253"/>
                </a:lnTo>
                <a:lnTo>
                  <a:pt x="247" y="259"/>
                </a:lnTo>
                <a:lnTo>
                  <a:pt x="247" y="267"/>
                </a:lnTo>
                <a:lnTo>
                  <a:pt x="247" y="273"/>
                </a:lnTo>
                <a:lnTo>
                  <a:pt x="248" y="279"/>
                </a:lnTo>
                <a:lnTo>
                  <a:pt x="249" y="282"/>
                </a:lnTo>
                <a:lnTo>
                  <a:pt x="250" y="283"/>
                </a:lnTo>
                <a:lnTo>
                  <a:pt x="250" y="285"/>
                </a:lnTo>
                <a:lnTo>
                  <a:pt x="251" y="286"/>
                </a:lnTo>
                <a:lnTo>
                  <a:pt x="251" y="287"/>
                </a:lnTo>
                <a:lnTo>
                  <a:pt x="252" y="288"/>
                </a:lnTo>
                <a:lnTo>
                  <a:pt x="253" y="288"/>
                </a:lnTo>
                <a:lnTo>
                  <a:pt x="255" y="288"/>
                </a:lnTo>
                <a:lnTo>
                  <a:pt x="257" y="288"/>
                </a:lnTo>
                <a:lnTo>
                  <a:pt x="260" y="288"/>
                </a:lnTo>
                <a:lnTo>
                  <a:pt x="263" y="288"/>
                </a:lnTo>
                <a:lnTo>
                  <a:pt x="267" y="288"/>
                </a:lnTo>
                <a:lnTo>
                  <a:pt x="269" y="283"/>
                </a:lnTo>
                <a:lnTo>
                  <a:pt x="272" y="278"/>
                </a:lnTo>
                <a:lnTo>
                  <a:pt x="273" y="271"/>
                </a:lnTo>
                <a:lnTo>
                  <a:pt x="274" y="264"/>
                </a:lnTo>
                <a:lnTo>
                  <a:pt x="274" y="260"/>
                </a:lnTo>
                <a:lnTo>
                  <a:pt x="274" y="257"/>
                </a:lnTo>
                <a:lnTo>
                  <a:pt x="274" y="254"/>
                </a:lnTo>
                <a:lnTo>
                  <a:pt x="273" y="251"/>
                </a:lnTo>
                <a:lnTo>
                  <a:pt x="272" y="248"/>
                </a:lnTo>
                <a:lnTo>
                  <a:pt x="271" y="246"/>
                </a:lnTo>
                <a:lnTo>
                  <a:pt x="269" y="243"/>
                </a:lnTo>
                <a:lnTo>
                  <a:pt x="267" y="242"/>
                </a:lnTo>
                <a:lnTo>
                  <a:pt x="266" y="241"/>
                </a:lnTo>
                <a:lnTo>
                  <a:pt x="265" y="240"/>
                </a:lnTo>
                <a:lnTo>
                  <a:pt x="263" y="239"/>
                </a:lnTo>
                <a:lnTo>
                  <a:pt x="263" y="239"/>
                </a:lnTo>
                <a:lnTo>
                  <a:pt x="259" y="238"/>
                </a:lnTo>
                <a:lnTo>
                  <a:pt x="256" y="23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28" name="iṧḻidè">
            <a:extLst>
              <a:ext uri="{FF2B5EF4-FFF2-40B4-BE49-F238E27FC236}">
                <a16:creationId xmlns:a16="http://schemas.microsoft.com/office/drawing/2014/main" id="{47375970-E1E2-4AF0-BE5A-6C5E234BC8B5}"/>
              </a:ext>
            </a:extLst>
          </p:cNvPr>
          <p:cNvSpPr>
            <a:spLocks noGrp="1"/>
          </p:cNvSpPr>
          <p:nvPr/>
        </p:nvSpPr>
        <p:spPr>
          <a:xfrm>
            <a:off x="1355040" y="528480"/>
            <a:ext cx="241560" cy="333000"/>
          </a:xfrm>
          <a:custGeom>
            <a:avLst/>
            <a:gdLst>
              <a:gd name="textAreaLeft" fmla="*/ 0 w 241560"/>
              <a:gd name="textAreaRight" fmla="*/ 241920 w 241560"/>
              <a:gd name="textAreaTop" fmla="*/ 0 h 333000"/>
              <a:gd name="textAreaBottom" fmla="*/ 333360 h 333000"/>
              <a:gd name="GluePoint1X" fmla="*/ 343 w 554"/>
              <a:gd name="GluePoint1Y" fmla="*/ 23 h 763"/>
              <a:gd name="GluePoint2X" fmla="*/ 345 w 554"/>
              <a:gd name="GluePoint2Y" fmla="*/ 54 h 763"/>
              <a:gd name="GluePoint3X" fmla="*/ 339 w 554"/>
              <a:gd name="GluePoint3Y" fmla="*/ 90 h 763"/>
              <a:gd name="GluePoint4X" fmla="*/ 392 w 554"/>
              <a:gd name="GluePoint4Y" fmla="*/ 84 h 763"/>
              <a:gd name="GluePoint5X" fmla="*/ 424 w 554"/>
              <a:gd name="GluePoint5Y" fmla="*/ 58 h 763"/>
              <a:gd name="GluePoint6X" fmla="*/ 480 w 554"/>
              <a:gd name="GluePoint6Y" fmla="*/ 3 h 763"/>
              <a:gd name="GluePoint7X" fmla="*/ 527 w 554"/>
              <a:gd name="GluePoint7Y" fmla="*/ 16 h 763"/>
              <a:gd name="GluePoint8X" fmla="*/ 493 w 554"/>
              <a:gd name="GluePoint8Y" fmla="*/ 52 h 763"/>
              <a:gd name="GluePoint9X" fmla="*/ 417 w 554"/>
              <a:gd name="GluePoint9Y" fmla="*/ 94 h 763"/>
              <a:gd name="GluePoint10X" fmla="*/ 333 w 554"/>
              <a:gd name="GluePoint10Y" fmla="*/ 134 h 763"/>
              <a:gd name="GluePoint11X" fmla="*/ 307 w 554"/>
              <a:gd name="GluePoint11Y" fmla="*/ 200 h 763"/>
              <a:gd name="GluePoint12X" fmla="*/ 328 w 554"/>
              <a:gd name="GluePoint12Y" fmla="*/ 242 h 763"/>
              <a:gd name="GluePoint13X" fmla="*/ 372 w 554"/>
              <a:gd name="GluePoint13Y" fmla="*/ 207 h 763"/>
              <a:gd name="GluePoint14X" fmla="*/ 435 w 554"/>
              <a:gd name="GluePoint14Y" fmla="*/ 164 h 763"/>
              <a:gd name="GluePoint15X" fmla="*/ 475 w 554"/>
              <a:gd name="GluePoint15Y" fmla="*/ 138 h 763"/>
              <a:gd name="GluePoint16X" fmla="*/ 519 w 554"/>
              <a:gd name="GluePoint16Y" fmla="*/ 155 h 763"/>
              <a:gd name="GluePoint17X" fmla="*/ 526 w 554"/>
              <a:gd name="GluePoint17Y" fmla="*/ 186 h 763"/>
              <a:gd name="GluePoint18X" fmla="*/ 460 w 554"/>
              <a:gd name="GluePoint18Y" fmla="*/ 211 h 763"/>
              <a:gd name="GluePoint19X" fmla="*/ 383 w 554"/>
              <a:gd name="GluePoint19Y" fmla="*/ 273 h 763"/>
              <a:gd name="GluePoint20X" fmla="*/ 363 w 554"/>
              <a:gd name="GluePoint20Y" fmla="*/ 342 h 763"/>
              <a:gd name="GluePoint21X" fmla="*/ 435 w 554"/>
              <a:gd name="GluePoint21Y" fmla="*/ 318 h 763"/>
              <a:gd name="GluePoint22X" fmla="*/ 511 w 554"/>
              <a:gd name="GluePoint22Y" fmla="*/ 278 h 763"/>
              <a:gd name="GluePoint23X" fmla="*/ 542 w 554"/>
              <a:gd name="GluePoint23Y" fmla="*/ 305 h 763"/>
              <a:gd name="GluePoint24X" fmla="*/ 472 w 554"/>
              <a:gd name="GluePoint24Y" fmla="*/ 329 h 763"/>
              <a:gd name="GluePoint25X" fmla="*/ 362 w 554"/>
              <a:gd name="GluePoint25Y" fmla="*/ 371 h 763"/>
              <a:gd name="GluePoint26X" fmla="*/ 337 w 554"/>
              <a:gd name="GluePoint26Y" fmla="*/ 461 h 763"/>
              <a:gd name="GluePoint27X" fmla="*/ 401 w 554"/>
              <a:gd name="GluePoint27Y" fmla="*/ 480 h 763"/>
              <a:gd name="GluePoint28X" fmla="*/ 381 w 554"/>
              <a:gd name="GluePoint28Y" fmla="*/ 527 h 763"/>
              <a:gd name="GluePoint29X" fmla="*/ 337 w 554"/>
              <a:gd name="GluePoint29Y" fmla="*/ 571 h 763"/>
              <a:gd name="GluePoint30X" fmla="*/ 343 w 554"/>
              <a:gd name="GluePoint30Y" fmla="*/ 648 h 763"/>
              <a:gd name="GluePoint31X" fmla="*/ 342 w 554"/>
              <a:gd name="GluePoint31Y" fmla="*/ 730 h 763"/>
              <a:gd name="GluePoint32X" fmla="*/ 315 w 554"/>
              <a:gd name="GluePoint32Y" fmla="*/ 757 h 763"/>
              <a:gd name="GluePoint33X" fmla="*/ 274 w 554"/>
              <a:gd name="GluePoint33Y" fmla="*/ 705 h 763"/>
              <a:gd name="GluePoint34X" fmla="*/ 296 w 554"/>
              <a:gd name="GluePoint34Y" fmla="*/ 659 h 763"/>
              <a:gd name="GluePoint35X" fmla="*/ 287 w 554"/>
              <a:gd name="GluePoint35Y" fmla="*/ 569 h 763"/>
              <a:gd name="GluePoint36X" fmla="*/ 244 w 554"/>
              <a:gd name="GluePoint36Y" fmla="*/ 604 h 763"/>
              <a:gd name="GluePoint37X" fmla="*/ 194 w 554"/>
              <a:gd name="GluePoint37Y" fmla="*/ 575 h 763"/>
              <a:gd name="GluePoint38X" fmla="*/ 264 w 554"/>
              <a:gd name="GluePoint38Y" fmla="*/ 522 h 763"/>
              <a:gd name="GluePoint39X" fmla="*/ 307 w 554"/>
              <a:gd name="GluePoint39Y" fmla="*/ 479 h 763"/>
              <a:gd name="GluePoint40X" fmla="*/ 307 w 554"/>
              <a:gd name="GluePoint40Y" fmla="*/ 394 h 763"/>
              <a:gd name="GluePoint41X" fmla="*/ 262 w 554"/>
              <a:gd name="GluePoint41Y" fmla="*/ 410 h 763"/>
              <a:gd name="GluePoint42X" fmla="*/ 227 w 554"/>
              <a:gd name="GluePoint42Y" fmla="*/ 430 h 763"/>
              <a:gd name="GluePoint43X" fmla="*/ 146 w 554"/>
              <a:gd name="GluePoint43Y" fmla="*/ 486 h 763"/>
              <a:gd name="GluePoint44X" fmla="*/ 106 w 554"/>
              <a:gd name="GluePoint44Y" fmla="*/ 535 h 763"/>
              <a:gd name="GluePoint45X" fmla="*/ 44 w 554"/>
              <a:gd name="GluePoint45Y" fmla="*/ 559 h 763"/>
              <a:gd name="GluePoint46X" fmla="*/ 1 w 554"/>
              <a:gd name="GluePoint46Y" fmla="*/ 526 h 763"/>
              <a:gd name="GluePoint47X" fmla="*/ 34 w 554"/>
              <a:gd name="GluePoint47Y" fmla="*/ 505 h 763"/>
              <a:gd name="GluePoint48X" fmla="*/ 62 w 554"/>
              <a:gd name="GluePoint48Y" fmla="*/ 488 h 763"/>
              <a:gd name="GluePoint49X" fmla="*/ 108 w 554"/>
              <a:gd name="GluePoint49Y" fmla="*/ 471 h 763"/>
              <a:gd name="GluePoint50X" fmla="*/ 160 w 554"/>
              <a:gd name="GluePoint50Y" fmla="*/ 442 h 763"/>
              <a:gd name="GluePoint51X" fmla="*/ 196 w 554"/>
              <a:gd name="GluePoint51Y" fmla="*/ 423 h 763"/>
              <a:gd name="GluePoint52X" fmla="*/ 294 w 554"/>
              <a:gd name="GluePoint52Y" fmla="*/ 376 h 763"/>
              <a:gd name="GluePoint53X" fmla="*/ 316 w 554"/>
              <a:gd name="GluePoint53Y" fmla="*/ 352 h 763"/>
              <a:gd name="GluePoint54X" fmla="*/ 309 w 554"/>
              <a:gd name="GluePoint54Y" fmla="*/ 274 h 763"/>
              <a:gd name="GluePoint55X" fmla="*/ 262 w 554"/>
              <a:gd name="GluePoint55Y" fmla="*/ 313 h 763"/>
              <a:gd name="GluePoint56X" fmla="*/ 206 w 554"/>
              <a:gd name="GluePoint56Y" fmla="*/ 336 h 763"/>
              <a:gd name="GluePoint57X" fmla="*/ 198 w 554"/>
              <a:gd name="GluePoint57Y" fmla="*/ 303 h 763"/>
              <a:gd name="GluePoint58X" fmla="*/ 263 w 554"/>
              <a:gd name="GluePoint58Y" fmla="*/ 250 h 763"/>
              <a:gd name="GluePoint59X" fmla="*/ 290 w 554"/>
              <a:gd name="GluePoint59Y" fmla="*/ 153 h 763"/>
              <a:gd name="GluePoint60X" fmla="*/ 268 w 554"/>
              <a:gd name="GluePoint60Y" fmla="*/ 129 h 763"/>
              <a:gd name="GluePoint61X" fmla="*/ 291 w 554"/>
              <a:gd name="GluePoint61Y" fmla="*/ 90 h 763"/>
              <a:gd name="GluePoint62X" fmla="*/ 288 w 554"/>
              <a:gd name="GluePoint62Y" fmla="*/ 40 h 763"/>
            </a:gdLst>
            <a:ahLst/>
            <a:cxnLst/>
            <a:rect l="textAreaLeft" t="textAreaTop" r="textAreaRight" b="textAreaBottom"/>
            <a:pathLst>
              <a:path w="554" h="763">
                <a:moveTo>
                  <a:pt x="303" y="20"/>
                </a:moveTo>
                <a:lnTo>
                  <a:pt x="306" y="20"/>
                </a:lnTo>
                <a:lnTo>
                  <a:pt x="308" y="20"/>
                </a:lnTo>
                <a:lnTo>
                  <a:pt x="308" y="18"/>
                </a:lnTo>
                <a:lnTo>
                  <a:pt x="309" y="17"/>
                </a:lnTo>
                <a:lnTo>
                  <a:pt x="310" y="14"/>
                </a:lnTo>
                <a:lnTo>
                  <a:pt x="312" y="13"/>
                </a:lnTo>
                <a:lnTo>
                  <a:pt x="314" y="12"/>
                </a:lnTo>
                <a:lnTo>
                  <a:pt x="316" y="11"/>
                </a:lnTo>
                <a:lnTo>
                  <a:pt x="319" y="10"/>
                </a:lnTo>
                <a:lnTo>
                  <a:pt x="322" y="10"/>
                </a:lnTo>
                <a:lnTo>
                  <a:pt x="326" y="10"/>
                </a:lnTo>
                <a:lnTo>
                  <a:pt x="329" y="10"/>
                </a:lnTo>
                <a:lnTo>
                  <a:pt x="335" y="15"/>
                </a:lnTo>
                <a:lnTo>
                  <a:pt x="342" y="22"/>
                </a:lnTo>
                <a:lnTo>
                  <a:pt x="343" y="23"/>
                </a:lnTo>
                <a:lnTo>
                  <a:pt x="345" y="25"/>
                </a:lnTo>
                <a:lnTo>
                  <a:pt x="346" y="26"/>
                </a:lnTo>
                <a:lnTo>
                  <a:pt x="347" y="28"/>
                </a:lnTo>
                <a:lnTo>
                  <a:pt x="347" y="30"/>
                </a:lnTo>
                <a:lnTo>
                  <a:pt x="348" y="33"/>
                </a:lnTo>
                <a:lnTo>
                  <a:pt x="347" y="34"/>
                </a:lnTo>
                <a:lnTo>
                  <a:pt x="347" y="37"/>
                </a:lnTo>
                <a:lnTo>
                  <a:pt x="347" y="39"/>
                </a:lnTo>
                <a:lnTo>
                  <a:pt x="348" y="42"/>
                </a:lnTo>
                <a:lnTo>
                  <a:pt x="348" y="44"/>
                </a:lnTo>
                <a:lnTo>
                  <a:pt x="347" y="46"/>
                </a:lnTo>
                <a:lnTo>
                  <a:pt x="347" y="48"/>
                </a:lnTo>
                <a:lnTo>
                  <a:pt x="347" y="50"/>
                </a:lnTo>
                <a:lnTo>
                  <a:pt x="346" y="51"/>
                </a:lnTo>
                <a:lnTo>
                  <a:pt x="345" y="52"/>
                </a:lnTo>
                <a:lnTo>
                  <a:pt x="345" y="54"/>
                </a:lnTo>
                <a:lnTo>
                  <a:pt x="345" y="54"/>
                </a:lnTo>
                <a:lnTo>
                  <a:pt x="345" y="55"/>
                </a:lnTo>
                <a:lnTo>
                  <a:pt x="345" y="57"/>
                </a:lnTo>
                <a:lnTo>
                  <a:pt x="345" y="58"/>
                </a:lnTo>
                <a:lnTo>
                  <a:pt x="346" y="61"/>
                </a:lnTo>
                <a:lnTo>
                  <a:pt x="346" y="63"/>
                </a:lnTo>
                <a:lnTo>
                  <a:pt x="347" y="66"/>
                </a:lnTo>
                <a:lnTo>
                  <a:pt x="346" y="67"/>
                </a:lnTo>
                <a:lnTo>
                  <a:pt x="346" y="70"/>
                </a:lnTo>
                <a:lnTo>
                  <a:pt x="345" y="71"/>
                </a:lnTo>
                <a:lnTo>
                  <a:pt x="344" y="74"/>
                </a:lnTo>
                <a:lnTo>
                  <a:pt x="343" y="77"/>
                </a:lnTo>
                <a:lnTo>
                  <a:pt x="340" y="80"/>
                </a:lnTo>
                <a:lnTo>
                  <a:pt x="340" y="83"/>
                </a:lnTo>
                <a:lnTo>
                  <a:pt x="339" y="86"/>
                </a:lnTo>
                <a:lnTo>
                  <a:pt x="339" y="90"/>
                </a:lnTo>
                <a:lnTo>
                  <a:pt x="339" y="94"/>
                </a:lnTo>
                <a:lnTo>
                  <a:pt x="340" y="101"/>
                </a:lnTo>
                <a:lnTo>
                  <a:pt x="340" y="106"/>
                </a:lnTo>
                <a:lnTo>
                  <a:pt x="343" y="106"/>
                </a:lnTo>
                <a:lnTo>
                  <a:pt x="347" y="106"/>
                </a:lnTo>
                <a:lnTo>
                  <a:pt x="350" y="106"/>
                </a:lnTo>
                <a:lnTo>
                  <a:pt x="352" y="106"/>
                </a:lnTo>
                <a:lnTo>
                  <a:pt x="357" y="102"/>
                </a:lnTo>
                <a:lnTo>
                  <a:pt x="366" y="96"/>
                </a:lnTo>
                <a:lnTo>
                  <a:pt x="375" y="90"/>
                </a:lnTo>
                <a:lnTo>
                  <a:pt x="380" y="87"/>
                </a:lnTo>
                <a:lnTo>
                  <a:pt x="383" y="86"/>
                </a:lnTo>
                <a:lnTo>
                  <a:pt x="387" y="86"/>
                </a:lnTo>
                <a:lnTo>
                  <a:pt x="389" y="85"/>
                </a:lnTo>
                <a:lnTo>
                  <a:pt x="391" y="85"/>
                </a:lnTo>
                <a:lnTo>
                  <a:pt x="392" y="84"/>
                </a:lnTo>
                <a:lnTo>
                  <a:pt x="394" y="83"/>
                </a:lnTo>
                <a:lnTo>
                  <a:pt x="396" y="81"/>
                </a:lnTo>
                <a:lnTo>
                  <a:pt x="398" y="79"/>
                </a:lnTo>
                <a:lnTo>
                  <a:pt x="399" y="77"/>
                </a:lnTo>
                <a:lnTo>
                  <a:pt x="401" y="74"/>
                </a:lnTo>
                <a:lnTo>
                  <a:pt x="403" y="72"/>
                </a:lnTo>
                <a:lnTo>
                  <a:pt x="404" y="70"/>
                </a:lnTo>
                <a:lnTo>
                  <a:pt x="407" y="68"/>
                </a:lnTo>
                <a:lnTo>
                  <a:pt x="408" y="66"/>
                </a:lnTo>
                <a:lnTo>
                  <a:pt x="411" y="64"/>
                </a:lnTo>
                <a:lnTo>
                  <a:pt x="415" y="63"/>
                </a:lnTo>
                <a:lnTo>
                  <a:pt x="417" y="62"/>
                </a:lnTo>
                <a:lnTo>
                  <a:pt x="419" y="62"/>
                </a:lnTo>
                <a:lnTo>
                  <a:pt x="420" y="61"/>
                </a:lnTo>
                <a:lnTo>
                  <a:pt x="422" y="60"/>
                </a:lnTo>
                <a:lnTo>
                  <a:pt x="424" y="58"/>
                </a:lnTo>
                <a:lnTo>
                  <a:pt x="427" y="55"/>
                </a:lnTo>
                <a:lnTo>
                  <a:pt x="428" y="53"/>
                </a:lnTo>
                <a:lnTo>
                  <a:pt x="431" y="50"/>
                </a:lnTo>
                <a:lnTo>
                  <a:pt x="434" y="46"/>
                </a:lnTo>
                <a:lnTo>
                  <a:pt x="439" y="41"/>
                </a:lnTo>
                <a:lnTo>
                  <a:pt x="443" y="38"/>
                </a:lnTo>
                <a:lnTo>
                  <a:pt x="447" y="37"/>
                </a:lnTo>
                <a:lnTo>
                  <a:pt x="451" y="33"/>
                </a:lnTo>
                <a:lnTo>
                  <a:pt x="455" y="29"/>
                </a:lnTo>
                <a:lnTo>
                  <a:pt x="459" y="24"/>
                </a:lnTo>
                <a:lnTo>
                  <a:pt x="463" y="20"/>
                </a:lnTo>
                <a:lnTo>
                  <a:pt x="466" y="15"/>
                </a:lnTo>
                <a:lnTo>
                  <a:pt x="470" y="11"/>
                </a:lnTo>
                <a:lnTo>
                  <a:pt x="474" y="7"/>
                </a:lnTo>
                <a:lnTo>
                  <a:pt x="478" y="4"/>
                </a:lnTo>
                <a:lnTo>
                  <a:pt x="480" y="3"/>
                </a:lnTo>
                <a:lnTo>
                  <a:pt x="483" y="2"/>
                </a:lnTo>
                <a:lnTo>
                  <a:pt x="486" y="1"/>
                </a:lnTo>
                <a:lnTo>
                  <a:pt x="488" y="0"/>
                </a:lnTo>
                <a:lnTo>
                  <a:pt x="491" y="0"/>
                </a:lnTo>
                <a:lnTo>
                  <a:pt x="493" y="0"/>
                </a:lnTo>
                <a:lnTo>
                  <a:pt x="496" y="0"/>
                </a:lnTo>
                <a:lnTo>
                  <a:pt x="499" y="1"/>
                </a:lnTo>
                <a:lnTo>
                  <a:pt x="503" y="2"/>
                </a:lnTo>
                <a:lnTo>
                  <a:pt x="508" y="5"/>
                </a:lnTo>
                <a:lnTo>
                  <a:pt x="513" y="8"/>
                </a:lnTo>
                <a:lnTo>
                  <a:pt x="517" y="10"/>
                </a:lnTo>
                <a:lnTo>
                  <a:pt x="520" y="13"/>
                </a:lnTo>
                <a:lnTo>
                  <a:pt x="523" y="14"/>
                </a:lnTo>
                <a:lnTo>
                  <a:pt x="525" y="14"/>
                </a:lnTo>
                <a:lnTo>
                  <a:pt x="526" y="15"/>
                </a:lnTo>
                <a:lnTo>
                  <a:pt x="527" y="16"/>
                </a:lnTo>
                <a:lnTo>
                  <a:pt x="528" y="18"/>
                </a:lnTo>
                <a:lnTo>
                  <a:pt x="529" y="19"/>
                </a:lnTo>
                <a:lnTo>
                  <a:pt x="530" y="21"/>
                </a:lnTo>
                <a:lnTo>
                  <a:pt x="530" y="22"/>
                </a:lnTo>
                <a:lnTo>
                  <a:pt x="530" y="24"/>
                </a:lnTo>
                <a:lnTo>
                  <a:pt x="529" y="26"/>
                </a:lnTo>
                <a:lnTo>
                  <a:pt x="529" y="27"/>
                </a:lnTo>
                <a:lnTo>
                  <a:pt x="527" y="29"/>
                </a:lnTo>
                <a:lnTo>
                  <a:pt x="527" y="30"/>
                </a:lnTo>
                <a:lnTo>
                  <a:pt x="525" y="33"/>
                </a:lnTo>
                <a:lnTo>
                  <a:pt x="522" y="36"/>
                </a:lnTo>
                <a:lnTo>
                  <a:pt x="519" y="38"/>
                </a:lnTo>
                <a:lnTo>
                  <a:pt x="515" y="41"/>
                </a:lnTo>
                <a:lnTo>
                  <a:pt x="507" y="46"/>
                </a:lnTo>
                <a:lnTo>
                  <a:pt x="499" y="49"/>
                </a:lnTo>
                <a:lnTo>
                  <a:pt x="493" y="52"/>
                </a:lnTo>
                <a:lnTo>
                  <a:pt x="488" y="54"/>
                </a:lnTo>
                <a:lnTo>
                  <a:pt x="481" y="59"/>
                </a:lnTo>
                <a:lnTo>
                  <a:pt x="474" y="64"/>
                </a:lnTo>
                <a:lnTo>
                  <a:pt x="467" y="69"/>
                </a:lnTo>
                <a:lnTo>
                  <a:pt x="459" y="74"/>
                </a:lnTo>
                <a:lnTo>
                  <a:pt x="457" y="77"/>
                </a:lnTo>
                <a:lnTo>
                  <a:pt x="454" y="80"/>
                </a:lnTo>
                <a:lnTo>
                  <a:pt x="450" y="82"/>
                </a:lnTo>
                <a:lnTo>
                  <a:pt x="446" y="83"/>
                </a:lnTo>
                <a:lnTo>
                  <a:pt x="441" y="85"/>
                </a:lnTo>
                <a:lnTo>
                  <a:pt x="437" y="86"/>
                </a:lnTo>
                <a:lnTo>
                  <a:pt x="432" y="87"/>
                </a:lnTo>
                <a:lnTo>
                  <a:pt x="427" y="89"/>
                </a:lnTo>
                <a:lnTo>
                  <a:pt x="423" y="90"/>
                </a:lnTo>
                <a:lnTo>
                  <a:pt x="420" y="92"/>
                </a:lnTo>
                <a:lnTo>
                  <a:pt x="417" y="94"/>
                </a:lnTo>
                <a:lnTo>
                  <a:pt x="415" y="97"/>
                </a:lnTo>
                <a:lnTo>
                  <a:pt x="411" y="99"/>
                </a:lnTo>
                <a:lnTo>
                  <a:pt x="408" y="102"/>
                </a:lnTo>
                <a:lnTo>
                  <a:pt x="405" y="102"/>
                </a:lnTo>
                <a:lnTo>
                  <a:pt x="402" y="102"/>
                </a:lnTo>
                <a:lnTo>
                  <a:pt x="398" y="103"/>
                </a:lnTo>
                <a:lnTo>
                  <a:pt x="395" y="104"/>
                </a:lnTo>
                <a:lnTo>
                  <a:pt x="387" y="108"/>
                </a:lnTo>
                <a:lnTo>
                  <a:pt x="379" y="113"/>
                </a:lnTo>
                <a:lnTo>
                  <a:pt x="371" y="117"/>
                </a:lnTo>
                <a:lnTo>
                  <a:pt x="363" y="122"/>
                </a:lnTo>
                <a:lnTo>
                  <a:pt x="355" y="126"/>
                </a:lnTo>
                <a:lnTo>
                  <a:pt x="347" y="130"/>
                </a:lnTo>
                <a:lnTo>
                  <a:pt x="343" y="131"/>
                </a:lnTo>
                <a:lnTo>
                  <a:pt x="338" y="132"/>
                </a:lnTo>
                <a:lnTo>
                  <a:pt x="333" y="134"/>
                </a:lnTo>
                <a:lnTo>
                  <a:pt x="327" y="134"/>
                </a:lnTo>
                <a:lnTo>
                  <a:pt x="325" y="142"/>
                </a:lnTo>
                <a:lnTo>
                  <a:pt x="322" y="149"/>
                </a:lnTo>
                <a:lnTo>
                  <a:pt x="318" y="155"/>
                </a:lnTo>
                <a:lnTo>
                  <a:pt x="315" y="162"/>
                </a:lnTo>
                <a:lnTo>
                  <a:pt x="314" y="163"/>
                </a:lnTo>
                <a:lnTo>
                  <a:pt x="314" y="166"/>
                </a:lnTo>
                <a:lnTo>
                  <a:pt x="313" y="169"/>
                </a:lnTo>
                <a:lnTo>
                  <a:pt x="312" y="173"/>
                </a:lnTo>
                <a:lnTo>
                  <a:pt x="312" y="176"/>
                </a:lnTo>
                <a:lnTo>
                  <a:pt x="310" y="180"/>
                </a:lnTo>
                <a:lnTo>
                  <a:pt x="310" y="184"/>
                </a:lnTo>
                <a:lnTo>
                  <a:pt x="308" y="187"/>
                </a:lnTo>
                <a:lnTo>
                  <a:pt x="307" y="191"/>
                </a:lnTo>
                <a:lnTo>
                  <a:pt x="307" y="195"/>
                </a:lnTo>
                <a:lnTo>
                  <a:pt x="307" y="200"/>
                </a:lnTo>
                <a:lnTo>
                  <a:pt x="307" y="203"/>
                </a:lnTo>
                <a:lnTo>
                  <a:pt x="305" y="209"/>
                </a:lnTo>
                <a:lnTo>
                  <a:pt x="303" y="214"/>
                </a:lnTo>
                <a:lnTo>
                  <a:pt x="302" y="219"/>
                </a:lnTo>
                <a:lnTo>
                  <a:pt x="301" y="224"/>
                </a:lnTo>
                <a:lnTo>
                  <a:pt x="299" y="230"/>
                </a:lnTo>
                <a:lnTo>
                  <a:pt x="299" y="237"/>
                </a:lnTo>
                <a:lnTo>
                  <a:pt x="298" y="242"/>
                </a:lnTo>
                <a:lnTo>
                  <a:pt x="299" y="250"/>
                </a:lnTo>
                <a:lnTo>
                  <a:pt x="301" y="250"/>
                </a:lnTo>
                <a:lnTo>
                  <a:pt x="302" y="251"/>
                </a:lnTo>
                <a:lnTo>
                  <a:pt x="304" y="251"/>
                </a:lnTo>
                <a:lnTo>
                  <a:pt x="307" y="251"/>
                </a:lnTo>
                <a:lnTo>
                  <a:pt x="316" y="248"/>
                </a:lnTo>
                <a:lnTo>
                  <a:pt x="324" y="244"/>
                </a:lnTo>
                <a:lnTo>
                  <a:pt x="328" y="242"/>
                </a:lnTo>
                <a:lnTo>
                  <a:pt x="331" y="240"/>
                </a:lnTo>
                <a:lnTo>
                  <a:pt x="335" y="238"/>
                </a:lnTo>
                <a:lnTo>
                  <a:pt x="338" y="236"/>
                </a:lnTo>
                <a:lnTo>
                  <a:pt x="341" y="233"/>
                </a:lnTo>
                <a:lnTo>
                  <a:pt x="343" y="230"/>
                </a:lnTo>
                <a:lnTo>
                  <a:pt x="346" y="227"/>
                </a:lnTo>
                <a:lnTo>
                  <a:pt x="348" y="224"/>
                </a:lnTo>
                <a:lnTo>
                  <a:pt x="351" y="221"/>
                </a:lnTo>
                <a:lnTo>
                  <a:pt x="353" y="217"/>
                </a:lnTo>
                <a:lnTo>
                  <a:pt x="355" y="213"/>
                </a:lnTo>
                <a:lnTo>
                  <a:pt x="357" y="208"/>
                </a:lnTo>
                <a:lnTo>
                  <a:pt x="360" y="208"/>
                </a:lnTo>
                <a:lnTo>
                  <a:pt x="363" y="207"/>
                </a:lnTo>
                <a:lnTo>
                  <a:pt x="364" y="206"/>
                </a:lnTo>
                <a:lnTo>
                  <a:pt x="367" y="205"/>
                </a:lnTo>
                <a:lnTo>
                  <a:pt x="372" y="207"/>
                </a:lnTo>
                <a:lnTo>
                  <a:pt x="378" y="211"/>
                </a:lnTo>
                <a:lnTo>
                  <a:pt x="381" y="213"/>
                </a:lnTo>
                <a:lnTo>
                  <a:pt x="385" y="214"/>
                </a:lnTo>
                <a:lnTo>
                  <a:pt x="387" y="214"/>
                </a:lnTo>
                <a:lnTo>
                  <a:pt x="389" y="214"/>
                </a:lnTo>
                <a:lnTo>
                  <a:pt x="391" y="213"/>
                </a:lnTo>
                <a:lnTo>
                  <a:pt x="394" y="213"/>
                </a:lnTo>
                <a:lnTo>
                  <a:pt x="395" y="211"/>
                </a:lnTo>
                <a:lnTo>
                  <a:pt x="398" y="210"/>
                </a:lnTo>
                <a:lnTo>
                  <a:pt x="400" y="207"/>
                </a:lnTo>
                <a:lnTo>
                  <a:pt x="403" y="204"/>
                </a:lnTo>
                <a:lnTo>
                  <a:pt x="410" y="197"/>
                </a:lnTo>
                <a:lnTo>
                  <a:pt x="417" y="188"/>
                </a:lnTo>
                <a:lnTo>
                  <a:pt x="424" y="179"/>
                </a:lnTo>
                <a:lnTo>
                  <a:pt x="431" y="170"/>
                </a:lnTo>
                <a:lnTo>
                  <a:pt x="435" y="164"/>
                </a:lnTo>
                <a:lnTo>
                  <a:pt x="439" y="159"/>
                </a:lnTo>
                <a:lnTo>
                  <a:pt x="442" y="150"/>
                </a:lnTo>
                <a:lnTo>
                  <a:pt x="444" y="141"/>
                </a:lnTo>
                <a:lnTo>
                  <a:pt x="446" y="137"/>
                </a:lnTo>
                <a:lnTo>
                  <a:pt x="447" y="134"/>
                </a:lnTo>
                <a:lnTo>
                  <a:pt x="448" y="131"/>
                </a:lnTo>
                <a:lnTo>
                  <a:pt x="450" y="130"/>
                </a:lnTo>
                <a:lnTo>
                  <a:pt x="451" y="128"/>
                </a:lnTo>
                <a:lnTo>
                  <a:pt x="454" y="126"/>
                </a:lnTo>
                <a:lnTo>
                  <a:pt x="457" y="127"/>
                </a:lnTo>
                <a:lnTo>
                  <a:pt x="461" y="127"/>
                </a:lnTo>
                <a:lnTo>
                  <a:pt x="465" y="128"/>
                </a:lnTo>
                <a:lnTo>
                  <a:pt x="469" y="129"/>
                </a:lnTo>
                <a:lnTo>
                  <a:pt x="471" y="132"/>
                </a:lnTo>
                <a:lnTo>
                  <a:pt x="473" y="134"/>
                </a:lnTo>
                <a:lnTo>
                  <a:pt x="475" y="138"/>
                </a:lnTo>
                <a:lnTo>
                  <a:pt x="478" y="140"/>
                </a:lnTo>
                <a:lnTo>
                  <a:pt x="478" y="144"/>
                </a:lnTo>
                <a:lnTo>
                  <a:pt x="479" y="147"/>
                </a:lnTo>
                <a:lnTo>
                  <a:pt x="479" y="151"/>
                </a:lnTo>
                <a:lnTo>
                  <a:pt x="478" y="155"/>
                </a:lnTo>
                <a:lnTo>
                  <a:pt x="478" y="162"/>
                </a:lnTo>
                <a:lnTo>
                  <a:pt x="478" y="168"/>
                </a:lnTo>
                <a:lnTo>
                  <a:pt x="480" y="169"/>
                </a:lnTo>
                <a:lnTo>
                  <a:pt x="483" y="170"/>
                </a:lnTo>
                <a:lnTo>
                  <a:pt x="486" y="168"/>
                </a:lnTo>
                <a:lnTo>
                  <a:pt x="491" y="166"/>
                </a:lnTo>
                <a:lnTo>
                  <a:pt x="498" y="162"/>
                </a:lnTo>
                <a:lnTo>
                  <a:pt x="506" y="159"/>
                </a:lnTo>
                <a:lnTo>
                  <a:pt x="511" y="158"/>
                </a:lnTo>
                <a:lnTo>
                  <a:pt x="515" y="156"/>
                </a:lnTo>
                <a:lnTo>
                  <a:pt x="519" y="155"/>
                </a:lnTo>
                <a:lnTo>
                  <a:pt x="523" y="154"/>
                </a:lnTo>
                <a:lnTo>
                  <a:pt x="527" y="154"/>
                </a:lnTo>
                <a:lnTo>
                  <a:pt x="531" y="154"/>
                </a:lnTo>
                <a:lnTo>
                  <a:pt x="535" y="154"/>
                </a:lnTo>
                <a:lnTo>
                  <a:pt x="537" y="155"/>
                </a:lnTo>
                <a:lnTo>
                  <a:pt x="539" y="156"/>
                </a:lnTo>
                <a:lnTo>
                  <a:pt x="542" y="158"/>
                </a:lnTo>
                <a:lnTo>
                  <a:pt x="544" y="159"/>
                </a:lnTo>
                <a:lnTo>
                  <a:pt x="547" y="162"/>
                </a:lnTo>
                <a:lnTo>
                  <a:pt x="548" y="164"/>
                </a:lnTo>
                <a:lnTo>
                  <a:pt x="550" y="166"/>
                </a:lnTo>
                <a:lnTo>
                  <a:pt x="551" y="170"/>
                </a:lnTo>
                <a:lnTo>
                  <a:pt x="551" y="174"/>
                </a:lnTo>
                <a:lnTo>
                  <a:pt x="542" y="178"/>
                </a:lnTo>
                <a:lnTo>
                  <a:pt x="531" y="183"/>
                </a:lnTo>
                <a:lnTo>
                  <a:pt x="526" y="186"/>
                </a:lnTo>
                <a:lnTo>
                  <a:pt x="521" y="189"/>
                </a:lnTo>
                <a:lnTo>
                  <a:pt x="516" y="191"/>
                </a:lnTo>
                <a:lnTo>
                  <a:pt x="512" y="194"/>
                </a:lnTo>
                <a:lnTo>
                  <a:pt x="511" y="195"/>
                </a:lnTo>
                <a:lnTo>
                  <a:pt x="509" y="196"/>
                </a:lnTo>
                <a:lnTo>
                  <a:pt x="507" y="196"/>
                </a:lnTo>
                <a:lnTo>
                  <a:pt x="504" y="196"/>
                </a:lnTo>
                <a:lnTo>
                  <a:pt x="502" y="195"/>
                </a:lnTo>
                <a:lnTo>
                  <a:pt x="499" y="195"/>
                </a:lnTo>
                <a:lnTo>
                  <a:pt x="498" y="196"/>
                </a:lnTo>
                <a:lnTo>
                  <a:pt x="495" y="196"/>
                </a:lnTo>
                <a:lnTo>
                  <a:pt x="488" y="200"/>
                </a:lnTo>
                <a:lnTo>
                  <a:pt x="479" y="203"/>
                </a:lnTo>
                <a:lnTo>
                  <a:pt x="471" y="207"/>
                </a:lnTo>
                <a:lnTo>
                  <a:pt x="464" y="210"/>
                </a:lnTo>
                <a:lnTo>
                  <a:pt x="460" y="211"/>
                </a:lnTo>
                <a:lnTo>
                  <a:pt x="455" y="212"/>
                </a:lnTo>
                <a:lnTo>
                  <a:pt x="451" y="213"/>
                </a:lnTo>
                <a:lnTo>
                  <a:pt x="446" y="213"/>
                </a:lnTo>
                <a:lnTo>
                  <a:pt x="439" y="215"/>
                </a:lnTo>
                <a:lnTo>
                  <a:pt x="431" y="219"/>
                </a:lnTo>
                <a:lnTo>
                  <a:pt x="427" y="221"/>
                </a:lnTo>
                <a:lnTo>
                  <a:pt x="423" y="223"/>
                </a:lnTo>
                <a:lnTo>
                  <a:pt x="419" y="225"/>
                </a:lnTo>
                <a:lnTo>
                  <a:pt x="417" y="226"/>
                </a:lnTo>
                <a:lnTo>
                  <a:pt x="413" y="230"/>
                </a:lnTo>
                <a:lnTo>
                  <a:pt x="409" y="234"/>
                </a:lnTo>
                <a:lnTo>
                  <a:pt x="405" y="238"/>
                </a:lnTo>
                <a:lnTo>
                  <a:pt x="402" y="243"/>
                </a:lnTo>
                <a:lnTo>
                  <a:pt x="395" y="253"/>
                </a:lnTo>
                <a:lnTo>
                  <a:pt x="389" y="263"/>
                </a:lnTo>
                <a:lnTo>
                  <a:pt x="383" y="273"/>
                </a:lnTo>
                <a:lnTo>
                  <a:pt x="378" y="282"/>
                </a:lnTo>
                <a:lnTo>
                  <a:pt x="375" y="287"/>
                </a:lnTo>
                <a:lnTo>
                  <a:pt x="371" y="291"/>
                </a:lnTo>
                <a:lnTo>
                  <a:pt x="368" y="295"/>
                </a:lnTo>
                <a:lnTo>
                  <a:pt x="364" y="298"/>
                </a:lnTo>
                <a:lnTo>
                  <a:pt x="363" y="303"/>
                </a:lnTo>
                <a:lnTo>
                  <a:pt x="363" y="309"/>
                </a:lnTo>
                <a:lnTo>
                  <a:pt x="362" y="314"/>
                </a:lnTo>
                <a:lnTo>
                  <a:pt x="361" y="320"/>
                </a:lnTo>
                <a:lnTo>
                  <a:pt x="359" y="326"/>
                </a:lnTo>
                <a:lnTo>
                  <a:pt x="359" y="332"/>
                </a:lnTo>
                <a:lnTo>
                  <a:pt x="359" y="334"/>
                </a:lnTo>
                <a:lnTo>
                  <a:pt x="359" y="337"/>
                </a:lnTo>
                <a:lnTo>
                  <a:pt x="359" y="338"/>
                </a:lnTo>
                <a:lnTo>
                  <a:pt x="360" y="340"/>
                </a:lnTo>
                <a:lnTo>
                  <a:pt x="363" y="342"/>
                </a:lnTo>
                <a:lnTo>
                  <a:pt x="364" y="345"/>
                </a:lnTo>
                <a:lnTo>
                  <a:pt x="367" y="345"/>
                </a:lnTo>
                <a:lnTo>
                  <a:pt x="371" y="344"/>
                </a:lnTo>
                <a:lnTo>
                  <a:pt x="374" y="343"/>
                </a:lnTo>
                <a:lnTo>
                  <a:pt x="378" y="342"/>
                </a:lnTo>
                <a:lnTo>
                  <a:pt x="383" y="340"/>
                </a:lnTo>
                <a:lnTo>
                  <a:pt x="390" y="337"/>
                </a:lnTo>
                <a:lnTo>
                  <a:pt x="401" y="330"/>
                </a:lnTo>
                <a:lnTo>
                  <a:pt x="411" y="324"/>
                </a:lnTo>
                <a:lnTo>
                  <a:pt x="415" y="322"/>
                </a:lnTo>
                <a:lnTo>
                  <a:pt x="418" y="322"/>
                </a:lnTo>
                <a:lnTo>
                  <a:pt x="422" y="321"/>
                </a:lnTo>
                <a:lnTo>
                  <a:pt x="425" y="320"/>
                </a:lnTo>
                <a:lnTo>
                  <a:pt x="428" y="320"/>
                </a:lnTo>
                <a:lnTo>
                  <a:pt x="431" y="318"/>
                </a:lnTo>
                <a:lnTo>
                  <a:pt x="435" y="318"/>
                </a:lnTo>
                <a:lnTo>
                  <a:pt x="439" y="316"/>
                </a:lnTo>
                <a:lnTo>
                  <a:pt x="442" y="314"/>
                </a:lnTo>
                <a:lnTo>
                  <a:pt x="446" y="312"/>
                </a:lnTo>
                <a:lnTo>
                  <a:pt x="450" y="310"/>
                </a:lnTo>
                <a:lnTo>
                  <a:pt x="454" y="308"/>
                </a:lnTo>
                <a:lnTo>
                  <a:pt x="457" y="307"/>
                </a:lnTo>
                <a:lnTo>
                  <a:pt x="461" y="306"/>
                </a:lnTo>
                <a:lnTo>
                  <a:pt x="464" y="306"/>
                </a:lnTo>
                <a:lnTo>
                  <a:pt x="468" y="306"/>
                </a:lnTo>
                <a:lnTo>
                  <a:pt x="478" y="299"/>
                </a:lnTo>
                <a:lnTo>
                  <a:pt x="487" y="293"/>
                </a:lnTo>
                <a:lnTo>
                  <a:pt x="498" y="286"/>
                </a:lnTo>
                <a:lnTo>
                  <a:pt x="507" y="279"/>
                </a:lnTo>
                <a:lnTo>
                  <a:pt x="508" y="279"/>
                </a:lnTo>
                <a:lnTo>
                  <a:pt x="510" y="278"/>
                </a:lnTo>
                <a:lnTo>
                  <a:pt x="511" y="278"/>
                </a:lnTo>
                <a:lnTo>
                  <a:pt x="514" y="278"/>
                </a:lnTo>
                <a:lnTo>
                  <a:pt x="519" y="278"/>
                </a:lnTo>
                <a:lnTo>
                  <a:pt x="523" y="278"/>
                </a:lnTo>
                <a:lnTo>
                  <a:pt x="534" y="279"/>
                </a:lnTo>
                <a:lnTo>
                  <a:pt x="543" y="279"/>
                </a:lnTo>
                <a:lnTo>
                  <a:pt x="543" y="281"/>
                </a:lnTo>
                <a:lnTo>
                  <a:pt x="544" y="282"/>
                </a:lnTo>
                <a:lnTo>
                  <a:pt x="546" y="283"/>
                </a:lnTo>
                <a:lnTo>
                  <a:pt x="547" y="285"/>
                </a:lnTo>
                <a:lnTo>
                  <a:pt x="551" y="287"/>
                </a:lnTo>
                <a:lnTo>
                  <a:pt x="554" y="289"/>
                </a:lnTo>
                <a:lnTo>
                  <a:pt x="554" y="292"/>
                </a:lnTo>
                <a:lnTo>
                  <a:pt x="554" y="296"/>
                </a:lnTo>
                <a:lnTo>
                  <a:pt x="550" y="298"/>
                </a:lnTo>
                <a:lnTo>
                  <a:pt x="546" y="302"/>
                </a:lnTo>
                <a:lnTo>
                  <a:pt x="542" y="305"/>
                </a:lnTo>
                <a:lnTo>
                  <a:pt x="538" y="308"/>
                </a:lnTo>
                <a:lnTo>
                  <a:pt x="533" y="309"/>
                </a:lnTo>
                <a:lnTo>
                  <a:pt x="528" y="310"/>
                </a:lnTo>
                <a:lnTo>
                  <a:pt x="524" y="311"/>
                </a:lnTo>
                <a:lnTo>
                  <a:pt x="519" y="312"/>
                </a:lnTo>
                <a:lnTo>
                  <a:pt x="516" y="314"/>
                </a:lnTo>
                <a:lnTo>
                  <a:pt x="513" y="315"/>
                </a:lnTo>
                <a:lnTo>
                  <a:pt x="511" y="318"/>
                </a:lnTo>
                <a:lnTo>
                  <a:pt x="508" y="319"/>
                </a:lnTo>
                <a:lnTo>
                  <a:pt x="504" y="319"/>
                </a:lnTo>
                <a:lnTo>
                  <a:pt x="501" y="319"/>
                </a:lnTo>
                <a:lnTo>
                  <a:pt x="495" y="322"/>
                </a:lnTo>
                <a:lnTo>
                  <a:pt x="488" y="324"/>
                </a:lnTo>
                <a:lnTo>
                  <a:pt x="481" y="327"/>
                </a:lnTo>
                <a:lnTo>
                  <a:pt x="475" y="329"/>
                </a:lnTo>
                <a:lnTo>
                  <a:pt x="472" y="329"/>
                </a:lnTo>
                <a:lnTo>
                  <a:pt x="470" y="329"/>
                </a:lnTo>
                <a:lnTo>
                  <a:pt x="467" y="329"/>
                </a:lnTo>
                <a:lnTo>
                  <a:pt x="464" y="329"/>
                </a:lnTo>
                <a:lnTo>
                  <a:pt x="454" y="334"/>
                </a:lnTo>
                <a:lnTo>
                  <a:pt x="443" y="341"/>
                </a:lnTo>
                <a:lnTo>
                  <a:pt x="431" y="346"/>
                </a:lnTo>
                <a:lnTo>
                  <a:pt x="420" y="351"/>
                </a:lnTo>
                <a:lnTo>
                  <a:pt x="411" y="354"/>
                </a:lnTo>
                <a:lnTo>
                  <a:pt x="402" y="357"/>
                </a:lnTo>
                <a:lnTo>
                  <a:pt x="392" y="359"/>
                </a:lnTo>
                <a:lnTo>
                  <a:pt x="383" y="362"/>
                </a:lnTo>
                <a:lnTo>
                  <a:pt x="378" y="363"/>
                </a:lnTo>
                <a:lnTo>
                  <a:pt x="374" y="365"/>
                </a:lnTo>
                <a:lnTo>
                  <a:pt x="370" y="367"/>
                </a:lnTo>
                <a:lnTo>
                  <a:pt x="365" y="368"/>
                </a:lnTo>
                <a:lnTo>
                  <a:pt x="362" y="371"/>
                </a:lnTo>
                <a:lnTo>
                  <a:pt x="358" y="373"/>
                </a:lnTo>
                <a:lnTo>
                  <a:pt x="355" y="375"/>
                </a:lnTo>
                <a:lnTo>
                  <a:pt x="352" y="379"/>
                </a:lnTo>
                <a:lnTo>
                  <a:pt x="351" y="382"/>
                </a:lnTo>
                <a:lnTo>
                  <a:pt x="349" y="385"/>
                </a:lnTo>
                <a:lnTo>
                  <a:pt x="347" y="390"/>
                </a:lnTo>
                <a:lnTo>
                  <a:pt x="346" y="395"/>
                </a:lnTo>
                <a:lnTo>
                  <a:pt x="344" y="405"/>
                </a:lnTo>
                <a:lnTo>
                  <a:pt x="343" y="416"/>
                </a:lnTo>
                <a:lnTo>
                  <a:pt x="343" y="427"/>
                </a:lnTo>
                <a:lnTo>
                  <a:pt x="341" y="439"/>
                </a:lnTo>
                <a:lnTo>
                  <a:pt x="340" y="444"/>
                </a:lnTo>
                <a:lnTo>
                  <a:pt x="339" y="449"/>
                </a:lnTo>
                <a:lnTo>
                  <a:pt x="339" y="453"/>
                </a:lnTo>
                <a:lnTo>
                  <a:pt x="337" y="457"/>
                </a:lnTo>
                <a:lnTo>
                  <a:pt x="337" y="461"/>
                </a:lnTo>
                <a:lnTo>
                  <a:pt x="337" y="465"/>
                </a:lnTo>
                <a:lnTo>
                  <a:pt x="337" y="469"/>
                </a:lnTo>
                <a:lnTo>
                  <a:pt x="336" y="473"/>
                </a:lnTo>
                <a:lnTo>
                  <a:pt x="339" y="476"/>
                </a:lnTo>
                <a:lnTo>
                  <a:pt x="340" y="479"/>
                </a:lnTo>
                <a:lnTo>
                  <a:pt x="346" y="479"/>
                </a:lnTo>
                <a:lnTo>
                  <a:pt x="353" y="479"/>
                </a:lnTo>
                <a:lnTo>
                  <a:pt x="362" y="477"/>
                </a:lnTo>
                <a:lnTo>
                  <a:pt x="371" y="476"/>
                </a:lnTo>
                <a:lnTo>
                  <a:pt x="379" y="475"/>
                </a:lnTo>
                <a:lnTo>
                  <a:pt x="387" y="475"/>
                </a:lnTo>
                <a:lnTo>
                  <a:pt x="390" y="475"/>
                </a:lnTo>
                <a:lnTo>
                  <a:pt x="393" y="475"/>
                </a:lnTo>
                <a:lnTo>
                  <a:pt x="395" y="476"/>
                </a:lnTo>
                <a:lnTo>
                  <a:pt x="397" y="477"/>
                </a:lnTo>
                <a:lnTo>
                  <a:pt x="401" y="480"/>
                </a:lnTo>
                <a:lnTo>
                  <a:pt x="405" y="483"/>
                </a:lnTo>
                <a:lnTo>
                  <a:pt x="410" y="487"/>
                </a:lnTo>
                <a:lnTo>
                  <a:pt x="415" y="490"/>
                </a:lnTo>
                <a:lnTo>
                  <a:pt x="415" y="493"/>
                </a:lnTo>
                <a:lnTo>
                  <a:pt x="415" y="495"/>
                </a:lnTo>
                <a:lnTo>
                  <a:pt x="415" y="497"/>
                </a:lnTo>
                <a:lnTo>
                  <a:pt x="414" y="499"/>
                </a:lnTo>
                <a:lnTo>
                  <a:pt x="413" y="502"/>
                </a:lnTo>
                <a:lnTo>
                  <a:pt x="412" y="503"/>
                </a:lnTo>
                <a:lnTo>
                  <a:pt x="411" y="506"/>
                </a:lnTo>
                <a:lnTo>
                  <a:pt x="410" y="507"/>
                </a:lnTo>
                <a:lnTo>
                  <a:pt x="407" y="511"/>
                </a:lnTo>
                <a:lnTo>
                  <a:pt x="404" y="513"/>
                </a:lnTo>
                <a:lnTo>
                  <a:pt x="401" y="516"/>
                </a:lnTo>
                <a:lnTo>
                  <a:pt x="397" y="519"/>
                </a:lnTo>
                <a:lnTo>
                  <a:pt x="381" y="527"/>
                </a:lnTo>
                <a:lnTo>
                  <a:pt x="367" y="535"/>
                </a:lnTo>
                <a:lnTo>
                  <a:pt x="361" y="535"/>
                </a:lnTo>
                <a:lnTo>
                  <a:pt x="357" y="535"/>
                </a:lnTo>
                <a:lnTo>
                  <a:pt x="351" y="538"/>
                </a:lnTo>
                <a:lnTo>
                  <a:pt x="345" y="541"/>
                </a:lnTo>
                <a:lnTo>
                  <a:pt x="342" y="543"/>
                </a:lnTo>
                <a:lnTo>
                  <a:pt x="339" y="544"/>
                </a:lnTo>
                <a:lnTo>
                  <a:pt x="337" y="547"/>
                </a:lnTo>
                <a:lnTo>
                  <a:pt x="335" y="549"/>
                </a:lnTo>
                <a:lnTo>
                  <a:pt x="334" y="551"/>
                </a:lnTo>
                <a:lnTo>
                  <a:pt x="334" y="553"/>
                </a:lnTo>
                <a:lnTo>
                  <a:pt x="333" y="555"/>
                </a:lnTo>
                <a:lnTo>
                  <a:pt x="334" y="557"/>
                </a:lnTo>
                <a:lnTo>
                  <a:pt x="335" y="561"/>
                </a:lnTo>
                <a:lnTo>
                  <a:pt x="335" y="566"/>
                </a:lnTo>
                <a:lnTo>
                  <a:pt x="337" y="571"/>
                </a:lnTo>
                <a:lnTo>
                  <a:pt x="337" y="575"/>
                </a:lnTo>
                <a:lnTo>
                  <a:pt x="337" y="578"/>
                </a:lnTo>
                <a:lnTo>
                  <a:pt x="337" y="581"/>
                </a:lnTo>
                <a:lnTo>
                  <a:pt x="337" y="583"/>
                </a:lnTo>
                <a:lnTo>
                  <a:pt x="336" y="586"/>
                </a:lnTo>
                <a:lnTo>
                  <a:pt x="335" y="589"/>
                </a:lnTo>
                <a:lnTo>
                  <a:pt x="335" y="591"/>
                </a:lnTo>
                <a:lnTo>
                  <a:pt x="335" y="595"/>
                </a:lnTo>
                <a:lnTo>
                  <a:pt x="335" y="597"/>
                </a:lnTo>
                <a:lnTo>
                  <a:pt x="335" y="603"/>
                </a:lnTo>
                <a:lnTo>
                  <a:pt x="335" y="609"/>
                </a:lnTo>
                <a:lnTo>
                  <a:pt x="338" y="621"/>
                </a:lnTo>
                <a:lnTo>
                  <a:pt x="340" y="631"/>
                </a:lnTo>
                <a:lnTo>
                  <a:pt x="341" y="635"/>
                </a:lnTo>
                <a:lnTo>
                  <a:pt x="342" y="641"/>
                </a:lnTo>
                <a:lnTo>
                  <a:pt x="343" y="648"/>
                </a:lnTo>
                <a:lnTo>
                  <a:pt x="343" y="655"/>
                </a:lnTo>
                <a:lnTo>
                  <a:pt x="343" y="671"/>
                </a:lnTo>
                <a:lnTo>
                  <a:pt x="343" y="680"/>
                </a:lnTo>
                <a:lnTo>
                  <a:pt x="342" y="683"/>
                </a:lnTo>
                <a:lnTo>
                  <a:pt x="342" y="687"/>
                </a:lnTo>
                <a:lnTo>
                  <a:pt x="341" y="690"/>
                </a:lnTo>
                <a:lnTo>
                  <a:pt x="340" y="693"/>
                </a:lnTo>
                <a:lnTo>
                  <a:pt x="343" y="699"/>
                </a:lnTo>
                <a:lnTo>
                  <a:pt x="343" y="704"/>
                </a:lnTo>
                <a:lnTo>
                  <a:pt x="344" y="707"/>
                </a:lnTo>
                <a:lnTo>
                  <a:pt x="344" y="710"/>
                </a:lnTo>
                <a:lnTo>
                  <a:pt x="343" y="713"/>
                </a:lnTo>
                <a:lnTo>
                  <a:pt x="343" y="716"/>
                </a:lnTo>
                <a:lnTo>
                  <a:pt x="342" y="721"/>
                </a:lnTo>
                <a:lnTo>
                  <a:pt x="342" y="726"/>
                </a:lnTo>
                <a:lnTo>
                  <a:pt x="342" y="730"/>
                </a:lnTo>
                <a:lnTo>
                  <a:pt x="342" y="735"/>
                </a:lnTo>
                <a:lnTo>
                  <a:pt x="342" y="743"/>
                </a:lnTo>
                <a:lnTo>
                  <a:pt x="342" y="750"/>
                </a:lnTo>
                <a:lnTo>
                  <a:pt x="341" y="753"/>
                </a:lnTo>
                <a:lnTo>
                  <a:pt x="340" y="755"/>
                </a:lnTo>
                <a:lnTo>
                  <a:pt x="339" y="757"/>
                </a:lnTo>
                <a:lnTo>
                  <a:pt x="339" y="758"/>
                </a:lnTo>
                <a:lnTo>
                  <a:pt x="338" y="759"/>
                </a:lnTo>
                <a:lnTo>
                  <a:pt x="337" y="759"/>
                </a:lnTo>
                <a:lnTo>
                  <a:pt x="335" y="760"/>
                </a:lnTo>
                <a:lnTo>
                  <a:pt x="334" y="761"/>
                </a:lnTo>
                <a:lnTo>
                  <a:pt x="332" y="762"/>
                </a:lnTo>
                <a:lnTo>
                  <a:pt x="330" y="762"/>
                </a:lnTo>
                <a:lnTo>
                  <a:pt x="326" y="763"/>
                </a:lnTo>
                <a:lnTo>
                  <a:pt x="319" y="763"/>
                </a:lnTo>
                <a:lnTo>
                  <a:pt x="315" y="757"/>
                </a:lnTo>
                <a:lnTo>
                  <a:pt x="312" y="751"/>
                </a:lnTo>
                <a:lnTo>
                  <a:pt x="309" y="744"/>
                </a:lnTo>
                <a:lnTo>
                  <a:pt x="306" y="736"/>
                </a:lnTo>
                <a:lnTo>
                  <a:pt x="302" y="736"/>
                </a:lnTo>
                <a:lnTo>
                  <a:pt x="299" y="736"/>
                </a:lnTo>
                <a:lnTo>
                  <a:pt x="296" y="737"/>
                </a:lnTo>
                <a:lnTo>
                  <a:pt x="292" y="737"/>
                </a:lnTo>
                <a:lnTo>
                  <a:pt x="290" y="734"/>
                </a:lnTo>
                <a:lnTo>
                  <a:pt x="290" y="730"/>
                </a:lnTo>
                <a:lnTo>
                  <a:pt x="288" y="726"/>
                </a:lnTo>
                <a:lnTo>
                  <a:pt x="287" y="723"/>
                </a:lnTo>
                <a:lnTo>
                  <a:pt x="281" y="716"/>
                </a:lnTo>
                <a:lnTo>
                  <a:pt x="276" y="711"/>
                </a:lnTo>
                <a:lnTo>
                  <a:pt x="275" y="709"/>
                </a:lnTo>
                <a:lnTo>
                  <a:pt x="274" y="707"/>
                </a:lnTo>
                <a:lnTo>
                  <a:pt x="274" y="705"/>
                </a:lnTo>
                <a:lnTo>
                  <a:pt x="273" y="703"/>
                </a:lnTo>
                <a:lnTo>
                  <a:pt x="272" y="700"/>
                </a:lnTo>
                <a:lnTo>
                  <a:pt x="272" y="697"/>
                </a:lnTo>
                <a:lnTo>
                  <a:pt x="272" y="694"/>
                </a:lnTo>
                <a:lnTo>
                  <a:pt x="271" y="690"/>
                </a:lnTo>
                <a:lnTo>
                  <a:pt x="275" y="688"/>
                </a:lnTo>
                <a:lnTo>
                  <a:pt x="278" y="686"/>
                </a:lnTo>
                <a:lnTo>
                  <a:pt x="281" y="684"/>
                </a:lnTo>
                <a:lnTo>
                  <a:pt x="283" y="682"/>
                </a:lnTo>
                <a:lnTo>
                  <a:pt x="286" y="679"/>
                </a:lnTo>
                <a:lnTo>
                  <a:pt x="288" y="676"/>
                </a:lnTo>
                <a:lnTo>
                  <a:pt x="290" y="673"/>
                </a:lnTo>
                <a:lnTo>
                  <a:pt x="292" y="670"/>
                </a:lnTo>
                <a:lnTo>
                  <a:pt x="294" y="667"/>
                </a:lnTo>
                <a:lnTo>
                  <a:pt x="295" y="663"/>
                </a:lnTo>
                <a:lnTo>
                  <a:pt x="296" y="659"/>
                </a:lnTo>
                <a:lnTo>
                  <a:pt x="298" y="656"/>
                </a:lnTo>
                <a:lnTo>
                  <a:pt x="299" y="648"/>
                </a:lnTo>
                <a:lnTo>
                  <a:pt x="301" y="640"/>
                </a:lnTo>
                <a:lnTo>
                  <a:pt x="302" y="632"/>
                </a:lnTo>
                <a:lnTo>
                  <a:pt x="302" y="623"/>
                </a:lnTo>
                <a:lnTo>
                  <a:pt x="302" y="615"/>
                </a:lnTo>
                <a:lnTo>
                  <a:pt x="302" y="606"/>
                </a:lnTo>
                <a:lnTo>
                  <a:pt x="301" y="589"/>
                </a:lnTo>
                <a:lnTo>
                  <a:pt x="299" y="572"/>
                </a:lnTo>
                <a:lnTo>
                  <a:pt x="298" y="571"/>
                </a:lnTo>
                <a:lnTo>
                  <a:pt x="296" y="571"/>
                </a:lnTo>
                <a:lnTo>
                  <a:pt x="295" y="571"/>
                </a:lnTo>
                <a:lnTo>
                  <a:pt x="292" y="570"/>
                </a:lnTo>
                <a:lnTo>
                  <a:pt x="290" y="569"/>
                </a:lnTo>
                <a:lnTo>
                  <a:pt x="289" y="569"/>
                </a:lnTo>
                <a:lnTo>
                  <a:pt x="287" y="569"/>
                </a:lnTo>
                <a:lnTo>
                  <a:pt x="286" y="569"/>
                </a:lnTo>
                <a:lnTo>
                  <a:pt x="283" y="569"/>
                </a:lnTo>
                <a:lnTo>
                  <a:pt x="282" y="569"/>
                </a:lnTo>
                <a:lnTo>
                  <a:pt x="280" y="570"/>
                </a:lnTo>
                <a:lnTo>
                  <a:pt x="278" y="571"/>
                </a:lnTo>
                <a:lnTo>
                  <a:pt x="274" y="572"/>
                </a:lnTo>
                <a:lnTo>
                  <a:pt x="270" y="575"/>
                </a:lnTo>
                <a:lnTo>
                  <a:pt x="266" y="578"/>
                </a:lnTo>
                <a:lnTo>
                  <a:pt x="262" y="581"/>
                </a:lnTo>
                <a:lnTo>
                  <a:pt x="259" y="584"/>
                </a:lnTo>
                <a:lnTo>
                  <a:pt x="256" y="588"/>
                </a:lnTo>
                <a:lnTo>
                  <a:pt x="253" y="591"/>
                </a:lnTo>
                <a:lnTo>
                  <a:pt x="250" y="595"/>
                </a:lnTo>
                <a:lnTo>
                  <a:pt x="247" y="599"/>
                </a:lnTo>
                <a:lnTo>
                  <a:pt x="246" y="602"/>
                </a:lnTo>
                <a:lnTo>
                  <a:pt x="244" y="604"/>
                </a:lnTo>
                <a:lnTo>
                  <a:pt x="243" y="607"/>
                </a:lnTo>
                <a:lnTo>
                  <a:pt x="238" y="607"/>
                </a:lnTo>
                <a:lnTo>
                  <a:pt x="234" y="607"/>
                </a:lnTo>
                <a:lnTo>
                  <a:pt x="229" y="607"/>
                </a:lnTo>
                <a:lnTo>
                  <a:pt x="225" y="607"/>
                </a:lnTo>
                <a:lnTo>
                  <a:pt x="216" y="606"/>
                </a:lnTo>
                <a:lnTo>
                  <a:pt x="206" y="605"/>
                </a:lnTo>
                <a:lnTo>
                  <a:pt x="206" y="602"/>
                </a:lnTo>
                <a:lnTo>
                  <a:pt x="204" y="599"/>
                </a:lnTo>
                <a:lnTo>
                  <a:pt x="202" y="597"/>
                </a:lnTo>
                <a:lnTo>
                  <a:pt x="200" y="595"/>
                </a:lnTo>
                <a:lnTo>
                  <a:pt x="196" y="591"/>
                </a:lnTo>
                <a:lnTo>
                  <a:pt x="192" y="587"/>
                </a:lnTo>
                <a:lnTo>
                  <a:pt x="192" y="583"/>
                </a:lnTo>
                <a:lnTo>
                  <a:pt x="193" y="579"/>
                </a:lnTo>
                <a:lnTo>
                  <a:pt x="194" y="575"/>
                </a:lnTo>
                <a:lnTo>
                  <a:pt x="194" y="571"/>
                </a:lnTo>
                <a:lnTo>
                  <a:pt x="196" y="568"/>
                </a:lnTo>
                <a:lnTo>
                  <a:pt x="198" y="565"/>
                </a:lnTo>
                <a:lnTo>
                  <a:pt x="200" y="562"/>
                </a:lnTo>
                <a:lnTo>
                  <a:pt x="202" y="559"/>
                </a:lnTo>
                <a:lnTo>
                  <a:pt x="205" y="556"/>
                </a:lnTo>
                <a:lnTo>
                  <a:pt x="207" y="554"/>
                </a:lnTo>
                <a:lnTo>
                  <a:pt x="210" y="551"/>
                </a:lnTo>
                <a:lnTo>
                  <a:pt x="214" y="548"/>
                </a:lnTo>
                <a:lnTo>
                  <a:pt x="220" y="544"/>
                </a:lnTo>
                <a:lnTo>
                  <a:pt x="226" y="539"/>
                </a:lnTo>
                <a:lnTo>
                  <a:pt x="234" y="535"/>
                </a:lnTo>
                <a:lnTo>
                  <a:pt x="242" y="532"/>
                </a:lnTo>
                <a:lnTo>
                  <a:pt x="249" y="529"/>
                </a:lnTo>
                <a:lnTo>
                  <a:pt x="257" y="526"/>
                </a:lnTo>
                <a:lnTo>
                  <a:pt x="264" y="522"/>
                </a:lnTo>
                <a:lnTo>
                  <a:pt x="270" y="519"/>
                </a:lnTo>
                <a:lnTo>
                  <a:pt x="277" y="515"/>
                </a:lnTo>
                <a:lnTo>
                  <a:pt x="282" y="511"/>
                </a:lnTo>
                <a:lnTo>
                  <a:pt x="286" y="509"/>
                </a:lnTo>
                <a:lnTo>
                  <a:pt x="290" y="507"/>
                </a:lnTo>
                <a:lnTo>
                  <a:pt x="294" y="507"/>
                </a:lnTo>
                <a:lnTo>
                  <a:pt x="297" y="506"/>
                </a:lnTo>
                <a:lnTo>
                  <a:pt x="300" y="503"/>
                </a:lnTo>
                <a:lnTo>
                  <a:pt x="303" y="502"/>
                </a:lnTo>
                <a:lnTo>
                  <a:pt x="304" y="501"/>
                </a:lnTo>
                <a:lnTo>
                  <a:pt x="306" y="499"/>
                </a:lnTo>
                <a:lnTo>
                  <a:pt x="306" y="498"/>
                </a:lnTo>
                <a:lnTo>
                  <a:pt x="308" y="495"/>
                </a:lnTo>
                <a:lnTo>
                  <a:pt x="307" y="491"/>
                </a:lnTo>
                <a:lnTo>
                  <a:pt x="307" y="485"/>
                </a:lnTo>
                <a:lnTo>
                  <a:pt x="307" y="479"/>
                </a:lnTo>
                <a:lnTo>
                  <a:pt x="307" y="475"/>
                </a:lnTo>
                <a:lnTo>
                  <a:pt x="309" y="465"/>
                </a:lnTo>
                <a:lnTo>
                  <a:pt x="310" y="453"/>
                </a:lnTo>
                <a:lnTo>
                  <a:pt x="312" y="447"/>
                </a:lnTo>
                <a:lnTo>
                  <a:pt x="312" y="439"/>
                </a:lnTo>
                <a:lnTo>
                  <a:pt x="313" y="433"/>
                </a:lnTo>
                <a:lnTo>
                  <a:pt x="314" y="426"/>
                </a:lnTo>
                <a:lnTo>
                  <a:pt x="314" y="419"/>
                </a:lnTo>
                <a:lnTo>
                  <a:pt x="314" y="413"/>
                </a:lnTo>
                <a:lnTo>
                  <a:pt x="313" y="407"/>
                </a:lnTo>
                <a:lnTo>
                  <a:pt x="312" y="403"/>
                </a:lnTo>
                <a:lnTo>
                  <a:pt x="311" y="400"/>
                </a:lnTo>
                <a:lnTo>
                  <a:pt x="310" y="398"/>
                </a:lnTo>
                <a:lnTo>
                  <a:pt x="309" y="396"/>
                </a:lnTo>
                <a:lnTo>
                  <a:pt x="308" y="395"/>
                </a:lnTo>
                <a:lnTo>
                  <a:pt x="307" y="394"/>
                </a:lnTo>
                <a:lnTo>
                  <a:pt x="305" y="392"/>
                </a:lnTo>
                <a:lnTo>
                  <a:pt x="304" y="392"/>
                </a:lnTo>
                <a:lnTo>
                  <a:pt x="302" y="391"/>
                </a:lnTo>
                <a:lnTo>
                  <a:pt x="301" y="392"/>
                </a:lnTo>
                <a:lnTo>
                  <a:pt x="299" y="393"/>
                </a:lnTo>
                <a:lnTo>
                  <a:pt x="298" y="393"/>
                </a:lnTo>
                <a:lnTo>
                  <a:pt x="296" y="393"/>
                </a:lnTo>
                <a:lnTo>
                  <a:pt x="294" y="393"/>
                </a:lnTo>
                <a:lnTo>
                  <a:pt x="293" y="393"/>
                </a:lnTo>
                <a:lnTo>
                  <a:pt x="291" y="393"/>
                </a:lnTo>
                <a:lnTo>
                  <a:pt x="290" y="394"/>
                </a:lnTo>
                <a:lnTo>
                  <a:pt x="283" y="398"/>
                </a:lnTo>
                <a:lnTo>
                  <a:pt x="278" y="402"/>
                </a:lnTo>
                <a:lnTo>
                  <a:pt x="272" y="406"/>
                </a:lnTo>
                <a:lnTo>
                  <a:pt x="266" y="410"/>
                </a:lnTo>
                <a:lnTo>
                  <a:pt x="262" y="410"/>
                </a:lnTo>
                <a:lnTo>
                  <a:pt x="257" y="410"/>
                </a:lnTo>
                <a:lnTo>
                  <a:pt x="255" y="411"/>
                </a:lnTo>
                <a:lnTo>
                  <a:pt x="254" y="411"/>
                </a:lnTo>
                <a:lnTo>
                  <a:pt x="253" y="413"/>
                </a:lnTo>
                <a:lnTo>
                  <a:pt x="252" y="415"/>
                </a:lnTo>
                <a:lnTo>
                  <a:pt x="250" y="417"/>
                </a:lnTo>
                <a:lnTo>
                  <a:pt x="248" y="419"/>
                </a:lnTo>
                <a:lnTo>
                  <a:pt x="246" y="420"/>
                </a:lnTo>
                <a:lnTo>
                  <a:pt x="244" y="422"/>
                </a:lnTo>
                <a:lnTo>
                  <a:pt x="242" y="423"/>
                </a:lnTo>
                <a:lnTo>
                  <a:pt x="239" y="423"/>
                </a:lnTo>
                <a:lnTo>
                  <a:pt x="237" y="424"/>
                </a:lnTo>
                <a:lnTo>
                  <a:pt x="234" y="424"/>
                </a:lnTo>
                <a:lnTo>
                  <a:pt x="232" y="426"/>
                </a:lnTo>
                <a:lnTo>
                  <a:pt x="230" y="427"/>
                </a:lnTo>
                <a:lnTo>
                  <a:pt x="227" y="430"/>
                </a:lnTo>
                <a:lnTo>
                  <a:pt x="225" y="433"/>
                </a:lnTo>
                <a:lnTo>
                  <a:pt x="222" y="435"/>
                </a:lnTo>
                <a:lnTo>
                  <a:pt x="218" y="435"/>
                </a:lnTo>
                <a:lnTo>
                  <a:pt x="216" y="435"/>
                </a:lnTo>
                <a:lnTo>
                  <a:pt x="214" y="436"/>
                </a:lnTo>
                <a:lnTo>
                  <a:pt x="213" y="437"/>
                </a:lnTo>
                <a:lnTo>
                  <a:pt x="211" y="437"/>
                </a:lnTo>
                <a:lnTo>
                  <a:pt x="202" y="444"/>
                </a:lnTo>
                <a:lnTo>
                  <a:pt x="192" y="452"/>
                </a:lnTo>
                <a:lnTo>
                  <a:pt x="183" y="460"/>
                </a:lnTo>
                <a:lnTo>
                  <a:pt x="174" y="468"/>
                </a:lnTo>
                <a:lnTo>
                  <a:pt x="171" y="468"/>
                </a:lnTo>
                <a:lnTo>
                  <a:pt x="169" y="468"/>
                </a:lnTo>
                <a:lnTo>
                  <a:pt x="163" y="472"/>
                </a:lnTo>
                <a:lnTo>
                  <a:pt x="155" y="479"/>
                </a:lnTo>
                <a:lnTo>
                  <a:pt x="146" y="486"/>
                </a:lnTo>
                <a:lnTo>
                  <a:pt x="141" y="491"/>
                </a:lnTo>
                <a:lnTo>
                  <a:pt x="140" y="492"/>
                </a:lnTo>
                <a:lnTo>
                  <a:pt x="139" y="494"/>
                </a:lnTo>
                <a:lnTo>
                  <a:pt x="138" y="496"/>
                </a:lnTo>
                <a:lnTo>
                  <a:pt x="138" y="498"/>
                </a:lnTo>
                <a:lnTo>
                  <a:pt x="137" y="500"/>
                </a:lnTo>
                <a:lnTo>
                  <a:pt x="136" y="502"/>
                </a:lnTo>
                <a:lnTo>
                  <a:pt x="136" y="504"/>
                </a:lnTo>
                <a:lnTo>
                  <a:pt x="134" y="506"/>
                </a:lnTo>
                <a:lnTo>
                  <a:pt x="131" y="511"/>
                </a:lnTo>
                <a:lnTo>
                  <a:pt x="127" y="515"/>
                </a:lnTo>
                <a:lnTo>
                  <a:pt x="124" y="519"/>
                </a:lnTo>
                <a:lnTo>
                  <a:pt x="120" y="524"/>
                </a:lnTo>
                <a:lnTo>
                  <a:pt x="116" y="528"/>
                </a:lnTo>
                <a:lnTo>
                  <a:pt x="111" y="531"/>
                </a:lnTo>
                <a:lnTo>
                  <a:pt x="106" y="535"/>
                </a:lnTo>
                <a:lnTo>
                  <a:pt x="102" y="539"/>
                </a:lnTo>
                <a:lnTo>
                  <a:pt x="99" y="541"/>
                </a:lnTo>
                <a:lnTo>
                  <a:pt x="96" y="543"/>
                </a:lnTo>
                <a:lnTo>
                  <a:pt x="93" y="543"/>
                </a:lnTo>
                <a:lnTo>
                  <a:pt x="90" y="544"/>
                </a:lnTo>
                <a:lnTo>
                  <a:pt x="82" y="546"/>
                </a:lnTo>
                <a:lnTo>
                  <a:pt x="75" y="547"/>
                </a:lnTo>
                <a:lnTo>
                  <a:pt x="67" y="547"/>
                </a:lnTo>
                <a:lnTo>
                  <a:pt x="60" y="548"/>
                </a:lnTo>
                <a:lnTo>
                  <a:pt x="58" y="549"/>
                </a:lnTo>
                <a:lnTo>
                  <a:pt x="54" y="550"/>
                </a:lnTo>
                <a:lnTo>
                  <a:pt x="52" y="551"/>
                </a:lnTo>
                <a:lnTo>
                  <a:pt x="50" y="552"/>
                </a:lnTo>
                <a:lnTo>
                  <a:pt x="50" y="555"/>
                </a:lnTo>
                <a:lnTo>
                  <a:pt x="49" y="559"/>
                </a:lnTo>
                <a:lnTo>
                  <a:pt x="44" y="559"/>
                </a:lnTo>
                <a:lnTo>
                  <a:pt x="39" y="559"/>
                </a:lnTo>
                <a:lnTo>
                  <a:pt x="34" y="559"/>
                </a:lnTo>
                <a:lnTo>
                  <a:pt x="28" y="558"/>
                </a:lnTo>
                <a:lnTo>
                  <a:pt x="22" y="556"/>
                </a:lnTo>
                <a:lnTo>
                  <a:pt x="18" y="554"/>
                </a:lnTo>
                <a:lnTo>
                  <a:pt x="16" y="553"/>
                </a:lnTo>
                <a:lnTo>
                  <a:pt x="14" y="551"/>
                </a:lnTo>
                <a:lnTo>
                  <a:pt x="13" y="550"/>
                </a:lnTo>
                <a:lnTo>
                  <a:pt x="12" y="549"/>
                </a:lnTo>
                <a:lnTo>
                  <a:pt x="10" y="547"/>
                </a:lnTo>
                <a:lnTo>
                  <a:pt x="9" y="545"/>
                </a:lnTo>
                <a:lnTo>
                  <a:pt x="7" y="541"/>
                </a:lnTo>
                <a:lnTo>
                  <a:pt x="5" y="537"/>
                </a:lnTo>
                <a:lnTo>
                  <a:pt x="3" y="533"/>
                </a:lnTo>
                <a:lnTo>
                  <a:pt x="2" y="529"/>
                </a:lnTo>
                <a:lnTo>
                  <a:pt x="1" y="526"/>
                </a:lnTo>
                <a:lnTo>
                  <a:pt x="0" y="523"/>
                </a:lnTo>
                <a:lnTo>
                  <a:pt x="3" y="522"/>
                </a:lnTo>
                <a:lnTo>
                  <a:pt x="6" y="520"/>
                </a:lnTo>
                <a:lnTo>
                  <a:pt x="9" y="518"/>
                </a:lnTo>
                <a:lnTo>
                  <a:pt x="12" y="516"/>
                </a:lnTo>
                <a:lnTo>
                  <a:pt x="16" y="516"/>
                </a:lnTo>
                <a:lnTo>
                  <a:pt x="21" y="516"/>
                </a:lnTo>
                <a:lnTo>
                  <a:pt x="22" y="515"/>
                </a:lnTo>
                <a:lnTo>
                  <a:pt x="23" y="514"/>
                </a:lnTo>
                <a:lnTo>
                  <a:pt x="25" y="512"/>
                </a:lnTo>
                <a:lnTo>
                  <a:pt x="26" y="511"/>
                </a:lnTo>
                <a:lnTo>
                  <a:pt x="26" y="509"/>
                </a:lnTo>
                <a:lnTo>
                  <a:pt x="27" y="507"/>
                </a:lnTo>
                <a:lnTo>
                  <a:pt x="29" y="506"/>
                </a:lnTo>
                <a:lnTo>
                  <a:pt x="30" y="505"/>
                </a:lnTo>
                <a:lnTo>
                  <a:pt x="34" y="505"/>
                </a:lnTo>
                <a:lnTo>
                  <a:pt x="37" y="505"/>
                </a:lnTo>
                <a:lnTo>
                  <a:pt x="38" y="503"/>
                </a:lnTo>
                <a:lnTo>
                  <a:pt x="39" y="500"/>
                </a:lnTo>
                <a:lnTo>
                  <a:pt x="41" y="499"/>
                </a:lnTo>
                <a:lnTo>
                  <a:pt x="42" y="499"/>
                </a:lnTo>
                <a:lnTo>
                  <a:pt x="44" y="499"/>
                </a:lnTo>
                <a:lnTo>
                  <a:pt x="46" y="499"/>
                </a:lnTo>
                <a:lnTo>
                  <a:pt x="48" y="499"/>
                </a:lnTo>
                <a:lnTo>
                  <a:pt x="50" y="499"/>
                </a:lnTo>
                <a:lnTo>
                  <a:pt x="51" y="499"/>
                </a:lnTo>
                <a:lnTo>
                  <a:pt x="53" y="498"/>
                </a:lnTo>
                <a:lnTo>
                  <a:pt x="55" y="495"/>
                </a:lnTo>
                <a:lnTo>
                  <a:pt x="58" y="491"/>
                </a:lnTo>
                <a:lnTo>
                  <a:pt x="58" y="490"/>
                </a:lnTo>
                <a:lnTo>
                  <a:pt x="60" y="489"/>
                </a:lnTo>
                <a:lnTo>
                  <a:pt x="62" y="488"/>
                </a:lnTo>
                <a:lnTo>
                  <a:pt x="63" y="488"/>
                </a:lnTo>
                <a:lnTo>
                  <a:pt x="66" y="487"/>
                </a:lnTo>
                <a:lnTo>
                  <a:pt x="70" y="487"/>
                </a:lnTo>
                <a:lnTo>
                  <a:pt x="74" y="487"/>
                </a:lnTo>
                <a:lnTo>
                  <a:pt x="78" y="486"/>
                </a:lnTo>
                <a:lnTo>
                  <a:pt x="81" y="485"/>
                </a:lnTo>
                <a:lnTo>
                  <a:pt x="84" y="484"/>
                </a:lnTo>
                <a:lnTo>
                  <a:pt x="86" y="482"/>
                </a:lnTo>
                <a:lnTo>
                  <a:pt x="89" y="479"/>
                </a:lnTo>
                <a:lnTo>
                  <a:pt x="92" y="476"/>
                </a:lnTo>
                <a:lnTo>
                  <a:pt x="94" y="475"/>
                </a:lnTo>
                <a:lnTo>
                  <a:pt x="97" y="474"/>
                </a:lnTo>
                <a:lnTo>
                  <a:pt x="99" y="473"/>
                </a:lnTo>
                <a:lnTo>
                  <a:pt x="102" y="472"/>
                </a:lnTo>
                <a:lnTo>
                  <a:pt x="105" y="471"/>
                </a:lnTo>
                <a:lnTo>
                  <a:pt x="108" y="471"/>
                </a:lnTo>
                <a:lnTo>
                  <a:pt x="111" y="471"/>
                </a:lnTo>
                <a:lnTo>
                  <a:pt x="114" y="469"/>
                </a:lnTo>
                <a:lnTo>
                  <a:pt x="116" y="468"/>
                </a:lnTo>
                <a:lnTo>
                  <a:pt x="117" y="466"/>
                </a:lnTo>
                <a:lnTo>
                  <a:pt x="118" y="463"/>
                </a:lnTo>
                <a:lnTo>
                  <a:pt x="122" y="462"/>
                </a:lnTo>
                <a:lnTo>
                  <a:pt x="126" y="461"/>
                </a:lnTo>
                <a:lnTo>
                  <a:pt x="130" y="459"/>
                </a:lnTo>
                <a:lnTo>
                  <a:pt x="134" y="459"/>
                </a:lnTo>
                <a:lnTo>
                  <a:pt x="138" y="457"/>
                </a:lnTo>
                <a:lnTo>
                  <a:pt x="141" y="455"/>
                </a:lnTo>
                <a:lnTo>
                  <a:pt x="144" y="453"/>
                </a:lnTo>
                <a:lnTo>
                  <a:pt x="146" y="451"/>
                </a:lnTo>
                <a:lnTo>
                  <a:pt x="152" y="447"/>
                </a:lnTo>
                <a:lnTo>
                  <a:pt x="158" y="443"/>
                </a:lnTo>
                <a:lnTo>
                  <a:pt x="160" y="442"/>
                </a:lnTo>
                <a:lnTo>
                  <a:pt x="162" y="441"/>
                </a:lnTo>
                <a:lnTo>
                  <a:pt x="164" y="441"/>
                </a:lnTo>
                <a:lnTo>
                  <a:pt x="166" y="441"/>
                </a:lnTo>
                <a:lnTo>
                  <a:pt x="168" y="441"/>
                </a:lnTo>
                <a:lnTo>
                  <a:pt x="170" y="441"/>
                </a:lnTo>
                <a:lnTo>
                  <a:pt x="171" y="440"/>
                </a:lnTo>
                <a:lnTo>
                  <a:pt x="174" y="439"/>
                </a:lnTo>
                <a:lnTo>
                  <a:pt x="175" y="435"/>
                </a:lnTo>
                <a:lnTo>
                  <a:pt x="178" y="431"/>
                </a:lnTo>
                <a:lnTo>
                  <a:pt x="179" y="430"/>
                </a:lnTo>
                <a:lnTo>
                  <a:pt x="181" y="430"/>
                </a:lnTo>
                <a:lnTo>
                  <a:pt x="182" y="429"/>
                </a:lnTo>
                <a:lnTo>
                  <a:pt x="183" y="429"/>
                </a:lnTo>
                <a:lnTo>
                  <a:pt x="186" y="428"/>
                </a:lnTo>
                <a:lnTo>
                  <a:pt x="189" y="427"/>
                </a:lnTo>
                <a:lnTo>
                  <a:pt x="196" y="423"/>
                </a:lnTo>
                <a:lnTo>
                  <a:pt x="203" y="417"/>
                </a:lnTo>
                <a:lnTo>
                  <a:pt x="206" y="415"/>
                </a:lnTo>
                <a:lnTo>
                  <a:pt x="210" y="411"/>
                </a:lnTo>
                <a:lnTo>
                  <a:pt x="214" y="409"/>
                </a:lnTo>
                <a:lnTo>
                  <a:pt x="217" y="407"/>
                </a:lnTo>
                <a:lnTo>
                  <a:pt x="226" y="403"/>
                </a:lnTo>
                <a:lnTo>
                  <a:pt x="234" y="400"/>
                </a:lnTo>
                <a:lnTo>
                  <a:pt x="242" y="397"/>
                </a:lnTo>
                <a:lnTo>
                  <a:pt x="251" y="395"/>
                </a:lnTo>
                <a:lnTo>
                  <a:pt x="260" y="391"/>
                </a:lnTo>
                <a:lnTo>
                  <a:pt x="268" y="387"/>
                </a:lnTo>
                <a:lnTo>
                  <a:pt x="276" y="383"/>
                </a:lnTo>
                <a:lnTo>
                  <a:pt x="285" y="379"/>
                </a:lnTo>
                <a:lnTo>
                  <a:pt x="287" y="378"/>
                </a:lnTo>
                <a:lnTo>
                  <a:pt x="290" y="377"/>
                </a:lnTo>
                <a:lnTo>
                  <a:pt x="294" y="376"/>
                </a:lnTo>
                <a:lnTo>
                  <a:pt x="298" y="375"/>
                </a:lnTo>
                <a:lnTo>
                  <a:pt x="302" y="374"/>
                </a:lnTo>
                <a:lnTo>
                  <a:pt x="306" y="372"/>
                </a:lnTo>
                <a:lnTo>
                  <a:pt x="307" y="371"/>
                </a:lnTo>
                <a:lnTo>
                  <a:pt x="309" y="371"/>
                </a:lnTo>
                <a:lnTo>
                  <a:pt x="310" y="370"/>
                </a:lnTo>
                <a:lnTo>
                  <a:pt x="310" y="368"/>
                </a:lnTo>
                <a:lnTo>
                  <a:pt x="312" y="367"/>
                </a:lnTo>
                <a:lnTo>
                  <a:pt x="313" y="367"/>
                </a:lnTo>
                <a:lnTo>
                  <a:pt x="314" y="366"/>
                </a:lnTo>
                <a:lnTo>
                  <a:pt x="314" y="365"/>
                </a:lnTo>
                <a:lnTo>
                  <a:pt x="315" y="362"/>
                </a:lnTo>
                <a:lnTo>
                  <a:pt x="316" y="361"/>
                </a:lnTo>
                <a:lnTo>
                  <a:pt x="316" y="358"/>
                </a:lnTo>
                <a:lnTo>
                  <a:pt x="316" y="355"/>
                </a:lnTo>
                <a:lnTo>
                  <a:pt x="316" y="352"/>
                </a:lnTo>
                <a:lnTo>
                  <a:pt x="318" y="350"/>
                </a:lnTo>
                <a:lnTo>
                  <a:pt x="319" y="344"/>
                </a:lnTo>
                <a:lnTo>
                  <a:pt x="322" y="335"/>
                </a:lnTo>
                <a:lnTo>
                  <a:pt x="325" y="324"/>
                </a:lnTo>
                <a:lnTo>
                  <a:pt x="328" y="311"/>
                </a:lnTo>
                <a:lnTo>
                  <a:pt x="330" y="299"/>
                </a:lnTo>
                <a:lnTo>
                  <a:pt x="333" y="288"/>
                </a:lnTo>
                <a:lnTo>
                  <a:pt x="334" y="283"/>
                </a:lnTo>
                <a:lnTo>
                  <a:pt x="334" y="279"/>
                </a:lnTo>
                <a:lnTo>
                  <a:pt x="334" y="276"/>
                </a:lnTo>
                <a:lnTo>
                  <a:pt x="333" y="274"/>
                </a:lnTo>
                <a:lnTo>
                  <a:pt x="330" y="271"/>
                </a:lnTo>
                <a:lnTo>
                  <a:pt x="327" y="270"/>
                </a:lnTo>
                <a:lnTo>
                  <a:pt x="320" y="270"/>
                </a:lnTo>
                <a:lnTo>
                  <a:pt x="314" y="272"/>
                </a:lnTo>
                <a:lnTo>
                  <a:pt x="309" y="274"/>
                </a:lnTo>
                <a:lnTo>
                  <a:pt x="304" y="276"/>
                </a:lnTo>
                <a:lnTo>
                  <a:pt x="300" y="278"/>
                </a:lnTo>
                <a:lnTo>
                  <a:pt x="297" y="281"/>
                </a:lnTo>
                <a:lnTo>
                  <a:pt x="294" y="283"/>
                </a:lnTo>
                <a:lnTo>
                  <a:pt x="291" y="286"/>
                </a:lnTo>
                <a:lnTo>
                  <a:pt x="287" y="292"/>
                </a:lnTo>
                <a:lnTo>
                  <a:pt x="282" y="300"/>
                </a:lnTo>
                <a:lnTo>
                  <a:pt x="281" y="304"/>
                </a:lnTo>
                <a:lnTo>
                  <a:pt x="278" y="308"/>
                </a:lnTo>
                <a:lnTo>
                  <a:pt x="275" y="313"/>
                </a:lnTo>
                <a:lnTo>
                  <a:pt x="271" y="318"/>
                </a:lnTo>
                <a:lnTo>
                  <a:pt x="270" y="318"/>
                </a:lnTo>
                <a:lnTo>
                  <a:pt x="267" y="316"/>
                </a:lnTo>
                <a:lnTo>
                  <a:pt x="266" y="315"/>
                </a:lnTo>
                <a:lnTo>
                  <a:pt x="264" y="314"/>
                </a:lnTo>
                <a:lnTo>
                  <a:pt x="262" y="313"/>
                </a:lnTo>
                <a:lnTo>
                  <a:pt x="259" y="311"/>
                </a:lnTo>
                <a:lnTo>
                  <a:pt x="254" y="311"/>
                </a:lnTo>
                <a:lnTo>
                  <a:pt x="249" y="311"/>
                </a:lnTo>
                <a:lnTo>
                  <a:pt x="244" y="312"/>
                </a:lnTo>
                <a:lnTo>
                  <a:pt x="238" y="312"/>
                </a:lnTo>
                <a:lnTo>
                  <a:pt x="237" y="315"/>
                </a:lnTo>
                <a:lnTo>
                  <a:pt x="234" y="318"/>
                </a:lnTo>
                <a:lnTo>
                  <a:pt x="231" y="322"/>
                </a:lnTo>
                <a:lnTo>
                  <a:pt x="227" y="326"/>
                </a:lnTo>
                <a:lnTo>
                  <a:pt x="223" y="329"/>
                </a:lnTo>
                <a:lnTo>
                  <a:pt x="220" y="331"/>
                </a:lnTo>
                <a:lnTo>
                  <a:pt x="216" y="334"/>
                </a:lnTo>
                <a:lnTo>
                  <a:pt x="213" y="335"/>
                </a:lnTo>
                <a:lnTo>
                  <a:pt x="211" y="336"/>
                </a:lnTo>
                <a:lnTo>
                  <a:pt x="209" y="336"/>
                </a:lnTo>
                <a:lnTo>
                  <a:pt x="206" y="336"/>
                </a:lnTo>
                <a:lnTo>
                  <a:pt x="204" y="336"/>
                </a:lnTo>
                <a:lnTo>
                  <a:pt x="199" y="335"/>
                </a:lnTo>
                <a:lnTo>
                  <a:pt x="195" y="335"/>
                </a:lnTo>
                <a:lnTo>
                  <a:pt x="191" y="331"/>
                </a:lnTo>
                <a:lnTo>
                  <a:pt x="186" y="327"/>
                </a:lnTo>
                <a:lnTo>
                  <a:pt x="185" y="326"/>
                </a:lnTo>
                <a:lnTo>
                  <a:pt x="183" y="323"/>
                </a:lnTo>
                <a:lnTo>
                  <a:pt x="182" y="322"/>
                </a:lnTo>
                <a:lnTo>
                  <a:pt x="182" y="320"/>
                </a:lnTo>
                <a:lnTo>
                  <a:pt x="182" y="318"/>
                </a:lnTo>
                <a:lnTo>
                  <a:pt x="181" y="316"/>
                </a:lnTo>
                <a:lnTo>
                  <a:pt x="185" y="314"/>
                </a:lnTo>
                <a:lnTo>
                  <a:pt x="188" y="311"/>
                </a:lnTo>
                <a:lnTo>
                  <a:pt x="191" y="309"/>
                </a:lnTo>
                <a:lnTo>
                  <a:pt x="194" y="306"/>
                </a:lnTo>
                <a:lnTo>
                  <a:pt x="198" y="303"/>
                </a:lnTo>
                <a:lnTo>
                  <a:pt x="201" y="300"/>
                </a:lnTo>
                <a:lnTo>
                  <a:pt x="205" y="298"/>
                </a:lnTo>
                <a:lnTo>
                  <a:pt x="208" y="296"/>
                </a:lnTo>
                <a:lnTo>
                  <a:pt x="212" y="296"/>
                </a:lnTo>
                <a:lnTo>
                  <a:pt x="215" y="296"/>
                </a:lnTo>
                <a:lnTo>
                  <a:pt x="221" y="294"/>
                </a:lnTo>
                <a:lnTo>
                  <a:pt x="227" y="290"/>
                </a:lnTo>
                <a:lnTo>
                  <a:pt x="233" y="287"/>
                </a:lnTo>
                <a:lnTo>
                  <a:pt x="238" y="285"/>
                </a:lnTo>
                <a:lnTo>
                  <a:pt x="242" y="282"/>
                </a:lnTo>
                <a:lnTo>
                  <a:pt x="247" y="279"/>
                </a:lnTo>
                <a:lnTo>
                  <a:pt x="253" y="276"/>
                </a:lnTo>
                <a:lnTo>
                  <a:pt x="254" y="275"/>
                </a:lnTo>
                <a:lnTo>
                  <a:pt x="258" y="267"/>
                </a:lnTo>
                <a:lnTo>
                  <a:pt x="261" y="259"/>
                </a:lnTo>
                <a:lnTo>
                  <a:pt x="263" y="250"/>
                </a:lnTo>
                <a:lnTo>
                  <a:pt x="266" y="242"/>
                </a:lnTo>
                <a:lnTo>
                  <a:pt x="268" y="234"/>
                </a:lnTo>
                <a:lnTo>
                  <a:pt x="270" y="225"/>
                </a:lnTo>
                <a:lnTo>
                  <a:pt x="273" y="216"/>
                </a:lnTo>
                <a:lnTo>
                  <a:pt x="276" y="208"/>
                </a:lnTo>
                <a:lnTo>
                  <a:pt x="277" y="204"/>
                </a:lnTo>
                <a:lnTo>
                  <a:pt x="280" y="198"/>
                </a:lnTo>
                <a:lnTo>
                  <a:pt x="282" y="190"/>
                </a:lnTo>
                <a:lnTo>
                  <a:pt x="286" y="181"/>
                </a:lnTo>
                <a:lnTo>
                  <a:pt x="288" y="172"/>
                </a:lnTo>
                <a:lnTo>
                  <a:pt x="290" y="165"/>
                </a:lnTo>
                <a:lnTo>
                  <a:pt x="291" y="161"/>
                </a:lnTo>
                <a:lnTo>
                  <a:pt x="291" y="158"/>
                </a:lnTo>
                <a:lnTo>
                  <a:pt x="291" y="156"/>
                </a:lnTo>
                <a:lnTo>
                  <a:pt x="291" y="154"/>
                </a:lnTo>
                <a:lnTo>
                  <a:pt x="290" y="153"/>
                </a:lnTo>
                <a:lnTo>
                  <a:pt x="289" y="150"/>
                </a:lnTo>
                <a:lnTo>
                  <a:pt x="285" y="151"/>
                </a:lnTo>
                <a:lnTo>
                  <a:pt x="282" y="150"/>
                </a:lnTo>
                <a:lnTo>
                  <a:pt x="279" y="150"/>
                </a:lnTo>
                <a:lnTo>
                  <a:pt x="276" y="149"/>
                </a:lnTo>
                <a:lnTo>
                  <a:pt x="274" y="148"/>
                </a:lnTo>
                <a:lnTo>
                  <a:pt x="270" y="146"/>
                </a:lnTo>
                <a:lnTo>
                  <a:pt x="268" y="146"/>
                </a:lnTo>
                <a:lnTo>
                  <a:pt x="264" y="146"/>
                </a:lnTo>
                <a:lnTo>
                  <a:pt x="262" y="141"/>
                </a:lnTo>
                <a:lnTo>
                  <a:pt x="261" y="138"/>
                </a:lnTo>
                <a:lnTo>
                  <a:pt x="261" y="136"/>
                </a:lnTo>
                <a:lnTo>
                  <a:pt x="261" y="134"/>
                </a:lnTo>
                <a:lnTo>
                  <a:pt x="261" y="132"/>
                </a:lnTo>
                <a:lnTo>
                  <a:pt x="262" y="129"/>
                </a:lnTo>
                <a:lnTo>
                  <a:pt x="268" y="129"/>
                </a:lnTo>
                <a:lnTo>
                  <a:pt x="274" y="128"/>
                </a:lnTo>
                <a:lnTo>
                  <a:pt x="278" y="127"/>
                </a:lnTo>
                <a:lnTo>
                  <a:pt x="281" y="127"/>
                </a:lnTo>
                <a:lnTo>
                  <a:pt x="285" y="126"/>
                </a:lnTo>
                <a:lnTo>
                  <a:pt x="288" y="125"/>
                </a:lnTo>
                <a:lnTo>
                  <a:pt x="292" y="122"/>
                </a:lnTo>
                <a:lnTo>
                  <a:pt x="297" y="120"/>
                </a:lnTo>
                <a:lnTo>
                  <a:pt x="298" y="114"/>
                </a:lnTo>
                <a:lnTo>
                  <a:pt x="299" y="107"/>
                </a:lnTo>
                <a:lnTo>
                  <a:pt x="299" y="103"/>
                </a:lnTo>
                <a:lnTo>
                  <a:pt x="299" y="100"/>
                </a:lnTo>
                <a:lnTo>
                  <a:pt x="299" y="98"/>
                </a:lnTo>
                <a:lnTo>
                  <a:pt x="298" y="98"/>
                </a:lnTo>
                <a:lnTo>
                  <a:pt x="298" y="96"/>
                </a:lnTo>
                <a:lnTo>
                  <a:pt x="297" y="94"/>
                </a:lnTo>
                <a:lnTo>
                  <a:pt x="291" y="90"/>
                </a:lnTo>
                <a:lnTo>
                  <a:pt x="285" y="84"/>
                </a:lnTo>
                <a:lnTo>
                  <a:pt x="282" y="82"/>
                </a:lnTo>
                <a:lnTo>
                  <a:pt x="281" y="81"/>
                </a:lnTo>
                <a:lnTo>
                  <a:pt x="280" y="79"/>
                </a:lnTo>
                <a:lnTo>
                  <a:pt x="278" y="77"/>
                </a:lnTo>
                <a:lnTo>
                  <a:pt x="278" y="75"/>
                </a:lnTo>
                <a:lnTo>
                  <a:pt x="278" y="73"/>
                </a:lnTo>
                <a:lnTo>
                  <a:pt x="278" y="70"/>
                </a:lnTo>
                <a:lnTo>
                  <a:pt x="278" y="68"/>
                </a:lnTo>
                <a:lnTo>
                  <a:pt x="279" y="62"/>
                </a:lnTo>
                <a:lnTo>
                  <a:pt x="281" y="56"/>
                </a:lnTo>
                <a:lnTo>
                  <a:pt x="282" y="52"/>
                </a:lnTo>
                <a:lnTo>
                  <a:pt x="283" y="49"/>
                </a:lnTo>
                <a:lnTo>
                  <a:pt x="285" y="46"/>
                </a:lnTo>
                <a:lnTo>
                  <a:pt x="286" y="43"/>
                </a:lnTo>
                <a:lnTo>
                  <a:pt x="288" y="40"/>
                </a:lnTo>
                <a:lnTo>
                  <a:pt x="290" y="38"/>
                </a:lnTo>
                <a:lnTo>
                  <a:pt x="293" y="35"/>
                </a:lnTo>
                <a:lnTo>
                  <a:pt x="296" y="33"/>
                </a:lnTo>
                <a:lnTo>
                  <a:pt x="298" y="30"/>
                </a:lnTo>
                <a:lnTo>
                  <a:pt x="301" y="27"/>
                </a:lnTo>
                <a:lnTo>
                  <a:pt x="302" y="26"/>
                </a:lnTo>
                <a:lnTo>
                  <a:pt x="302" y="24"/>
                </a:lnTo>
                <a:lnTo>
                  <a:pt x="303" y="22"/>
                </a:lnTo>
                <a:lnTo>
                  <a:pt x="303" y="2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29" name="íṥḷïďê">
            <a:extLst>
              <a:ext uri="{FF2B5EF4-FFF2-40B4-BE49-F238E27FC236}">
                <a16:creationId xmlns:a16="http://schemas.microsoft.com/office/drawing/2014/main" id="{68FEA9EC-9228-469F-9B2D-16D83F62B6D6}"/>
              </a:ext>
            </a:extLst>
          </p:cNvPr>
          <p:cNvSpPr>
            <a:spLocks noGrp="1"/>
          </p:cNvSpPr>
          <p:nvPr/>
        </p:nvSpPr>
        <p:spPr>
          <a:xfrm>
            <a:off x="2086920" y="588960"/>
            <a:ext cx="109440" cy="225360"/>
          </a:xfrm>
          <a:custGeom>
            <a:avLst/>
            <a:gdLst>
              <a:gd name="textAreaLeft" fmla="*/ 0 w 109440"/>
              <a:gd name="textAreaRight" fmla="*/ 109800 w 109440"/>
              <a:gd name="textAreaTop" fmla="*/ 0 h 225360"/>
              <a:gd name="textAreaBottom" fmla="*/ 225720 h 225360"/>
              <a:gd name="GluePoint1X" fmla="*/ 157 w 251"/>
              <a:gd name="GluePoint1Y" fmla="*/ 40 h 517"/>
              <a:gd name="GluePoint2X" fmla="*/ 205 w 251"/>
              <a:gd name="GluePoint2Y" fmla="*/ 1 h 517"/>
              <a:gd name="GluePoint3X" fmla="*/ 225 w 251"/>
              <a:gd name="GluePoint3Y" fmla="*/ 10 h 517"/>
              <a:gd name="GluePoint4X" fmla="*/ 250 w 251"/>
              <a:gd name="GluePoint4Y" fmla="*/ 44 h 517"/>
              <a:gd name="GluePoint5X" fmla="*/ 233 w 251"/>
              <a:gd name="GluePoint5Y" fmla="*/ 72 h 517"/>
              <a:gd name="GluePoint6X" fmla="*/ 202 w 251"/>
              <a:gd name="GluePoint6Y" fmla="*/ 123 h 517"/>
              <a:gd name="GluePoint7X" fmla="*/ 181 w 251"/>
              <a:gd name="GluePoint7Y" fmla="*/ 164 h 517"/>
              <a:gd name="GluePoint8X" fmla="*/ 150 w 251"/>
              <a:gd name="GluePoint8Y" fmla="*/ 222 h 517"/>
              <a:gd name="GluePoint9X" fmla="*/ 140 w 251"/>
              <a:gd name="GluePoint9Y" fmla="*/ 251 h 517"/>
              <a:gd name="GluePoint10X" fmla="*/ 110 w 251"/>
              <a:gd name="GluePoint10Y" fmla="*/ 275 h 517"/>
              <a:gd name="GluePoint11X" fmla="*/ 102 w 251"/>
              <a:gd name="GluePoint11Y" fmla="*/ 313 h 517"/>
              <a:gd name="GluePoint12X" fmla="*/ 118 w 251"/>
              <a:gd name="GluePoint12Y" fmla="*/ 347 h 517"/>
              <a:gd name="GluePoint13X" fmla="*/ 148 w 251"/>
              <a:gd name="GluePoint13Y" fmla="*/ 351 h 517"/>
              <a:gd name="GluePoint14X" fmla="*/ 153 w 251"/>
              <a:gd name="GluePoint14Y" fmla="*/ 371 h 517"/>
              <a:gd name="GluePoint15X" fmla="*/ 142 w 251"/>
              <a:gd name="GluePoint15Y" fmla="*/ 397 h 517"/>
              <a:gd name="GluePoint16X" fmla="*/ 125 w 251"/>
              <a:gd name="GluePoint16Y" fmla="*/ 409 h 517"/>
              <a:gd name="GluePoint17X" fmla="*/ 97 w 251"/>
              <a:gd name="GluePoint17Y" fmla="*/ 446 h 517"/>
              <a:gd name="GluePoint18X" fmla="*/ 99 w 251"/>
              <a:gd name="GluePoint18Y" fmla="*/ 463 h 517"/>
              <a:gd name="GluePoint19X" fmla="*/ 147 w 251"/>
              <a:gd name="GluePoint19Y" fmla="*/ 456 h 517"/>
              <a:gd name="GluePoint20X" fmla="*/ 174 w 251"/>
              <a:gd name="GluePoint20Y" fmla="*/ 454 h 517"/>
              <a:gd name="GluePoint21X" fmla="*/ 191 w 251"/>
              <a:gd name="GluePoint21Y" fmla="*/ 479 h 517"/>
              <a:gd name="GluePoint22X" fmla="*/ 175 w 251"/>
              <a:gd name="GluePoint22Y" fmla="*/ 497 h 517"/>
              <a:gd name="GluePoint23X" fmla="*/ 134 w 251"/>
              <a:gd name="GluePoint23Y" fmla="*/ 504 h 517"/>
              <a:gd name="GluePoint24X" fmla="*/ 85 w 251"/>
              <a:gd name="GluePoint24Y" fmla="*/ 517 h 517"/>
              <a:gd name="GluePoint25X" fmla="*/ 61 w 251"/>
              <a:gd name="GluePoint25Y" fmla="*/ 510 h 517"/>
              <a:gd name="GluePoint26X" fmla="*/ 50 w 251"/>
              <a:gd name="GluePoint26Y" fmla="*/ 497 h 517"/>
              <a:gd name="GluePoint27X" fmla="*/ 67 w 251"/>
              <a:gd name="GluePoint27Y" fmla="*/ 452 h 517"/>
              <a:gd name="GluePoint28X" fmla="*/ 78 w 251"/>
              <a:gd name="GluePoint28Y" fmla="*/ 420 h 517"/>
              <a:gd name="GluePoint29X" fmla="*/ 70 w 251"/>
              <a:gd name="GluePoint29Y" fmla="*/ 409 h 517"/>
              <a:gd name="GluePoint30X" fmla="*/ 50 w 251"/>
              <a:gd name="GluePoint30Y" fmla="*/ 388 h 517"/>
              <a:gd name="GluePoint31X" fmla="*/ 74 w 251"/>
              <a:gd name="GluePoint31Y" fmla="*/ 367 h 517"/>
              <a:gd name="GluePoint32X" fmla="*/ 65 w 251"/>
              <a:gd name="GluePoint32Y" fmla="*/ 313 h 517"/>
              <a:gd name="GluePoint33X" fmla="*/ 58 w 251"/>
              <a:gd name="GluePoint33Y" fmla="*/ 275 h 517"/>
              <a:gd name="GluePoint34X" fmla="*/ 86 w 251"/>
              <a:gd name="GluePoint34Y" fmla="*/ 238 h 517"/>
              <a:gd name="GluePoint35X" fmla="*/ 58 w 251"/>
              <a:gd name="GluePoint35Y" fmla="*/ 206 h 517"/>
              <a:gd name="GluePoint36X" fmla="*/ 82 w 251"/>
              <a:gd name="GluePoint36Y" fmla="*/ 191 h 517"/>
              <a:gd name="GluePoint37X" fmla="*/ 100 w 251"/>
              <a:gd name="GluePoint37Y" fmla="*/ 165 h 517"/>
              <a:gd name="GluePoint38X" fmla="*/ 105 w 251"/>
              <a:gd name="GluePoint38Y" fmla="*/ 126 h 517"/>
              <a:gd name="GluePoint39X" fmla="*/ 123 w 251"/>
              <a:gd name="GluePoint39Y" fmla="*/ 132 h 517"/>
              <a:gd name="GluePoint40X" fmla="*/ 118 w 251"/>
              <a:gd name="GluePoint40Y" fmla="*/ 165 h 517"/>
              <a:gd name="GluePoint41X" fmla="*/ 139 w 251"/>
              <a:gd name="GluePoint41Y" fmla="*/ 171 h 517"/>
              <a:gd name="GluePoint42X" fmla="*/ 181 w 251"/>
              <a:gd name="GluePoint42Y" fmla="*/ 106 h 517"/>
              <a:gd name="GluePoint43X" fmla="*/ 206 w 251"/>
              <a:gd name="GluePoint43Y" fmla="*/ 59 h 517"/>
              <a:gd name="GluePoint44X" fmla="*/ 167 w 251"/>
              <a:gd name="GluePoint44Y" fmla="*/ 50 h 517"/>
              <a:gd name="GluePoint45X" fmla="*/ 150 w 251"/>
              <a:gd name="GluePoint45Y" fmla="*/ 60 h 517"/>
              <a:gd name="GluePoint46X" fmla="*/ 126 w 251"/>
              <a:gd name="GluePoint46Y" fmla="*/ 77 h 517"/>
              <a:gd name="GluePoint47X" fmla="*/ 73 w 251"/>
              <a:gd name="GluePoint47Y" fmla="*/ 112 h 517"/>
              <a:gd name="GluePoint48X" fmla="*/ 46 w 251"/>
              <a:gd name="GluePoint48Y" fmla="*/ 136 h 517"/>
              <a:gd name="GluePoint49X" fmla="*/ 38 w 251"/>
              <a:gd name="GluePoint49Y" fmla="*/ 168 h 517"/>
              <a:gd name="GluePoint50X" fmla="*/ 27 w 251"/>
              <a:gd name="GluePoint50Y" fmla="*/ 230 h 517"/>
              <a:gd name="GluePoint51X" fmla="*/ 9 w 251"/>
              <a:gd name="GluePoint51Y" fmla="*/ 221 h 517"/>
              <a:gd name="GluePoint52X" fmla="*/ 9 w 251"/>
              <a:gd name="GluePoint52Y" fmla="*/ 167 h 517"/>
              <a:gd name="GluePoint53X" fmla="*/ 7 w 251"/>
              <a:gd name="GluePoint53Y" fmla="*/ 141 h 517"/>
              <a:gd name="GluePoint54X" fmla="*/ 2 w 251"/>
              <a:gd name="GluePoint54Y" fmla="*/ 114 h 517"/>
              <a:gd name="GluePoint55X" fmla="*/ 28 w 251"/>
              <a:gd name="GluePoint55Y" fmla="*/ 123 h 517"/>
              <a:gd name="GluePoint56X" fmla="*/ 51 w 251"/>
              <a:gd name="GluePoint56Y" fmla="*/ 116 h 517"/>
              <a:gd name="GluePoint57X" fmla="*/ 79 w 251"/>
              <a:gd name="GluePoint57Y" fmla="*/ 96 h 517"/>
              <a:gd name="GluePoint58X" fmla="*/ 110 w 251"/>
              <a:gd name="GluePoint58Y" fmla="*/ 75 h 517"/>
              <a:gd name="GluePoint59X" fmla="*/ 135 w 251"/>
              <a:gd name="GluePoint59Y" fmla="*/ 57 h 517"/>
            </a:gdLst>
            <a:ahLst/>
            <a:cxnLst/>
            <a:rect l="textAreaLeft" t="textAreaTop" r="textAreaRight" b="textAreaBottom"/>
            <a:pathLst>
              <a:path w="251" h="517">
                <a:moveTo>
                  <a:pt x="139" y="56"/>
                </a:moveTo>
                <a:lnTo>
                  <a:pt x="139" y="54"/>
                </a:lnTo>
                <a:lnTo>
                  <a:pt x="139" y="52"/>
                </a:lnTo>
                <a:lnTo>
                  <a:pt x="142" y="51"/>
                </a:lnTo>
                <a:lnTo>
                  <a:pt x="143" y="50"/>
                </a:lnTo>
                <a:lnTo>
                  <a:pt x="146" y="48"/>
                </a:lnTo>
                <a:lnTo>
                  <a:pt x="147" y="47"/>
                </a:lnTo>
                <a:lnTo>
                  <a:pt x="152" y="44"/>
                </a:lnTo>
                <a:lnTo>
                  <a:pt x="157" y="40"/>
                </a:lnTo>
                <a:lnTo>
                  <a:pt x="167" y="30"/>
                </a:lnTo>
                <a:lnTo>
                  <a:pt x="177" y="20"/>
                </a:lnTo>
                <a:lnTo>
                  <a:pt x="183" y="16"/>
                </a:lnTo>
                <a:lnTo>
                  <a:pt x="187" y="11"/>
                </a:lnTo>
                <a:lnTo>
                  <a:pt x="192" y="7"/>
                </a:lnTo>
                <a:lnTo>
                  <a:pt x="198" y="4"/>
                </a:lnTo>
                <a:lnTo>
                  <a:pt x="200" y="3"/>
                </a:lnTo>
                <a:lnTo>
                  <a:pt x="203" y="2"/>
                </a:lnTo>
                <a:lnTo>
                  <a:pt x="205" y="1"/>
                </a:lnTo>
                <a:lnTo>
                  <a:pt x="207" y="0"/>
                </a:lnTo>
                <a:lnTo>
                  <a:pt x="210" y="0"/>
                </a:lnTo>
                <a:lnTo>
                  <a:pt x="212" y="1"/>
                </a:lnTo>
                <a:lnTo>
                  <a:pt x="215" y="1"/>
                </a:lnTo>
                <a:lnTo>
                  <a:pt x="217" y="2"/>
                </a:lnTo>
                <a:lnTo>
                  <a:pt x="219" y="4"/>
                </a:lnTo>
                <a:lnTo>
                  <a:pt x="221" y="5"/>
                </a:lnTo>
                <a:lnTo>
                  <a:pt x="223" y="8"/>
                </a:lnTo>
                <a:lnTo>
                  <a:pt x="225" y="10"/>
                </a:lnTo>
                <a:lnTo>
                  <a:pt x="229" y="16"/>
                </a:lnTo>
                <a:lnTo>
                  <a:pt x="233" y="21"/>
                </a:lnTo>
                <a:lnTo>
                  <a:pt x="237" y="28"/>
                </a:lnTo>
                <a:lnTo>
                  <a:pt x="241" y="33"/>
                </a:lnTo>
                <a:lnTo>
                  <a:pt x="243" y="36"/>
                </a:lnTo>
                <a:lnTo>
                  <a:pt x="245" y="37"/>
                </a:lnTo>
                <a:lnTo>
                  <a:pt x="247" y="39"/>
                </a:lnTo>
                <a:lnTo>
                  <a:pt x="249" y="40"/>
                </a:lnTo>
                <a:lnTo>
                  <a:pt x="250" y="44"/>
                </a:lnTo>
                <a:lnTo>
                  <a:pt x="251" y="48"/>
                </a:lnTo>
                <a:lnTo>
                  <a:pt x="250" y="51"/>
                </a:lnTo>
                <a:lnTo>
                  <a:pt x="249" y="52"/>
                </a:lnTo>
                <a:lnTo>
                  <a:pt x="247" y="55"/>
                </a:lnTo>
                <a:lnTo>
                  <a:pt x="247" y="56"/>
                </a:lnTo>
                <a:lnTo>
                  <a:pt x="243" y="60"/>
                </a:lnTo>
                <a:lnTo>
                  <a:pt x="240" y="64"/>
                </a:lnTo>
                <a:lnTo>
                  <a:pt x="236" y="68"/>
                </a:lnTo>
                <a:lnTo>
                  <a:pt x="233" y="72"/>
                </a:lnTo>
                <a:lnTo>
                  <a:pt x="230" y="75"/>
                </a:lnTo>
                <a:lnTo>
                  <a:pt x="227" y="79"/>
                </a:lnTo>
                <a:lnTo>
                  <a:pt x="227" y="82"/>
                </a:lnTo>
                <a:lnTo>
                  <a:pt x="227" y="86"/>
                </a:lnTo>
                <a:lnTo>
                  <a:pt x="223" y="92"/>
                </a:lnTo>
                <a:lnTo>
                  <a:pt x="219" y="99"/>
                </a:lnTo>
                <a:lnTo>
                  <a:pt x="215" y="105"/>
                </a:lnTo>
                <a:lnTo>
                  <a:pt x="211" y="111"/>
                </a:lnTo>
                <a:lnTo>
                  <a:pt x="202" y="123"/>
                </a:lnTo>
                <a:lnTo>
                  <a:pt x="193" y="135"/>
                </a:lnTo>
                <a:lnTo>
                  <a:pt x="192" y="140"/>
                </a:lnTo>
                <a:lnTo>
                  <a:pt x="191" y="144"/>
                </a:lnTo>
                <a:lnTo>
                  <a:pt x="191" y="148"/>
                </a:lnTo>
                <a:lnTo>
                  <a:pt x="191" y="152"/>
                </a:lnTo>
                <a:lnTo>
                  <a:pt x="188" y="156"/>
                </a:lnTo>
                <a:lnTo>
                  <a:pt x="186" y="158"/>
                </a:lnTo>
                <a:lnTo>
                  <a:pt x="183" y="161"/>
                </a:lnTo>
                <a:lnTo>
                  <a:pt x="181" y="164"/>
                </a:lnTo>
                <a:lnTo>
                  <a:pt x="178" y="171"/>
                </a:lnTo>
                <a:lnTo>
                  <a:pt x="175" y="178"/>
                </a:lnTo>
                <a:lnTo>
                  <a:pt x="171" y="186"/>
                </a:lnTo>
                <a:lnTo>
                  <a:pt x="168" y="193"/>
                </a:lnTo>
                <a:lnTo>
                  <a:pt x="164" y="200"/>
                </a:lnTo>
                <a:lnTo>
                  <a:pt x="160" y="208"/>
                </a:lnTo>
                <a:lnTo>
                  <a:pt x="156" y="214"/>
                </a:lnTo>
                <a:lnTo>
                  <a:pt x="151" y="221"/>
                </a:lnTo>
                <a:lnTo>
                  <a:pt x="150" y="222"/>
                </a:lnTo>
                <a:lnTo>
                  <a:pt x="149" y="224"/>
                </a:lnTo>
                <a:lnTo>
                  <a:pt x="148" y="225"/>
                </a:lnTo>
                <a:lnTo>
                  <a:pt x="147" y="228"/>
                </a:lnTo>
                <a:lnTo>
                  <a:pt x="146" y="232"/>
                </a:lnTo>
                <a:lnTo>
                  <a:pt x="146" y="236"/>
                </a:lnTo>
                <a:lnTo>
                  <a:pt x="144" y="240"/>
                </a:lnTo>
                <a:lnTo>
                  <a:pt x="143" y="244"/>
                </a:lnTo>
                <a:lnTo>
                  <a:pt x="142" y="247"/>
                </a:lnTo>
                <a:lnTo>
                  <a:pt x="140" y="251"/>
                </a:lnTo>
                <a:lnTo>
                  <a:pt x="138" y="253"/>
                </a:lnTo>
                <a:lnTo>
                  <a:pt x="136" y="256"/>
                </a:lnTo>
                <a:lnTo>
                  <a:pt x="134" y="258"/>
                </a:lnTo>
                <a:lnTo>
                  <a:pt x="132" y="260"/>
                </a:lnTo>
                <a:lnTo>
                  <a:pt x="127" y="263"/>
                </a:lnTo>
                <a:lnTo>
                  <a:pt x="122" y="266"/>
                </a:lnTo>
                <a:lnTo>
                  <a:pt x="118" y="269"/>
                </a:lnTo>
                <a:lnTo>
                  <a:pt x="112" y="273"/>
                </a:lnTo>
                <a:lnTo>
                  <a:pt x="110" y="275"/>
                </a:lnTo>
                <a:lnTo>
                  <a:pt x="108" y="277"/>
                </a:lnTo>
                <a:lnTo>
                  <a:pt x="106" y="279"/>
                </a:lnTo>
                <a:lnTo>
                  <a:pt x="105" y="281"/>
                </a:lnTo>
                <a:lnTo>
                  <a:pt x="104" y="283"/>
                </a:lnTo>
                <a:lnTo>
                  <a:pt x="103" y="285"/>
                </a:lnTo>
                <a:lnTo>
                  <a:pt x="103" y="289"/>
                </a:lnTo>
                <a:lnTo>
                  <a:pt x="102" y="293"/>
                </a:lnTo>
                <a:lnTo>
                  <a:pt x="102" y="302"/>
                </a:lnTo>
                <a:lnTo>
                  <a:pt x="102" y="313"/>
                </a:lnTo>
                <a:lnTo>
                  <a:pt x="102" y="323"/>
                </a:lnTo>
                <a:lnTo>
                  <a:pt x="102" y="333"/>
                </a:lnTo>
                <a:lnTo>
                  <a:pt x="102" y="340"/>
                </a:lnTo>
                <a:lnTo>
                  <a:pt x="102" y="344"/>
                </a:lnTo>
                <a:lnTo>
                  <a:pt x="105" y="345"/>
                </a:lnTo>
                <a:lnTo>
                  <a:pt x="106" y="346"/>
                </a:lnTo>
                <a:lnTo>
                  <a:pt x="110" y="347"/>
                </a:lnTo>
                <a:lnTo>
                  <a:pt x="114" y="347"/>
                </a:lnTo>
                <a:lnTo>
                  <a:pt x="118" y="347"/>
                </a:lnTo>
                <a:lnTo>
                  <a:pt x="122" y="347"/>
                </a:lnTo>
                <a:lnTo>
                  <a:pt x="127" y="345"/>
                </a:lnTo>
                <a:lnTo>
                  <a:pt x="133" y="345"/>
                </a:lnTo>
                <a:lnTo>
                  <a:pt x="136" y="345"/>
                </a:lnTo>
                <a:lnTo>
                  <a:pt x="138" y="345"/>
                </a:lnTo>
                <a:lnTo>
                  <a:pt x="141" y="345"/>
                </a:lnTo>
                <a:lnTo>
                  <a:pt x="143" y="347"/>
                </a:lnTo>
                <a:lnTo>
                  <a:pt x="146" y="349"/>
                </a:lnTo>
                <a:lnTo>
                  <a:pt x="148" y="351"/>
                </a:lnTo>
                <a:lnTo>
                  <a:pt x="150" y="353"/>
                </a:lnTo>
                <a:lnTo>
                  <a:pt x="153" y="357"/>
                </a:lnTo>
                <a:lnTo>
                  <a:pt x="155" y="360"/>
                </a:lnTo>
                <a:lnTo>
                  <a:pt x="157" y="362"/>
                </a:lnTo>
                <a:lnTo>
                  <a:pt x="157" y="363"/>
                </a:lnTo>
                <a:lnTo>
                  <a:pt x="158" y="365"/>
                </a:lnTo>
                <a:lnTo>
                  <a:pt x="158" y="366"/>
                </a:lnTo>
                <a:lnTo>
                  <a:pt x="157" y="368"/>
                </a:lnTo>
                <a:lnTo>
                  <a:pt x="153" y="371"/>
                </a:lnTo>
                <a:lnTo>
                  <a:pt x="149" y="373"/>
                </a:lnTo>
                <a:lnTo>
                  <a:pt x="147" y="377"/>
                </a:lnTo>
                <a:lnTo>
                  <a:pt x="146" y="379"/>
                </a:lnTo>
                <a:lnTo>
                  <a:pt x="146" y="382"/>
                </a:lnTo>
                <a:lnTo>
                  <a:pt x="146" y="385"/>
                </a:lnTo>
                <a:lnTo>
                  <a:pt x="145" y="389"/>
                </a:lnTo>
                <a:lnTo>
                  <a:pt x="144" y="392"/>
                </a:lnTo>
                <a:lnTo>
                  <a:pt x="143" y="394"/>
                </a:lnTo>
                <a:lnTo>
                  <a:pt x="142" y="397"/>
                </a:lnTo>
                <a:lnTo>
                  <a:pt x="140" y="398"/>
                </a:lnTo>
                <a:lnTo>
                  <a:pt x="138" y="399"/>
                </a:lnTo>
                <a:lnTo>
                  <a:pt x="137" y="400"/>
                </a:lnTo>
                <a:lnTo>
                  <a:pt x="135" y="401"/>
                </a:lnTo>
                <a:lnTo>
                  <a:pt x="131" y="402"/>
                </a:lnTo>
                <a:lnTo>
                  <a:pt x="128" y="405"/>
                </a:lnTo>
                <a:lnTo>
                  <a:pt x="126" y="405"/>
                </a:lnTo>
                <a:lnTo>
                  <a:pt x="126" y="407"/>
                </a:lnTo>
                <a:lnTo>
                  <a:pt x="125" y="409"/>
                </a:lnTo>
                <a:lnTo>
                  <a:pt x="124" y="410"/>
                </a:lnTo>
                <a:lnTo>
                  <a:pt x="122" y="414"/>
                </a:lnTo>
                <a:lnTo>
                  <a:pt x="121" y="417"/>
                </a:lnTo>
                <a:lnTo>
                  <a:pt x="118" y="419"/>
                </a:lnTo>
                <a:lnTo>
                  <a:pt x="114" y="421"/>
                </a:lnTo>
                <a:lnTo>
                  <a:pt x="109" y="427"/>
                </a:lnTo>
                <a:lnTo>
                  <a:pt x="102" y="436"/>
                </a:lnTo>
                <a:lnTo>
                  <a:pt x="99" y="441"/>
                </a:lnTo>
                <a:lnTo>
                  <a:pt x="97" y="446"/>
                </a:lnTo>
                <a:lnTo>
                  <a:pt x="96" y="448"/>
                </a:lnTo>
                <a:lnTo>
                  <a:pt x="95" y="450"/>
                </a:lnTo>
                <a:lnTo>
                  <a:pt x="94" y="452"/>
                </a:lnTo>
                <a:lnTo>
                  <a:pt x="94" y="453"/>
                </a:lnTo>
                <a:lnTo>
                  <a:pt x="94" y="455"/>
                </a:lnTo>
                <a:lnTo>
                  <a:pt x="95" y="457"/>
                </a:lnTo>
                <a:lnTo>
                  <a:pt x="96" y="458"/>
                </a:lnTo>
                <a:lnTo>
                  <a:pt x="97" y="461"/>
                </a:lnTo>
                <a:lnTo>
                  <a:pt x="99" y="463"/>
                </a:lnTo>
                <a:lnTo>
                  <a:pt x="101" y="466"/>
                </a:lnTo>
                <a:lnTo>
                  <a:pt x="105" y="466"/>
                </a:lnTo>
                <a:lnTo>
                  <a:pt x="110" y="466"/>
                </a:lnTo>
                <a:lnTo>
                  <a:pt x="114" y="467"/>
                </a:lnTo>
                <a:lnTo>
                  <a:pt x="118" y="467"/>
                </a:lnTo>
                <a:lnTo>
                  <a:pt x="122" y="465"/>
                </a:lnTo>
                <a:lnTo>
                  <a:pt x="130" y="462"/>
                </a:lnTo>
                <a:lnTo>
                  <a:pt x="138" y="459"/>
                </a:lnTo>
                <a:lnTo>
                  <a:pt x="147" y="456"/>
                </a:lnTo>
                <a:lnTo>
                  <a:pt x="151" y="454"/>
                </a:lnTo>
                <a:lnTo>
                  <a:pt x="156" y="453"/>
                </a:lnTo>
                <a:lnTo>
                  <a:pt x="161" y="452"/>
                </a:lnTo>
                <a:lnTo>
                  <a:pt x="164" y="451"/>
                </a:lnTo>
                <a:lnTo>
                  <a:pt x="168" y="452"/>
                </a:lnTo>
                <a:lnTo>
                  <a:pt x="171" y="452"/>
                </a:lnTo>
                <a:lnTo>
                  <a:pt x="172" y="453"/>
                </a:lnTo>
                <a:lnTo>
                  <a:pt x="173" y="453"/>
                </a:lnTo>
                <a:lnTo>
                  <a:pt x="174" y="454"/>
                </a:lnTo>
                <a:lnTo>
                  <a:pt x="175" y="455"/>
                </a:lnTo>
                <a:lnTo>
                  <a:pt x="176" y="457"/>
                </a:lnTo>
                <a:lnTo>
                  <a:pt x="178" y="457"/>
                </a:lnTo>
                <a:lnTo>
                  <a:pt x="179" y="459"/>
                </a:lnTo>
                <a:lnTo>
                  <a:pt x="181" y="461"/>
                </a:lnTo>
                <a:lnTo>
                  <a:pt x="184" y="465"/>
                </a:lnTo>
                <a:lnTo>
                  <a:pt x="187" y="469"/>
                </a:lnTo>
                <a:lnTo>
                  <a:pt x="189" y="473"/>
                </a:lnTo>
                <a:lnTo>
                  <a:pt x="191" y="479"/>
                </a:lnTo>
                <a:lnTo>
                  <a:pt x="193" y="484"/>
                </a:lnTo>
                <a:lnTo>
                  <a:pt x="194" y="488"/>
                </a:lnTo>
                <a:lnTo>
                  <a:pt x="192" y="490"/>
                </a:lnTo>
                <a:lnTo>
                  <a:pt x="189" y="492"/>
                </a:lnTo>
                <a:lnTo>
                  <a:pt x="187" y="493"/>
                </a:lnTo>
                <a:lnTo>
                  <a:pt x="184" y="495"/>
                </a:lnTo>
                <a:lnTo>
                  <a:pt x="181" y="496"/>
                </a:lnTo>
                <a:lnTo>
                  <a:pt x="178" y="497"/>
                </a:lnTo>
                <a:lnTo>
                  <a:pt x="175" y="497"/>
                </a:lnTo>
                <a:lnTo>
                  <a:pt x="171" y="498"/>
                </a:lnTo>
                <a:lnTo>
                  <a:pt x="164" y="499"/>
                </a:lnTo>
                <a:lnTo>
                  <a:pt x="158" y="501"/>
                </a:lnTo>
                <a:lnTo>
                  <a:pt x="154" y="501"/>
                </a:lnTo>
                <a:lnTo>
                  <a:pt x="150" y="502"/>
                </a:lnTo>
                <a:lnTo>
                  <a:pt x="147" y="503"/>
                </a:lnTo>
                <a:lnTo>
                  <a:pt x="144" y="504"/>
                </a:lnTo>
                <a:lnTo>
                  <a:pt x="138" y="504"/>
                </a:lnTo>
                <a:lnTo>
                  <a:pt x="134" y="504"/>
                </a:lnTo>
                <a:lnTo>
                  <a:pt x="129" y="504"/>
                </a:lnTo>
                <a:lnTo>
                  <a:pt x="123" y="504"/>
                </a:lnTo>
                <a:lnTo>
                  <a:pt x="114" y="509"/>
                </a:lnTo>
                <a:lnTo>
                  <a:pt x="104" y="513"/>
                </a:lnTo>
                <a:lnTo>
                  <a:pt x="99" y="515"/>
                </a:lnTo>
                <a:lnTo>
                  <a:pt x="94" y="517"/>
                </a:lnTo>
                <a:lnTo>
                  <a:pt x="90" y="517"/>
                </a:lnTo>
                <a:lnTo>
                  <a:pt x="87" y="517"/>
                </a:lnTo>
                <a:lnTo>
                  <a:pt x="85" y="517"/>
                </a:lnTo>
                <a:lnTo>
                  <a:pt x="81" y="517"/>
                </a:lnTo>
                <a:lnTo>
                  <a:pt x="80" y="517"/>
                </a:lnTo>
                <a:lnTo>
                  <a:pt x="79" y="515"/>
                </a:lnTo>
                <a:lnTo>
                  <a:pt x="78" y="514"/>
                </a:lnTo>
                <a:lnTo>
                  <a:pt x="76" y="513"/>
                </a:lnTo>
                <a:lnTo>
                  <a:pt x="73" y="513"/>
                </a:lnTo>
                <a:lnTo>
                  <a:pt x="69" y="512"/>
                </a:lnTo>
                <a:lnTo>
                  <a:pt x="65" y="511"/>
                </a:lnTo>
                <a:lnTo>
                  <a:pt x="61" y="510"/>
                </a:lnTo>
                <a:lnTo>
                  <a:pt x="59" y="509"/>
                </a:lnTo>
                <a:lnTo>
                  <a:pt x="58" y="509"/>
                </a:lnTo>
                <a:lnTo>
                  <a:pt x="57" y="507"/>
                </a:lnTo>
                <a:lnTo>
                  <a:pt x="56" y="506"/>
                </a:lnTo>
                <a:lnTo>
                  <a:pt x="54" y="505"/>
                </a:lnTo>
                <a:lnTo>
                  <a:pt x="53" y="503"/>
                </a:lnTo>
                <a:lnTo>
                  <a:pt x="51" y="501"/>
                </a:lnTo>
                <a:lnTo>
                  <a:pt x="50" y="499"/>
                </a:lnTo>
                <a:lnTo>
                  <a:pt x="50" y="497"/>
                </a:lnTo>
                <a:lnTo>
                  <a:pt x="50" y="495"/>
                </a:lnTo>
                <a:lnTo>
                  <a:pt x="49" y="493"/>
                </a:lnTo>
                <a:lnTo>
                  <a:pt x="50" y="490"/>
                </a:lnTo>
                <a:lnTo>
                  <a:pt x="50" y="485"/>
                </a:lnTo>
                <a:lnTo>
                  <a:pt x="51" y="481"/>
                </a:lnTo>
                <a:lnTo>
                  <a:pt x="53" y="475"/>
                </a:lnTo>
                <a:lnTo>
                  <a:pt x="56" y="470"/>
                </a:lnTo>
                <a:lnTo>
                  <a:pt x="62" y="461"/>
                </a:lnTo>
                <a:lnTo>
                  <a:pt x="67" y="452"/>
                </a:lnTo>
                <a:lnTo>
                  <a:pt x="70" y="448"/>
                </a:lnTo>
                <a:lnTo>
                  <a:pt x="72" y="444"/>
                </a:lnTo>
                <a:lnTo>
                  <a:pt x="74" y="441"/>
                </a:lnTo>
                <a:lnTo>
                  <a:pt x="74" y="438"/>
                </a:lnTo>
                <a:lnTo>
                  <a:pt x="75" y="436"/>
                </a:lnTo>
                <a:lnTo>
                  <a:pt x="77" y="432"/>
                </a:lnTo>
                <a:lnTo>
                  <a:pt x="77" y="428"/>
                </a:lnTo>
                <a:lnTo>
                  <a:pt x="78" y="424"/>
                </a:lnTo>
                <a:lnTo>
                  <a:pt x="78" y="420"/>
                </a:lnTo>
                <a:lnTo>
                  <a:pt x="78" y="416"/>
                </a:lnTo>
                <a:lnTo>
                  <a:pt x="77" y="414"/>
                </a:lnTo>
                <a:lnTo>
                  <a:pt x="77" y="413"/>
                </a:lnTo>
                <a:lnTo>
                  <a:pt x="75" y="411"/>
                </a:lnTo>
                <a:lnTo>
                  <a:pt x="74" y="410"/>
                </a:lnTo>
                <a:lnTo>
                  <a:pt x="74" y="409"/>
                </a:lnTo>
                <a:lnTo>
                  <a:pt x="72" y="409"/>
                </a:lnTo>
                <a:lnTo>
                  <a:pt x="71" y="409"/>
                </a:lnTo>
                <a:lnTo>
                  <a:pt x="70" y="409"/>
                </a:lnTo>
                <a:lnTo>
                  <a:pt x="68" y="409"/>
                </a:lnTo>
                <a:lnTo>
                  <a:pt x="67" y="408"/>
                </a:lnTo>
                <a:lnTo>
                  <a:pt x="66" y="407"/>
                </a:lnTo>
                <a:lnTo>
                  <a:pt x="66" y="406"/>
                </a:lnTo>
                <a:lnTo>
                  <a:pt x="62" y="403"/>
                </a:lnTo>
                <a:lnTo>
                  <a:pt x="57" y="397"/>
                </a:lnTo>
                <a:lnTo>
                  <a:pt x="54" y="393"/>
                </a:lnTo>
                <a:lnTo>
                  <a:pt x="52" y="390"/>
                </a:lnTo>
                <a:lnTo>
                  <a:pt x="50" y="388"/>
                </a:lnTo>
                <a:lnTo>
                  <a:pt x="50" y="386"/>
                </a:lnTo>
                <a:lnTo>
                  <a:pt x="53" y="384"/>
                </a:lnTo>
                <a:lnTo>
                  <a:pt x="56" y="381"/>
                </a:lnTo>
                <a:lnTo>
                  <a:pt x="59" y="379"/>
                </a:lnTo>
                <a:lnTo>
                  <a:pt x="62" y="376"/>
                </a:lnTo>
                <a:lnTo>
                  <a:pt x="65" y="373"/>
                </a:lnTo>
                <a:lnTo>
                  <a:pt x="68" y="371"/>
                </a:lnTo>
                <a:lnTo>
                  <a:pt x="71" y="369"/>
                </a:lnTo>
                <a:lnTo>
                  <a:pt x="74" y="367"/>
                </a:lnTo>
                <a:lnTo>
                  <a:pt x="75" y="357"/>
                </a:lnTo>
                <a:lnTo>
                  <a:pt x="75" y="345"/>
                </a:lnTo>
                <a:lnTo>
                  <a:pt x="75" y="333"/>
                </a:lnTo>
                <a:lnTo>
                  <a:pt x="74" y="321"/>
                </a:lnTo>
                <a:lnTo>
                  <a:pt x="74" y="320"/>
                </a:lnTo>
                <a:lnTo>
                  <a:pt x="71" y="319"/>
                </a:lnTo>
                <a:lnTo>
                  <a:pt x="70" y="318"/>
                </a:lnTo>
                <a:lnTo>
                  <a:pt x="68" y="317"/>
                </a:lnTo>
                <a:lnTo>
                  <a:pt x="65" y="313"/>
                </a:lnTo>
                <a:lnTo>
                  <a:pt x="62" y="310"/>
                </a:lnTo>
                <a:lnTo>
                  <a:pt x="56" y="302"/>
                </a:lnTo>
                <a:lnTo>
                  <a:pt x="51" y="296"/>
                </a:lnTo>
                <a:lnTo>
                  <a:pt x="51" y="293"/>
                </a:lnTo>
                <a:lnTo>
                  <a:pt x="52" y="290"/>
                </a:lnTo>
                <a:lnTo>
                  <a:pt x="52" y="288"/>
                </a:lnTo>
                <a:lnTo>
                  <a:pt x="53" y="285"/>
                </a:lnTo>
                <a:lnTo>
                  <a:pt x="55" y="280"/>
                </a:lnTo>
                <a:lnTo>
                  <a:pt x="58" y="275"/>
                </a:lnTo>
                <a:lnTo>
                  <a:pt x="60" y="271"/>
                </a:lnTo>
                <a:lnTo>
                  <a:pt x="63" y="267"/>
                </a:lnTo>
                <a:lnTo>
                  <a:pt x="66" y="263"/>
                </a:lnTo>
                <a:lnTo>
                  <a:pt x="70" y="259"/>
                </a:lnTo>
                <a:lnTo>
                  <a:pt x="74" y="255"/>
                </a:lnTo>
                <a:lnTo>
                  <a:pt x="77" y="251"/>
                </a:lnTo>
                <a:lnTo>
                  <a:pt x="80" y="247"/>
                </a:lnTo>
                <a:lnTo>
                  <a:pt x="83" y="242"/>
                </a:lnTo>
                <a:lnTo>
                  <a:pt x="86" y="238"/>
                </a:lnTo>
                <a:lnTo>
                  <a:pt x="87" y="233"/>
                </a:lnTo>
                <a:lnTo>
                  <a:pt x="88" y="230"/>
                </a:lnTo>
                <a:lnTo>
                  <a:pt x="88" y="227"/>
                </a:lnTo>
                <a:lnTo>
                  <a:pt x="88" y="224"/>
                </a:lnTo>
                <a:lnTo>
                  <a:pt x="88" y="221"/>
                </a:lnTo>
                <a:lnTo>
                  <a:pt x="81" y="217"/>
                </a:lnTo>
                <a:lnTo>
                  <a:pt x="73" y="214"/>
                </a:lnTo>
                <a:lnTo>
                  <a:pt x="66" y="210"/>
                </a:lnTo>
                <a:lnTo>
                  <a:pt x="58" y="206"/>
                </a:lnTo>
                <a:lnTo>
                  <a:pt x="58" y="204"/>
                </a:lnTo>
                <a:lnTo>
                  <a:pt x="59" y="202"/>
                </a:lnTo>
                <a:lnTo>
                  <a:pt x="62" y="200"/>
                </a:lnTo>
                <a:lnTo>
                  <a:pt x="63" y="199"/>
                </a:lnTo>
                <a:lnTo>
                  <a:pt x="66" y="197"/>
                </a:lnTo>
                <a:lnTo>
                  <a:pt x="69" y="196"/>
                </a:lnTo>
                <a:lnTo>
                  <a:pt x="71" y="195"/>
                </a:lnTo>
                <a:lnTo>
                  <a:pt x="75" y="193"/>
                </a:lnTo>
                <a:lnTo>
                  <a:pt x="82" y="191"/>
                </a:lnTo>
                <a:lnTo>
                  <a:pt x="88" y="188"/>
                </a:lnTo>
                <a:lnTo>
                  <a:pt x="90" y="187"/>
                </a:lnTo>
                <a:lnTo>
                  <a:pt x="94" y="185"/>
                </a:lnTo>
                <a:lnTo>
                  <a:pt x="95" y="184"/>
                </a:lnTo>
                <a:lnTo>
                  <a:pt x="98" y="181"/>
                </a:lnTo>
                <a:lnTo>
                  <a:pt x="98" y="178"/>
                </a:lnTo>
                <a:lnTo>
                  <a:pt x="99" y="174"/>
                </a:lnTo>
                <a:lnTo>
                  <a:pt x="99" y="170"/>
                </a:lnTo>
                <a:lnTo>
                  <a:pt x="100" y="165"/>
                </a:lnTo>
                <a:lnTo>
                  <a:pt x="99" y="156"/>
                </a:lnTo>
                <a:lnTo>
                  <a:pt x="99" y="148"/>
                </a:lnTo>
                <a:lnTo>
                  <a:pt x="99" y="144"/>
                </a:lnTo>
                <a:lnTo>
                  <a:pt x="99" y="140"/>
                </a:lnTo>
                <a:lnTo>
                  <a:pt x="100" y="136"/>
                </a:lnTo>
                <a:lnTo>
                  <a:pt x="101" y="133"/>
                </a:lnTo>
                <a:lnTo>
                  <a:pt x="102" y="130"/>
                </a:lnTo>
                <a:lnTo>
                  <a:pt x="104" y="127"/>
                </a:lnTo>
                <a:lnTo>
                  <a:pt x="105" y="126"/>
                </a:lnTo>
                <a:lnTo>
                  <a:pt x="106" y="124"/>
                </a:lnTo>
                <a:lnTo>
                  <a:pt x="107" y="124"/>
                </a:lnTo>
                <a:lnTo>
                  <a:pt x="109" y="123"/>
                </a:lnTo>
                <a:lnTo>
                  <a:pt x="114" y="123"/>
                </a:lnTo>
                <a:lnTo>
                  <a:pt x="118" y="123"/>
                </a:lnTo>
                <a:lnTo>
                  <a:pt x="120" y="126"/>
                </a:lnTo>
                <a:lnTo>
                  <a:pt x="122" y="128"/>
                </a:lnTo>
                <a:lnTo>
                  <a:pt x="122" y="130"/>
                </a:lnTo>
                <a:lnTo>
                  <a:pt x="123" y="132"/>
                </a:lnTo>
                <a:lnTo>
                  <a:pt x="123" y="134"/>
                </a:lnTo>
                <a:lnTo>
                  <a:pt x="123" y="137"/>
                </a:lnTo>
                <a:lnTo>
                  <a:pt x="122" y="140"/>
                </a:lnTo>
                <a:lnTo>
                  <a:pt x="121" y="141"/>
                </a:lnTo>
                <a:lnTo>
                  <a:pt x="120" y="144"/>
                </a:lnTo>
                <a:lnTo>
                  <a:pt x="119" y="146"/>
                </a:lnTo>
                <a:lnTo>
                  <a:pt x="118" y="151"/>
                </a:lnTo>
                <a:lnTo>
                  <a:pt x="118" y="156"/>
                </a:lnTo>
                <a:lnTo>
                  <a:pt x="118" y="165"/>
                </a:lnTo>
                <a:lnTo>
                  <a:pt x="118" y="176"/>
                </a:lnTo>
                <a:lnTo>
                  <a:pt x="122" y="179"/>
                </a:lnTo>
                <a:lnTo>
                  <a:pt x="126" y="181"/>
                </a:lnTo>
                <a:lnTo>
                  <a:pt x="130" y="181"/>
                </a:lnTo>
                <a:lnTo>
                  <a:pt x="134" y="181"/>
                </a:lnTo>
                <a:lnTo>
                  <a:pt x="135" y="179"/>
                </a:lnTo>
                <a:lnTo>
                  <a:pt x="136" y="176"/>
                </a:lnTo>
                <a:lnTo>
                  <a:pt x="138" y="173"/>
                </a:lnTo>
                <a:lnTo>
                  <a:pt x="139" y="171"/>
                </a:lnTo>
                <a:lnTo>
                  <a:pt x="143" y="165"/>
                </a:lnTo>
                <a:lnTo>
                  <a:pt x="147" y="160"/>
                </a:lnTo>
                <a:lnTo>
                  <a:pt x="155" y="151"/>
                </a:lnTo>
                <a:lnTo>
                  <a:pt x="163" y="141"/>
                </a:lnTo>
                <a:lnTo>
                  <a:pt x="167" y="136"/>
                </a:lnTo>
                <a:lnTo>
                  <a:pt x="171" y="128"/>
                </a:lnTo>
                <a:lnTo>
                  <a:pt x="174" y="121"/>
                </a:lnTo>
                <a:lnTo>
                  <a:pt x="177" y="114"/>
                </a:lnTo>
                <a:lnTo>
                  <a:pt x="181" y="106"/>
                </a:lnTo>
                <a:lnTo>
                  <a:pt x="184" y="99"/>
                </a:lnTo>
                <a:lnTo>
                  <a:pt x="187" y="92"/>
                </a:lnTo>
                <a:lnTo>
                  <a:pt x="191" y="84"/>
                </a:lnTo>
                <a:lnTo>
                  <a:pt x="195" y="78"/>
                </a:lnTo>
                <a:lnTo>
                  <a:pt x="200" y="71"/>
                </a:lnTo>
                <a:lnTo>
                  <a:pt x="203" y="68"/>
                </a:lnTo>
                <a:lnTo>
                  <a:pt x="205" y="64"/>
                </a:lnTo>
                <a:lnTo>
                  <a:pt x="205" y="61"/>
                </a:lnTo>
                <a:lnTo>
                  <a:pt x="206" y="59"/>
                </a:lnTo>
                <a:lnTo>
                  <a:pt x="207" y="56"/>
                </a:lnTo>
                <a:lnTo>
                  <a:pt x="207" y="53"/>
                </a:lnTo>
                <a:lnTo>
                  <a:pt x="203" y="49"/>
                </a:lnTo>
                <a:lnTo>
                  <a:pt x="200" y="44"/>
                </a:lnTo>
                <a:lnTo>
                  <a:pt x="192" y="45"/>
                </a:lnTo>
                <a:lnTo>
                  <a:pt x="183" y="46"/>
                </a:lnTo>
                <a:lnTo>
                  <a:pt x="175" y="46"/>
                </a:lnTo>
                <a:lnTo>
                  <a:pt x="167" y="47"/>
                </a:lnTo>
                <a:lnTo>
                  <a:pt x="167" y="50"/>
                </a:lnTo>
                <a:lnTo>
                  <a:pt x="165" y="52"/>
                </a:lnTo>
                <a:lnTo>
                  <a:pt x="163" y="54"/>
                </a:lnTo>
                <a:lnTo>
                  <a:pt x="163" y="56"/>
                </a:lnTo>
                <a:lnTo>
                  <a:pt x="161" y="56"/>
                </a:lnTo>
                <a:lnTo>
                  <a:pt x="159" y="57"/>
                </a:lnTo>
                <a:lnTo>
                  <a:pt x="159" y="58"/>
                </a:lnTo>
                <a:lnTo>
                  <a:pt x="157" y="58"/>
                </a:lnTo>
                <a:lnTo>
                  <a:pt x="154" y="59"/>
                </a:lnTo>
                <a:lnTo>
                  <a:pt x="150" y="60"/>
                </a:lnTo>
                <a:lnTo>
                  <a:pt x="148" y="60"/>
                </a:lnTo>
                <a:lnTo>
                  <a:pt x="146" y="60"/>
                </a:lnTo>
                <a:lnTo>
                  <a:pt x="144" y="62"/>
                </a:lnTo>
                <a:lnTo>
                  <a:pt x="142" y="63"/>
                </a:lnTo>
                <a:lnTo>
                  <a:pt x="139" y="65"/>
                </a:lnTo>
                <a:lnTo>
                  <a:pt x="136" y="67"/>
                </a:lnTo>
                <a:lnTo>
                  <a:pt x="134" y="69"/>
                </a:lnTo>
                <a:lnTo>
                  <a:pt x="131" y="72"/>
                </a:lnTo>
                <a:lnTo>
                  <a:pt x="126" y="77"/>
                </a:lnTo>
                <a:lnTo>
                  <a:pt x="121" y="82"/>
                </a:lnTo>
                <a:lnTo>
                  <a:pt x="118" y="82"/>
                </a:lnTo>
                <a:lnTo>
                  <a:pt x="116" y="82"/>
                </a:lnTo>
                <a:lnTo>
                  <a:pt x="106" y="88"/>
                </a:lnTo>
                <a:lnTo>
                  <a:pt x="94" y="96"/>
                </a:lnTo>
                <a:lnTo>
                  <a:pt x="89" y="100"/>
                </a:lnTo>
                <a:lnTo>
                  <a:pt x="82" y="104"/>
                </a:lnTo>
                <a:lnTo>
                  <a:pt x="78" y="108"/>
                </a:lnTo>
                <a:lnTo>
                  <a:pt x="73" y="112"/>
                </a:lnTo>
                <a:lnTo>
                  <a:pt x="67" y="118"/>
                </a:lnTo>
                <a:lnTo>
                  <a:pt x="61" y="124"/>
                </a:lnTo>
                <a:lnTo>
                  <a:pt x="57" y="128"/>
                </a:lnTo>
                <a:lnTo>
                  <a:pt x="53" y="131"/>
                </a:lnTo>
                <a:lnTo>
                  <a:pt x="51" y="132"/>
                </a:lnTo>
                <a:lnTo>
                  <a:pt x="50" y="132"/>
                </a:lnTo>
                <a:lnTo>
                  <a:pt x="48" y="132"/>
                </a:lnTo>
                <a:lnTo>
                  <a:pt x="46" y="132"/>
                </a:lnTo>
                <a:lnTo>
                  <a:pt x="46" y="136"/>
                </a:lnTo>
                <a:lnTo>
                  <a:pt x="45" y="138"/>
                </a:lnTo>
                <a:lnTo>
                  <a:pt x="44" y="140"/>
                </a:lnTo>
                <a:lnTo>
                  <a:pt x="42" y="142"/>
                </a:lnTo>
                <a:lnTo>
                  <a:pt x="41" y="145"/>
                </a:lnTo>
                <a:lnTo>
                  <a:pt x="40" y="148"/>
                </a:lnTo>
                <a:lnTo>
                  <a:pt x="39" y="151"/>
                </a:lnTo>
                <a:lnTo>
                  <a:pt x="39" y="154"/>
                </a:lnTo>
                <a:lnTo>
                  <a:pt x="39" y="159"/>
                </a:lnTo>
                <a:lnTo>
                  <a:pt x="38" y="168"/>
                </a:lnTo>
                <a:lnTo>
                  <a:pt x="38" y="180"/>
                </a:lnTo>
                <a:lnTo>
                  <a:pt x="38" y="192"/>
                </a:lnTo>
                <a:lnTo>
                  <a:pt x="36" y="205"/>
                </a:lnTo>
                <a:lnTo>
                  <a:pt x="34" y="216"/>
                </a:lnTo>
                <a:lnTo>
                  <a:pt x="34" y="221"/>
                </a:lnTo>
                <a:lnTo>
                  <a:pt x="33" y="225"/>
                </a:lnTo>
                <a:lnTo>
                  <a:pt x="31" y="229"/>
                </a:lnTo>
                <a:lnTo>
                  <a:pt x="30" y="230"/>
                </a:lnTo>
                <a:lnTo>
                  <a:pt x="27" y="230"/>
                </a:lnTo>
                <a:lnTo>
                  <a:pt x="25" y="230"/>
                </a:lnTo>
                <a:lnTo>
                  <a:pt x="22" y="230"/>
                </a:lnTo>
                <a:lnTo>
                  <a:pt x="18" y="230"/>
                </a:lnTo>
                <a:lnTo>
                  <a:pt x="18" y="229"/>
                </a:lnTo>
                <a:lnTo>
                  <a:pt x="17" y="227"/>
                </a:lnTo>
                <a:lnTo>
                  <a:pt x="16" y="225"/>
                </a:lnTo>
                <a:lnTo>
                  <a:pt x="14" y="224"/>
                </a:lnTo>
                <a:lnTo>
                  <a:pt x="12" y="223"/>
                </a:lnTo>
                <a:lnTo>
                  <a:pt x="9" y="221"/>
                </a:lnTo>
                <a:lnTo>
                  <a:pt x="9" y="214"/>
                </a:lnTo>
                <a:lnTo>
                  <a:pt x="9" y="208"/>
                </a:lnTo>
                <a:lnTo>
                  <a:pt x="9" y="200"/>
                </a:lnTo>
                <a:lnTo>
                  <a:pt x="9" y="194"/>
                </a:lnTo>
                <a:lnTo>
                  <a:pt x="9" y="188"/>
                </a:lnTo>
                <a:lnTo>
                  <a:pt x="9" y="180"/>
                </a:lnTo>
                <a:lnTo>
                  <a:pt x="9" y="174"/>
                </a:lnTo>
                <a:lnTo>
                  <a:pt x="9" y="168"/>
                </a:lnTo>
                <a:lnTo>
                  <a:pt x="9" y="167"/>
                </a:lnTo>
                <a:lnTo>
                  <a:pt x="8" y="165"/>
                </a:lnTo>
                <a:lnTo>
                  <a:pt x="7" y="164"/>
                </a:lnTo>
                <a:lnTo>
                  <a:pt x="7" y="163"/>
                </a:lnTo>
                <a:lnTo>
                  <a:pt x="7" y="160"/>
                </a:lnTo>
                <a:lnTo>
                  <a:pt x="7" y="156"/>
                </a:lnTo>
                <a:lnTo>
                  <a:pt x="8" y="152"/>
                </a:lnTo>
                <a:lnTo>
                  <a:pt x="8" y="148"/>
                </a:lnTo>
                <a:lnTo>
                  <a:pt x="8" y="145"/>
                </a:lnTo>
                <a:lnTo>
                  <a:pt x="7" y="141"/>
                </a:lnTo>
                <a:lnTo>
                  <a:pt x="4" y="136"/>
                </a:lnTo>
                <a:lnTo>
                  <a:pt x="1" y="127"/>
                </a:lnTo>
                <a:lnTo>
                  <a:pt x="1" y="125"/>
                </a:lnTo>
                <a:lnTo>
                  <a:pt x="0" y="123"/>
                </a:lnTo>
                <a:lnTo>
                  <a:pt x="0" y="121"/>
                </a:lnTo>
                <a:lnTo>
                  <a:pt x="0" y="119"/>
                </a:lnTo>
                <a:lnTo>
                  <a:pt x="1" y="117"/>
                </a:lnTo>
                <a:lnTo>
                  <a:pt x="1" y="116"/>
                </a:lnTo>
                <a:lnTo>
                  <a:pt x="2" y="114"/>
                </a:lnTo>
                <a:lnTo>
                  <a:pt x="4" y="113"/>
                </a:lnTo>
                <a:lnTo>
                  <a:pt x="6" y="112"/>
                </a:lnTo>
                <a:lnTo>
                  <a:pt x="8" y="112"/>
                </a:lnTo>
                <a:lnTo>
                  <a:pt x="10" y="112"/>
                </a:lnTo>
                <a:lnTo>
                  <a:pt x="11" y="112"/>
                </a:lnTo>
                <a:lnTo>
                  <a:pt x="14" y="114"/>
                </a:lnTo>
                <a:lnTo>
                  <a:pt x="18" y="116"/>
                </a:lnTo>
                <a:lnTo>
                  <a:pt x="23" y="120"/>
                </a:lnTo>
                <a:lnTo>
                  <a:pt x="28" y="123"/>
                </a:lnTo>
                <a:lnTo>
                  <a:pt x="31" y="123"/>
                </a:lnTo>
                <a:lnTo>
                  <a:pt x="35" y="123"/>
                </a:lnTo>
                <a:lnTo>
                  <a:pt x="38" y="123"/>
                </a:lnTo>
                <a:lnTo>
                  <a:pt x="42" y="123"/>
                </a:lnTo>
                <a:lnTo>
                  <a:pt x="43" y="121"/>
                </a:lnTo>
                <a:lnTo>
                  <a:pt x="45" y="120"/>
                </a:lnTo>
                <a:lnTo>
                  <a:pt x="46" y="119"/>
                </a:lnTo>
                <a:lnTo>
                  <a:pt x="48" y="117"/>
                </a:lnTo>
                <a:lnTo>
                  <a:pt x="51" y="116"/>
                </a:lnTo>
                <a:lnTo>
                  <a:pt x="56" y="113"/>
                </a:lnTo>
                <a:lnTo>
                  <a:pt x="58" y="112"/>
                </a:lnTo>
                <a:lnTo>
                  <a:pt x="59" y="110"/>
                </a:lnTo>
                <a:lnTo>
                  <a:pt x="61" y="108"/>
                </a:lnTo>
                <a:lnTo>
                  <a:pt x="62" y="106"/>
                </a:lnTo>
                <a:lnTo>
                  <a:pt x="66" y="102"/>
                </a:lnTo>
                <a:lnTo>
                  <a:pt x="70" y="99"/>
                </a:lnTo>
                <a:lnTo>
                  <a:pt x="74" y="97"/>
                </a:lnTo>
                <a:lnTo>
                  <a:pt x="79" y="96"/>
                </a:lnTo>
                <a:lnTo>
                  <a:pt x="84" y="92"/>
                </a:lnTo>
                <a:lnTo>
                  <a:pt x="89" y="87"/>
                </a:lnTo>
                <a:lnTo>
                  <a:pt x="94" y="83"/>
                </a:lnTo>
                <a:lnTo>
                  <a:pt x="99" y="79"/>
                </a:lnTo>
                <a:lnTo>
                  <a:pt x="102" y="78"/>
                </a:lnTo>
                <a:lnTo>
                  <a:pt x="103" y="76"/>
                </a:lnTo>
                <a:lnTo>
                  <a:pt x="106" y="76"/>
                </a:lnTo>
                <a:lnTo>
                  <a:pt x="108" y="76"/>
                </a:lnTo>
                <a:lnTo>
                  <a:pt x="110" y="75"/>
                </a:lnTo>
                <a:lnTo>
                  <a:pt x="112" y="75"/>
                </a:lnTo>
                <a:lnTo>
                  <a:pt x="114" y="73"/>
                </a:lnTo>
                <a:lnTo>
                  <a:pt x="116" y="72"/>
                </a:lnTo>
                <a:lnTo>
                  <a:pt x="121" y="68"/>
                </a:lnTo>
                <a:lnTo>
                  <a:pt x="126" y="63"/>
                </a:lnTo>
                <a:lnTo>
                  <a:pt x="129" y="60"/>
                </a:lnTo>
                <a:lnTo>
                  <a:pt x="131" y="58"/>
                </a:lnTo>
                <a:lnTo>
                  <a:pt x="134" y="58"/>
                </a:lnTo>
                <a:lnTo>
                  <a:pt x="135" y="57"/>
                </a:lnTo>
                <a:lnTo>
                  <a:pt x="137" y="56"/>
                </a:lnTo>
                <a:lnTo>
                  <a:pt x="139" y="5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30" name="îşļïḑe">
            <a:extLst>
              <a:ext uri="{FF2B5EF4-FFF2-40B4-BE49-F238E27FC236}">
                <a16:creationId xmlns:a16="http://schemas.microsoft.com/office/drawing/2014/main" id="{EB418B24-EB98-445E-AF18-2A9F7A8AE5BC}"/>
              </a:ext>
            </a:extLst>
          </p:cNvPr>
          <p:cNvSpPr>
            <a:spLocks noGrp="1"/>
          </p:cNvSpPr>
          <p:nvPr/>
        </p:nvSpPr>
        <p:spPr>
          <a:xfrm>
            <a:off x="2008080" y="629640"/>
            <a:ext cx="60480" cy="165600"/>
          </a:xfrm>
          <a:custGeom>
            <a:avLst/>
            <a:gdLst>
              <a:gd name="textAreaLeft" fmla="*/ 0 w 60480"/>
              <a:gd name="textAreaRight" fmla="*/ 60840 w 60480"/>
              <a:gd name="textAreaTop" fmla="*/ 0 h 165600"/>
              <a:gd name="textAreaBottom" fmla="*/ 165960 h 165600"/>
              <a:gd name="GluePoint1X" fmla="*/ 127 w 139"/>
              <a:gd name="GluePoint1Y" fmla="*/ 2 h 380"/>
              <a:gd name="GluePoint2X" fmla="*/ 135 w 139"/>
              <a:gd name="GluePoint2Y" fmla="*/ 15 h 380"/>
              <a:gd name="GluePoint3X" fmla="*/ 135 w 139"/>
              <a:gd name="GluePoint3Y" fmla="*/ 22 h 380"/>
              <a:gd name="GluePoint4X" fmla="*/ 123 w 139"/>
              <a:gd name="GluePoint4Y" fmla="*/ 50 h 380"/>
              <a:gd name="GluePoint5X" fmla="*/ 113 w 139"/>
              <a:gd name="GluePoint5Y" fmla="*/ 73 h 380"/>
              <a:gd name="GluePoint6X" fmla="*/ 107 w 139"/>
              <a:gd name="GluePoint6Y" fmla="*/ 106 h 380"/>
              <a:gd name="GluePoint7X" fmla="*/ 101 w 139"/>
              <a:gd name="GluePoint7Y" fmla="*/ 145 h 380"/>
              <a:gd name="GluePoint8X" fmla="*/ 103 w 139"/>
              <a:gd name="GluePoint8Y" fmla="*/ 178 h 380"/>
              <a:gd name="GluePoint9X" fmla="*/ 110 w 139"/>
              <a:gd name="GluePoint9Y" fmla="*/ 184 h 380"/>
              <a:gd name="GluePoint10X" fmla="*/ 117 w 139"/>
              <a:gd name="GluePoint10Y" fmla="*/ 196 h 380"/>
              <a:gd name="GluePoint11X" fmla="*/ 127 w 139"/>
              <a:gd name="GluePoint11Y" fmla="*/ 198 h 380"/>
              <a:gd name="GluePoint12X" fmla="*/ 133 w 139"/>
              <a:gd name="GluePoint12Y" fmla="*/ 194 h 380"/>
              <a:gd name="GluePoint13X" fmla="*/ 139 w 139"/>
              <a:gd name="GluePoint13Y" fmla="*/ 199 h 380"/>
              <a:gd name="GluePoint14X" fmla="*/ 135 w 139"/>
              <a:gd name="GluePoint14Y" fmla="*/ 216 h 380"/>
              <a:gd name="GluePoint15X" fmla="*/ 127 w 139"/>
              <a:gd name="GluePoint15Y" fmla="*/ 240 h 380"/>
              <a:gd name="GluePoint16X" fmla="*/ 119 w 139"/>
              <a:gd name="GluePoint16Y" fmla="*/ 255 h 380"/>
              <a:gd name="GluePoint17X" fmla="*/ 119 w 139"/>
              <a:gd name="GluePoint17Y" fmla="*/ 260 h 380"/>
              <a:gd name="GluePoint18X" fmla="*/ 108 w 139"/>
              <a:gd name="GluePoint18Y" fmla="*/ 268 h 380"/>
              <a:gd name="GluePoint19X" fmla="*/ 104 w 139"/>
              <a:gd name="GluePoint19Y" fmla="*/ 279 h 380"/>
              <a:gd name="GluePoint20X" fmla="*/ 98 w 139"/>
              <a:gd name="GluePoint20Y" fmla="*/ 290 h 380"/>
              <a:gd name="GluePoint21X" fmla="*/ 93 w 139"/>
              <a:gd name="GluePoint21Y" fmla="*/ 300 h 380"/>
              <a:gd name="GluePoint22X" fmla="*/ 92 w 139"/>
              <a:gd name="GluePoint22Y" fmla="*/ 311 h 380"/>
              <a:gd name="GluePoint23X" fmla="*/ 81 w 139"/>
              <a:gd name="GluePoint23Y" fmla="*/ 332 h 380"/>
              <a:gd name="GluePoint24X" fmla="*/ 79 w 139"/>
              <a:gd name="GluePoint24Y" fmla="*/ 341 h 380"/>
              <a:gd name="GluePoint25X" fmla="*/ 77 w 139"/>
              <a:gd name="GluePoint25Y" fmla="*/ 352 h 380"/>
              <a:gd name="GluePoint26X" fmla="*/ 72 w 139"/>
              <a:gd name="GluePoint26Y" fmla="*/ 360 h 380"/>
              <a:gd name="GluePoint27X" fmla="*/ 63 w 139"/>
              <a:gd name="GluePoint27Y" fmla="*/ 370 h 380"/>
              <a:gd name="GluePoint28X" fmla="*/ 52 w 139"/>
              <a:gd name="GluePoint28Y" fmla="*/ 376 h 380"/>
              <a:gd name="GluePoint29X" fmla="*/ 39 w 139"/>
              <a:gd name="GluePoint29Y" fmla="*/ 380 h 380"/>
              <a:gd name="GluePoint30X" fmla="*/ 15 w 139"/>
              <a:gd name="GluePoint30Y" fmla="*/ 376 h 380"/>
              <a:gd name="GluePoint31X" fmla="*/ 7 w 139"/>
              <a:gd name="GluePoint31Y" fmla="*/ 365 h 380"/>
              <a:gd name="GluePoint32X" fmla="*/ 7 w 139"/>
              <a:gd name="GluePoint32Y" fmla="*/ 356 h 380"/>
              <a:gd name="GluePoint33X" fmla="*/ 14 w 139"/>
              <a:gd name="GluePoint33Y" fmla="*/ 344 h 380"/>
              <a:gd name="GluePoint34X" fmla="*/ 19 w 139"/>
              <a:gd name="GluePoint34Y" fmla="*/ 330 h 380"/>
              <a:gd name="GluePoint35X" fmla="*/ 25 w 139"/>
              <a:gd name="GluePoint35Y" fmla="*/ 319 h 380"/>
              <a:gd name="GluePoint36X" fmla="*/ 47 w 139"/>
              <a:gd name="GluePoint36Y" fmla="*/ 280 h 380"/>
              <a:gd name="GluePoint37X" fmla="*/ 56 w 139"/>
              <a:gd name="GluePoint37Y" fmla="*/ 256 h 380"/>
              <a:gd name="GluePoint38X" fmla="*/ 43 w 139"/>
              <a:gd name="GluePoint38Y" fmla="*/ 248 h 380"/>
              <a:gd name="GluePoint39X" fmla="*/ 31 w 139"/>
              <a:gd name="GluePoint39Y" fmla="*/ 247 h 380"/>
              <a:gd name="GluePoint40X" fmla="*/ 19 w 139"/>
              <a:gd name="GluePoint40Y" fmla="*/ 251 h 380"/>
              <a:gd name="GluePoint41X" fmla="*/ 6 w 139"/>
              <a:gd name="GluePoint41Y" fmla="*/ 247 h 380"/>
              <a:gd name="GluePoint42X" fmla="*/ 0 w 139"/>
              <a:gd name="GluePoint42Y" fmla="*/ 239 h 380"/>
              <a:gd name="GluePoint43X" fmla="*/ 11 w 139"/>
              <a:gd name="GluePoint43Y" fmla="*/ 225 h 380"/>
              <a:gd name="GluePoint44X" fmla="*/ 38 w 139"/>
              <a:gd name="GluePoint44Y" fmla="*/ 208 h 380"/>
              <a:gd name="GluePoint45X" fmla="*/ 55 w 139"/>
              <a:gd name="GluePoint45Y" fmla="*/ 196 h 380"/>
              <a:gd name="GluePoint46X" fmla="*/ 67 w 139"/>
              <a:gd name="GluePoint46Y" fmla="*/ 183 h 380"/>
              <a:gd name="GluePoint47X" fmla="*/ 67 w 139"/>
              <a:gd name="GluePoint47Y" fmla="*/ 167 h 380"/>
              <a:gd name="GluePoint48X" fmla="*/ 66 w 139"/>
              <a:gd name="GluePoint48Y" fmla="*/ 140 h 380"/>
              <a:gd name="GluePoint49X" fmla="*/ 69 w 139"/>
              <a:gd name="GluePoint49Y" fmla="*/ 124 h 380"/>
              <a:gd name="GluePoint50X" fmla="*/ 71 w 139"/>
              <a:gd name="GluePoint50Y" fmla="*/ 97 h 380"/>
              <a:gd name="GluePoint51X" fmla="*/ 71 w 139"/>
              <a:gd name="GluePoint51Y" fmla="*/ 85 h 380"/>
              <a:gd name="GluePoint52X" fmla="*/ 68 w 139"/>
              <a:gd name="GluePoint52Y" fmla="*/ 81 h 380"/>
              <a:gd name="GluePoint53X" fmla="*/ 56 w 139"/>
              <a:gd name="GluePoint53Y" fmla="*/ 79 h 380"/>
              <a:gd name="GluePoint54X" fmla="*/ 39 w 139"/>
              <a:gd name="GluePoint54Y" fmla="*/ 83 h 380"/>
              <a:gd name="GluePoint55X" fmla="*/ 24 w 139"/>
              <a:gd name="GluePoint55Y" fmla="*/ 83 h 380"/>
              <a:gd name="GluePoint56X" fmla="*/ 11 w 139"/>
              <a:gd name="GluePoint56Y" fmla="*/ 79 h 380"/>
              <a:gd name="GluePoint57X" fmla="*/ 1 w 139"/>
              <a:gd name="GluePoint57Y" fmla="*/ 70 h 380"/>
              <a:gd name="GluePoint58X" fmla="*/ 10 w 139"/>
              <a:gd name="GluePoint58Y" fmla="*/ 59 h 380"/>
              <a:gd name="GluePoint59X" fmla="*/ 36 w 139"/>
              <a:gd name="GluePoint59Y" fmla="*/ 46 h 380"/>
              <a:gd name="GluePoint60X" fmla="*/ 55 w 139"/>
              <a:gd name="GluePoint60Y" fmla="*/ 37 h 380"/>
              <a:gd name="GluePoint61X" fmla="*/ 68 w 139"/>
              <a:gd name="GluePoint61Y" fmla="*/ 25 h 380"/>
              <a:gd name="GluePoint62X" fmla="*/ 85 w 139"/>
              <a:gd name="GluePoint62Y" fmla="*/ 16 h 380"/>
              <a:gd name="GluePoint63X" fmla="*/ 111 w 139"/>
              <a:gd name="GluePoint63Y" fmla="*/ 5 h 380"/>
            </a:gdLst>
            <a:ahLst/>
            <a:cxnLst/>
            <a:rect l="textAreaLeft" t="textAreaTop" r="textAreaRight" b="textAreaBottom"/>
            <a:pathLst>
              <a:path w="139" h="380">
                <a:moveTo>
                  <a:pt x="117" y="0"/>
                </a:moveTo>
                <a:lnTo>
                  <a:pt x="121" y="0"/>
                </a:lnTo>
                <a:lnTo>
                  <a:pt x="124" y="1"/>
                </a:lnTo>
                <a:lnTo>
                  <a:pt x="127" y="2"/>
                </a:lnTo>
                <a:lnTo>
                  <a:pt x="131" y="3"/>
                </a:lnTo>
                <a:lnTo>
                  <a:pt x="132" y="7"/>
                </a:lnTo>
                <a:lnTo>
                  <a:pt x="135" y="11"/>
                </a:lnTo>
                <a:lnTo>
                  <a:pt x="135" y="15"/>
                </a:lnTo>
                <a:lnTo>
                  <a:pt x="135" y="17"/>
                </a:lnTo>
                <a:lnTo>
                  <a:pt x="135" y="19"/>
                </a:lnTo>
                <a:lnTo>
                  <a:pt x="135" y="20"/>
                </a:lnTo>
                <a:lnTo>
                  <a:pt x="135" y="22"/>
                </a:lnTo>
                <a:lnTo>
                  <a:pt x="135" y="23"/>
                </a:lnTo>
                <a:lnTo>
                  <a:pt x="131" y="34"/>
                </a:lnTo>
                <a:lnTo>
                  <a:pt x="125" y="44"/>
                </a:lnTo>
                <a:lnTo>
                  <a:pt x="123" y="50"/>
                </a:lnTo>
                <a:lnTo>
                  <a:pt x="120" y="55"/>
                </a:lnTo>
                <a:lnTo>
                  <a:pt x="117" y="60"/>
                </a:lnTo>
                <a:lnTo>
                  <a:pt x="114" y="65"/>
                </a:lnTo>
                <a:lnTo>
                  <a:pt x="113" y="73"/>
                </a:lnTo>
                <a:lnTo>
                  <a:pt x="111" y="81"/>
                </a:lnTo>
                <a:lnTo>
                  <a:pt x="111" y="89"/>
                </a:lnTo>
                <a:lnTo>
                  <a:pt x="110" y="97"/>
                </a:lnTo>
                <a:lnTo>
                  <a:pt x="107" y="106"/>
                </a:lnTo>
                <a:lnTo>
                  <a:pt x="105" y="115"/>
                </a:lnTo>
                <a:lnTo>
                  <a:pt x="103" y="125"/>
                </a:lnTo>
                <a:lnTo>
                  <a:pt x="102" y="135"/>
                </a:lnTo>
                <a:lnTo>
                  <a:pt x="101" y="145"/>
                </a:lnTo>
                <a:lnTo>
                  <a:pt x="100" y="156"/>
                </a:lnTo>
                <a:lnTo>
                  <a:pt x="100" y="166"/>
                </a:lnTo>
                <a:lnTo>
                  <a:pt x="100" y="176"/>
                </a:lnTo>
                <a:lnTo>
                  <a:pt x="103" y="178"/>
                </a:lnTo>
                <a:lnTo>
                  <a:pt x="104" y="179"/>
                </a:lnTo>
                <a:lnTo>
                  <a:pt x="106" y="180"/>
                </a:lnTo>
                <a:lnTo>
                  <a:pt x="107" y="181"/>
                </a:lnTo>
                <a:lnTo>
                  <a:pt x="110" y="184"/>
                </a:lnTo>
                <a:lnTo>
                  <a:pt x="111" y="187"/>
                </a:lnTo>
                <a:lnTo>
                  <a:pt x="113" y="190"/>
                </a:lnTo>
                <a:lnTo>
                  <a:pt x="115" y="193"/>
                </a:lnTo>
                <a:lnTo>
                  <a:pt x="117" y="196"/>
                </a:lnTo>
                <a:lnTo>
                  <a:pt x="119" y="200"/>
                </a:lnTo>
                <a:lnTo>
                  <a:pt x="123" y="200"/>
                </a:lnTo>
                <a:lnTo>
                  <a:pt x="125" y="199"/>
                </a:lnTo>
                <a:lnTo>
                  <a:pt x="127" y="198"/>
                </a:lnTo>
                <a:lnTo>
                  <a:pt x="128" y="197"/>
                </a:lnTo>
                <a:lnTo>
                  <a:pt x="130" y="196"/>
                </a:lnTo>
                <a:lnTo>
                  <a:pt x="131" y="195"/>
                </a:lnTo>
                <a:lnTo>
                  <a:pt x="133" y="194"/>
                </a:lnTo>
                <a:lnTo>
                  <a:pt x="135" y="193"/>
                </a:lnTo>
                <a:lnTo>
                  <a:pt x="138" y="195"/>
                </a:lnTo>
                <a:lnTo>
                  <a:pt x="139" y="196"/>
                </a:lnTo>
                <a:lnTo>
                  <a:pt x="139" y="199"/>
                </a:lnTo>
                <a:lnTo>
                  <a:pt x="139" y="202"/>
                </a:lnTo>
                <a:lnTo>
                  <a:pt x="139" y="205"/>
                </a:lnTo>
                <a:lnTo>
                  <a:pt x="138" y="208"/>
                </a:lnTo>
                <a:lnTo>
                  <a:pt x="135" y="216"/>
                </a:lnTo>
                <a:lnTo>
                  <a:pt x="134" y="222"/>
                </a:lnTo>
                <a:lnTo>
                  <a:pt x="131" y="228"/>
                </a:lnTo>
                <a:lnTo>
                  <a:pt x="128" y="235"/>
                </a:lnTo>
                <a:lnTo>
                  <a:pt x="127" y="240"/>
                </a:lnTo>
                <a:lnTo>
                  <a:pt x="124" y="244"/>
                </a:lnTo>
                <a:lnTo>
                  <a:pt x="123" y="247"/>
                </a:lnTo>
                <a:lnTo>
                  <a:pt x="120" y="252"/>
                </a:lnTo>
                <a:lnTo>
                  <a:pt x="119" y="255"/>
                </a:lnTo>
                <a:lnTo>
                  <a:pt x="119" y="257"/>
                </a:lnTo>
                <a:lnTo>
                  <a:pt x="119" y="258"/>
                </a:lnTo>
                <a:lnTo>
                  <a:pt x="119" y="259"/>
                </a:lnTo>
                <a:lnTo>
                  <a:pt x="119" y="260"/>
                </a:lnTo>
                <a:lnTo>
                  <a:pt x="119" y="260"/>
                </a:lnTo>
                <a:lnTo>
                  <a:pt x="115" y="263"/>
                </a:lnTo>
                <a:lnTo>
                  <a:pt x="111" y="265"/>
                </a:lnTo>
                <a:lnTo>
                  <a:pt x="108" y="268"/>
                </a:lnTo>
                <a:lnTo>
                  <a:pt x="105" y="271"/>
                </a:lnTo>
                <a:lnTo>
                  <a:pt x="105" y="274"/>
                </a:lnTo>
                <a:lnTo>
                  <a:pt x="104" y="276"/>
                </a:lnTo>
                <a:lnTo>
                  <a:pt x="104" y="279"/>
                </a:lnTo>
                <a:lnTo>
                  <a:pt x="104" y="281"/>
                </a:lnTo>
                <a:lnTo>
                  <a:pt x="103" y="284"/>
                </a:lnTo>
                <a:lnTo>
                  <a:pt x="100" y="287"/>
                </a:lnTo>
                <a:lnTo>
                  <a:pt x="98" y="290"/>
                </a:lnTo>
                <a:lnTo>
                  <a:pt x="95" y="292"/>
                </a:lnTo>
                <a:lnTo>
                  <a:pt x="95" y="295"/>
                </a:lnTo>
                <a:lnTo>
                  <a:pt x="94" y="297"/>
                </a:lnTo>
                <a:lnTo>
                  <a:pt x="93" y="300"/>
                </a:lnTo>
                <a:lnTo>
                  <a:pt x="93" y="303"/>
                </a:lnTo>
                <a:lnTo>
                  <a:pt x="93" y="305"/>
                </a:lnTo>
                <a:lnTo>
                  <a:pt x="93" y="308"/>
                </a:lnTo>
                <a:lnTo>
                  <a:pt x="92" y="311"/>
                </a:lnTo>
                <a:lnTo>
                  <a:pt x="91" y="313"/>
                </a:lnTo>
                <a:lnTo>
                  <a:pt x="87" y="322"/>
                </a:lnTo>
                <a:lnTo>
                  <a:pt x="82" y="329"/>
                </a:lnTo>
                <a:lnTo>
                  <a:pt x="81" y="332"/>
                </a:lnTo>
                <a:lnTo>
                  <a:pt x="80" y="334"/>
                </a:lnTo>
                <a:lnTo>
                  <a:pt x="80" y="336"/>
                </a:lnTo>
                <a:lnTo>
                  <a:pt x="79" y="338"/>
                </a:lnTo>
                <a:lnTo>
                  <a:pt x="79" y="341"/>
                </a:lnTo>
                <a:lnTo>
                  <a:pt x="79" y="344"/>
                </a:lnTo>
                <a:lnTo>
                  <a:pt x="79" y="348"/>
                </a:lnTo>
                <a:lnTo>
                  <a:pt x="79" y="352"/>
                </a:lnTo>
                <a:lnTo>
                  <a:pt x="77" y="352"/>
                </a:lnTo>
                <a:lnTo>
                  <a:pt x="75" y="354"/>
                </a:lnTo>
                <a:lnTo>
                  <a:pt x="75" y="355"/>
                </a:lnTo>
                <a:lnTo>
                  <a:pt x="74" y="356"/>
                </a:lnTo>
                <a:lnTo>
                  <a:pt x="72" y="360"/>
                </a:lnTo>
                <a:lnTo>
                  <a:pt x="70" y="363"/>
                </a:lnTo>
                <a:lnTo>
                  <a:pt x="68" y="365"/>
                </a:lnTo>
                <a:lnTo>
                  <a:pt x="66" y="368"/>
                </a:lnTo>
                <a:lnTo>
                  <a:pt x="63" y="370"/>
                </a:lnTo>
                <a:lnTo>
                  <a:pt x="61" y="372"/>
                </a:lnTo>
                <a:lnTo>
                  <a:pt x="58" y="373"/>
                </a:lnTo>
                <a:lnTo>
                  <a:pt x="55" y="375"/>
                </a:lnTo>
                <a:lnTo>
                  <a:pt x="52" y="376"/>
                </a:lnTo>
                <a:lnTo>
                  <a:pt x="49" y="377"/>
                </a:lnTo>
                <a:lnTo>
                  <a:pt x="46" y="378"/>
                </a:lnTo>
                <a:lnTo>
                  <a:pt x="43" y="379"/>
                </a:lnTo>
                <a:lnTo>
                  <a:pt x="39" y="380"/>
                </a:lnTo>
                <a:lnTo>
                  <a:pt x="35" y="380"/>
                </a:lnTo>
                <a:lnTo>
                  <a:pt x="27" y="380"/>
                </a:lnTo>
                <a:lnTo>
                  <a:pt x="17" y="380"/>
                </a:lnTo>
                <a:lnTo>
                  <a:pt x="15" y="376"/>
                </a:lnTo>
                <a:lnTo>
                  <a:pt x="11" y="372"/>
                </a:lnTo>
                <a:lnTo>
                  <a:pt x="10" y="370"/>
                </a:lnTo>
                <a:lnTo>
                  <a:pt x="8" y="368"/>
                </a:lnTo>
                <a:lnTo>
                  <a:pt x="7" y="365"/>
                </a:lnTo>
                <a:lnTo>
                  <a:pt x="7" y="362"/>
                </a:lnTo>
                <a:lnTo>
                  <a:pt x="7" y="360"/>
                </a:lnTo>
                <a:lnTo>
                  <a:pt x="7" y="359"/>
                </a:lnTo>
                <a:lnTo>
                  <a:pt x="7" y="356"/>
                </a:lnTo>
                <a:lnTo>
                  <a:pt x="7" y="355"/>
                </a:lnTo>
                <a:lnTo>
                  <a:pt x="8" y="352"/>
                </a:lnTo>
                <a:lnTo>
                  <a:pt x="10" y="348"/>
                </a:lnTo>
                <a:lnTo>
                  <a:pt x="14" y="344"/>
                </a:lnTo>
                <a:lnTo>
                  <a:pt x="17" y="339"/>
                </a:lnTo>
                <a:lnTo>
                  <a:pt x="19" y="336"/>
                </a:lnTo>
                <a:lnTo>
                  <a:pt x="19" y="332"/>
                </a:lnTo>
                <a:lnTo>
                  <a:pt x="19" y="330"/>
                </a:lnTo>
                <a:lnTo>
                  <a:pt x="19" y="328"/>
                </a:lnTo>
                <a:lnTo>
                  <a:pt x="20" y="327"/>
                </a:lnTo>
                <a:lnTo>
                  <a:pt x="21" y="325"/>
                </a:lnTo>
                <a:lnTo>
                  <a:pt x="25" y="319"/>
                </a:lnTo>
                <a:lnTo>
                  <a:pt x="31" y="310"/>
                </a:lnTo>
                <a:lnTo>
                  <a:pt x="36" y="300"/>
                </a:lnTo>
                <a:lnTo>
                  <a:pt x="42" y="290"/>
                </a:lnTo>
                <a:lnTo>
                  <a:pt x="47" y="280"/>
                </a:lnTo>
                <a:lnTo>
                  <a:pt x="52" y="269"/>
                </a:lnTo>
                <a:lnTo>
                  <a:pt x="54" y="265"/>
                </a:lnTo>
                <a:lnTo>
                  <a:pt x="55" y="260"/>
                </a:lnTo>
                <a:lnTo>
                  <a:pt x="56" y="256"/>
                </a:lnTo>
                <a:lnTo>
                  <a:pt x="56" y="253"/>
                </a:lnTo>
                <a:lnTo>
                  <a:pt x="51" y="251"/>
                </a:lnTo>
                <a:lnTo>
                  <a:pt x="45" y="248"/>
                </a:lnTo>
                <a:lnTo>
                  <a:pt x="43" y="248"/>
                </a:lnTo>
                <a:lnTo>
                  <a:pt x="39" y="247"/>
                </a:lnTo>
                <a:lnTo>
                  <a:pt x="36" y="246"/>
                </a:lnTo>
                <a:lnTo>
                  <a:pt x="34" y="246"/>
                </a:lnTo>
                <a:lnTo>
                  <a:pt x="31" y="247"/>
                </a:lnTo>
                <a:lnTo>
                  <a:pt x="28" y="248"/>
                </a:lnTo>
                <a:lnTo>
                  <a:pt x="26" y="249"/>
                </a:lnTo>
                <a:lnTo>
                  <a:pt x="23" y="250"/>
                </a:lnTo>
                <a:lnTo>
                  <a:pt x="19" y="251"/>
                </a:lnTo>
                <a:lnTo>
                  <a:pt x="15" y="251"/>
                </a:lnTo>
                <a:lnTo>
                  <a:pt x="11" y="251"/>
                </a:lnTo>
                <a:lnTo>
                  <a:pt x="7" y="251"/>
                </a:lnTo>
                <a:lnTo>
                  <a:pt x="6" y="247"/>
                </a:lnTo>
                <a:lnTo>
                  <a:pt x="3" y="244"/>
                </a:lnTo>
                <a:lnTo>
                  <a:pt x="3" y="243"/>
                </a:lnTo>
                <a:lnTo>
                  <a:pt x="1" y="241"/>
                </a:lnTo>
                <a:lnTo>
                  <a:pt x="0" y="239"/>
                </a:lnTo>
                <a:lnTo>
                  <a:pt x="0" y="236"/>
                </a:lnTo>
                <a:lnTo>
                  <a:pt x="3" y="232"/>
                </a:lnTo>
                <a:lnTo>
                  <a:pt x="7" y="228"/>
                </a:lnTo>
                <a:lnTo>
                  <a:pt x="11" y="225"/>
                </a:lnTo>
                <a:lnTo>
                  <a:pt x="15" y="222"/>
                </a:lnTo>
                <a:lnTo>
                  <a:pt x="23" y="216"/>
                </a:lnTo>
                <a:lnTo>
                  <a:pt x="33" y="211"/>
                </a:lnTo>
                <a:lnTo>
                  <a:pt x="38" y="208"/>
                </a:lnTo>
                <a:lnTo>
                  <a:pt x="43" y="206"/>
                </a:lnTo>
                <a:lnTo>
                  <a:pt x="47" y="203"/>
                </a:lnTo>
                <a:lnTo>
                  <a:pt x="51" y="200"/>
                </a:lnTo>
                <a:lnTo>
                  <a:pt x="55" y="196"/>
                </a:lnTo>
                <a:lnTo>
                  <a:pt x="59" y="193"/>
                </a:lnTo>
                <a:lnTo>
                  <a:pt x="62" y="189"/>
                </a:lnTo>
                <a:lnTo>
                  <a:pt x="65" y="185"/>
                </a:lnTo>
                <a:lnTo>
                  <a:pt x="67" y="183"/>
                </a:lnTo>
                <a:lnTo>
                  <a:pt x="67" y="180"/>
                </a:lnTo>
                <a:lnTo>
                  <a:pt x="67" y="176"/>
                </a:lnTo>
                <a:lnTo>
                  <a:pt x="68" y="174"/>
                </a:lnTo>
                <a:lnTo>
                  <a:pt x="67" y="167"/>
                </a:lnTo>
                <a:lnTo>
                  <a:pt x="67" y="159"/>
                </a:lnTo>
                <a:lnTo>
                  <a:pt x="67" y="152"/>
                </a:lnTo>
                <a:lnTo>
                  <a:pt x="66" y="143"/>
                </a:lnTo>
                <a:lnTo>
                  <a:pt x="66" y="140"/>
                </a:lnTo>
                <a:lnTo>
                  <a:pt x="67" y="136"/>
                </a:lnTo>
                <a:lnTo>
                  <a:pt x="67" y="131"/>
                </a:lnTo>
                <a:lnTo>
                  <a:pt x="68" y="128"/>
                </a:lnTo>
                <a:lnTo>
                  <a:pt x="69" y="124"/>
                </a:lnTo>
                <a:lnTo>
                  <a:pt x="69" y="119"/>
                </a:lnTo>
                <a:lnTo>
                  <a:pt x="70" y="111"/>
                </a:lnTo>
                <a:lnTo>
                  <a:pt x="71" y="104"/>
                </a:lnTo>
                <a:lnTo>
                  <a:pt x="71" y="97"/>
                </a:lnTo>
                <a:lnTo>
                  <a:pt x="71" y="91"/>
                </a:lnTo>
                <a:lnTo>
                  <a:pt x="71" y="88"/>
                </a:lnTo>
                <a:lnTo>
                  <a:pt x="71" y="87"/>
                </a:lnTo>
                <a:lnTo>
                  <a:pt x="71" y="85"/>
                </a:lnTo>
                <a:lnTo>
                  <a:pt x="70" y="84"/>
                </a:lnTo>
                <a:lnTo>
                  <a:pt x="70" y="83"/>
                </a:lnTo>
                <a:lnTo>
                  <a:pt x="69" y="82"/>
                </a:lnTo>
                <a:lnTo>
                  <a:pt x="68" y="81"/>
                </a:lnTo>
                <a:lnTo>
                  <a:pt x="67" y="80"/>
                </a:lnTo>
                <a:lnTo>
                  <a:pt x="65" y="79"/>
                </a:lnTo>
                <a:lnTo>
                  <a:pt x="63" y="79"/>
                </a:lnTo>
                <a:lnTo>
                  <a:pt x="56" y="79"/>
                </a:lnTo>
                <a:lnTo>
                  <a:pt x="50" y="79"/>
                </a:lnTo>
                <a:lnTo>
                  <a:pt x="47" y="80"/>
                </a:lnTo>
                <a:lnTo>
                  <a:pt x="43" y="82"/>
                </a:lnTo>
                <a:lnTo>
                  <a:pt x="39" y="83"/>
                </a:lnTo>
                <a:lnTo>
                  <a:pt x="36" y="83"/>
                </a:lnTo>
                <a:lnTo>
                  <a:pt x="32" y="83"/>
                </a:lnTo>
                <a:lnTo>
                  <a:pt x="28" y="83"/>
                </a:lnTo>
                <a:lnTo>
                  <a:pt x="24" y="83"/>
                </a:lnTo>
                <a:lnTo>
                  <a:pt x="21" y="83"/>
                </a:lnTo>
                <a:lnTo>
                  <a:pt x="17" y="82"/>
                </a:lnTo>
                <a:lnTo>
                  <a:pt x="14" y="80"/>
                </a:lnTo>
                <a:lnTo>
                  <a:pt x="11" y="79"/>
                </a:lnTo>
                <a:lnTo>
                  <a:pt x="8" y="77"/>
                </a:lnTo>
                <a:lnTo>
                  <a:pt x="5" y="75"/>
                </a:lnTo>
                <a:lnTo>
                  <a:pt x="3" y="72"/>
                </a:lnTo>
                <a:lnTo>
                  <a:pt x="1" y="70"/>
                </a:lnTo>
                <a:lnTo>
                  <a:pt x="0" y="67"/>
                </a:lnTo>
                <a:lnTo>
                  <a:pt x="3" y="63"/>
                </a:lnTo>
                <a:lnTo>
                  <a:pt x="7" y="61"/>
                </a:lnTo>
                <a:lnTo>
                  <a:pt x="10" y="59"/>
                </a:lnTo>
                <a:lnTo>
                  <a:pt x="14" y="57"/>
                </a:lnTo>
                <a:lnTo>
                  <a:pt x="21" y="53"/>
                </a:lnTo>
                <a:lnTo>
                  <a:pt x="28" y="49"/>
                </a:lnTo>
                <a:lnTo>
                  <a:pt x="36" y="46"/>
                </a:lnTo>
                <a:lnTo>
                  <a:pt x="44" y="43"/>
                </a:lnTo>
                <a:lnTo>
                  <a:pt x="47" y="41"/>
                </a:lnTo>
                <a:lnTo>
                  <a:pt x="51" y="39"/>
                </a:lnTo>
                <a:lnTo>
                  <a:pt x="55" y="37"/>
                </a:lnTo>
                <a:lnTo>
                  <a:pt x="59" y="35"/>
                </a:lnTo>
                <a:lnTo>
                  <a:pt x="62" y="31"/>
                </a:lnTo>
                <a:lnTo>
                  <a:pt x="66" y="27"/>
                </a:lnTo>
                <a:lnTo>
                  <a:pt x="68" y="25"/>
                </a:lnTo>
                <a:lnTo>
                  <a:pt x="71" y="23"/>
                </a:lnTo>
                <a:lnTo>
                  <a:pt x="72" y="22"/>
                </a:lnTo>
                <a:lnTo>
                  <a:pt x="75" y="20"/>
                </a:lnTo>
                <a:lnTo>
                  <a:pt x="85" y="16"/>
                </a:lnTo>
                <a:lnTo>
                  <a:pt x="97" y="11"/>
                </a:lnTo>
                <a:lnTo>
                  <a:pt x="103" y="9"/>
                </a:lnTo>
                <a:lnTo>
                  <a:pt x="108" y="6"/>
                </a:lnTo>
                <a:lnTo>
                  <a:pt x="111" y="5"/>
                </a:lnTo>
                <a:lnTo>
                  <a:pt x="113" y="3"/>
                </a:lnTo>
                <a:lnTo>
                  <a:pt x="115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31" name="isľiďe">
            <a:extLst>
              <a:ext uri="{FF2B5EF4-FFF2-40B4-BE49-F238E27FC236}">
                <a16:creationId xmlns:a16="http://schemas.microsoft.com/office/drawing/2014/main" id="{6CC49A5E-F63A-4975-9467-19089E3DCC69}"/>
              </a:ext>
            </a:extLst>
          </p:cNvPr>
          <p:cNvSpPr>
            <a:spLocks noGrp="1"/>
          </p:cNvSpPr>
          <p:nvPr/>
        </p:nvSpPr>
        <p:spPr>
          <a:xfrm>
            <a:off x="2284560" y="647280"/>
            <a:ext cx="173880" cy="149760"/>
          </a:xfrm>
          <a:custGeom>
            <a:avLst/>
            <a:gdLst>
              <a:gd name="textAreaLeft" fmla="*/ 0 w 173880"/>
              <a:gd name="textAreaRight" fmla="*/ 174240 w 173880"/>
              <a:gd name="textAreaTop" fmla="*/ 0 h 149760"/>
              <a:gd name="textAreaBottom" fmla="*/ 150120 h 149760"/>
              <a:gd name="GluePoint1X" fmla="*/ 172 w 399"/>
              <a:gd name="GluePoint1Y" fmla="*/ 38 h 344"/>
              <a:gd name="GluePoint2X" fmla="*/ 170 w 399"/>
              <a:gd name="GluePoint2Y" fmla="*/ 19 h 344"/>
              <a:gd name="GluePoint3X" fmla="*/ 178 w 399"/>
              <a:gd name="GluePoint3Y" fmla="*/ 12 h 344"/>
              <a:gd name="GluePoint4X" fmla="*/ 192 w 399"/>
              <a:gd name="GluePoint4Y" fmla="*/ 15 h 344"/>
              <a:gd name="GluePoint5X" fmla="*/ 233 w 399"/>
              <a:gd name="GluePoint5Y" fmla="*/ 14 h 344"/>
              <a:gd name="GluePoint6X" fmla="*/ 286 w 399"/>
              <a:gd name="GluePoint6Y" fmla="*/ 4 h 344"/>
              <a:gd name="GluePoint7X" fmla="*/ 330 w 399"/>
              <a:gd name="GluePoint7Y" fmla="*/ 2 h 344"/>
              <a:gd name="GluePoint8X" fmla="*/ 351 w 399"/>
              <a:gd name="GluePoint8Y" fmla="*/ 2 h 344"/>
              <a:gd name="GluePoint9X" fmla="*/ 374 w 399"/>
              <a:gd name="GluePoint9Y" fmla="*/ 3 h 344"/>
              <a:gd name="GluePoint10X" fmla="*/ 394 w 399"/>
              <a:gd name="GluePoint10Y" fmla="*/ 20 h 344"/>
              <a:gd name="GluePoint11X" fmla="*/ 398 w 399"/>
              <a:gd name="GluePoint11Y" fmla="*/ 33 h 344"/>
              <a:gd name="GluePoint12X" fmla="*/ 394 w 399"/>
              <a:gd name="GluePoint12Y" fmla="*/ 49 h 344"/>
              <a:gd name="GluePoint13X" fmla="*/ 384 w 399"/>
              <a:gd name="GluePoint13Y" fmla="*/ 65 h 344"/>
              <a:gd name="GluePoint14X" fmla="*/ 363 w 399"/>
              <a:gd name="GluePoint14Y" fmla="*/ 87 h 344"/>
              <a:gd name="GluePoint15X" fmla="*/ 327 w 399"/>
              <a:gd name="GluePoint15Y" fmla="*/ 126 h 344"/>
              <a:gd name="GluePoint16X" fmla="*/ 304 w 399"/>
              <a:gd name="GluePoint16Y" fmla="*/ 146 h 344"/>
              <a:gd name="GluePoint17X" fmla="*/ 292 w 399"/>
              <a:gd name="GluePoint17Y" fmla="*/ 163 h 344"/>
              <a:gd name="GluePoint18X" fmla="*/ 278 w 399"/>
              <a:gd name="GluePoint18Y" fmla="*/ 178 h 344"/>
              <a:gd name="GluePoint19X" fmla="*/ 268 w 399"/>
              <a:gd name="GluePoint19Y" fmla="*/ 181 h 344"/>
              <a:gd name="GluePoint20X" fmla="*/ 263 w 399"/>
              <a:gd name="GluePoint20Y" fmla="*/ 199 h 344"/>
              <a:gd name="GluePoint21X" fmla="*/ 277 w 399"/>
              <a:gd name="GluePoint21Y" fmla="*/ 213 h 344"/>
              <a:gd name="GluePoint22X" fmla="*/ 310 w 399"/>
              <a:gd name="GluePoint22Y" fmla="*/ 203 h 344"/>
              <a:gd name="GluePoint23X" fmla="*/ 325 w 399"/>
              <a:gd name="GluePoint23Y" fmla="*/ 204 h 344"/>
              <a:gd name="GluePoint24X" fmla="*/ 334 w 399"/>
              <a:gd name="GluePoint24Y" fmla="*/ 211 h 344"/>
              <a:gd name="GluePoint25X" fmla="*/ 337 w 399"/>
              <a:gd name="GluePoint25Y" fmla="*/ 226 h 344"/>
              <a:gd name="GluePoint26X" fmla="*/ 324 w 399"/>
              <a:gd name="GluePoint26Y" fmla="*/ 241 h 344"/>
              <a:gd name="GluePoint27X" fmla="*/ 286 w 399"/>
              <a:gd name="GluePoint27Y" fmla="*/ 254 h 344"/>
              <a:gd name="GluePoint28X" fmla="*/ 252 w 399"/>
              <a:gd name="GluePoint28Y" fmla="*/ 258 h 344"/>
              <a:gd name="GluePoint29X" fmla="*/ 213 w 399"/>
              <a:gd name="GluePoint29Y" fmla="*/ 267 h 344"/>
              <a:gd name="GluePoint30X" fmla="*/ 191 w 399"/>
              <a:gd name="GluePoint30Y" fmla="*/ 282 h 344"/>
              <a:gd name="GluePoint31X" fmla="*/ 177 w 399"/>
              <a:gd name="GluePoint31Y" fmla="*/ 285 h 344"/>
              <a:gd name="GluePoint32X" fmla="*/ 144 w 399"/>
              <a:gd name="GluePoint32Y" fmla="*/ 305 h 344"/>
              <a:gd name="GluePoint33X" fmla="*/ 134 w 399"/>
              <a:gd name="GluePoint33Y" fmla="*/ 307 h 344"/>
              <a:gd name="GluePoint34X" fmla="*/ 118 w 399"/>
              <a:gd name="GluePoint34Y" fmla="*/ 321 h 344"/>
              <a:gd name="GluePoint35X" fmla="*/ 103 w 399"/>
              <a:gd name="GluePoint35Y" fmla="*/ 335 h 344"/>
              <a:gd name="GluePoint36X" fmla="*/ 77 w 399"/>
              <a:gd name="GluePoint36Y" fmla="*/ 343 h 344"/>
              <a:gd name="GluePoint37X" fmla="*/ 48 w 399"/>
              <a:gd name="GluePoint37Y" fmla="*/ 339 h 344"/>
              <a:gd name="GluePoint38X" fmla="*/ 39 w 399"/>
              <a:gd name="GluePoint38Y" fmla="*/ 331 h 344"/>
              <a:gd name="GluePoint39X" fmla="*/ 23 w 399"/>
              <a:gd name="GluePoint39Y" fmla="*/ 331 h 344"/>
              <a:gd name="GluePoint40X" fmla="*/ 0 w 399"/>
              <a:gd name="GluePoint40Y" fmla="*/ 303 h 344"/>
              <a:gd name="GluePoint41X" fmla="*/ 9 w 399"/>
              <a:gd name="GluePoint41Y" fmla="*/ 286 h 344"/>
              <a:gd name="GluePoint42X" fmla="*/ 27 w 399"/>
              <a:gd name="GluePoint42Y" fmla="*/ 279 h 344"/>
              <a:gd name="GluePoint43X" fmla="*/ 40 w 399"/>
              <a:gd name="GluePoint43Y" fmla="*/ 282 h 344"/>
              <a:gd name="GluePoint44X" fmla="*/ 84 w 399"/>
              <a:gd name="GluePoint44Y" fmla="*/ 267 h 344"/>
              <a:gd name="GluePoint45X" fmla="*/ 132 w 399"/>
              <a:gd name="GluePoint45Y" fmla="*/ 247 h 344"/>
              <a:gd name="GluePoint46X" fmla="*/ 164 w 399"/>
              <a:gd name="GluePoint46Y" fmla="*/ 237 h 344"/>
              <a:gd name="GluePoint47X" fmla="*/ 193 w 399"/>
              <a:gd name="GluePoint47Y" fmla="*/ 216 h 344"/>
              <a:gd name="GluePoint48X" fmla="*/ 209 w 399"/>
              <a:gd name="GluePoint48Y" fmla="*/ 185 h 344"/>
              <a:gd name="GluePoint49X" fmla="*/ 241 w 399"/>
              <a:gd name="GluePoint49Y" fmla="*/ 147 h 344"/>
              <a:gd name="GluePoint50X" fmla="*/ 264 w 399"/>
              <a:gd name="GluePoint50Y" fmla="*/ 119 h 344"/>
              <a:gd name="GluePoint51X" fmla="*/ 300 w 399"/>
              <a:gd name="GluePoint51Y" fmla="*/ 82 h 344"/>
              <a:gd name="GluePoint52X" fmla="*/ 316 w 399"/>
              <a:gd name="GluePoint52Y" fmla="*/ 58 h 344"/>
              <a:gd name="GluePoint53X" fmla="*/ 305 w 399"/>
              <a:gd name="GluePoint53Y" fmla="*/ 46 h 344"/>
              <a:gd name="GluePoint54X" fmla="*/ 292 w 399"/>
              <a:gd name="GluePoint54Y" fmla="*/ 46 h 344"/>
              <a:gd name="GluePoint55X" fmla="*/ 268 w 399"/>
              <a:gd name="GluePoint55Y" fmla="*/ 49 h 344"/>
              <a:gd name="GluePoint56X" fmla="*/ 240 w 399"/>
              <a:gd name="GluePoint56Y" fmla="*/ 62 h 344"/>
              <a:gd name="GluePoint57X" fmla="*/ 204 w 399"/>
              <a:gd name="GluePoint57Y" fmla="*/ 78 h 344"/>
              <a:gd name="GluePoint58X" fmla="*/ 191 w 399"/>
              <a:gd name="GluePoint58Y" fmla="*/ 78 h 344"/>
            </a:gdLst>
            <a:ahLst/>
            <a:cxnLst/>
            <a:rect l="textAreaLeft" t="textAreaTop" r="textAreaRight" b="textAreaBottom"/>
            <a:pathLst>
              <a:path w="399" h="344">
                <a:moveTo>
                  <a:pt x="184" y="73"/>
                </a:moveTo>
                <a:lnTo>
                  <a:pt x="182" y="68"/>
                </a:lnTo>
                <a:lnTo>
                  <a:pt x="180" y="61"/>
                </a:lnTo>
                <a:lnTo>
                  <a:pt x="176" y="52"/>
                </a:lnTo>
                <a:lnTo>
                  <a:pt x="174" y="42"/>
                </a:lnTo>
                <a:lnTo>
                  <a:pt x="172" y="38"/>
                </a:lnTo>
                <a:lnTo>
                  <a:pt x="171" y="34"/>
                </a:lnTo>
                <a:lnTo>
                  <a:pt x="170" y="30"/>
                </a:lnTo>
                <a:lnTo>
                  <a:pt x="170" y="26"/>
                </a:lnTo>
                <a:lnTo>
                  <a:pt x="170" y="22"/>
                </a:lnTo>
                <a:lnTo>
                  <a:pt x="170" y="20"/>
                </a:lnTo>
                <a:lnTo>
                  <a:pt x="170" y="19"/>
                </a:lnTo>
                <a:lnTo>
                  <a:pt x="171" y="18"/>
                </a:lnTo>
                <a:lnTo>
                  <a:pt x="172" y="18"/>
                </a:lnTo>
                <a:lnTo>
                  <a:pt x="172" y="17"/>
                </a:lnTo>
                <a:lnTo>
                  <a:pt x="174" y="14"/>
                </a:lnTo>
                <a:lnTo>
                  <a:pt x="176" y="13"/>
                </a:lnTo>
                <a:lnTo>
                  <a:pt x="178" y="12"/>
                </a:lnTo>
                <a:lnTo>
                  <a:pt x="180" y="11"/>
                </a:lnTo>
                <a:lnTo>
                  <a:pt x="180" y="11"/>
                </a:lnTo>
                <a:lnTo>
                  <a:pt x="182" y="11"/>
                </a:lnTo>
                <a:lnTo>
                  <a:pt x="185" y="12"/>
                </a:lnTo>
                <a:lnTo>
                  <a:pt x="188" y="13"/>
                </a:lnTo>
                <a:lnTo>
                  <a:pt x="192" y="15"/>
                </a:lnTo>
                <a:lnTo>
                  <a:pt x="196" y="17"/>
                </a:lnTo>
                <a:lnTo>
                  <a:pt x="200" y="18"/>
                </a:lnTo>
                <a:lnTo>
                  <a:pt x="205" y="17"/>
                </a:lnTo>
                <a:lnTo>
                  <a:pt x="212" y="17"/>
                </a:lnTo>
                <a:lnTo>
                  <a:pt x="220" y="16"/>
                </a:lnTo>
                <a:lnTo>
                  <a:pt x="233" y="14"/>
                </a:lnTo>
                <a:lnTo>
                  <a:pt x="244" y="13"/>
                </a:lnTo>
                <a:lnTo>
                  <a:pt x="252" y="10"/>
                </a:lnTo>
                <a:lnTo>
                  <a:pt x="260" y="9"/>
                </a:lnTo>
                <a:lnTo>
                  <a:pt x="268" y="6"/>
                </a:lnTo>
                <a:lnTo>
                  <a:pt x="279" y="5"/>
                </a:lnTo>
                <a:lnTo>
                  <a:pt x="286" y="4"/>
                </a:lnTo>
                <a:lnTo>
                  <a:pt x="293" y="3"/>
                </a:lnTo>
                <a:lnTo>
                  <a:pt x="300" y="3"/>
                </a:lnTo>
                <a:lnTo>
                  <a:pt x="308" y="2"/>
                </a:lnTo>
                <a:lnTo>
                  <a:pt x="316" y="2"/>
                </a:lnTo>
                <a:lnTo>
                  <a:pt x="324" y="2"/>
                </a:lnTo>
                <a:lnTo>
                  <a:pt x="330" y="2"/>
                </a:lnTo>
                <a:lnTo>
                  <a:pt x="337" y="0"/>
                </a:lnTo>
                <a:lnTo>
                  <a:pt x="340" y="0"/>
                </a:lnTo>
                <a:lnTo>
                  <a:pt x="342" y="0"/>
                </a:lnTo>
                <a:lnTo>
                  <a:pt x="344" y="0"/>
                </a:lnTo>
                <a:lnTo>
                  <a:pt x="346" y="1"/>
                </a:lnTo>
                <a:lnTo>
                  <a:pt x="351" y="2"/>
                </a:lnTo>
                <a:lnTo>
                  <a:pt x="354" y="2"/>
                </a:lnTo>
                <a:lnTo>
                  <a:pt x="358" y="2"/>
                </a:lnTo>
                <a:lnTo>
                  <a:pt x="362" y="2"/>
                </a:lnTo>
                <a:lnTo>
                  <a:pt x="366" y="2"/>
                </a:lnTo>
                <a:lnTo>
                  <a:pt x="369" y="1"/>
                </a:lnTo>
                <a:lnTo>
                  <a:pt x="374" y="3"/>
                </a:lnTo>
                <a:lnTo>
                  <a:pt x="378" y="6"/>
                </a:lnTo>
                <a:lnTo>
                  <a:pt x="384" y="10"/>
                </a:lnTo>
                <a:lnTo>
                  <a:pt x="388" y="14"/>
                </a:lnTo>
                <a:lnTo>
                  <a:pt x="390" y="16"/>
                </a:lnTo>
                <a:lnTo>
                  <a:pt x="392" y="18"/>
                </a:lnTo>
                <a:lnTo>
                  <a:pt x="394" y="20"/>
                </a:lnTo>
                <a:lnTo>
                  <a:pt x="396" y="22"/>
                </a:lnTo>
                <a:lnTo>
                  <a:pt x="396" y="25"/>
                </a:lnTo>
                <a:lnTo>
                  <a:pt x="398" y="27"/>
                </a:lnTo>
                <a:lnTo>
                  <a:pt x="398" y="30"/>
                </a:lnTo>
                <a:lnTo>
                  <a:pt x="399" y="31"/>
                </a:lnTo>
                <a:lnTo>
                  <a:pt x="398" y="33"/>
                </a:lnTo>
                <a:lnTo>
                  <a:pt x="397" y="34"/>
                </a:lnTo>
                <a:lnTo>
                  <a:pt x="396" y="35"/>
                </a:lnTo>
                <a:lnTo>
                  <a:pt x="396" y="37"/>
                </a:lnTo>
                <a:lnTo>
                  <a:pt x="395" y="41"/>
                </a:lnTo>
                <a:lnTo>
                  <a:pt x="395" y="45"/>
                </a:lnTo>
                <a:lnTo>
                  <a:pt x="394" y="49"/>
                </a:lnTo>
                <a:lnTo>
                  <a:pt x="393" y="52"/>
                </a:lnTo>
                <a:lnTo>
                  <a:pt x="392" y="55"/>
                </a:lnTo>
                <a:lnTo>
                  <a:pt x="391" y="58"/>
                </a:lnTo>
                <a:lnTo>
                  <a:pt x="389" y="61"/>
                </a:lnTo>
                <a:lnTo>
                  <a:pt x="387" y="62"/>
                </a:lnTo>
                <a:lnTo>
                  <a:pt x="384" y="65"/>
                </a:lnTo>
                <a:lnTo>
                  <a:pt x="381" y="66"/>
                </a:lnTo>
                <a:lnTo>
                  <a:pt x="376" y="70"/>
                </a:lnTo>
                <a:lnTo>
                  <a:pt x="372" y="74"/>
                </a:lnTo>
                <a:lnTo>
                  <a:pt x="368" y="78"/>
                </a:lnTo>
                <a:lnTo>
                  <a:pt x="366" y="82"/>
                </a:lnTo>
                <a:lnTo>
                  <a:pt x="363" y="87"/>
                </a:lnTo>
                <a:lnTo>
                  <a:pt x="360" y="91"/>
                </a:lnTo>
                <a:lnTo>
                  <a:pt x="354" y="96"/>
                </a:lnTo>
                <a:lnTo>
                  <a:pt x="348" y="103"/>
                </a:lnTo>
                <a:lnTo>
                  <a:pt x="343" y="108"/>
                </a:lnTo>
                <a:lnTo>
                  <a:pt x="337" y="114"/>
                </a:lnTo>
                <a:lnTo>
                  <a:pt x="327" y="126"/>
                </a:lnTo>
                <a:lnTo>
                  <a:pt x="316" y="138"/>
                </a:lnTo>
                <a:lnTo>
                  <a:pt x="313" y="139"/>
                </a:lnTo>
                <a:lnTo>
                  <a:pt x="312" y="141"/>
                </a:lnTo>
                <a:lnTo>
                  <a:pt x="309" y="143"/>
                </a:lnTo>
                <a:lnTo>
                  <a:pt x="306" y="145"/>
                </a:lnTo>
                <a:lnTo>
                  <a:pt x="304" y="146"/>
                </a:lnTo>
                <a:lnTo>
                  <a:pt x="302" y="147"/>
                </a:lnTo>
                <a:lnTo>
                  <a:pt x="300" y="150"/>
                </a:lnTo>
                <a:lnTo>
                  <a:pt x="297" y="151"/>
                </a:lnTo>
                <a:lnTo>
                  <a:pt x="296" y="156"/>
                </a:lnTo>
                <a:lnTo>
                  <a:pt x="295" y="161"/>
                </a:lnTo>
                <a:lnTo>
                  <a:pt x="292" y="163"/>
                </a:lnTo>
                <a:lnTo>
                  <a:pt x="289" y="164"/>
                </a:lnTo>
                <a:lnTo>
                  <a:pt x="286" y="166"/>
                </a:lnTo>
                <a:lnTo>
                  <a:pt x="283" y="167"/>
                </a:lnTo>
                <a:lnTo>
                  <a:pt x="281" y="172"/>
                </a:lnTo>
                <a:lnTo>
                  <a:pt x="279" y="177"/>
                </a:lnTo>
                <a:lnTo>
                  <a:pt x="278" y="178"/>
                </a:lnTo>
                <a:lnTo>
                  <a:pt x="276" y="179"/>
                </a:lnTo>
                <a:lnTo>
                  <a:pt x="276" y="179"/>
                </a:lnTo>
                <a:lnTo>
                  <a:pt x="275" y="179"/>
                </a:lnTo>
                <a:lnTo>
                  <a:pt x="272" y="179"/>
                </a:lnTo>
                <a:lnTo>
                  <a:pt x="270" y="180"/>
                </a:lnTo>
                <a:lnTo>
                  <a:pt x="268" y="181"/>
                </a:lnTo>
                <a:lnTo>
                  <a:pt x="268" y="182"/>
                </a:lnTo>
                <a:lnTo>
                  <a:pt x="267" y="183"/>
                </a:lnTo>
                <a:lnTo>
                  <a:pt x="266" y="186"/>
                </a:lnTo>
                <a:lnTo>
                  <a:pt x="264" y="189"/>
                </a:lnTo>
                <a:lnTo>
                  <a:pt x="264" y="194"/>
                </a:lnTo>
                <a:lnTo>
                  <a:pt x="263" y="199"/>
                </a:lnTo>
                <a:lnTo>
                  <a:pt x="262" y="203"/>
                </a:lnTo>
                <a:lnTo>
                  <a:pt x="262" y="207"/>
                </a:lnTo>
                <a:lnTo>
                  <a:pt x="263" y="210"/>
                </a:lnTo>
                <a:lnTo>
                  <a:pt x="268" y="211"/>
                </a:lnTo>
                <a:lnTo>
                  <a:pt x="274" y="213"/>
                </a:lnTo>
                <a:lnTo>
                  <a:pt x="277" y="213"/>
                </a:lnTo>
                <a:lnTo>
                  <a:pt x="280" y="213"/>
                </a:lnTo>
                <a:lnTo>
                  <a:pt x="284" y="213"/>
                </a:lnTo>
                <a:lnTo>
                  <a:pt x="288" y="212"/>
                </a:lnTo>
                <a:lnTo>
                  <a:pt x="296" y="208"/>
                </a:lnTo>
                <a:lnTo>
                  <a:pt x="308" y="203"/>
                </a:lnTo>
                <a:lnTo>
                  <a:pt x="310" y="203"/>
                </a:lnTo>
                <a:lnTo>
                  <a:pt x="313" y="202"/>
                </a:lnTo>
                <a:lnTo>
                  <a:pt x="316" y="202"/>
                </a:lnTo>
                <a:lnTo>
                  <a:pt x="319" y="202"/>
                </a:lnTo>
                <a:lnTo>
                  <a:pt x="321" y="202"/>
                </a:lnTo>
                <a:lnTo>
                  <a:pt x="324" y="203"/>
                </a:lnTo>
                <a:lnTo>
                  <a:pt x="325" y="204"/>
                </a:lnTo>
                <a:lnTo>
                  <a:pt x="326" y="205"/>
                </a:lnTo>
                <a:lnTo>
                  <a:pt x="328" y="206"/>
                </a:lnTo>
                <a:lnTo>
                  <a:pt x="328" y="207"/>
                </a:lnTo>
                <a:lnTo>
                  <a:pt x="330" y="208"/>
                </a:lnTo>
                <a:lnTo>
                  <a:pt x="332" y="210"/>
                </a:lnTo>
                <a:lnTo>
                  <a:pt x="334" y="211"/>
                </a:lnTo>
                <a:lnTo>
                  <a:pt x="335" y="213"/>
                </a:lnTo>
                <a:lnTo>
                  <a:pt x="336" y="215"/>
                </a:lnTo>
                <a:lnTo>
                  <a:pt x="336" y="217"/>
                </a:lnTo>
                <a:lnTo>
                  <a:pt x="337" y="219"/>
                </a:lnTo>
                <a:lnTo>
                  <a:pt x="337" y="221"/>
                </a:lnTo>
                <a:lnTo>
                  <a:pt x="337" y="226"/>
                </a:lnTo>
                <a:lnTo>
                  <a:pt x="336" y="231"/>
                </a:lnTo>
                <a:lnTo>
                  <a:pt x="335" y="235"/>
                </a:lnTo>
                <a:lnTo>
                  <a:pt x="333" y="239"/>
                </a:lnTo>
                <a:lnTo>
                  <a:pt x="330" y="239"/>
                </a:lnTo>
                <a:lnTo>
                  <a:pt x="328" y="240"/>
                </a:lnTo>
                <a:lnTo>
                  <a:pt x="324" y="241"/>
                </a:lnTo>
                <a:lnTo>
                  <a:pt x="322" y="241"/>
                </a:lnTo>
                <a:lnTo>
                  <a:pt x="316" y="243"/>
                </a:lnTo>
                <a:lnTo>
                  <a:pt x="311" y="245"/>
                </a:lnTo>
                <a:lnTo>
                  <a:pt x="300" y="250"/>
                </a:lnTo>
                <a:lnTo>
                  <a:pt x="290" y="254"/>
                </a:lnTo>
                <a:lnTo>
                  <a:pt x="286" y="254"/>
                </a:lnTo>
                <a:lnTo>
                  <a:pt x="281" y="254"/>
                </a:lnTo>
                <a:lnTo>
                  <a:pt x="276" y="254"/>
                </a:lnTo>
                <a:lnTo>
                  <a:pt x="272" y="254"/>
                </a:lnTo>
                <a:lnTo>
                  <a:pt x="265" y="255"/>
                </a:lnTo>
                <a:lnTo>
                  <a:pt x="259" y="256"/>
                </a:lnTo>
                <a:lnTo>
                  <a:pt x="252" y="258"/>
                </a:lnTo>
                <a:lnTo>
                  <a:pt x="244" y="259"/>
                </a:lnTo>
                <a:lnTo>
                  <a:pt x="236" y="259"/>
                </a:lnTo>
                <a:lnTo>
                  <a:pt x="229" y="261"/>
                </a:lnTo>
                <a:lnTo>
                  <a:pt x="222" y="263"/>
                </a:lnTo>
                <a:lnTo>
                  <a:pt x="216" y="265"/>
                </a:lnTo>
                <a:lnTo>
                  <a:pt x="213" y="267"/>
                </a:lnTo>
                <a:lnTo>
                  <a:pt x="210" y="268"/>
                </a:lnTo>
                <a:lnTo>
                  <a:pt x="208" y="271"/>
                </a:lnTo>
                <a:lnTo>
                  <a:pt x="204" y="273"/>
                </a:lnTo>
                <a:lnTo>
                  <a:pt x="198" y="278"/>
                </a:lnTo>
                <a:lnTo>
                  <a:pt x="192" y="281"/>
                </a:lnTo>
                <a:lnTo>
                  <a:pt x="191" y="282"/>
                </a:lnTo>
                <a:lnTo>
                  <a:pt x="188" y="283"/>
                </a:lnTo>
                <a:lnTo>
                  <a:pt x="186" y="283"/>
                </a:lnTo>
                <a:lnTo>
                  <a:pt x="184" y="283"/>
                </a:lnTo>
                <a:lnTo>
                  <a:pt x="181" y="284"/>
                </a:lnTo>
                <a:lnTo>
                  <a:pt x="179" y="284"/>
                </a:lnTo>
                <a:lnTo>
                  <a:pt x="177" y="285"/>
                </a:lnTo>
                <a:lnTo>
                  <a:pt x="175" y="287"/>
                </a:lnTo>
                <a:lnTo>
                  <a:pt x="168" y="291"/>
                </a:lnTo>
                <a:lnTo>
                  <a:pt x="161" y="295"/>
                </a:lnTo>
                <a:lnTo>
                  <a:pt x="154" y="300"/>
                </a:lnTo>
                <a:lnTo>
                  <a:pt x="146" y="304"/>
                </a:lnTo>
                <a:lnTo>
                  <a:pt x="144" y="305"/>
                </a:lnTo>
                <a:lnTo>
                  <a:pt x="143" y="306"/>
                </a:lnTo>
                <a:lnTo>
                  <a:pt x="140" y="306"/>
                </a:lnTo>
                <a:lnTo>
                  <a:pt x="139" y="306"/>
                </a:lnTo>
                <a:lnTo>
                  <a:pt x="137" y="306"/>
                </a:lnTo>
                <a:lnTo>
                  <a:pt x="136" y="306"/>
                </a:lnTo>
                <a:lnTo>
                  <a:pt x="134" y="307"/>
                </a:lnTo>
                <a:lnTo>
                  <a:pt x="132" y="307"/>
                </a:lnTo>
                <a:lnTo>
                  <a:pt x="129" y="311"/>
                </a:lnTo>
                <a:lnTo>
                  <a:pt x="127" y="316"/>
                </a:lnTo>
                <a:lnTo>
                  <a:pt x="124" y="318"/>
                </a:lnTo>
                <a:lnTo>
                  <a:pt x="120" y="319"/>
                </a:lnTo>
                <a:lnTo>
                  <a:pt x="118" y="321"/>
                </a:lnTo>
                <a:lnTo>
                  <a:pt x="115" y="322"/>
                </a:lnTo>
                <a:lnTo>
                  <a:pt x="113" y="324"/>
                </a:lnTo>
                <a:lnTo>
                  <a:pt x="111" y="327"/>
                </a:lnTo>
                <a:lnTo>
                  <a:pt x="109" y="330"/>
                </a:lnTo>
                <a:lnTo>
                  <a:pt x="107" y="333"/>
                </a:lnTo>
                <a:lnTo>
                  <a:pt x="103" y="335"/>
                </a:lnTo>
                <a:lnTo>
                  <a:pt x="96" y="339"/>
                </a:lnTo>
                <a:lnTo>
                  <a:pt x="88" y="342"/>
                </a:lnTo>
                <a:lnTo>
                  <a:pt x="83" y="344"/>
                </a:lnTo>
                <a:lnTo>
                  <a:pt x="81" y="343"/>
                </a:lnTo>
                <a:lnTo>
                  <a:pt x="80" y="343"/>
                </a:lnTo>
                <a:lnTo>
                  <a:pt x="77" y="343"/>
                </a:lnTo>
                <a:lnTo>
                  <a:pt x="76" y="342"/>
                </a:lnTo>
                <a:lnTo>
                  <a:pt x="71" y="342"/>
                </a:lnTo>
                <a:lnTo>
                  <a:pt x="67" y="342"/>
                </a:lnTo>
                <a:lnTo>
                  <a:pt x="58" y="342"/>
                </a:lnTo>
                <a:lnTo>
                  <a:pt x="49" y="342"/>
                </a:lnTo>
                <a:lnTo>
                  <a:pt x="48" y="339"/>
                </a:lnTo>
                <a:lnTo>
                  <a:pt x="47" y="336"/>
                </a:lnTo>
                <a:lnTo>
                  <a:pt x="46" y="334"/>
                </a:lnTo>
                <a:lnTo>
                  <a:pt x="44" y="333"/>
                </a:lnTo>
                <a:lnTo>
                  <a:pt x="43" y="332"/>
                </a:lnTo>
                <a:lnTo>
                  <a:pt x="42" y="331"/>
                </a:lnTo>
                <a:lnTo>
                  <a:pt x="39" y="331"/>
                </a:lnTo>
                <a:lnTo>
                  <a:pt x="38" y="331"/>
                </a:lnTo>
                <a:lnTo>
                  <a:pt x="35" y="331"/>
                </a:lnTo>
                <a:lnTo>
                  <a:pt x="30" y="331"/>
                </a:lnTo>
                <a:lnTo>
                  <a:pt x="28" y="331"/>
                </a:lnTo>
                <a:lnTo>
                  <a:pt x="26" y="331"/>
                </a:lnTo>
                <a:lnTo>
                  <a:pt x="23" y="331"/>
                </a:lnTo>
                <a:lnTo>
                  <a:pt x="22" y="330"/>
                </a:lnTo>
                <a:lnTo>
                  <a:pt x="18" y="327"/>
                </a:lnTo>
                <a:lnTo>
                  <a:pt x="11" y="319"/>
                </a:lnTo>
                <a:lnTo>
                  <a:pt x="4" y="311"/>
                </a:lnTo>
                <a:lnTo>
                  <a:pt x="0" y="307"/>
                </a:lnTo>
                <a:lnTo>
                  <a:pt x="0" y="303"/>
                </a:lnTo>
                <a:lnTo>
                  <a:pt x="0" y="299"/>
                </a:lnTo>
                <a:lnTo>
                  <a:pt x="0" y="295"/>
                </a:lnTo>
                <a:lnTo>
                  <a:pt x="0" y="291"/>
                </a:lnTo>
                <a:lnTo>
                  <a:pt x="2" y="290"/>
                </a:lnTo>
                <a:lnTo>
                  <a:pt x="5" y="287"/>
                </a:lnTo>
                <a:lnTo>
                  <a:pt x="9" y="286"/>
                </a:lnTo>
                <a:lnTo>
                  <a:pt x="13" y="283"/>
                </a:lnTo>
                <a:lnTo>
                  <a:pt x="18" y="282"/>
                </a:lnTo>
                <a:lnTo>
                  <a:pt x="22" y="280"/>
                </a:lnTo>
                <a:lnTo>
                  <a:pt x="24" y="279"/>
                </a:lnTo>
                <a:lnTo>
                  <a:pt x="26" y="279"/>
                </a:lnTo>
                <a:lnTo>
                  <a:pt x="27" y="279"/>
                </a:lnTo>
                <a:lnTo>
                  <a:pt x="28" y="279"/>
                </a:lnTo>
                <a:lnTo>
                  <a:pt x="31" y="280"/>
                </a:lnTo>
                <a:lnTo>
                  <a:pt x="34" y="281"/>
                </a:lnTo>
                <a:lnTo>
                  <a:pt x="36" y="282"/>
                </a:lnTo>
                <a:lnTo>
                  <a:pt x="38" y="282"/>
                </a:lnTo>
                <a:lnTo>
                  <a:pt x="40" y="282"/>
                </a:lnTo>
                <a:lnTo>
                  <a:pt x="42" y="281"/>
                </a:lnTo>
                <a:lnTo>
                  <a:pt x="50" y="278"/>
                </a:lnTo>
                <a:lnTo>
                  <a:pt x="59" y="275"/>
                </a:lnTo>
                <a:lnTo>
                  <a:pt x="67" y="272"/>
                </a:lnTo>
                <a:lnTo>
                  <a:pt x="76" y="270"/>
                </a:lnTo>
                <a:lnTo>
                  <a:pt x="84" y="267"/>
                </a:lnTo>
                <a:lnTo>
                  <a:pt x="93" y="264"/>
                </a:lnTo>
                <a:lnTo>
                  <a:pt x="102" y="262"/>
                </a:lnTo>
                <a:lnTo>
                  <a:pt x="110" y="259"/>
                </a:lnTo>
                <a:lnTo>
                  <a:pt x="117" y="255"/>
                </a:lnTo>
                <a:lnTo>
                  <a:pt x="125" y="251"/>
                </a:lnTo>
                <a:lnTo>
                  <a:pt x="132" y="247"/>
                </a:lnTo>
                <a:lnTo>
                  <a:pt x="137" y="244"/>
                </a:lnTo>
                <a:lnTo>
                  <a:pt x="142" y="243"/>
                </a:lnTo>
                <a:lnTo>
                  <a:pt x="146" y="243"/>
                </a:lnTo>
                <a:lnTo>
                  <a:pt x="151" y="242"/>
                </a:lnTo>
                <a:lnTo>
                  <a:pt x="155" y="241"/>
                </a:lnTo>
                <a:lnTo>
                  <a:pt x="164" y="237"/>
                </a:lnTo>
                <a:lnTo>
                  <a:pt x="174" y="232"/>
                </a:lnTo>
                <a:lnTo>
                  <a:pt x="178" y="230"/>
                </a:lnTo>
                <a:lnTo>
                  <a:pt x="183" y="227"/>
                </a:lnTo>
                <a:lnTo>
                  <a:pt x="187" y="224"/>
                </a:lnTo>
                <a:lnTo>
                  <a:pt x="190" y="221"/>
                </a:lnTo>
                <a:lnTo>
                  <a:pt x="193" y="216"/>
                </a:lnTo>
                <a:lnTo>
                  <a:pt x="196" y="211"/>
                </a:lnTo>
                <a:lnTo>
                  <a:pt x="199" y="206"/>
                </a:lnTo>
                <a:lnTo>
                  <a:pt x="201" y="201"/>
                </a:lnTo>
                <a:lnTo>
                  <a:pt x="204" y="195"/>
                </a:lnTo>
                <a:lnTo>
                  <a:pt x="206" y="190"/>
                </a:lnTo>
                <a:lnTo>
                  <a:pt x="209" y="185"/>
                </a:lnTo>
                <a:lnTo>
                  <a:pt x="212" y="180"/>
                </a:lnTo>
                <a:lnTo>
                  <a:pt x="216" y="173"/>
                </a:lnTo>
                <a:lnTo>
                  <a:pt x="222" y="167"/>
                </a:lnTo>
                <a:lnTo>
                  <a:pt x="228" y="159"/>
                </a:lnTo>
                <a:lnTo>
                  <a:pt x="235" y="153"/>
                </a:lnTo>
                <a:lnTo>
                  <a:pt x="241" y="147"/>
                </a:lnTo>
                <a:lnTo>
                  <a:pt x="248" y="141"/>
                </a:lnTo>
                <a:lnTo>
                  <a:pt x="254" y="135"/>
                </a:lnTo>
                <a:lnTo>
                  <a:pt x="260" y="128"/>
                </a:lnTo>
                <a:lnTo>
                  <a:pt x="261" y="126"/>
                </a:lnTo>
                <a:lnTo>
                  <a:pt x="263" y="123"/>
                </a:lnTo>
                <a:lnTo>
                  <a:pt x="264" y="119"/>
                </a:lnTo>
                <a:lnTo>
                  <a:pt x="265" y="117"/>
                </a:lnTo>
                <a:lnTo>
                  <a:pt x="270" y="111"/>
                </a:lnTo>
                <a:lnTo>
                  <a:pt x="278" y="104"/>
                </a:lnTo>
                <a:lnTo>
                  <a:pt x="287" y="95"/>
                </a:lnTo>
                <a:lnTo>
                  <a:pt x="296" y="86"/>
                </a:lnTo>
                <a:lnTo>
                  <a:pt x="300" y="82"/>
                </a:lnTo>
                <a:lnTo>
                  <a:pt x="304" y="77"/>
                </a:lnTo>
                <a:lnTo>
                  <a:pt x="308" y="72"/>
                </a:lnTo>
                <a:lnTo>
                  <a:pt x="311" y="68"/>
                </a:lnTo>
                <a:lnTo>
                  <a:pt x="314" y="63"/>
                </a:lnTo>
                <a:lnTo>
                  <a:pt x="316" y="59"/>
                </a:lnTo>
                <a:lnTo>
                  <a:pt x="316" y="58"/>
                </a:lnTo>
                <a:lnTo>
                  <a:pt x="317" y="55"/>
                </a:lnTo>
                <a:lnTo>
                  <a:pt x="318" y="54"/>
                </a:lnTo>
                <a:lnTo>
                  <a:pt x="318" y="52"/>
                </a:lnTo>
                <a:lnTo>
                  <a:pt x="312" y="50"/>
                </a:lnTo>
                <a:lnTo>
                  <a:pt x="308" y="46"/>
                </a:lnTo>
                <a:lnTo>
                  <a:pt x="305" y="46"/>
                </a:lnTo>
                <a:lnTo>
                  <a:pt x="302" y="45"/>
                </a:lnTo>
                <a:lnTo>
                  <a:pt x="299" y="45"/>
                </a:lnTo>
                <a:lnTo>
                  <a:pt x="296" y="45"/>
                </a:lnTo>
                <a:lnTo>
                  <a:pt x="295" y="46"/>
                </a:lnTo>
                <a:lnTo>
                  <a:pt x="294" y="46"/>
                </a:lnTo>
                <a:lnTo>
                  <a:pt x="292" y="46"/>
                </a:lnTo>
                <a:lnTo>
                  <a:pt x="291" y="46"/>
                </a:lnTo>
                <a:lnTo>
                  <a:pt x="288" y="47"/>
                </a:lnTo>
                <a:lnTo>
                  <a:pt x="283" y="47"/>
                </a:lnTo>
                <a:lnTo>
                  <a:pt x="278" y="48"/>
                </a:lnTo>
                <a:lnTo>
                  <a:pt x="273" y="48"/>
                </a:lnTo>
                <a:lnTo>
                  <a:pt x="268" y="49"/>
                </a:lnTo>
                <a:lnTo>
                  <a:pt x="265" y="50"/>
                </a:lnTo>
                <a:lnTo>
                  <a:pt x="262" y="50"/>
                </a:lnTo>
                <a:lnTo>
                  <a:pt x="258" y="52"/>
                </a:lnTo>
                <a:lnTo>
                  <a:pt x="254" y="54"/>
                </a:lnTo>
                <a:lnTo>
                  <a:pt x="250" y="57"/>
                </a:lnTo>
                <a:lnTo>
                  <a:pt x="240" y="62"/>
                </a:lnTo>
                <a:lnTo>
                  <a:pt x="229" y="68"/>
                </a:lnTo>
                <a:lnTo>
                  <a:pt x="224" y="70"/>
                </a:lnTo>
                <a:lnTo>
                  <a:pt x="218" y="73"/>
                </a:lnTo>
                <a:lnTo>
                  <a:pt x="213" y="75"/>
                </a:lnTo>
                <a:lnTo>
                  <a:pt x="208" y="78"/>
                </a:lnTo>
                <a:lnTo>
                  <a:pt x="204" y="78"/>
                </a:lnTo>
                <a:lnTo>
                  <a:pt x="199" y="79"/>
                </a:lnTo>
                <a:lnTo>
                  <a:pt x="197" y="79"/>
                </a:lnTo>
                <a:lnTo>
                  <a:pt x="195" y="79"/>
                </a:lnTo>
                <a:lnTo>
                  <a:pt x="193" y="79"/>
                </a:lnTo>
                <a:lnTo>
                  <a:pt x="192" y="78"/>
                </a:lnTo>
                <a:lnTo>
                  <a:pt x="191" y="78"/>
                </a:lnTo>
                <a:lnTo>
                  <a:pt x="190" y="78"/>
                </a:lnTo>
                <a:lnTo>
                  <a:pt x="189" y="77"/>
                </a:lnTo>
                <a:lnTo>
                  <a:pt x="188" y="76"/>
                </a:lnTo>
                <a:lnTo>
                  <a:pt x="185" y="74"/>
                </a:lnTo>
                <a:lnTo>
                  <a:pt x="184" y="73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32" name="íSľîďê">
            <a:extLst>
              <a:ext uri="{FF2B5EF4-FFF2-40B4-BE49-F238E27FC236}">
                <a16:creationId xmlns:a16="http://schemas.microsoft.com/office/drawing/2014/main" id="{A4B3A21D-C38D-4D05-8D1B-A8C7F521283D}"/>
              </a:ext>
            </a:extLst>
          </p:cNvPr>
          <p:cNvSpPr>
            <a:spLocks noGrp="1"/>
          </p:cNvSpPr>
          <p:nvPr/>
        </p:nvSpPr>
        <p:spPr>
          <a:xfrm>
            <a:off x="2534760" y="606240"/>
            <a:ext cx="164160" cy="220320"/>
          </a:xfrm>
          <a:custGeom>
            <a:avLst/>
            <a:gdLst>
              <a:gd name="textAreaLeft" fmla="*/ 0 w 164160"/>
              <a:gd name="textAreaRight" fmla="*/ 164520 w 164160"/>
              <a:gd name="textAreaTop" fmla="*/ 0 h 220320"/>
              <a:gd name="textAreaBottom" fmla="*/ 220680 h 220320"/>
              <a:gd name="GluePoint1X" fmla="*/ 311 w 377"/>
              <a:gd name="GluePoint1Y" fmla="*/ 8 h 505"/>
              <a:gd name="GluePoint2X" fmla="*/ 319 w 377"/>
              <a:gd name="GluePoint2Y" fmla="*/ 18 h 505"/>
              <a:gd name="GluePoint3X" fmla="*/ 333 w 377"/>
              <a:gd name="GluePoint3Y" fmla="*/ 28 h 505"/>
              <a:gd name="GluePoint4X" fmla="*/ 348 w 377"/>
              <a:gd name="GluePoint4Y" fmla="*/ 44 h 505"/>
              <a:gd name="GluePoint5X" fmla="*/ 343 w 377"/>
              <a:gd name="GluePoint5Y" fmla="*/ 72 h 505"/>
              <a:gd name="GluePoint6X" fmla="*/ 339 w 377"/>
              <a:gd name="GluePoint6Y" fmla="*/ 89 h 505"/>
              <a:gd name="GluePoint7X" fmla="*/ 343 w 377"/>
              <a:gd name="GluePoint7Y" fmla="*/ 113 h 505"/>
              <a:gd name="GluePoint8X" fmla="*/ 349 w 377"/>
              <a:gd name="GluePoint8Y" fmla="*/ 128 h 505"/>
              <a:gd name="GluePoint9X" fmla="*/ 366 w 377"/>
              <a:gd name="GluePoint9Y" fmla="*/ 130 h 505"/>
              <a:gd name="GluePoint10X" fmla="*/ 376 w 377"/>
              <a:gd name="GluePoint10Y" fmla="*/ 139 h 505"/>
              <a:gd name="GluePoint11X" fmla="*/ 377 w 377"/>
              <a:gd name="GluePoint11Y" fmla="*/ 151 h 505"/>
              <a:gd name="GluePoint12X" fmla="*/ 369 w 377"/>
              <a:gd name="GluePoint12Y" fmla="*/ 169 h 505"/>
              <a:gd name="GluePoint13X" fmla="*/ 339 w 377"/>
              <a:gd name="GluePoint13Y" fmla="*/ 189 h 505"/>
              <a:gd name="GluePoint14X" fmla="*/ 315 w 377"/>
              <a:gd name="GluePoint14Y" fmla="*/ 211 h 505"/>
              <a:gd name="GluePoint15X" fmla="*/ 301 w 377"/>
              <a:gd name="GluePoint15Y" fmla="*/ 235 h 505"/>
              <a:gd name="GluePoint16X" fmla="*/ 290 w 377"/>
              <a:gd name="GluePoint16Y" fmla="*/ 263 h 505"/>
              <a:gd name="GluePoint17X" fmla="*/ 270 w 377"/>
              <a:gd name="GluePoint17Y" fmla="*/ 293 h 505"/>
              <a:gd name="GluePoint18X" fmla="*/ 265 w 377"/>
              <a:gd name="GluePoint18Y" fmla="*/ 317 h 505"/>
              <a:gd name="GluePoint19X" fmla="*/ 245 w 377"/>
              <a:gd name="GluePoint19Y" fmla="*/ 339 h 505"/>
              <a:gd name="GluePoint20X" fmla="*/ 226 w 377"/>
              <a:gd name="GluePoint20Y" fmla="*/ 350 h 505"/>
              <a:gd name="GluePoint21X" fmla="*/ 210 w 377"/>
              <a:gd name="GluePoint21Y" fmla="*/ 374 h 505"/>
              <a:gd name="GluePoint22X" fmla="*/ 192 w 377"/>
              <a:gd name="GluePoint22Y" fmla="*/ 385 h 505"/>
              <a:gd name="GluePoint23X" fmla="*/ 179 w 377"/>
              <a:gd name="GluePoint23Y" fmla="*/ 392 h 505"/>
              <a:gd name="GluePoint24X" fmla="*/ 169 w 377"/>
              <a:gd name="GluePoint24Y" fmla="*/ 402 h 505"/>
              <a:gd name="GluePoint25X" fmla="*/ 159 w 377"/>
              <a:gd name="GluePoint25Y" fmla="*/ 405 h 505"/>
              <a:gd name="GluePoint26X" fmla="*/ 126 w 377"/>
              <a:gd name="GluePoint26Y" fmla="*/ 431 h 505"/>
              <a:gd name="GluePoint27X" fmla="*/ 101 w 377"/>
              <a:gd name="GluePoint27Y" fmla="*/ 442 h 505"/>
              <a:gd name="GluePoint28X" fmla="*/ 92 w 377"/>
              <a:gd name="GluePoint28Y" fmla="*/ 451 h 505"/>
              <a:gd name="GluePoint29X" fmla="*/ 79 w 377"/>
              <a:gd name="GluePoint29Y" fmla="*/ 456 h 505"/>
              <a:gd name="GluePoint30X" fmla="*/ 61 w 377"/>
              <a:gd name="GluePoint30Y" fmla="*/ 472 h 505"/>
              <a:gd name="GluePoint31X" fmla="*/ 49 w 377"/>
              <a:gd name="GluePoint31Y" fmla="*/ 478 h 505"/>
              <a:gd name="GluePoint32X" fmla="*/ 30 w 377"/>
              <a:gd name="GluePoint32Y" fmla="*/ 497 h 505"/>
              <a:gd name="GluePoint33X" fmla="*/ 9 w 377"/>
              <a:gd name="GluePoint33Y" fmla="*/ 505 h 505"/>
              <a:gd name="GluePoint34X" fmla="*/ 8 w 377"/>
              <a:gd name="GluePoint34Y" fmla="*/ 490 h 505"/>
              <a:gd name="GluePoint35X" fmla="*/ 38 w 377"/>
              <a:gd name="GluePoint35Y" fmla="*/ 465 h 505"/>
              <a:gd name="GluePoint36X" fmla="*/ 57 w 377"/>
              <a:gd name="GluePoint36Y" fmla="*/ 449 h 505"/>
              <a:gd name="GluePoint37X" fmla="*/ 81 w 377"/>
              <a:gd name="GluePoint37Y" fmla="*/ 433 h 505"/>
              <a:gd name="GluePoint38X" fmla="*/ 96 w 377"/>
              <a:gd name="GluePoint38Y" fmla="*/ 425 h 505"/>
              <a:gd name="GluePoint39X" fmla="*/ 112 w 377"/>
              <a:gd name="GluePoint39Y" fmla="*/ 413 h 505"/>
              <a:gd name="GluePoint40X" fmla="*/ 122 w 377"/>
              <a:gd name="GluePoint40Y" fmla="*/ 403 h 505"/>
              <a:gd name="GluePoint41X" fmla="*/ 141 w 377"/>
              <a:gd name="GluePoint41Y" fmla="*/ 387 h 505"/>
              <a:gd name="GluePoint42X" fmla="*/ 152 w 377"/>
              <a:gd name="GluePoint42Y" fmla="*/ 377 h 505"/>
              <a:gd name="GluePoint43X" fmla="*/ 191 w 377"/>
              <a:gd name="GluePoint43Y" fmla="*/ 346 h 505"/>
              <a:gd name="GluePoint44X" fmla="*/ 220 w 377"/>
              <a:gd name="GluePoint44Y" fmla="*/ 308 h 505"/>
              <a:gd name="GluePoint45X" fmla="*/ 228 w 377"/>
              <a:gd name="GluePoint45Y" fmla="*/ 284 h 505"/>
              <a:gd name="GluePoint46X" fmla="*/ 218 w 377"/>
              <a:gd name="GluePoint46Y" fmla="*/ 280 h 505"/>
              <a:gd name="GluePoint47X" fmla="*/ 193 w 377"/>
              <a:gd name="GluePoint47Y" fmla="*/ 289 h 505"/>
              <a:gd name="GluePoint48X" fmla="*/ 169 w 377"/>
              <a:gd name="GluePoint48Y" fmla="*/ 287 h 505"/>
              <a:gd name="GluePoint49X" fmla="*/ 149 w 377"/>
              <a:gd name="GluePoint49Y" fmla="*/ 277 h 505"/>
              <a:gd name="GluePoint50X" fmla="*/ 134 w 377"/>
              <a:gd name="GluePoint50Y" fmla="*/ 268 h 505"/>
              <a:gd name="GluePoint51X" fmla="*/ 132 w 377"/>
              <a:gd name="GluePoint51Y" fmla="*/ 258 h 505"/>
              <a:gd name="GluePoint52X" fmla="*/ 132 w 377"/>
              <a:gd name="GluePoint52Y" fmla="*/ 250 h 505"/>
              <a:gd name="GluePoint53X" fmla="*/ 152 w 377"/>
              <a:gd name="GluePoint53Y" fmla="*/ 234 h 505"/>
              <a:gd name="GluePoint54X" fmla="*/ 188 w 377"/>
              <a:gd name="GluePoint54Y" fmla="*/ 221 h 505"/>
              <a:gd name="GluePoint55X" fmla="*/ 207 w 377"/>
              <a:gd name="GluePoint55Y" fmla="*/ 212 h 505"/>
              <a:gd name="GluePoint56X" fmla="*/ 226 w 377"/>
              <a:gd name="GluePoint56Y" fmla="*/ 202 h 505"/>
              <a:gd name="GluePoint57X" fmla="*/ 248 w 377"/>
              <a:gd name="GluePoint57Y" fmla="*/ 193 h 505"/>
              <a:gd name="GluePoint58X" fmla="*/ 256 w 377"/>
              <a:gd name="GluePoint58Y" fmla="*/ 180 h 505"/>
              <a:gd name="GluePoint59X" fmla="*/ 273 w 377"/>
              <a:gd name="GluePoint59Y" fmla="*/ 171 h 505"/>
              <a:gd name="GluePoint60X" fmla="*/ 274 w 377"/>
              <a:gd name="GluePoint60Y" fmla="*/ 133 h 505"/>
              <a:gd name="GluePoint61X" fmla="*/ 279 w 377"/>
              <a:gd name="GluePoint61Y" fmla="*/ 83 h 505"/>
              <a:gd name="GluePoint62X" fmla="*/ 275 w 377"/>
              <a:gd name="GluePoint62Y" fmla="*/ 40 h 505"/>
              <a:gd name="GluePoint63X" fmla="*/ 280 w 377"/>
              <a:gd name="GluePoint63Y" fmla="*/ 7 h 505"/>
            </a:gdLst>
            <a:ahLst/>
            <a:cxnLst/>
            <a:rect l="textAreaLeft" t="textAreaTop" r="textAreaRight" b="textAreaBottom"/>
            <a:pathLst>
              <a:path w="377" h="505">
                <a:moveTo>
                  <a:pt x="289" y="0"/>
                </a:moveTo>
                <a:lnTo>
                  <a:pt x="294" y="1"/>
                </a:lnTo>
                <a:lnTo>
                  <a:pt x="302" y="3"/>
                </a:lnTo>
                <a:lnTo>
                  <a:pt x="305" y="4"/>
                </a:lnTo>
                <a:lnTo>
                  <a:pt x="309" y="6"/>
                </a:lnTo>
                <a:lnTo>
                  <a:pt x="311" y="8"/>
                </a:lnTo>
                <a:lnTo>
                  <a:pt x="313" y="9"/>
                </a:lnTo>
                <a:lnTo>
                  <a:pt x="315" y="11"/>
                </a:lnTo>
                <a:lnTo>
                  <a:pt x="316" y="12"/>
                </a:lnTo>
                <a:lnTo>
                  <a:pt x="317" y="14"/>
                </a:lnTo>
                <a:lnTo>
                  <a:pt x="317" y="16"/>
                </a:lnTo>
                <a:lnTo>
                  <a:pt x="319" y="18"/>
                </a:lnTo>
                <a:lnTo>
                  <a:pt x="320" y="20"/>
                </a:lnTo>
                <a:lnTo>
                  <a:pt x="321" y="22"/>
                </a:lnTo>
                <a:lnTo>
                  <a:pt x="322" y="23"/>
                </a:lnTo>
                <a:lnTo>
                  <a:pt x="326" y="25"/>
                </a:lnTo>
                <a:lnTo>
                  <a:pt x="329" y="27"/>
                </a:lnTo>
                <a:lnTo>
                  <a:pt x="333" y="28"/>
                </a:lnTo>
                <a:lnTo>
                  <a:pt x="336" y="29"/>
                </a:lnTo>
                <a:lnTo>
                  <a:pt x="339" y="31"/>
                </a:lnTo>
                <a:lnTo>
                  <a:pt x="342" y="32"/>
                </a:lnTo>
                <a:lnTo>
                  <a:pt x="345" y="35"/>
                </a:lnTo>
                <a:lnTo>
                  <a:pt x="348" y="38"/>
                </a:lnTo>
                <a:lnTo>
                  <a:pt x="348" y="44"/>
                </a:lnTo>
                <a:lnTo>
                  <a:pt x="348" y="50"/>
                </a:lnTo>
                <a:lnTo>
                  <a:pt x="347" y="55"/>
                </a:lnTo>
                <a:lnTo>
                  <a:pt x="346" y="60"/>
                </a:lnTo>
                <a:lnTo>
                  <a:pt x="345" y="64"/>
                </a:lnTo>
                <a:lnTo>
                  <a:pt x="345" y="68"/>
                </a:lnTo>
                <a:lnTo>
                  <a:pt x="343" y="72"/>
                </a:lnTo>
                <a:lnTo>
                  <a:pt x="341" y="76"/>
                </a:lnTo>
                <a:lnTo>
                  <a:pt x="341" y="77"/>
                </a:lnTo>
                <a:lnTo>
                  <a:pt x="340" y="79"/>
                </a:lnTo>
                <a:lnTo>
                  <a:pt x="340" y="81"/>
                </a:lnTo>
                <a:lnTo>
                  <a:pt x="340" y="84"/>
                </a:lnTo>
                <a:lnTo>
                  <a:pt x="339" y="89"/>
                </a:lnTo>
                <a:lnTo>
                  <a:pt x="340" y="95"/>
                </a:lnTo>
                <a:lnTo>
                  <a:pt x="340" y="100"/>
                </a:lnTo>
                <a:lnTo>
                  <a:pt x="341" y="105"/>
                </a:lnTo>
                <a:lnTo>
                  <a:pt x="341" y="108"/>
                </a:lnTo>
                <a:lnTo>
                  <a:pt x="343" y="111"/>
                </a:lnTo>
                <a:lnTo>
                  <a:pt x="343" y="113"/>
                </a:lnTo>
                <a:lnTo>
                  <a:pt x="342" y="117"/>
                </a:lnTo>
                <a:lnTo>
                  <a:pt x="341" y="121"/>
                </a:lnTo>
                <a:lnTo>
                  <a:pt x="341" y="124"/>
                </a:lnTo>
                <a:lnTo>
                  <a:pt x="344" y="126"/>
                </a:lnTo>
                <a:lnTo>
                  <a:pt x="346" y="128"/>
                </a:lnTo>
                <a:lnTo>
                  <a:pt x="349" y="128"/>
                </a:lnTo>
                <a:lnTo>
                  <a:pt x="351" y="129"/>
                </a:lnTo>
                <a:lnTo>
                  <a:pt x="354" y="129"/>
                </a:lnTo>
                <a:lnTo>
                  <a:pt x="357" y="130"/>
                </a:lnTo>
                <a:lnTo>
                  <a:pt x="361" y="130"/>
                </a:lnTo>
                <a:lnTo>
                  <a:pt x="366" y="130"/>
                </a:lnTo>
                <a:lnTo>
                  <a:pt x="366" y="130"/>
                </a:lnTo>
                <a:lnTo>
                  <a:pt x="367" y="130"/>
                </a:lnTo>
                <a:lnTo>
                  <a:pt x="369" y="132"/>
                </a:lnTo>
                <a:lnTo>
                  <a:pt x="373" y="135"/>
                </a:lnTo>
                <a:lnTo>
                  <a:pt x="374" y="136"/>
                </a:lnTo>
                <a:lnTo>
                  <a:pt x="375" y="137"/>
                </a:lnTo>
                <a:lnTo>
                  <a:pt x="376" y="139"/>
                </a:lnTo>
                <a:lnTo>
                  <a:pt x="376" y="141"/>
                </a:lnTo>
                <a:lnTo>
                  <a:pt x="377" y="142"/>
                </a:lnTo>
                <a:lnTo>
                  <a:pt x="377" y="144"/>
                </a:lnTo>
                <a:lnTo>
                  <a:pt x="377" y="145"/>
                </a:lnTo>
                <a:lnTo>
                  <a:pt x="377" y="147"/>
                </a:lnTo>
                <a:lnTo>
                  <a:pt x="377" y="151"/>
                </a:lnTo>
                <a:lnTo>
                  <a:pt x="376" y="155"/>
                </a:lnTo>
                <a:lnTo>
                  <a:pt x="375" y="159"/>
                </a:lnTo>
                <a:lnTo>
                  <a:pt x="373" y="162"/>
                </a:lnTo>
                <a:lnTo>
                  <a:pt x="373" y="165"/>
                </a:lnTo>
                <a:lnTo>
                  <a:pt x="371" y="167"/>
                </a:lnTo>
                <a:lnTo>
                  <a:pt x="369" y="169"/>
                </a:lnTo>
                <a:lnTo>
                  <a:pt x="367" y="172"/>
                </a:lnTo>
                <a:lnTo>
                  <a:pt x="365" y="173"/>
                </a:lnTo>
                <a:lnTo>
                  <a:pt x="361" y="176"/>
                </a:lnTo>
                <a:lnTo>
                  <a:pt x="357" y="179"/>
                </a:lnTo>
                <a:lnTo>
                  <a:pt x="350" y="182"/>
                </a:lnTo>
                <a:lnTo>
                  <a:pt x="339" y="189"/>
                </a:lnTo>
                <a:lnTo>
                  <a:pt x="328" y="195"/>
                </a:lnTo>
                <a:lnTo>
                  <a:pt x="325" y="197"/>
                </a:lnTo>
                <a:lnTo>
                  <a:pt x="322" y="199"/>
                </a:lnTo>
                <a:lnTo>
                  <a:pt x="321" y="201"/>
                </a:lnTo>
                <a:lnTo>
                  <a:pt x="318" y="205"/>
                </a:lnTo>
                <a:lnTo>
                  <a:pt x="315" y="211"/>
                </a:lnTo>
                <a:lnTo>
                  <a:pt x="311" y="216"/>
                </a:lnTo>
                <a:lnTo>
                  <a:pt x="309" y="220"/>
                </a:lnTo>
                <a:lnTo>
                  <a:pt x="309" y="224"/>
                </a:lnTo>
                <a:lnTo>
                  <a:pt x="308" y="228"/>
                </a:lnTo>
                <a:lnTo>
                  <a:pt x="306" y="232"/>
                </a:lnTo>
                <a:lnTo>
                  <a:pt x="301" y="235"/>
                </a:lnTo>
                <a:lnTo>
                  <a:pt x="297" y="238"/>
                </a:lnTo>
                <a:lnTo>
                  <a:pt x="297" y="242"/>
                </a:lnTo>
                <a:lnTo>
                  <a:pt x="296" y="247"/>
                </a:lnTo>
                <a:lnTo>
                  <a:pt x="295" y="251"/>
                </a:lnTo>
                <a:lnTo>
                  <a:pt x="294" y="255"/>
                </a:lnTo>
                <a:lnTo>
                  <a:pt x="290" y="263"/>
                </a:lnTo>
                <a:lnTo>
                  <a:pt x="285" y="272"/>
                </a:lnTo>
                <a:lnTo>
                  <a:pt x="279" y="280"/>
                </a:lnTo>
                <a:lnTo>
                  <a:pt x="273" y="287"/>
                </a:lnTo>
                <a:lnTo>
                  <a:pt x="273" y="289"/>
                </a:lnTo>
                <a:lnTo>
                  <a:pt x="271" y="291"/>
                </a:lnTo>
                <a:lnTo>
                  <a:pt x="270" y="293"/>
                </a:lnTo>
                <a:lnTo>
                  <a:pt x="269" y="295"/>
                </a:lnTo>
                <a:lnTo>
                  <a:pt x="269" y="300"/>
                </a:lnTo>
                <a:lnTo>
                  <a:pt x="268" y="305"/>
                </a:lnTo>
                <a:lnTo>
                  <a:pt x="267" y="309"/>
                </a:lnTo>
                <a:lnTo>
                  <a:pt x="265" y="314"/>
                </a:lnTo>
                <a:lnTo>
                  <a:pt x="265" y="317"/>
                </a:lnTo>
                <a:lnTo>
                  <a:pt x="264" y="318"/>
                </a:lnTo>
                <a:lnTo>
                  <a:pt x="263" y="320"/>
                </a:lnTo>
                <a:lnTo>
                  <a:pt x="262" y="322"/>
                </a:lnTo>
                <a:lnTo>
                  <a:pt x="259" y="325"/>
                </a:lnTo>
                <a:lnTo>
                  <a:pt x="252" y="333"/>
                </a:lnTo>
                <a:lnTo>
                  <a:pt x="245" y="339"/>
                </a:lnTo>
                <a:lnTo>
                  <a:pt x="241" y="343"/>
                </a:lnTo>
                <a:lnTo>
                  <a:pt x="236" y="345"/>
                </a:lnTo>
                <a:lnTo>
                  <a:pt x="232" y="345"/>
                </a:lnTo>
                <a:lnTo>
                  <a:pt x="230" y="347"/>
                </a:lnTo>
                <a:lnTo>
                  <a:pt x="228" y="349"/>
                </a:lnTo>
                <a:lnTo>
                  <a:pt x="226" y="350"/>
                </a:lnTo>
                <a:lnTo>
                  <a:pt x="224" y="353"/>
                </a:lnTo>
                <a:lnTo>
                  <a:pt x="222" y="357"/>
                </a:lnTo>
                <a:lnTo>
                  <a:pt x="219" y="361"/>
                </a:lnTo>
                <a:lnTo>
                  <a:pt x="216" y="366"/>
                </a:lnTo>
                <a:lnTo>
                  <a:pt x="213" y="370"/>
                </a:lnTo>
                <a:lnTo>
                  <a:pt x="210" y="374"/>
                </a:lnTo>
                <a:lnTo>
                  <a:pt x="207" y="378"/>
                </a:lnTo>
                <a:lnTo>
                  <a:pt x="203" y="379"/>
                </a:lnTo>
                <a:lnTo>
                  <a:pt x="200" y="381"/>
                </a:lnTo>
                <a:lnTo>
                  <a:pt x="196" y="381"/>
                </a:lnTo>
                <a:lnTo>
                  <a:pt x="192" y="382"/>
                </a:lnTo>
                <a:lnTo>
                  <a:pt x="192" y="385"/>
                </a:lnTo>
                <a:lnTo>
                  <a:pt x="191" y="387"/>
                </a:lnTo>
                <a:lnTo>
                  <a:pt x="187" y="387"/>
                </a:lnTo>
                <a:lnTo>
                  <a:pt x="183" y="387"/>
                </a:lnTo>
                <a:lnTo>
                  <a:pt x="181" y="389"/>
                </a:lnTo>
                <a:lnTo>
                  <a:pt x="180" y="390"/>
                </a:lnTo>
                <a:lnTo>
                  <a:pt x="179" y="392"/>
                </a:lnTo>
                <a:lnTo>
                  <a:pt x="177" y="394"/>
                </a:lnTo>
                <a:lnTo>
                  <a:pt x="176" y="396"/>
                </a:lnTo>
                <a:lnTo>
                  <a:pt x="174" y="398"/>
                </a:lnTo>
                <a:lnTo>
                  <a:pt x="172" y="400"/>
                </a:lnTo>
                <a:lnTo>
                  <a:pt x="171" y="401"/>
                </a:lnTo>
                <a:lnTo>
                  <a:pt x="169" y="402"/>
                </a:lnTo>
                <a:lnTo>
                  <a:pt x="168" y="403"/>
                </a:lnTo>
                <a:lnTo>
                  <a:pt x="166" y="403"/>
                </a:lnTo>
                <a:lnTo>
                  <a:pt x="164" y="404"/>
                </a:lnTo>
                <a:lnTo>
                  <a:pt x="163" y="404"/>
                </a:lnTo>
                <a:lnTo>
                  <a:pt x="161" y="404"/>
                </a:lnTo>
                <a:lnTo>
                  <a:pt x="159" y="405"/>
                </a:lnTo>
                <a:lnTo>
                  <a:pt x="157" y="405"/>
                </a:lnTo>
                <a:lnTo>
                  <a:pt x="152" y="411"/>
                </a:lnTo>
                <a:lnTo>
                  <a:pt x="144" y="417"/>
                </a:lnTo>
                <a:lnTo>
                  <a:pt x="137" y="422"/>
                </a:lnTo>
                <a:lnTo>
                  <a:pt x="129" y="429"/>
                </a:lnTo>
                <a:lnTo>
                  <a:pt x="126" y="431"/>
                </a:lnTo>
                <a:lnTo>
                  <a:pt x="122" y="434"/>
                </a:lnTo>
                <a:lnTo>
                  <a:pt x="117" y="437"/>
                </a:lnTo>
                <a:lnTo>
                  <a:pt x="113" y="439"/>
                </a:lnTo>
                <a:lnTo>
                  <a:pt x="109" y="441"/>
                </a:lnTo>
                <a:lnTo>
                  <a:pt x="105" y="441"/>
                </a:lnTo>
                <a:lnTo>
                  <a:pt x="101" y="442"/>
                </a:lnTo>
                <a:lnTo>
                  <a:pt x="97" y="443"/>
                </a:lnTo>
                <a:lnTo>
                  <a:pt x="96" y="445"/>
                </a:lnTo>
                <a:lnTo>
                  <a:pt x="96" y="447"/>
                </a:lnTo>
                <a:lnTo>
                  <a:pt x="95" y="449"/>
                </a:lnTo>
                <a:lnTo>
                  <a:pt x="94" y="450"/>
                </a:lnTo>
                <a:lnTo>
                  <a:pt x="92" y="451"/>
                </a:lnTo>
                <a:lnTo>
                  <a:pt x="91" y="452"/>
                </a:lnTo>
                <a:lnTo>
                  <a:pt x="89" y="453"/>
                </a:lnTo>
                <a:lnTo>
                  <a:pt x="88" y="453"/>
                </a:lnTo>
                <a:lnTo>
                  <a:pt x="84" y="454"/>
                </a:lnTo>
                <a:lnTo>
                  <a:pt x="81" y="455"/>
                </a:lnTo>
                <a:lnTo>
                  <a:pt x="79" y="456"/>
                </a:lnTo>
                <a:lnTo>
                  <a:pt x="77" y="457"/>
                </a:lnTo>
                <a:lnTo>
                  <a:pt x="76" y="457"/>
                </a:lnTo>
                <a:lnTo>
                  <a:pt x="74" y="459"/>
                </a:lnTo>
                <a:lnTo>
                  <a:pt x="70" y="463"/>
                </a:lnTo>
                <a:lnTo>
                  <a:pt x="66" y="467"/>
                </a:lnTo>
                <a:lnTo>
                  <a:pt x="61" y="472"/>
                </a:lnTo>
                <a:lnTo>
                  <a:pt x="57" y="476"/>
                </a:lnTo>
                <a:lnTo>
                  <a:pt x="56" y="477"/>
                </a:lnTo>
                <a:lnTo>
                  <a:pt x="54" y="477"/>
                </a:lnTo>
                <a:lnTo>
                  <a:pt x="52" y="477"/>
                </a:lnTo>
                <a:lnTo>
                  <a:pt x="51" y="478"/>
                </a:lnTo>
                <a:lnTo>
                  <a:pt x="49" y="478"/>
                </a:lnTo>
                <a:lnTo>
                  <a:pt x="48" y="479"/>
                </a:lnTo>
                <a:lnTo>
                  <a:pt x="46" y="480"/>
                </a:lnTo>
                <a:lnTo>
                  <a:pt x="45" y="481"/>
                </a:lnTo>
                <a:lnTo>
                  <a:pt x="40" y="487"/>
                </a:lnTo>
                <a:lnTo>
                  <a:pt x="33" y="494"/>
                </a:lnTo>
                <a:lnTo>
                  <a:pt x="30" y="497"/>
                </a:lnTo>
                <a:lnTo>
                  <a:pt x="28" y="501"/>
                </a:lnTo>
                <a:lnTo>
                  <a:pt x="24" y="503"/>
                </a:lnTo>
                <a:lnTo>
                  <a:pt x="21" y="505"/>
                </a:lnTo>
                <a:lnTo>
                  <a:pt x="16" y="505"/>
                </a:lnTo>
                <a:lnTo>
                  <a:pt x="12" y="505"/>
                </a:lnTo>
                <a:lnTo>
                  <a:pt x="9" y="505"/>
                </a:lnTo>
                <a:lnTo>
                  <a:pt x="5" y="505"/>
                </a:lnTo>
                <a:lnTo>
                  <a:pt x="3" y="502"/>
                </a:lnTo>
                <a:lnTo>
                  <a:pt x="0" y="500"/>
                </a:lnTo>
                <a:lnTo>
                  <a:pt x="0" y="498"/>
                </a:lnTo>
                <a:lnTo>
                  <a:pt x="0" y="496"/>
                </a:lnTo>
                <a:lnTo>
                  <a:pt x="8" y="490"/>
                </a:lnTo>
                <a:lnTo>
                  <a:pt x="15" y="483"/>
                </a:lnTo>
                <a:lnTo>
                  <a:pt x="21" y="477"/>
                </a:lnTo>
                <a:lnTo>
                  <a:pt x="28" y="470"/>
                </a:lnTo>
                <a:lnTo>
                  <a:pt x="31" y="469"/>
                </a:lnTo>
                <a:lnTo>
                  <a:pt x="35" y="466"/>
                </a:lnTo>
                <a:lnTo>
                  <a:pt x="38" y="465"/>
                </a:lnTo>
                <a:lnTo>
                  <a:pt x="41" y="463"/>
                </a:lnTo>
                <a:lnTo>
                  <a:pt x="44" y="461"/>
                </a:lnTo>
                <a:lnTo>
                  <a:pt x="48" y="459"/>
                </a:lnTo>
                <a:lnTo>
                  <a:pt x="51" y="457"/>
                </a:lnTo>
                <a:lnTo>
                  <a:pt x="53" y="454"/>
                </a:lnTo>
                <a:lnTo>
                  <a:pt x="57" y="449"/>
                </a:lnTo>
                <a:lnTo>
                  <a:pt x="60" y="445"/>
                </a:lnTo>
                <a:lnTo>
                  <a:pt x="64" y="444"/>
                </a:lnTo>
                <a:lnTo>
                  <a:pt x="70" y="443"/>
                </a:lnTo>
                <a:lnTo>
                  <a:pt x="73" y="440"/>
                </a:lnTo>
                <a:lnTo>
                  <a:pt x="77" y="436"/>
                </a:lnTo>
                <a:lnTo>
                  <a:pt x="81" y="433"/>
                </a:lnTo>
                <a:lnTo>
                  <a:pt x="85" y="429"/>
                </a:lnTo>
                <a:lnTo>
                  <a:pt x="89" y="429"/>
                </a:lnTo>
                <a:lnTo>
                  <a:pt x="93" y="429"/>
                </a:lnTo>
                <a:lnTo>
                  <a:pt x="94" y="428"/>
                </a:lnTo>
                <a:lnTo>
                  <a:pt x="96" y="426"/>
                </a:lnTo>
                <a:lnTo>
                  <a:pt x="96" y="425"/>
                </a:lnTo>
                <a:lnTo>
                  <a:pt x="98" y="423"/>
                </a:lnTo>
                <a:lnTo>
                  <a:pt x="100" y="420"/>
                </a:lnTo>
                <a:lnTo>
                  <a:pt x="104" y="417"/>
                </a:lnTo>
                <a:lnTo>
                  <a:pt x="107" y="417"/>
                </a:lnTo>
                <a:lnTo>
                  <a:pt x="111" y="415"/>
                </a:lnTo>
                <a:lnTo>
                  <a:pt x="112" y="413"/>
                </a:lnTo>
                <a:lnTo>
                  <a:pt x="115" y="412"/>
                </a:lnTo>
                <a:lnTo>
                  <a:pt x="116" y="410"/>
                </a:lnTo>
                <a:lnTo>
                  <a:pt x="117" y="408"/>
                </a:lnTo>
                <a:lnTo>
                  <a:pt x="119" y="406"/>
                </a:lnTo>
                <a:lnTo>
                  <a:pt x="120" y="404"/>
                </a:lnTo>
                <a:lnTo>
                  <a:pt x="122" y="403"/>
                </a:lnTo>
                <a:lnTo>
                  <a:pt x="124" y="401"/>
                </a:lnTo>
                <a:lnTo>
                  <a:pt x="128" y="399"/>
                </a:lnTo>
                <a:lnTo>
                  <a:pt x="132" y="396"/>
                </a:lnTo>
                <a:lnTo>
                  <a:pt x="136" y="393"/>
                </a:lnTo>
                <a:lnTo>
                  <a:pt x="140" y="389"/>
                </a:lnTo>
                <a:lnTo>
                  <a:pt x="141" y="387"/>
                </a:lnTo>
                <a:lnTo>
                  <a:pt x="142" y="385"/>
                </a:lnTo>
                <a:lnTo>
                  <a:pt x="143" y="383"/>
                </a:lnTo>
                <a:lnTo>
                  <a:pt x="144" y="382"/>
                </a:lnTo>
                <a:lnTo>
                  <a:pt x="144" y="381"/>
                </a:lnTo>
                <a:lnTo>
                  <a:pt x="145" y="381"/>
                </a:lnTo>
                <a:lnTo>
                  <a:pt x="152" y="377"/>
                </a:lnTo>
                <a:lnTo>
                  <a:pt x="158" y="372"/>
                </a:lnTo>
                <a:lnTo>
                  <a:pt x="164" y="368"/>
                </a:lnTo>
                <a:lnTo>
                  <a:pt x="171" y="363"/>
                </a:lnTo>
                <a:lnTo>
                  <a:pt x="178" y="357"/>
                </a:lnTo>
                <a:lnTo>
                  <a:pt x="184" y="352"/>
                </a:lnTo>
                <a:lnTo>
                  <a:pt x="191" y="346"/>
                </a:lnTo>
                <a:lnTo>
                  <a:pt x="197" y="340"/>
                </a:lnTo>
                <a:lnTo>
                  <a:pt x="204" y="333"/>
                </a:lnTo>
                <a:lnTo>
                  <a:pt x="209" y="326"/>
                </a:lnTo>
                <a:lnTo>
                  <a:pt x="214" y="319"/>
                </a:lnTo>
                <a:lnTo>
                  <a:pt x="218" y="312"/>
                </a:lnTo>
                <a:lnTo>
                  <a:pt x="220" y="308"/>
                </a:lnTo>
                <a:lnTo>
                  <a:pt x="222" y="304"/>
                </a:lnTo>
                <a:lnTo>
                  <a:pt x="224" y="300"/>
                </a:lnTo>
                <a:lnTo>
                  <a:pt x="225" y="296"/>
                </a:lnTo>
                <a:lnTo>
                  <a:pt x="227" y="293"/>
                </a:lnTo>
                <a:lnTo>
                  <a:pt x="228" y="289"/>
                </a:lnTo>
                <a:lnTo>
                  <a:pt x="228" y="284"/>
                </a:lnTo>
                <a:lnTo>
                  <a:pt x="229" y="280"/>
                </a:lnTo>
                <a:lnTo>
                  <a:pt x="228" y="280"/>
                </a:lnTo>
                <a:lnTo>
                  <a:pt x="228" y="278"/>
                </a:lnTo>
                <a:lnTo>
                  <a:pt x="224" y="279"/>
                </a:lnTo>
                <a:lnTo>
                  <a:pt x="220" y="279"/>
                </a:lnTo>
                <a:lnTo>
                  <a:pt x="218" y="280"/>
                </a:lnTo>
                <a:lnTo>
                  <a:pt x="216" y="281"/>
                </a:lnTo>
                <a:lnTo>
                  <a:pt x="211" y="283"/>
                </a:lnTo>
                <a:lnTo>
                  <a:pt x="207" y="285"/>
                </a:lnTo>
                <a:lnTo>
                  <a:pt x="202" y="286"/>
                </a:lnTo>
                <a:lnTo>
                  <a:pt x="198" y="288"/>
                </a:lnTo>
                <a:lnTo>
                  <a:pt x="193" y="289"/>
                </a:lnTo>
                <a:lnTo>
                  <a:pt x="189" y="289"/>
                </a:lnTo>
                <a:lnTo>
                  <a:pt x="185" y="289"/>
                </a:lnTo>
                <a:lnTo>
                  <a:pt x="181" y="289"/>
                </a:lnTo>
                <a:lnTo>
                  <a:pt x="177" y="289"/>
                </a:lnTo>
                <a:lnTo>
                  <a:pt x="173" y="289"/>
                </a:lnTo>
                <a:lnTo>
                  <a:pt x="169" y="287"/>
                </a:lnTo>
                <a:lnTo>
                  <a:pt x="166" y="286"/>
                </a:lnTo>
                <a:lnTo>
                  <a:pt x="162" y="285"/>
                </a:lnTo>
                <a:lnTo>
                  <a:pt x="159" y="283"/>
                </a:lnTo>
                <a:lnTo>
                  <a:pt x="156" y="281"/>
                </a:lnTo>
                <a:lnTo>
                  <a:pt x="152" y="280"/>
                </a:lnTo>
                <a:lnTo>
                  <a:pt x="149" y="277"/>
                </a:lnTo>
                <a:lnTo>
                  <a:pt x="146" y="276"/>
                </a:lnTo>
                <a:lnTo>
                  <a:pt x="141" y="273"/>
                </a:lnTo>
                <a:lnTo>
                  <a:pt x="136" y="270"/>
                </a:lnTo>
                <a:lnTo>
                  <a:pt x="136" y="269"/>
                </a:lnTo>
                <a:lnTo>
                  <a:pt x="135" y="269"/>
                </a:lnTo>
                <a:lnTo>
                  <a:pt x="134" y="268"/>
                </a:lnTo>
                <a:lnTo>
                  <a:pt x="133" y="266"/>
                </a:lnTo>
                <a:lnTo>
                  <a:pt x="133" y="265"/>
                </a:lnTo>
                <a:lnTo>
                  <a:pt x="132" y="264"/>
                </a:lnTo>
                <a:lnTo>
                  <a:pt x="132" y="261"/>
                </a:lnTo>
                <a:lnTo>
                  <a:pt x="132" y="259"/>
                </a:lnTo>
                <a:lnTo>
                  <a:pt x="132" y="258"/>
                </a:lnTo>
                <a:lnTo>
                  <a:pt x="131" y="257"/>
                </a:lnTo>
                <a:lnTo>
                  <a:pt x="131" y="255"/>
                </a:lnTo>
                <a:lnTo>
                  <a:pt x="131" y="254"/>
                </a:lnTo>
                <a:lnTo>
                  <a:pt x="131" y="253"/>
                </a:lnTo>
                <a:lnTo>
                  <a:pt x="132" y="252"/>
                </a:lnTo>
                <a:lnTo>
                  <a:pt x="132" y="250"/>
                </a:lnTo>
                <a:lnTo>
                  <a:pt x="132" y="249"/>
                </a:lnTo>
                <a:lnTo>
                  <a:pt x="135" y="246"/>
                </a:lnTo>
                <a:lnTo>
                  <a:pt x="138" y="244"/>
                </a:lnTo>
                <a:lnTo>
                  <a:pt x="141" y="241"/>
                </a:lnTo>
                <a:lnTo>
                  <a:pt x="144" y="239"/>
                </a:lnTo>
                <a:lnTo>
                  <a:pt x="152" y="234"/>
                </a:lnTo>
                <a:lnTo>
                  <a:pt x="160" y="230"/>
                </a:lnTo>
                <a:lnTo>
                  <a:pt x="167" y="227"/>
                </a:lnTo>
                <a:lnTo>
                  <a:pt x="172" y="225"/>
                </a:lnTo>
                <a:lnTo>
                  <a:pt x="177" y="224"/>
                </a:lnTo>
                <a:lnTo>
                  <a:pt x="183" y="222"/>
                </a:lnTo>
                <a:lnTo>
                  <a:pt x="188" y="221"/>
                </a:lnTo>
                <a:lnTo>
                  <a:pt x="195" y="220"/>
                </a:lnTo>
                <a:lnTo>
                  <a:pt x="198" y="219"/>
                </a:lnTo>
                <a:lnTo>
                  <a:pt x="200" y="217"/>
                </a:lnTo>
                <a:lnTo>
                  <a:pt x="203" y="216"/>
                </a:lnTo>
                <a:lnTo>
                  <a:pt x="205" y="213"/>
                </a:lnTo>
                <a:lnTo>
                  <a:pt x="207" y="212"/>
                </a:lnTo>
                <a:lnTo>
                  <a:pt x="209" y="209"/>
                </a:lnTo>
                <a:lnTo>
                  <a:pt x="212" y="208"/>
                </a:lnTo>
                <a:lnTo>
                  <a:pt x="215" y="206"/>
                </a:lnTo>
                <a:lnTo>
                  <a:pt x="218" y="205"/>
                </a:lnTo>
                <a:lnTo>
                  <a:pt x="222" y="204"/>
                </a:lnTo>
                <a:lnTo>
                  <a:pt x="226" y="202"/>
                </a:lnTo>
                <a:lnTo>
                  <a:pt x="230" y="201"/>
                </a:lnTo>
                <a:lnTo>
                  <a:pt x="235" y="200"/>
                </a:lnTo>
                <a:lnTo>
                  <a:pt x="239" y="198"/>
                </a:lnTo>
                <a:lnTo>
                  <a:pt x="242" y="197"/>
                </a:lnTo>
                <a:lnTo>
                  <a:pt x="246" y="195"/>
                </a:lnTo>
                <a:lnTo>
                  <a:pt x="248" y="193"/>
                </a:lnTo>
                <a:lnTo>
                  <a:pt x="249" y="191"/>
                </a:lnTo>
                <a:lnTo>
                  <a:pt x="250" y="189"/>
                </a:lnTo>
                <a:lnTo>
                  <a:pt x="252" y="187"/>
                </a:lnTo>
                <a:lnTo>
                  <a:pt x="253" y="184"/>
                </a:lnTo>
                <a:lnTo>
                  <a:pt x="254" y="182"/>
                </a:lnTo>
                <a:lnTo>
                  <a:pt x="256" y="180"/>
                </a:lnTo>
                <a:lnTo>
                  <a:pt x="257" y="179"/>
                </a:lnTo>
                <a:lnTo>
                  <a:pt x="261" y="176"/>
                </a:lnTo>
                <a:lnTo>
                  <a:pt x="266" y="175"/>
                </a:lnTo>
                <a:lnTo>
                  <a:pt x="269" y="173"/>
                </a:lnTo>
                <a:lnTo>
                  <a:pt x="270" y="172"/>
                </a:lnTo>
                <a:lnTo>
                  <a:pt x="273" y="171"/>
                </a:lnTo>
                <a:lnTo>
                  <a:pt x="273" y="169"/>
                </a:lnTo>
                <a:lnTo>
                  <a:pt x="273" y="160"/>
                </a:lnTo>
                <a:lnTo>
                  <a:pt x="273" y="152"/>
                </a:lnTo>
                <a:lnTo>
                  <a:pt x="273" y="144"/>
                </a:lnTo>
                <a:lnTo>
                  <a:pt x="273" y="136"/>
                </a:lnTo>
                <a:lnTo>
                  <a:pt x="274" y="133"/>
                </a:lnTo>
                <a:lnTo>
                  <a:pt x="275" y="127"/>
                </a:lnTo>
                <a:lnTo>
                  <a:pt x="276" y="118"/>
                </a:lnTo>
                <a:lnTo>
                  <a:pt x="277" y="108"/>
                </a:lnTo>
                <a:lnTo>
                  <a:pt x="278" y="98"/>
                </a:lnTo>
                <a:lnTo>
                  <a:pt x="279" y="90"/>
                </a:lnTo>
                <a:lnTo>
                  <a:pt x="279" y="83"/>
                </a:lnTo>
                <a:lnTo>
                  <a:pt x="279" y="79"/>
                </a:lnTo>
                <a:lnTo>
                  <a:pt x="278" y="76"/>
                </a:lnTo>
                <a:lnTo>
                  <a:pt x="278" y="70"/>
                </a:lnTo>
                <a:lnTo>
                  <a:pt x="277" y="60"/>
                </a:lnTo>
                <a:lnTo>
                  <a:pt x="276" y="50"/>
                </a:lnTo>
                <a:lnTo>
                  <a:pt x="275" y="40"/>
                </a:lnTo>
                <a:lnTo>
                  <a:pt x="274" y="31"/>
                </a:lnTo>
                <a:lnTo>
                  <a:pt x="274" y="24"/>
                </a:lnTo>
                <a:lnTo>
                  <a:pt x="273" y="22"/>
                </a:lnTo>
                <a:lnTo>
                  <a:pt x="276" y="17"/>
                </a:lnTo>
                <a:lnTo>
                  <a:pt x="277" y="12"/>
                </a:lnTo>
                <a:lnTo>
                  <a:pt x="280" y="7"/>
                </a:lnTo>
                <a:lnTo>
                  <a:pt x="281" y="1"/>
                </a:lnTo>
                <a:lnTo>
                  <a:pt x="285" y="2"/>
                </a:lnTo>
                <a:lnTo>
                  <a:pt x="286" y="1"/>
                </a:lnTo>
                <a:lnTo>
                  <a:pt x="287" y="1"/>
                </a:lnTo>
                <a:lnTo>
                  <a:pt x="289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33" name="íṩḷiḋe">
            <a:extLst>
              <a:ext uri="{FF2B5EF4-FFF2-40B4-BE49-F238E27FC236}">
                <a16:creationId xmlns:a16="http://schemas.microsoft.com/office/drawing/2014/main" id="{657D0803-D9E6-41B4-945A-4B252C67862C}"/>
              </a:ext>
            </a:extLst>
          </p:cNvPr>
          <p:cNvSpPr>
            <a:spLocks noGrp="1"/>
          </p:cNvSpPr>
          <p:nvPr/>
        </p:nvSpPr>
        <p:spPr>
          <a:xfrm>
            <a:off x="2669400" y="731520"/>
            <a:ext cx="68040" cy="63360"/>
          </a:xfrm>
          <a:custGeom>
            <a:avLst/>
            <a:gdLst>
              <a:gd name="textAreaLeft" fmla="*/ 0 w 68040"/>
              <a:gd name="textAreaRight" fmla="*/ 68400 w 68040"/>
              <a:gd name="textAreaTop" fmla="*/ 0 h 63360"/>
              <a:gd name="textAreaBottom" fmla="*/ 63720 h 63360"/>
              <a:gd name="GluePoint1X" fmla="*/ 5 w 157"/>
              <a:gd name="GluePoint1Y" fmla="*/ 0 h 146"/>
              <a:gd name="GluePoint2X" fmla="*/ 9 w 157"/>
              <a:gd name="GluePoint2Y" fmla="*/ 0 h 146"/>
              <a:gd name="GluePoint3X" fmla="*/ 11 w 157"/>
              <a:gd name="GluePoint3Y" fmla="*/ 2 h 146"/>
              <a:gd name="GluePoint4X" fmla="*/ 14 w 157"/>
              <a:gd name="GluePoint4Y" fmla="*/ 4 h 146"/>
              <a:gd name="GluePoint5X" fmla="*/ 17 w 157"/>
              <a:gd name="GluePoint5Y" fmla="*/ 7 h 146"/>
              <a:gd name="GluePoint6X" fmla="*/ 19 w 157"/>
              <a:gd name="GluePoint6Y" fmla="*/ 11 h 146"/>
              <a:gd name="GluePoint7X" fmla="*/ 27 w 157"/>
              <a:gd name="GluePoint7Y" fmla="*/ 19 h 146"/>
              <a:gd name="GluePoint8X" fmla="*/ 37 w 157"/>
              <a:gd name="GluePoint8Y" fmla="*/ 28 h 146"/>
              <a:gd name="GluePoint9X" fmla="*/ 45 w 157"/>
              <a:gd name="GluePoint9Y" fmla="*/ 38 h 146"/>
              <a:gd name="GluePoint10X" fmla="*/ 49 w 157"/>
              <a:gd name="GluePoint10Y" fmla="*/ 49 h 146"/>
              <a:gd name="GluePoint11X" fmla="*/ 54 w 157"/>
              <a:gd name="GluePoint11Y" fmla="*/ 56 h 146"/>
              <a:gd name="GluePoint12X" fmla="*/ 61 w 157"/>
              <a:gd name="GluePoint12Y" fmla="*/ 61 h 146"/>
              <a:gd name="GluePoint13X" fmla="*/ 64 w 157"/>
              <a:gd name="GluePoint13Y" fmla="*/ 66 h 146"/>
              <a:gd name="GluePoint14X" fmla="*/ 72 w 157"/>
              <a:gd name="GluePoint14Y" fmla="*/ 72 h 146"/>
              <a:gd name="GluePoint15X" fmla="*/ 85 w 157"/>
              <a:gd name="GluePoint15Y" fmla="*/ 81 h 146"/>
              <a:gd name="GluePoint16X" fmla="*/ 99 w 157"/>
              <a:gd name="GluePoint16Y" fmla="*/ 90 h 146"/>
              <a:gd name="GluePoint17X" fmla="*/ 113 w 157"/>
              <a:gd name="GluePoint17Y" fmla="*/ 98 h 146"/>
              <a:gd name="GluePoint18X" fmla="*/ 121 w 157"/>
              <a:gd name="GluePoint18Y" fmla="*/ 104 h 146"/>
              <a:gd name="GluePoint19X" fmla="*/ 124 w 157"/>
              <a:gd name="GluePoint19Y" fmla="*/ 104 h 146"/>
              <a:gd name="GluePoint20X" fmla="*/ 127 w 157"/>
              <a:gd name="GluePoint20Y" fmla="*/ 104 h 146"/>
              <a:gd name="GluePoint21X" fmla="*/ 131 w 157"/>
              <a:gd name="GluePoint21Y" fmla="*/ 104 h 146"/>
              <a:gd name="GluePoint22X" fmla="*/ 138 w 157"/>
              <a:gd name="GluePoint22Y" fmla="*/ 108 h 146"/>
              <a:gd name="GluePoint23X" fmla="*/ 148 w 157"/>
              <a:gd name="GluePoint23Y" fmla="*/ 114 h 146"/>
              <a:gd name="GluePoint24X" fmla="*/ 154 w 157"/>
              <a:gd name="GluePoint24Y" fmla="*/ 119 h 146"/>
              <a:gd name="GluePoint25X" fmla="*/ 157 w 157"/>
              <a:gd name="GluePoint25Y" fmla="*/ 125 h 146"/>
              <a:gd name="GluePoint26X" fmla="*/ 156 w 157"/>
              <a:gd name="GluePoint26Y" fmla="*/ 130 h 146"/>
              <a:gd name="GluePoint27X" fmla="*/ 155 w 157"/>
              <a:gd name="GluePoint27Y" fmla="*/ 135 h 146"/>
              <a:gd name="GluePoint28X" fmla="*/ 153 w 157"/>
              <a:gd name="GluePoint28Y" fmla="*/ 139 h 146"/>
              <a:gd name="GluePoint29X" fmla="*/ 149 w 157"/>
              <a:gd name="GluePoint29Y" fmla="*/ 141 h 146"/>
              <a:gd name="GluePoint30X" fmla="*/ 145 w 157"/>
              <a:gd name="GluePoint30Y" fmla="*/ 142 h 146"/>
              <a:gd name="GluePoint31X" fmla="*/ 136 w 157"/>
              <a:gd name="GluePoint31Y" fmla="*/ 142 h 146"/>
              <a:gd name="GluePoint32X" fmla="*/ 122 w 157"/>
              <a:gd name="GluePoint32Y" fmla="*/ 139 h 146"/>
              <a:gd name="GluePoint33X" fmla="*/ 112 w 157"/>
              <a:gd name="GluePoint33Y" fmla="*/ 137 h 146"/>
              <a:gd name="GluePoint34X" fmla="*/ 107 w 157"/>
              <a:gd name="GluePoint34Y" fmla="*/ 137 h 146"/>
              <a:gd name="GluePoint35X" fmla="*/ 104 w 157"/>
              <a:gd name="GluePoint35Y" fmla="*/ 138 h 146"/>
              <a:gd name="GluePoint36X" fmla="*/ 100 w 157"/>
              <a:gd name="GluePoint36Y" fmla="*/ 141 h 146"/>
              <a:gd name="GluePoint37X" fmla="*/ 94 w 157"/>
              <a:gd name="GluePoint37Y" fmla="*/ 144 h 146"/>
              <a:gd name="GluePoint38X" fmla="*/ 85 w 157"/>
              <a:gd name="GluePoint38Y" fmla="*/ 146 h 146"/>
              <a:gd name="GluePoint39X" fmla="*/ 76 w 157"/>
              <a:gd name="GluePoint39Y" fmla="*/ 146 h 146"/>
              <a:gd name="GluePoint40X" fmla="*/ 67 w 157"/>
              <a:gd name="GluePoint40Y" fmla="*/ 145 h 146"/>
              <a:gd name="GluePoint41X" fmla="*/ 61 w 157"/>
              <a:gd name="GluePoint41Y" fmla="*/ 140 h 146"/>
              <a:gd name="GluePoint42X" fmla="*/ 57 w 157"/>
              <a:gd name="GluePoint42Y" fmla="*/ 134 h 146"/>
              <a:gd name="GluePoint43X" fmla="*/ 51 w 157"/>
              <a:gd name="GluePoint43Y" fmla="*/ 128 h 146"/>
              <a:gd name="GluePoint44X" fmla="*/ 46 w 157"/>
              <a:gd name="GluePoint44Y" fmla="*/ 122 h 146"/>
              <a:gd name="GluePoint45X" fmla="*/ 41 w 157"/>
              <a:gd name="GluePoint45Y" fmla="*/ 115 h 146"/>
              <a:gd name="GluePoint46X" fmla="*/ 38 w 157"/>
              <a:gd name="GluePoint46Y" fmla="*/ 107 h 146"/>
              <a:gd name="GluePoint47X" fmla="*/ 33 w 157"/>
              <a:gd name="GluePoint47Y" fmla="*/ 93 h 146"/>
              <a:gd name="GluePoint48X" fmla="*/ 29 w 157"/>
              <a:gd name="GluePoint48Y" fmla="*/ 79 h 146"/>
              <a:gd name="GluePoint49X" fmla="*/ 25 w 157"/>
              <a:gd name="GluePoint49Y" fmla="*/ 70 h 146"/>
              <a:gd name="GluePoint50X" fmla="*/ 16 w 157"/>
              <a:gd name="GluePoint50Y" fmla="*/ 54 h 146"/>
              <a:gd name="GluePoint51X" fmla="*/ 7 w 157"/>
              <a:gd name="GluePoint51Y" fmla="*/ 38 h 146"/>
              <a:gd name="GluePoint52X" fmla="*/ 3 w 157"/>
              <a:gd name="GluePoint52Y" fmla="*/ 27 h 146"/>
              <a:gd name="GluePoint53X" fmla="*/ 0 w 157"/>
              <a:gd name="GluePoint53Y" fmla="*/ 17 h 146"/>
              <a:gd name="GluePoint54X" fmla="*/ 0 w 157"/>
              <a:gd name="GluePoint54Y" fmla="*/ 8 h 146"/>
              <a:gd name="GluePoint55X" fmla="*/ 0 w 157"/>
              <a:gd name="GluePoint55Y" fmla="*/ 3 h 146"/>
            </a:gdLst>
            <a:ahLst/>
            <a:cxnLst/>
            <a:rect l="textAreaLeft" t="textAreaTop" r="textAreaRight" b="textAreaBottom"/>
            <a:pathLst>
              <a:path w="157" h="146">
                <a:moveTo>
                  <a:pt x="1" y="0"/>
                </a:moveTo>
                <a:lnTo>
                  <a:pt x="5" y="0"/>
                </a:lnTo>
                <a:lnTo>
                  <a:pt x="8" y="0"/>
                </a:lnTo>
                <a:lnTo>
                  <a:pt x="9" y="0"/>
                </a:lnTo>
                <a:lnTo>
                  <a:pt x="10" y="1"/>
                </a:lnTo>
                <a:lnTo>
                  <a:pt x="11" y="2"/>
                </a:lnTo>
                <a:lnTo>
                  <a:pt x="13" y="3"/>
                </a:lnTo>
                <a:lnTo>
                  <a:pt x="14" y="4"/>
                </a:lnTo>
                <a:lnTo>
                  <a:pt x="15" y="6"/>
                </a:lnTo>
                <a:lnTo>
                  <a:pt x="17" y="7"/>
                </a:lnTo>
                <a:lnTo>
                  <a:pt x="17" y="8"/>
                </a:lnTo>
                <a:lnTo>
                  <a:pt x="19" y="11"/>
                </a:lnTo>
                <a:lnTo>
                  <a:pt x="21" y="14"/>
                </a:lnTo>
                <a:lnTo>
                  <a:pt x="27" y="19"/>
                </a:lnTo>
                <a:lnTo>
                  <a:pt x="33" y="24"/>
                </a:lnTo>
                <a:lnTo>
                  <a:pt x="37" y="28"/>
                </a:lnTo>
                <a:lnTo>
                  <a:pt x="42" y="33"/>
                </a:lnTo>
                <a:lnTo>
                  <a:pt x="45" y="38"/>
                </a:lnTo>
                <a:lnTo>
                  <a:pt x="47" y="43"/>
                </a:lnTo>
                <a:lnTo>
                  <a:pt x="49" y="49"/>
                </a:lnTo>
                <a:lnTo>
                  <a:pt x="51" y="54"/>
                </a:lnTo>
                <a:lnTo>
                  <a:pt x="54" y="56"/>
                </a:lnTo>
                <a:lnTo>
                  <a:pt x="57" y="58"/>
                </a:lnTo>
                <a:lnTo>
                  <a:pt x="61" y="61"/>
                </a:lnTo>
                <a:lnTo>
                  <a:pt x="63" y="63"/>
                </a:lnTo>
                <a:lnTo>
                  <a:pt x="64" y="66"/>
                </a:lnTo>
                <a:lnTo>
                  <a:pt x="65" y="68"/>
                </a:lnTo>
                <a:lnTo>
                  <a:pt x="72" y="72"/>
                </a:lnTo>
                <a:lnTo>
                  <a:pt x="78" y="77"/>
                </a:lnTo>
                <a:lnTo>
                  <a:pt x="85" y="81"/>
                </a:lnTo>
                <a:lnTo>
                  <a:pt x="92" y="85"/>
                </a:lnTo>
                <a:lnTo>
                  <a:pt x="99" y="90"/>
                </a:lnTo>
                <a:lnTo>
                  <a:pt x="106" y="94"/>
                </a:lnTo>
                <a:lnTo>
                  <a:pt x="113" y="98"/>
                </a:lnTo>
                <a:lnTo>
                  <a:pt x="119" y="102"/>
                </a:lnTo>
                <a:lnTo>
                  <a:pt x="121" y="104"/>
                </a:lnTo>
                <a:lnTo>
                  <a:pt x="122" y="104"/>
                </a:lnTo>
                <a:lnTo>
                  <a:pt x="124" y="104"/>
                </a:lnTo>
                <a:lnTo>
                  <a:pt x="125" y="104"/>
                </a:lnTo>
                <a:lnTo>
                  <a:pt x="127" y="104"/>
                </a:lnTo>
                <a:lnTo>
                  <a:pt x="129" y="104"/>
                </a:lnTo>
                <a:lnTo>
                  <a:pt x="131" y="104"/>
                </a:lnTo>
                <a:lnTo>
                  <a:pt x="133" y="105"/>
                </a:lnTo>
                <a:lnTo>
                  <a:pt x="138" y="108"/>
                </a:lnTo>
                <a:lnTo>
                  <a:pt x="145" y="113"/>
                </a:lnTo>
                <a:lnTo>
                  <a:pt x="148" y="114"/>
                </a:lnTo>
                <a:lnTo>
                  <a:pt x="151" y="117"/>
                </a:lnTo>
                <a:lnTo>
                  <a:pt x="154" y="119"/>
                </a:lnTo>
                <a:lnTo>
                  <a:pt x="156" y="122"/>
                </a:lnTo>
                <a:lnTo>
                  <a:pt x="157" y="125"/>
                </a:lnTo>
                <a:lnTo>
                  <a:pt x="157" y="128"/>
                </a:lnTo>
                <a:lnTo>
                  <a:pt x="156" y="130"/>
                </a:lnTo>
                <a:lnTo>
                  <a:pt x="156" y="133"/>
                </a:lnTo>
                <a:lnTo>
                  <a:pt x="155" y="135"/>
                </a:lnTo>
                <a:lnTo>
                  <a:pt x="154" y="137"/>
                </a:lnTo>
                <a:lnTo>
                  <a:pt x="153" y="139"/>
                </a:lnTo>
                <a:lnTo>
                  <a:pt x="151" y="140"/>
                </a:lnTo>
                <a:lnTo>
                  <a:pt x="149" y="141"/>
                </a:lnTo>
                <a:lnTo>
                  <a:pt x="147" y="142"/>
                </a:lnTo>
                <a:lnTo>
                  <a:pt x="145" y="142"/>
                </a:lnTo>
                <a:lnTo>
                  <a:pt x="142" y="142"/>
                </a:lnTo>
                <a:lnTo>
                  <a:pt x="136" y="142"/>
                </a:lnTo>
                <a:lnTo>
                  <a:pt x="129" y="141"/>
                </a:lnTo>
                <a:lnTo>
                  <a:pt x="122" y="139"/>
                </a:lnTo>
                <a:lnTo>
                  <a:pt x="117" y="138"/>
                </a:lnTo>
                <a:lnTo>
                  <a:pt x="112" y="137"/>
                </a:lnTo>
                <a:lnTo>
                  <a:pt x="109" y="136"/>
                </a:lnTo>
                <a:lnTo>
                  <a:pt x="107" y="137"/>
                </a:lnTo>
                <a:lnTo>
                  <a:pt x="105" y="137"/>
                </a:lnTo>
                <a:lnTo>
                  <a:pt x="104" y="138"/>
                </a:lnTo>
                <a:lnTo>
                  <a:pt x="103" y="139"/>
                </a:lnTo>
                <a:lnTo>
                  <a:pt x="100" y="141"/>
                </a:lnTo>
                <a:lnTo>
                  <a:pt x="98" y="142"/>
                </a:lnTo>
                <a:lnTo>
                  <a:pt x="94" y="144"/>
                </a:lnTo>
                <a:lnTo>
                  <a:pt x="90" y="145"/>
                </a:lnTo>
                <a:lnTo>
                  <a:pt x="85" y="146"/>
                </a:lnTo>
                <a:lnTo>
                  <a:pt x="81" y="146"/>
                </a:lnTo>
                <a:lnTo>
                  <a:pt x="76" y="146"/>
                </a:lnTo>
                <a:lnTo>
                  <a:pt x="72" y="146"/>
                </a:lnTo>
                <a:lnTo>
                  <a:pt x="67" y="145"/>
                </a:lnTo>
                <a:lnTo>
                  <a:pt x="63" y="144"/>
                </a:lnTo>
                <a:lnTo>
                  <a:pt x="61" y="140"/>
                </a:lnTo>
                <a:lnTo>
                  <a:pt x="59" y="136"/>
                </a:lnTo>
                <a:lnTo>
                  <a:pt x="57" y="134"/>
                </a:lnTo>
                <a:lnTo>
                  <a:pt x="54" y="130"/>
                </a:lnTo>
                <a:lnTo>
                  <a:pt x="51" y="128"/>
                </a:lnTo>
                <a:lnTo>
                  <a:pt x="49" y="125"/>
                </a:lnTo>
                <a:lnTo>
                  <a:pt x="46" y="122"/>
                </a:lnTo>
                <a:lnTo>
                  <a:pt x="44" y="118"/>
                </a:lnTo>
                <a:lnTo>
                  <a:pt x="41" y="115"/>
                </a:lnTo>
                <a:lnTo>
                  <a:pt x="40" y="111"/>
                </a:lnTo>
                <a:lnTo>
                  <a:pt x="38" y="107"/>
                </a:lnTo>
                <a:lnTo>
                  <a:pt x="37" y="102"/>
                </a:lnTo>
                <a:lnTo>
                  <a:pt x="33" y="93"/>
                </a:lnTo>
                <a:lnTo>
                  <a:pt x="31" y="84"/>
                </a:lnTo>
                <a:lnTo>
                  <a:pt x="29" y="79"/>
                </a:lnTo>
                <a:lnTo>
                  <a:pt x="27" y="74"/>
                </a:lnTo>
                <a:lnTo>
                  <a:pt x="25" y="70"/>
                </a:lnTo>
                <a:lnTo>
                  <a:pt x="21" y="65"/>
                </a:lnTo>
                <a:lnTo>
                  <a:pt x="16" y="54"/>
                </a:lnTo>
                <a:lnTo>
                  <a:pt x="9" y="44"/>
                </a:lnTo>
                <a:lnTo>
                  <a:pt x="7" y="38"/>
                </a:lnTo>
                <a:lnTo>
                  <a:pt x="5" y="33"/>
                </a:lnTo>
                <a:lnTo>
                  <a:pt x="3" y="27"/>
                </a:lnTo>
                <a:lnTo>
                  <a:pt x="1" y="22"/>
                </a:lnTo>
                <a:lnTo>
                  <a:pt x="0" y="17"/>
                </a:lnTo>
                <a:lnTo>
                  <a:pt x="0" y="11"/>
                </a:lnTo>
                <a:lnTo>
                  <a:pt x="0" y="8"/>
                </a:lnTo>
                <a:lnTo>
                  <a:pt x="0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720" rIns="90000" bIns="18720" anchor="ctr">
            <a:noAutofit/>
          </a:bodyPr>
          <a:lstStyle/>
          <a:p>
            <a:endParaRPr/>
          </a:p>
        </p:txBody>
      </p:sp>
      <p:sp>
        <p:nvSpPr>
          <p:cNvPr id="134" name="iš1iḑé">
            <a:extLst>
              <a:ext uri="{FF2B5EF4-FFF2-40B4-BE49-F238E27FC236}">
                <a16:creationId xmlns:a16="http://schemas.microsoft.com/office/drawing/2014/main" id="{F4464988-5062-47CD-BCCB-ACE342D58A7C}"/>
              </a:ext>
            </a:extLst>
          </p:cNvPr>
          <p:cNvSpPr>
            <a:spLocks noGrp="1"/>
          </p:cNvSpPr>
          <p:nvPr/>
        </p:nvSpPr>
        <p:spPr>
          <a:xfrm>
            <a:off x="1693800" y="568800"/>
            <a:ext cx="206280" cy="261720"/>
          </a:xfrm>
          <a:custGeom>
            <a:avLst/>
            <a:gdLst>
              <a:gd name="textAreaLeft" fmla="*/ 0 w 206280"/>
              <a:gd name="textAreaRight" fmla="*/ 206640 w 206280"/>
              <a:gd name="textAreaTop" fmla="*/ 0 h 261720"/>
              <a:gd name="textAreaBottom" fmla="*/ 262080 h 261720"/>
              <a:gd name="GluePoint1X" fmla="*/ 18 w 473"/>
              <a:gd name="GluePoint1Y" fmla="*/ 229 h 600"/>
              <a:gd name="GluePoint2X" fmla="*/ 1 w 473"/>
              <a:gd name="GluePoint2Y" fmla="*/ 209 h 600"/>
              <a:gd name="GluePoint3X" fmla="*/ 18 w 473"/>
              <a:gd name="GluePoint3Y" fmla="*/ 192 h 600"/>
              <a:gd name="GluePoint4X" fmla="*/ 62 w 473"/>
              <a:gd name="GluePoint4Y" fmla="*/ 187 h 600"/>
              <a:gd name="GluePoint5X" fmla="*/ 120 w 473"/>
              <a:gd name="GluePoint5Y" fmla="*/ 166 h 600"/>
              <a:gd name="GluePoint6X" fmla="*/ 197 w 473"/>
              <a:gd name="GluePoint6Y" fmla="*/ 132 h 600"/>
              <a:gd name="GluePoint7X" fmla="*/ 233 w 473"/>
              <a:gd name="GluePoint7Y" fmla="*/ 90 h 600"/>
              <a:gd name="GluePoint8X" fmla="*/ 246 w 473"/>
              <a:gd name="GluePoint8Y" fmla="*/ 42 h 600"/>
              <a:gd name="GluePoint9X" fmla="*/ 256 w 473"/>
              <a:gd name="GluePoint9Y" fmla="*/ 2 h 600"/>
              <a:gd name="GluePoint10X" fmla="*/ 289 w 473"/>
              <a:gd name="GluePoint10Y" fmla="*/ 38 h 600"/>
              <a:gd name="GluePoint11X" fmla="*/ 345 w 473"/>
              <a:gd name="GluePoint11Y" fmla="*/ 62 h 600"/>
              <a:gd name="GluePoint12X" fmla="*/ 350 w 473"/>
              <a:gd name="GluePoint12Y" fmla="*/ 83 h 600"/>
              <a:gd name="GluePoint13X" fmla="*/ 329 w 473"/>
              <a:gd name="GluePoint13Y" fmla="*/ 118 h 600"/>
              <a:gd name="GluePoint14X" fmla="*/ 276 w 473"/>
              <a:gd name="GluePoint14Y" fmla="*/ 146 h 600"/>
              <a:gd name="GluePoint15X" fmla="*/ 247 w 473"/>
              <a:gd name="GluePoint15Y" fmla="*/ 197 h 600"/>
              <a:gd name="GluePoint16X" fmla="*/ 195 w 473"/>
              <a:gd name="GluePoint16Y" fmla="*/ 260 h 600"/>
              <a:gd name="GluePoint17X" fmla="*/ 200 w 473"/>
              <a:gd name="GluePoint17Y" fmla="*/ 285 h 600"/>
              <a:gd name="GluePoint18X" fmla="*/ 242 w 473"/>
              <a:gd name="GluePoint18Y" fmla="*/ 261 h 600"/>
              <a:gd name="GluePoint19X" fmla="*/ 300 w 473"/>
              <a:gd name="GluePoint19Y" fmla="*/ 228 h 600"/>
              <a:gd name="GluePoint20X" fmla="*/ 388 w 473"/>
              <a:gd name="GluePoint20Y" fmla="*/ 162 h 600"/>
              <a:gd name="GluePoint21X" fmla="*/ 432 w 473"/>
              <a:gd name="GluePoint21Y" fmla="*/ 141 h 600"/>
              <a:gd name="GluePoint22X" fmla="*/ 473 w 473"/>
              <a:gd name="GluePoint22Y" fmla="*/ 158 h 600"/>
              <a:gd name="GluePoint23X" fmla="*/ 455 w 473"/>
              <a:gd name="GluePoint23Y" fmla="*/ 210 h 600"/>
              <a:gd name="GluePoint24X" fmla="*/ 440 w 473"/>
              <a:gd name="GluePoint24Y" fmla="*/ 283 h 600"/>
              <a:gd name="GluePoint25X" fmla="*/ 416 w 473"/>
              <a:gd name="GluePoint25Y" fmla="*/ 447 h 600"/>
              <a:gd name="GluePoint26X" fmla="*/ 408 w 473"/>
              <a:gd name="GluePoint26Y" fmla="*/ 524 h 600"/>
              <a:gd name="GluePoint27X" fmla="*/ 404 w 473"/>
              <a:gd name="GluePoint27Y" fmla="*/ 581 h 600"/>
              <a:gd name="GluePoint28X" fmla="*/ 382 w 473"/>
              <a:gd name="GluePoint28Y" fmla="*/ 600 h 600"/>
              <a:gd name="GluePoint29X" fmla="*/ 336 w 473"/>
              <a:gd name="GluePoint29Y" fmla="*/ 558 h 600"/>
              <a:gd name="GluePoint30X" fmla="*/ 307 w 473"/>
              <a:gd name="GluePoint30Y" fmla="*/ 535 h 600"/>
              <a:gd name="GluePoint31X" fmla="*/ 292 w 473"/>
              <a:gd name="GluePoint31Y" fmla="*/ 515 h 600"/>
              <a:gd name="GluePoint32X" fmla="*/ 302 w 473"/>
              <a:gd name="GluePoint32Y" fmla="*/ 501 h 600"/>
              <a:gd name="GluePoint33X" fmla="*/ 341 w 473"/>
              <a:gd name="GluePoint33Y" fmla="*/ 527 h 600"/>
              <a:gd name="GluePoint34X" fmla="*/ 371 w 473"/>
              <a:gd name="GluePoint34Y" fmla="*/ 515 h 600"/>
              <a:gd name="GluePoint35X" fmla="*/ 385 w 473"/>
              <a:gd name="GluePoint35Y" fmla="*/ 405 h 600"/>
              <a:gd name="GluePoint36X" fmla="*/ 389 w 473"/>
              <a:gd name="GluePoint36Y" fmla="*/ 351 h 600"/>
              <a:gd name="GluePoint37X" fmla="*/ 402 w 473"/>
              <a:gd name="GluePoint37Y" fmla="*/ 308 h 600"/>
              <a:gd name="GluePoint38X" fmla="*/ 415 w 473"/>
              <a:gd name="GluePoint38Y" fmla="*/ 246 h 600"/>
              <a:gd name="GluePoint39X" fmla="*/ 429 w 473"/>
              <a:gd name="GluePoint39Y" fmla="*/ 198 h 600"/>
              <a:gd name="GluePoint40X" fmla="*/ 430 w 473"/>
              <a:gd name="GluePoint40Y" fmla="*/ 166 h 600"/>
              <a:gd name="GluePoint41X" fmla="*/ 394 w 473"/>
              <a:gd name="GluePoint41Y" fmla="*/ 178 h 600"/>
              <a:gd name="GluePoint42X" fmla="*/ 356 w 473"/>
              <a:gd name="GluePoint42Y" fmla="*/ 220 h 600"/>
              <a:gd name="GluePoint43X" fmla="*/ 364 w 473"/>
              <a:gd name="GluePoint43Y" fmla="*/ 252 h 600"/>
              <a:gd name="GluePoint44X" fmla="*/ 334 w 473"/>
              <a:gd name="GluePoint44Y" fmla="*/ 279 h 600"/>
              <a:gd name="GluePoint45X" fmla="*/ 289 w 473"/>
              <a:gd name="GluePoint45Y" fmla="*/ 287 h 600"/>
              <a:gd name="GluePoint46X" fmla="*/ 256 w 473"/>
              <a:gd name="GluePoint46Y" fmla="*/ 303 h 600"/>
              <a:gd name="GluePoint47X" fmla="*/ 192 w 473"/>
              <a:gd name="GluePoint47Y" fmla="*/ 323 h 600"/>
              <a:gd name="GluePoint48X" fmla="*/ 157 w 473"/>
              <a:gd name="GluePoint48Y" fmla="*/ 348 h 600"/>
              <a:gd name="GluePoint49X" fmla="*/ 132 w 473"/>
              <a:gd name="GluePoint49Y" fmla="*/ 357 h 600"/>
              <a:gd name="GluePoint50X" fmla="*/ 107 w 473"/>
              <a:gd name="GluePoint50Y" fmla="*/ 354 h 600"/>
              <a:gd name="GluePoint51X" fmla="*/ 101 w 473"/>
              <a:gd name="GluePoint51Y" fmla="*/ 336 h 600"/>
              <a:gd name="GluePoint52X" fmla="*/ 148 w 473"/>
              <a:gd name="GluePoint52Y" fmla="*/ 318 h 600"/>
              <a:gd name="GluePoint53X" fmla="*/ 167 w 473"/>
              <a:gd name="GluePoint53Y" fmla="*/ 304 h 600"/>
              <a:gd name="GluePoint54X" fmla="*/ 168 w 473"/>
              <a:gd name="GluePoint54Y" fmla="*/ 263 h 600"/>
              <a:gd name="GluePoint55X" fmla="*/ 184 w 473"/>
              <a:gd name="GluePoint55Y" fmla="*/ 203 h 600"/>
              <a:gd name="GluePoint56X" fmla="*/ 159 w 473"/>
              <a:gd name="GluePoint56Y" fmla="*/ 206 h 600"/>
              <a:gd name="GluePoint57X" fmla="*/ 133 w 473"/>
              <a:gd name="GluePoint57Y" fmla="*/ 217 h 600"/>
              <a:gd name="GluePoint58X" fmla="*/ 83 w 473"/>
              <a:gd name="GluePoint58Y" fmla="*/ 248 h 600"/>
              <a:gd name="GluePoint59X" fmla="*/ 74 w 473"/>
              <a:gd name="GluePoint59Y" fmla="*/ 254 h 600"/>
              <a:gd name="GluePoint60X" fmla="*/ 46 w 473"/>
              <a:gd name="GluePoint60Y" fmla="*/ 255 h 600"/>
            </a:gdLst>
            <a:ahLst/>
            <a:cxnLst/>
            <a:rect l="textAreaLeft" t="textAreaTop" r="textAreaRight" b="textAreaBottom"/>
            <a:pathLst>
              <a:path w="473" h="600">
                <a:moveTo>
                  <a:pt x="40" y="250"/>
                </a:moveTo>
                <a:lnTo>
                  <a:pt x="39" y="249"/>
                </a:lnTo>
                <a:lnTo>
                  <a:pt x="35" y="244"/>
                </a:lnTo>
                <a:lnTo>
                  <a:pt x="32" y="241"/>
                </a:lnTo>
                <a:lnTo>
                  <a:pt x="28" y="238"/>
                </a:lnTo>
                <a:lnTo>
                  <a:pt x="26" y="235"/>
                </a:lnTo>
                <a:lnTo>
                  <a:pt x="24" y="234"/>
                </a:lnTo>
                <a:lnTo>
                  <a:pt x="21" y="233"/>
                </a:lnTo>
                <a:lnTo>
                  <a:pt x="20" y="232"/>
                </a:lnTo>
                <a:lnTo>
                  <a:pt x="19" y="230"/>
                </a:lnTo>
                <a:lnTo>
                  <a:pt x="18" y="229"/>
                </a:lnTo>
                <a:lnTo>
                  <a:pt x="16" y="226"/>
                </a:lnTo>
                <a:lnTo>
                  <a:pt x="15" y="222"/>
                </a:lnTo>
                <a:lnTo>
                  <a:pt x="12" y="220"/>
                </a:lnTo>
                <a:lnTo>
                  <a:pt x="10" y="218"/>
                </a:lnTo>
                <a:lnTo>
                  <a:pt x="8" y="216"/>
                </a:lnTo>
                <a:lnTo>
                  <a:pt x="5" y="215"/>
                </a:lnTo>
                <a:lnTo>
                  <a:pt x="4" y="214"/>
                </a:lnTo>
                <a:lnTo>
                  <a:pt x="4" y="213"/>
                </a:lnTo>
                <a:lnTo>
                  <a:pt x="3" y="211"/>
                </a:lnTo>
                <a:lnTo>
                  <a:pt x="2" y="210"/>
                </a:lnTo>
                <a:lnTo>
                  <a:pt x="1" y="209"/>
                </a:lnTo>
                <a:lnTo>
                  <a:pt x="1" y="206"/>
                </a:lnTo>
                <a:lnTo>
                  <a:pt x="0" y="204"/>
                </a:lnTo>
                <a:lnTo>
                  <a:pt x="0" y="202"/>
                </a:lnTo>
                <a:lnTo>
                  <a:pt x="4" y="199"/>
                </a:lnTo>
                <a:lnTo>
                  <a:pt x="6" y="197"/>
                </a:lnTo>
                <a:lnTo>
                  <a:pt x="7" y="196"/>
                </a:lnTo>
                <a:lnTo>
                  <a:pt x="8" y="194"/>
                </a:lnTo>
                <a:lnTo>
                  <a:pt x="10" y="194"/>
                </a:lnTo>
                <a:lnTo>
                  <a:pt x="12" y="193"/>
                </a:lnTo>
                <a:lnTo>
                  <a:pt x="15" y="193"/>
                </a:lnTo>
                <a:lnTo>
                  <a:pt x="18" y="192"/>
                </a:lnTo>
                <a:lnTo>
                  <a:pt x="21" y="191"/>
                </a:lnTo>
                <a:lnTo>
                  <a:pt x="24" y="191"/>
                </a:lnTo>
                <a:lnTo>
                  <a:pt x="30" y="191"/>
                </a:lnTo>
                <a:lnTo>
                  <a:pt x="36" y="191"/>
                </a:lnTo>
                <a:lnTo>
                  <a:pt x="42" y="191"/>
                </a:lnTo>
                <a:lnTo>
                  <a:pt x="48" y="191"/>
                </a:lnTo>
                <a:lnTo>
                  <a:pt x="50" y="190"/>
                </a:lnTo>
                <a:lnTo>
                  <a:pt x="53" y="190"/>
                </a:lnTo>
                <a:lnTo>
                  <a:pt x="56" y="189"/>
                </a:lnTo>
                <a:lnTo>
                  <a:pt x="58" y="187"/>
                </a:lnTo>
                <a:lnTo>
                  <a:pt x="62" y="187"/>
                </a:lnTo>
                <a:lnTo>
                  <a:pt x="65" y="187"/>
                </a:lnTo>
                <a:lnTo>
                  <a:pt x="71" y="185"/>
                </a:lnTo>
                <a:lnTo>
                  <a:pt x="76" y="182"/>
                </a:lnTo>
                <a:lnTo>
                  <a:pt x="84" y="179"/>
                </a:lnTo>
                <a:lnTo>
                  <a:pt x="89" y="176"/>
                </a:lnTo>
                <a:lnTo>
                  <a:pt x="92" y="176"/>
                </a:lnTo>
                <a:lnTo>
                  <a:pt x="95" y="176"/>
                </a:lnTo>
                <a:lnTo>
                  <a:pt x="98" y="176"/>
                </a:lnTo>
                <a:lnTo>
                  <a:pt x="100" y="176"/>
                </a:lnTo>
                <a:lnTo>
                  <a:pt x="110" y="171"/>
                </a:lnTo>
                <a:lnTo>
                  <a:pt x="120" y="166"/>
                </a:lnTo>
                <a:lnTo>
                  <a:pt x="130" y="162"/>
                </a:lnTo>
                <a:lnTo>
                  <a:pt x="141" y="157"/>
                </a:lnTo>
                <a:lnTo>
                  <a:pt x="151" y="152"/>
                </a:lnTo>
                <a:lnTo>
                  <a:pt x="161" y="147"/>
                </a:lnTo>
                <a:lnTo>
                  <a:pt x="166" y="145"/>
                </a:lnTo>
                <a:lnTo>
                  <a:pt x="171" y="142"/>
                </a:lnTo>
                <a:lnTo>
                  <a:pt x="175" y="139"/>
                </a:lnTo>
                <a:lnTo>
                  <a:pt x="179" y="137"/>
                </a:lnTo>
                <a:lnTo>
                  <a:pt x="184" y="137"/>
                </a:lnTo>
                <a:lnTo>
                  <a:pt x="188" y="137"/>
                </a:lnTo>
                <a:lnTo>
                  <a:pt x="197" y="132"/>
                </a:lnTo>
                <a:lnTo>
                  <a:pt x="209" y="124"/>
                </a:lnTo>
                <a:lnTo>
                  <a:pt x="216" y="121"/>
                </a:lnTo>
                <a:lnTo>
                  <a:pt x="220" y="117"/>
                </a:lnTo>
                <a:lnTo>
                  <a:pt x="225" y="114"/>
                </a:lnTo>
                <a:lnTo>
                  <a:pt x="228" y="111"/>
                </a:lnTo>
                <a:lnTo>
                  <a:pt x="229" y="108"/>
                </a:lnTo>
                <a:lnTo>
                  <a:pt x="231" y="105"/>
                </a:lnTo>
                <a:lnTo>
                  <a:pt x="232" y="101"/>
                </a:lnTo>
                <a:lnTo>
                  <a:pt x="232" y="97"/>
                </a:lnTo>
                <a:lnTo>
                  <a:pt x="232" y="94"/>
                </a:lnTo>
                <a:lnTo>
                  <a:pt x="233" y="90"/>
                </a:lnTo>
                <a:lnTo>
                  <a:pt x="233" y="86"/>
                </a:lnTo>
                <a:lnTo>
                  <a:pt x="235" y="82"/>
                </a:lnTo>
                <a:lnTo>
                  <a:pt x="237" y="79"/>
                </a:lnTo>
                <a:lnTo>
                  <a:pt x="238" y="74"/>
                </a:lnTo>
                <a:lnTo>
                  <a:pt x="240" y="70"/>
                </a:lnTo>
                <a:lnTo>
                  <a:pt x="241" y="66"/>
                </a:lnTo>
                <a:lnTo>
                  <a:pt x="243" y="62"/>
                </a:lnTo>
                <a:lnTo>
                  <a:pt x="244" y="58"/>
                </a:lnTo>
                <a:lnTo>
                  <a:pt x="244" y="52"/>
                </a:lnTo>
                <a:lnTo>
                  <a:pt x="245" y="48"/>
                </a:lnTo>
                <a:lnTo>
                  <a:pt x="246" y="42"/>
                </a:lnTo>
                <a:lnTo>
                  <a:pt x="246" y="38"/>
                </a:lnTo>
                <a:lnTo>
                  <a:pt x="247" y="33"/>
                </a:lnTo>
                <a:lnTo>
                  <a:pt x="247" y="28"/>
                </a:lnTo>
                <a:lnTo>
                  <a:pt x="246" y="23"/>
                </a:lnTo>
                <a:lnTo>
                  <a:pt x="246" y="18"/>
                </a:lnTo>
                <a:lnTo>
                  <a:pt x="245" y="14"/>
                </a:lnTo>
                <a:lnTo>
                  <a:pt x="244" y="10"/>
                </a:lnTo>
                <a:lnTo>
                  <a:pt x="248" y="4"/>
                </a:lnTo>
                <a:lnTo>
                  <a:pt x="253" y="0"/>
                </a:lnTo>
                <a:lnTo>
                  <a:pt x="254" y="1"/>
                </a:lnTo>
                <a:lnTo>
                  <a:pt x="256" y="2"/>
                </a:lnTo>
                <a:lnTo>
                  <a:pt x="256" y="4"/>
                </a:lnTo>
                <a:lnTo>
                  <a:pt x="259" y="6"/>
                </a:lnTo>
                <a:lnTo>
                  <a:pt x="264" y="9"/>
                </a:lnTo>
                <a:lnTo>
                  <a:pt x="268" y="13"/>
                </a:lnTo>
                <a:lnTo>
                  <a:pt x="273" y="16"/>
                </a:lnTo>
                <a:lnTo>
                  <a:pt x="279" y="19"/>
                </a:lnTo>
                <a:lnTo>
                  <a:pt x="283" y="22"/>
                </a:lnTo>
                <a:lnTo>
                  <a:pt x="286" y="25"/>
                </a:lnTo>
                <a:lnTo>
                  <a:pt x="287" y="30"/>
                </a:lnTo>
                <a:lnTo>
                  <a:pt x="288" y="34"/>
                </a:lnTo>
                <a:lnTo>
                  <a:pt x="289" y="38"/>
                </a:lnTo>
                <a:lnTo>
                  <a:pt x="290" y="42"/>
                </a:lnTo>
                <a:lnTo>
                  <a:pt x="294" y="47"/>
                </a:lnTo>
                <a:lnTo>
                  <a:pt x="300" y="56"/>
                </a:lnTo>
                <a:lnTo>
                  <a:pt x="305" y="64"/>
                </a:lnTo>
                <a:lnTo>
                  <a:pt x="309" y="70"/>
                </a:lnTo>
                <a:lnTo>
                  <a:pt x="315" y="70"/>
                </a:lnTo>
                <a:lnTo>
                  <a:pt x="320" y="69"/>
                </a:lnTo>
                <a:lnTo>
                  <a:pt x="325" y="68"/>
                </a:lnTo>
                <a:lnTo>
                  <a:pt x="329" y="67"/>
                </a:lnTo>
                <a:lnTo>
                  <a:pt x="337" y="64"/>
                </a:lnTo>
                <a:lnTo>
                  <a:pt x="345" y="62"/>
                </a:lnTo>
                <a:lnTo>
                  <a:pt x="346" y="63"/>
                </a:lnTo>
                <a:lnTo>
                  <a:pt x="347" y="65"/>
                </a:lnTo>
                <a:lnTo>
                  <a:pt x="348" y="66"/>
                </a:lnTo>
                <a:lnTo>
                  <a:pt x="349" y="67"/>
                </a:lnTo>
                <a:lnTo>
                  <a:pt x="351" y="69"/>
                </a:lnTo>
                <a:lnTo>
                  <a:pt x="353" y="71"/>
                </a:lnTo>
                <a:lnTo>
                  <a:pt x="353" y="74"/>
                </a:lnTo>
                <a:lnTo>
                  <a:pt x="353" y="76"/>
                </a:lnTo>
                <a:lnTo>
                  <a:pt x="353" y="78"/>
                </a:lnTo>
                <a:lnTo>
                  <a:pt x="353" y="82"/>
                </a:lnTo>
                <a:lnTo>
                  <a:pt x="350" y="83"/>
                </a:lnTo>
                <a:lnTo>
                  <a:pt x="347" y="85"/>
                </a:lnTo>
                <a:lnTo>
                  <a:pt x="345" y="87"/>
                </a:lnTo>
                <a:lnTo>
                  <a:pt x="343" y="90"/>
                </a:lnTo>
                <a:lnTo>
                  <a:pt x="341" y="93"/>
                </a:lnTo>
                <a:lnTo>
                  <a:pt x="340" y="95"/>
                </a:lnTo>
                <a:lnTo>
                  <a:pt x="339" y="98"/>
                </a:lnTo>
                <a:lnTo>
                  <a:pt x="337" y="102"/>
                </a:lnTo>
                <a:lnTo>
                  <a:pt x="336" y="107"/>
                </a:lnTo>
                <a:lnTo>
                  <a:pt x="333" y="113"/>
                </a:lnTo>
                <a:lnTo>
                  <a:pt x="331" y="116"/>
                </a:lnTo>
                <a:lnTo>
                  <a:pt x="329" y="118"/>
                </a:lnTo>
                <a:lnTo>
                  <a:pt x="328" y="121"/>
                </a:lnTo>
                <a:lnTo>
                  <a:pt x="325" y="122"/>
                </a:lnTo>
                <a:lnTo>
                  <a:pt x="319" y="126"/>
                </a:lnTo>
                <a:lnTo>
                  <a:pt x="309" y="132"/>
                </a:lnTo>
                <a:lnTo>
                  <a:pt x="300" y="138"/>
                </a:lnTo>
                <a:lnTo>
                  <a:pt x="293" y="141"/>
                </a:lnTo>
                <a:lnTo>
                  <a:pt x="288" y="142"/>
                </a:lnTo>
                <a:lnTo>
                  <a:pt x="284" y="144"/>
                </a:lnTo>
                <a:lnTo>
                  <a:pt x="281" y="145"/>
                </a:lnTo>
                <a:lnTo>
                  <a:pt x="279" y="145"/>
                </a:lnTo>
                <a:lnTo>
                  <a:pt x="276" y="146"/>
                </a:lnTo>
                <a:lnTo>
                  <a:pt x="274" y="148"/>
                </a:lnTo>
                <a:lnTo>
                  <a:pt x="272" y="151"/>
                </a:lnTo>
                <a:lnTo>
                  <a:pt x="268" y="155"/>
                </a:lnTo>
                <a:lnTo>
                  <a:pt x="265" y="160"/>
                </a:lnTo>
                <a:lnTo>
                  <a:pt x="261" y="166"/>
                </a:lnTo>
                <a:lnTo>
                  <a:pt x="255" y="178"/>
                </a:lnTo>
                <a:lnTo>
                  <a:pt x="250" y="186"/>
                </a:lnTo>
                <a:lnTo>
                  <a:pt x="248" y="189"/>
                </a:lnTo>
                <a:lnTo>
                  <a:pt x="248" y="191"/>
                </a:lnTo>
                <a:lnTo>
                  <a:pt x="248" y="194"/>
                </a:lnTo>
                <a:lnTo>
                  <a:pt x="247" y="197"/>
                </a:lnTo>
                <a:lnTo>
                  <a:pt x="244" y="201"/>
                </a:lnTo>
                <a:lnTo>
                  <a:pt x="240" y="206"/>
                </a:lnTo>
                <a:lnTo>
                  <a:pt x="236" y="210"/>
                </a:lnTo>
                <a:lnTo>
                  <a:pt x="231" y="214"/>
                </a:lnTo>
                <a:lnTo>
                  <a:pt x="221" y="224"/>
                </a:lnTo>
                <a:lnTo>
                  <a:pt x="212" y="234"/>
                </a:lnTo>
                <a:lnTo>
                  <a:pt x="208" y="240"/>
                </a:lnTo>
                <a:lnTo>
                  <a:pt x="203" y="246"/>
                </a:lnTo>
                <a:lnTo>
                  <a:pt x="200" y="251"/>
                </a:lnTo>
                <a:lnTo>
                  <a:pt x="196" y="257"/>
                </a:lnTo>
                <a:lnTo>
                  <a:pt x="195" y="260"/>
                </a:lnTo>
                <a:lnTo>
                  <a:pt x="193" y="263"/>
                </a:lnTo>
                <a:lnTo>
                  <a:pt x="192" y="266"/>
                </a:lnTo>
                <a:lnTo>
                  <a:pt x="191" y="269"/>
                </a:lnTo>
                <a:lnTo>
                  <a:pt x="190" y="273"/>
                </a:lnTo>
                <a:lnTo>
                  <a:pt x="189" y="275"/>
                </a:lnTo>
                <a:lnTo>
                  <a:pt x="189" y="279"/>
                </a:lnTo>
                <a:lnTo>
                  <a:pt x="189" y="282"/>
                </a:lnTo>
                <a:lnTo>
                  <a:pt x="191" y="283"/>
                </a:lnTo>
                <a:lnTo>
                  <a:pt x="192" y="285"/>
                </a:lnTo>
                <a:lnTo>
                  <a:pt x="196" y="285"/>
                </a:lnTo>
                <a:lnTo>
                  <a:pt x="200" y="285"/>
                </a:lnTo>
                <a:lnTo>
                  <a:pt x="203" y="284"/>
                </a:lnTo>
                <a:lnTo>
                  <a:pt x="206" y="284"/>
                </a:lnTo>
                <a:lnTo>
                  <a:pt x="212" y="282"/>
                </a:lnTo>
                <a:lnTo>
                  <a:pt x="217" y="280"/>
                </a:lnTo>
                <a:lnTo>
                  <a:pt x="222" y="278"/>
                </a:lnTo>
                <a:lnTo>
                  <a:pt x="227" y="275"/>
                </a:lnTo>
                <a:lnTo>
                  <a:pt x="231" y="272"/>
                </a:lnTo>
                <a:lnTo>
                  <a:pt x="235" y="269"/>
                </a:lnTo>
                <a:lnTo>
                  <a:pt x="237" y="265"/>
                </a:lnTo>
                <a:lnTo>
                  <a:pt x="240" y="262"/>
                </a:lnTo>
                <a:lnTo>
                  <a:pt x="242" y="261"/>
                </a:lnTo>
                <a:lnTo>
                  <a:pt x="244" y="261"/>
                </a:lnTo>
                <a:lnTo>
                  <a:pt x="245" y="261"/>
                </a:lnTo>
                <a:lnTo>
                  <a:pt x="247" y="261"/>
                </a:lnTo>
                <a:lnTo>
                  <a:pt x="248" y="261"/>
                </a:lnTo>
                <a:lnTo>
                  <a:pt x="250" y="261"/>
                </a:lnTo>
                <a:lnTo>
                  <a:pt x="252" y="260"/>
                </a:lnTo>
                <a:lnTo>
                  <a:pt x="253" y="259"/>
                </a:lnTo>
                <a:lnTo>
                  <a:pt x="265" y="252"/>
                </a:lnTo>
                <a:lnTo>
                  <a:pt x="276" y="244"/>
                </a:lnTo>
                <a:lnTo>
                  <a:pt x="288" y="236"/>
                </a:lnTo>
                <a:lnTo>
                  <a:pt x="300" y="228"/>
                </a:lnTo>
                <a:lnTo>
                  <a:pt x="312" y="221"/>
                </a:lnTo>
                <a:lnTo>
                  <a:pt x="323" y="213"/>
                </a:lnTo>
                <a:lnTo>
                  <a:pt x="336" y="206"/>
                </a:lnTo>
                <a:lnTo>
                  <a:pt x="348" y="198"/>
                </a:lnTo>
                <a:lnTo>
                  <a:pt x="353" y="195"/>
                </a:lnTo>
                <a:lnTo>
                  <a:pt x="357" y="192"/>
                </a:lnTo>
                <a:lnTo>
                  <a:pt x="362" y="188"/>
                </a:lnTo>
                <a:lnTo>
                  <a:pt x="367" y="183"/>
                </a:lnTo>
                <a:lnTo>
                  <a:pt x="377" y="174"/>
                </a:lnTo>
                <a:lnTo>
                  <a:pt x="385" y="166"/>
                </a:lnTo>
                <a:lnTo>
                  <a:pt x="388" y="162"/>
                </a:lnTo>
                <a:lnTo>
                  <a:pt x="390" y="158"/>
                </a:lnTo>
                <a:lnTo>
                  <a:pt x="393" y="155"/>
                </a:lnTo>
                <a:lnTo>
                  <a:pt x="397" y="153"/>
                </a:lnTo>
                <a:lnTo>
                  <a:pt x="401" y="151"/>
                </a:lnTo>
                <a:lnTo>
                  <a:pt x="405" y="150"/>
                </a:lnTo>
                <a:lnTo>
                  <a:pt x="409" y="147"/>
                </a:lnTo>
                <a:lnTo>
                  <a:pt x="413" y="146"/>
                </a:lnTo>
                <a:lnTo>
                  <a:pt x="418" y="145"/>
                </a:lnTo>
                <a:lnTo>
                  <a:pt x="423" y="143"/>
                </a:lnTo>
                <a:lnTo>
                  <a:pt x="427" y="142"/>
                </a:lnTo>
                <a:lnTo>
                  <a:pt x="432" y="141"/>
                </a:lnTo>
                <a:lnTo>
                  <a:pt x="437" y="141"/>
                </a:lnTo>
                <a:lnTo>
                  <a:pt x="442" y="140"/>
                </a:lnTo>
                <a:lnTo>
                  <a:pt x="448" y="139"/>
                </a:lnTo>
                <a:lnTo>
                  <a:pt x="453" y="139"/>
                </a:lnTo>
                <a:lnTo>
                  <a:pt x="458" y="139"/>
                </a:lnTo>
                <a:lnTo>
                  <a:pt x="464" y="139"/>
                </a:lnTo>
                <a:lnTo>
                  <a:pt x="467" y="145"/>
                </a:lnTo>
                <a:lnTo>
                  <a:pt x="471" y="150"/>
                </a:lnTo>
                <a:lnTo>
                  <a:pt x="472" y="152"/>
                </a:lnTo>
                <a:lnTo>
                  <a:pt x="473" y="155"/>
                </a:lnTo>
                <a:lnTo>
                  <a:pt x="473" y="158"/>
                </a:lnTo>
                <a:lnTo>
                  <a:pt x="473" y="162"/>
                </a:lnTo>
                <a:lnTo>
                  <a:pt x="470" y="166"/>
                </a:lnTo>
                <a:lnTo>
                  <a:pt x="468" y="169"/>
                </a:lnTo>
                <a:lnTo>
                  <a:pt x="466" y="172"/>
                </a:lnTo>
                <a:lnTo>
                  <a:pt x="464" y="176"/>
                </a:lnTo>
                <a:lnTo>
                  <a:pt x="463" y="180"/>
                </a:lnTo>
                <a:lnTo>
                  <a:pt x="461" y="184"/>
                </a:lnTo>
                <a:lnTo>
                  <a:pt x="460" y="188"/>
                </a:lnTo>
                <a:lnTo>
                  <a:pt x="459" y="192"/>
                </a:lnTo>
                <a:lnTo>
                  <a:pt x="457" y="201"/>
                </a:lnTo>
                <a:lnTo>
                  <a:pt x="455" y="210"/>
                </a:lnTo>
                <a:lnTo>
                  <a:pt x="454" y="214"/>
                </a:lnTo>
                <a:lnTo>
                  <a:pt x="453" y="217"/>
                </a:lnTo>
                <a:lnTo>
                  <a:pt x="452" y="221"/>
                </a:lnTo>
                <a:lnTo>
                  <a:pt x="450" y="224"/>
                </a:lnTo>
                <a:lnTo>
                  <a:pt x="450" y="229"/>
                </a:lnTo>
                <a:lnTo>
                  <a:pt x="450" y="233"/>
                </a:lnTo>
                <a:lnTo>
                  <a:pt x="450" y="237"/>
                </a:lnTo>
                <a:lnTo>
                  <a:pt x="450" y="241"/>
                </a:lnTo>
                <a:lnTo>
                  <a:pt x="446" y="254"/>
                </a:lnTo>
                <a:lnTo>
                  <a:pt x="443" y="268"/>
                </a:lnTo>
                <a:lnTo>
                  <a:pt x="440" y="283"/>
                </a:lnTo>
                <a:lnTo>
                  <a:pt x="437" y="297"/>
                </a:lnTo>
                <a:lnTo>
                  <a:pt x="434" y="311"/>
                </a:lnTo>
                <a:lnTo>
                  <a:pt x="432" y="327"/>
                </a:lnTo>
                <a:lnTo>
                  <a:pt x="429" y="341"/>
                </a:lnTo>
                <a:lnTo>
                  <a:pt x="428" y="356"/>
                </a:lnTo>
                <a:lnTo>
                  <a:pt x="425" y="371"/>
                </a:lnTo>
                <a:lnTo>
                  <a:pt x="424" y="387"/>
                </a:lnTo>
                <a:lnTo>
                  <a:pt x="421" y="402"/>
                </a:lnTo>
                <a:lnTo>
                  <a:pt x="420" y="417"/>
                </a:lnTo>
                <a:lnTo>
                  <a:pt x="417" y="432"/>
                </a:lnTo>
                <a:lnTo>
                  <a:pt x="416" y="447"/>
                </a:lnTo>
                <a:lnTo>
                  <a:pt x="413" y="462"/>
                </a:lnTo>
                <a:lnTo>
                  <a:pt x="410" y="477"/>
                </a:lnTo>
                <a:lnTo>
                  <a:pt x="411" y="480"/>
                </a:lnTo>
                <a:lnTo>
                  <a:pt x="411" y="483"/>
                </a:lnTo>
                <a:lnTo>
                  <a:pt x="411" y="487"/>
                </a:lnTo>
                <a:lnTo>
                  <a:pt x="412" y="491"/>
                </a:lnTo>
                <a:lnTo>
                  <a:pt x="410" y="498"/>
                </a:lnTo>
                <a:lnTo>
                  <a:pt x="409" y="504"/>
                </a:lnTo>
                <a:lnTo>
                  <a:pt x="409" y="511"/>
                </a:lnTo>
                <a:lnTo>
                  <a:pt x="409" y="518"/>
                </a:lnTo>
                <a:lnTo>
                  <a:pt x="408" y="524"/>
                </a:lnTo>
                <a:lnTo>
                  <a:pt x="408" y="531"/>
                </a:lnTo>
                <a:lnTo>
                  <a:pt x="406" y="536"/>
                </a:lnTo>
                <a:lnTo>
                  <a:pt x="405" y="542"/>
                </a:lnTo>
                <a:lnTo>
                  <a:pt x="405" y="545"/>
                </a:lnTo>
                <a:lnTo>
                  <a:pt x="405" y="548"/>
                </a:lnTo>
                <a:lnTo>
                  <a:pt x="405" y="551"/>
                </a:lnTo>
                <a:lnTo>
                  <a:pt x="404" y="555"/>
                </a:lnTo>
                <a:lnTo>
                  <a:pt x="404" y="562"/>
                </a:lnTo>
                <a:lnTo>
                  <a:pt x="405" y="568"/>
                </a:lnTo>
                <a:lnTo>
                  <a:pt x="405" y="575"/>
                </a:lnTo>
                <a:lnTo>
                  <a:pt x="404" y="581"/>
                </a:lnTo>
                <a:lnTo>
                  <a:pt x="403" y="584"/>
                </a:lnTo>
                <a:lnTo>
                  <a:pt x="402" y="587"/>
                </a:lnTo>
                <a:lnTo>
                  <a:pt x="401" y="590"/>
                </a:lnTo>
                <a:lnTo>
                  <a:pt x="400" y="592"/>
                </a:lnTo>
                <a:lnTo>
                  <a:pt x="398" y="594"/>
                </a:lnTo>
                <a:lnTo>
                  <a:pt x="397" y="595"/>
                </a:lnTo>
                <a:lnTo>
                  <a:pt x="394" y="596"/>
                </a:lnTo>
                <a:lnTo>
                  <a:pt x="391" y="598"/>
                </a:lnTo>
                <a:lnTo>
                  <a:pt x="389" y="599"/>
                </a:lnTo>
                <a:lnTo>
                  <a:pt x="385" y="599"/>
                </a:lnTo>
                <a:lnTo>
                  <a:pt x="382" y="600"/>
                </a:lnTo>
                <a:lnTo>
                  <a:pt x="380" y="600"/>
                </a:lnTo>
                <a:lnTo>
                  <a:pt x="376" y="594"/>
                </a:lnTo>
                <a:lnTo>
                  <a:pt x="372" y="588"/>
                </a:lnTo>
                <a:lnTo>
                  <a:pt x="367" y="583"/>
                </a:lnTo>
                <a:lnTo>
                  <a:pt x="362" y="579"/>
                </a:lnTo>
                <a:lnTo>
                  <a:pt x="357" y="575"/>
                </a:lnTo>
                <a:lnTo>
                  <a:pt x="352" y="570"/>
                </a:lnTo>
                <a:lnTo>
                  <a:pt x="346" y="566"/>
                </a:lnTo>
                <a:lnTo>
                  <a:pt x="340" y="562"/>
                </a:lnTo>
                <a:lnTo>
                  <a:pt x="337" y="560"/>
                </a:lnTo>
                <a:lnTo>
                  <a:pt x="336" y="558"/>
                </a:lnTo>
                <a:lnTo>
                  <a:pt x="334" y="555"/>
                </a:lnTo>
                <a:lnTo>
                  <a:pt x="333" y="553"/>
                </a:lnTo>
                <a:lnTo>
                  <a:pt x="331" y="551"/>
                </a:lnTo>
                <a:lnTo>
                  <a:pt x="329" y="549"/>
                </a:lnTo>
                <a:lnTo>
                  <a:pt x="327" y="547"/>
                </a:lnTo>
                <a:lnTo>
                  <a:pt x="325" y="545"/>
                </a:lnTo>
                <a:lnTo>
                  <a:pt x="323" y="543"/>
                </a:lnTo>
                <a:lnTo>
                  <a:pt x="319" y="541"/>
                </a:lnTo>
                <a:lnTo>
                  <a:pt x="315" y="539"/>
                </a:lnTo>
                <a:lnTo>
                  <a:pt x="311" y="537"/>
                </a:lnTo>
                <a:lnTo>
                  <a:pt x="307" y="535"/>
                </a:lnTo>
                <a:lnTo>
                  <a:pt x="303" y="533"/>
                </a:lnTo>
                <a:lnTo>
                  <a:pt x="300" y="531"/>
                </a:lnTo>
                <a:lnTo>
                  <a:pt x="297" y="529"/>
                </a:lnTo>
                <a:lnTo>
                  <a:pt x="296" y="527"/>
                </a:lnTo>
                <a:lnTo>
                  <a:pt x="296" y="526"/>
                </a:lnTo>
                <a:lnTo>
                  <a:pt x="296" y="524"/>
                </a:lnTo>
                <a:lnTo>
                  <a:pt x="295" y="522"/>
                </a:lnTo>
                <a:lnTo>
                  <a:pt x="295" y="520"/>
                </a:lnTo>
                <a:lnTo>
                  <a:pt x="294" y="519"/>
                </a:lnTo>
                <a:lnTo>
                  <a:pt x="293" y="516"/>
                </a:lnTo>
                <a:lnTo>
                  <a:pt x="292" y="515"/>
                </a:lnTo>
                <a:lnTo>
                  <a:pt x="288" y="511"/>
                </a:lnTo>
                <a:lnTo>
                  <a:pt x="283" y="507"/>
                </a:lnTo>
                <a:lnTo>
                  <a:pt x="283" y="503"/>
                </a:lnTo>
                <a:lnTo>
                  <a:pt x="283" y="501"/>
                </a:lnTo>
                <a:lnTo>
                  <a:pt x="286" y="499"/>
                </a:lnTo>
                <a:lnTo>
                  <a:pt x="289" y="496"/>
                </a:lnTo>
                <a:lnTo>
                  <a:pt x="293" y="496"/>
                </a:lnTo>
                <a:lnTo>
                  <a:pt x="297" y="496"/>
                </a:lnTo>
                <a:lnTo>
                  <a:pt x="299" y="498"/>
                </a:lnTo>
                <a:lnTo>
                  <a:pt x="300" y="499"/>
                </a:lnTo>
                <a:lnTo>
                  <a:pt x="302" y="501"/>
                </a:lnTo>
                <a:lnTo>
                  <a:pt x="304" y="503"/>
                </a:lnTo>
                <a:lnTo>
                  <a:pt x="308" y="504"/>
                </a:lnTo>
                <a:lnTo>
                  <a:pt x="312" y="507"/>
                </a:lnTo>
                <a:lnTo>
                  <a:pt x="315" y="508"/>
                </a:lnTo>
                <a:lnTo>
                  <a:pt x="319" y="511"/>
                </a:lnTo>
                <a:lnTo>
                  <a:pt x="324" y="512"/>
                </a:lnTo>
                <a:lnTo>
                  <a:pt x="328" y="515"/>
                </a:lnTo>
                <a:lnTo>
                  <a:pt x="332" y="519"/>
                </a:lnTo>
                <a:lnTo>
                  <a:pt x="336" y="523"/>
                </a:lnTo>
                <a:lnTo>
                  <a:pt x="338" y="526"/>
                </a:lnTo>
                <a:lnTo>
                  <a:pt x="341" y="527"/>
                </a:lnTo>
                <a:lnTo>
                  <a:pt x="343" y="530"/>
                </a:lnTo>
                <a:lnTo>
                  <a:pt x="345" y="531"/>
                </a:lnTo>
                <a:lnTo>
                  <a:pt x="349" y="531"/>
                </a:lnTo>
                <a:lnTo>
                  <a:pt x="353" y="531"/>
                </a:lnTo>
                <a:lnTo>
                  <a:pt x="357" y="531"/>
                </a:lnTo>
                <a:lnTo>
                  <a:pt x="361" y="531"/>
                </a:lnTo>
                <a:lnTo>
                  <a:pt x="364" y="528"/>
                </a:lnTo>
                <a:lnTo>
                  <a:pt x="365" y="525"/>
                </a:lnTo>
                <a:lnTo>
                  <a:pt x="367" y="522"/>
                </a:lnTo>
                <a:lnTo>
                  <a:pt x="369" y="518"/>
                </a:lnTo>
                <a:lnTo>
                  <a:pt x="371" y="515"/>
                </a:lnTo>
                <a:lnTo>
                  <a:pt x="372" y="511"/>
                </a:lnTo>
                <a:lnTo>
                  <a:pt x="373" y="507"/>
                </a:lnTo>
                <a:lnTo>
                  <a:pt x="374" y="503"/>
                </a:lnTo>
                <a:lnTo>
                  <a:pt x="377" y="493"/>
                </a:lnTo>
                <a:lnTo>
                  <a:pt x="378" y="484"/>
                </a:lnTo>
                <a:lnTo>
                  <a:pt x="379" y="475"/>
                </a:lnTo>
                <a:lnTo>
                  <a:pt x="380" y="465"/>
                </a:lnTo>
                <a:lnTo>
                  <a:pt x="382" y="444"/>
                </a:lnTo>
                <a:lnTo>
                  <a:pt x="383" y="424"/>
                </a:lnTo>
                <a:lnTo>
                  <a:pt x="384" y="415"/>
                </a:lnTo>
                <a:lnTo>
                  <a:pt x="385" y="405"/>
                </a:lnTo>
                <a:lnTo>
                  <a:pt x="385" y="396"/>
                </a:lnTo>
                <a:lnTo>
                  <a:pt x="386" y="387"/>
                </a:lnTo>
                <a:lnTo>
                  <a:pt x="386" y="381"/>
                </a:lnTo>
                <a:lnTo>
                  <a:pt x="386" y="375"/>
                </a:lnTo>
                <a:lnTo>
                  <a:pt x="386" y="369"/>
                </a:lnTo>
                <a:lnTo>
                  <a:pt x="385" y="362"/>
                </a:lnTo>
                <a:lnTo>
                  <a:pt x="387" y="359"/>
                </a:lnTo>
                <a:lnTo>
                  <a:pt x="388" y="356"/>
                </a:lnTo>
                <a:lnTo>
                  <a:pt x="389" y="355"/>
                </a:lnTo>
                <a:lnTo>
                  <a:pt x="389" y="353"/>
                </a:lnTo>
                <a:lnTo>
                  <a:pt x="389" y="351"/>
                </a:lnTo>
                <a:lnTo>
                  <a:pt x="389" y="348"/>
                </a:lnTo>
                <a:lnTo>
                  <a:pt x="389" y="345"/>
                </a:lnTo>
                <a:lnTo>
                  <a:pt x="389" y="341"/>
                </a:lnTo>
                <a:lnTo>
                  <a:pt x="388" y="338"/>
                </a:lnTo>
                <a:lnTo>
                  <a:pt x="388" y="334"/>
                </a:lnTo>
                <a:lnTo>
                  <a:pt x="389" y="331"/>
                </a:lnTo>
                <a:lnTo>
                  <a:pt x="391" y="327"/>
                </a:lnTo>
                <a:lnTo>
                  <a:pt x="393" y="324"/>
                </a:lnTo>
                <a:lnTo>
                  <a:pt x="395" y="321"/>
                </a:lnTo>
                <a:lnTo>
                  <a:pt x="398" y="315"/>
                </a:lnTo>
                <a:lnTo>
                  <a:pt x="402" y="308"/>
                </a:lnTo>
                <a:lnTo>
                  <a:pt x="402" y="303"/>
                </a:lnTo>
                <a:lnTo>
                  <a:pt x="402" y="299"/>
                </a:lnTo>
                <a:lnTo>
                  <a:pt x="404" y="293"/>
                </a:lnTo>
                <a:lnTo>
                  <a:pt x="405" y="287"/>
                </a:lnTo>
                <a:lnTo>
                  <a:pt x="406" y="280"/>
                </a:lnTo>
                <a:lnTo>
                  <a:pt x="408" y="275"/>
                </a:lnTo>
                <a:lnTo>
                  <a:pt x="409" y="268"/>
                </a:lnTo>
                <a:lnTo>
                  <a:pt x="409" y="262"/>
                </a:lnTo>
                <a:lnTo>
                  <a:pt x="412" y="255"/>
                </a:lnTo>
                <a:lnTo>
                  <a:pt x="413" y="249"/>
                </a:lnTo>
                <a:lnTo>
                  <a:pt x="415" y="246"/>
                </a:lnTo>
                <a:lnTo>
                  <a:pt x="416" y="244"/>
                </a:lnTo>
                <a:lnTo>
                  <a:pt x="417" y="242"/>
                </a:lnTo>
                <a:lnTo>
                  <a:pt x="419" y="239"/>
                </a:lnTo>
                <a:lnTo>
                  <a:pt x="421" y="237"/>
                </a:lnTo>
                <a:lnTo>
                  <a:pt x="423" y="234"/>
                </a:lnTo>
                <a:lnTo>
                  <a:pt x="424" y="232"/>
                </a:lnTo>
                <a:lnTo>
                  <a:pt x="425" y="230"/>
                </a:lnTo>
                <a:lnTo>
                  <a:pt x="426" y="222"/>
                </a:lnTo>
                <a:lnTo>
                  <a:pt x="427" y="214"/>
                </a:lnTo>
                <a:lnTo>
                  <a:pt x="429" y="206"/>
                </a:lnTo>
                <a:lnTo>
                  <a:pt x="429" y="198"/>
                </a:lnTo>
                <a:lnTo>
                  <a:pt x="432" y="190"/>
                </a:lnTo>
                <a:lnTo>
                  <a:pt x="434" y="183"/>
                </a:lnTo>
                <a:lnTo>
                  <a:pt x="436" y="180"/>
                </a:lnTo>
                <a:lnTo>
                  <a:pt x="437" y="176"/>
                </a:lnTo>
                <a:lnTo>
                  <a:pt x="437" y="172"/>
                </a:lnTo>
                <a:lnTo>
                  <a:pt x="437" y="167"/>
                </a:lnTo>
                <a:lnTo>
                  <a:pt x="435" y="167"/>
                </a:lnTo>
                <a:lnTo>
                  <a:pt x="434" y="167"/>
                </a:lnTo>
                <a:lnTo>
                  <a:pt x="433" y="166"/>
                </a:lnTo>
                <a:lnTo>
                  <a:pt x="432" y="166"/>
                </a:lnTo>
                <a:lnTo>
                  <a:pt x="430" y="166"/>
                </a:lnTo>
                <a:lnTo>
                  <a:pt x="429" y="166"/>
                </a:lnTo>
                <a:lnTo>
                  <a:pt x="425" y="166"/>
                </a:lnTo>
                <a:lnTo>
                  <a:pt x="421" y="166"/>
                </a:lnTo>
                <a:lnTo>
                  <a:pt x="417" y="167"/>
                </a:lnTo>
                <a:lnTo>
                  <a:pt x="413" y="167"/>
                </a:lnTo>
                <a:lnTo>
                  <a:pt x="410" y="169"/>
                </a:lnTo>
                <a:lnTo>
                  <a:pt x="409" y="169"/>
                </a:lnTo>
                <a:lnTo>
                  <a:pt x="405" y="171"/>
                </a:lnTo>
                <a:lnTo>
                  <a:pt x="401" y="173"/>
                </a:lnTo>
                <a:lnTo>
                  <a:pt x="397" y="176"/>
                </a:lnTo>
                <a:lnTo>
                  <a:pt x="394" y="178"/>
                </a:lnTo>
                <a:lnTo>
                  <a:pt x="388" y="185"/>
                </a:lnTo>
                <a:lnTo>
                  <a:pt x="381" y="191"/>
                </a:lnTo>
                <a:lnTo>
                  <a:pt x="374" y="198"/>
                </a:lnTo>
                <a:lnTo>
                  <a:pt x="369" y="203"/>
                </a:lnTo>
                <a:lnTo>
                  <a:pt x="365" y="206"/>
                </a:lnTo>
                <a:lnTo>
                  <a:pt x="362" y="208"/>
                </a:lnTo>
                <a:lnTo>
                  <a:pt x="359" y="210"/>
                </a:lnTo>
                <a:lnTo>
                  <a:pt x="356" y="211"/>
                </a:lnTo>
                <a:lnTo>
                  <a:pt x="356" y="214"/>
                </a:lnTo>
                <a:lnTo>
                  <a:pt x="356" y="217"/>
                </a:lnTo>
                <a:lnTo>
                  <a:pt x="356" y="220"/>
                </a:lnTo>
                <a:lnTo>
                  <a:pt x="357" y="222"/>
                </a:lnTo>
                <a:lnTo>
                  <a:pt x="358" y="226"/>
                </a:lnTo>
                <a:lnTo>
                  <a:pt x="361" y="230"/>
                </a:lnTo>
                <a:lnTo>
                  <a:pt x="363" y="235"/>
                </a:lnTo>
                <a:lnTo>
                  <a:pt x="365" y="239"/>
                </a:lnTo>
                <a:lnTo>
                  <a:pt x="365" y="242"/>
                </a:lnTo>
                <a:lnTo>
                  <a:pt x="366" y="244"/>
                </a:lnTo>
                <a:lnTo>
                  <a:pt x="367" y="247"/>
                </a:lnTo>
                <a:lnTo>
                  <a:pt x="367" y="250"/>
                </a:lnTo>
                <a:lnTo>
                  <a:pt x="365" y="251"/>
                </a:lnTo>
                <a:lnTo>
                  <a:pt x="364" y="252"/>
                </a:lnTo>
                <a:lnTo>
                  <a:pt x="361" y="254"/>
                </a:lnTo>
                <a:lnTo>
                  <a:pt x="360" y="255"/>
                </a:lnTo>
                <a:lnTo>
                  <a:pt x="357" y="258"/>
                </a:lnTo>
                <a:lnTo>
                  <a:pt x="354" y="262"/>
                </a:lnTo>
                <a:lnTo>
                  <a:pt x="352" y="266"/>
                </a:lnTo>
                <a:lnTo>
                  <a:pt x="349" y="270"/>
                </a:lnTo>
                <a:lnTo>
                  <a:pt x="345" y="273"/>
                </a:lnTo>
                <a:lnTo>
                  <a:pt x="342" y="275"/>
                </a:lnTo>
                <a:lnTo>
                  <a:pt x="340" y="277"/>
                </a:lnTo>
                <a:lnTo>
                  <a:pt x="337" y="278"/>
                </a:lnTo>
                <a:lnTo>
                  <a:pt x="334" y="279"/>
                </a:lnTo>
                <a:lnTo>
                  <a:pt x="332" y="279"/>
                </a:lnTo>
                <a:lnTo>
                  <a:pt x="325" y="279"/>
                </a:lnTo>
                <a:lnTo>
                  <a:pt x="320" y="279"/>
                </a:lnTo>
                <a:lnTo>
                  <a:pt x="313" y="279"/>
                </a:lnTo>
                <a:lnTo>
                  <a:pt x="307" y="279"/>
                </a:lnTo>
                <a:lnTo>
                  <a:pt x="304" y="279"/>
                </a:lnTo>
                <a:lnTo>
                  <a:pt x="301" y="280"/>
                </a:lnTo>
                <a:lnTo>
                  <a:pt x="298" y="280"/>
                </a:lnTo>
                <a:lnTo>
                  <a:pt x="296" y="282"/>
                </a:lnTo>
                <a:lnTo>
                  <a:pt x="292" y="284"/>
                </a:lnTo>
                <a:lnTo>
                  <a:pt x="289" y="287"/>
                </a:lnTo>
                <a:lnTo>
                  <a:pt x="284" y="290"/>
                </a:lnTo>
                <a:lnTo>
                  <a:pt x="278" y="291"/>
                </a:lnTo>
                <a:lnTo>
                  <a:pt x="275" y="293"/>
                </a:lnTo>
                <a:lnTo>
                  <a:pt x="272" y="294"/>
                </a:lnTo>
                <a:lnTo>
                  <a:pt x="269" y="295"/>
                </a:lnTo>
                <a:lnTo>
                  <a:pt x="267" y="297"/>
                </a:lnTo>
                <a:lnTo>
                  <a:pt x="266" y="299"/>
                </a:lnTo>
                <a:lnTo>
                  <a:pt x="265" y="302"/>
                </a:lnTo>
                <a:lnTo>
                  <a:pt x="262" y="303"/>
                </a:lnTo>
                <a:lnTo>
                  <a:pt x="259" y="303"/>
                </a:lnTo>
                <a:lnTo>
                  <a:pt x="256" y="303"/>
                </a:lnTo>
                <a:lnTo>
                  <a:pt x="253" y="304"/>
                </a:lnTo>
                <a:lnTo>
                  <a:pt x="243" y="311"/>
                </a:lnTo>
                <a:lnTo>
                  <a:pt x="233" y="319"/>
                </a:lnTo>
                <a:lnTo>
                  <a:pt x="228" y="323"/>
                </a:lnTo>
                <a:lnTo>
                  <a:pt x="224" y="327"/>
                </a:lnTo>
                <a:lnTo>
                  <a:pt x="219" y="331"/>
                </a:lnTo>
                <a:lnTo>
                  <a:pt x="215" y="336"/>
                </a:lnTo>
                <a:lnTo>
                  <a:pt x="208" y="331"/>
                </a:lnTo>
                <a:lnTo>
                  <a:pt x="200" y="327"/>
                </a:lnTo>
                <a:lnTo>
                  <a:pt x="196" y="325"/>
                </a:lnTo>
                <a:lnTo>
                  <a:pt x="192" y="323"/>
                </a:lnTo>
                <a:lnTo>
                  <a:pt x="189" y="323"/>
                </a:lnTo>
                <a:lnTo>
                  <a:pt x="187" y="323"/>
                </a:lnTo>
                <a:lnTo>
                  <a:pt x="184" y="323"/>
                </a:lnTo>
                <a:lnTo>
                  <a:pt x="181" y="323"/>
                </a:lnTo>
                <a:lnTo>
                  <a:pt x="180" y="324"/>
                </a:lnTo>
                <a:lnTo>
                  <a:pt x="179" y="327"/>
                </a:lnTo>
                <a:lnTo>
                  <a:pt x="176" y="329"/>
                </a:lnTo>
                <a:lnTo>
                  <a:pt x="174" y="332"/>
                </a:lnTo>
                <a:lnTo>
                  <a:pt x="169" y="338"/>
                </a:lnTo>
                <a:lnTo>
                  <a:pt x="164" y="343"/>
                </a:lnTo>
                <a:lnTo>
                  <a:pt x="157" y="348"/>
                </a:lnTo>
                <a:lnTo>
                  <a:pt x="151" y="353"/>
                </a:lnTo>
                <a:lnTo>
                  <a:pt x="148" y="355"/>
                </a:lnTo>
                <a:lnTo>
                  <a:pt x="146" y="357"/>
                </a:lnTo>
                <a:lnTo>
                  <a:pt x="143" y="358"/>
                </a:lnTo>
                <a:lnTo>
                  <a:pt x="141" y="359"/>
                </a:lnTo>
                <a:lnTo>
                  <a:pt x="140" y="360"/>
                </a:lnTo>
                <a:lnTo>
                  <a:pt x="138" y="360"/>
                </a:lnTo>
                <a:lnTo>
                  <a:pt x="137" y="359"/>
                </a:lnTo>
                <a:lnTo>
                  <a:pt x="136" y="359"/>
                </a:lnTo>
                <a:lnTo>
                  <a:pt x="134" y="358"/>
                </a:lnTo>
                <a:lnTo>
                  <a:pt x="132" y="357"/>
                </a:lnTo>
                <a:lnTo>
                  <a:pt x="129" y="356"/>
                </a:lnTo>
                <a:lnTo>
                  <a:pt x="126" y="356"/>
                </a:lnTo>
                <a:lnTo>
                  <a:pt x="124" y="356"/>
                </a:lnTo>
                <a:lnTo>
                  <a:pt x="121" y="356"/>
                </a:lnTo>
                <a:lnTo>
                  <a:pt x="117" y="356"/>
                </a:lnTo>
                <a:lnTo>
                  <a:pt x="114" y="356"/>
                </a:lnTo>
                <a:lnTo>
                  <a:pt x="113" y="356"/>
                </a:lnTo>
                <a:lnTo>
                  <a:pt x="112" y="356"/>
                </a:lnTo>
                <a:lnTo>
                  <a:pt x="110" y="356"/>
                </a:lnTo>
                <a:lnTo>
                  <a:pt x="108" y="355"/>
                </a:lnTo>
                <a:lnTo>
                  <a:pt x="107" y="354"/>
                </a:lnTo>
                <a:lnTo>
                  <a:pt x="105" y="352"/>
                </a:lnTo>
                <a:lnTo>
                  <a:pt x="103" y="351"/>
                </a:lnTo>
                <a:lnTo>
                  <a:pt x="100" y="347"/>
                </a:lnTo>
                <a:lnTo>
                  <a:pt x="98" y="346"/>
                </a:lnTo>
                <a:lnTo>
                  <a:pt x="97" y="345"/>
                </a:lnTo>
                <a:lnTo>
                  <a:pt x="96" y="345"/>
                </a:lnTo>
                <a:lnTo>
                  <a:pt x="96" y="343"/>
                </a:lnTo>
                <a:lnTo>
                  <a:pt x="96" y="343"/>
                </a:lnTo>
                <a:lnTo>
                  <a:pt x="96" y="340"/>
                </a:lnTo>
                <a:lnTo>
                  <a:pt x="98" y="339"/>
                </a:lnTo>
                <a:lnTo>
                  <a:pt x="101" y="336"/>
                </a:lnTo>
                <a:lnTo>
                  <a:pt x="104" y="334"/>
                </a:lnTo>
                <a:lnTo>
                  <a:pt x="107" y="331"/>
                </a:lnTo>
                <a:lnTo>
                  <a:pt x="111" y="330"/>
                </a:lnTo>
                <a:lnTo>
                  <a:pt x="115" y="328"/>
                </a:lnTo>
                <a:lnTo>
                  <a:pt x="119" y="327"/>
                </a:lnTo>
                <a:lnTo>
                  <a:pt x="122" y="325"/>
                </a:lnTo>
                <a:lnTo>
                  <a:pt x="131" y="323"/>
                </a:lnTo>
                <a:lnTo>
                  <a:pt x="138" y="320"/>
                </a:lnTo>
                <a:lnTo>
                  <a:pt x="141" y="319"/>
                </a:lnTo>
                <a:lnTo>
                  <a:pt x="144" y="319"/>
                </a:lnTo>
                <a:lnTo>
                  <a:pt x="148" y="318"/>
                </a:lnTo>
                <a:lnTo>
                  <a:pt x="152" y="318"/>
                </a:lnTo>
                <a:lnTo>
                  <a:pt x="155" y="317"/>
                </a:lnTo>
                <a:lnTo>
                  <a:pt x="158" y="316"/>
                </a:lnTo>
                <a:lnTo>
                  <a:pt x="160" y="315"/>
                </a:lnTo>
                <a:lnTo>
                  <a:pt x="160" y="315"/>
                </a:lnTo>
                <a:lnTo>
                  <a:pt x="162" y="315"/>
                </a:lnTo>
                <a:lnTo>
                  <a:pt x="163" y="314"/>
                </a:lnTo>
                <a:lnTo>
                  <a:pt x="165" y="311"/>
                </a:lnTo>
                <a:lnTo>
                  <a:pt x="166" y="309"/>
                </a:lnTo>
                <a:lnTo>
                  <a:pt x="167" y="307"/>
                </a:lnTo>
                <a:lnTo>
                  <a:pt x="167" y="304"/>
                </a:lnTo>
                <a:lnTo>
                  <a:pt x="167" y="303"/>
                </a:lnTo>
                <a:lnTo>
                  <a:pt x="167" y="299"/>
                </a:lnTo>
                <a:lnTo>
                  <a:pt x="167" y="297"/>
                </a:lnTo>
                <a:lnTo>
                  <a:pt x="166" y="295"/>
                </a:lnTo>
                <a:lnTo>
                  <a:pt x="165" y="288"/>
                </a:lnTo>
                <a:lnTo>
                  <a:pt x="164" y="283"/>
                </a:lnTo>
                <a:lnTo>
                  <a:pt x="164" y="279"/>
                </a:lnTo>
                <a:lnTo>
                  <a:pt x="164" y="276"/>
                </a:lnTo>
                <a:lnTo>
                  <a:pt x="164" y="274"/>
                </a:lnTo>
                <a:lnTo>
                  <a:pt x="165" y="270"/>
                </a:lnTo>
                <a:lnTo>
                  <a:pt x="168" y="263"/>
                </a:lnTo>
                <a:lnTo>
                  <a:pt x="172" y="254"/>
                </a:lnTo>
                <a:lnTo>
                  <a:pt x="176" y="246"/>
                </a:lnTo>
                <a:lnTo>
                  <a:pt x="180" y="238"/>
                </a:lnTo>
                <a:lnTo>
                  <a:pt x="184" y="230"/>
                </a:lnTo>
                <a:lnTo>
                  <a:pt x="188" y="221"/>
                </a:lnTo>
                <a:lnTo>
                  <a:pt x="189" y="217"/>
                </a:lnTo>
                <a:lnTo>
                  <a:pt x="190" y="214"/>
                </a:lnTo>
                <a:lnTo>
                  <a:pt x="191" y="210"/>
                </a:lnTo>
                <a:lnTo>
                  <a:pt x="191" y="206"/>
                </a:lnTo>
                <a:lnTo>
                  <a:pt x="188" y="205"/>
                </a:lnTo>
                <a:lnTo>
                  <a:pt x="184" y="203"/>
                </a:lnTo>
                <a:lnTo>
                  <a:pt x="182" y="201"/>
                </a:lnTo>
                <a:lnTo>
                  <a:pt x="179" y="200"/>
                </a:lnTo>
                <a:lnTo>
                  <a:pt x="178" y="199"/>
                </a:lnTo>
                <a:lnTo>
                  <a:pt x="176" y="199"/>
                </a:lnTo>
                <a:lnTo>
                  <a:pt x="175" y="199"/>
                </a:lnTo>
                <a:lnTo>
                  <a:pt x="174" y="199"/>
                </a:lnTo>
                <a:lnTo>
                  <a:pt x="172" y="200"/>
                </a:lnTo>
                <a:lnTo>
                  <a:pt x="169" y="201"/>
                </a:lnTo>
                <a:lnTo>
                  <a:pt x="166" y="204"/>
                </a:lnTo>
                <a:lnTo>
                  <a:pt x="163" y="206"/>
                </a:lnTo>
                <a:lnTo>
                  <a:pt x="159" y="206"/>
                </a:lnTo>
                <a:lnTo>
                  <a:pt x="155" y="207"/>
                </a:lnTo>
                <a:lnTo>
                  <a:pt x="151" y="208"/>
                </a:lnTo>
                <a:lnTo>
                  <a:pt x="147" y="209"/>
                </a:lnTo>
                <a:lnTo>
                  <a:pt x="144" y="212"/>
                </a:lnTo>
                <a:lnTo>
                  <a:pt x="142" y="216"/>
                </a:lnTo>
                <a:lnTo>
                  <a:pt x="140" y="217"/>
                </a:lnTo>
                <a:lnTo>
                  <a:pt x="139" y="217"/>
                </a:lnTo>
                <a:lnTo>
                  <a:pt x="138" y="217"/>
                </a:lnTo>
                <a:lnTo>
                  <a:pt x="136" y="217"/>
                </a:lnTo>
                <a:lnTo>
                  <a:pt x="135" y="217"/>
                </a:lnTo>
                <a:lnTo>
                  <a:pt x="133" y="217"/>
                </a:lnTo>
                <a:lnTo>
                  <a:pt x="132" y="217"/>
                </a:lnTo>
                <a:lnTo>
                  <a:pt x="130" y="218"/>
                </a:lnTo>
                <a:lnTo>
                  <a:pt x="115" y="229"/>
                </a:lnTo>
                <a:lnTo>
                  <a:pt x="106" y="235"/>
                </a:lnTo>
                <a:lnTo>
                  <a:pt x="101" y="238"/>
                </a:lnTo>
                <a:lnTo>
                  <a:pt x="100" y="239"/>
                </a:lnTo>
                <a:lnTo>
                  <a:pt x="96" y="241"/>
                </a:lnTo>
                <a:lnTo>
                  <a:pt x="92" y="243"/>
                </a:lnTo>
                <a:lnTo>
                  <a:pt x="90" y="243"/>
                </a:lnTo>
                <a:lnTo>
                  <a:pt x="87" y="246"/>
                </a:lnTo>
                <a:lnTo>
                  <a:pt x="83" y="248"/>
                </a:lnTo>
                <a:lnTo>
                  <a:pt x="79" y="250"/>
                </a:lnTo>
                <a:lnTo>
                  <a:pt x="80" y="250"/>
                </a:lnTo>
                <a:lnTo>
                  <a:pt x="80" y="250"/>
                </a:lnTo>
                <a:lnTo>
                  <a:pt x="80" y="251"/>
                </a:lnTo>
                <a:lnTo>
                  <a:pt x="79" y="251"/>
                </a:lnTo>
                <a:lnTo>
                  <a:pt x="78" y="252"/>
                </a:lnTo>
                <a:lnTo>
                  <a:pt x="77" y="253"/>
                </a:lnTo>
                <a:lnTo>
                  <a:pt x="76" y="254"/>
                </a:lnTo>
                <a:lnTo>
                  <a:pt x="75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69" y="255"/>
                </a:lnTo>
                <a:lnTo>
                  <a:pt x="64" y="257"/>
                </a:lnTo>
                <a:lnTo>
                  <a:pt x="63" y="257"/>
                </a:lnTo>
                <a:lnTo>
                  <a:pt x="58" y="257"/>
                </a:lnTo>
                <a:lnTo>
                  <a:pt x="53" y="258"/>
                </a:lnTo>
                <a:lnTo>
                  <a:pt x="52" y="257"/>
                </a:lnTo>
                <a:lnTo>
                  <a:pt x="50" y="257"/>
                </a:lnTo>
                <a:lnTo>
                  <a:pt x="48" y="256"/>
                </a:lnTo>
                <a:lnTo>
                  <a:pt x="46" y="255"/>
                </a:lnTo>
                <a:lnTo>
                  <a:pt x="44" y="254"/>
                </a:lnTo>
                <a:lnTo>
                  <a:pt x="42" y="252"/>
                </a:lnTo>
                <a:lnTo>
                  <a:pt x="40" y="25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35" name="iṣľíḍê">
            <a:extLst>
              <a:ext uri="{FF2B5EF4-FFF2-40B4-BE49-F238E27FC236}">
                <a16:creationId xmlns:a16="http://schemas.microsoft.com/office/drawing/2014/main" id="{E713DFF7-C2E1-426D-9FAA-159822A83256}"/>
              </a:ext>
            </a:extLst>
          </p:cNvPr>
          <p:cNvSpPr>
            <a:spLocks noGrp="1"/>
          </p:cNvSpPr>
          <p:nvPr/>
        </p:nvSpPr>
        <p:spPr>
          <a:xfrm>
            <a:off x="1779480" y="722160"/>
            <a:ext cx="40320" cy="18720"/>
          </a:xfrm>
          <a:custGeom>
            <a:avLst/>
            <a:gdLst>
              <a:gd name="textAreaLeft" fmla="*/ 0 w 40320"/>
              <a:gd name="textAreaRight" fmla="*/ 40680 w 40320"/>
              <a:gd name="textAreaTop" fmla="*/ 0 h 18720"/>
              <a:gd name="textAreaBottom" fmla="*/ 19080 h 18720"/>
              <a:gd name="GluePoint1X" fmla="*/ 68 w 93"/>
              <a:gd name="GluePoint1Y" fmla="*/ 0 h 44"/>
              <a:gd name="GluePoint2X" fmla="*/ 70 w 93"/>
              <a:gd name="GluePoint2Y" fmla="*/ 0 h 44"/>
              <a:gd name="GluePoint3X" fmla="*/ 72 w 93"/>
              <a:gd name="GluePoint3Y" fmla="*/ 0 h 44"/>
              <a:gd name="GluePoint4X" fmla="*/ 75 w 93"/>
              <a:gd name="GluePoint4Y" fmla="*/ 1 h 44"/>
              <a:gd name="GluePoint5X" fmla="*/ 76 w 93"/>
              <a:gd name="GluePoint5Y" fmla="*/ 1 h 44"/>
              <a:gd name="GluePoint6X" fmla="*/ 79 w 93"/>
              <a:gd name="GluePoint6Y" fmla="*/ 3 h 44"/>
              <a:gd name="GluePoint7X" fmla="*/ 81 w 93"/>
              <a:gd name="GluePoint7Y" fmla="*/ 4 h 44"/>
              <a:gd name="GluePoint8X" fmla="*/ 83 w 93"/>
              <a:gd name="GluePoint8Y" fmla="*/ 5 h 44"/>
              <a:gd name="GluePoint9X" fmla="*/ 85 w 93"/>
              <a:gd name="GluePoint9Y" fmla="*/ 7 h 44"/>
              <a:gd name="GluePoint10X" fmla="*/ 87 w 93"/>
              <a:gd name="GluePoint10Y" fmla="*/ 8 h 44"/>
              <a:gd name="GluePoint11X" fmla="*/ 88 w 93"/>
              <a:gd name="GluePoint11Y" fmla="*/ 10 h 44"/>
              <a:gd name="GluePoint12X" fmla="*/ 89 w 93"/>
              <a:gd name="GluePoint12Y" fmla="*/ 12 h 44"/>
              <a:gd name="GluePoint13X" fmla="*/ 91 w 93"/>
              <a:gd name="GluePoint13Y" fmla="*/ 14 h 44"/>
              <a:gd name="GluePoint14X" fmla="*/ 92 w 93"/>
              <a:gd name="GluePoint14Y" fmla="*/ 16 h 44"/>
              <a:gd name="GluePoint15X" fmla="*/ 93 w 93"/>
              <a:gd name="GluePoint15Y" fmla="*/ 18 h 44"/>
              <a:gd name="GluePoint16X" fmla="*/ 93 w 93"/>
              <a:gd name="GluePoint16Y" fmla="*/ 20 h 44"/>
              <a:gd name="GluePoint17X" fmla="*/ 93 w 93"/>
              <a:gd name="GluePoint17Y" fmla="*/ 22 h 44"/>
              <a:gd name="GluePoint18X" fmla="*/ 91 w 93"/>
              <a:gd name="GluePoint18Y" fmla="*/ 25 h 44"/>
              <a:gd name="GluePoint19X" fmla="*/ 88 w 93"/>
              <a:gd name="GluePoint19Y" fmla="*/ 30 h 44"/>
              <a:gd name="GluePoint20X" fmla="*/ 86 w 93"/>
              <a:gd name="GluePoint20Y" fmla="*/ 32 h 44"/>
              <a:gd name="GluePoint21X" fmla="*/ 84 w 93"/>
              <a:gd name="GluePoint21Y" fmla="*/ 33 h 44"/>
              <a:gd name="GluePoint22X" fmla="*/ 83 w 93"/>
              <a:gd name="GluePoint22Y" fmla="*/ 35 h 44"/>
              <a:gd name="GluePoint23X" fmla="*/ 81 w 93"/>
              <a:gd name="GluePoint23Y" fmla="*/ 36 h 44"/>
              <a:gd name="GluePoint24X" fmla="*/ 78 w 93"/>
              <a:gd name="GluePoint24Y" fmla="*/ 38 h 44"/>
              <a:gd name="GluePoint25X" fmla="*/ 72 w 93"/>
              <a:gd name="GluePoint25Y" fmla="*/ 39 h 44"/>
              <a:gd name="GluePoint26X" fmla="*/ 65 w 93"/>
              <a:gd name="GluePoint26Y" fmla="*/ 40 h 44"/>
              <a:gd name="GluePoint27X" fmla="*/ 57 w 93"/>
              <a:gd name="GluePoint27Y" fmla="*/ 42 h 44"/>
              <a:gd name="GluePoint28X" fmla="*/ 49 w 93"/>
              <a:gd name="GluePoint28Y" fmla="*/ 43 h 44"/>
              <a:gd name="GluePoint29X" fmla="*/ 42 w 93"/>
              <a:gd name="GluePoint29Y" fmla="*/ 44 h 44"/>
              <a:gd name="GluePoint30X" fmla="*/ 37 w 93"/>
              <a:gd name="GluePoint30Y" fmla="*/ 44 h 44"/>
              <a:gd name="GluePoint31X" fmla="*/ 35 w 93"/>
              <a:gd name="GluePoint31Y" fmla="*/ 44 h 44"/>
              <a:gd name="GluePoint32X" fmla="*/ 31 w 93"/>
              <a:gd name="GluePoint32Y" fmla="*/ 39 h 44"/>
              <a:gd name="GluePoint33X" fmla="*/ 28 w 93"/>
              <a:gd name="GluePoint33Y" fmla="*/ 34 h 44"/>
              <a:gd name="GluePoint34X" fmla="*/ 23 w 93"/>
              <a:gd name="GluePoint34Y" fmla="*/ 32 h 44"/>
              <a:gd name="GluePoint35X" fmla="*/ 18 w 93"/>
              <a:gd name="GluePoint35Y" fmla="*/ 30 h 44"/>
              <a:gd name="GluePoint36X" fmla="*/ 14 w 93"/>
              <a:gd name="GluePoint36Y" fmla="*/ 29 h 44"/>
              <a:gd name="GluePoint37X" fmla="*/ 10 w 93"/>
              <a:gd name="GluePoint37Y" fmla="*/ 28 h 44"/>
              <a:gd name="GluePoint38X" fmla="*/ 8 w 93"/>
              <a:gd name="GluePoint38Y" fmla="*/ 27 h 44"/>
              <a:gd name="GluePoint39X" fmla="*/ 6 w 93"/>
              <a:gd name="GluePoint39Y" fmla="*/ 25 h 44"/>
              <a:gd name="GluePoint40X" fmla="*/ 5 w 93"/>
              <a:gd name="GluePoint40Y" fmla="*/ 24 h 44"/>
              <a:gd name="GluePoint41X" fmla="*/ 4 w 93"/>
              <a:gd name="GluePoint41Y" fmla="*/ 22 h 44"/>
              <a:gd name="GluePoint42X" fmla="*/ 2 w 93"/>
              <a:gd name="GluePoint42Y" fmla="*/ 20 h 44"/>
              <a:gd name="GluePoint43X" fmla="*/ 1 w 93"/>
              <a:gd name="GluePoint43Y" fmla="*/ 17 h 44"/>
              <a:gd name="GluePoint44X" fmla="*/ 0 w 93"/>
              <a:gd name="GluePoint44Y" fmla="*/ 15 h 44"/>
              <a:gd name="GluePoint45X" fmla="*/ 0 w 93"/>
              <a:gd name="GluePoint45Y" fmla="*/ 11 h 44"/>
              <a:gd name="GluePoint46X" fmla="*/ 4 w 93"/>
              <a:gd name="GluePoint46Y" fmla="*/ 9 h 44"/>
              <a:gd name="GluePoint47X" fmla="*/ 8 w 93"/>
              <a:gd name="GluePoint47Y" fmla="*/ 8 h 44"/>
              <a:gd name="GluePoint48X" fmla="*/ 12 w 93"/>
              <a:gd name="GluePoint48Y" fmla="*/ 7 h 44"/>
              <a:gd name="GluePoint49X" fmla="*/ 17 w 93"/>
              <a:gd name="GluePoint49Y" fmla="*/ 7 h 44"/>
              <a:gd name="GluePoint50X" fmla="*/ 28 w 93"/>
              <a:gd name="GluePoint50Y" fmla="*/ 6 h 44"/>
              <a:gd name="GluePoint51X" fmla="*/ 39 w 93"/>
              <a:gd name="GluePoint51Y" fmla="*/ 6 h 44"/>
              <a:gd name="GluePoint52X" fmla="*/ 40 w 93"/>
              <a:gd name="GluePoint52Y" fmla="*/ 5 h 44"/>
              <a:gd name="GluePoint53X" fmla="*/ 41 w 93"/>
              <a:gd name="GluePoint53Y" fmla="*/ 4 h 44"/>
              <a:gd name="GluePoint54X" fmla="*/ 43 w 93"/>
              <a:gd name="GluePoint54Y" fmla="*/ 3 h 44"/>
              <a:gd name="GluePoint55X" fmla="*/ 45 w 93"/>
              <a:gd name="GluePoint55Y" fmla="*/ 3 h 44"/>
              <a:gd name="GluePoint56X" fmla="*/ 48 w 93"/>
              <a:gd name="GluePoint56Y" fmla="*/ 2 h 44"/>
              <a:gd name="GluePoint57X" fmla="*/ 53 w 93"/>
              <a:gd name="GluePoint57Y" fmla="*/ 2 h 44"/>
              <a:gd name="GluePoint58X" fmla="*/ 58 w 93"/>
              <a:gd name="GluePoint58Y" fmla="*/ 3 h 44"/>
              <a:gd name="GluePoint59X" fmla="*/ 62 w 93"/>
              <a:gd name="GluePoint59Y" fmla="*/ 2 h 44"/>
              <a:gd name="GluePoint60X" fmla="*/ 64 w 93"/>
              <a:gd name="GluePoint60Y" fmla="*/ 2 h 44"/>
              <a:gd name="GluePoint61X" fmla="*/ 65 w 93"/>
              <a:gd name="GluePoint61Y" fmla="*/ 1 h 44"/>
              <a:gd name="GluePoint62X" fmla="*/ 67 w 93"/>
              <a:gd name="GluePoint62Y" fmla="*/ 0 h 44"/>
              <a:gd name="GluePoint63X" fmla="*/ 68 w 93"/>
              <a:gd name="GluePoint63Y" fmla="*/ 0 h 44"/>
            </a:gdLst>
            <a:ahLst/>
            <a:cxnLst/>
            <a:rect l="textAreaLeft" t="textAreaTop" r="textAreaRight" b="textAreaBottom"/>
            <a:pathLst>
              <a:path w="93" h="44">
                <a:moveTo>
                  <a:pt x="68" y="0"/>
                </a:moveTo>
                <a:lnTo>
                  <a:pt x="70" y="0"/>
                </a:lnTo>
                <a:lnTo>
                  <a:pt x="72" y="0"/>
                </a:lnTo>
                <a:lnTo>
                  <a:pt x="75" y="1"/>
                </a:lnTo>
                <a:lnTo>
                  <a:pt x="76" y="1"/>
                </a:lnTo>
                <a:lnTo>
                  <a:pt x="79" y="3"/>
                </a:lnTo>
                <a:lnTo>
                  <a:pt x="81" y="4"/>
                </a:lnTo>
                <a:lnTo>
                  <a:pt x="83" y="5"/>
                </a:lnTo>
                <a:lnTo>
                  <a:pt x="85" y="7"/>
                </a:lnTo>
                <a:lnTo>
                  <a:pt x="87" y="8"/>
                </a:lnTo>
                <a:lnTo>
                  <a:pt x="88" y="10"/>
                </a:lnTo>
                <a:lnTo>
                  <a:pt x="89" y="12"/>
                </a:lnTo>
                <a:lnTo>
                  <a:pt x="91" y="14"/>
                </a:lnTo>
                <a:lnTo>
                  <a:pt x="92" y="16"/>
                </a:lnTo>
                <a:lnTo>
                  <a:pt x="93" y="18"/>
                </a:lnTo>
                <a:lnTo>
                  <a:pt x="93" y="20"/>
                </a:lnTo>
                <a:lnTo>
                  <a:pt x="93" y="22"/>
                </a:lnTo>
                <a:lnTo>
                  <a:pt x="91" y="25"/>
                </a:lnTo>
                <a:lnTo>
                  <a:pt x="88" y="30"/>
                </a:lnTo>
                <a:lnTo>
                  <a:pt x="86" y="32"/>
                </a:lnTo>
                <a:lnTo>
                  <a:pt x="84" y="33"/>
                </a:lnTo>
                <a:lnTo>
                  <a:pt x="83" y="35"/>
                </a:lnTo>
                <a:lnTo>
                  <a:pt x="81" y="36"/>
                </a:lnTo>
                <a:lnTo>
                  <a:pt x="78" y="38"/>
                </a:lnTo>
                <a:lnTo>
                  <a:pt x="72" y="39"/>
                </a:lnTo>
                <a:lnTo>
                  <a:pt x="65" y="40"/>
                </a:lnTo>
                <a:lnTo>
                  <a:pt x="57" y="42"/>
                </a:lnTo>
                <a:lnTo>
                  <a:pt x="49" y="43"/>
                </a:lnTo>
                <a:lnTo>
                  <a:pt x="42" y="44"/>
                </a:lnTo>
                <a:lnTo>
                  <a:pt x="37" y="44"/>
                </a:lnTo>
                <a:lnTo>
                  <a:pt x="35" y="44"/>
                </a:lnTo>
                <a:lnTo>
                  <a:pt x="31" y="39"/>
                </a:lnTo>
                <a:lnTo>
                  <a:pt x="28" y="34"/>
                </a:lnTo>
                <a:lnTo>
                  <a:pt x="23" y="32"/>
                </a:lnTo>
                <a:lnTo>
                  <a:pt x="18" y="30"/>
                </a:lnTo>
                <a:lnTo>
                  <a:pt x="14" y="29"/>
                </a:lnTo>
                <a:lnTo>
                  <a:pt x="10" y="28"/>
                </a:lnTo>
                <a:lnTo>
                  <a:pt x="8" y="27"/>
                </a:lnTo>
                <a:lnTo>
                  <a:pt x="6" y="25"/>
                </a:lnTo>
                <a:lnTo>
                  <a:pt x="5" y="24"/>
                </a:lnTo>
                <a:lnTo>
                  <a:pt x="4" y="22"/>
                </a:lnTo>
                <a:lnTo>
                  <a:pt x="2" y="20"/>
                </a:lnTo>
                <a:lnTo>
                  <a:pt x="1" y="17"/>
                </a:lnTo>
                <a:lnTo>
                  <a:pt x="0" y="15"/>
                </a:lnTo>
                <a:lnTo>
                  <a:pt x="0" y="11"/>
                </a:lnTo>
                <a:lnTo>
                  <a:pt x="4" y="9"/>
                </a:lnTo>
                <a:lnTo>
                  <a:pt x="8" y="8"/>
                </a:lnTo>
                <a:lnTo>
                  <a:pt x="12" y="7"/>
                </a:lnTo>
                <a:lnTo>
                  <a:pt x="17" y="7"/>
                </a:lnTo>
                <a:lnTo>
                  <a:pt x="28" y="6"/>
                </a:lnTo>
                <a:lnTo>
                  <a:pt x="39" y="6"/>
                </a:lnTo>
                <a:lnTo>
                  <a:pt x="40" y="5"/>
                </a:lnTo>
                <a:lnTo>
                  <a:pt x="41" y="4"/>
                </a:lnTo>
                <a:lnTo>
                  <a:pt x="43" y="3"/>
                </a:lnTo>
                <a:lnTo>
                  <a:pt x="45" y="3"/>
                </a:lnTo>
                <a:lnTo>
                  <a:pt x="48" y="2"/>
                </a:lnTo>
                <a:lnTo>
                  <a:pt x="53" y="2"/>
                </a:lnTo>
                <a:lnTo>
                  <a:pt x="58" y="3"/>
                </a:lnTo>
                <a:lnTo>
                  <a:pt x="62" y="2"/>
                </a:lnTo>
                <a:lnTo>
                  <a:pt x="64" y="2"/>
                </a:lnTo>
                <a:lnTo>
                  <a:pt x="65" y="1"/>
                </a:lnTo>
                <a:lnTo>
                  <a:pt x="67" y="0"/>
                </a:lnTo>
                <a:lnTo>
                  <a:pt x="68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endParaRPr/>
          </a:p>
        </p:txBody>
      </p:sp>
      <p:sp>
        <p:nvSpPr>
          <p:cNvPr id="136" name="ïsḻîďe">
            <a:extLst>
              <a:ext uri="{FF2B5EF4-FFF2-40B4-BE49-F238E27FC236}">
                <a16:creationId xmlns:a16="http://schemas.microsoft.com/office/drawing/2014/main" id="{45154758-F676-40E3-B941-E93ED73AD902}"/>
              </a:ext>
            </a:extLst>
          </p:cNvPr>
          <p:cNvSpPr>
            <a:spLocks noGrp="1"/>
          </p:cNvSpPr>
          <p:nvPr/>
        </p:nvSpPr>
        <p:spPr>
          <a:xfrm>
            <a:off x="1712160" y="728640"/>
            <a:ext cx="24840" cy="77760"/>
          </a:xfrm>
          <a:custGeom>
            <a:avLst/>
            <a:gdLst>
              <a:gd name="textAreaLeft" fmla="*/ 0 w 24840"/>
              <a:gd name="textAreaRight" fmla="*/ 25200 w 24840"/>
              <a:gd name="textAreaTop" fmla="*/ 0 h 77760"/>
              <a:gd name="textAreaBottom" fmla="*/ 78120 h 77760"/>
              <a:gd name="GluePoint1X" fmla="*/ 28 w 58"/>
              <a:gd name="GluePoint1Y" fmla="*/ 1 h 179"/>
              <a:gd name="GluePoint2X" fmla="*/ 31 w 58"/>
              <a:gd name="GluePoint2Y" fmla="*/ 2 h 179"/>
              <a:gd name="GluePoint3X" fmla="*/ 33 w 58"/>
              <a:gd name="GluePoint3Y" fmla="*/ 6 h 179"/>
              <a:gd name="GluePoint4X" fmla="*/ 38 w 58"/>
              <a:gd name="GluePoint4Y" fmla="*/ 14 h 179"/>
              <a:gd name="GluePoint5X" fmla="*/ 43 w 58"/>
              <a:gd name="GluePoint5Y" fmla="*/ 22 h 179"/>
              <a:gd name="GluePoint6X" fmla="*/ 46 w 58"/>
              <a:gd name="GluePoint6Y" fmla="*/ 29 h 179"/>
              <a:gd name="GluePoint7X" fmla="*/ 47 w 58"/>
              <a:gd name="GluePoint7Y" fmla="*/ 40 h 179"/>
              <a:gd name="GluePoint8X" fmla="*/ 49 w 58"/>
              <a:gd name="GluePoint8Y" fmla="*/ 49 h 179"/>
              <a:gd name="GluePoint9X" fmla="*/ 49 w 58"/>
              <a:gd name="GluePoint9Y" fmla="*/ 55 h 179"/>
              <a:gd name="GluePoint10X" fmla="*/ 51 w 58"/>
              <a:gd name="GluePoint10Y" fmla="*/ 65 h 179"/>
              <a:gd name="GluePoint11X" fmla="*/ 55 w 58"/>
              <a:gd name="GluePoint11Y" fmla="*/ 79 h 179"/>
              <a:gd name="GluePoint12X" fmla="*/ 58 w 58"/>
              <a:gd name="GluePoint12Y" fmla="*/ 96 h 179"/>
              <a:gd name="GluePoint13X" fmla="*/ 58 w 58"/>
              <a:gd name="GluePoint13Y" fmla="*/ 113 h 179"/>
              <a:gd name="GluePoint14X" fmla="*/ 57 w 58"/>
              <a:gd name="GluePoint14Y" fmla="*/ 131 h 179"/>
              <a:gd name="GluePoint15X" fmla="*/ 54 w 58"/>
              <a:gd name="GluePoint15Y" fmla="*/ 148 h 179"/>
              <a:gd name="GluePoint16X" fmla="*/ 50 w 58"/>
              <a:gd name="GluePoint16Y" fmla="*/ 159 h 179"/>
              <a:gd name="GluePoint17X" fmla="*/ 46 w 58"/>
              <a:gd name="GluePoint17Y" fmla="*/ 166 h 179"/>
              <a:gd name="GluePoint18X" fmla="*/ 42 w 58"/>
              <a:gd name="GluePoint18Y" fmla="*/ 172 h 179"/>
              <a:gd name="GluePoint19X" fmla="*/ 38 w 58"/>
              <a:gd name="GluePoint19Y" fmla="*/ 177 h 179"/>
              <a:gd name="GluePoint20X" fmla="*/ 33 w 58"/>
              <a:gd name="GluePoint20Y" fmla="*/ 179 h 179"/>
              <a:gd name="GluePoint21X" fmla="*/ 27 w 58"/>
              <a:gd name="GluePoint21Y" fmla="*/ 179 h 179"/>
              <a:gd name="GluePoint22X" fmla="*/ 22 w 58"/>
              <a:gd name="GluePoint22Y" fmla="*/ 176 h 179"/>
              <a:gd name="GluePoint23X" fmla="*/ 16 w 58"/>
              <a:gd name="GluePoint23Y" fmla="*/ 170 h 179"/>
              <a:gd name="GluePoint24X" fmla="*/ 10 w 58"/>
              <a:gd name="GluePoint24Y" fmla="*/ 165 h 179"/>
              <a:gd name="GluePoint25X" fmla="*/ 5 w 58"/>
              <a:gd name="GluePoint25Y" fmla="*/ 159 h 179"/>
              <a:gd name="GluePoint26X" fmla="*/ 2 w 58"/>
              <a:gd name="GluePoint26Y" fmla="*/ 154 h 179"/>
              <a:gd name="GluePoint27X" fmla="*/ 1 w 58"/>
              <a:gd name="GluePoint27Y" fmla="*/ 151 h 179"/>
              <a:gd name="GluePoint28X" fmla="*/ 0 w 58"/>
              <a:gd name="GluePoint28Y" fmla="*/ 144 h 179"/>
              <a:gd name="GluePoint29X" fmla="*/ 2 w 58"/>
              <a:gd name="GluePoint29Y" fmla="*/ 131 h 179"/>
              <a:gd name="GluePoint30X" fmla="*/ 4 w 58"/>
              <a:gd name="GluePoint30Y" fmla="*/ 117 h 179"/>
              <a:gd name="GluePoint31X" fmla="*/ 10 w 58"/>
              <a:gd name="GluePoint31Y" fmla="*/ 96 h 179"/>
              <a:gd name="GluePoint32X" fmla="*/ 17 w 58"/>
              <a:gd name="GluePoint32Y" fmla="*/ 72 h 179"/>
              <a:gd name="GluePoint33X" fmla="*/ 20 w 58"/>
              <a:gd name="GluePoint33Y" fmla="*/ 61 h 179"/>
              <a:gd name="GluePoint34X" fmla="*/ 21 w 58"/>
              <a:gd name="GluePoint34Y" fmla="*/ 53 h 179"/>
              <a:gd name="GluePoint35X" fmla="*/ 19 w 58"/>
              <a:gd name="GluePoint35Y" fmla="*/ 39 h 179"/>
              <a:gd name="GluePoint36X" fmla="*/ 18 w 58"/>
              <a:gd name="GluePoint36Y" fmla="*/ 25 h 179"/>
              <a:gd name="GluePoint37X" fmla="*/ 17 w 58"/>
              <a:gd name="GluePoint37Y" fmla="*/ 17 h 179"/>
              <a:gd name="GluePoint38X" fmla="*/ 18 w 58"/>
              <a:gd name="GluePoint38Y" fmla="*/ 9 h 179"/>
              <a:gd name="GluePoint39X" fmla="*/ 18 w 58"/>
              <a:gd name="GluePoint39Y" fmla="*/ 5 h 179"/>
              <a:gd name="GluePoint40X" fmla="*/ 20 w 58"/>
              <a:gd name="GluePoint40Y" fmla="*/ 3 h 179"/>
              <a:gd name="GluePoint41X" fmla="*/ 22 w 58"/>
              <a:gd name="GluePoint41Y" fmla="*/ 1 h 179"/>
              <a:gd name="GluePoint42X" fmla="*/ 24 w 58"/>
              <a:gd name="GluePoint42Y" fmla="*/ 1 h 179"/>
            </a:gdLst>
            <a:ahLst/>
            <a:cxnLst/>
            <a:rect l="textAreaLeft" t="textAreaTop" r="textAreaRight" b="textAreaBottom"/>
            <a:pathLst>
              <a:path w="58" h="179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1" y="2"/>
                </a:lnTo>
                <a:lnTo>
                  <a:pt x="32" y="4"/>
                </a:lnTo>
                <a:lnTo>
                  <a:pt x="33" y="6"/>
                </a:lnTo>
                <a:lnTo>
                  <a:pt x="35" y="10"/>
                </a:lnTo>
                <a:lnTo>
                  <a:pt x="38" y="14"/>
                </a:lnTo>
                <a:lnTo>
                  <a:pt x="41" y="18"/>
                </a:lnTo>
                <a:lnTo>
                  <a:pt x="43" y="22"/>
                </a:lnTo>
                <a:lnTo>
                  <a:pt x="44" y="25"/>
                </a:lnTo>
                <a:lnTo>
                  <a:pt x="46" y="29"/>
                </a:lnTo>
                <a:lnTo>
                  <a:pt x="46" y="34"/>
                </a:lnTo>
                <a:lnTo>
                  <a:pt x="47" y="40"/>
                </a:lnTo>
                <a:lnTo>
                  <a:pt x="49" y="46"/>
                </a:lnTo>
                <a:lnTo>
                  <a:pt x="49" y="49"/>
                </a:lnTo>
                <a:lnTo>
                  <a:pt x="49" y="53"/>
                </a:lnTo>
                <a:lnTo>
                  <a:pt x="49" y="55"/>
                </a:lnTo>
                <a:lnTo>
                  <a:pt x="49" y="58"/>
                </a:lnTo>
                <a:lnTo>
                  <a:pt x="51" y="65"/>
                </a:lnTo>
                <a:lnTo>
                  <a:pt x="54" y="72"/>
                </a:lnTo>
                <a:lnTo>
                  <a:pt x="55" y="79"/>
                </a:lnTo>
                <a:lnTo>
                  <a:pt x="56" y="87"/>
                </a:lnTo>
                <a:lnTo>
                  <a:pt x="58" y="96"/>
                </a:lnTo>
                <a:lnTo>
                  <a:pt x="58" y="105"/>
                </a:lnTo>
                <a:lnTo>
                  <a:pt x="58" y="113"/>
                </a:lnTo>
                <a:lnTo>
                  <a:pt x="58" y="122"/>
                </a:lnTo>
                <a:lnTo>
                  <a:pt x="57" y="131"/>
                </a:lnTo>
                <a:lnTo>
                  <a:pt x="55" y="140"/>
                </a:lnTo>
                <a:lnTo>
                  <a:pt x="54" y="148"/>
                </a:lnTo>
                <a:lnTo>
                  <a:pt x="50" y="156"/>
                </a:lnTo>
                <a:lnTo>
                  <a:pt x="50" y="159"/>
                </a:lnTo>
                <a:lnTo>
                  <a:pt x="48" y="163"/>
                </a:lnTo>
                <a:lnTo>
                  <a:pt x="46" y="166"/>
                </a:lnTo>
                <a:lnTo>
                  <a:pt x="45" y="169"/>
                </a:lnTo>
                <a:lnTo>
                  <a:pt x="42" y="172"/>
                </a:lnTo>
                <a:lnTo>
                  <a:pt x="41" y="174"/>
                </a:lnTo>
                <a:lnTo>
                  <a:pt x="38" y="177"/>
                </a:lnTo>
                <a:lnTo>
                  <a:pt x="36" y="179"/>
                </a:lnTo>
                <a:lnTo>
                  <a:pt x="33" y="179"/>
                </a:lnTo>
                <a:lnTo>
                  <a:pt x="30" y="179"/>
                </a:lnTo>
                <a:lnTo>
                  <a:pt x="27" y="179"/>
                </a:lnTo>
                <a:lnTo>
                  <a:pt x="24" y="179"/>
                </a:lnTo>
                <a:lnTo>
                  <a:pt x="22" y="176"/>
                </a:lnTo>
                <a:lnTo>
                  <a:pt x="19" y="173"/>
                </a:lnTo>
                <a:lnTo>
                  <a:pt x="16" y="170"/>
                </a:lnTo>
                <a:lnTo>
                  <a:pt x="14" y="168"/>
                </a:lnTo>
                <a:lnTo>
                  <a:pt x="10" y="165"/>
                </a:lnTo>
                <a:lnTo>
                  <a:pt x="8" y="162"/>
                </a:lnTo>
                <a:lnTo>
                  <a:pt x="5" y="159"/>
                </a:lnTo>
                <a:lnTo>
                  <a:pt x="2" y="156"/>
                </a:lnTo>
                <a:lnTo>
                  <a:pt x="2" y="154"/>
                </a:lnTo>
                <a:lnTo>
                  <a:pt x="1" y="153"/>
                </a:lnTo>
                <a:lnTo>
                  <a:pt x="1" y="151"/>
                </a:lnTo>
                <a:lnTo>
                  <a:pt x="1" y="149"/>
                </a:lnTo>
                <a:lnTo>
                  <a:pt x="0" y="144"/>
                </a:lnTo>
                <a:lnTo>
                  <a:pt x="1" y="137"/>
                </a:lnTo>
                <a:lnTo>
                  <a:pt x="2" y="131"/>
                </a:lnTo>
                <a:lnTo>
                  <a:pt x="2" y="125"/>
                </a:lnTo>
                <a:lnTo>
                  <a:pt x="4" y="117"/>
                </a:lnTo>
                <a:lnTo>
                  <a:pt x="6" y="110"/>
                </a:lnTo>
                <a:lnTo>
                  <a:pt x="10" y="96"/>
                </a:lnTo>
                <a:lnTo>
                  <a:pt x="14" y="83"/>
                </a:lnTo>
                <a:lnTo>
                  <a:pt x="17" y="72"/>
                </a:lnTo>
                <a:lnTo>
                  <a:pt x="19" y="65"/>
                </a:lnTo>
                <a:lnTo>
                  <a:pt x="20" y="61"/>
                </a:lnTo>
                <a:lnTo>
                  <a:pt x="21" y="57"/>
                </a:lnTo>
                <a:lnTo>
                  <a:pt x="21" y="53"/>
                </a:lnTo>
                <a:lnTo>
                  <a:pt x="21" y="49"/>
                </a:lnTo>
                <a:lnTo>
                  <a:pt x="19" y="39"/>
                </a:lnTo>
                <a:lnTo>
                  <a:pt x="18" y="29"/>
                </a:lnTo>
                <a:lnTo>
                  <a:pt x="18" y="25"/>
                </a:lnTo>
                <a:lnTo>
                  <a:pt x="18" y="21"/>
                </a:lnTo>
                <a:lnTo>
                  <a:pt x="17" y="17"/>
                </a:lnTo>
                <a:lnTo>
                  <a:pt x="17" y="13"/>
                </a:lnTo>
                <a:lnTo>
                  <a:pt x="18" y="9"/>
                </a:lnTo>
                <a:lnTo>
                  <a:pt x="18" y="7"/>
                </a:lnTo>
                <a:lnTo>
                  <a:pt x="18" y="5"/>
                </a:lnTo>
                <a:lnTo>
                  <a:pt x="19" y="5"/>
                </a:lnTo>
                <a:lnTo>
                  <a:pt x="20" y="3"/>
                </a:lnTo>
                <a:lnTo>
                  <a:pt x="21" y="3"/>
                </a:lnTo>
                <a:lnTo>
                  <a:pt x="22" y="1"/>
                </a:lnTo>
                <a:lnTo>
                  <a:pt x="23" y="1"/>
                </a:lnTo>
                <a:lnTo>
                  <a:pt x="24" y="1"/>
                </a:lnTo>
                <a:lnTo>
                  <a:pt x="2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3120" rIns="90000" bIns="33120" anchor="ctr">
            <a:noAutofit/>
          </a:bodyPr>
          <a:lstStyle/>
          <a:p>
            <a:endParaRPr/>
          </a:p>
        </p:txBody>
      </p:sp>
      <p:sp>
        <p:nvSpPr>
          <p:cNvPr id="137" name="íşḻïḓe">
            <a:extLst>
              <a:ext uri="{FF2B5EF4-FFF2-40B4-BE49-F238E27FC236}">
                <a16:creationId xmlns:a16="http://schemas.microsoft.com/office/drawing/2014/main" id="{2779D5E2-81B3-431C-B5AB-BBFC11CB82E1}"/>
              </a:ext>
            </a:extLst>
          </p:cNvPr>
          <p:cNvSpPr>
            <a:spLocks noGrp="1"/>
          </p:cNvSpPr>
          <p:nvPr/>
        </p:nvSpPr>
        <p:spPr>
          <a:xfrm>
            <a:off x="1767600" y="746280"/>
            <a:ext cx="57600" cy="66960"/>
          </a:xfrm>
          <a:custGeom>
            <a:avLst/>
            <a:gdLst>
              <a:gd name="textAreaLeft" fmla="*/ 0 w 57600"/>
              <a:gd name="textAreaRight" fmla="*/ 57960 w 57600"/>
              <a:gd name="textAreaTop" fmla="*/ 0 h 66960"/>
              <a:gd name="textAreaBottom" fmla="*/ 67320 h 66960"/>
              <a:gd name="GluePoint1X" fmla="*/ 126 w 133"/>
              <a:gd name="GluePoint1Y" fmla="*/ 1 h 154"/>
              <a:gd name="GluePoint2X" fmla="*/ 133 w 133"/>
              <a:gd name="GluePoint2Y" fmla="*/ 5 h 154"/>
              <a:gd name="GluePoint3X" fmla="*/ 131 w 133"/>
              <a:gd name="GluePoint3Y" fmla="*/ 11 h 154"/>
              <a:gd name="GluePoint4X" fmla="*/ 125 w 133"/>
              <a:gd name="GluePoint4Y" fmla="*/ 23 h 154"/>
              <a:gd name="GluePoint5X" fmla="*/ 115 w 133"/>
              <a:gd name="GluePoint5Y" fmla="*/ 33 h 154"/>
              <a:gd name="GluePoint6X" fmla="*/ 96 w 133"/>
              <a:gd name="GluePoint6Y" fmla="*/ 49 h 154"/>
              <a:gd name="GluePoint7X" fmla="*/ 89 w 133"/>
              <a:gd name="GluePoint7Y" fmla="*/ 58 h 154"/>
              <a:gd name="GluePoint8X" fmla="*/ 89 w 133"/>
              <a:gd name="GluePoint8Y" fmla="*/ 67 h 154"/>
              <a:gd name="GluePoint9X" fmla="*/ 84 w 133"/>
              <a:gd name="GluePoint9Y" fmla="*/ 74 h 154"/>
              <a:gd name="GluePoint10X" fmla="*/ 85 w 133"/>
              <a:gd name="GluePoint10Y" fmla="*/ 85 h 154"/>
              <a:gd name="GluePoint11X" fmla="*/ 82 w 133"/>
              <a:gd name="GluePoint11Y" fmla="*/ 95 h 154"/>
              <a:gd name="GluePoint12X" fmla="*/ 80 w 133"/>
              <a:gd name="GluePoint12Y" fmla="*/ 108 h 154"/>
              <a:gd name="GluePoint13X" fmla="*/ 84 w 133"/>
              <a:gd name="GluePoint13Y" fmla="*/ 128 h 154"/>
              <a:gd name="GluePoint14X" fmla="*/ 86 w 133"/>
              <a:gd name="GluePoint14Y" fmla="*/ 139 h 154"/>
              <a:gd name="GluePoint15X" fmla="*/ 85 w 133"/>
              <a:gd name="GluePoint15Y" fmla="*/ 145 h 154"/>
              <a:gd name="GluePoint16X" fmla="*/ 83 w 133"/>
              <a:gd name="GluePoint16Y" fmla="*/ 149 h 154"/>
              <a:gd name="GluePoint17X" fmla="*/ 78 w 133"/>
              <a:gd name="GluePoint17Y" fmla="*/ 153 h 154"/>
              <a:gd name="GluePoint18X" fmla="*/ 71 w 133"/>
              <a:gd name="GluePoint18Y" fmla="*/ 154 h 154"/>
              <a:gd name="GluePoint19X" fmla="*/ 59 w 133"/>
              <a:gd name="GluePoint19Y" fmla="*/ 152 h 154"/>
              <a:gd name="GluePoint20X" fmla="*/ 51 w 133"/>
              <a:gd name="GluePoint20Y" fmla="*/ 149 h 154"/>
              <a:gd name="GluePoint21X" fmla="*/ 44 w 133"/>
              <a:gd name="GluePoint21Y" fmla="*/ 146 h 154"/>
              <a:gd name="GluePoint22X" fmla="*/ 39 w 133"/>
              <a:gd name="GluePoint22Y" fmla="*/ 141 h 154"/>
              <a:gd name="GluePoint23X" fmla="*/ 36 w 133"/>
              <a:gd name="GluePoint23Y" fmla="*/ 137 h 154"/>
              <a:gd name="GluePoint24X" fmla="*/ 34 w 133"/>
              <a:gd name="GluePoint24Y" fmla="*/ 123 h 154"/>
              <a:gd name="GluePoint25X" fmla="*/ 34 w 133"/>
              <a:gd name="GluePoint25Y" fmla="*/ 107 h 154"/>
              <a:gd name="GluePoint26X" fmla="*/ 33 w 133"/>
              <a:gd name="GluePoint26Y" fmla="*/ 83 h 154"/>
              <a:gd name="GluePoint27X" fmla="*/ 27 w 133"/>
              <a:gd name="GluePoint27Y" fmla="*/ 81 h 154"/>
              <a:gd name="GluePoint28X" fmla="*/ 18 w 133"/>
              <a:gd name="GluePoint28Y" fmla="*/ 85 h 154"/>
              <a:gd name="GluePoint29X" fmla="*/ 7 w 133"/>
              <a:gd name="GluePoint29Y" fmla="*/ 77 h 154"/>
              <a:gd name="GluePoint30X" fmla="*/ 1 w 133"/>
              <a:gd name="GluePoint30Y" fmla="*/ 69 h 154"/>
              <a:gd name="GluePoint31X" fmla="*/ 3 w 133"/>
              <a:gd name="GluePoint31Y" fmla="*/ 65 h 154"/>
              <a:gd name="GluePoint32X" fmla="*/ 8 w 133"/>
              <a:gd name="GluePoint32Y" fmla="*/ 61 h 154"/>
              <a:gd name="GluePoint33X" fmla="*/ 19 w 133"/>
              <a:gd name="GluePoint33Y" fmla="*/ 61 h 154"/>
              <a:gd name="GluePoint34X" fmla="*/ 27 w 133"/>
              <a:gd name="GluePoint34Y" fmla="*/ 60 h 154"/>
              <a:gd name="GluePoint35X" fmla="*/ 34 w 133"/>
              <a:gd name="GluePoint35Y" fmla="*/ 55 h 154"/>
              <a:gd name="GluePoint36X" fmla="*/ 40 w 133"/>
              <a:gd name="GluePoint36Y" fmla="*/ 46 h 154"/>
              <a:gd name="GluePoint37X" fmla="*/ 43 w 133"/>
              <a:gd name="GluePoint37Y" fmla="*/ 41 h 154"/>
              <a:gd name="GluePoint38X" fmla="*/ 43 w 133"/>
              <a:gd name="GluePoint38Y" fmla="*/ 28 h 154"/>
              <a:gd name="GluePoint39X" fmla="*/ 44 w 133"/>
              <a:gd name="GluePoint39Y" fmla="*/ 21 h 154"/>
              <a:gd name="GluePoint40X" fmla="*/ 48 w 133"/>
              <a:gd name="GluePoint40Y" fmla="*/ 17 h 154"/>
              <a:gd name="GluePoint41X" fmla="*/ 51 w 133"/>
              <a:gd name="GluePoint41Y" fmla="*/ 14 h 154"/>
              <a:gd name="GluePoint42X" fmla="*/ 59 w 133"/>
              <a:gd name="GluePoint42Y" fmla="*/ 15 h 154"/>
              <a:gd name="GluePoint43X" fmla="*/ 63 w 133"/>
              <a:gd name="GluePoint43Y" fmla="*/ 19 h 154"/>
              <a:gd name="GluePoint44X" fmla="*/ 75 w 133"/>
              <a:gd name="GluePoint44Y" fmla="*/ 25 h 154"/>
              <a:gd name="GluePoint45X" fmla="*/ 89 w 133"/>
              <a:gd name="GluePoint45Y" fmla="*/ 28 h 154"/>
              <a:gd name="GluePoint46X" fmla="*/ 99 w 133"/>
              <a:gd name="GluePoint46Y" fmla="*/ 17 h 154"/>
              <a:gd name="GluePoint47X" fmla="*/ 111 w 133"/>
              <a:gd name="GluePoint47Y" fmla="*/ 8 h 154"/>
              <a:gd name="GluePoint48X" fmla="*/ 116 w 133"/>
              <a:gd name="GluePoint48Y" fmla="*/ 2 h 154"/>
            </a:gdLst>
            <a:ahLst/>
            <a:cxnLst/>
            <a:rect l="textAreaLeft" t="textAreaTop" r="textAreaRight" b="textAreaBottom"/>
            <a:pathLst>
              <a:path w="133" h="154">
                <a:moveTo>
                  <a:pt x="117" y="0"/>
                </a:moveTo>
                <a:lnTo>
                  <a:pt x="122" y="0"/>
                </a:lnTo>
                <a:lnTo>
                  <a:pt x="126" y="1"/>
                </a:lnTo>
                <a:lnTo>
                  <a:pt x="130" y="1"/>
                </a:lnTo>
                <a:lnTo>
                  <a:pt x="133" y="2"/>
                </a:lnTo>
                <a:lnTo>
                  <a:pt x="133" y="5"/>
                </a:lnTo>
                <a:lnTo>
                  <a:pt x="133" y="7"/>
                </a:lnTo>
                <a:lnTo>
                  <a:pt x="132" y="9"/>
                </a:lnTo>
                <a:lnTo>
                  <a:pt x="131" y="11"/>
                </a:lnTo>
                <a:lnTo>
                  <a:pt x="130" y="15"/>
                </a:lnTo>
                <a:lnTo>
                  <a:pt x="127" y="19"/>
                </a:lnTo>
                <a:lnTo>
                  <a:pt x="125" y="23"/>
                </a:lnTo>
                <a:lnTo>
                  <a:pt x="122" y="27"/>
                </a:lnTo>
                <a:lnTo>
                  <a:pt x="119" y="30"/>
                </a:lnTo>
                <a:lnTo>
                  <a:pt x="115" y="33"/>
                </a:lnTo>
                <a:lnTo>
                  <a:pt x="107" y="40"/>
                </a:lnTo>
                <a:lnTo>
                  <a:pt x="99" y="45"/>
                </a:lnTo>
                <a:lnTo>
                  <a:pt x="96" y="49"/>
                </a:lnTo>
                <a:lnTo>
                  <a:pt x="94" y="52"/>
                </a:lnTo>
                <a:lnTo>
                  <a:pt x="91" y="55"/>
                </a:lnTo>
                <a:lnTo>
                  <a:pt x="89" y="58"/>
                </a:lnTo>
                <a:lnTo>
                  <a:pt x="89" y="61"/>
                </a:lnTo>
                <a:lnTo>
                  <a:pt x="89" y="64"/>
                </a:lnTo>
                <a:lnTo>
                  <a:pt x="89" y="67"/>
                </a:lnTo>
                <a:lnTo>
                  <a:pt x="89" y="69"/>
                </a:lnTo>
                <a:lnTo>
                  <a:pt x="87" y="72"/>
                </a:lnTo>
                <a:lnTo>
                  <a:pt x="84" y="74"/>
                </a:lnTo>
                <a:lnTo>
                  <a:pt x="85" y="78"/>
                </a:lnTo>
                <a:lnTo>
                  <a:pt x="85" y="81"/>
                </a:lnTo>
                <a:lnTo>
                  <a:pt x="85" y="85"/>
                </a:lnTo>
                <a:lnTo>
                  <a:pt x="86" y="89"/>
                </a:lnTo>
                <a:lnTo>
                  <a:pt x="83" y="92"/>
                </a:lnTo>
                <a:lnTo>
                  <a:pt x="82" y="95"/>
                </a:lnTo>
                <a:lnTo>
                  <a:pt x="81" y="99"/>
                </a:lnTo>
                <a:lnTo>
                  <a:pt x="80" y="104"/>
                </a:lnTo>
                <a:lnTo>
                  <a:pt x="80" y="108"/>
                </a:lnTo>
                <a:lnTo>
                  <a:pt x="81" y="112"/>
                </a:lnTo>
                <a:lnTo>
                  <a:pt x="83" y="121"/>
                </a:lnTo>
                <a:lnTo>
                  <a:pt x="84" y="128"/>
                </a:lnTo>
                <a:lnTo>
                  <a:pt x="85" y="132"/>
                </a:lnTo>
                <a:lnTo>
                  <a:pt x="86" y="136"/>
                </a:lnTo>
                <a:lnTo>
                  <a:pt x="86" y="139"/>
                </a:lnTo>
                <a:lnTo>
                  <a:pt x="86" y="142"/>
                </a:lnTo>
                <a:lnTo>
                  <a:pt x="85" y="144"/>
                </a:lnTo>
                <a:lnTo>
                  <a:pt x="85" y="145"/>
                </a:lnTo>
                <a:lnTo>
                  <a:pt x="84" y="146"/>
                </a:lnTo>
                <a:lnTo>
                  <a:pt x="83" y="148"/>
                </a:lnTo>
                <a:lnTo>
                  <a:pt x="83" y="149"/>
                </a:lnTo>
                <a:lnTo>
                  <a:pt x="81" y="150"/>
                </a:lnTo>
                <a:lnTo>
                  <a:pt x="79" y="152"/>
                </a:lnTo>
                <a:lnTo>
                  <a:pt x="78" y="153"/>
                </a:lnTo>
                <a:lnTo>
                  <a:pt x="75" y="153"/>
                </a:lnTo>
                <a:lnTo>
                  <a:pt x="73" y="154"/>
                </a:lnTo>
                <a:lnTo>
                  <a:pt x="71" y="154"/>
                </a:lnTo>
                <a:lnTo>
                  <a:pt x="69" y="154"/>
                </a:lnTo>
                <a:lnTo>
                  <a:pt x="64" y="153"/>
                </a:lnTo>
                <a:lnTo>
                  <a:pt x="59" y="152"/>
                </a:lnTo>
                <a:lnTo>
                  <a:pt x="56" y="151"/>
                </a:lnTo>
                <a:lnTo>
                  <a:pt x="54" y="150"/>
                </a:lnTo>
                <a:lnTo>
                  <a:pt x="51" y="149"/>
                </a:lnTo>
                <a:lnTo>
                  <a:pt x="48" y="149"/>
                </a:lnTo>
                <a:lnTo>
                  <a:pt x="46" y="148"/>
                </a:lnTo>
                <a:lnTo>
                  <a:pt x="44" y="146"/>
                </a:lnTo>
                <a:lnTo>
                  <a:pt x="43" y="145"/>
                </a:lnTo>
                <a:lnTo>
                  <a:pt x="41" y="143"/>
                </a:lnTo>
                <a:lnTo>
                  <a:pt x="39" y="141"/>
                </a:lnTo>
                <a:lnTo>
                  <a:pt x="39" y="140"/>
                </a:lnTo>
                <a:lnTo>
                  <a:pt x="37" y="138"/>
                </a:lnTo>
                <a:lnTo>
                  <a:pt x="36" y="137"/>
                </a:lnTo>
                <a:lnTo>
                  <a:pt x="35" y="132"/>
                </a:lnTo>
                <a:lnTo>
                  <a:pt x="35" y="128"/>
                </a:lnTo>
                <a:lnTo>
                  <a:pt x="34" y="123"/>
                </a:lnTo>
                <a:lnTo>
                  <a:pt x="34" y="118"/>
                </a:lnTo>
                <a:lnTo>
                  <a:pt x="34" y="113"/>
                </a:lnTo>
                <a:lnTo>
                  <a:pt x="34" y="107"/>
                </a:lnTo>
                <a:lnTo>
                  <a:pt x="35" y="96"/>
                </a:lnTo>
                <a:lnTo>
                  <a:pt x="35" y="84"/>
                </a:lnTo>
                <a:lnTo>
                  <a:pt x="33" y="83"/>
                </a:lnTo>
                <a:lnTo>
                  <a:pt x="31" y="82"/>
                </a:lnTo>
                <a:lnTo>
                  <a:pt x="30" y="81"/>
                </a:lnTo>
                <a:lnTo>
                  <a:pt x="27" y="81"/>
                </a:lnTo>
                <a:lnTo>
                  <a:pt x="23" y="82"/>
                </a:lnTo>
                <a:lnTo>
                  <a:pt x="21" y="84"/>
                </a:lnTo>
                <a:lnTo>
                  <a:pt x="18" y="85"/>
                </a:lnTo>
                <a:lnTo>
                  <a:pt x="15" y="85"/>
                </a:lnTo>
                <a:lnTo>
                  <a:pt x="11" y="81"/>
                </a:lnTo>
                <a:lnTo>
                  <a:pt x="7" y="77"/>
                </a:lnTo>
                <a:lnTo>
                  <a:pt x="4" y="75"/>
                </a:lnTo>
                <a:lnTo>
                  <a:pt x="3" y="73"/>
                </a:lnTo>
                <a:lnTo>
                  <a:pt x="1" y="69"/>
                </a:lnTo>
                <a:lnTo>
                  <a:pt x="0" y="67"/>
                </a:lnTo>
                <a:lnTo>
                  <a:pt x="2" y="66"/>
                </a:lnTo>
                <a:lnTo>
                  <a:pt x="3" y="65"/>
                </a:lnTo>
                <a:lnTo>
                  <a:pt x="5" y="65"/>
                </a:lnTo>
                <a:lnTo>
                  <a:pt x="6" y="64"/>
                </a:lnTo>
                <a:lnTo>
                  <a:pt x="8" y="61"/>
                </a:lnTo>
                <a:lnTo>
                  <a:pt x="11" y="61"/>
                </a:lnTo>
                <a:lnTo>
                  <a:pt x="15" y="61"/>
                </a:lnTo>
                <a:lnTo>
                  <a:pt x="19" y="61"/>
                </a:lnTo>
                <a:lnTo>
                  <a:pt x="22" y="61"/>
                </a:lnTo>
                <a:lnTo>
                  <a:pt x="26" y="61"/>
                </a:lnTo>
                <a:lnTo>
                  <a:pt x="27" y="60"/>
                </a:lnTo>
                <a:lnTo>
                  <a:pt x="30" y="58"/>
                </a:lnTo>
                <a:lnTo>
                  <a:pt x="31" y="57"/>
                </a:lnTo>
                <a:lnTo>
                  <a:pt x="34" y="55"/>
                </a:lnTo>
                <a:lnTo>
                  <a:pt x="37" y="51"/>
                </a:lnTo>
                <a:lnTo>
                  <a:pt x="40" y="48"/>
                </a:lnTo>
                <a:lnTo>
                  <a:pt x="40" y="46"/>
                </a:lnTo>
                <a:lnTo>
                  <a:pt x="41" y="45"/>
                </a:lnTo>
                <a:lnTo>
                  <a:pt x="42" y="42"/>
                </a:lnTo>
                <a:lnTo>
                  <a:pt x="43" y="41"/>
                </a:lnTo>
                <a:lnTo>
                  <a:pt x="43" y="36"/>
                </a:lnTo>
                <a:lnTo>
                  <a:pt x="43" y="32"/>
                </a:lnTo>
                <a:lnTo>
                  <a:pt x="43" y="28"/>
                </a:lnTo>
                <a:lnTo>
                  <a:pt x="43" y="24"/>
                </a:lnTo>
                <a:lnTo>
                  <a:pt x="43" y="22"/>
                </a:lnTo>
                <a:lnTo>
                  <a:pt x="44" y="21"/>
                </a:lnTo>
                <a:lnTo>
                  <a:pt x="46" y="19"/>
                </a:lnTo>
                <a:lnTo>
                  <a:pt x="47" y="18"/>
                </a:lnTo>
                <a:lnTo>
                  <a:pt x="48" y="17"/>
                </a:lnTo>
                <a:lnTo>
                  <a:pt x="49" y="16"/>
                </a:lnTo>
                <a:lnTo>
                  <a:pt x="50" y="15"/>
                </a:lnTo>
                <a:lnTo>
                  <a:pt x="51" y="14"/>
                </a:lnTo>
                <a:lnTo>
                  <a:pt x="55" y="13"/>
                </a:lnTo>
                <a:lnTo>
                  <a:pt x="59" y="13"/>
                </a:lnTo>
                <a:lnTo>
                  <a:pt x="59" y="15"/>
                </a:lnTo>
                <a:lnTo>
                  <a:pt x="61" y="16"/>
                </a:lnTo>
                <a:lnTo>
                  <a:pt x="62" y="17"/>
                </a:lnTo>
                <a:lnTo>
                  <a:pt x="63" y="19"/>
                </a:lnTo>
                <a:lnTo>
                  <a:pt x="67" y="21"/>
                </a:lnTo>
                <a:lnTo>
                  <a:pt x="71" y="23"/>
                </a:lnTo>
                <a:lnTo>
                  <a:pt x="75" y="25"/>
                </a:lnTo>
                <a:lnTo>
                  <a:pt x="80" y="26"/>
                </a:lnTo>
                <a:lnTo>
                  <a:pt x="85" y="27"/>
                </a:lnTo>
                <a:lnTo>
                  <a:pt x="89" y="28"/>
                </a:lnTo>
                <a:lnTo>
                  <a:pt x="91" y="24"/>
                </a:lnTo>
                <a:lnTo>
                  <a:pt x="95" y="21"/>
                </a:lnTo>
                <a:lnTo>
                  <a:pt x="99" y="17"/>
                </a:lnTo>
                <a:lnTo>
                  <a:pt x="103" y="15"/>
                </a:lnTo>
                <a:lnTo>
                  <a:pt x="107" y="11"/>
                </a:lnTo>
                <a:lnTo>
                  <a:pt x="111" y="8"/>
                </a:lnTo>
                <a:lnTo>
                  <a:pt x="113" y="6"/>
                </a:lnTo>
                <a:lnTo>
                  <a:pt x="115" y="4"/>
                </a:lnTo>
                <a:lnTo>
                  <a:pt x="116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320" rIns="90000" bIns="22320" anchor="ctr">
            <a:noAutofit/>
          </a:bodyPr>
          <a:lstStyle/>
          <a:p>
            <a:endParaRPr/>
          </a:p>
        </p:txBody>
      </p:sp>
      <p:sp>
        <p:nvSpPr>
          <p:cNvPr id="139" name="ïşļïḍè">
            <a:extLst>
              <a:ext uri="{FF2B5EF4-FFF2-40B4-BE49-F238E27FC236}">
                <a16:creationId xmlns:a16="http://schemas.microsoft.com/office/drawing/2014/main" id="{62CD7E69-668A-4127-A3C5-6160B8D78919}"/>
              </a:ext>
            </a:extLst>
          </p:cNvPr>
          <p:cNvSpPr>
            <a:spLocks noGrp="1"/>
          </p:cNvSpPr>
          <p:nvPr/>
        </p:nvSpPr>
        <p:spPr>
          <a:xfrm>
            <a:off x="1405080" y="936000"/>
            <a:ext cx="38520" cy="64440"/>
          </a:xfrm>
          <a:custGeom>
            <a:avLst/>
            <a:gdLst>
              <a:gd name="textAreaLeft" fmla="*/ 0 w 38520"/>
              <a:gd name="textAreaRight" fmla="*/ 38880 w 38520"/>
              <a:gd name="textAreaTop" fmla="*/ 0 h 64440"/>
              <a:gd name="textAreaBottom" fmla="*/ 64800 h 64440"/>
              <a:gd name="GluePoint1X" fmla="*/ 87 w 89"/>
              <a:gd name="GluePoint1Y" fmla="*/ 91 h 148"/>
              <a:gd name="GluePoint2X" fmla="*/ 82 w 89"/>
              <a:gd name="GluePoint2Y" fmla="*/ 82 h 148"/>
              <a:gd name="GluePoint3X" fmla="*/ 74 w 89"/>
              <a:gd name="GluePoint3Y" fmla="*/ 74 h 148"/>
              <a:gd name="GluePoint4X" fmla="*/ 63 w 89"/>
              <a:gd name="GluePoint4Y" fmla="*/ 66 h 148"/>
              <a:gd name="GluePoint5X" fmla="*/ 51 w 89"/>
              <a:gd name="GluePoint5Y" fmla="*/ 58 h 148"/>
              <a:gd name="GluePoint6X" fmla="*/ 35 w 89"/>
              <a:gd name="GluePoint6Y" fmla="*/ 49 h 148"/>
              <a:gd name="GluePoint7X" fmla="*/ 27 w 89"/>
              <a:gd name="GluePoint7Y" fmla="*/ 40 h 148"/>
              <a:gd name="GluePoint8X" fmla="*/ 26 w 89"/>
              <a:gd name="GluePoint8Y" fmla="*/ 35 h 148"/>
              <a:gd name="GluePoint9X" fmla="*/ 26 w 89"/>
              <a:gd name="GluePoint9Y" fmla="*/ 29 h 148"/>
              <a:gd name="GluePoint10X" fmla="*/ 27 w 89"/>
              <a:gd name="GluePoint10Y" fmla="*/ 22 h 148"/>
              <a:gd name="GluePoint11X" fmla="*/ 31 w 89"/>
              <a:gd name="GluePoint11Y" fmla="*/ 18 h 148"/>
              <a:gd name="GluePoint12X" fmla="*/ 36 w 89"/>
              <a:gd name="GluePoint12Y" fmla="*/ 14 h 148"/>
              <a:gd name="GluePoint13X" fmla="*/ 43 w 89"/>
              <a:gd name="GluePoint13Y" fmla="*/ 13 h 148"/>
              <a:gd name="GluePoint14X" fmla="*/ 52 w 89"/>
              <a:gd name="GluePoint14Y" fmla="*/ 12 h 148"/>
              <a:gd name="GluePoint15X" fmla="*/ 63 w 89"/>
              <a:gd name="GluePoint15Y" fmla="*/ 17 h 148"/>
              <a:gd name="GluePoint16X" fmla="*/ 71 w 89"/>
              <a:gd name="GluePoint16Y" fmla="*/ 26 h 148"/>
              <a:gd name="GluePoint17X" fmla="*/ 75 w 89"/>
              <a:gd name="GluePoint17Y" fmla="*/ 29 h 148"/>
              <a:gd name="GluePoint18X" fmla="*/ 79 w 89"/>
              <a:gd name="GluePoint18Y" fmla="*/ 20 h 148"/>
              <a:gd name="GluePoint19X" fmla="*/ 82 w 89"/>
              <a:gd name="GluePoint19Y" fmla="*/ 12 h 148"/>
              <a:gd name="GluePoint20X" fmla="*/ 75 w 89"/>
              <a:gd name="GluePoint20Y" fmla="*/ 6 h 148"/>
              <a:gd name="GluePoint21X" fmla="*/ 63 w 89"/>
              <a:gd name="GluePoint21Y" fmla="*/ 2 h 148"/>
              <a:gd name="GluePoint22X" fmla="*/ 49 w 89"/>
              <a:gd name="GluePoint22Y" fmla="*/ 0 h 148"/>
              <a:gd name="GluePoint23X" fmla="*/ 33 w 89"/>
              <a:gd name="GluePoint23Y" fmla="*/ 2 h 148"/>
              <a:gd name="GluePoint24X" fmla="*/ 21 w 89"/>
              <a:gd name="GluePoint24Y" fmla="*/ 7 h 148"/>
              <a:gd name="GluePoint25X" fmla="*/ 11 w 89"/>
              <a:gd name="GluePoint25Y" fmla="*/ 15 h 148"/>
              <a:gd name="GluePoint26X" fmla="*/ 5 w 89"/>
              <a:gd name="GluePoint26Y" fmla="*/ 26 h 148"/>
              <a:gd name="GluePoint27X" fmla="*/ 1 w 89"/>
              <a:gd name="GluePoint27Y" fmla="*/ 39 h 148"/>
              <a:gd name="GluePoint28X" fmla="*/ 2 w 89"/>
              <a:gd name="GluePoint28Y" fmla="*/ 50 h 148"/>
              <a:gd name="GluePoint29X" fmla="*/ 5 w 89"/>
              <a:gd name="GluePoint29Y" fmla="*/ 61 h 148"/>
              <a:gd name="GluePoint30X" fmla="*/ 10 w 89"/>
              <a:gd name="GluePoint30Y" fmla="*/ 70 h 148"/>
              <a:gd name="GluePoint31X" fmla="*/ 18 w 89"/>
              <a:gd name="GluePoint31Y" fmla="*/ 78 h 148"/>
              <a:gd name="GluePoint32X" fmla="*/ 28 w 89"/>
              <a:gd name="GluePoint32Y" fmla="*/ 85 h 148"/>
              <a:gd name="GluePoint33X" fmla="*/ 43 w 89"/>
              <a:gd name="GluePoint33Y" fmla="*/ 92 h 148"/>
              <a:gd name="GluePoint34X" fmla="*/ 56 w 89"/>
              <a:gd name="GluePoint34Y" fmla="*/ 102 h 148"/>
              <a:gd name="GluePoint35X" fmla="*/ 60 w 89"/>
              <a:gd name="GluePoint35Y" fmla="*/ 107 h 148"/>
              <a:gd name="GluePoint36X" fmla="*/ 63 w 89"/>
              <a:gd name="GluePoint36Y" fmla="*/ 112 h 148"/>
              <a:gd name="GluePoint37X" fmla="*/ 63 w 89"/>
              <a:gd name="GluePoint37Y" fmla="*/ 119 h 148"/>
              <a:gd name="GluePoint38X" fmla="*/ 61 w 89"/>
              <a:gd name="GluePoint38Y" fmla="*/ 125 h 148"/>
              <a:gd name="GluePoint39X" fmla="*/ 58 w 89"/>
              <a:gd name="GluePoint39Y" fmla="*/ 130 h 148"/>
              <a:gd name="GluePoint40X" fmla="*/ 53 w 89"/>
              <a:gd name="GluePoint40Y" fmla="*/ 134 h 148"/>
              <a:gd name="GluePoint41X" fmla="*/ 47 w 89"/>
              <a:gd name="GluePoint41Y" fmla="*/ 136 h 148"/>
              <a:gd name="GluePoint42X" fmla="*/ 39 w 89"/>
              <a:gd name="GluePoint42Y" fmla="*/ 137 h 148"/>
              <a:gd name="GluePoint43X" fmla="*/ 31 w 89"/>
              <a:gd name="GluePoint43Y" fmla="*/ 136 h 148"/>
              <a:gd name="GluePoint44X" fmla="*/ 23 w 89"/>
              <a:gd name="GluePoint44Y" fmla="*/ 134 h 148"/>
              <a:gd name="GluePoint45X" fmla="*/ 18 w 89"/>
              <a:gd name="GluePoint45Y" fmla="*/ 130 h 148"/>
              <a:gd name="GluePoint46X" fmla="*/ 14 w 89"/>
              <a:gd name="GluePoint46Y" fmla="*/ 124 h 148"/>
              <a:gd name="GluePoint47X" fmla="*/ 11 w 89"/>
              <a:gd name="GluePoint47Y" fmla="*/ 117 h 148"/>
              <a:gd name="GluePoint48X" fmla="*/ 5 w 89"/>
              <a:gd name="GluePoint48Y" fmla="*/ 121 h 148"/>
              <a:gd name="GluePoint49X" fmla="*/ 0 w 89"/>
              <a:gd name="GluePoint49Y" fmla="*/ 141 h 148"/>
              <a:gd name="GluePoint50X" fmla="*/ 12 w 89"/>
              <a:gd name="GluePoint50Y" fmla="*/ 146 h 148"/>
              <a:gd name="GluePoint51X" fmla="*/ 25 w 89"/>
              <a:gd name="GluePoint51Y" fmla="*/ 147 h 148"/>
              <a:gd name="GluePoint52X" fmla="*/ 40 w 89"/>
              <a:gd name="GluePoint52Y" fmla="*/ 148 h 148"/>
              <a:gd name="GluePoint53X" fmla="*/ 57 w 89"/>
              <a:gd name="GluePoint53Y" fmla="*/ 145 h 148"/>
              <a:gd name="GluePoint54X" fmla="*/ 70 w 89"/>
              <a:gd name="GluePoint54Y" fmla="*/ 139 h 148"/>
              <a:gd name="GluePoint55X" fmla="*/ 80 w 89"/>
              <a:gd name="GluePoint55Y" fmla="*/ 130 h 148"/>
              <a:gd name="GluePoint56X" fmla="*/ 86 w 89"/>
              <a:gd name="GluePoint56Y" fmla="*/ 118 h 148"/>
              <a:gd name="GluePoint57X" fmla="*/ 89 w 89"/>
              <a:gd name="GluePoint57Y" fmla="*/ 103 h 148"/>
            </a:gdLst>
            <a:ahLst/>
            <a:cxnLst/>
            <a:rect l="textAreaLeft" t="textAreaTop" r="textAreaRight" b="textAreaBottom"/>
            <a:pathLst>
              <a:path w="89" h="148">
                <a:moveTo>
                  <a:pt x="88" y="97"/>
                </a:moveTo>
                <a:lnTo>
                  <a:pt x="87" y="94"/>
                </a:lnTo>
                <a:lnTo>
                  <a:pt x="87" y="91"/>
                </a:lnTo>
                <a:lnTo>
                  <a:pt x="85" y="88"/>
                </a:lnTo>
                <a:lnTo>
                  <a:pt x="83" y="85"/>
                </a:lnTo>
                <a:lnTo>
                  <a:pt x="82" y="82"/>
                </a:lnTo>
                <a:lnTo>
                  <a:pt x="79" y="79"/>
                </a:lnTo>
                <a:lnTo>
                  <a:pt x="77" y="77"/>
                </a:lnTo>
                <a:lnTo>
                  <a:pt x="74" y="74"/>
                </a:lnTo>
                <a:lnTo>
                  <a:pt x="71" y="71"/>
                </a:lnTo>
                <a:lnTo>
                  <a:pt x="67" y="69"/>
                </a:lnTo>
                <a:lnTo>
                  <a:pt x="63" y="66"/>
                </a:lnTo>
                <a:lnTo>
                  <a:pt x="59" y="63"/>
                </a:lnTo>
                <a:lnTo>
                  <a:pt x="55" y="61"/>
                </a:lnTo>
                <a:lnTo>
                  <a:pt x="51" y="58"/>
                </a:lnTo>
                <a:lnTo>
                  <a:pt x="45" y="55"/>
                </a:lnTo>
                <a:lnTo>
                  <a:pt x="40" y="52"/>
                </a:lnTo>
                <a:lnTo>
                  <a:pt x="35" y="49"/>
                </a:lnTo>
                <a:lnTo>
                  <a:pt x="32" y="46"/>
                </a:lnTo>
                <a:lnTo>
                  <a:pt x="29" y="42"/>
                </a:lnTo>
                <a:lnTo>
                  <a:pt x="27" y="40"/>
                </a:lnTo>
                <a:lnTo>
                  <a:pt x="27" y="38"/>
                </a:lnTo>
                <a:lnTo>
                  <a:pt x="26" y="36"/>
                </a:lnTo>
                <a:lnTo>
                  <a:pt x="26" y="35"/>
                </a:lnTo>
                <a:lnTo>
                  <a:pt x="26" y="34"/>
                </a:lnTo>
                <a:lnTo>
                  <a:pt x="26" y="30"/>
                </a:lnTo>
                <a:lnTo>
                  <a:pt x="26" y="29"/>
                </a:lnTo>
                <a:lnTo>
                  <a:pt x="27" y="26"/>
                </a:lnTo>
                <a:lnTo>
                  <a:pt x="27" y="25"/>
                </a:lnTo>
                <a:lnTo>
                  <a:pt x="27" y="22"/>
                </a:lnTo>
                <a:lnTo>
                  <a:pt x="29" y="21"/>
                </a:lnTo>
                <a:lnTo>
                  <a:pt x="30" y="19"/>
                </a:lnTo>
                <a:lnTo>
                  <a:pt x="31" y="18"/>
                </a:lnTo>
                <a:lnTo>
                  <a:pt x="33" y="17"/>
                </a:lnTo>
                <a:lnTo>
                  <a:pt x="35" y="15"/>
                </a:lnTo>
                <a:lnTo>
                  <a:pt x="36" y="14"/>
                </a:lnTo>
                <a:lnTo>
                  <a:pt x="39" y="14"/>
                </a:lnTo>
                <a:lnTo>
                  <a:pt x="40" y="13"/>
                </a:lnTo>
                <a:lnTo>
                  <a:pt x="43" y="13"/>
                </a:lnTo>
                <a:lnTo>
                  <a:pt x="46" y="12"/>
                </a:lnTo>
                <a:lnTo>
                  <a:pt x="48" y="12"/>
                </a:lnTo>
                <a:lnTo>
                  <a:pt x="52" y="12"/>
                </a:lnTo>
                <a:lnTo>
                  <a:pt x="56" y="14"/>
                </a:lnTo>
                <a:lnTo>
                  <a:pt x="59" y="14"/>
                </a:lnTo>
                <a:lnTo>
                  <a:pt x="63" y="17"/>
                </a:lnTo>
                <a:lnTo>
                  <a:pt x="66" y="19"/>
                </a:lnTo>
                <a:lnTo>
                  <a:pt x="68" y="22"/>
                </a:lnTo>
                <a:lnTo>
                  <a:pt x="71" y="26"/>
                </a:lnTo>
                <a:lnTo>
                  <a:pt x="73" y="30"/>
                </a:lnTo>
                <a:lnTo>
                  <a:pt x="75" y="30"/>
                </a:lnTo>
                <a:lnTo>
                  <a:pt x="75" y="29"/>
                </a:lnTo>
                <a:lnTo>
                  <a:pt x="77" y="26"/>
                </a:lnTo>
                <a:lnTo>
                  <a:pt x="77" y="24"/>
                </a:lnTo>
                <a:lnTo>
                  <a:pt x="79" y="20"/>
                </a:lnTo>
                <a:lnTo>
                  <a:pt x="79" y="18"/>
                </a:lnTo>
                <a:lnTo>
                  <a:pt x="81" y="14"/>
                </a:lnTo>
                <a:lnTo>
                  <a:pt x="82" y="12"/>
                </a:lnTo>
                <a:lnTo>
                  <a:pt x="83" y="10"/>
                </a:lnTo>
                <a:lnTo>
                  <a:pt x="79" y="8"/>
                </a:lnTo>
                <a:lnTo>
                  <a:pt x="75" y="6"/>
                </a:lnTo>
                <a:lnTo>
                  <a:pt x="71" y="4"/>
                </a:lnTo>
                <a:lnTo>
                  <a:pt x="67" y="2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9" y="0"/>
                </a:lnTo>
                <a:lnTo>
                  <a:pt x="43" y="1"/>
                </a:lnTo>
                <a:lnTo>
                  <a:pt x="38" y="1"/>
                </a:lnTo>
                <a:lnTo>
                  <a:pt x="33" y="2"/>
                </a:lnTo>
                <a:lnTo>
                  <a:pt x="29" y="3"/>
                </a:lnTo>
                <a:lnTo>
                  <a:pt x="25" y="6"/>
                </a:lnTo>
                <a:lnTo>
                  <a:pt x="21" y="7"/>
                </a:lnTo>
                <a:lnTo>
                  <a:pt x="17" y="10"/>
                </a:lnTo>
                <a:lnTo>
                  <a:pt x="14" y="12"/>
                </a:lnTo>
                <a:lnTo>
                  <a:pt x="11" y="15"/>
                </a:lnTo>
                <a:lnTo>
                  <a:pt x="8" y="18"/>
                </a:lnTo>
                <a:lnTo>
                  <a:pt x="7" y="22"/>
                </a:lnTo>
                <a:lnTo>
                  <a:pt x="5" y="26"/>
                </a:lnTo>
                <a:lnTo>
                  <a:pt x="3" y="30"/>
                </a:lnTo>
                <a:lnTo>
                  <a:pt x="3" y="34"/>
                </a:lnTo>
                <a:lnTo>
                  <a:pt x="1" y="39"/>
                </a:lnTo>
                <a:lnTo>
                  <a:pt x="1" y="44"/>
                </a:lnTo>
                <a:lnTo>
                  <a:pt x="1" y="47"/>
                </a:lnTo>
                <a:lnTo>
                  <a:pt x="2" y="50"/>
                </a:lnTo>
                <a:lnTo>
                  <a:pt x="3" y="54"/>
                </a:lnTo>
                <a:lnTo>
                  <a:pt x="3" y="58"/>
                </a:lnTo>
                <a:lnTo>
                  <a:pt x="5" y="61"/>
                </a:lnTo>
                <a:lnTo>
                  <a:pt x="6" y="64"/>
                </a:lnTo>
                <a:lnTo>
                  <a:pt x="8" y="66"/>
                </a:lnTo>
                <a:lnTo>
                  <a:pt x="10" y="70"/>
                </a:lnTo>
                <a:lnTo>
                  <a:pt x="12" y="72"/>
                </a:lnTo>
                <a:lnTo>
                  <a:pt x="15" y="75"/>
                </a:lnTo>
                <a:lnTo>
                  <a:pt x="18" y="78"/>
                </a:lnTo>
                <a:lnTo>
                  <a:pt x="21" y="80"/>
                </a:lnTo>
                <a:lnTo>
                  <a:pt x="24" y="82"/>
                </a:lnTo>
                <a:lnTo>
                  <a:pt x="28" y="85"/>
                </a:lnTo>
                <a:lnTo>
                  <a:pt x="32" y="86"/>
                </a:lnTo>
                <a:lnTo>
                  <a:pt x="36" y="89"/>
                </a:lnTo>
                <a:lnTo>
                  <a:pt x="43" y="92"/>
                </a:lnTo>
                <a:lnTo>
                  <a:pt x="48" y="95"/>
                </a:lnTo>
                <a:lnTo>
                  <a:pt x="53" y="99"/>
                </a:lnTo>
                <a:lnTo>
                  <a:pt x="56" y="102"/>
                </a:lnTo>
                <a:lnTo>
                  <a:pt x="58" y="103"/>
                </a:lnTo>
                <a:lnTo>
                  <a:pt x="59" y="105"/>
                </a:lnTo>
                <a:lnTo>
                  <a:pt x="60" y="107"/>
                </a:lnTo>
                <a:lnTo>
                  <a:pt x="62" y="109"/>
                </a:lnTo>
                <a:lnTo>
                  <a:pt x="62" y="111"/>
                </a:lnTo>
                <a:lnTo>
                  <a:pt x="63" y="112"/>
                </a:lnTo>
                <a:lnTo>
                  <a:pt x="63" y="114"/>
                </a:lnTo>
                <a:lnTo>
                  <a:pt x="63" y="115"/>
                </a:lnTo>
                <a:lnTo>
                  <a:pt x="63" y="119"/>
                </a:lnTo>
                <a:lnTo>
                  <a:pt x="63" y="121"/>
                </a:lnTo>
                <a:lnTo>
                  <a:pt x="62" y="123"/>
                </a:lnTo>
                <a:lnTo>
                  <a:pt x="61" y="125"/>
                </a:lnTo>
                <a:lnTo>
                  <a:pt x="60" y="127"/>
                </a:lnTo>
                <a:lnTo>
                  <a:pt x="59" y="128"/>
                </a:lnTo>
                <a:lnTo>
                  <a:pt x="58" y="130"/>
                </a:lnTo>
                <a:lnTo>
                  <a:pt x="56" y="131"/>
                </a:lnTo>
                <a:lnTo>
                  <a:pt x="55" y="132"/>
                </a:lnTo>
                <a:lnTo>
                  <a:pt x="53" y="134"/>
                </a:lnTo>
                <a:lnTo>
                  <a:pt x="51" y="135"/>
                </a:lnTo>
                <a:lnTo>
                  <a:pt x="49" y="135"/>
                </a:lnTo>
                <a:lnTo>
                  <a:pt x="47" y="136"/>
                </a:lnTo>
                <a:lnTo>
                  <a:pt x="44" y="136"/>
                </a:lnTo>
                <a:lnTo>
                  <a:pt x="42" y="137"/>
                </a:lnTo>
                <a:lnTo>
                  <a:pt x="39" y="137"/>
                </a:lnTo>
                <a:lnTo>
                  <a:pt x="36" y="137"/>
                </a:lnTo>
                <a:lnTo>
                  <a:pt x="33" y="136"/>
                </a:lnTo>
                <a:lnTo>
                  <a:pt x="31" y="136"/>
                </a:lnTo>
                <a:lnTo>
                  <a:pt x="28" y="135"/>
                </a:lnTo>
                <a:lnTo>
                  <a:pt x="26" y="135"/>
                </a:lnTo>
                <a:lnTo>
                  <a:pt x="23" y="134"/>
                </a:lnTo>
                <a:lnTo>
                  <a:pt x="21" y="132"/>
                </a:lnTo>
                <a:lnTo>
                  <a:pt x="19" y="131"/>
                </a:lnTo>
                <a:lnTo>
                  <a:pt x="18" y="130"/>
                </a:lnTo>
                <a:lnTo>
                  <a:pt x="16" y="128"/>
                </a:lnTo>
                <a:lnTo>
                  <a:pt x="15" y="126"/>
                </a:lnTo>
                <a:lnTo>
                  <a:pt x="14" y="124"/>
                </a:lnTo>
                <a:lnTo>
                  <a:pt x="12" y="122"/>
                </a:lnTo>
                <a:lnTo>
                  <a:pt x="11" y="119"/>
                </a:lnTo>
                <a:lnTo>
                  <a:pt x="11" y="117"/>
                </a:lnTo>
                <a:lnTo>
                  <a:pt x="10" y="114"/>
                </a:lnTo>
                <a:lnTo>
                  <a:pt x="6" y="114"/>
                </a:lnTo>
                <a:lnTo>
                  <a:pt x="5" y="121"/>
                </a:lnTo>
                <a:lnTo>
                  <a:pt x="3" y="128"/>
                </a:lnTo>
                <a:lnTo>
                  <a:pt x="3" y="135"/>
                </a:lnTo>
                <a:lnTo>
                  <a:pt x="0" y="141"/>
                </a:lnTo>
                <a:lnTo>
                  <a:pt x="4" y="143"/>
                </a:lnTo>
                <a:lnTo>
                  <a:pt x="8" y="144"/>
                </a:lnTo>
                <a:lnTo>
                  <a:pt x="12" y="146"/>
                </a:lnTo>
                <a:lnTo>
                  <a:pt x="17" y="147"/>
                </a:lnTo>
                <a:lnTo>
                  <a:pt x="21" y="147"/>
                </a:lnTo>
                <a:lnTo>
                  <a:pt x="25" y="147"/>
                </a:lnTo>
                <a:lnTo>
                  <a:pt x="29" y="148"/>
                </a:lnTo>
                <a:lnTo>
                  <a:pt x="34" y="148"/>
                </a:lnTo>
                <a:lnTo>
                  <a:pt x="40" y="148"/>
                </a:lnTo>
                <a:lnTo>
                  <a:pt x="46" y="147"/>
                </a:lnTo>
                <a:lnTo>
                  <a:pt x="51" y="146"/>
                </a:lnTo>
                <a:lnTo>
                  <a:pt x="57" y="145"/>
                </a:lnTo>
                <a:lnTo>
                  <a:pt x="62" y="143"/>
                </a:lnTo>
                <a:lnTo>
                  <a:pt x="66" y="141"/>
                </a:lnTo>
                <a:lnTo>
                  <a:pt x="70" y="139"/>
                </a:lnTo>
                <a:lnTo>
                  <a:pt x="74" y="136"/>
                </a:lnTo>
                <a:lnTo>
                  <a:pt x="77" y="133"/>
                </a:lnTo>
                <a:lnTo>
                  <a:pt x="80" y="130"/>
                </a:lnTo>
                <a:lnTo>
                  <a:pt x="83" y="127"/>
                </a:lnTo>
                <a:lnTo>
                  <a:pt x="84" y="123"/>
                </a:lnTo>
                <a:lnTo>
                  <a:pt x="86" y="118"/>
                </a:lnTo>
                <a:lnTo>
                  <a:pt x="87" y="114"/>
                </a:lnTo>
                <a:lnTo>
                  <a:pt x="88" y="109"/>
                </a:lnTo>
                <a:lnTo>
                  <a:pt x="89" y="103"/>
                </a:lnTo>
                <a:lnTo>
                  <a:pt x="89" y="100"/>
                </a:lnTo>
                <a:lnTo>
                  <a:pt x="88" y="9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140" name="ïśḷíḓé">
            <a:extLst>
              <a:ext uri="{FF2B5EF4-FFF2-40B4-BE49-F238E27FC236}">
                <a16:creationId xmlns:a16="http://schemas.microsoft.com/office/drawing/2014/main" id="{29AA17F6-305E-4E81-A2B9-9E495E39F917}"/>
              </a:ext>
            </a:extLst>
          </p:cNvPr>
          <p:cNvSpPr>
            <a:spLocks noGrp="1"/>
          </p:cNvSpPr>
          <p:nvPr/>
        </p:nvSpPr>
        <p:spPr>
          <a:xfrm>
            <a:off x="145512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7 w 102"/>
              <a:gd name="GluePoint2Y" fmla="*/ 25 h 103"/>
              <a:gd name="GluePoint3X" fmla="*/ 92 w 102"/>
              <a:gd name="GluePoint3Y" fmla="*/ 17 h 103"/>
              <a:gd name="GluePoint4X" fmla="*/ 85 w 102"/>
              <a:gd name="GluePoint4Y" fmla="*/ 10 h 103"/>
              <a:gd name="GluePoint5X" fmla="*/ 77 w 102"/>
              <a:gd name="GluePoint5Y" fmla="*/ 6 h 103"/>
              <a:gd name="GluePoint6X" fmla="*/ 68 w 102"/>
              <a:gd name="GluePoint6Y" fmla="*/ 2 h 103"/>
              <a:gd name="GluePoint7X" fmla="*/ 57 w 102"/>
              <a:gd name="GluePoint7Y" fmla="*/ 1 h 103"/>
              <a:gd name="GluePoint8X" fmla="*/ 45 w 102"/>
              <a:gd name="GluePoint8Y" fmla="*/ 1 h 103"/>
              <a:gd name="GluePoint9X" fmla="*/ 34 w 102"/>
              <a:gd name="GluePoint9Y" fmla="*/ 2 h 103"/>
              <a:gd name="GluePoint10X" fmla="*/ 25 w 102"/>
              <a:gd name="GluePoint10Y" fmla="*/ 6 h 103"/>
              <a:gd name="GluePoint11X" fmla="*/ 17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2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2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7 w 102"/>
              <a:gd name="GluePoint20Y" fmla="*/ 94 h 103"/>
              <a:gd name="GluePoint21X" fmla="*/ 25 w 102"/>
              <a:gd name="GluePoint21Y" fmla="*/ 98 h 103"/>
              <a:gd name="GluePoint22X" fmla="*/ 34 w 102"/>
              <a:gd name="GluePoint22Y" fmla="*/ 102 h 103"/>
              <a:gd name="GluePoint23X" fmla="*/ 45 w 102"/>
              <a:gd name="GluePoint23Y" fmla="*/ 103 h 103"/>
              <a:gd name="GluePoint24X" fmla="*/ 57 w 102"/>
              <a:gd name="GluePoint24Y" fmla="*/ 103 h 103"/>
              <a:gd name="GluePoint25X" fmla="*/ 68 w 102"/>
              <a:gd name="GluePoint25Y" fmla="*/ 102 h 103"/>
              <a:gd name="GluePoint26X" fmla="*/ 77 w 102"/>
              <a:gd name="GluePoint26Y" fmla="*/ 98 h 103"/>
              <a:gd name="GluePoint27X" fmla="*/ 85 w 102"/>
              <a:gd name="GluePoint27Y" fmla="*/ 92 h 103"/>
              <a:gd name="GluePoint28X" fmla="*/ 92 w 102"/>
              <a:gd name="GluePoint28Y" fmla="*/ 86 h 103"/>
              <a:gd name="GluePoint29X" fmla="*/ 97 w 102"/>
              <a:gd name="GluePoint29Y" fmla="*/ 78 h 103"/>
              <a:gd name="GluePoint30X" fmla="*/ 100 w 102"/>
              <a:gd name="GluePoint30Y" fmla="*/ 68 h 103"/>
              <a:gd name="GluePoint31X" fmla="*/ 102 w 102"/>
              <a:gd name="GluePoint31Y" fmla="*/ 56 h 103"/>
              <a:gd name="GluePoint32X" fmla="*/ 102 w 102"/>
              <a:gd name="GluePoint32Y" fmla="*/ 44 h 103"/>
              <a:gd name="GluePoint33X" fmla="*/ 71 w 102"/>
              <a:gd name="GluePoint33Y" fmla="*/ 58 h 103"/>
              <a:gd name="GluePoint34X" fmla="*/ 69 w 102"/>
              <a:gd name="GluePoint34Y" fmla="*/ 72 h 103"/>
              <a:gd name="GluePoint35X" fmla="*/ 67 w 102"/>
              <a:gd name="GluePoint35Y" fmla="*/ 79 h 103"/>
              <a:gd name="GluePoint36X" fmla="*/ 65 w 102"/>
              <a:gd name="GluePoint36Y" fmla="*/ 86 h 103"/>
              <a:gd name="GluePoint37X" fmla="*/ 61 w 102"/>
              <a:gd name="GluePoint37Y" fmla="*/ 91 h 103"/>
              <a:gd name="GluePoint38X" fmla="*/ 57 w 102"/>
              <a:gd name="GluePoint38Y" fmla="*/ 94 h 103"/>
              <a:gd name="GluePoint39X" fmla="*/ 53 w 102"/>
              <a:gd name="GluePoint39Y" fmla="*/ 95 h 103"/>
              <a:gd name="GluePoint40X" fmla="*/ 49 w 102"/>
              <a:gd name="GluePoint40Y" fmla="*/ 95 h 103"/>
              <a:gd name="GluePoint41X" fmla="*/ 45 w 102"/>
              <a:gd name="GluePoint41Y" fmla="*/ 94 h 103"/>
              <a:gd name="GluePoint42X" fmla="*/ 41 w 102"/>
              <a:gd name="GluePoint42Y" fmla="*/ 91 h 103"/>
              <a:gd name="GluePoint43X" fmla="*/ 37 w 102"/>
              <a:gd name="GluePoint43Y" fmla="*/ 87 h 103"/>
              <a:gd name="GluePoint44X" fmla="*/ 35 w 102"/>
              <a:gd name="GluePoint44Y" fmla="*/ 83 h 103"/>
              <a:gd name="GluePoint45X" fmla="*/ 33 w 102"/>
              <a:gd name="GluePoint45Y" fmla="*/ 75 h 103"/>
              <a:gd name="GluePoint46X" fmla="*/ 32 w 102"/>
              <a:gd name="GluePoint46Y" fmla="*/ 68 h 103"/>
              <a:gd name="GluePoint47X" fmla="*/ 31 w 102"/>
              <a:gd name="GluePoint47Y" fmla="*/ 59 h 103"/>
              <a:gd name="GluePoint48X" fmla="*/ 31 w 102"/>
              <a:gd name="GluePoint48Y" fmla="*/ 49 h 103"/>
              <a:gd name="GluePoint49X" fmla="*/ 32 w 102"/>
              <a:gd name="GluePoint49Y" fmla="*/ 38 h 103"/>
              <a:gd name="GluePoint50X" fmla="*/ 33 w 102"/>
              <a:gd name="GluePoint50Y" fmla="*/ 30 h 103"/>
              <a:gd name="GluePoint51X" fmla="*/ 35 w 102"/>
              <a:gd name="GluePoint51Y" fmla="*/ 23 h 103"/>
              <a:gd name="GluePoint52X" fmla="*/ 37 w 102"/>
              <a:gd name="GluePoint52Y" fmla="*/ 18 h 103"/>
              <a:gd name="GluePoint53X" fmla="*/ 41 w 102"/>
              <a:gd name="GluePoint53Y" fmla="*/ 14 h 103"/>
              <a:gd name="GluePoint54X" fmla="*/ 45 w 102"/>
              <a:gd name="GluePoint54Y" fmla="*/ 10 h 103"/>
              <a:gd name="GluePoint55X" fmla="*/ 49 w 102"/>
              <a:gd name="GluePoint55Y" fmla="*/ 9 h 103"/>
              <a:gd name="GluePoint56X" fmla="*/ 54 w 102"/>
              <a:gd name="GluePoint56Y" fmla="*/ 9 h 103"/>
              <a:gd name="GluePoint57X" fmla="*/ 58 w 102"/>
              <a:gd name="GluePoint57Y" fmla="*/ 10 h 103"/>
              <a:gd name="GluePoint58X" fmla="*/ 62 w 102"/>
              <a:gd name="GluePoint58Y" fmla="*/ 13 h 103"/>
              <a:gd name="GluePoint59X" fmla="*/ 65 w 102"/>
              <a:gd name="GluePoint59Y" fmla="*/ 16 h 103"/>
              <a:gd name="GluePoint60X" fmla="*/ 68 w 102"/>
              <a:gd name="GluePoint60Y" fmla="*/ 22 h 103"/>
              <a:gd name="GluePoint61X" fmla="*/ 69 w 102"/>
              <a:gd name="GluePoint61Y" fmla="*/ 27 h 103"/>
              <a:gd name="GluePoint62X" fmla="*/ 71 w 102"/>
              <a:gd name="GluePoint62Y" fmla="*/ 38 h 103"/>
              <a:gd name="GluePoint63X" fmla="*/ 71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1" y="38"/>
                </a:moveTo>
                <a:lnTo>
                  <a:pt x="100" y="34"/>
                </a:lnTo>
                <a:lnTo>
                  <a:pt x="98" y="29"/>
                </a:lnTo>
                <a:lnTo>
                  <a:pt x="97" y="25"/>
                </a:lnTo>
                <a:lnTo>
                  <a:pt x="94" y="21"/>
                </a:lnTo>
                <a:lnTo>
                  <a:pt x="92" y="17"/>
                </a:lnTo>
                <a:lnTo>
                  <a:pt x="89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1" y="0"/>
                </a:lnTo>
                <a:lnTo>
                  <a:pt x="45" y="1"/>
                </a:lnTo>
                <a:lnTo>
                  <a:pt x="40" y="1"/>
                </a:lnTo>
                <a:lnTo>
                  <a:pt x="34" y="2"/>
                </a:lnTo>
                <a:lnTo>
                  <a:pt x="29" y="4"/>
                </a:lnTo>
                <a:lnTo>
                  <a:pt x="25" y="6"/>
                </a:lnTo>
                <a:lnTo>
                  <a:pt x="21" y="9"/>
                </a:lnTo>
                <a:lnTo>
                  <a:pt x="17" y="12"/>
                </a:lnTo>
                <a:lnTo>
                  <a:pt x="13" y="14"/>
                </a:lnTo>
                <a:lnTo>
                  <a:pt x="10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0" y="87"/>
                </a:lnTo>
                <a:lnTo>
                  <a:pt x="13" y="91"/>
                </a:lnTo>
                <a:lnTo>
                  <a:pt x="17" y="94"/>
                </a:lnTo>
                <a:lnTo>
                  <a:pt x="21" y="96"/>
                </a:lnTo>
                <a:lnTo>
                  <a:pt x="25" y="98"/>
                </a:lnTo>
                <a:lnTo>
                  <a:pt x="29" y="100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1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9" y="90"/>
                </a:lnTo>
                <a:lnTo>
                  <a:pt x="92" y="86"/>
                </a:lnTo>
                <a:lnTo>
                  <a:pt x="94" y="82"/>
                </a:lnTo>
                <a:lnTo>
                  <a:pt x="97" y="78"/>
                </a:lnTo>
                <a:lnTo>
                  <a:pt x="98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2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69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5" y="83"/>
                </a:lnTo>
                <a:lnTo>
                  <a:pt x="65" y="86"/>
                </a:lnTo>
                <a:lnTo>
                  <a:pt x="63" y="88"/>
                </a:lnTo>
                <a:lnTo>
                  <a:pt x="61" y="91"/>
                </a:lnTo>
                <a:lnTo>
                  <a:pt x="59" y="92"/>
                </a:lnTo>
                <a:lnTo>
                  <a:pt x="57" y="94"/>
                </a:lnTo>
                <a:lnTo>
                  <a:pt x="56" y="95"/>
                </a:lnTo>
                <a:lnTo>
                  <a:pt x="53" y="95"/>
                </a:lnTo>
                <a:lnTo>
                  <a:pt x="51" y="95"/>
                </a:lnTo>
                <a:lnTo>
                  <a:pt x="49" y="95"/>
                </a:lnTo>
                <a:lnTo>
                  <a:pt x="46" y="95"/>
                </a:lnTo>
                <a:lnTo>
                  <a:pt x="45" y="94"/>
                </a:lnTo>
                <a:lnTo>
                  <a:pt x="42" y="93"/>
                </a:lnTo>
                <a:lnTo>
                  <a:pt x="41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3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3" y="27"/>
                </a:lnTo>
                <a:lnTo>
                  <a:pt x="35" y="23"/>
                </a:lnTo>
                <a:lnTo>
                  <a:pt x="36" y="21"/>
                </a:lnTo>
                <a:lnTo>
                  <a:pt x="37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7" y="10"/>
                </a:lnTo>
                <a:lnTo>
                  <a:pt x="49" y="9"/>
                </a:lnTo>
                <a:lnTo>
                  <a:pt x="52" y="9"/>
                </a:lnTo>
                <a:lnTo>
                  <a:pt x="54" y="9"/>
                </a:lnTo>
                <a:lnTo>
                  <a:pt x="57" y="10"/>
                </a:lnTo>
                <a:lnTo>
                  <a:pt x="58" y="10"/>
                </a:lnTo>
                <a:lnTo>
                  <a:pt x="61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9" y="24"/>
                </a:lnTo>
                <a:lnTo>
                  <a:pt x="69" y="27"/>
                </a:lnTo>
                <a:lnTo>
                  <a:pt x="70" y="30"/>
                </a:lnTo>
                <a:lnTo>
                  <a:pt x="71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141" name="ïSļïďè">
            <a:extLst>
              <a:ext uri="{FF2B5EF4-FFF2-40B4-BE49-F238E27FC236}">
                <a16:creationId xmlns:a16="http://schemas.microsoft.com/office/drawing/2014/main" id="{D4385258-83C8-4771-A329-930DC6752F8C}"/>
              </a:ext>
            </a:extLst>
          </p:cNvPr>
          <p:cNvSpPr>
            <a:spLocks noGrp="1"/>
          </p:cNvSpPr>
          <p:nvPr/>
        </p:nvSpPr>
        <p:spPr>
          <a:xfrm>
            <a:off x="1511640" y="956160"/>
            <a:ext cx="41040" cy="43920"/>
          </a:xfrm>
          <a:custGeom>
            <a:avLst/>
            <a:gdLst>
              <a:gd name="textAreaLeft" fmla="*/ 0 w 41040"/>
              <a:gd name="textAreaRight" fmla="*/ 41400 w 41040"/>
              <a:gd name="textAreaTop" fmla="*/ 0 h 43920"/>
              <a:gd name="textAreaBottom" fmla="*/ 44280 h 43920"/>
              <a:gd name="GluePoint1X" fmla="*/ 84 w 95"/>
              <a:gd name="GluePoint1Y" fmla="*/ 0 h 101"/>
              <a:gd name="GluePoint2X" fmla="*/ 76 w 95"/>
              <a:gd name="GluePoint2Y" fmla="*/ 0 h 101"/>
              <a:gd name="GluePoint3X" fmla="*/ 69 w 95"/>
              <a:gd name="GluePoint3Y" fmla="*/ 0 h 101"/>
              <a:gd name="GluePoint4X" fmla="*/ 66 w 95"/>
              <a:gd name="GluePoint4Y" fmla="*/ 54 h 101"/>
              <a:gd name="GluePoint5X" fmla="*/ 66 w 95"/>
              <a:gd name="GluePoint5Y" fmla="*/ 62 h 101"/>
              <a:gd name="GluePoint6X" fmla="*/ 65 w 95"/>
              <a:gd name="GluePoint6Y" fmla="*/ 68 h 101"/>
              <a:gd name="GluePoint7X" fmla="*/ 64 w 95"/>
              <a:gd name="GluePoint7Y" fmla="*/ 73 h 101"/>
              <a:gd name="GluePoint8X" fmla="*/ 61 w 95"/>
              <a:gd name="GluePoint8Y" fmla="*/ 78 h 101"/>
              <a:gd name="GluePoint9X" fmla="*/ 59 w 95"/>
              <a:gd name="GluePoint9Y" fmla="*/ 81 h 101"/>
              <a:gd name="GluePoint10X" fmla="*/ 56 w 95"/>
              <a:gd name="GluePoint10Y" fmla="*/ 84 h 101"/>
              <a:gd name="GluePoint11X" fmla="*/ 52 w 95"/>
              <a:gd name="GluePoint11Y" fmla="*/ 85 h 101"/>
              <a:gd name="GluePoint12X" fmla="*/ 47 w 95"/>
              <a:gd name="GluePoint12Y" fmla="*/ 85 h 101"/>
              <a:gd name="GluePoint13X" fmla="*/ 43 w 95"/>
              <a:gd name="GluePoint13Y" fmla="*/ 85 h 101"/>
              <a:gd name="GluePoint14X" fmla="*/ 39 w 95"/>
              <a:gd name="GluePoint14Y" fmla="*/ 83 h 101"/>
              <a:gd name="GluePoint15X" fmla="*/ 35 w 95"/>
              <a:gd name="GluePoint15Y" fmla="*/ 80 h 101"/>
              <a:gd name="GluePoint16X" fmla="*/ 32 w 95"/>
              <a:gd name="GluePoint16Y" fmla="*/ 75 h 101"/>
              <a:gd name="GluePoint17X" fmla="*/ 31 w 95"/>
              <a:gd name="GluePoint17Y" fmla="*/ 68 h 101"/>
              <a:gd name="GluePoint18X" fmla="*/ 30 w 95"/>
              <a:gd name="GluePoint18Y" fmla="*/ 57 h 101"/>
              <a:gd name="GluePoint19X" fmla="*/ 26 w 95"/>
              <a:gd name="GluePoint19Y" fmla="*/ 0 h 101"/>
              <a:gd name="GluePoint20X" fmla="*/ 20 w 95"/>
              <a:gd name="GluePoint20Y" fmla="*/ 0 h 101"/>
              <a:gd name="GluePoint21X" fmla="*/ 12 w 95"/>
              <a:gd name="GluePoint21Y" fmla="*/ 0 h 101"/>
              <a:gd name="GluePoint22X" fmla="*/ 5 w 95"/>
              <a:gd name="GluePoint22Y" fmla="*/ 0 h 101"/>
              <a:gd name="GluePoint23X" fmla="*/ 2 w 95"/>
              <a:gd name="GluePoint23Y" fmla="*/ 57 h 101"/>
              <a:gd name="GluePoint24X" fmla="*/ 0 w 95"/>
              <a:gd name="GluePoint24Y" fmla="*/ 61 h 101"/>
              <a:gd name="GluePoint25X" fmla="*/ 1 w 95"/>
              <a:gd name="GluePoint25Y" fmla="*/ 71 h 101"/>
              <a:gd name="GluePoint26X" fmla="*/ 2 w 95"/>
              <a:gd name="GluePoint26Y" fmla="*/ 79 h 101"/>
              <a:gd name="GluePoint27X" fmla="*/ 4 w 95"/>
              <a:gd name="GluePoint27Y" fmla="*/ 85 h 101"/>
              <a:gd name="GluePoint28X" fmla="*/ 8 w 95"/>
              <a:gd name="GluePoint28Y" fmla="*/ 90 h 101"/>
              <a:gd name="GluePoint29X" fmla="*/ 12 w 95"/>
              <a:gd name="GluePoint29Y" fmla="*/ 95 h 101"/>
              <a:gd name="GluePoint30X" fmla="*/ 18 w 95"/>
              <a:gd name="GluePoint30Y" fmla="*/ 98 h 101"/>
              <a:gd name="GluePoint31X" fmla="*/ 26 w 95"/>
              <a:gd name="GluePoint31Y" fmla="*/ 101 h 101"/>
              <a:gd name="GluePoint32X" fmla="*/ 35 w 95"/>
              <a:gd name="GluePoint32Y" fmla="*/ 101 h 101"/>
              <a:gd name="GluePoint33X" fmla="*/ 43 w 95"/>
              <a:gd name="GluePoint33Y" fmla="*/ 101 h 101"/>
              <a:gd name="GluePoint34X" fmla="*/ 51 w 95"/>
              <a:gd name="GluePoint34Y" fmla="*/ 98 h 101"/>
              <a:gd name="GluePoint35X" fmla="*/ 59 w 95"/>
              <a:gd name="GluePoint35Y" fmla="*/ 93 h 101"/>
              <a:gd name="GluePoint36X" fmla="*/ 67 w 95"/>
              <a:gd name="GluePoint36Y" fmla="*/ 86 h 101"/>
              <a:gd name="GluePoint37X" fmla="*/ 70 w 95"/>
              <a:gd name="GluePoint37Y" fmla="*/ 100 h 101"/>
              <a:gd name="GluePoint38X" fmla="*/ 77 w 95"/>
              <a:gd name="GluePoint38Y" fmla="*/ 100 h 101"/>
              <a:gd name="GluePoint39X" fmla="*/ 84 w 95"/>
              <a:gd name="GluePoint39Y" fmla="*/ 100 h 101"/>
              <a:gd name="GluePoint40X" fmla="*/ 91 w 95"/>
              <a:gd name="GluePoint40Y" fmla="*/ 100 h 101"/>
              <a:gd name="GluePoint41X" fmla="*/ 95 w 95"/>
              <a:gd name="GluePoint41Y" fmla="*/ 0 h 101"/>
              <a:gd name="GluePoint42X" fmla="*/ 87 w 95"/>
              <a:gd name="GluePoint42Y" fmla="*/ 0 h 101"/>
            </a:gdLst>
            <a:ahLst/>
            <a:cxnLst/>
            <a:rect l="textAreaLeft" t="textAreaTop" r="textAreaRight" b="textAreaBottom"/>
            <a:pathLst>
              <a:path w="95" h="101">
                <a:moveTo>
                  <a:pt x="87" y="0"/>
                </a:moveTo>
                <a:lnTo>
                  <a:pt x="84" y="0"/>
                </a:lnTo>
                <a:lnTo>
                  <a:pt x="80" y="0"/>
                </a:lnTo>
                <a:lnTo>
                  <a:pt x="76" y="0"/>
                </a:lnTo>
                <a:lnTo>
                  <a:pt x="72" y="0"/>
                </a:lnTo>
                <a:lnTo>
                  <a:pt x="69" y="0"/>
                </a:lnTo>
                <a:lnTo>
                  <a:pt x="66" y="0"/>
                </a:lnTo>
                <a:lnTo>
                  <a:pt x="66" y="54"/>
                </a:lnTo>
                <a:lnTo>
                  <a:pt x="66" y="58"/>
                </a:lnTo>
                <a:lnTo>
                  <a:pt x="66" y="62"/>
                </a:lnTo>
                <a:lnTo>
                  <a:pt x="65" y="65"/>
                </a:lnTo>
                <a:lnTo>
                  <a:pt x="65" y="68"/>
                </a:lnTo>
                <a:lnTo>
                  <a:pt x="64" y="71"/>
                </a:lnTo>
                <a:lnTo>
                  <a:pt x="64" y="73"/>
                </a:lnTo>
                <a:lnTo>
                  <a:pt x="63" y="76"/>
                </a:lnTo>
                <a:lnTo>
                  <a:pt x="61" y="78"/>
                </a:lnTo>
                <a:lnTo>
                  <a:pt x="60" y="80"/>
                </a:lnTo>
                <a:lnTo>
                  <a:pt x="59" y="81"/>
                </a:lnTo>
                <a:lnTo>
                  <a:pt x="57" y="83"/>
                </a:lnTo>
                <a:lnTo>
                  <a:pt x="56" y="84"/>
                </a:lnTo>
                <a:lnTo>
                  <a:pt x="54" y="85"/>
                </a:lnTo>
                <a:lnTo>
                  <a:pt x="52" y="85"/>
                </a:lnTo>
                <a:lnTo>
                  <a:pt x="50" y="85"/>
                </a:lnTo>
                <a:lnTo>
                  <a:pt x="47" y="85"/>
                </a:lnTo>
                <a:lnTo>
                  <a:pt x="44" y="85"/>
                </a:lnTo>
                <a:lnTo>
                  <a:pt x="43" y="85"/>
                </a:lnTo>
                <a:lnTo>
                  <a:pt x="40" y="85"/>
                </a:lnTo>
                <a:lnTo>
                  <a:pt x="39" y="83"/>
                </a:lnTo>
                <a:lnTo>
                  <a:pt x="37" y="81"/>
                </a:lnTo>
                <a:lnTo>
                  <a:pt x="35" y="80"/>
                </a:lnTo>
                <a:lnTo>
                  <a:pt x="34" y="77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0" y="63"/>
                </a:lnTo>
                <a:lnTo>
                  <a:pt x="30" y="57"/>
                </a:lnTo>
                <a:lnTo>
                  <a:pt x="30" y="0"/>
                </a:lnTo>
                <a:lnTo>
                  <a:pt x="26" y="0"/>
                </a:lnTo>
                <a:lnTo>
                  <a:pt x="23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9" y="0"/>
                </a:lnTo>
                <a:lnTo>
                  <a:pt x="5" y="0"/>
                </a:lnTo>
                <a:lnTo>
                  <a:pt x="2" y="0"/>
                </a:lnTo>
                <a:lnTo>
                  <a:pt x="2" y="57"/>
                </a:lnTo>
                <a:lnTo>
                  <a:pt x="1" y="59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2" y="75"/>
                </a:lnTo>
                <a:lnTo>
                  <a:pt x="2" y="79"/>
                </a:lnTo>
                <a:lnTo>
                  <a:pt x="4" y="83"/>
                </a:lnTo>
                <a:lnTo>
                  <a:pt x="4" y="85"/>
                </a:lnTo>
                <a:lnTo>
                  <a:pt x="5" y="89"/>
                </a:lnTo>
                <a:lnTo>
                  <a:pt x="8" y="90"/>
                </a:lnTo>
                <a:lnTo>
                  <a:pt x="9" y="93"/>
                </a:lnTo>
                <a:lnTo>
                  <a:pt x="12" y="95"/>
                </a:lnTo>
                <a:lnTo>
                  <a:pt x="15" y="97"/>
                </a:lnTo>
                <a:lnTo>
                  <a:pt x="18" y="98"/>
                </a:lnTo>
                <a:lnTo>
                  <a:pt x="21" y="100"/>
                </a:lnTo>
                <a:lnTo>
                  <a:pt x="26" y="101"/>
                </a:lnTo>
                <a:lnTo>
                  <a:pt x="30" y="101"/>
                </a:lnTo>
                <a:lnTo>
                  <a:pt x="35" y="101"/>
                </a:lnTo>
                <a:lnTo>
                  <a:pt x="39" y="101"/>
                </a:lnTo>
                <a:lnTo>
                  <a:pt x="43" y="101"/>
                </a:lnTo>
                <a:lnTo>
                  <a:pt x="47" y="100"/>
                </a:lnTo>
                <a:lnTo>
                  <a:pt x="51" y="98"/>
                </a:lnTo>
                <a:lnTo>
                  <a:pt x="55" y="96"/>
                </a:lnTo>
                <a:lnTo>
                  <a:pt x="59" y="93"/>
                </a:lnTo>
                <a:lnTo>
                  <a:pt x="63" y="90"/>
                </a:lnTo>
                <a:lnTo>
                  <a:pt x="67" y="86"/>
                </a:lnTo>
                <a:lnTo>
                  <a:pt x="67" y="100"/>
                </a:lnTo>
                <a:lnTo>
                  <a:pt x="70" y="100"/>
                </a:lnTo>
                <a:lnTo>
                  <a:pt x="73" y="100"/>
                </a:lnTo>
                <a:lnTo>
                  <a:pt x="77" y="100"/>
                </a:lnTo>
                <a:lnTo>
                  <a:pt x="80" y="100"/>
                </a:lnTo>
                <a:lnTo>
                  <a:pt x="84" y="100"/>
                </a:lnTo>
                <a:lnTo>
                  <a:pt x="88" y="100"/>
                </a:lnTo>
                <a:lnTo>
                  <a:pt x="91" y="100"/>
                </a:lnTo>
                <a:lnTo>
                  <a:pt x="95" y="100"/>
                </a:lnTo>
                <a:lnTo>
                  <a:pt x="95" y="0"/>
                </a:lnTo>
                <a:lnTo>
                  <a:pt x="91" y="0"/>
                </a:lnTo>
                <a:lnTo>
                  <a:pt x="8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720" rIns="90000" bIns="-720" anchor="ctr">
            <a:noAutofit/>
          </a:bodyPr>
          <a:lstStyle/>
          <a:p>
            <a:endParaRPr/>
          </a:p>
        </p:txBody>
      </p:sp>
      <p:sp>
        <p:nvSpPr>
          <p:cNvPr id="142" name="îšļîḑê">
            <a:extLst>
              <a:ext uri="{FF2B5EF4-FFF2-40B4-BE49-F238E27FC236}">
                <a16:creationId xmlns:a16="http://schemas.microsoft.com/office/drawing/2014/main" id="{4313498C-D92A-455A-B095-7063921670A9}"/>
              </a:ext>
            </a:extLst>
          </p:cNvPr>
          <p:cNvSpPr>
            <a:spLocks noGrp="1"/>
          </p:cNvSpPr>
          <p:nvPr/>
        </p:nvSpPr>
        <p:spPr>
          <a:xfrm>
            <a:off x="156528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7 w 62"/>
              <a:gd name="GluePoint1Y" fmla="*/ 129 h 138"/>
              <a:gd name="GluePoint2X" fmla="*/ 54 w 62"/>
              <a:gd name="GluePoint2Y" fmla="*/ 129 h 138"/>
              <a:gd name="GluePoint3X" fmla="*/ 53 w 62"/>
              <a:gd name="GluePoint3Y" fmla="*/ 129 h 138"/>
              <a:gd name="GluePoint4X" fmla="*/ 50 w 62"/>
              <a:gd name="GluePoint4Y" fmla="*/ 129 h 138"/>
              <a:gd name="GluePoint5X" fmla="*/ 49 w 62"/>
              <a:gd name="GluePoint5Y" fmla="*/ 129 h 138"/>
              <a:gd name="GluePoint6X" fmla="*/ 47 w 62"/>
              <a:gd name="GluePoint6Y" fmla="*/ 128 h 138"/>
              <a:gd name="GluePoint7X" fmla="*/ 46 w 62"/>
              <a:gd name="GluePoint7Y" fmla="*/ 127 h 138"/>
              <a:gd name="GluePoint8X" fmla="*/ 45 w 62"/>
              <a:gd name="GluePoint8Y" fmla="*/ 126 h 138"/>
              <a:gd name="GluePoint9X" fmla="*/ 44 w 62"/>
              <a:gd name="GluePoint9Y" fmla="*/ 124 h 138"/>
              <a:gd name="GluePoint10X" fmla="*/ 43 w 62"/>
              <a:gd name="GluePoint10Y" fmla="*/ 122 h 138"/>
              <a:gd name="GluePoint11X" fmla="*/ 43 w 62"/>
              <a:gd name="GluePoint11Y" fmla="*/ 120 h 138"/>
              <a:gd name="GluePoint12X" fmla="*/ 42 w 62"/>
              <a:gd name="GluePoint12Y" fmla="*/ 118 h 138"/>
              <a:gd name="GluePoint13X" fmla="*/ 42 w 62"/>
              <a:gd name="GluePoint13Y" fmla="*/ 115 h 138"/>
              <a:gd name="GluePoint14X" fmla="*/ 42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0 w 62"/>
              <a:gd name="GluePoint18Y" fmla="*/ 47 h 138"/>
              <a:gd name="GluePoint19X" fmla="*/ 60 w 62"/>
              <a:gd name="GluePoint19Y" fmla="*/ 44 h 138"/>
              <a:gd name="GluePoint20X" fmla="*/ 60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5 w 62"/>
              <a:gd name="GluePoint24Y" fmla="*/ 4 h 138"/>
              <a:gd name="GluePoint25X" fmla="*/ 28 w 62"/>
              <a:gd name="GluePoint25Y" fmla="*/ 7 h 138"/>
              <a:gd name="GluePoint26X" fmla="*/ 21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0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4 w 62"/>
              <a:gd name="GluePoint38Y" fmla="*/ 118 h 138"/>
              <a:gd name="GluePoint39X" fmla="*/ 15 w 62"/>
              <a:gd name="GluePoint39Y" fmla="*/ 121 h 138"/>
              <a:gd name="GluePoint40X" fmla="*/ 16 w 62"/>
              <a:gd name="GluePoint40Y" fmla="*/ 123 h 138"/>
              <a:gd name="GluePoint41X" fmla="*/ 17 w 62"/>
              <a:gd name="GluePoint41Y" fmla="*/ 126 h 138"/>
              <a:gd name="GluePoint42X" fmla="*/ 18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8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7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59 w 62"/>
              <a:gd name="GluePoint59Y" fmla="*/ 128 h 138"/>
              <a:gd name="GluePoint60X" fmla="*/ 57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7" y="129"/>
                </a:moveTo>
                <a:lnTo>
                  <a:pt x="54" y="129"/>
                </a:lnTo>
                <a:lnTo>
                  <a:pt x="53" y="129"/>
                </a:lnTo>
                <a:lnTo>
                  <a:pt x="50" y="129"/>
                </a:lnTo>
                <a:lnTo>
                  <a:pt x="49" y="129"/>
                </a:lnTo>
                <a:lnTo>
                  <a:pt x="47" y="128"/>
                </a:lnTo>
                <a:lnTo>
                  <a:pt x="46" y="127"/>
                </a:lnTo>
                <a:lnTo>
                  <a:pt x="45" y="126"/>
                </a:lnTo>
                <a:lnTo>
                  <a:pt x="44" y="124"/>
                </a:lnTo>
                <a:lnTo>
                  <a:pt x="43" y="122"/>
                </a:lnTo>
                <a:lnTo>
                  <a:pt x="43" y="120"/>
                </a:lnTo>
                <a:lnTo>
                  <a:pt x="42" y="118"/>
                </a:lnTo>
                <a:lnTo>
                  <a:pt x="42" y="115"/>
                </a:lnTo>
                <a:lnTo>
                  <a:pt x="42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0" y="47"/>
                </a:lnTo>
                <a:lnTo>
                  <a:pt x="60" y="44"/>
                </a:lnTo>
                <a:lnTo>
                  <a:pt x="60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5" y="4"/>
                </a:lnTo>
                <a:lnTo>
                  <a:pt x="28" y="7"/>
                </a:lnTo>
                <a:lnTo>
                  <a:pt x="21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0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4" y="118"/>
                </a:lnTo>
                <a:lnTo>
                  <a:pt x="15" y="121"/>
                </a:lnTo>
                <a:lnTo>
                  <a:pt x="16" y="123"/>
                </a:lnTo>
                <a:lnTo>
                  <a:pt x="17" y="126"/>
                </a:lnTo>
                <a:lnTo>
                  <a:pt x="18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8" y="137"/>
                </a:lnTo>
                <a:lnTo>
                  <a:pt x="31" y="138"/>
                </a:lnTo>
                <a:lnTo>
                  <a:pt x="34" y="138"/>
                </a:lnTo>
                <a:lnTo>
                  <a:pt x="37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59" y="128"/>
                </a:lnTo>
                <a:lnTo>
                  <a:pt x="57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143" name="ïṧļîḓe">
            <a:extLst>
              <a:ext uri="{FF2B5EF4-FFF2-40B4-BE49-F238E27FC236}">
                <a16:creationId xmlns:a16="http://schemas.microsoft.com/office/drawing/2014/main" id="{7A0607FD-7996-4310-85B2-C7AD9617491D}"/>
              </a:ext>
            </a:extLst>
          </p:cNvPr>
          <p:cNvSpPr>
            <a:spLocks noGrp="1"/>
          </p:cNvSpPr>
          <p:nvPr/>
        </p:nvSpPr>
        <p:spPr>
          <a:xfrm>
            <a:off x="160380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3 w 93"/>
              <a:gd name="GluePoint5Y" fmla="*/ 57 h 157"/>
              <a:gd name="GluePoint6X" fmla="*/ 67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8 w 93"/>
              <a:gd name="GluePoint11Y" fmla="*/ 71 h 157"/>
              <a:gd name="GluePoint12X" fmla="*/ 25 w 93"/>
              <a:gd name="GluePoint12Y" fmla="*/ 0 h 157"/>
              <a:gd name="GluePoint13X" fmla="*/ 17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1 w 93"/>
              <a:gd name="GluePoint20Y" fmla="*/ 157 h 157"/>
              <a:gd name="GluePoint21X" fmla="*/ 28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29 w 93"/>
              <a:gd name="GluePoint24Y" fmla="*/ 89 h 157"/>
              <a:gd name="GluePoint25X" fmla="*/ 30 w 93"/>
              <a:gd name="GluePoint25Y" fmla="*/ 84 h 157"/>
              <a:gd name="GluePoint26X" fmla="*/ 33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49 w 93"/>
              <a:gd name="GluePoint30Y" fmla="*/ 72 h 157"/>
              <a:gd name="GluePoint31X" fmla="*/ 53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1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4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5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1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1" y="79"/>
                </a:moveTo>
                <a:lnTo>
                  <a:pt x="90" y="75"/>
                </a:lnTo>
                <a:lnTo>
                  <a:pt x="89" y="73"/>
                </a:lnTo>
                <a:lnTo>
                  <a:pt x="88" y="69"/>
                </a:lnTo>
                <a:lnTo>
                  <a:pt x="85" y="67"/>
                </a:lnTo>
                <a:lnTo>
                  <a:pt x="84" y="65"/>
                </a:lnTo>
                <a:lnTo>
                  <a:pt x="81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7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8" y="71"/>
                </a:lnTo>
                <a:lnTo>
                  <a:pt x="28" y="0"/>
                </a:lnTo>
                <a:lnTo>
                  <a:pt x="25" y="0"/>
                </a:lnTo>
                <a:lnTo>
                  <a:pt x="21" y="1"/>
                </a:ln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1" y="157"/>
                </a:lnTo>
                <a:lnTo>
                  <a:pt x="25" y="157"/>
                </a:lnTo>
                <a:lnTo>
                  <a:pt x="28" y="157"/>
                </a:lnTo>
                <a:lnTo>
                  <a:pt x="28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7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49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7" y="75"/>
                </a:lnTo>
                <a:lnTo>
                  <a:pt x="57" y="77"/>
                </a:lnTo>
                <a:lnTo>
                  <a:pt x="59" y="78"/>
                </a:lnTo>
                <a:lnTo>
                  <a:pt x="60" y="81"/>
                </a:lnTo>
                <a:lnTo>
                  <a:pt x="61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1" y="157"/>
                </a:lnTo>
                <a:lnTo>
                  <a:pt x="85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lnTo>
                  <a:pt x="91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144" name="í$1idé">
            <a:extLst>
              <a:ext uri="{FF2B5EF4-FFF2-40B4-BE49-F238E27FC236}">
                <a16:creationId xmlns:a16="http://schemas.microsoft.com/office/drawing/2014/main" id="{8AA395A6-FB82-450C-8666-48D80A57086A}"/>
              </a:ext>
            </a:extLst>
          </p:cNvPr>
          <p:cNvSpPr>
            <a:spLocks noGrp="1"/>
          </p:cNvSpPr>
          <p:nvPr/>
        </p:nvSpPr>
        <p:spPr>
          <a:xfrm>
            <a:off x="1677240" y="936000"/>
            <a:ext cx="54720" cy="64440"/>
          </a:xfrm>
          <a:custGeom>
            <a:avLst/>
            <a:gdLst>
              <a:gd name="textAreaLeft" fmla="*/ 0 w 54720"/>
              <a:gd name="textAreaRight" fmla="*/ 55080 w 54720"/>
              <a:gd name="textAreaTop" fmla="*/ 0 h 64440"/>
              <a:gd name="textAreaBottom" fmla="*/ 64800 h 64440"/>
              <a:gd name="GluePoint1X" fmla="*/ 106 w 126"/>
              <a:gd name="GluePoint1Y" fmla="*/ 3 h 148"/>
              <a:gd name="GluePoint2X" fmla="*/ 89 w 126"/>
              <a:gd name="GluePoint2Y" fmla="*/ 0 h 148"/>
              <a:gd name="GluePoint3X" fmla="*/ 64 w 126"/>
              <a:gd name="GluePoint3Y" fmla="*/ 2 h 148"/>
              <a:gd name="GluePoint4X" fmla="*/ 51 w 126"/>
              <a:gd name="GluePoint4Y" fmla="*/ 5 h 148"/>
              <a:gd name="GluePoint5X" fmla="*/ 40 w 126"/>
              <a:gd name="GluePoint5Y" fmla="*/ 10 h 148"/>
              <a:gd name="GluePoint6X" fmla="*/ 30 w 126"/>
              <a:gd name="GluePoint6Y" fmla="*/ 15 h 148"/>
              <a:gd name="GluePoint7X" fmla="*/ 22 w 126"/>
              <a:gd name="GluePoint7Y" fmla="*/ 22 h 148"/>
              <a:gd name="GluePoint8X" fmla="*/ 14 w 126"/>
              <a:gd name="GluePoint8Y" fmla="*/ 30 h 148"/>
              <a:gd name="GluePoint9X" fmla="*/ 9 w 126"/>
              <a:gd name="GluePoint9Y" fmla="*/ 39 h 148"/>
              <a:gd name="GluePoint10X" fmla="*/ 5 w 126"/>
              <a:gd name="GluePoint10Y" fmla="*/ 50 h 148"/>
              <a:gd name="GluePoint11X" fmla="*/ 2 w 126"/>
              <a:gd name="GluePoint11Y" fmla="*/ 62 h 148"/>
              <a:gd name="GluePoint12X" fmla="*/ 0 w 126"/>
              <a:gd name="GluePoint12Y" fmla="*/ 74 h 148"/>
              <a:gd name="GluePoint13X" fmla="*/ 2 w 126"/>
              <a:gd name="GluePoint13Y" fmla="*/ 95 h 148"/>
              <a:gd name="GluePoint14X" fmla="*/ 5 w 126"/>
              <a:gd name="GluePoint14Y" fmla="*/ 105 h 148"/>
              <a:gd name="GluePoint15X" fmla="*/ 9 w 126"/>
              <a:gd name="GluePoint15Y" fmla="*/ 115 h 148"/>
              <a:gd name="GluePoint16X" fmla="*/ 14 w 126"/>
              <a:gd name="GluePoint16Y" fmla="*/ 123 h 148"/>
              <a:gd name="GluePoint17X" fmla="*/ 22 w 126"/>
              <a:gd name="GluePoint17Y" fmla="*/ 130 h 148"/>
              <a:gd name="GluePoint18X" fmla="*/ 29 w 126"/>
              <a:gd name="GluePoint18Y" fmla="*/ 136 h 148"/>
              <a:gd name="GluePoint19X" fmla="*/ 38 w 126"/>
              <a:gd name="GluePoint19Y" fmla="*/ 141 h 148"/>
              <a:gd name="GluePoint20X" fmla="*/ 53 w 126"/>
              <a:gd name="GluePoint20Y" fmla="*/ 146 h 148"/>
              <a:gd name="GluePoint21X" fmla="*/ 78 w 126"/>
              <a:gd name="GluePoint21Y" fmla="*/ 148 h 148"/>
              <a:gd name="GluePoint22X" fmla="*/ 94 w 126"/>
              <a:gd name="GluePoint22Y" fmla="*/ 147 h 148"/>
              <a:gd name="GluePoint23X" fmla="*/ 110 w 126"/>
              <a:gd name="GluePoint23Y" fmla="*/ 144 h 148"/>
              <a:gd name="GluePoint24X" fmla="*/ 124 w 126"/>
              <a:gd name="GluePoint24Y" fmla="*/ 123 h 148"/>
              <a:gd name="GluePoint25X" fmla="*/ 112 w 126"/>
              <a:gd name="GluePoint25Y" fmla="*/ 128 h 148"/>
              <a:gd name="GluePoint26X" fmla="*/ 98 w 126"/>
              <a:gd name="GluePoint26Y" fmla="*/ 135 h 148"/>
              <a:gd name="GluePoint27X" fmla="*/ 84 w 126"/>
              <a:gd name="GluePoint27Y" fmla="*/ 137 h 148"/>
              <a:gd name="GluePoint28X" fmla="*/ 68 w 126"/>
              <a:gd name="GluePoint28Y" fmla="*/ 135 h 148"/>
              <a:gd name="GluePoint29X" fmla="*/ 54 w 126"/>
              <a:gd name="GluePoint29Y" fmla="*/ 128 h 148"/>
              <a:gd name="GluePoint30X" fmla="*/ 45 w 126"/>
              <a:gd name="GluePoint30Y" fmla="*/ 117 h 148"/>
              <a:gd name="GluePoint31X" fmla="*/ 38 w 126"/>
              <a:gd name="GluePoint31Y" fmla="*/ 103 h 148"/>
              <a:gd name="GluePoint32X" fmla="*/ 34 w 126"/>
              <a:gd name="GluePoint32Y" fmla="*/ 84 h 148"/>
              <a:gd name="GluePoint33X" fmla="*/ 35 w 126"/>
              <a:gd name="GluePoint33Y" fmla="*/ 62 h 148"/>
              <a:gd name="GluePoint34X" fmla="*/ 40 w 126"/>
              <a:gd name="GluePoint34Y" fmla="*/ 43 h 148"/>
              <a:gd name="GluePoint35X" fmla="*/ 47 w 126"/>
              <a:gd name="GluePoint35Y" fmla="*/ 30 h 148"/>
              <a:gd name="GluePoint36X" fmla="*/ 58 w 126"/>
              <a:gd name="GluePoint36Y" fmla="*/ 19 h 148"/>
              <a:gd name="GluePoint37X" fmla="*/ 72 w 126"/>
              <a:gd name="GluePoint37Y" fmla="*/ 14 h 148"/>
              <a:gd name="GluePoint38X" fmla="*/ 88 w 126"/>
              <a:gd name="GluePoint38Y" fmla="*/ 13 h 148"/>
              <a:gd name="GluePoint39X" fmla="*/ 102 w 126"/>
              <a:gd name="GluePoint39Y" fmla="*/ 18 h 148"/>
              <a:gd name="GluePoint40X" fmla="*/ 114 w 126"/>
              <a:gd name="GluePoint40Y" fmla="*/ 27 h 148"/>
              <a:gd name="GluePoint41X" fmla="*/ 121 w 126"/>
              <a:gd name="GluePoint41Y" fmla="*/ 29 h 148"/>
              <a:gd name="GluePoint42X" fmla="*/ 123 w 126"/>
              <a:gd name="GluePoint42Y" fmla="*/ 17 h 148"/>
              <a:gd name="GluePoint43X" fmla="*/ 121 w 126"/>
              <a:gd name="GluePoint43Y" fmla="*/ 8 h 148"/>
            </a:gdLst>
            <a:ahLst/>
            <a:cxnLst/>
            <a:rect l="textAreaLeft" t="textAreaTop" r="textAreaRight" b="textAreaBottom"/>
            <a:pathLst>
              <a:path w="126" h="148">
                <a:moveTo>
                  <a:pt x="116" y="6"/>
                </a:moveTo>
                <a:lnTo>
                  <a:pt x="111" y="4"/>
                </a:lnTo>
                <a:lnTo>
                  <a:pt x="106" y="3"/>
                </a:lnTo>
                <a:lnTo>
                  <a:pt x="101" y="2"/>
                </a:lnTo>
                <a:lnTo>
                  <a:pt x="95" y="1"/>
                </a:lnTo>
                <a:lnTo>
                  <a:pt x="89" y="0"/>
                </a:lnTo>
                <a:lnTo>
                  <a:pt x="83" y="0"/>
                </a:lnTo>
                <a:lnTo>
                  <a:pt x="74" y="1"/>
                </a:lnTo>
                <a:lnTo>
                  <a:pt x="64" y="2"/>
                </a:lnTo>
                <a:lnTo>
                  <a:pt x="60" y="2"/>
                </a:lnTo>
                <a:lnTo>
                  <a:pt x="55" y="4"/>
                </a:lnTo>
                <a:lnTo>
                  <a:pt x="51" y="5"/>
                </a:lnTo>
                <a:lnTo>
                  <a:pt x="47" y="6"/>
                </a:lnTo>
                <a:lnTo>
                  <a:pt x="44" y="8"/>
                </a:lnTo>
                <a:lnTo>
                  <a:pt x="40" y="10"/>
                </a:lnTo>
                <a:lnTo>
                  <a:pt x="37" y="11"/>
                </a:lnTo>
                <a:lnTo>
                  <a:pt x="34" y="13"/>
                </a:lnTo>
                <a:lnTo>
                  <a:pt x="30" y="15"/>
                </a:lnTo>
                <a:lnTo>
                  <a:pt x="27" y="17"/>
                </a:lnTo>
                <a:lnTo>
                  <a:pt x="25" y="19"/>
                </a:lnTo>
                <a:lnTo>
                  <a:pt x="22" y="22"/>
                </a:lnTo>
                <a:lnTo>
                  <a:pt x="19" y="24"/>
                </a:lnTo>
                <a:lnTo>
                  <a:pt x="17" y="26"/>
                </a:lnTo>
                <a:lnTo>
                  <a:pt x="14" y="30"/>
                </a:lnTo>
                <a:lnTo>
                  <a:pt x="13" y="33"/>
                </a:lnTo>
                <a:lnTo>
                  <a:pt x="10" y="36"/>
                </a:lnTo>
                <a:lnTo>
                  <a:pt x="9" y="39"/>
                </a:lnTo>
                <a:lnTo>
                  <a:pt x="7" y="42"/>
                </a:lnTo>
                <a:lnTo>
                  <a:pt x="6" y="46"/>
                </a:lnTo>
                <a:lnTo>
                  <a:pt x="5" y="50"/>
                </a:lnTo>
                <a:lnTo>
                  <a:pt x="3" y="54"/>
                </a:lnTo>
                <a:lnTo>
                  <a:pt x="2" y="58"/>
                </a:lnTo>
                <a:lnTo>
                  <a:pt x="2" y="62"/>
                </a:lnTo>
                <a:lnTo>
                  <a:pt x="1" y="66"/>
                </a:lnTo>
                <a:lnTo>
                  <a:pt x="1" y="70"/>
                </a:lnTo>
                <a:lnTo>
                  <a:pt x="0" y="74"/>
                </a:lnTo>
                <a:lnTo>
                  <a:pt x="0" y="79"/>
                </a:lnTo>
                <a:lnTo>
                  <a:pt x="1" y="87"/>
                </a:lnTo>
                <a:lnTo>
                  <a:pt x="2" y="95"/>
                </a:lnTo>
                <a:lnTo>
                  <a:pt x="3" y="99"/>
                </a:lnTo>
                <a:lnTo>
                  <a:pt x="3" y="102"/>
                </a:lnTo>
                <a:lnTo>
                  <a:pt x="5" y="105"/>
                </a:lnTo>
                <a:lnTo>
                  <a:pt x="6" y="108"/>
                </a:lnTo>
                <a:lnTo>
                  <a:pt x="7" y="112"/>
                </a:lnTo>
                <a:lnTo>
                  <a:pt x="9" y="115"/>
                </a:lnTo>
                <a:lnTo>
                  <a:pt x="10" y="118"/>
                </a:lnTo>
                <a:lnTo>
                  <a:pt x="12" y="120"/>
                </a:lnTo>
                <a:lnTo>
                  <a:pt x="14" y="123"/>
                </a:lnTo>
                <a:lnTo>
                  <a:pt x="17" y="125"/>
                </a:lnTo>
                <a:lnTo>
                  <a:pt x="18" y="127"/>
                </a:lnTo>
                <a:lnTo>
                  <a:pt x="22" y="130"/>
                </a:lnTo>
                <a:lnTo>
                  <a:pt x="23" y="132"/>
                </a:lnTo>
                <a:lnTo>
                  <a:pt x="26" y="134"/>
                </a:lnTo>
                <a:lnTo>
                  <a:pt x="29" y="136"/>
                </a:lnTo>
                <a:lnTo>
                  <a:pt x="32" y="138"/>
                </a:lnTo>
                <a:lnTo>
                  <a:pt x="35" y="139"/>
                </a:lnTo>
                <a:lnTo>
                  <a:pt x="38" y="141"/>
                </a:lnTo>
                <a:lnTo>
                  <a:pt x="42" y="142"/>
                </a:lnTo>
                <a:lnTo>
                  <a:pt x="46" y="143"/>
                </a:lnTo>
                <a:lnTo>
                  <a:pt x="53" y="146"/>
                </a:lnTo>
                <a:lnTo>
                  <a:pt x="61" y="147"/>
                </a:lnTo>
                <a:lnTo>
                  <a:pt x="69" y="148"/>
                </a:lnTo>
                <a:lnTo>
                  <a:pt x="78" y="148"/>
                </a:lnTo>
                <a:lnTo>
                  <a:pt x="84" y="148"/>
                </a:lnTo>
                <a:lnTo>
                  <a:pt x="90" y="147"/>
                </a:lnTo>
                <a:lnTo>
                  <a:pt x="94" y="147"/>
                </a:lnTo>
                <a:lnTo>
                  <a:pt x="100" y="147"/>
                </a:lnTo>
                <a:lnTo>
                  <a:pt x="105" y="146"/>
                </a:lnTo>
                <a:lnTo>
                  <a:pt x="110" y="144"/>
                </a:lnTo>
                <a:lnTo>
                  <a:pt x="115" y="143"/>
                </a:lnTo>
                <a:lnTo>
                  <a:pt x="120" y="141"/>
                </a:lnTo>
                <a:lnTo>
                  <a:pt x="124" y="123"/>
                </a:lnTo>
                <a:lnTo>
                  <a:pt x="122" y="122"/>
                </a:lnTo>
                <a:lnTo>
                  <a:pt x="117" y="125"/>
                </a:lnTo>
                <a:lnTo>
                  <a:pt x="112" y="128"/>
                </a:lnTo>
                <a:lnTo>
                  <a:pt x="108" y="131"/>
                </a:lnTo>
                <a:lnTo>
                  <a:pt x="103" y="133"/>
                </a:lnTo>
                <a:lnTo>
                  <a:pt x="98" y="135"/>
                </a:lnTo>
                <a:lnTo>
                  <a:pt x="94" y="136"/>
                </a:lnTo>
                <a:lnTo>
                  <a:pt x="89" y="137"/>
                </a:lnTo>
                <a:lnTo>
                  <a:pt x="84" y="137"/>
                </a:lnTo>
                <a:lnTo>
                  <a:pt x="78" y="137"/>
                </a:lnTo>
                <a:lnTo>
                  <a:pt x="73" y="136"/>
                </a:lnTo>
                <a:lnTo>
                  <a:pt x="68" y="135"/>
                </a:lnTo>
                <a:lnTo>
                  <a:pt x="62" y="132"/>
                </a:lnTo>
                <a:lnTo>
                  <a:pt x="58" y="131"/>
                </a:lnTo>
                <a:lnTo>
                  <a:pt x="54" y="128"/>
                </a:lnTo>
                <a:lnTo>
                  <a:pt x="51" y="125"/>
                </a:lnTo>
                <a:lnTo>
                  <a:pt x="47" y="121"/>
                </a:lnTo>
                <a:lnTo>
                  <a:pt x="45" y="117"/>
                </a:lnTo>
                <a:lnTo>
                  <a:pt x="42" y="113"/>
                </a:lnTo>
                <a:lnTo>
                  <a:pt x="40" y="108"/>
                </a:lnTo>
                <a:lnTo>
                  <a:pt x="38" y="103"/>
                </a:lnTo>
                <a:lnTo>
                  <a:pt x="36" y="97"/>
                </a:lnTo>
                <a:lnTo>
                  <a:pt x="35" y="91"/>
                </a:lnTo>
                <a:lnTo>
                  <a:pt x="34" y="84"/>
                </a:lnTo>
                <a:lnTo>
                  <a:pt x="34" y="77"/>
                </a:lnTo>
                <a:lnTo>
                  <a:pt x="34" y="69"/>
                </a:lnTo>
                <a:lnTo>
                  <a:pt x="35" y="62"/>
                </a:lnTo>
                <a:lnTo>
                  <a:pt x="37" y="55"/>
                </a:lnTo>
                <a:lnTo>
                  <a:pt x="38" y="49"/>
                </a:lnTo>
                <a:lnTo>
                  <a:pt x="40" y="43"/>
                </a:lnTo>
                <a:lnTo>
                  <a:pt x="42" y="38"/>
                </a:lnTo>
                <a:lnTo>
                  <a:pt x="45" y="34"/>
                </a:lnTo>
                <a:lnTo>
                  <a:pt x="47" y="30"/>
                </a:lnTo>
                <a:lnTo>
                  <a:pt x="51" y="26"/>
                </a:lnTo>
                <a:lnTo>
                  <a:pt x="54" y="22"/>
                </a:lnTo>
                <a:lnTo>
                  <a:pt x="58" y="19"/>
                </a:lnTo>
                <a:lnTo>
                  <a:pt x="62" y="17"/>
                </a:lnTo>
                <a:lnTo>
                  <a:pt x="67" y="15"/>
                </a:lnTo>
                <a:lnTo>
                  <a:pt x="72" y="14"/>
                </a:lnTo>
                <a:lnTo>
                  <a:pt x="78" y="13"/>
                </a:lnTo>
                <a:lnTo>
                  <a:pt x="83" y="12"/>
                </a:lnTo>
                <a:lnTo>
                  <a:pt x="88" y="13"/>
                </a:lnTo>
                <a:lnTo>
                  <a:pt x="93" y="14"/>
                </a:lnTo>
                <a:lnTo>
                  <a:pt x="98" y="15"/>
                </a:lnTo>
                <a:lnTo>
                  <a:pt x="102" y="18"/>
                </a:lnTo>
                <a:lnTo>
                  <a:pt x="106" y="21"/>
                </a:lnTo>
                <a:lnTo>
                  <a:pt x="110" y="24"/>
                </a:lnTo>
                <a:lnTo>
                  <a:pt x="114" y="27"/>
                </a:lnTo>
                <a:lnTo>
                  <a:pt x="118" y="32"/>
                </a:lnTo>
                <a:lnTo>
                  <a:pt x="121" y="32"/>
                </a:lnTo>
                <a:lnTo>
                  <a:pt x="121" y="29"/>
                </a:lnTo>
                <a:lnTo>
                  <a:pt x="122" y="25"/>
                </a:lnTo>
                <a:lnTo>
                  <a:pt x="122" y="21"/>
                </a:lnTo>
                <a:lnTo>
                  <a:pt x="123" y="17"/>
                </a:lnTo>
                <a:lnTo>
                  <a:pt x="124" y="14"/>
                </a:lnTo>
                <a:lnTo>
                  <a:pt x="126" y="10"/>
                </a:lnTo>
                <a:lnTo>
                  <a:pt x="121" y="8"/>
                </a:lnTo>
                <a:lnTo>
                  <a:pt x="116" y="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145" name="i$lïḍe">
            <a:extLst>
              <a:ext uri="{FF2B5EF4-FFF2-40B4-BE49-F238E27FC236}">
                <a16:creationId xmlns:a16="http://schemas.microsoft.com/office/drawing/2014/main" id="{AB5A931D-1D97-4A44-938A-9E78D16C7583}"/>
              </a:ext>
            </a:extLst>
          </p:cNvPr>
          <p:cNvSpPr>
            <a:spLocks noGrp="1"/>
          </p:cNvSpPr>
          <p:nvPr/>
        </p:nvSpPr>
        <p:spPr>
          <a:xfrm>
            <a:off x="174564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1 w 93"/>
              <a:gd name="GluePoint1Y" fmla="*/ 79 h 157"/>
              <a:gd name="GluePoint2X" fmla="*/ 90 w 93"/>
              <a:gd name="GluePoint2Y" fmla="*/ 73 h 157"/>
              <a:gd name="GluePoint3X" fmla="*/ 86 w 93"/>
              <a:gd name="GluePoint3Y" fmla="*/ 67 h 157"/>
              <a:gd name="GluePoint4X" fmla="*/ 82 w 93"/>
              <a:gd name="GluePoint4Y" fmla="*/ 62 h 157"/>
              <a:gd name="GluePoint5X" fmla="*/ 76 w 93"/>
              <a:gd name="GluePoint5Y" fmla="*/ 59 h 157"/>
              <a:gd name="GluePoint6X" fmla="*/ 70 w 93"/>
              <a:gd name="GluePoint6Y" fmla="*/ 56 h 157"/>
              <a:gd name="GluePoint7X" fmla="*/ 63 w 93"/>
              <a:gd name="GluePoint7Y" fmla="*/ 55 h 157"/>
              <a:gd name="GluePoint8X" fmla="*/ 55 w 93"/>
              <a:gd name="GluePoint8Y" fmla="*/ 55 h 157"/>
              <a:gd name="GluePoint9X" fmla="*/ 47 w 93"/>
              <a:gd name="GluePoint9Y" fmla="*/ 57 h 157"/>
              <a:gd name="GluePoint10X" fmla="*/ 39 w 93"/>
              <a:gd name="GluePoint10Y" fmla="*/ 61 h 157"/>
              <a:gd name="GluePoint11X" fmla="*/ 32 w 93"/>
              <a:gd name="GluePoint11Y" fmla="*/ 68 h 157"/>
              <a:gd name="GluePoint12X" fmla="*/ 29 w 93"/>
              <a:gd name="GluePoint12Y" fmla="*/ 0 h 157"/>
              <a:gd name="GluePoint13X" fmla="*/ 22 w 93"/>
              <a:gd name="GluePoint13Y" fmla="*/ 1 h 157"/>
              <a:gd name="GluePoint14X" fmla="*/ 14 w 93"/>
              <a:gd name="GluePoint14Y" fmla="*/ 1 h 157"/>
              <a:gd name="GluePoint15X" fmla="*/ 11 w 93"/>
              <a:gd name="GluePoint15Y" fmla="*/ 1 h 157"/>
              <a:gd name="GluePoint16X" fmla="*/ 7 w 93"/>
              <a:gd name="GluePoint16Y" fmla="*/ 1 h 157"/>
              <a:gd name="GluePoint17X" fmla="*/ 0 w 93"/>
              <a:gd name="GluePoint17Y" fmla="*/ 0 h 157"/>
              <a:gd name="GluePoint18X" fmla="*/ 3 w 93"/>
              <a:gd name="GluePoint18Y" fmla="*/ 157 h 157"/>
              <a:gd name="GluePoint19X" fmla="*/ 11 w 93"/>
              <a:gd name="GluePoint19Y" fmla="*/ 157 h 157"/>
              <a:gd name="GluePoint20X" fmla="*/ 18 w 93"/>
              <a:gd name="GluePoint20Y" fmla="*/ 157 h 157"/>
              <a:gd name="GluePoint21X" fmla="*/ 25 w 93"/>
              <a:gd name="GluePoint21Y" fmla="*/ 157 h 157"/>
              <a:gd name="GluePoint22X" fmla="*/ 29 w 93"/>
              <a:gd name="GluePoint22Y" fmla="*/ 110 h 157"/>
              <a:gd name="GluePoint23X" fmla="*/ 28 w 93"/>
              <a:gd name="GluePoint23Y" fmla="*/ 101 h 157"/>
              <a:gd name="GluePoint24X" fmla="*/ 29 w 93"/>
              <a:gd name="GluePoint24Y" fmla="*/ 93 h 157"/>
              <a:gd name="GluePoint25X" fmla="*/ 30 w 93"/>
              <a:gd name="GluePoint25Y" fmla="*/ 87 h 157"/>
              <a:gd name="GluePoint26X" fmla="*/ 32 w 93"/>
              <a:gd name="GluePoint26Y" fmla="*/ 81 h 157"/>
              <a:gd name="GluePoint27X" fmla="*/ 34 w 93"/>
              <a:gd name="GluePoint27Y" fmla="*/ 77 h 157"/>
              <a:gd name="GluePoint28X" fmla="*/ 38 w 93"/>
              <a:gd name="GluePoint28Y" fmla="*/ 74 h 157"/>
              <a:gd name="GluePoint29X" fmla="*/ 42 w 93"/>
              <a:gd name="GluePoint29Y" fmla="*/ 73 h 157"/>
              <a:gd name="GluePoint30X" fmla="*/ 47 w 93"/>
              <a:gd name="GluePoint30Y" fmla="*/ 72 h 157"/>
              <a:gd name="GluePoint31X" fmla="*/ 51 w 93"/>
              <a:gd name="GluePoint31Y" fmla="*/ 73 h 157"/>
              <a:gd name="GluePoint32X" fmla="*/ 55 w 93"/>
              <a:gd name="GluePoint32Y" fmla="*/ 74 h 157"/>
              <a:gd name="GluePoint33X" fmla="*/ 58 w 93"/>
              <a:gd name="GluePoint33Y" fmla="*/ 77 h 157"/>
              <a:gd name="GluePoint34X" fmla="*/ 60 w 93"/>
              <a:gd name="GluePoint34Y" fmla="*/ 81 h 157"/>
              <a:gd name="GluePoint35X" fmla="*/ 62 w 93"/>
              <a:gd name="GluePoint35Y" fmla="*/ 85 h 157"/>
              <a:gd name="GluePoint36X" fmla="*/ 64 w 93"/>
              <a:gd name="GluePoint36Y" fmla="*/ 91 h 157"/>
              <a:gd name="GluePoint37X" fmla="*/ 64 w 93"/>
              <a:gd name="GluePoint37Y" fmla="*/ 106 h 157"/>
              <a:gd name="GluePoint38X" fmla="*/ 67 w 93"/>
              <a:gd name="GluePoint38Y" fmla="*/ 157 h 157"/>
              <a:gd name="GluePoint39X" fmla="*/ 74 w 93"/>
              <a:gd name="GluePoint39Y" fmla="*/ 157 h 157"/>
              <a:gd name="GluePoint40X" fmla="*/ 82 w 93"/>
              <a:gd name="GluePoint40Y" fmla="*/ 157 h 157"/>
              <a:gd name="GluePoint41X" fmla="*/ 90 w 93"/>
              <a:gd name="GluePoint41Y" fmla="*/ 157 h 157"/>
              <a:gd name="GluePoint42X" fmla="*/ 93 w 93"/>
              <a:gd name="GluePoint42Y" fmla="*/ 91 h 157"/>
              <a:gd name="GluePoint43X" fmla="*/ 92 w 93"/>
              <a:gd name="GluePoint43Y" fmla="*/ 82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82"/>
                </a:moveTo>
                <a:lnTo>
                  <a:pt x="91" y="79"/>
                </a:ln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2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9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6" y="75"/>
                </a:lnTo>
                <a:lnTo>
                  <a:pt x="58" y="77"/>
                </a:lnTo>
                <a:lnTo>
                  <a:pt x="59" y="78"/>
                </a:lnTo>
                <a:lnTo>
                  <a:pt x="60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4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90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146" name="iṥľiḓê">
            <a:extLst>
              <a:ext uri="{FF2B5EF4-FFF2-40B4-BE49-F238E27FC236}">
                <a16:creationId xmlns:a16="http://schemas.microsoft.com/office/drawing/2014/main" id="{F04A45C9-88DB-4E51-BFE3-E3B29EFDE6E5}"/>
              </a:ext>
            </a:extLst>
          </p:cNvPr>
          <p:cNvSpPr>
            <a:spLocks noGrp="1"/>
          </p:cNvSpPr>
          <p:nvPr/>
        </p:nvSpPr>
        <p:spPr>
          <a:xfrm>
            <a:off x="1802160" y="956160"/>
            <a:ext cx="12240" cy="43200"/>
          </a:xfrm>
          <a:custGeom>
            <a:avLst/>
            <a:gdLst>
              <a:gd name="textAreaLeft" fmla="*/ 0 w 12240"/>
              <a:gd name="textAreaRight" fmla="*/ 12600 w 12240"/>
              <a:gd name="textAreaTop" fmla="*/ 0 h 43200"/>
              <a:gd name="textAreaBottom" fmla="*/ 43560 h 43200"/>
              <a:gd name="GluePoint1X" fmla="*/ 21 w 29"/>
              <a:gd name="GluePoint1Y" fmla="*/ 0 h 100"/>
              <a:gd name="GluePoint2X" fmla="*/ 18 w 29"/>
              <a:gd name="GluePoint2Y" fmla="*/ 0 h 100"/>
              <a:gd name="GluePoint3X" fmla="*/ 16 w 29"/>
              <a:gd name="GluePoint3Y" fmla="*/ 0 h 100"/>
              <a:gd name="GluePoint4X" fmla="*/ 12 w 29"/>
              <a:gd name="GluePoint4Y" fmla="*/ 0 h 100"/>
              <a:gd name="GluePoint5X" fmla="*/ 8 w 29"/>
              <a:gd name="GluePoint5Y" fmla="*/ 0 h 100"/>
              <a:gd name="GluePoint6X" fmla="*/ 4 w 29"/>
              <a:gd name="GluePoint6Y" fmla="*/ 0 h 100"/>
              <a:gd name="GluePoint7X" fmla="*/ 0 w 29"/>
              <a:gd name="GluePoint7Y" fmla="*/ 0 h 100"/>
              <a:gd name="GluePoint8X" fmla="*/ 0 w 29"/>
              <a:gd name="GluePoint8Y" fmla="*/ 100 h 100"/>
              <a:gd name="GluePoint9X" fmla="*/ 4 w 29"/>
              <a:gd name="GluePoint9Y" fmla="*/ 100 h 100"/>
              <a:gd name="GluePoint10X" fmla="*/ 8 w 29"/>
              <a:gd name="GluePoint10Y" fmla="*/ 100 h 100"/>
              <a:gd name="GluePoint11X" fmla="*/ 12 w 29"/>
              <a:gd name="GluePoint11Y" fmla="*/ 100 h 100"/>
              <a:gd name="GluePoint12X" fmla="*/ 16 w 29"/>
              <a:gd name="GluePoint12Y" fmla="*/ 100 h 100"/>
              <a:gd name="GluePoint13X" fmla="*/ 18 w 29"/>
              <a:gd name="GluePoint13Y" fmla="*/ 100 h 100"/>
              <a:gd name="GluePoint14X" fmla="*/ 21 w 29"/>
              <a:gd name="GluePoint14Y" fmla="*/ 100 h 100"/>
              <a:gd name="GluePoint15X" fmla="*/ 25 w 29"/>
              <a:gd name="GluePoint15Y" fmla="*/ 100 h 100"/>
              <a:gd name="GluePoint16X" fmla="*/ 29 w 29"/>
              <a:gd name="GluePoint16Y" fmla="*/ 100 h 100"/>
              <a:gd name="GluePoint17X" fmla="*/ 29 w 29"/>
              <a:gd name="GluePoint17Y" fmla="*/ 0 h 100"/>
              <a:gd name="GluePoint18X" fmla="*/ 25 w 29"/>
              <a:gd name="GluePoint18Y" fmla="*/ 0 h 100"/>
              <a:gd name="GluePoint19X" fmla="*/ 21 w 29"/>
              <a:gd name="GluePoint19Y" fmla="*/ 0 h 100"/>
            </a:gdLst>
            <a:ahLst/>
            <a:cxnLst/>
            <a:rect l="textAreaLeft" t="textAreaTop" r="textAreaRight" b="textAreaBottom"/>
            <a:pathLst>
              <a:path w="29" h="100">
                <a:moveTo>
                  <a:pt x="21" y="0"/>
                </a:moveTo>
                <a:lnTo>
                  <a:pt x="18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0" y="100"/>
                </a:lnTo>
                <a:lnTo>
                  <a:pt x="4" y="100"/>
                </a:lnTo>
                <a:lnTo>
                  <a:pt x="8" y="100"/>
                </a:lnTo>
                <a:lnTo>
                  <a:pt x="12" y="100"/>
                </a:lnTo>
                <a:lnTo>
                  <a:pt x="16" y="100"/>
                </a:lnTo>
                <a:lnTo>
                  <a:pt x="18" y="100"/>
                </a:lnTo>
                <a:lnTo>
                  <a:pt x="21" y="100"/>
                </a:lnTo>
                <a:lnTo>
                  <a:pt x="25" y="100"/>
                </a:lnTo>
                <a:lnTo>
                  <a:pt x="29" y="100"/>
                </a:lnTo>
                <a:lnTo>
                  <a:pt x="29" y="0"/>
                </a:lnTo>
                <a:lnTo>
                  <a:pt x="25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147" name="îŝ1îḋê">
            <a:extLst>
              <a:ext uri="{FF2B5EF4-FFF2-40B4-BE49-F238E27FC236}">
                <a16:creationId xmlns:a16="http://schemas.microsoft.com/office/drawing/2014/main" id="{7FD9C40F-0B66-4ABC-9511-A53E64ED8608}"/>
              </a:ext>
            </a:extLst>
          </p:cNvPr>
          <p:cNvSpPr>
            <a:spLocks noGrp="1"/>
          </p:cNvSpPr>
          <p:nvPr/>
        </p:nvSpPr>
        <p:spPr>
          <a:xfrm>
            <a:off x="1801440" y="932040"/>
            <a:ext cx="14400" cy="13680"/>
          </a:xfrm>
          <a:custGeom>
            <a:avLst/>
            <a:gdLst>
              <a:gd name="textAreaLeft" fmla="*/ 0 w 14400"/>
              <a:gd name="textAreaRight" fmla="*/ 14760 w 14400"/>
              <a:gd name="textAreaTop" fmla="*/ 0 h 13680"/>
              <a:gd name="textAreaBottom" fmla="*/ 14040 h 13680"/>
              <a:gd name="GluePoint1X" fmla="*/ 32 w 34"/>
              <a:gd name="GluePoint1Y" fmla="*/ 10 h 32"/>
              <a:gd name="GluePoint2X" fmla="*/ 30 w 34"/>
              <a:gd name="GluePoint2Y" fmla="*/ 7 h 32"/>
              <a:gd name="GluePoint3X" fmla="*/ 28 w 34"/>
              <a:gd name="GluePoint3Y" fmla="*/ 5 h 32"/>
              <a:gd name="GluePoint4X" fmla="*/ 26 w 34"/>
              <a:gd name="GluePoint4Y" fmla="*/ 3 h 32"/>
              <a:gd name="GluePoint5X" fmla="*/ 23 w 34"/>
              <a:gd name="GluePoint5Y" fmla="*/ 2 h 32"/>
              <a:gd name="GluePoint6X" fmla="*/ 20 w 34"/>
              <a:gd name="GluePoint6Y" fmla="*/ 0 h 32"/>
              <a:gd name="GluePoint7X" fmla="*/ 16 w 34"/>
              <a:gd name="GluePoint7Y" fmla="*/ 0 h 32"/>
              <a:gd name="GluePoint8X" fmla="*/ 13 w 34"/>
              <a:gd name="GluePoint8Y" fmla="*/ 0 h 32"/>
              <a:gd name="GluePoint9X" fmla="*/ 10 w 34"/>
              <a:gd name="GluePoint9Y" fmla="*/ 2 h 32"/>
              <a:gd name="GluePoint10X" fmla="*/ 7 w 34"/>
              <a:gd name="GluePoint10Y" fmla="*/ 3 h 32"/>
              <a:gd name="GluePoint11X" fmla="*/ 5 w 34"/>
              <a:gd name="GluePoint11Y" fmla="*/ 5 h 32"/>
              <a:gd name="GluePoint12X" fmla="*/ 3 w 34"/>
              <a:gd name="GluePoint12Y" fmla="*/ 7 h 32"/>
              <a:gd name="GluePoint13X" fmla="*/ 2 w 34"/>
              <a:gd name="GluePoint13Y" fmla="*/ 10 h 32"/>
              <a:gd name="GluePoint14X" fmla="*/ 1 w 34"/>
              <a:gd name="GluePoint14Y" fmla="*/ 13 h 32"/>
              <a:gd name="GluePoint15X" fmla="*/ 0 w 34"/>
              <a:gd name="GluePoint15Y" fmla="*/ 16 h 32"/>
              <a:gd name="GluePoint16X" fmla="*/ 1 w 34"/>
              <a:gd name="GluePoint16Y" fmla="*/ 20 h 32"/>
              <a:gd name="GluePoint17X" fmla="*/ 2 w 34"/>
              <a:gd name="GluePoint17Y" fmla="*/ 23 h 32"/>
              <a:gd name="GluePoint18X" fmla="*/ 2 w 34"/>
              <a:gd name="GluePoint18Y" fmla="*/ 26 h 32"/>
              <a:gd name="GluePoint19X" fmla="*/ 5 w 34"/>
              <a:gd name="GluePoint19Y" fmla="*/ 28 h 32"/>
              <a:gd name="GluePoint20X" fmla="*/ 6 w 34"/>
              <a:gd name="GluePoint20Y" fmla="*/ 30 h 32"/>
              <a:gd name="GluePoint21X" fmla="*/ 10 w 34"/>
              <a:gd name="GluePoint21Y" fmla="*/ 31 h 32"/>
              <a:gd name="GluePoint22X" fmla="*/ 13 w 34"/>
              <a:gd name="GluePoint22Y" fmla="*/ 32 h 32"/>
              <a:gd name="GluePoint23X" fmla="*/ 16 w 34"/>
              <a:gd name="GluePoint23Y" fmla="*/ 32 h 32"/>
              <a:gd name="GluePoint24X" fmla="*/ 20 w 34"/>
              <a:gd name="GluePoint24Y" fmla="*/ 32 h 32"/>
              <a:gd name="GluePoint25X" fmla="*/ 23 w 34"/>
              <a:gd name="GluePoint25Y" fmla="*/ 31 h 32"/>
              <a:gd name="GluePoint26X" fmla="*/ 26 w 34"/>
              <a:gd name="GluePoint26Y" fmla="*/ 30 h 32"/>
              <a:gd name="GluePoint27X" fmla="*/ 28 w 34"/>
              <a:gd name="GluePoint27Y" fmla="*/ 27 h 32"/>
              <a:gd name="GluePoint28X" fmla="*/ 30 w 34"/>
              <a:gd name="GluePoint28Y" fmla="*/ 25 h 32"/>
              <a:gd name="GluePoint29X" fmla="*/ 32 w 34"/>
              <a:gd name="GluePoint29Y" fmla="*/ 23 h 32"/>
              <a:gd name="GluePoint30X" fmla="*/ 33 w 34"/>
              <a:gd name="GluePoint30Y" fmla="*/ 19 h 32"/>
              <a:gd name="GluePoint31X" fmla="*/ 34 w 34"/>
              <a:gd name="GluePoint31Y" fmla="*/ 16 h 32"/>
              <a:gd name="GluePoint32X" fmla="*/ 33 w 34"/>
              <a:gd name="GluePoint32Y" fmla="*/ 13 h 32"/>
              <a:gd name="GluePoint33X" fmla="*/ 32 w 34"/>
              <a:gd name="GluePoint33Y" fmla="*/ 10 h 32"/>
            </a:gdLst>
            <a:ahLst/>
            <a:cxnLst/>
            <a:rect l="textAreaLeft" t="textAreaTop" r="textAreaRight" b="textAreaBottom"/>
            <a:pathLst>
              <a:path w="34" h="32">
                <a:moveTo>
                  <a:pt x="32" y="10"/>
                </a:moveTo>
                <a:lnTo>
                  <a:pt x="30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1" y="20"/>
                </a:lnTo>
                <a:lnTo>
                  <a:pt x="2" y="23"/>
                </a:lnTo>
                <a:lnTo>
                  <a:pt x="2" y="26"/>
                </a:lnTo>
                <a:lnTo>
                  <a:pt x="5" y="28"/>
                </a:lnTo>
                <a:lnTo>
                  <a:pt x="6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0" y="25"/>
                </a:lnTo>
                <a:lnTo>
                  <a:pt x="32" y="23"/>
                </a:lnTo>
                <a:lnTo>
                  <a:pt x="33" y="19"/>
                </a:lnTo>
                <a:lnTo>
                  <a:pt x="34" y="16"/>
                </a:lnTo>
                <a:lnTo>
                  <a:pt x="33" y="13"/>
                </a:lnTo>
                <a:lnTo>
                  <a:pt x="32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148" name="íśľîdé">
            <a:extLst>
              <a:ext uri="{FF2B5EF4-FFF2-40B4-BE49-F238E27FC236}">
                <a16:creationId xmlns:a16="http://schemas.microsoft.com/office/drawing/2014/main" id="{D9F2975B-FB03-4B7F-B3B9-5A21765D67BF}"/>
              </a:ext>
            </a:extLst>
          </p:cNvPr>
          <p:cNvSpPr>
            <a:spLocks noGrp="1"/>
          </p:cNvSpPr>
          <p:nvPr/>
        </p:nvSpPr>
        <p:spPr>
          <a:xfrm>
            <a:off x="183168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4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4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59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8" y="4"/>
                </a:lnTo>
                <a:lnTo>
                  <a:pt x="74" y="2"/>
                </a:lnTo>
                <a:lnTo>
                  <a:pt x="72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6" y="0"/>
                </a:lnTo>
                <a:lnTo>
                  <a:pt x="51" y="1"/>
                </a:lnTo>
                <a:lnTo>
                  <a:pt x="46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6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8" y="19"/>
                </a:lnTo>
                <a:lnTo>
                  <a:pt x="41" y="18"/>
                </a:lnTo>
                <a:lnTo>
                  <a:pt x="42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1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8" y="22"/>
                </a:lnTo>
                <a:lnTo>
                  <a:pt x="59" y="23"/>
                </a:lnTo>
                <a:lnTo>
                  <a:pt x="61" y="26"/>
                </a:lnTo>
                <a:lnTo>
                  <a:pt x="62" y="27"/>
                </a:lnTo>
                <a:lnTo>
                  <a:pt x="62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4" y="102"/>
                </a:lnTo>
                <a:lnTo>
                  <a:pt x="78" y="102"/>
                </a:lnTo>
                <a:lnTo>
                  <a:pt x="82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149" name="ïśļîḋé">
            <a:extLst>
              <a:ext uri="{FF2B5EF4-FFF2-40B4-BE49-F238E27FC236}">
                <a16:creationId xmlns:a16="http://schemas.microsoft.com/office/drawing/2014/main" id="{A75D01DA-021B-4121-97C3-E0B8239ECDA9}"/>
              </a:ext>
            </a:extLst>
          </p:cNvPr>
          <p:cNvSpPr>
            <a:spLocks noGrp="1"/>
          </p:cNvSpPr>
          <p:nvPr/>
        </p:nvSpPr>
        <p:spPr>
          <a:xfrm>
            <a:off x="1884240" y="955440"/>
            <a:ext cx="41400" cy="44640"/>
          </a:xfrm>
          <a:custGeom>
            <a:avLst/>
            <a:gdLst>
              <a:gd name="textAreaLeft" fmla="*/ 0 w 41400"/>
              <a:gd name="textAreaRight" fmla="*/ 41760 w 41400"/>
              <a:gd name="textAreaTop" fmla="*/ 0 h 44640"/>
              <a:gd name="textAreaBottom" fmla="*/ 45000 h 44640"/>
              <a:gd name="GluePoint1X" fmla="*/ 88 w 96"/>
              <a:gd name="GluePoint1Y" fmla="*/ 93 h 103"/>
              <a:gd name="GluePoint2X" fmla="*/ 85 w 96"/>
              <a:gd name="GluePoint2Y" fmla="*/ 87 h 103"/>
              <a:gd name="GluePoint3X" fmla="*/ 85 w 96"/>
              <a:gd name="GluePoint3Y" fmla="*/ 25 h 103"/>
              <a:gd name="GluePoint4X" fmla="*/ 82 w 96"/>
              <a:gd name="GluePoint4Y" fmla="*/ 16 h 103"/>
              <a:gd name="GluePoint5X" fmla="*/ 77 w 96"/>
              <a:gd name="GluePoint5Y" fmla="*/ 10 h 103"/>
              <a:gd name="GluePoint6X" fmla="*/ 69 w 96"/>
              <a:gd name="GluePoint6Y" fmla="*/ 5 h 103"/>
              <a:gd name="GluePoint7X" fmla="*/ 59 w 96"/>
              <a:gd name="GluePoint7Y" fmla="*/ 2 h 103"/>
              <a:gd name="GluePoint8X" fmla="*/ 45 w 96"/>
              <a:gd name="GluePoint8Y" fmla="*/ 0 h 103"/>
              <a:gd name="GluePoint9X" fmla="*/ 29 w 96"/>
              <a:gd name="GluePoint9Y" fmla="*/ 2 h 103"/>
              <a:gd name="GluePoint10X" fmla="*/ 15 w 96"/>
              <a:gd name="GluePoint10Y" fmla="*/ 8 h 103"/>
              <a:gd name="GluePoint11X" fmla="*/ 9 w 96"/>
              <a:gd name="GluePoint11Y" fmla="*/ 26 h 103"/>
              <a:gd name="GluePoint12X" fmla="*/ 17 w 96"/>
              <a:gd name="GluePoint12Y" fmla="*/ 21 h 103"/>
              <a:gd name="GluePoint13X" fmla="*/ 25 w 96"/>
              <a:gd name="GluePoint13Y" fmla="*/ 15 h 103"/>
              <a:gd name="GluePoint14X" fmla="*/ 37 w 96"/>
              <a:gd name="GluePoint14Y" fmla="*/ 13 h 103"/>
              <a:gd name="GluePoint15X" fmla="*/ 48 w 96"/>
              <a:gd name="GluePoint15Y" fmla="*/ 17 h 103"/>
              <a:gd name="GluePoint16X" fmla="*/ 55 w 96"/>
              <a:gd name="GluePoint16Y" fmla="*/ 25 h 103"/>
              <a:gd name="GluePoint17X" fmla="*/ 57 w 96"/>
              <a:gd name="GluePoint17Y" fmla="*/ 34 h 103"/>
              <a:gd name="GluePoint18X" fmla="*/ 53 w 96"/>
              <a:gd name="GluePoint18Y" fmla="*/ 40 h 103"/>
              <a:gd name="GluePoint19X" fmla="*/ 46 w 96"/>
              <a:gd name="GluePoint19Y" fmla="*/ 44 h 103"/>
              <a:gd name="GluePoint20X" fmla="*/ 38 w 96"/>
              <a:gd name="GluePoint20Y" fmla="*/ 46 h 103"/>
              <a:gd name="GluePoint21X" fmla="*/ 24 w 96"/>
              <a:gd name="GluePoint21Y" fmla="*/ 49 h 103"/>
              <a:gd name="GluePoint22X" fmla="*/ 13 w 96"/>
              <a:gd name="GluePoint22Y" fmla="*/ 54 h 103"/>
              <a:gd name="GluePoint23X" fmla="*/ 5 w 96"/>
              <a:gd name="GluePoint23Y" fmla="*/ 59 h 103"/>
              <a:gd name="GluePoint24X" fmla="*/ 1 w 96"/>
              <a:gd name="GluePoint24Y" fmla="*/ 67 h 103"/>
              <a:gd name="GluePoint25X" fmla="*/ 0 w 96"/>
              <a:gd name="GluePoint25Y" fmla="*/ 75 h 103"/>
              <a:gd name="GluePoint26X" fmla="*/ 1 w 96"/>
              <a:gd name="GluePoint26Y" fmla="*/ 83 h 103"/>
              <a:gd name="GluePoint27X" fmla="*/ 3 w 96"/>
              <a:gd name="GluePoint27Y" fmla="*/ 91 h 103"/>
              <a:gd name="GluePoint28X" fmla="*/ 8 w 96"/>
              <a:gd name="GluePoint28Y" fmla="*/ 96 h 103"/>
              <a:gd name="GluePoint29X" fmla="*/ 14 w 96"/>
              <a:gd name="GluePoint29Y" fmla="*/ 100 h 103"/>
              <a:gd name="GluePoint30X" fmla="*/ 23 w 96"/>
              <a:gd name="GluePoint30Y" fmla="*/ 103 h 103"/>
              <a:gd name="GluePoint31X" fmla="*/ 34 w 96"/>
              <a:gd name="GluePoint31Y" fmla="*/ 103 h 103"/>
              <a:gd name="GluePoint32X" fmla="*/ 46 w 96"/>
              <a:gd name="GluePoint32Y" fmla="*/ 99 h 103"/>
              <a:gd name="GluePoint33X" fmla="*/ 54 w 96"/>
              <a:gd name="GluePoint33Y" fmla="*/ 93 h 103"/>
              <a:gd name="GluePoint34X" fmla="*/ 60 w 96"/>
              <a:gd name="GluePoint34Y" fmla="*/ 95 h 103"/>
              <a:gd name="GluePoint35X" fmla="*/ 67 w 96"/>
              <a:gd name="GluePoint35Y" fmla="*/ 102 h 103"/>
              <a:gd name="GluePoint36X" fmla="*/ 77 w 96"/>
              <a:gd name="GluePoint36Y" fmla="*/ 103 h 103"/>
              <a:gd name="GluePoint37X" fmla="*/ 88 w 96"/>
              <a:gd name="GluePoint37Y" fmla="*/ 103 h 103"/>
              <a:gd name="GluePoint38X" fmla="*/ 96 w 96"/>
              <a:gd name="GluePoint38Y" fmla="*/ 99 h 103"/>
              <a:gd name="GluePoint39X" fmla="*/ 91 w 96"/>
              <a:gd name="GluePoint39Y" fmla="*/ 95 h 103"/>
              <a:gd name="GluePoint40X" fmla="*/ 55 w 96"/>
              <a:gd name="GluePoint40Y" fmla="*/ 79 h 103"/>
              <a:gd name="GluePoint41X" fmla="*/ 53 w 96"/>
              <a:gd name="GluePoint41Y" fmla="*/ 85 h 103"/>
              <a:gd name="GluePoint42X" fmla="*/ 50 w 96"/>
              <a:gd name="GluePoint42Y" fmla="*/ 88 h 103"/>
              <a:gd name="GluePoint43X" fmla="*/ 45 w 96"/>
              <a:gd name="GluePoint43Y" fmla="*/ 91 h 103"/>
              <a:gd name="GluePoint44X" fmla="*/ 41 w 96"/>
              <a:gd name="GluePoint44Y" fmla="*/ 91 h 103"/>
              <a:gd name="GluePoint45X" fmla="*/ 33 w 96"/>
              <a:gd name="GluePoint45Y" fmla="*/ 89 h 103"/>
              <a:gd name="GluePoint46X" fmla="*/ 30 w 96"/>
              <a:gd name="GluePoint46Y" fmla="*/ 82 h 103"/>
              <a:gd name="GluePoint47X" fmla="*/ 29 w 96"/>
              <a:gd name="GluePoint47Y" fmla="*/ 71 h 103"/>
              <a:gd name="GluePoint48X" fmla="*/ 30 w 96"/>
              <a:gd name="GluePoint48Y" fmla="*/ 65 h 103"/>
              <a:gd name="GluePoint49X" fmla="*/ 34 w 96"/>
              <a:gd name="GluePoint49Y" fmla="*/ 59 h 103"/>
              <a:gd name="GluePoint50X" fmla="*/ 41 w 96"/>
              <a:gd name="GluePoint50Y" fmla="*/ 54 h 103"/>
              <a:gd name="GluePoint51X" fmla="*/ 54 w 96"/>
              <a:gd name="GluePoint51Y" fmla="*/ 50 h 103"/>
            </a:gdLst>
            <a:ahLst/>
            <a:cxnLst/>
            <a:rect l="textAreaLeft" t="textAreaTop" r="textAreaRight" b="textAreaBottom"/>
            <a:pathLst>
              <a:path w="96" h="103">
                <a:moveTo>
                  <a:pt x="91" y="95"/>
                </a:moveTo>
                <a:lnTo>
                  <a:pt x="89" y="94"/>
                </a:lnTo>
                <a:lnTo>
                  <a:pt x="88" y="93"/>
                </a:lnTo>
                <a:lnTo>
                  <a:pt x="87" y="91"/>
                </a:lnTo>
                <a:lnTo>
                  <a:pt x="86" y="90"/>
                </a:lnTo>
                <a:lnTo>
                  <a:pt x="85" y="87"/>
                </a:lnTo>
                <a:lnTo>
                  <a:pt x="85" y="85"/>
                </a:lnTo>
                <a:lnTo>
                  <a:pt x="85" y="27"/>
                </a:lnTo>
                <a:lnTo>
                  <a:pt x="85" y="25"/>
                </a:lnTo>
                <a:lnTo>
                  <a:pt x="85" y="22"/>
                </a:lnTo>
                <a:lnTo>
                  <a:pt x="84" y="19"/>
                </a:lnTo>
                <a:lnTo>
                  <a:pt x="82" y="16"/>
                </a:lnTo>
                <a:lnTo>
                  <a:pt x="81" y="14"/>
                </a:lnTo>
                <a:lnTo>
                  <a:pt x="79" y="12"/>
                </a:lnTo>
                <a:lnTo>
                  <a:pt x="77" y="10"/>
                </a:lnTo>
                <a:lnTo>
                  <a:pt x="75" y="8"/>
                </a:lnTo>
                <a:lnTo>
                  <a:pt x="72" y="6"/>
                </a:lnTo>
                <a:lnTo>
                  <a:pt x="69" y="5"/>
                </a:lnTo>
                <a:lnTo>
                  <a:pt x="66" y="4"/>
                </a:lnTo>
                <a:lnTo>
                  <a:pt x="62" y="2"/>
                </a:lnTo>
                <a:lnTo>
                  <a:pt x="59" y="2"/>
                </a:lnTo>
                <a:lnTo>
                  <a:pt x="54" y="1"/>
                </a:lnTo>
                <a:lnTo>
                  <a:pt x="50" y="0"/>
                </a:lnTo>
                <a:lnTo>
                  <a:pt x="45" y="0"/>
                </a:lnTo>
                <a:lnTo>
                  <a:pt x="40" y="0"/>
                </a:lnTo>
                <a:lnTo>
                  <a:pt x="34" y="1"/>
                </a:lnTo>
                <a:lnTo>
                  <a:pt x="29" y="2"/>
                </a:lnTo>
                <a:lnTo>
                  <a:pt x="24" y="4"/>
                </a:lnTo>
                <a:lnTo>
                  <a:pt x="20" y="6"/>
                </a:lnTo>
                <a:lnTo>
                  <a:pt x="15" y="8"/>
                </a:lnTo>
                <a:lnTo>
                  <a:pt x="11" y="10"/>
                </a:lnTo>
                <a:lnTo>
                  <a:pt x="7" y="14"/>
                </a:lnTo>
                <a:lnTo>
                  <a:pt x="9" y="26"/>
                </a:lnTo>
                <a:lnTo>
                  <a:pt x="11" y="26"/>
                </a:lnTo>
                <a:lnTo>
                  <a:pt x="14" y="23"/>
                </a:lnTo>
                <a:lnTo>
                  <a:pt x="17" y="21"/>
                </a:lnTo>
                <a:lnTo>
                  <a:pt x="20" y="18"/>
                </a:lnTo>
                <a:lnTo>
                  <a:pt x="22" y="17"/>
                </a:lnTo>
                <a:lnTo>
                  <a:pt x="25" y="15"/>
                </a:lnTo>
                <a:lnTo>
                  <a:pt x="29" y="14"/>
                </a:lnTo>
                <a:lnTo>
                  <a:pt x="33" y="14"/>
                </a:lnTo>
                <a:lnTo>
                  <a:pt x="37" y="13"/>
                </a:lnTo>
                <a:lnTo>
                  <a:pt x="41" y="14"/>
                </a:lnTo>
                <a:lnTo>
                  <a:pt x="45" y="15"/>
                </a:lnTo>
                <a:lnTo>
                  <a:pt x="48" y="17"/>
                </a:lnTo>
                <a:lnTo>
                  <a:pt x="50" y="19"/>
                </a:lnTo>
                <a:lnTo>
                  <a:pt x="53" y="22"/>
                </a:lnTo>
                <a:lnTo>
                  <a:pt x="55" y="25"/>
                </a:lnTo>
                <a:lnTo>
                  <a:pt x="56" y="28"/>
                </a:lnTo>
                <a:lnTo>
                  <a:pt x="57" y="32"/>
                </a:lnTo>
                <a:lnTo>
                  <a:pt x="57" y="34"/>
                </a:lnTo>
                <a:lnTo>
                  <a:pt x="56" y="36"/>
                </a:lnTo>
                <a:lnTo>
                  <a:pt x="55" y="38"/>
                </a:lnTo>
                <a:lnTo>
                  <a:pt x="53" y="40"/>
                </a:lnTo>
                <a:lnTo>
                  <a:pt x="52" y="42"/>
                </a:lnTo>
                <a:lnTo>
                  <a:pt x="49" y="42"/>
                </a:lnTo>
                <a:lnTo>
                  <a:pt x="46" y="44"/>
                </a:lnTo>
                <a:lnTo>
                  <a:pt x="42" y="45"/>
                </a:lnTo>
                <a:lnTo>
                  <a:pt x="40" y="46"/>
                </a:lnTo>
                <a:lnTo>
                  <a:pt x="38" y="46"/>
                </a:lnTo>
                <a:lnTo>
                  <a:pt x="33" y="47"/>
                </a:lnTo>
                <a:lnTo>
                  <a:pt x="29" y="47"/>
                </a:lnTo>
                <a:lnTo>
                  <a:pt x="24" y="49"/>
                </a:lnTo>
                <a:lnTo>
                  <a:pt x="20" y="51"/>
                </a:lnTo>
                <a:lnTo>
                  <a:pt x="17" y="52"/>
                </a:lnTo>
                <a:lnTo>
                  <a:pt x="13" y="54"/>
                </a:lnTo>
                <a:lnTo>
                  <a:pt x="10" y="55"/>
                </a:lnTo>
                <a:lnTo>
                  <a:pt x="8" y="57"/>
                </a:lnTo>
                <a:lnTo>
                  <a:pt x="5" y="59"/>
                </a:lnTo>
                <a:lnTo>
                  <a:pt x="4" y="62"/>
                </a:lnTo>
                <a:lnTo>
                  <a:pt x="2" y="64"/>
                </a:lnTo>
                <a:lnTo>
                  <a:pt x="1" y="67"/>
                </a:lnTo>
                <a:lnTo>
                  <a:pt x="0" y="69"/>
                </a:lnTo>
                <a:lnTo>
                  <a:pt x="0" y="71"/>
                </a:lnTo>
                <a:lnTo>
                  <a:pt x="0" y="75"/>
                </a:lnTo>
                <a:lnTo>
                  <a:pt x="0" y="78"/>
                </a:lnTo>
                <a:lnTo>
                  <a:pt x="0" y="81"/>
                </a:lnTo>
                <a:lnTo>
                  <a:pt x="1" y="83"/>
                </a:lnTo>
                <a:lnTo>
                  <a:pt x="1" y="86"/>
                </a:lnTo>
                <a:lnTo>
                  <a:pt x="2" y="88"/>
                </a:lnTo>
                <a:lnTo>
                  <a:pt x="3" y="91"/>
                </a:lnTo>
                <a:lnTo>
                  <a:pt x="5" y="93"/>
                </a:lnTo>
                <a:lnTo>
                  <a:pt x="6" y="95"/>
                </a:lnTo>
                <a:lnTo>
                  <a:pt x="8" y="96"/>
                </a:lnTo>
                <a:lnTo>
                  <a:pt x="9" y="98"/>
                </a:lnTo>
                <a:lnTo>
                  <a:pt x="12" y="99"/>
                </a:lnTo>
                <a:lnTo>
                  <a:pt x="14" y="100"/>
                </a:lnTo>
                <a:lnTo>
                  <a:pt x="17" y="102"/>
                </a:lnTo>
                <a:lnTo>
                  <a:pt x="20" y="103"/>
                </a:lnTo>
                <a:lnTo>
                  <a:pt x="23" y="103"/>
                </a:lnTo>
                <a:lnTo>
                  <a:pt x="26" y="103"/>
                </a:lnTo>
                <a:lnTo>
                  <a:pt x="30" y="103"/>
                </a:lnTo>
                <a:lnTo>
                  <a:pt x="34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99"/>
                </a:lnTo>
                <a:lnTo>
                  <a:pt x="49" y="98"/>
                </a:lnTo>
                <a:lnTo>
                  <a:pt x="52" y="95"/>
                </a:lnTo>
                <a:lnTo>
                  <a:pt x="54" y="93"/>
                </a:lnTo>
                <a:lnTo>
                  <a:pt x="57" y="90"/>
                </a:lnTo>
                <a:lnTo>
                  <a:pt x="58" y="93"/>
                </a:lnTo>
                <a:lnTo>
                  <a:pt x="60" y="95"/>
                </a:lnTo>
                <a:lnTo>
                  <a:pt x="62" y="98"/>
                </a:lnTo>
                <a:lnTo>
                  <a:pt x="65" y="99"/>
                </a:lnTo>
                <a:lnTo>
                  <a:pt x="67" y="102"/>
                </a:lnTo>
                <a:lnTo>
                  <a:pt x="70" y="103"/>
                </a:lnTo>
                <a:lnTo>
                  <a:pt x="73" y="103"/>
                </a:lnTo>
                <a:lnTo>
                  <a:pt x="77" y="103"/>
                </a:lnTo>
                <a:lnTo>
                  <a:pt x="80" y="103"/>
                </a:lnTo>
                <a:lnTo>
                  <a:pt x="84" y="103"/>
                </a:lnTo>
                <a:lnTo>
                  <a:pt x="88" y="103"/>
                </a:lnTo>
                <a:lnTo>
                  <a:pt x="93" y="102"/>
                </a:lnTo>
                <a:lnTo>
                  <a:pt x="94" y="100"/>
                </a:lnTo>
                <a:lnTo>
                  <a:pt x="96" y="99"/>
                </a:lnTo>
                <a:lnTo>
                  <a:pt x="96" y="95"/>
                </a:lnTo>
                <a:lnTo>
                  <a:pt x="93" y="95"/>
                </a:lnTo>
                <a:lnTo>
                  <a:pt x="91" y="95"/>
                </a:lnTo>
                <a:close/>
                <a:moveTo>
                  <a:pt x="57" y="68"/>
                </a:moveTo>
                <a:lnTo>
                  <a:pt x="57" y="74"/>
                </a:lnTo>
                <a:lnTo>
                  <a:pt x="55" y="79"/>
                </a:lnTo>
                <a:lnTo>
                  <a:pt x="55" y="81"/>
                </a:lnTo>
                <a:lnTo>
                  <a:pt x="53" y="83"/>
                </a:lnTo>
                <a:lnTo>
                  <a:pt x="53" y="85"/>
                </a:lnTo>
                <a:lnTo>
                  <a:pt x="52" y="87"/>
                </a:lnTo>
                <a:lnTo>
                  <a:pt x="51" y="87"/>
                </a:lnTo>
                <a:lnTo>
                  <a:pt x="50" y="88"/>
                </a:lnTo>
                <a:lnTo>
                  <a:pt x="49" y="90"/>
                </a:lnTo>
                <a:lnTo>
                  <a:pt x="47" y="91"/>
                </a:lnTo>
                <a:lnTo>
                  <a:pt x="45" y="91"/>
                </a:lnTo>
                <a:lnTo>
                  <a:pt x="45" y="91"/>
                </a:lnTo>
                <a:lnTo>
                  <a:pt x="42" y="91"/>
                </a:lnTo>
                <a:lnTo>
                  <a:pt x="41" y="91"/>
                </a:lnTo>
                <a:lnTo>
                  <a:pt x="38" y="91"/>
                </a:lnTo>
                <a:lnTo>
                  <a:pt x="36" y="91"/>
                </a:lnTo>
                <a:lnTo>
                  <a:pt x="33" y="89"/>
                </a:lnTo>
                <a:lnTo>
                  <a:pt x="32" y="87"/>
                </a:lnTo>
                <a:lnTo>
                  <a:pt x="31" y="85"/>
                </a:lnTo>
                <a:lnTo>
                  <a:pt x="30" y="82"/>
                </a:lnTo>
                <a:lnTo>
                  <a:pt x="29" y="79"/>
                </a:lnTo>
                <a:lnTo>
                  <a:pt x="29" y="75"/>
                </a:lnTo>
                <a:lnTo>
                  <a:pt x="29" y="71"/>
                </a:lnTo>
                <a:lnTo>
                  <a:pt x="29" y="70"/>
                </a:lnTo>
                <a:lnTo>
                  <a:pt x="29" y="67"/>
                </a:lnTo>
                <a:lnTo>
                  <a:pt x="30" y="65"/>
                </a:lnTo>
                <a:lnTo>
                  <a:pt x="31" y="63"/>
                </a:lnTo>
                <a:lnTo>
                  <a:pt x="33" y="61"/>
                </a:lnTo>
                <a:lnTo>
                  <a:pt x="34" y="59"/>
                </a:lnTo>
                <a:lnTo>
                  <a:pt x="36" y="57"/>
                </a:lnTo>
                <a:lnTo>
                  <a:pt x="38" y="55"/>
                </a:lnTo>
                <a:lnTo>
                  <a:pt x="41" y="54"/>
                </a:lnTo>
                <a:lnTo>
                  <a:pt x="45" y="52"/>
                </a:lnTo>
                <a:lnTo>
                  <a:pt x="50" y="51"/>
                </a:lnTo>
                <a:lnTo>
                  <a:pt x="54" y="50"/>
                </a:lnTo>
                <a:lnTo>
                  <a:pt x="57" y="48"/>
                </a:lnTo>
                <a:lnTo>
                  <a:pt x="57" y="6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150" name="îŝḻïḓé">
            <a:extLst>
              <a:ext uri="{FF2B5EF4-FFF2-40B4-BE49-F238E27FC236}">
                <a16:creationId xmlns:a16="http://schemas.microsoft.com/office/drawing/2014/main" id="{F32D4D34-B93F-4AD1-9466-9BE7BE960BFD}"/>
              </a:ext>
            </a:extLst>
          </p:cNvPr>
          <p:cNvSpPr>
            <a:spLocks noGrp="1"/>
          </p:cNvSpPr>
          <p:nvPr/>
        </p:nvSpPr>
        <p:spPr>
          <a:xfrm>
            <a:off x="1961280" y="937800"/>
            <a:ext cx="54720" cy="62640"/>
          </a:xfrm>
          <a:custGeom>
            <a:avLst/>
            <a:gdLst>
              <a:gd name="textAreaLeft" fmla="*/ 0 w 54720"/>
              <a:gd name="textAreaRight" fmla="*/ 55080 w 54720"/>
              <a:gd name="textAreaTop" fmla="*/ 0 h 62640"/>
              <a:gd name="textAreaBottom" fmla="*/ 63000 h 62640"/>
              <a:gd name="GluePoint1X" fmla="*/ 121 w 126"/>
              <a:gd name="GluePoint1Y" fmla="*/ 0 h 144"/>
              <a:gd name="GluePoint2X" fmla="*/ 113 w 126"/>
              <a:gd name="GluePoint2Y" fmla="*/ 0 h 144"/>
              <a:gd name="GluePoint3X" fmla="*/ 109 w 126"/>
              <a:gd name="GluePoint3Y" fmla="*/ 63 h 144"/>
              <a:gd name="GluePoint4X" fmla="*/ 107 w 126"/>
              <a:gd name="GluePoint4Y" fmla="*/ 91 h 144"/>
              <a:gd name="GluePoint5X" fmla="*/ 106 w 126"/>
              <a:gd name="GluePoint5Y" fmla="*/ 100 h 144"/>
              <a:gd name="GluePoint6X" fmla="*/ 105 w 126"/>
              <a:gd name="GluePoint6Y" fmla="*/ 107 h 144"/>
              <a:gd name="GluePoint7X" fmla="*/ 102 w 126"/>
              <a:gd name="GluePoint7Y" fmla="*/ 112 h 144"/>
              <a:gd name="GluePoint8X" fmla="*/ 98 w 126"/>
              <a:gd name="GluePoint8Y" fmla="*/ 118 h 144"/>
              <a:gd name="GluePoint9X" fmla="*/ 94 w 126"/>
              <a:gd name="GluePoint9Y" fmla="*/ 123 h 144"/>
              <a:gd name="GluePoint10X" fmla="*/ 90 w 126"/>
              <a:gd name="GluePoint10Y" fmla="*/ 126 h 144"/>
              <a:gd name="GluePoint11X" fmla="*/ 86 w 126"/>
              <a:gd name="GluePoint11Y" fmla="*/ 128 h 144"/>
              <a:gd name="GluePoint12X" fmla="*/ 80 w 126"/>
              <a:gd name="GluePoint12Y" fmla="*/ 131 h 144"/>
              <a:gd name="GluePoint13X" fmla="*/ 74 w 126"/>
              <a:gd name="GluePoint13Y" fmla="*/ 131 h 144"/>
              <a:gd name="GluePoint14X" fmla="*/ 68 w 126"/>
              <a:gd name="GluePoint14Y" fmla="*/ 131 h 144"/>
              <a:gd name="GluePoint15X" fmla="*/ 61 w 126"/>
              <a:gd name="GluePoint15Y" fmla="*/ 131 h 144"/>
              <a:gd name="GluePoint16X" fmla="*/ 54 w 126"/>
              <a:gd name="GluePoint16Y" fmla="*/ 130 h 144"/>
              <a:gd name="GluePoint17X" fmla="*/ 49 w 126"/>
              <a:gd name="GluePoint17Y" fmla="*/ 127 h 144"/>
              <a:gd name="GluePoint18X" fmla="*/ 45 w 126"/>
              <a:gd name="GluePoint18Y" fmla="*/ 123 h 144"/>
              <a:gd name="GluePoint19X" fmla="*/ 40 w 126"/>
              <a:gd name="GluePoint19Y" fmla="*/ 119 h 144"/>
              <a:gd name="GluePoint20X" fmla="*/ 37 w 126"/>
              <a:gd name="GluePoint20Y" fmla="*/ 113 h 144"/>
              <a:gd name="GluePoint21X" fmla="*/ 34 w 126"/>
              <a:gd name="GluePoint21Y" fmla="*/ 107 h 144"/>
              <a:gd name="GluePoint22X" fmla="*/ 33 w 126"/>
              <a:gd name="GluePoint22Y" fmla="*/ 99 h 144"/>
              <a:gd name="GluePoint23X" fmla="*/ 31 w 126"/>
              <a:gd name="GluePoint23Y" fmla="*/ 83 h 144"/>
              <a:gd name="GluePoint24X" fmla="*/ 31 w 126"/>
              <a:gd name="GluePoint24Y" fmla="*/ 58 h 144"/>
              <a:gd name="GluePoint25X" fmla="*/ 28 w 126"/>
              <a:gd name="GluePoint25Y" fmla="*/ 0 h 144"/>
              <a:gd name="GluePoint26X" fmla="*/ 21 w 126"/>
              <a:gd name="GluePoint26Y" fmla="*/ 1 h 144"/>
              <a:gd name="GluePoint27X" fmla="*/ 17 w 126"/>
              <a:gd name="GluePoint27Y" fmla="*/ 1 h 144"/>
              <a:gd name="GluePoint28X" fmla="*/ 13 w 126"/>
              <a:gd name="GluePoint28Y" fmla="*/ 1 h 144"/>
              <a:gd name="GluePoint29X" fmla="*/ 9 w 126"/>
              <a:gd name="GluePoint29Y" fmla="*/ 1 h 144"/>
              <a:gd name="GluePoint30X" fmla="*/ 3 w 126"/>
              <a:gd name="GluePoint30Y" fmla="*/ 0 h 144"/>
              <a:gd name="GluePoint31X" fmla="*/ 0 w 126"/>
              <a:gd name="GluePoint31Y" fmla="*/ 85 h 144"/>
              <a:gd name="GluePoint32X" fmla="*/ 1 w 126"/>
              <a:gd name="GluePoint32Y" fmla="*/ 99 h 144"/>
              <a:gd name="GluePoint33X" fmla="*/ 4 w 126"/>
              <a:gd name="GluePoint33Y" fmla="*/ 111 h 144"/>
              <a:gd name="GluePoint34X" fmla="*/ 6 w 126"/>
              <a:gd name="GluePoint34Y" fmla="*/ 119 h 144"/>
              <a:gd name="GluePoint35X" fmla="*/ 10 w 126"/>
              <a:gd name="GluePoint35Y" fmla="*/ 125 h 144"/>
              <a:gd name="GluePoint36X" fmla="*/ 16 w 126"/>
              <a:gd name="GluePoint36Y" fmla="*/ 131 h 144"/>
              <a:gd name="GluePoint37X" fmla="*/ 23 w 126"/>
              <a:gd name="GluePoint37Y" fmla="*/ 136 h 144"/>
              <a:gd name="GluePoint38X" fmla="*/ 31 w 126"/>
              <a:gd name="GluePoint38Y" fmla="*/ 139 h 144"/>
              <a:gd name="GluePoint39X" fmla="*/ 41 w 126"/>
              <a:gd name="GluePoint39Y" fmla="*/ 142 h 144"/>
              <a:gd name="GluePoint40X" fmla="*/ 52 w 126"/>
              <a:gd name="GluePoint40Y" fmla="*/ 143 h 144"/>
              <a:gd name="GluePoint41X" fmla="*/ 64 w 126"/>
              <a:gd name="GluePoint41Y" fmla="*/ 144 h 144"/>
              <a:gd name="GluePoint42X" fmla="*/ 74 w 126"/>
              <a:gd name="GluePoint42Y" fmla="*/ 143 h 144"/>
              <a:gd name="GluePoint43X" fmla="*/ 85 w 126"/>
              <a:gd name="GluePoint43Y" fmla="*/ 142 h 144"/>
              <a:gd name="GluePoint44X" fmla="*/ 94 w 126"/>
              <a:gd name="GluePoint44Y" fmla="*/ 139 h 144"/>
              <a:gd name="GluePoint45X" fmla="*/ 103 w 126"/>
              <a:gd name="GluePoint45Y" fmla="*/ 135 h 144"/>
              <a:gd name="GluePoint46X" fmla="*/ 109 w 126"/>
              <a:gd name="GluePoint46Y" fmla="*/ 131 h 144"/>
              <a:gd name="GluePoint47X" fmla="*/ 114 w 126"/>
              <a:gd name="GluePoint47Y" fmla="*/ 126 h 144"/>
              <a:gd name="GluePoint48X" fmla="*/ 118 w 126"/>
              <a:gd name="GluePoint48Y" fmla="*/ 119 h 144"/>
              <a:gd name="GluePoint49X" fmla="*/ 121 w 126"/>
              <a:gd name="GluePoint49Y" fmla="*/ 113 h 144"/>
              <a:gd name="GluePoint50X" fmla="*/ 123 w 126"/>
              <a:gd name="GluePoint50Y" fmla="*/ 104 h 144"/>
              <a:gd name="GluePoint51X" fmla="*/ 125 w 126"/>
              <a:gd name="GluePoint51Y" fmla="*/ 95 h 144"/>
              <a:gd name="GluePoint52X" fmla="*/ 126 w 126"/>
              <a:gd name="GluePoint52Y" fmla="*/ 86 h 144"/>
              <a:gd name="GluePoint53X" fmla="*/ 125 w 126"/>
              <a:gd name="GluePoint53Y" fmla="*/ 74 h 144"/>
            </a:gdLst>
            <a:ahLst/>
            <a:cxnLst/>
            <a:rect l="textAreaLeft" t="textAreaTop" r="textAreaRight" b="textAreaBottom"/>
            <a:pathLst>
              <a:path w="126" h="144">
                <a:moveTo>
                  <a:pt x="125" y="0"/>
                </a:moveTo>
                <a:lnTo>
                  <a:pt x="121" y="0"/>
                </a:lnTo>
                <a:lnTo>
                  <a:pt x="117" y="0"/>
                </a:lnTo>
                <a:lnTo>
                  <a:pt x="113" y="0"/>
                </a:lnTo>
                <a:lnTo>
                  <a:pt x="109" y="0"/>
                </a:lnTo>
                <a:lnTo>
                  <a:pt x="109" y="63"/>
                </a:lnTo>
                <a:lnTo>
                  <a:pt x="109" y="78"/>
                </a:lnTo>
                <a:lnTo>
                  <a:pt x="107" y="91"/>
                </a:lnTo>
                <a:lnTo>
                  <a:pt x="107" y="96"/>
                </a:lnTo>
                <a:lnTo>
                  <a:pt x="106" y="100"/>
                </a:lnTo>
                <a:lnTo>
                  <a:pt x="106" y="103"/>
                </a:lnTo>
                <a:lnTo>
                  <a:pt x="105" y="107"/>
                </a:lnTo>
                <a:lnTo>
                  <a:pt x="103" y="110"/>
                </a:lnTo>
                <a:lnTo>
                  <a:pt x="102" y="112"/>
                </a:lnTo>
                <a:lnTo>
                  <a:pt x="100" y="115"/>
                </a:lnTo>
                <a:lnTo>
                  <a:pt x="98" y="118"/>
                </a:lnTo>
                <a:lnTo>
                  <a:pt x="97" y="120"/>
                </a:lnTo>
                <a:lnTo>
                  <a:pt x="94" y="123"/>
                </a:lnTo>
                <a:lnTo>
                  <a:pt x="93" y="124"/>
                </a:lnTo>
                <a:lnTo>
                  <a:pt x="90" y="126"/>
                </a:lnTo>
                <a:lnTo>
                  <a:pt x="88" y="127"/>
                </a:lnTo>
                <a:lnTo>
                  <a:pt x="86" y="128"/>
                </a:lnTo>
                <a:lnTo>
                  <a:pt x="83" y="130"/>
                </a:lnTo>
                <a:lnTo>
                  <a:pt x="80" y="131"/>
                </a:lnTo>
                <a:lnTo>
                  <a:pt x="78" y="131"/>
                </a:lnTo>
                <a:lnTo>
                  <a:pt x="74" y="131"/>
                </a:lnTo>
                <a:lnTo>
                  <a:pt x="71" y="131"/>
                </a:lnTo>
                <a:lnTo>
                  <a:pt x="68" y="131"/>
                </a:lnTo>
                <a:lnTo>
                  <a:pt x="65" y="131"/>
                </a:lnTo>
                <a:lnTo>
                  <a:pt x="61" y="131"/>
                </a:lnTo>
                <a:lnTo>
                  <a:pt x="57" y="131"/>
                </a:lnTo>
                <a:lnTo>
                  <a:pt x="54" y="130"/>
                </a:lnTo>
                <a:lnTo>
                  <a:pt x="52" y="128"/>
                </a:lnTo>
                <a:lnTo>
                  <a:pt x="49" y="127"/>
                </a:lnTo>
                <a:lnTo>
                  <a:pt x="46" y="125"/>
                </a:lnTo>
                <a:lnTo>
                  <a:pt x="45" y="123"/>
                </a:lnTo>
                <a:lnTo>
                  <a:pt x="42" y="121"/>
                </a:lnTo>
                <a:lnTo>
                  <a:pt x="40" y="119"/>
                </a:lnTo>
                <a:lnTo>
                  <a:pt x="38" y="115"/>
                </a:lnTo>
                <a:lnTo>
                  <a:pt x="37" y="113"/>
                </a:lnTo>
                <a:lnTo>
                  <a:pt x="35" y="110"/>
                </a:lnTo>
                <a:lnTo>
                  <a:pt x="34" y="107"/>
                </a:lnTo>
                <a:lnTo>
                  <a:pt x="33" y="103"/>
                </a:lnTo>
                <a:lnTo>
                  <a:pt x="33" y="99"/>
                </a:lnTo>
                <a:lnTo>
                  <a:pt x="32" y="92"/>
                </a:lnTo>
                <a:lnTo>
                  <a:pt x="31" y="83"/>
                </a:lnTo>
                <a:lnTo>
                  <a:pt x="31" y="72"/>
                </a:lnTo>
                <a:lnTo>
                  <a:pt x="31" y="58"/>
                </a:lnTo>
                <a:lnTo>
                  <a:pt x="31" y="0"/>
                </a:lnTo>
                <a:lnTo>
                  <a:pt x="28" y="0"/>
                </a:lnTo>
                <a:lnTo>
                  <a:pt x="23" y="1"/>
                </a:lnTo>
                <a:lnTo>
                  <a:pt x="21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3" y="1"/>
                </a:lnTo>
                <a:lnTo>
                  <a:pt x="12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85"/>
                </a:lnTo>
                <a:lnTo>
                  <a:pt x="0" y="92"/>
                </a:lnTo>
                <a:lnTo>
                  <a:pt x="1" y="99"/>
                </a:lnTo>
                <a:lnTo>
                  <a:pt x="1" y="106"/>
                </a:lnTo>
                <a:lnTo>
                  <a:pt x="4" y="111"/>
                </a:lnTo>
                <a:lnTo>
                  <a:pt x="5" y="115"/>
                </a:lnTo>
                <a:lnTo>
                  <a:pt x="6" y="119"/>
                </a:lnTo>
                <a:lnTo>
                  <a:pt x="8" y="123"/>
                </a:lnTo>
                <a:lnTo>
                  <a:pt x="10" y="125"/>
                </a:lnTo>
                <a:lnTo>
                  <a:pt x="13" y="128"/>
                </a:lnTo>
                <a:lnTo>
                  <a:pt x="16" y="131"/>
                </a:lnTo>
                <a:lnTo>
                  <a:pt x="19" y="134"/>
                </a:lnTo>
                <a:lnTo>
                  <a:pt x="23" y="136"/>
                </a:lnTo>
                <a:lnTo>
                  <a:pt x="27" y="138"/>
                </a:lnTo>
                <a:lnTo>
                  <a:pt x="31" y="139"/>
                </a:lnTo>
                <a:lnTo>
                  <a:pt x="36" y="141"/>
                </a:lnTo>
                <a:lnTo>
                  <a:pt x="41" y="142"/>
                </a:lnTo>
                <a:lnTo>
                  <a:pt x="46" y="143"/>
                </a:lnTo>
                <a:lnTo>
                  <a:pt x="52" y="143"/>
                </a:lnTo>
                <a:lnTo>
                  <a:pt x="57" y="144"/>
                </a:lnTo>
                <a:lnTo>
                  <a:pt x="64" y="144"/>
                </a:lnTo>
                <a:lnTo>
                  <a:pt x="70" y="144"/>
                </a:lnTo>
                <a:lnTo>
                  <a:pt x="74" y="143"/>
                </a:lnTo>
                <a:lnTo>
                  <a:pt x="80" y="143"/>
                </a:lnTo>
                <a:lnTo>
                  <a:pt x="85" y="142"/>
                </a:lnTo>
                <a:lnTo>
                  <a:pt x="90" y="140"/>
                </a:lnTo>
                <a:lnTo>
                  <a:pt x="94" y="139"/>
                </a:lnTo>
                <a:lnTo>
                  <a:pt x="98" y="137"/>
                </a:lnTo>
                <a:lnTo>
                  <a:pt x="103" y="135"/>
                </a:lnTo>
                <a:lnTo>
                  <a:pt x="106" y="133"/>
                </a:lnTo>
                <a:lnTo>
                  <a:pt x="109" y="131"/>
                </a:lnTo>
                <a:lnTo>
                  <a:pt x="111" y="128"/>
                </a:lnTo>
                <a:lnTo>
                  <a:pt x="114" y="126"/>
                </a:lnTo>
                <a:lnTo>
                  <a:pt x="116" y="123"/>
                </a:lnTo>
                <a:lnTo>
                  <a:pt x="118" y="119"/>
                </a:lnTo>
                <a:lnTo>
                  <a:pt x="119" y="116"/>
                </a:lnTo>
                <a:lnTo>
                  <a:pt x="121" y="113"/>
                </a:lnTo>
                <a:lnTo>
                  <a:pt x="122" y="109"/>
                </a:lnTo>
                <a:lnTo>
                  <a:pt x="123" y="104"/>
                </a:lnTo>
                <a:lnTo>
                  <a:pt x="124" y="100"/>
                </a:lnTo>
                <a:lnTo>
                  <a:pt x="125" y="95"/>
                </a:lnTo>
                <a:lnTo>
                  <a:pt x="125" y="91"/>
                </a:lnTo>
                <a:lnTo>
                  <a:pt x="126" y="86"/>
                </a:lnTo>
                <a:lnTo>
                  <a:pt x="126" y="80"/>
                </a:lnTo>
                <a:lnTo>
                  <a:pt x="125" y="74"/>
                </a:lnTo>
                <a:lnTo>
                  <a:pt x="125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0" rIns="90000" bIns="18000" anchor="ctr">
            <a:noAutofit/>
          </a:bodyPr>
          <a:lstStyle/>
          <a:p>
            <a:endParaRPr/>
          </a:p>
        </p:txBody>
      </p:sp>
      <p:sp>
        <p:nvSpPr>
          <p:cNvPr id="151" name="iṧľîḑê">
            <a:extLst>
              <a:ext uri="{FF2B5EF4-FFF2-40B4-BE49-F238E27FC236}">
                <a16:creationId xmlns:a16="http://schemas.microsoft.com/office/drawing/2014/main" id="{033C233C-0223-46EC-852B-9D0673612043}"/>
              </a:ext>
            </a:extLst>
          </p:cNvPr>
          <p:cNvSpPr>
            <a:spLocks noGrp="1"/>
          </p:cNvSpPr>
          <p:nvPr/>
        </p:nvSpPr>
        <p:spPr>
          <a:xfrm>
            <a:off x="203436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5 w 93"/>
              <a:gd name="GluePoint3Y" fmla="*/ 10 h 102"/>
              <a:gd name="GluePoint4X" fmla="*/ 80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7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8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3 w 93"/>
              <a:gd name="GluePoint25Y" fmla="*/ 24 h 102"/>
              <a:gd name="GluePoint26X" fmla="*/ 37 w 93"/>
              <a:gd name="GluePoint26Y" fmla="*/ 21 h 102"/>
              <a:gd name="GluePoint27X" fmla="*/ 40 w 93"/>
              <a:gd name="GluePoint27Y" fmla="*/ 18 h 102"/>
              <a:gd name="GluePoint28X" fmla="*/ 44 w 93"/>
              <a:gd name="GluePoint28Y" fmla="*/ 18 h 102"/>
              <a:gd name="GluePoint29X" fmla="*/ 49 w 93"/>
              <a:gd name="GluePoint29Y" fmla="*/ 17 h 102"/>
              <a:gd name="GluePoint30X" fmla="*/ 53 w 93"/>
              <a:gd name="GluePoint30Y" fmla="*/ 18 h 102"/>
              <a:gd name="GluePoint31X" fmla="*/ 56 w 93"/>
              <a:gd name="GluePoint31Y" fmla="*/ 20 h 102"/>
              <a:gd name="GluePoint32X" fmla="*/ 59 w 93"/>
              <a:gd name="GluePoint32Y" fmla="*/ 23 h 102"/>
              <a:gd name="GluePoint33X" fmla="*/ 61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4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5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5" y="10"/>
                </a:lnTo>
                <a:lnTo>
                  <a:pt x="83" y="8"/>
                </a:lnTo>
                <a:lnTo>
                  <a:pt x="80" y="6"/>
                </a:lnTo>
                <a:lnTo>
                  <a:pt x="78" y="4"/>
                </a:lnTo>
                <a:lnTo>
                  <a:pt x="75" y="2"/>
                </a:lnTo>
                <a:lnTo>
                  <a:pt x="71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5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7" y="17"/>
                </a:lnTo>
                <a:lnTo>
                  <a:pt x="27" y="2"/>
                </a:lnTo>
                <a:lnTo>
                  <a:pt x="24" y="2"/>
                </a:lnTo>
                <a:lnTo>
                  <a:pt x="20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8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3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0" y="18"/>
                </a:lnTo>
                <a:lnTo>
                  <a:pt x="43" y="18"/>
                </a:lnTo>
                <a:lnTo>
                  <a:pt x="44" y="18"/>
                </a:lnTo>
                <a:lnTo>
                  <a:pt x="47" y="17"/>
                </a:lnTo>
                <a:lnTo>
                  <a:pt x="49" y="17"/>
                </a:lnTo>
                <a:lnTo>
                  <a:pt x="51" y="18"/>
                </a:lnTo>
                <a:lnTo>
                  <a:pt x="53" y="18"/>
                </a:lnTo>
                <a:lnTo>
                  <a:pt x="55" y="19"/>
                </a:lnTo>
                <a:lnTo>
                  <a:pt x="56" y="20"/>
                </a:lnTo>
                <a:lnTo>
                  <a:pt x="58" y="22"/>
                </a:lnTo>
                <a:lnTo>
                  <a:pt x="59" y="23"/>
                </a:lnTo>
                <a:lnTo>
                  <a:pt x="60" y="26"/>
                </a:lnTo>
                <a:lnTo>
                  <a:pt x="61" y="27"/>
                </a:lnTo>
                <a:lnTo>
                  <a:pt x="63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4" y="51"/>
                </a:lnTo>
                <a:lnTo>
                  <a:pt x="64" y="102"/>
                </a:lnTo>
                <a:lnTo>
                  <a:pt x="67" y="102"/>
                </a:lnTo>
                <a:lnTo>
                  <a:pt x="71" y="102"/>
                </a:lnTo>
                <a:lnTo>
                  <a:pt x="75" y="102"/>
                </a:lnTo>
                <a:lnTo>
                  <a:pt x="78" y="102"/>
                </a:lnTo>
                <a:lnTo>
                  <a:pt x="82" y="102"/>
                </a:lnTo>
                <a:lnTo>
                  <a:pt x="85" y="102"/>
                </a:lnTo>
                <a:lnTo>
                  <a:pt x="89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2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152" name="îŝ1îde">
            <a:extLst>
              <a:ext uri="{FF2B5EF4-FFF2-40B4-BE49-F238E27FC236}">
                <a16:creationId xmlns:a16="http://schemas.microsoft.com/office/drawing/2014/main" id="{B0B3C007-3C92-45B2-971E-7AB0B7EE22C3}"/>
              </a:ext>
            </a:extLst>
          </p:cNvPr>
          <p:cNvSpPr>
            <a:spLocks noGrp="1"/>
          </p:cNvSpPr>
          <p:nvPr/>
        </p:nvSpPr>
        <p:spPr>
          <a:xfrm>
            <a:off x="209124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0 w 28"/>
              <a:gd name="GluePoint1Y" fmla="*/ 0 h 100"/>
              <a:gd name="GluePoint2X" fmla="*/ 17 w 28"/>
              <a:gd name="GluePoint2Y" fmla="*/ 0 h 100"/>
              <a:gd name="GluePoint3X" fmla="*/ 14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4 w 28"/>
              <a:gd name="GluePoint12Y" fmla="*/ 100 h 100"/>
              <a:gd name="GluePoint13X" fmla="*/ 17 w 28"/>
              <a:gd name="GluePoint13Y" fmla="*/ 100 h 100"/>
              <a:gd name="GluePoint14X" fmla="*/ 20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0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0" y="0"/>
                </a:moveTo>
                <a:lnTo>
                  <a:pt x="17" y="0"/>
                </a:lnTo>
                <a:lnTo>
                  <a:pt x="14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4" y="100"/>
                </a:lnTo>
                <a:lnTo>
                  <a:pt x="17" y="100"/>
                </a:lnTo>
                <a:lnTo>
                  <a:pt x="20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153" name="iṣḻiḓê">
            <a:extLst>
              <a:ext uri="{FF2B5EF4-FFF2-40B4-BE49-F238E27FC236}">
                <a16:creationId xmlns:a16="http://schemas.microsoft.com/office/drawing/2014/main" id="{7079A193-641C-4EE9-BAED-27A4493137C4}"/>
              </a:ext>
            </a:extLst>
          </p:cNvPr>
          <p:cNvSpPr>
            <a:spLocks noGrp="1"/>
          </p:cNvSpPr>
          <p:nvPr/>
        </p:nvSpPr>
        <p:spPr>
          <a:xfrm>
            <a:off x="209016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31 w 33"/>
              <a:gd name="GluePoint2Y" fmla="*/ 7 h 32"/>
              <a:gd name="GluePoint3X" fmla="*/ 28 w 33"/>
              <a:gd name="GluePoint3Y" fmla="*/ 5 h 32"/>
              <a:gd name="GluePoint4X" fmla="*/ 26 w 33"/>
              <a:gd name="GluePoint4Y" fmla="*/ 3 h 32"/>
              <a:gd name="GluePoint5X" fmla="*/ 23 w 33"/>
              <a:gd name="GluePoint5Y" fmla="*/ 2 h 32"/>
              <a:gd name="GluePoint6X" fmla="*/ 20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10 w 33"/>
              <a:gd name="GluePoint9Y" fmla="*/ 2 h 32"/>
              <a:gd name="GluePoint10X" fmla="*/ 7 w 33"/>
              <a:gd name="GluePoint10Y" fmla="*/ 3 h 32"/>
              <a:gd name="GluePoint11X" fmla="*/ 5 w 33"/>
              <a:gd name="GluePoint11Y" fmla="*/ 5 h 32"/>
              <a:gd name="GluePoint12X" fmla="*/ 3 w 33"/>
              <a:gd name="GluePoint12Y" fmla="*/ 7 h 32"/>
              <a:gd name="GluePoint13X" fmla="*/ 2 w 33"/>
              <a:gd name="GluePoint13Y" fmla="*/ 10 h 32"/>
              <a:gd name="GluePoint14X" fmla="*/ 1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2 w 33"/>
              <a:gd name="GluePoint17Y" fmla="*/ 23 h 32"/>
              <a:gd name="GluePoint18X" fmla="*/ 3 w 33"/>
              <a:gd name="GluePoint18Y" fmla="*/ 26 h 32"/>
              <a:gd name="GluePoint19X" fmla="*/ 4 w 33"/>
              <a:gd name="GluePoint19Y" fmla="*/ 28 h 32"/>
              <a:gd name="GluePoint20X" fmla="*/ 7 w 33"/>
              <a:gd name="GluePoint20Y" fmla="*/ 30 h 32"/>
              <a:gd name="GluePoint21X" fmla="*/ 10 w 33"/>
              <a:gd name="GluePoint21Y" fmla="*/ 31 h 32"/>
              <a:gd name="GluePoint22X" fmla="*/ 13 w 33"/>
              <a:gd name="GluePoint22Y" fmla="*/ 32 h 32"/>
              <a:gd name="GluePoint23X" fmla="*/ 16 w 33"/>
              <a:gd name="GluePoint23Y" fmla="*/ 32 h 32"/>
              <a:gd name="GluePoint24X" fmla="*/ 20 w 33"/>
              <a:gd name="GluePoint24Y" fmla="*/ 32 h 32"/>
              <a:gd name="GluePoint25X" fmla="*/ 23 w 33"/>
              <a:gd name="GluePoint25Y" fmla="*/ 31 h 32"/>
              <a:gd name="GluePoint26X" fmla="*/ 26 w 33"/>
              <a:gd name="GluePoint26Y" fmla="*/ 30 h 32"/>
              <a:gd name="GluePoint27X" fmla="*/ 28 w 33"/>
              <a:gd name="GluePoint27Y" fmla="*/ 27 h 32"/>
              <a:gd name="GluePoint28X" fmla="*/ 31 w 33"/>
              <a:gd name="GluePoint28Y" fmla="*/ 25 h 32"/>
              <a:gd name="GluePoint29X" fmla="*/ 31 w 33"/>
              <a:gd name="GluePoint29Y" fmla="*/ 23 h 32"/>
              <a:gd name="GluePoint30X" fmla="*/ 33 w 33"/>
              <a:gd name="GluePoint30Y" fmla="*/ 19 h 32"/>
              <a:gd name="GluePoint31X" fmla="*/ 33 w 33"/>
              <a:gd name="GluePoint31Y" fmla="*/ 16 h 32"/>
              <a:gd name="GluePoint32X" fmla="*/ 33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31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0" y="20"/>
                </a:lnTo>
                <a:lnTo>
                  <a:pt x="2" y="23"/>
                </a:lnTo>
                <a:lnTo>
                  <a:pt x="3" y="26"/>
                </a:lnTo>
                <a:lnTo>
                  <a:pt x="4" y="28"/>
                </a:lnTo>
                <a:lnTo>
                  <a:pt x="7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1" y="25"/>
                </a:lnTo>
                <a:lnTo>
                  <a:pt x="31" y="23"/>
                </a:lnTo>
                <a:lnTo>
                  <a:pt x="33" y="19"/>
                </a:lnTo>
                <a:lnTo>
                  <a:pt x="33" y="16"/>
                </a:lnTo>
                <a:lnTo>
                  <a:pt x="33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154" name="iṡ1îde">
            <a:extLst>
              <a:ext uri="{FF2B5EF4-FFF2-40B4-BE49-F238E27FC236}">
                <a16:creationId xmlns:a16="http://schemas.microsoft.com/office/drawing/2014/main" id="{B2079491-72B7-476D-8EE3-CFC732EE7291}"/>
              </a:ext>
            </a:extLst>
          </p:cNvPr>
          <p:cNvSpPr>
            <a:spLocks noGrp="1"/>
          </p:cNvSpPr>
          <p:nvPr/>
        </p:nvSpPr>
        <p:spPr>
          <a:xfrm>
            <a:off x="2116800" y="956160"/>
            <a:ext cx="42480" cy="43200"/>
          </a:xfrm>
          <a:custGeom>
            <a:avLst/>
            <a:gdLst>
              <a:gd name="textAreaLeft" fmla="*/ 0 w 42480"/>
              <a:gd name="textAreaRight" fmla="*/ 42840 w 42480"/>
              <a:gd name="textAreaTop" fmla="*/ 0 h 43200"/>
              <a:gd name="textAreaBottom" fmla="*/ 43560 h 43200"/>
              <a:gd name="GluePoint1X" fmla="*/ 91 w 98"/>
              <a:gd name="GluePoint1Y" fmla="*/ 0 h 100"/>
              <a:gd name="GluePoint2X" fmla="*/ 87 w 98"/>
              <a:gd name="GluePoint2Y" fmla="*/ 0 h 100"/>
              <a:gd name="GluePoint3X" fmla="*/ 82 w 98"/>
              <a:gd name="GluePoint3Y" fmla="*/ 0 h 100"/>
              <a:gd name="GluePoint4X" fmla="*/ 78 w 98"/>
              <a:gd name="GluePoint4Y" fmla="*/ 8 h 100"/>
              <a:gd name="GluePoint5X" fmla="*/ 71 w 98"/>
              <a:gd name="GluePoint5Y" fmla="*/ 28 h 100"/>
              <a:gd name="GluePoint6X" fmla="*/ 65 w 98"/>
              <a:gd name="GluePoint6Y" fmla="*/ 45 h 100"/>
              <a:gd name="GluePoint7X" fmla="*/ 58 w 98"/>
              <a:gd name="GluePoint7Y" fmla="*/ 64 h 100"/>
              <a:gd name="GluePoint8X" fmla="*/ 32 w 98"/>
              <a:gd name="GluePoint8Y" fmla="*/ 0 h 100"/>
              <a:gd name="GluePoint9X" fmla="*/ 24 w 98"/>
              <a:gd name="GluePoint9Y" fmla="*/ 0 h 100"/>
              <a:gd name="GluePoint10X" fmla="*/ 16 w 98"/>
              <a:gd name="GluePoint10Y" fmla="*/ 0 h 100"/>
              <a:gd name="GluePoint11X" fmla="*/ 8 w 98"/>
              <a:gd name="GluePoint11Y" fmla="*/ 0 h 100"/>
              <a:gd name="GluePoint12X" fmla="*/ 0 w 98"/>
              <a:gd name="GluePoint12Y" fmla="*/ 0 h 100"/>
              <a:gd name="GluePoint13X" fmla="*/ 6 w 98"/>
              <a:gd name="GluePoint13Y" fmla="*/ 17 h 100"/>
              <a:gd name="GluePoint14X" fmla="*/ 14 w 98"/>
              <a:gd name="GluePoint14Y" fmla="*/ 38 h 100"/>
              <a:gd name="GluePoint15X" fmla="*/ 22 w 98"/>
              <a:gd name="GluePoint15Y" fmla="*/ 61 h 100"/>
              <a:gd name="GluePoint16X" fmla="*/ 32 w 98"/>
              <a:gd name="GluePoint16Y" fmla="*/ 89 h 100"/>
              <a:gd name="GluePoint17X" fmla="*/ 34 w 98"/>
              <a:gd name="GluePoint17Y" fmla="*/ 95 h 100"/>
              <a:gd name="GluePoint18X" fmla="*/ 36 w 98"/>
              <a:gd name="GluePoint18Y" fmla="*/ 100 h 100"/>
              <a:gd name="GluePoint19X" fmla="*/ 42 w 98"/>
              <a:gd name="GluePoint19Y" fmla="*/ 100 h 100"/>
              <a:gd name="GluePoint20X" fmla="*/ 47 w 98"/>
              <a:gd name="GluePoint20Y" fmla="*/ 100 h 100"/>
              <a:gd name="GluePoint21X" fmla="*/ 52 w 98"/>
              <a:gd name="GluePoint21Y" fmla="*/ 100 h 100"/>
              <a:gd name="GluePoint22X" fmla="*/ 58 w 98"/>
              <a:gd name="GluePoint22Y" fmla="*/ 100 h 100"/>
              <a:gd name="GluePoint23X" fmla="*/ 62 w 98"/>
              <a:gd name="GluePoint23Y" fmla="*/ 88 h 100"/>
              <a:gd name="GluePoint24X" fmla="*/ 66 w 98"/>
              <a:gd name="GluePoint24Y" fmla="*/ 73 h 100"/>
              <a:gd name="GluePoint25X" fmla="*/ 74 w 98"/>
              <a:gd name="GluePoint25Y" fmla="*/ 57 h 100"/>
              <a:gd name="GluePoint26X" fmla="*/ 82 w 98"/>
              <a:gd name="GluePoint26Y" fmla="*/ 39 h 100"/>
              <a:gd name="GluePoint27X" fmla="*/ 85 w 98"/>
              <a:gd name="GluePoint27Y" fmla="*/ 29 h 100"/>
              <a:gd name="GluePoint28X" fmla="*/ 90 w 98"/>
              <a:gd name="GluePoint28Y" fmla="*/ 16 h 100"/>
              <a:gd name="GluePoint29X" fmla="*/ 96 w 98"/>
              <a:gd name="GluePoint29Y" fmla="*/ 4 h 100"/>
              <a:gd name="GluePoint30X" fmla="*/ 96 w 98"/>
              <a:gd name="GluePoint30Y" fmla="*/ 3 h 100"/>
              <a:gd name="GluePoint31X" fmla="*/ 98 w 98"/>
              <a:gd name="GluePoint31Y" fmla="*/ 1 h 100"/>
              <a:gd name="GluePoint32X" fmla="*/ 95 w 98"/>
              <a:gd name="GluePoint32Y" fmla="*/ 0 h 100"/>
            </a:gdLst>
            <a:ahLst/>
            <a:cxnLst/>
            <a:rect l="textAreaLeft" t="textAreaTop" r="textAreaRight" b="textAreaBottom"/>
            <a:pathLst>
              <a:path w="98" h="100">
                <a:moveTo>
                  <a:pt x="93" y="0"/>
                </a:moveTo>
                <a:lnTo>
                  <a:pt x="91" y="0"/>
                </a:lnTo>
                <a:lnTo>
                  <a:pt x="90" y="0"/>
                </a:lnTo>
                <a:lnTo>
                  <a:pt x="87" y="0"/>
                </a:lnTo>
                <a:lnTo>
                  <a:pt x="85" y="0"/>
                </a:lnTo>
                <a:lnTo>
                  <a:pt x="82" y="0"/>
                </a:lnTo>
                <a:lnTo>
                  <a:pt x="80" y="0"/>
                </a:lnTo>
                <a:lnTo>
                  <a:pt x="78" y="8"/>
                </a:lnTo>
                <a:lnTo>
                  <a:pt x="74" y="18"/>
                </a:lnTo>
                <a:lnTo>
                  <a:pt x="71" y="28"/>
                </a:lnTo>
                <a:lnTo>
                  <a:pt x="68" y="36"/>
                </a:lnTo>
                <a:lnTo>
                  <a:pt x="65" y="45"/>
                </a:lnTo>
                <a:lnTo>
                  <a:pt x="62" y="55"/>
                </a:lnTo>
                <a:lnTo>
                  <a:pt x="58" y="64"/>
                </a:lnTo>
                <a:lnTo>
                  <a:pt x="55" y="73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3" y="0"/>
                </a:lnTo>
                <a:lnTo>
                  <a:pt x="0" y="0"/>
                </a:lnTo>
                <a:lnTo>
                  <a:pt x="2" y="8"/>
                </a:lnTo>
                <a:lnTo>
                  <a:pt x="6" y="17"/>
                </a:lnTo>
                <a:lnTo>
                  <a:pt x="10" y="27"/>
                </a:lnTo>
                <a:lnTo>
                  <a:pt x="14" y="38"/>
                </a:lnTo>
                <a:lnTo>
                  <a:pt x="18" y="49"/>
                </a:lnTo>
                <a:lnTo>
                  <a:pt x="22" y="61"/>
                </a:lnTo>
                <a:lnTo>
                  <a:pt x="27" y="75"/>
                </a:lnTo>
                <a:lnTo>
                  <a:pt x="32" y="89"/>
                </a:lnTo>
                <a:lnTo>
                  <a:pt x="33" y="92"/>
                </a:lnTo>
                <a:lnTo>
                  <a:pt x="34" y="95"/>
                </a:lnTo>
                <a:lnTo>
                  <a:pt x="35" y="97"/>
                </a:lnTo>
                <a:lnTo>
                  <a:pt x="36" y="100"/>
                </a:lnTo>
                <a:lnTo>
                  <a:pt x="39" y="100"/>
                </a:lnTo>
                <a:lnTo>
                  <a:pt x="42" y="100"/>
                </a:lnTo>
                <a:lnTo>
                  <a:pt x="44" y="100"/>
                </a:lnTo>
                <a:lnTo>
                  <a:pt x="47" y="100"/>
                </a:lnTo>
                <a:lnTo>
                  <a:pt x="50" y="100"/>
                </a:lnTo>
                <a:lnTo>
                  <a:pt x="52" y="100"/>
                </a:lnTo>
                <a:lnTo>
                  <a:pt x="55" y="100"/>
                </a:lnTo>
                <a:lnTo>
                  <a:pt x="58" y="100"/>
                </a:lnTo>
                <a:lnTo>
                  <a:pt x="59" y="94"/>
                </a:lnTo>
                <a:lnTo>
                  <a:pt x="62" y="88"/>
                </a:lnTo>
                <a:lnTo>
                  <a:pt x="64" y="81"/>
                </a:lnTo>
                <a:lnTo>
                  <a:pt x="66" y="73"/>
                </a:lnTo>
                <a:lnTo>
                  <a:pt x="70" y="66"/>
                </a:lnTo>
                <a:lnTo>
                  <a:pt x="74" y="57"/>
                </a:lnTo>
                <a:lnTo>
                  <a:pt x="77" y="49"/>
                </a:lnTo>
                <a:lnTo>
                  <a:pt x="82" y="39"/>
                </a:lnTo>
                <a:lnTo>
                  <a:pt x="83" y="33"/>
                </a:lnTo>
                <a:lnTo>
                  <a:pt x="85" y="29"/>
                </a:lnTo>
                <a:lnTo>
                  <a:pt x="87" y="23"/>
                </a:lnTo>
                <a:lnTo>
                  <a:pt x="90" y="16"/>
                </a:lnTo>
                <a:lnTo>
                  <a:pt x="93" y="11"/>
                </a:lnTo>
                <a:lnTo>
                  <a:pt x="96" y="4"/>
                </a:lnTo>
                <a:lnTo>
                  <a:pt x="96" y="4"/>
                </a:lnTo>
                <a:lnTo>
                  <a:pt x="96" y="3"/>
                </a:lnTo>
                <a:lnTo>
                  <a:pt x="97" y="2"/>
                </a:lnTo>
                <a:lnTo>
                  <a:pt x="98" y="1"/>
                </a:lnTo>
                <a:lnTo>
                  <a:pt x="98" y="0"/>
                </a:lnTo>
                <a:lnTo>
                  <a:pt x="95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155" name="îṥľïḑê">
            <a:extLst>
              <a:ext uri="{FF2B5EF4-FFF2-40B4-BE49-F238E27FC236}">
                <a16:creationId xmlns:a16="http://schemas.microsoft.com/office/drawing/2014/main" id="{8BE96633-2922-4662-8769-33EC8D5178F1}"/>
              </a:ext>
            </a:extLst>
          </p:cNvPr>
          <p:cNvSpPr>
            <a:spLocks noGrp="1"/>
          </p:cNvSpPr>
          <p:nvPr/>
        </p:nvSpPr>
        <p:spPr>
          <a:xfrm>
            <a:off x="216900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87 w 91"/>
              <a:gd name="GluePoint1Y" fmla="*/ 26 h 103"/>
              <a:gd name="GluePoint2X" fmla="*/ 83 w 91"/>
              <a:gd name="GluePoint2Y" fmla="*/ 18 h 103"/>
              <a:gd name="GluePoint3X" fmla="*/ 79 w 91"/>
              <a:gd name="GluePoint3Y" fmla="*/ 10 h 103"/>
              <a:gd name="GluePoint4X" fmla="*/ 71 w 91"/>
              <a:gd name="GluePoint4Y" fmla="*/ 6 h 103"/>
              <a:gd name="GluePoint5X" fmla="*/ 63 w 91"/>
              <a:gd name="GluePoint5Y" fmla="*/ 2 h 103"/>
              <a:gd name="GluePoint6X" fmla="*/ 54 w 91"/>
              <a:gd name="GluePoint6Y" fmla="*/ 0 h 103"/>
              <a:gd name="GluePoint7X" fmla="*/ 43 w 91"/>
              <a:gd name="GluePoint7Y" fmla="*/ 1 h 103"/>
              <a:gd name="GluePoint8X" fmla="*/ 32 w 91"/>
              <a:gd name="GluePoint8Y" fmla="*/ 2 h 103"/>
              <a:gd name="GluePoint9X" fmla="*/ 23 w 91"/>
              <a:gd name="GluePoint9Y" fmla="*/ 6 h 103"/>
              <a:gd name="GluePoint10X" fmla="*/ 15 w 91"/>
              <a:gd name="GluePoint10Y" fmla="*/ 10 h 103"/>
              <a:gd name="GluePoint11X" fmla="*/ 10 w 91"/>
              <a:gd name="GluePoint11Y" fmla="*/ 17 h 103"/>
              <a:gd name="GluePoint12X" fmla="*/ 5 w 91"/>
              <a:gd name="GluePoint12Y" fmla="*/ 25 h 103"/>
              <a:gd name="GluePoint13X" fmla="*/ 2 w 91"/>
              <a:gd name="GluePoint13Y" fmla="*/ 34 h 103"/>
              <a:gd name="GluePoint14X" fmla="*/ 0 w 91"/>
              <a:gd name="GluePoint14Y" fmla="*/ 44 h 103"/>
              <a:gd name="GluePoint15X" fmla="*/ 0 w 91"/>
              <a:gd name="GluePoint15Y" fmla="*/ 56 h 103"/>
              <a:gd name="GluePoint16X" fmla="*/ 2 w 91"/>
              <a:gd name="GluePoint16Y" fmla="*/ 68 h 103"/>
              <a:gd name="GluePoint17X" fmla="*/ 5 w 91"/>
              <a:gd name="GluePoint17Y" fmla="*/ 78 h 103"/>
              <a:gd name="GluePoint18X" fmla="*/ 10 w 91"/>
              <a:gd name="GluePoint18Y" fmla="*/ 86 h 103"/>
              <a:gd name="GluePoint19X" fmla="*/ 17 w 91"/>
              <a:gd name="GluePoint19Y" fmla="*/ 92 h 103"/>
              <a:gd name="GluePoint20X" fmla="*/ 25 w 91"/>
              <a:gd name="GluePoint20Y" fmla="*/ 98 h 103"/>
              <a:gd name="GluePoint21X" fmla="*/ 35 w 91"/>
              <a:gd name="GluePoint21Y" fmla="*/ 102 h 103"/>
              <a:gd name="GluePoint22X" fmla="*/ 46 w 91"/>
              <a:gd name="GluePoint22Y" fmla="*/ 103 h 103"/>
              <a:gd name="GluePoint23X" fmla="*/ 56 w 91"/>
              <a:gd name="GluePoint23Y" fmla="*/ 103 h 103"/>
              <a:gd name="GluePoint24X" fmla="*/ 64 w 91"/>
              <a:gd name="GluePoint24Y" fmla="*/ 102 h 103"/>
              <a:gd name="GluePoint25X" fmla="*/ 72 w 91"/>
              <a:gd name="GluePoint25Y" fmla="*/ 100 h 103"/>
              <a:gd name="GluePoint26X" fmla="*/ 79 w 91"/>
              <a:gd name="GluePoint26Y" fmla="*/ 97 h 103"/>
              <a:gd name="GluePoint27X" fmla="*/ 87 w 91"/>
              <a:gd name="GluePoint27Y" fmla="*/ 84 h 103"/>
              <a:gd name="GluePoint28X" fmla="*/ 81 w 91"/>
              <a:gd name="GluePoint28Y" fmla="*/ 84 h 103"/>
              <a:gd name="GluePoint29X" fmla="*/ 75 w 91"/>
              <a:gd name="GluePoint29Y" fmla="*/ 87 h 103"/>
              <a:gd name="GluePoint30X" fmla="*/ 69 w 91"/>
              <a:gd name="GluePoint30Y" fmla="*/ 91 h 103"/>
              <a:gd name="GluePoint31X" fmla="*/ 63 w 91"/>
              <a:gd name="GluePoint31Y" fmla="*/ 91 h 103"/>
              <a:gd name="GluePoint32X" fmla="*/ 56 w 91"/>
              <a:gd name="GluePoint32Y" fmla="*/ 91 h 103"/>
              <a:gd name="GluePoint33X" fmla="*/ 49 w 91"/>
              <a:gd name="GluePoint33Y" fmla="*/ 91 h 103"/>
              <a:gd name="GluePoint34X" fmla="*/ 43 w 91"/>
              <a:gd name="GluePoint34Y" fmla="*/ 87 h 103"/>
              <a:gd name="GluePoint35X" fmla="*/ 39 w 91"/>
              <a:gd name="GluePoint35Y" fmla="*/ 84 h 103"/>
              <a:gd name="GluePoint36X" fmla="*/ 35 w 91"/>
              <a:gd name="GluePoint36Y" fmla="*/ 79 h 103"/>
              <a:gd name="GluePoint37X" fmla="*/ 33 w 91"/>
              <a:gd name="GluePoint37Y" fmla="*/ 73 h 103"/>
              <a:gd name="GluePoint38X" fmla="*/ 31 w 91"/>
              <a:gd name="GluePoint38Y" fmla="*/ 66 h 103"/>
              <a:gd name="GluePoint39X" fmla="*/ 31 w 91"/>
              <a:gd name="GluePoint39Y" fmla="*/ 57 h 103"/>
              <a:gd name="GluePoint40X" fmla="*/ 91 w 91"/>
              <a:gd name="GluePoint40Y" fmla="*/ 52 h 103"/>
              <a:gd name="GluePoint41X" fmla="*/ 91 w 91"/>
              <a:gd name="GluePoint41Y" fmla="*/ 40 h 103"/>
              <a:gd name="GluePoint42X" fmla="*/ 89 w 91"/>
              <a:gd name="GluePoint42Y" fmla="*/ 30 h 103"/>
              <a:gd name="GluePoint43X" fmla="*/ 31 w 91"/>
              <a:gd name="GluePoint43Y" fmla="*/ 34 h 103"/>
              <a:gd name="GluePoint44X" fmla="*/ 32 w 91"/>
              <a:gd name="GluePoint44Y" fmla="*/ 26 h 103"/>
              <a:gd name="GluePoint45X" fmla="*/ 34 w 91"/>
              <a:gd name="GluePoint45Y" fmla="*/ 20 h 103"/>
              <a:gd name="GluePoint46X" fmla="*/ 36 w 91"/>
              <a:gd name="GluePoint46Y" fmla="*/ 16 h 103"/>
              <a:gd name="GluePoint47X" fmla="*/ 39 w 91"/>
              <a:gd name="GluePoint47Y" fmla="*/ 12 h 103"/>
              <a:gd name="GluePoint48X" fmla="*/ 42 w 91"/>
              <a:gd name="GluePoint48Y" fmla="*/ 10 h 103"/>
              <a:gd name="GluePoint49X" fmla="*/ 46 w 91"/>
              <a:gd name="GluePoint49Y" fmla="*/ 9 h 103"/>
              <a:gd name="GluePoint50X" fmla="*/ 50 w 91"/>
              <a:gd name="GluePoint50Y" fmla="*/ 9 h 103"/>
              <a:gd name="GluePoint51X" fmla="*/ 52 w 91"/>
              <a:gd name="GluePoint51Y" fmla="*/ 10 h 103"/>
              <a:gd name="GluePoint52X" fmla="*/ 55 w 91"/>
              <a:gd name="GluePoint52Y" fmla="*/ 12 h 103"/>
              <a:gd name="GluePoint53X" fmla="*/ 57 w 91"/>
              <a:gd name="GluePoint53Y" fmla="*/ 16 h 103"/>
              <a:gd name="GluePoint54X" fmla="*/ 59 w 91"/>
              <a:gd name="GluePoint54Y" fmla="*/ 22 h 103"/>
              <a:gd name="GluePoint55X" fmla="*/ 62 w 91"/>
              <a:gd name="GluePoint55Y" fmla="*/ 34 h 103"/>
              <a:gd name="GluePoint56X" fmla="*/ 31 w 91"/>
              <a:gd name="GluePoint56Y" fmla="*/ 42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89" y="30"/>
                </a:moveTo>
                <a:lnTo>
                  <a:pt x="87" y="26"/>
                </a:lnTo>
                <a:lnTo>
                  <a:pt x="86" y="21"/>
                </a:lnTo>
                <a:lnTo>
                  <a:pt x="83" y="18"/>
                </a:lnTo>
                <a:lnTo>
                  <a:pt x="81" y="14"/>
                </a:lnTo>
                <a:lnTo>
                  <a:pt x="79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8" y="0"/>
                </a:lnTo>
                <a:lnTo>
                  <a:pt x="43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5" y="10"/>
                </a:lnTo>
                <a:lnTo>
                  <a:pt x="13" y="14"/>
                </a:lnTo>
                <a:lnTo>
                  <a:pt x="10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7" y="82"/>
                </a:lnTo>
                <a:lnTo>
                  <a:pt x="10" y="86"/>
                </a:lnTo>
                <a:lnTo>
                  <a:pt x="14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30" y="99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9" y="97"/>
                </a:lnTo>
                <a:lnTo>
                  <a:pt x="82" y="95"/>
                </a:lnTo>
                <a:lnTo>
                  <a:pt x="87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6" y="91"/>
                </a:lnTo>
                <a:lnTo>
                  <a:pt x="63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7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5" y="79"/>
                </a:lnTo>
                <a:lnTo>
                  <a:pt x="34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1" y="57"/>
                </a:lnTo>
                <a:lnTo>
                  <a:pt x="31" y="52"/>
                </a:lnTo>
                <a:lnTo>
                  <a:pt x="91" y="52"/>
                </a:lnTo>
                <a:lnTo>
                  <a:pt x="91" y="46"/>
                </a:lnTo>
                <a:lnTo>
                  <a:pt x="91" y="40"/>
                </a:lnTo>
                <a:lnTo>
                  <a:pt x="90" y="34"/>
                </a:lnTo>
                <a:lnTo>
                  <a:pt x="89" y="30"/>
                </a:lnTo>
                <a:close/>
                <a:moveTo>
                  <a:pt x="31" y="42"/>
                </a:moveTo>
                <a:lnTo>
                  <a:pt x="31" y="34"/>
                </a:lnTo>
                <a:lnTo>
                  <a:pt x="32" y="28"/>
                </a:lnTo>
                <a:lnTo>
                  <a:pt x="32" y="26"/>
                </a:lnTo>
                <a:lnTo>
                  <a:pt x="33" y="22"/>
                </a:lnTo>
                <a:lnTo>
                  <a:pt x="34" y="20"/>
                </a:lnTo>
                <a:lnTo>
                  <a:pt x="35" y="18"/>
                </a:lnTo>
                <a:lnTo>
                  <a:pt x="36" y="16"/>
                </a:lnTo>
                <a:lnTo>
                  <a:pt x="38" y="14"/>
                </a:lnTo>
                <a:lnTo>
                  <a:pt x="39" y="12"/>
                </a:lnTo>
                <a:lnTo>
                  <a:pt x="40" y="11"/>
                </a:lnTo>
                <a:lnTo>
                  <a:pt x="42" y="10"/>
                </a:lnTo>
                <a:lnTo>
                  <a:pt x="44" y="10"/>
                </a:lnTo>
                <a:lnTo>
                  <a:pt x="46" y="9"/>
                </a:lnTo>
                <a:lnTo>
                  <a:pt x="48" y="9"/>
                </a:lnTo>
                <a:lnTo>
                  <a:pt x="50" y="9"/>
                </a:lnTo>
                <a:lnTo>
                  <a:pt x="51" y="10"/>
                </a:lnTo>
                <a:lnTo>
                  <a:pt x="52" y="10"/>
                </a:lnTo>
                <a:lnTo>
                  <a:pt x="54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8" y="18"/>
                </a:lnTo>
                <a:lnTo>
                  <a:pt x="59" y="22"/>
                </a:lnTo>
                <a:lnTo>
                  <a:pt x="61" y="28"/>
                </a:lnTo>
                <a:lnTo>
                  <a:pt x="62" y="34"/>
                </a:lnTo>
                <a:lnTo>
                  <a:pt x="62" y="42"/>
                </a:lnTo>
                <a:lnTo>
                  <a:pt x="31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156" name="iŝḻíḑè">
            <a:extLst>
              <a:ext uri="{FF2B5EF4-FFF2-40B4-BE49-F238E27FC236}">
                <a16:creationId xmlns:a16="http://schemas.microsoft.com/office/drawing/2014/main" id="{BB206A2D-AE42-4884-8F01-8FA9B205C4B8}"/>
              </a:ext>
            </a:extLst>
          </p:cNvPr>
          <p:cNvSpPr>
            <a:spLocks noGrp="1"/>
          </p:cNvSpPr>
          <p:nvPr/>
        </p:nvSpPr>
        <p:spPr>
          <a:xfrm>
            <a:off x="2223000" y="955440"/>
            <a:ext cx="26640" cy="44280"/>
          </a:xfrm>
          <a:custGeom>
            <a:avLst/>
            <a:gdLst>
              <a:gd name="textAreaLeft" fmla="*/ 0 w 26640"/>
              <a:gd name="textAreaRight" fmla="*/ 27000 w 26640"/>
              <a:gd name="textAreaTop" fmla="*/ 0 h 44280"/>
              <a:gd name="textAreaBottom" fmla="*/ 44640 h 44280"/>
              <a:gd name="GluePoint1X" fmla="*/ 56 w 62"/>
              <a:gd name="GluePoint1Y" fmla="*/ 0 h 102"/>
              <a:gd name="GluePoint2X" fmla="*/ 53 w 62"/>
              <a:gd name="GluePoint2Y" fmla="*/ 1 h 102"/>
              <a:gd name="GluePoint3X" fmla="*/ 50 w 62"/>
              <a:gd name="GluePoint3Y" fmla="*/ 2 h 102"/>
              <a:gd name="GluePoint4X" fmla="*/ 48 w 62"/>
              <a:gd name="GluePoint4Y" fmla="*/ 2 h 102"/>
              <a:gd name="GluePoint5X" fmla="*/ 45 w 62"/>
              <a:gd name="GluePoint5Y" fmla="*/ 4 h 102"/>
              <a:gd name="GluePoint6X" fmla="*/ 43 w 62"/>
              <a:gd name="GluePoint6Y" fmla="*/ 5 h 102"/>
              <a:gd name="GluePoint7X" fmla="*/ 40 w 62"/>
              <a:gd name="GluePoint7Y" fmla="*/ 6 h 102"/>
              <a:gd name="GluePoint8X" fmla="*/ 39 w 62"/>
              <a:gd name="GluePoint8Y" fmla="*/ 9 h 102"/>
              <a:gd name="GluePoint9X" fmla="*/ 36 w 62"/>
              <a:gd name="GluePoint9Y" fmla="*/ 10 h 102"/>
              <a:gd name="GluePoint10X" fmla="*/ 35 w 62"/>
              <a:gd name="GluePoint10Y" fmla="*/ 13 h 102"/>
              <a:gd name="GluePoint11X" fmla="*/ 33 w 62"/>
              <a:gd name="GluePoint11Y" fmla="*/ 16 h 102"/>
              <a:gd name="GluePoint12X" fmla="*/ 32 w 62"/>
              <a:gd name="GluePoint12Y" fmla="*/ 18 h 102"/>
              <a:gd name="GluePoint13X" fmla="*/ 30 w 62"/>
              <a:gd name="GluePoint13Y" fmla="*/ 22 h 102"/>
              <a:gd name="GluePoint14X" fmla="*/ 29 w 62"/>
              <a:gd name="GluePoint14Y" fmla="*/ 24 h 102"/>
              <a:gd name="GluePoint15X" fmla="*/ 28 w 62"/>
              <a:gd name="GluePoint15Y" fmla="*/ 27 h 102"/>
              <a:gd name="GluePoint16X" fmla="*/ 28 w 62"/>
              <a:gd name="GluePoint16Y" fmla="*/ 2 h 102"/>
              <a:gd name="GluePoint17X" fmla="*/ 24 w 62"/>
              <a:gd name="GluePoint17Y" fmla="*/ 2 h 102"/>
              <a:gd name="GluePoint18X" fmla="*/ 21 w 62"/>
              <a:gd name="GluePoint18Y" fmla="*/ 2 h 102"/>
              <a:gd name="GluePoint19X" fmla="*/ 18 w 62"/>
              <a:gd name="GluePoint19Y" fmla="*/ 2 h 102"/>
              <a:gd name="GluePoint20X" fmla="*/ 14 w 62"/>
              <a:gd name="GluePoint20Y" fmla="*/ 2 h 102"/>
              <a:gd name="GluePoint21X" fmla="*/ 11 w 62"/>
              <a:gd name="GluePoint21Y" fmla="*/ 2 h 102"/>
              <a:gd name="GluePoint22X" fmla="*/ 7 w 62"/>
              <a:gd name="GluePoint22Y" fmla="*/ 2 h 102"/>
              <a:gd name="GluePoint23X" fmla="*/ 3 w 62"/>
              <a:gd name="GluePoint23Y" fmla="*/ 2 h 102"/>
              <a:gd name="GluePoint24X" fmla="*/ 0 w 62"/>
              <a:gd name="GluePoint24Y" fmla="*/ 2 h 102"/>
              <a:gd name="GluePoint25X" fmla="*/ 0 w 62"/>
              <a:gd name="GluePoint25Y" fmla="*/ 102 h 102"/>
              <a:gd name="GluePoint26X" fmla="*/ 3 w 62"/>
              <a:gd name="GluePoint26Y" fmla="*/ 102 h 102"/>
              <a:gd name="GluePoint27X" fmla="*/ 7 w 62"/>
              <a:gd name="GluePoint27Y" fmla="*/ 102 h 102"/>
              <a:gd name="GluePoint28X" fmla="*/ 11 w 62"/>
              <a:gd name="GluePoint28Y" fmla="*/ 102 h 102"/>
              <a:gd name="GluePoint29X" fmla="*/ 14 w 62"/>
              <a:gd name="GluePoint29Y" fmla="*/ 102 h 102"/>
              <a:gd name="GluePoint30X" fmla="*/ 18 w 62"/>
              <a:gd name="GluePoint30Y" fmla="*/ 102 h 102"/>
              <a:gd name="GluePoint31X" fmla="*/ 21 w 62"/>
              <a:gd name="GluePoint31Y" fmla="*/ 102 h 102"/>
              <a:gd name="GluePoint32X" fmla="*/ 24 w 62"/>
              <a:gd name="GluePoint32Y" fmla="*/ 102 h 102"/>
              <a:gd name="GluePoint33X" fmla="*/ 28 w 62"/>
              <a:gd name="GluePoint33Y" fmla="*/ 102 h 102"/>
              <a:gd name="GluePoint34X" fmla="*/ 28 w 62"/>
              <a:gd name="GluePoint34Y" fmla="*/ 65 h 102"/>
              <a:gd name="GluePoint35X" fmla="*/ 28 w 62"/>
              <a:gd name="GluePoint35Y" fmla="*/ 57 h 102"/>
              <a:gd name="GluePoint36X" fmla="*/ 28 w 62"/>
              <a:gd name="GluePoint36Y" fmla="*/ 51 h 102"/>
              <a:gd name="GluePoint37X" fmla="*/ 28 w 62"/>
              <a:gd name="GluePoint37Y" fmla="*/ 45 h 102"/>
              <a:gd name="GluePoint38X" fmla="*/ 29 w 62"/>
              <a:gd name="GluePoint38Y" fmla="*/ 41 h 102"/>
              <a:gd name="GluePoint39X" fmla="*/ 31 w 62"/>
              <a:gd name="GluePoint39Y" fmla="*/ 38 h 102"/>
              <a:gd name="GluePoint40X" fmla="*/ 32 w 62"/>
              <a:gd name="GluePoint40Y" fmla="*/ 35 h 102"/>
              <a:gd name="GluePoint41X" fmla="*/ 34 w 62"/>
              <a:gd name="GluePoint41Y" fmla="*/ 33 h 102"/>
              <a:gd name="GluePoint42X" fmla="*/ 36 w 62"/>
              <a:gd name="GluePoint42Y" fmla="*/ 31 h 102"/>
              <a:gd name="GluePoint43X" fmla="*/ 39 w 62"/>
              <a:gd name="GluePoint43Y" fmla="*/ 29 h 102"/>
              <a:gd name="GluePoint44X" fmla="*/ 42 w 62"/>
              <a:gd name="GluePoint44Y" fmla="*/ 28 h 102"/>
              <a:gd name="GluePoint45X" fmla="*/ 45 w 62"/>
              <a:gd name="GluePoint45Y" fmla="*/ 27 h 102"/>
              <a:gd name="GluePoint46X" fmla="*/ 49 w 62"/>
              <a:gd name="GluePoint46Y" fmla="*/ 27 h 102"/>
              <a:gd name="GluePoint47X" fmla="*/ 52 w 62"/>
              <a:gd name="GluePoint47Y" fmla="*/ 27 h 102"/>
              <a:gd name="GluePoint48X" fmla="*/ 54 w 62"/>
              <a:gd name="GluePoint48Y" fmla="*/ 27 h 102"/>
              <a:gd name="GluePoint49X" fmla="*/ 57 w 62"/>
              <a:gd name="GluePoint49Y" fmla="*/ 29 h 102"/>
              <a:gd name="GluePoint50X" fmla="*/ 60 w 62"/>
              <a:gd name="GluePoint50Y" fmla="*/ 30 h 102"/>
              <a:gd name="GluePoint51X" fmla="*/ 61 w 62"/>
              <a:gd name="GluePoint51Y" fmla="*/ 29 h 102"/>
              <a:gd name="GluePoint52X" fmla="*/ 61 w 62"/>
              <a:gd name="GluePoint52Y" fmla="*/ 22 h 102"/>
              <a:gd name="GluePoint53X" fmla="*/ 61 w 62"/>
              <a:gd name="GluePoint53Y" fmla="*/ 14 h 102"/>
              <a:gd name="GluePoint54X" fmla="*/ 61 w 62"/>
              <a:gd name="GluePoint54Y" fmla="*/ 7 h 102"/>
              <a:gd name="GluePoint55X" fmla="*/ 62 w 62"/>
              <a:gd name="GluePoint55Y" fmla="*/ 0 h 102"/>
              <a:gd name="GluePoint56X" fmla="*/ 59 w 62"/>
              <a:gd name="GluePoint56Y" fmla="*/ 0 h 102"/>
              <a:gd name="GluePoint57X" fmla="*/ 56 w 62"/>
              <a:gd name="GluePoint57Y" fmla="*/ 0 h 102"/>
            </a:gdLst>
            <a:ahLst/>
            <a:cxnLst/>
            <a:rect l="textAreaLeft" t="textAreaTop" r="textAreaRight" b="textAreaBottom"/>
            <a:pathLst>
              <a:path w="62" h="102">
                <a:moveTo>
                  <a:pt x="56" y="0"/>
                </a:moveTo>
                <a:lnTo>
                  <a:pt x="53" y="1"/>
                </a:lnTo>
                <a:lnTo>
                  <a:pt x="50" y="2"/>
                </a:lnTo>
                <a:lnTo>
                  <a:pt x="48" y="2"/>
                </a:lnTo>
                <a:lnTo>
                  <a:pt x="45" y="4"/>
                </a:lnTo>
                <a:lnTo>
                  <a:pt x="43" y="5"/>
                </a:lnTo>
                <a:lnTo>
                  <a:pt x="40" y="6"/>
                </a:lnTo>
                <a:lnTo>
                  <a:pt x="39" y="9"/>
                </a:lnTo>
                <a:lnTo>
                  <a:pt x="36" y="10"/>
                </a:lnTo>
                <a:lnTo>
                  <a:pt x="35" y="13"/>
                </a:lnTo>
                <a:lnTo>
                  <a:pt x="33" y="16"/>
                </a:lnTo>
                <a:lnTo>
                  <a:pt x="32" y="18"/>
                </a:lnTo>
                <a:lnTo>
                  <a:pt x="30" y="22"/>
                </a:lnTo>
                <a:lnTo>
                  <a:pt x="29" y="24"/>
                </a:lnTo>
                <a:lnTo>
                  <a:pt x="28" y="2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8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1" y="102"/>
                </a:lnTo>
                <a:lnTo>
                  <a:pt x="24" y="102"/>
                </a:lnTo>
                <a:lnTo>
                  <a:pt x="28" y="102"/>
                </a:lnTo>
                <a:lnTo>
                  <a:pt x="28" y="65"/>
                </a:lnTo>
                <a:lnTo>
                  <a:pt x="28" y="57"/>
                </a:lnTo>
                <a:lnTo>
                  <a:pt x="28" y="51"/>
                </a:lnTo>
                <a:lnTo>
                  <a:pt x="28" y="45"/>
                </a:lnTo>
                <a:lnTo>
                  <a:pt x="29" y="41"/>
                </a:lnTo>
                <a:lnTo>
                  <a:pt x="31" y="38"/>
                </a:lnTo>
                <a:lnTo>
                  <a:pt x="32" y="35"/>
                </a:lnTo>
                <a:lnTo>
                  <a:pt x="34" y="33"/>
                </a:lnTo>
                <a:lnTo>
                  <a:pt x="36" y="31"/>
                </a:lnTo>
                <a:lnTo>
                  <a:pt x="39" y="29"/>
                </a:lnTo>
                <a:lnTo>
                  <a:pt x="42" y="28"/>
                </a:lnTo>
                <a:lnTo>
                  <a:pt x="45" y="27"/>
                </a:lnTo>
                <a:lnTo>
                  <a:pt x="49" y="27"/>
                </a:lnTo>
                <a:lnTo>
                  <a:pt x="52" y="27"/>
                </a:lnTo>
                <a:lnTo>
                  <a:pt x="54" y="27"/>
                </a:lnTo>
                <a:lnTo>
                  <a:pt x="57" y="29"/>
                </a:lnTo>
                <a:lnTo>
                  <a:pt x="60" y="30"/>
                </a:lnTo>
                <a:lnTo>
                  <a:pt x="61" y="29"/>
                </a:lnTo>
                <a:lnTo>
                  <a:pt x="61" y="22"/>
                </a:lnTo>
                <a:lnTo>
                  <a:pt x="61" y="14"/>
                </a:lnTo>
                <a:lnTo>
                  <a:pt x="61" y="7"/>
                </a:lnTo>
                <a:lnTo>
                  <a:pt x="62" y="0"/>
                </a:lnTo>
                <a:lnTo>
                  <a:pt x="59" y="0"/>
                </a:lnTo>
                <a:lnTo>
                  <a:pt x="5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157" name="íṧḷídè">
            <a:extLst>
              <a:ext uri="{FF2B5EF4-FFF2-40B4-BE49-F238E27FC236}">
                <a16:creationId xmlns:a16="http://schemas.microsoft.com/office/drawing/2014/main" id="{79634C5E-7D51-4B22-A3D3-6F31E1A8A8C8}"/>
              </a:ext>
            </a:extLst>
          </p:cNvPr>
          <p:cNvSpPr>
            <a:spLocks noGrp="1"/>
          </p:cNvSpPr>
          <p:nvPr/>
        </p:nvSpPr>
        <p:spPr>
          <a:xfrm>
            <a:off x="2259720" y="955440"/>
            <a:ext cx="29880" cy="44640"/>
          </a:xfrm>
          <a:custGeom>
            <a:avLst/>
            <a:gdLst>
              <a:gd name="textAreaLeft" fmla="*/ 0 w 29880"/>
              <a:gd name="textAreaRight" fmla="*/ 30240 w 29880"/>
              <a:gd name="textAreaTop" fmla="*/ 0 h 44640"/>
              <a:gd name="textAreaBottom" fmla="*/ 45000 h 44640"/>
              <a:gd name="GluePoint1X" fmla="*/ 67 w 69"/>
              <a:gd name="GluePoint1Y" fmla="*/ 59 h 103"/>
              <a:gd name="GluePoint2X" fmla="*/ 62 w 69"/>
              <a:gd name="GluePoint2Y" fmla="*/ 52 h 103"/>
              <a:gd name="GluePoint3X" fmla="*/ 55 w 69"/>
              <a:gd name="GluePoint3Y" fmla="*/ 47 h 103"/>
              <a:gd name="GluePoint4X" fmla="*/ 46 w 69"/>
              <a:gd name="GluePoint4Y" fmla="*/ 42 h 103"/>
              <a:gd name="GluePoint5X" fmla="*/ 34 w 69"/>
              <a:gd name="GluePoint5Y" fmla="*/ 37 h 103"/>
              <a:gd name="GluePoint6X" fmla="*/ 25 w 69"/>
              <a:gd name="GluePoint6Y" fmla="*/ 31 h 103"/>
              <a:gd name="GluePoint7X" fmla="*/ 21 w 69"/>
              <a:gd name="GluePoint7Y" fmla="*/ 25 h 103"/>
              <a:gd name="GluePoint8X" fmla="*/ 21 w 69"/>
              <a:gd name="GluePoint8Y" fmla="*/ 18 h 103"/>
              <a:gd name="GluePoint9X" fmla="*/ 27 w 69"/>
              <a:gd name="GluePoint9Y" fmla="*/ 13 h 103"/>
              <a:gd name="GluePoint10X" fmla="*/ 36 w 69"/>
              <a:gd name="GluePoint10Y" fmla="*/ 10 h 103"/>
              <a:gd name="GluePoint11X" fmla="*/ 45 w 69"/>
              <a:gd name="GluePoint11Y" fmla="*/ 14 h 103"/>
              <a:gd name="GluePoint12X" fmla="*/ 53 w 69"/>
              <a:gd name="GluePoint12Y" fmla="*/ 21 h 103"/>
              <a:gd name="GluePoint13X" fmla="*/ 61 w 69"/>
              <a:gd name="GluePoint13Y" fmla="*/ 27 h 103"/>
              <a:gd name="GluePoint14X" fmla="*/ 65 w 69"/>
              <a:gd name="GluePoint14Y" fmla="*/ 14 h 103"/>
              <a:gd name="GluePoint15X" fmla="*/ 60 w 69"/>
              <a:gd name="GluePoint15Y" fmla="*/ 6 h 103"/>
              <a:gd name="GluePoint16X" fmla="*/ 48 w 69"/>
              <a:gd name="GluePoint16Y" fmla="*/ 2 h 103"/>
              <a:gd name="GluePoint17X" fmla="*/ 36 w 69"/>
              <a:gd name="GluePoint17Y" fmla="*/ 0 h 103"/>
              <a:gd name="GluePoint18X" fmla="*/ 24 w 69"/>
              <a:gd name="GluePoint18Y" fmla="*/ 2 h 103"/>
              <a:gd name="GluePoint19X" fmla="*/ 15 w 69"/>
              <a:gd name="GluePoint19Y" fmla="*/ 6 h 103"/>
              <a:gd name="GluePoint20X" fmla="*/ 8 w 69"/>
              <a:gd name="GluePoint20Y" fmla="*/ 12 h 103"/>
              <a:gd name="GluePoint21X" fmla="*/ 3 w 69"/>
              <a:gd name="GluePoint21Y" fmla="*/ 20 h 103"/>
              <a:gd name="GluePoint22X" fmla="*/ 1 w 69"/>
              <a:gd name="GluePoint22Y" fmla="*/ 30 h 103"/>
              <a:gd name="GluePoint23X" fmla="*/ 1 w 69"/>
              <a:gd name="GluePoint23Y" fmla="*/ 38 h 103"/>
              <a:gd name="GluePoint24X" fmla="*/ 3 w 69"/>
              <a:gd name="GluePoint24Y" fmla="*/ 46 h 103"/>
              <a:gd name="GluePoint25X" fmla="*/ 8 w 69"/>
              <a:gd name="GluePoint25Y" fmla="*/ 52 h 103"/>
              <a:gd name="GluePoint26X" fmla="*/ 14 w 69"/>
              <a:gd name="GluePoint26Y" fmla="*/ 58 h 103"/>
              <a:gd name="GluePoint27X" fmla="*/ 23 w 69"/>
              <a:gd name="GluePoint27Y" fmla="*/ 63 h 103"/>
              <a:gd name="GluePoint28X" fmla="*/ 34 w 69"/>
              <a:gd name="GluePoint28Y" fmla="*/ 68 h 103"/>
              <a:gd name="GluePoint29X" fmla="*/ 44 w 69"/>
              <a:gd name="GluePoint29Y" fmla="*/ 74 h 103"/>
              <a:gd name="GluePoint30X" fmla="*/ 48 w 69"/>
              <a:gd name="GluePoint30Y" fmla="*/ 79 h 103"/>
              <a:gd name="GluePoint31X" fmla="*/ 47 w 69"/>
              <a:gd name="GluePoint31Y" fmla="*/ 87 h 103"/>
              <a:gd name="GluePoint32X" fmla="*/ 41 w 69"/>
              <a:gd name="GluePoint32Y" fmla="*/ 92 h 103"/>
              <a:gd name="GluePoint33X" fmla="*/ 32 w 69"/>
              <a:gd name="GluePoint33Y" fmla="*/ 95 h 103"/>
              <a:gd name="GluePoint34X" fmla="*/ 21 w 69"/>
              <a:gd name="GluePoint34Y" fmla="*/ 92 h 103"/>
              <a:gd name="GluePoint35X" fmla="*/ 12 w 69"/>
              <a:gd name="GluePoint35Y" fmla="*/ 85 h 103"/>
              <a:gd name="GluePoint36X" fmla="*/ 4 w 69"/>
              <a:gd name="GluePoint36Y" fmla="*/ 77 h 103"/>
              <a:gd name="GluePoint37X" fmla="*/ 1 w 69"/>
              <a:gd name="GluePoint37Y" fmla="*/ 92 h 103"/>
              <a:gd name="GluePoint38X" fmla="*/ 7 w 69"/>
              <a:gd name="GluePoint38Y" fmla="*/ 99 h 103"/>
              <a:gd name="GluePoint39X" fmla="*/ 17 w 69"/>
              <a:gd name="GluePoint39Y" fmla="*/ 103 h 103"/>
              <a:gd name="GluePoint40X" fmla="*/ 29 w 69"/>
              <a:gd name="GluePoint40Y" fmla="*/ 103 h 103"/>
              <a:gd name="GluePoint41X" fmla="*/ 42 w 69"/>
              <a:gd name="GluePoint41Y" fmla="*/ 102 h 103"/>
              <a:gd name="GluePoint42X" fmla="*/ 52 w 69"/>
              <a:gd name="GluePoint42Y" fmla="*/ 99 h 103"/>
              <a:gd name="GluePoint43X" fmla="*/ 60 w 69"/>
              <a:gd name="GluePoint43Y" fmla="*/ 93 h 103"/>
              <a:gd name="GluePoint44X" fmla="*/ 66 w 69"/>
              <a:gd name="GluePoint44Y" fmla="*/ 85 h 103"/>
              <a:gd name="GluePoint45X" fmla="*/ 69 w 69"/>
              <a:gd name="GluePoint45Y" fmla="*/ 75 h 103"/>
              <a:gd name="GluePoint46X" fmla="*/ 69 w 69"/>
              <a:gd name="GluePoint46Y" fmla="*/ 67 h 103"/>
            </a:gdLst>
            <a:ahLst/>
            <a:cxnLst/>
            <a:rect l="textAreaLeft" t="textAreaTop" r="textAreaRight" b="textAreaBottom"/>
            <a:pathLst>
              <a:path w="69" h="103">
                <a:moveTo>
                  <a:pt x="68" y="64"/>
                </a:moveTo>
                <a:lnTo>
                  <a:pt x="68" y="62"/>
                </a:lnTo>
                <a:lnTo>
                  <a:pt x="67" y="59"/>
                </a:lnTo>
                <a:lnTo>
                  <a:pt x="65" y="57"/>
                </a:lnTo>
                <a:lnTo>
                  <a:pt x="64" y="55"/>
                </a:lnTo>
                <a:lnTo>
                  <a:pt x="62" y="52"/>
                </a:lnTo>
                <a:lnTo>
                  <a:pt x="60" y="51"/>
                </a:lnTo>
                <a:lnTo>
                  <a:pt x="57" y="48"/>
                </a:lnTo>
                <a:lnTo>
                  <a:pt x="55" y="47"/>
                </a:lnTo>
                <a:lnTo>
                  <a:pt x="52" y="45"/>
                </a:lnTo>
                <a:lnTo>
                  <a:pt x="49" y="43"/>
                </a:lnTo>
                <a:lnTo>
                  <a:pt x="46" y="42"/>
                </a:lnTo>
                <a:lnTo>
                  <a:pt x="42" y="40"/>
                </a:lnTo>
                <a:lnTo>
                  <a:pt x="39" y="38"/>
                </a:lnTo>
                <a:lnTo>
                  <a:pt x="34" y="37"/>
                </a:lnTo>
                <a:lnTo>
                  <a:pt x="31" y="34"/>
                </a:lnTo>
                <a:lnTo>
                  <a:pt x="28" y="33"/>
                </a:lnTo>
                <a:lnTo>
                  <a:pt x="25" y="31"/>
                </a:lnTo>
                <a:lnTo>
                  <a:pt x="24" y="29"/>
                </a:lnTo>
                <a:lnTo>
                  <a:pt x="22" y="27"/>
                </a:lnTo>
                <a:lnTo>
                  <a:pt x="21" y="25"/>
                </a:lnTo>
                <a:lnTo>
                  <a:pt x="20" y="23"/>
                </a:lnTo>
                <a:lnTo>
                  <a:pt x="21" y="20"/>
                </a:lnTo>
                <a:lnTo>
                  <a:pt x="21" y="18"/>
                </a:lnTo>
                <a:lnTo>
                  <a:pt x="23" y="16"/>
                </a:lnTo>
                <a:lnTo>
                  <a:pt x="24" y="14"/>
                </a:lnTo>
                <a:lnTo>
                  <a:pt x="27" y="13"/>
                </a:lnTo>
                <a:lnTo>
                  <a:pt x="29" y="12"/>
                </a:lnTo>
                <a:lnTo>
                  <a:pt x="32" y="11"/>
                </a:lnTo>
                <a:lnTo>
                  <a:pt x="36" y="10"/>
                </a:lnTo>
                <a:lnTo>
                  <a:pt x="39" y="11"/>
                </a:lnTo>
                <a:lnTo>
                  <a:pt x="43" y="12"/>
                </a:lnTo>
                <a:lnTo>
                  <a:pt x="45" y="14"/>
                </a:lnTo>
                <a:lnTo>
                  <a:pt x="48" y="16"/>
                </a:lnTo>
                <a:lnTo>
                  <a:pt x="51" y="18"/>
                </a:lnTo>
                <a:lnTo>
                  <a:pt x="53" y="21"/>
                </a:lnTo>
                <a:lnTo>
                  <a:pt x="55" y="24"/>
                </a:lnTo>
                <a:lnTo>
                  <a:pt x="56" y="27"/>
                </a:lnTo>
                <a:lnTo>
                  <a:pt x="61" y="27"/>
                </a:lnTo>
                <a:lnTo>
                  <a:pt x="63" y="23"/>
                </a:lnTo>
                <a:lnTo>
                  <a:pt x="64" y="19"/>
                </a:lnTo>
                <a:lnTo>
                  <a:pt x="65" y="14"/>
                </a:lnTo>
                <a:lnTo>
                  <a:pt x="66" y="10"/>
                </a:lnTo>
                <a:lnTo>
                  <a:pt x="63" y="8"/>
                </a:lnTo>
                <a:lnTo>
                  <a:pt x="60" y="6"/>
                </a:lnTo>
                <a:lnTo>
                  <a:pt x="56" y="4"/>
                </a:lnTo>
                <a:lnTo>
                  <a:pt x="52" y="3"/>
                </a:lnTo>
                <a:lnTo>
                  <a:pt x="48" y="2"/>
                </a:lnTo>
                <a:lnTo>
                  <a:pt x="44" y="1"/>
                </a:lnTo>
                <a:lnTo>
                  <a:pt x="40" y="0"/>
                </a:lnTo>
                <a:lnTo>
                  <a:pt x="36" y="0"/>
                </a:lnTo>
                <a:lnTo>
                  <a:pt x="32" y="0"/>
                </a:lnTo>
                <a:lnTo>
                  <a:pt x="28" y="1"/>
                </a:lnTo>
                <a:lnTo>
                  <a:pt x="24" y="2"/>
                </a:lnTo>
                <a:lnTo>
                  <a:pt x="21" y="3"/>
                </a:lnTo>
                <a:lnTo>
                  <a:pt x="18" y="4"/>
                </a:lnTo>
                <a:lnTo>
                  <a:pt x="15" y="6"/>
                </a:lnTo>
                <a:lnTo>
                  <a:pt x="12" y="7"/>
                </a:lnTo>
                <a:lnTo>
                  <a:pt x="10" y="10"/>
                </a:lnTo>
                <a:lnTo>
                  <a:pt x="8" y="12"/>
                </a:lnTo>
                <a:lnTo>
                  <a:pt x="6" y="14"/>
                </a:lnTo>
                <a:lnTo>
                  <a:pt x="4" y="17"/>
                </a:lnTo>
                <a:lnTo>
                  <a:pt x="3" y="20"/>
                </a:lnTo>
                <a:lnTo>
                  <a:pt x="2" y="22"/>
                </a:lnTo>
                <a:lnTo>
                  <a:pt x="1" y="26"/>
                </a:lnTo>
                <a:lnTo>
                  <a:pt x="1" y="30"/>
                </a:lnTo>
                <a:lnTo>
                  <a:pt x="0" y="34"/>
                </a:lnTo>
                <a:lnTo>
                  <a:pt x="0" y="36"/>
                </a:lnTo>
                <a:lnTo>
                  <a:pt x="1" y="38"/>
                </a:lnTo>
                <a:lnTo>
                  <a:pt x="1" y="41"/>
                </a:lnTo>
                <a:lnTo>
                  <a:pt x="2" y="43"/>
                </a:lnTo>
                <a:lnTo>
                  <a:pt x="3" y="46"/>
                </a:lnTo>
                <a:lnTo>
                  <a:pt x="4" y="48"/>
                </a:lnTo>
                <a:lnTo>
                  <a:pt x="6" y="51"/>
                </a:lnTo>
                <a:lnTo>
                  <a:pt x="8" y="52"/>
                </a:lnTo>
                <a:lnTo>
                  <a:pt x="10" y="55"/>
                </a:lnTo>
                <a:lnTo>
                  <a:pt x="12" y="56"/>
                </a:lnTo>
                <a:lnTo>
                  <a:pt x="14" y="58"/>
                </a:lnTo>
                <a:lnTo>
                  <a:pt x="17" y="60"/>
                </a:lnTo>
                <a:lnTo>
                  <a:pt x="20" y="62"/>
                </a:lnTo>
                <a:lnTo>
                  <a:pt x="23" y="63"/>
                </a:lnTo>
                <a:lnTo>
                  <a:pt x="26" y="65"/>
                </a:lnTo>
                <a:lnTo>
                  <a:pt x="30" y="67"/>
                </a:lnTo>
                <a:lnTo>
                  <a:pt x="34" y="68"/>
                </a:lnTo>
                <a:lnTo>
                  <a:pt x="38" y="70"/>
                </a:lnTo>
                <a:lnTo>
                  <a:pt x="41" y="71"/>
                </a:lnTo>
                <a:lnTo>
                  <a:pt x="44" y="74"/>
                </a:lnTo>
                <a:lnTo>
                  <a:pt x="46" y="75"/>
                </a:lnTo>
                <a:lnTo>
                  <a:pt x="48" y="78"/>
                </a:lnTo>
                <a:lnTo>
                  <a:pt x="48" y="79"/>
                </a:lnTo>
                <a:lnTo>
                  <a:pt x="48" y="82"/>
                </a:lnTo>
                <a:lnTo>
                  <a:pt x="48" y="84"/>
                </a:lnTo>
                <a:lnTo>
                  <a:pt x="47" y="87"/>
                </a:lnTo>
                <a:lnTo>
                  <a:pt x="45" y="89"/>
                </a:lnTo>
                <a:lnTo>
                  <a:pt x="44" y="91"/>
                </a:lnTo>
                <a:lnTo>
                  <a:pt x="41" y="92"/>
                </a:lnTo>
                <a:lnTo>
                  <a:pt x="39" y="93"/>
                </a:lnTo>
                <a:lnTo>
                  <a:pt x="36" y="94"/>
                </a:lnTo>
                <a:lnTo>
                  <a:pt x="32" y="95"/>
                </a:lnTo>
                <a:lnTo>
                  <a:pt x="28" y="95"/>
                </a:lnTo>
                <a:lnTo>
                  <a:pt x="24" y="94"/>
                </a:lnTo>
                <a:lnTo>
                  <a:pt x="21" y="92"/>
                </a:lnTo>
                <a:lnTo>
                  <a:pt x="18" y="91"/>
                </a:lnTo>
                <a:lnTo>
                  <a:pt x="16" y="87"/>
                </a:lnTo>
                <a:lnTo>
                  <a:pt x="12" y="85"/>
                </a:lnTo>
                <a:lnTo>
                  <a:pt x="10" y="81"/>
                </a:lnTo>
                <a:lnTo>
                  <a:pt x="8" y="77"/>
                </a:lnTo>
                <a:lnTo>
                  <a:pt x="4" y="77"/>
                </a:lnTo>
                <a:lnTo>
                  <a:pt x="3" y="81"/>
                </a:lnTo>
                <a:lnTo>
                  <a:pt x="2" y="87"/>
                </a:lnTo>
                <a:lnTo>
                  <a:pt x="1" y="92"/>
                </a:lnTo>
                <a:lnTo>
                  <a:pt x="0" y="96"/>
                </a:lnTo>
                <a:lnTo>
                  <a:pt x="3" y="98"/>
                </a:lnTo>
                <a:lnTo>
                  <a:pt x="7" y="99"/>
                </a:lnTo>
                <a:lnTo>
                  <a:pt x="10" y="100"/>
                </a:lnTo>
                <a:lnTo>
                  <a:pt x="13" y="102"/>
                </a:lnTo>
                <a:lnTo>
                  <a:pt x="17" y="103"/>
                </a:lnTo>
                <a:lnTo>
                  <a:pt x="20" y="103"/>
                </a:lnTo>
                <a:lnTo>
                  <a:pt x="25" y="103"/>
                </a:lnTo>
                <a:lnTo>
                  <a:pt x="29" y="103"/>
                </a:lnTo>
                <a:lnTo>
                  <a:pt x="33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101"/>
                </a:lnTo>
                <a:lnTo>
                  <a:pt x="49" y="100"/>
                </a:lnTo>
                <a:lnTo>
                  <a:pt x="52" y="99"/>
                </a:lnTo>
                <a:lnTo>
                  <a:pt x="56" y="97"/>
                </a:lnTo>
                <a:lnTo>
                  <a:pt x="59" y="95"/>
                </a:lnTo>
                <a:lnTo>
                  <a:pt x="60" y="93"/>
                </a:lnTo>
                <a:lnTo>
                  <a:pt x="63" y="91"/>
                </a:lnTo>
                <a:lnTo>
                  <a:pt x="64" y="88"/>
                </a:lnTo>
                <a:lnTo>
                  <a:pt x="66" y="85"/>
                </a:lnTo>
                <a:lnTo>
                  <a:pt x="68" y="83"/>
                </a:lnTo>
                <a:lnTo>
                  <a:pt x="68" y="79"/>
                </a:lnTo>
                <a:lnTo>
                  <a:pt x="69" y="75"/>
                </a:lnTo>
                <a:lnTo>
                  <a:pt x="69" y="71"/>
                </a:lnTo>
                <a:lnTo>
                  <a:pt x="69" y="69"/>
                </a:lnTo>
                <a:lnTo>
                  <a:pt x="69" y="67"/>
                </a:lnTo>
                <a:lnTo>
                  <a:pt x="68" y="64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158" name="î$líḋé">
            <a:extLst>
              <a:ext uri="{FF2B5EF4-FFF2-40B4-BE49-F238E27FC236}">
                <a16:creationId xmlns:a16="http://schemas.microsoft.com/office/drawing/2014/main" id="{88CA9FA8-9D21-4232-BD58-7D3ABA6466ED}"/>
              </a:ext>
            </a:extLst>
          </p:cNvPr>
          <p:cNvSpPr>
            <a:spLocks noGrp="1"/>
          </p:cNvSpPr>
          <p:nvPr/>
        </p:nvSpPr>
        <p:spPr>
          <a:xfrm>
            <a:off x="230364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1 w 28"/>
              <a:gd name="GluePoint1Y" fmla="*/ 0 h 100"/>
              <a:gd name="GluePoint2X" fmla="*/ 18 w 28"/>
              <a:gd name="GluePoint2Y" fmla="*/ 0 h 100"/>
              <a:gd name="GluePoint3X" fmla="*/ 15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5 w 28"/>
              <a:gd name="GluePoint12Y" fmla="*/ 100 h 100"/>
              <a:gd name="GluePoint13X" fmla="*/ 18 w 28"/>
              <a:gd name="GluePoint13Y" fmla="*/ 100 h 100"/>
              <a:gd name="GluePoint14X" fmla="*/ 21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1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1" y="0"/>
                </a:moveTo>
                <a:lnTo>
                  <a:pt x="18" y="0"/>
                </a:lnTo>
                <a:lnTo>
                  <a:pt x="15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5" y="100"/>
                </a:lnTo>
                <a:lnTo>
                  <a:pt x="18" y="100"/>
                </a:lnTo>
                <a:lnTo>
                  <a:pt x="21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159" name="îṩḻïḓè">
            <a:extLst>
              <a:ext uri="{FF2B5EF4-FFF2-40B4-BE49-F238E27FC236}">
                <a16:creationId xmlns:a16="http://schemas.microsoft.com/office/drawing/2014/main" id="{D8CD7238-2D23-4285-96B1-E4ECA367DF14}"/>
              </a:ext>
            </a:extLst>
          </p:cNvPr>
          <p:cNvSpPr>
            <a:spLocks noGrp="1"/>
          </p:cNvSpPr>
          <p:nvPr/>
        </p:nvSpPr>
        <p:spPr>
          <a:xfrm>
            <a:off x="230292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29 w 33"/>
              <a:gd name="GluePoint2Y" fmla="*/ 7 h 32"/>
              <a:gd name="GluePoint3X" fmla="*/ 28 w 33"/>
              <a:gd name="GluePoint3Y" fmla="*/ 5 h 32"/>
              <a:gd name="GluePoint4X" fmla="*/ 25 w 33"/>
              <a:gd name="GluePoint4Y" fmla="*/ 3 h 32"/>
              <a:gd name="GluePoint5X" fmla="*/ 22 w 33"/>
              <a:gd name="GluePoint5Y" fmla="*/ 2 h 32"/>
              <a:gd name="GluePoint6X" fmla="*/ 19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9 w 33"/>
              <a:gd name="GluePoint9Y" fmla="*/ 2 h 32"/>
              <a:gd name="GluePoint10X" fmla="*/ 6 w 33"/>
              <a:gd name="GluePoint10Y" fmla="*/ 3 h 32"/>
              <a:gd name="GluePoint11X" fmla="*/ 4 w 33"/>
              <a:gd name="GluePoint11Y" fmla="*/ 5 h 32"/>
              <a:gd name="GluePoint12X" fmla="*/ 2 w 33"/>
              <a:gd name="GluePoint12Y" fmla="*/ 7 h 32"/>
              <a:gd name="GluePoint13X" fmla="*/ 1 w 33"/>
              <a:gd name="GluePoint13Y" fmla="*/ 10 h 32"/>
              <a:gd name="GluePoint14X" fmla="*/ 0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1 w 33"/>
              <a:gd name="GluePoint17Y" fmla="*/ 23 h 32"/>
              <a:gd name="GluePoint18X" fmla="*/ 2 w 33"/>
              <a:gd name="GluePoint18Y" fmla="*/ 26 h 32"/>
              <a:gd name="GluePoint19X" fmla="*/ 4 w 33"/>
              <a:gd name="GluePoint19Y" fmla="*/ 28 h 32"/>
              <a:gd name="GluePoint20X" fmla="*/ 6 w 33"/>
              <a:gd name="GluePoint20Y" fmla="*/ 30 h 32"/>
              <a:gd name="GluePoint21X" fmla="*/ 9 w 33"/>
              <a:gd name="GluePoint21Y" fmla="*/ 31 h 32"/>
              <a:gd name="GluePoint22X" fmla="*/ 12 w 33"/>
              <a:gd name="GluePoint22Y" fmla="*/ 32 h 32"/>
              <a:gd name="GluePoint23X" fmla="*/ 16 w 33"/>
              <a:gd name="GluePoint23Y" fmla="*/ 32 h 32"/>
              <a:gd name="GluePoint24X" fmla="*/ 19 w 33"/>
              <a:gd name="GluePoint24Y" fmla="*/ 32 h 32"/>
              <a:gd name="GluePoint25X" fmla="*/ 22 w 33"/>
              <a:gd name="GluePoint25Y" fmla="*/ 31 h 32"/>
              <a:gd name="GluePoint26X" fmla="*/ 25 w 33"/>
              <a:gd name="GluePoint26Y" fmla="*/ 30 h 32"/>
              <a:gd name="GluePoint27X" fmla="*/ 28 w 33"/>
              <a:gd name="GluePoint27Y" fmla="*/ 27 h 32"/>
              <a:gd name="GluePoint28X" fmla="*/ 29 w 33"/>
              <a:gd name="GluePoint28Y" fmla="*/ 25 h 32"/>
              <a:gd name="GluePoint29X" fmla="*/ 31 w 33"/>
              <a:gd name="GluePoint29Y" fmla="*/ 23 h 32"/>
              <a:gd name="GluePoint30X" fmla="*/ 32 w 33"/>
              <a:gd name="GluePoint30Y" fmla="*/ 19 h 32"/>
              <a:gd name="GluePoint31X" fmla="*/ 33 w 33"/>
              <a:gd name="GluePoint31Y" fmla="*/ 16 h 32"/>
              <a:gd name="GluePoint32X" fmla="*/ 32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29" y="7"/>
                </a:lnTo>
                <a:lnTo>
                  <a:pt x="28" y="5"/>
                </a:lnTo>
                <a:lnTo>
                  <a:pt x="25" y="3"/>
                </a:lnTo>
                <a:lnTo>
                  <a:pt x="22" y="2"/>
                </a:lnTo>
                <a:lnTo>
                  <a:pt x="19" y="0"/>
                </a:lnTo>
                <a:lnTo>
                  <a:pt x="16" y="0"/>
                </a:lnTo>
                <a:lnTo>
                  <a:pt x="13" y="0"/>
                </a:lnTo>
                <a:lnTo>
                  <a:pt x="9" y="2"/>
                </a:lnTo>
                <a:lnTo>
                  <a:pt x="6" y="3"/>
                </a:lnTo>
                <a:lnTo>
                  <a:pt x="4" y="5"/>
                </a:lnTo>
                <a:lnTo>
                  <a:pt x="2" y="7"/>
                </a:lnTo>
                <a:lnTo>
                  <a:pt x="1" y="10"/>
                </a:lnTo>
                <a:lnTo>
                  <a:pt x="0" y="13"/>
                </a:lnTo>
                <a:lnTo>
                  <a:pt x="0" y="16"/>
                </a:lnTo>
                <a:lnTo>
                  <a:pt x="0" y="20"/>
                </a:lnTo>
                <a:lnTo>
                  <a:pt x="1" y="23"/>
                </a:lnTo>
                <a:lnTo>
                  <a:pt x="2" y="26"/>
                </a:lnTo>
                <a:lnTo>
                  <a:pt x="4" y="28"/>
                </a:lnTo>
                <a:lnTo>
                  <a:pt x="6" y="30"/>
                </a:lnTo>
                <a:lnTo>
                  <a:pt x="9" y="31"/>
                </a:lnTo>
                <a:lnTo>
                  <a:pt x="12" y="32"/>
                </a:lnTo>
                <a:lnTo>
                  <a:pt x="16" y="32"/>
                </a:lnTo>
                <a:lnTo>
                  <a:pt x="19" y="32"/>
                </a:lnTo>
                <a:lnTo>
                  <a:pt x="22" y="31"/>
                </a:lnTo>
                <a:lnTo>
                  <a:pt x="25" y="30"/>
                </a:lnTo>
                <a:lnTo>
                  <a:pt x="28" y="27"/>
                </a:lnTo>
                <a:lnTo>
                  <a:pt x="29" y="25"/>
                </a:lnTo>
                <a:lnTo>
                  <a:pt x="31" y="23"/>
                </a:lnTo>
                <a:lnTo>
                  <a:pt x="32" y="19"/>
                </a:lnTo>
                <a:lnTo>
                  <a:pt x="33" y="16"/>
                </a:lnTo>
                <a:lnTo>
                  <a:pt x="32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160" name="îṥḷíde">
            <a:extLst>
              <a:ext uri="{FF2B5EF4-FFF2-40B4-BE49-F238E27FC236}">
                <a16:creationId xmlns:a16="http://schemas.microsoft.com/office/drawing/2014/main" id="{5010E3F7-323E-40D8-B56B-E036B660D572}"/>
              </a:ext>
            </a:extLst>
          </p:cNvPr>
          <p:cNvSpPr>
            <a:spLocks noGrp="1"/>
          </p:cNvSpPr>
          <p:nvPr/>
        </p:nvSpPr>
        <p:spPr>
          <a:xfrm>
            <a:off x="232920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8 w 62"/>
              <a:gd name="GluePoint1Y" fmla="*/ 129 h 138"/>
              <a:gd name="GluePoint2X" fmla="*/ 55 w 62"/>
              <a:gd name="GluePoint2Y" fmla="*/ 129 h 138"/>
              <a:gd name="GluePoint3X" fmla="*/ 54 w 62"/>
              <a:gd name="GluePoint3Y" fmla="*/ 129 h 138"/>
              <a:gd name="GluePoint4X" fmla="*/ 51 w 62"/>
              <a:gd name="GluePoint4Y" fmla="*/ 129 h 138"/>
              <a:gd name="GluePoint5X" fmla="*/ 50 w 62"/>
              <a:gd name="GluePoint5Y" fmla="*/ 129 h 138"/>
              <a:gd name="GluePoint6X" fmla="*/ 48 w 62"/>
              <a:gd name="GluePoint6Y" fmla="*/ 128 h 138"/>
              <a:gd name="GluePoint7X" fmla="*/ 46 w 62"/>
              <a:gd name="GluePoint7Y" fmla="*/ 127 h 138"/>
              <a:gd name="GluePoint8X" fmla="*/ 46 w 62"/>
              <a:gd name="GluePoint8Y" fmla="*/ 126 h 138"/>
              <a:gd name="GluePoint9X" fmla="*/ 45 w 62"/>
              <a:gd name="GluePoint9Y" fmla="*/ 124 h 138"/>
              <a:gd name="GluePoint10X" fmla="*/ 44 w 62"/>
              <a:gd name="GluePoint10Y" fmla="*/ 122 h 138"/>
              <a:gd name="GluePoint11X" fmla="*/ 43 w 62"/>
              <a:gd name="GluePoint11Y" fmla="*/ 120 h 138"/>
              <a:gd name="GluePoint12X" fmla="*/ 43 w 62"/>
              <a:gd name="GluePoint12Y" fmla="*/ 118 h 138"/>
              <a:gd name="GluePoint13X" fmla="*/ 43 w 62"/>
              <a:gd name="GluePoint13Y" fmla="*/ 115 h 138"/>
              <a:gd name="GluePoint14X" fmla="*/ 43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1 w 62"/>
              <a:gd name="GluePoint18Y" fmla="*/ 47 h 138"/>
              <a:gd name="GluePoint19X" fmla="*/ 61 w 62"/>
              <a:gd name="GluePoint19Y" fmla="*/ 44 h 138"/>
              <a:gd name="GluePoint20X" fmla="*/ 61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6 w 62"/>
              <a:gd name="GluePoint24Y" fmla="*/ 4 h 138"/>
              <a:gd name="GluePoint25X" fmla="*/ 29 w 62"/>
              <a:gd name="GluePoint25Y" fmla="*/ 7 h 138"/>
              <a:gd name="GluePoint26X" fmla="*/ 22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1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5 w 62"/>
              <a:gd name="GluePoint38Y" fmla="*/ 118 h 138"/>
              <a:gd name="GluePoint39X" fmla="*/ 16 w 62"/>
              <a:gd name="GluePoint39Y" fmla="*/ 121 h 138"/>
              <a:gd name="GluePoint40X" fmla="*/ 17 w 62"/>
              <a:gd name="GluePoint40Y" fmla="*/ 123 h 138"/>
              <a:gd name="GluePoint41X" fmla="*/ 18 w 62"/>
              <a:gd name="GluePoint41Y" fmla="*/ 126 h 138"/>
              <a:gd name="GluePoint42X" fmla="*/ 19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9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8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60 w 62"/>
              <a:gd name="GluePoint59Y" fmla="*/ 128 h 138"/>
              <a:gd name="GluePoint60X" fmla="*/ 58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8" y="129"/>
                </a:moveTo>
                <a:lnTo>
                  <a:pt x="55" y="129"/>
                </a:lnTo>
                <a:lnTo>
                  <a:pt x="54" y="129"/>
                </a:lnTo>
                <a:lnTo>
                  <a:pt x="51" y="129"/>
                </a:lnTo>
                <a:lnTo>
                  <a:pt x="50" y="129"/>
                </a:lnTo>
                <a:lnTo>
                  <a:pt x="48" y="128"/>
                </a:lnTo>
                <a:lnTo>
                  <a:pt x="46" y="127"/>
                </a:lnTo>
                <a:lnTo>
                  <a:pt x="46" y="126"/>
                </a:lnTo>
                <a:lnTo>
                  <a:pt x="45" y="124"/>
                </a:lnTo>
                <a:lnTo>
                  <a:pt x="44" y="122"/>
                </a:lnTo>
                <a:lnTo>
                  <a:pt x="43" y="120"/>
                </a:lnTo>
                <a:lnTo>
                  <a:pt x="43" y="118"/>
                </a:lnTo>
                <a:lnTo>
                  <a:pt x="43" y="115"/>
                </a:lnTo>
                <a:lnTo>
                  <a:pt x="43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1" y="47"/>
                </a:lnTo>
                <a:lnTo>
                  <a:pt x="61" y="44"/>
                </a:lnTo>
                <a:lnTo>
                  <a:pt x="61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6" y="4"/>
                </a:lnTo>
                <a:lnTo>
                  <a:pt x="29" y="7"/>
                </a:lnTo>
                <a:lnTo>
                  <a:pt x="22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1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5" y="118"/>
                </a:lnTo>
                <a:lnTo>
                  <a:pt x="16" y="121"/>
                </a:lnTo>
                <a:lnTo>
                  <a:pt x="17" y="123"/>
                </a:lnTo>
                <a:lnTo>
                  <a:pt x="18" y="126"/>
                </a:lnTo>
                <a:lnTo>
                  <a:pt x="19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9" y="137"/>
                </a:lnTo>
                <a:lnTo>
                  <a:pt x="31" y="138"/>
                </a:lnTo>
                <a:lnTo>
                  <a:pt x="34" y="138"/>
                </a:lnTo>
                <a:lnTo>
                  <a:pt x="38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60" y="128"/>
                </a:lnTo>
                <a:lnTo>
                  <a:pt x="58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161" name="îŝ1iḑè">
            <a:extLst>
              <a:ext uri="{FF2B5EF4-FFF2-40B4-BE49-F238E27FC236}">
                <a16:creationId xmlns:a16="http://schemas.microsoft.com/office/drawing/2014/main" id="{4C27E8B4-E45D-4040-AC60-28312D8D7138}"/>
              </a:ext>
            </a:extLst>
          </p:cNvPr>
          <p:cNvSpPr>
            <a:spLocks noGrp="1"/>
          </p:cNvSpPr>
          <p:nvPr/>
        </p:nvSpPr>
        <p:spPr>
          <a:xfrm>
            <a:off x="2364840" y="956160"/>
            <a:ext cx="42120" cy="66600"/>
          </a:xfrm>
          <a:custGeom>
            <a:avLst/>
            <a:gdLst>
              <a:gd name="textAreaLeft" fmla="*/ 0 w 42120"/>
              <a:gd name="textAreaRight" fmla="*/ 42480 w 42120"/>
              <a:gd name="textAreaTop" fmla="*/ 0 h 66600"/>
              <a:gd name="textAreaBottom" fmla="*/ 66960 h 66600"/>
              <a:gd name="GluePoint1X" fmla="*/ 93 w 97"/>
              <a:gd name="GluePoint1Y" fmla="*/ 0 h 153"/>
              <a:gd name="GluePoint2X" fmla="*/ 91 w 97"/>
              <a:gd name="GluePoint2Y" fmla="*/ 0 h 153"/>
              <a:gd name="GluePoint3X" fmla="*/ 88 w 97"/>
              <a:gd name="GluePoint3Y" fmla="*/ 0 h 153"/>
              <a:gd name="GluePoint4X" fmla="*/ 87 w 97"/>
              <a:gd name="GluePoint4Y" fmla="*/ 0 h 153"/>
              <a:gd name="GluePoint5X" fmla="*/ 84 w 97"/>
              <a:gd name="GluePoint5Y" fmla="*/ 0 h 153"/>
              <a:gd name="GluePoint6X" fmla="*/ 83 w 97"/>
              <a:gd name="GluePoint6Y" fmla="*/ 0 h 153"/>
              <a:gd name="GluePoint7X" fmla="*/ 80 w 97"/>
              <a:gd name="GluePoint7Y" fmla="*/ 0 h 153"/>
              <a:gd name="GluePoint8X" fmla="*/ 76 w 97"/>
              <a:gd name="GluePoint8Y" fmla="*/ 11 h 153"/>
              <a:gd name="GluePoint9X" fmla="*/ 72 w 97"/>
              <a:gd name="GluePoint9Y" fmla="*/ 21 h 153"/>
              <a:gd name="GluePoint10X" fmla="*/ 68 w 97"/>
              <a:gd name="GluePoint10Y" fmla="*/ 32 h 153"/>
              <a:gd name="GluePoint11X" fmla="*/ 64 w 97"/>
              <a:gd name="GluePoint11Y" fmla="*/ 44 h 153"/>
              <a:gd name="GluePoint12X" fmla="*/ 56 w 97"/>
              <a:gd name="GluePoint12Y" fmla="*/ 65 h 153"/>
              <a:gd name="GluePoint13X" fmla="*/ 55 w 97"/>
              <a:gd name="GluePoint13Y" fmla="*/ 62 h 153"/>
              <a:gd name="GluePoint14X" fmla="*/ 53 w 97"/>
              <a:gd name="GluePoint14Y" fmla="*/ 59 h 153"/>
              <a:gd name="GluePoint15X" fmla="*/ 52 w 97"/>
              <a:gd name="GluePoint15Y" fmla="*/ 55 h 153"/>
              <a:gd name="GluePoint16X" fmla="*/ 49 w 97"/>
              <a:gd name="GluePoint16Y" fmla="*/ 50 h 153"/>
              <a:gd name="GluePoint17X" fmla="*/ 47 w 97"/>
              <a:gd name="GluePoint17Y" fmla="*/ 42 h 153"/>
              <a:gd name="GluePoint18X" fmla="*/ 44 w 97"/>
              <a:gd name="GluePoint18Y" fmla="*/ 35 h 153"/>
              <a:gd name="GluePoint19X" fmla="*/ 41 w 97"/>
              <a:gd name="GluePoint19Y" fmla="*/ 28 h 153"/>
              <a:gd name="GluePoint20X" fmla="*/ 39 w 97"/>
              <a:gd name="GluePoint20Y" fmla="*/ 21 h 153"/>
              <a:gd name="GluePoint21X" fmla="*/ 36 w 97"/>
              <a:gd name="GluePoint21Y" fmla="*/ 15 h 153"/>
              <a:gd name="GluePoint22X" fmla="*/ 35 w 97"/>
              <a:gd name="GluePoint22Y" fmla="*/ 9 h 153"/>
              <a:gd name="GluePoint23X" fmla="*/ 33 w 97"/>
              <a:gd name="GluePoint23Y" fmla="*/ 4 h 153"/>
              <a:gd name="GluePoint24X" fmla="*/ 32 w 97"/>
              <a:gd name="GluePoint24Y" fmla="*/ 0 h 153"/>
              <a:gd name="GluePoint25X" fmla="*/ 28 w 97"/>
              <a:gd name="GluePoint25Y" fmla="*/ 0 h 153"/>
              <a:gd name="GluePoint26X" fmla="*/ 24 w 97"/>
              <a:gd name="GluePoint26Y" fmla="*/ 0 h 153"/>
              <a:gd name="GluePoint27X" fmla="*/ 20 w 97"/>
              <a:gd name="GluePoint27Y" fmla="*/ 0 h 153"/>
              <a:gd name="GluePoint28X" fmla="*/ 16 w 97"/>
              <a:gd name="GluePoint28Y" fmla="*/ 0 h 153"/>
              <a:gd name="GluePoint29X" fmla="*/ 12 w 97"/>
              <a:gd name="GluePoint29Y" fmla="*/ 0 h 153"/>
              <a:gd name="GluePoint30X" fmla="*/ 8 w 97"/>
              <a:gd name="GluePoint30Y" fmla="*/ 0 h 153"/>
              <a:gd name="GluePoint31X" fmla="*/ 4 w 97"/>
              <a:gd name="GluePoint31Y" fmla="*/ 0 h 153"/>
              <a:gd name="GluePoint32X" fmla="*/ 0 w 97"/>
              <a:gd name="GluePoint32Y" fmla="*/ 0 h 153"/>
              <a:gd name="GluePoint33X" fmla="*/ 42 w 97"/>
              <a:gd name="GluePoint33Y" fmla="*/ 100 h 153"/>
              <a:gd name="GluePoint34X" fmla="*/ 16 w 97"/>
              <a:gd name="GluePoint34Y" fmla="*/ 153 h 153"/>
              <a:gd name="GluePoint35X" fmla="*/ 20 w 97"/>
              <a:gd name="GluePoint35Y" fmla="*/ 153 h 153"/>
              <a:gd name="GluePoint36X" fmla="*/ 24 w 97"/>
              <a:gd name="GluePoint36Y" fmla="*/ 153 h 153"/>
              <a:gd name="GluePoint37X" fmla="*/ 28 w 97"/>
              <a:gd name="GluePoint37Y" fmla="*/ 153 h 153"/>
              <a:gd name="GluePoint38X" fmla="*/ 33 w 97"/>
              <a:gd name="GluePoint38Y" fmla="*/ 153 h 153"/>
              <a:gd name="GluePoint39X" fmla="*/ 37 w 97"/>
              <a:gd name="GluePoint39Y" fmla="*/ 141 h 153"/>
              <a:gd name="GluePoint40X" fmla="*/ 41 w 97"/>
              <a:gd name="GluePoint40Y" fmla="*/ 130 h 153"/>
              <a:gd name="GluePoint41X" fmla="*/ 46 w 97"/>
              <a:gd name="GluePoint41Y" fmla="*/ 118 h 153"/>
              <a:gd name="GluePoint42X" fmla="*/ 52 w 97"/>
              <a:gd name="GluePoint42Y" fmla="*/ 105 h 153"/>
              <a:gd name="GluePoint43X" fmla="*/ 57 w 97"/>
              <a:gd name="GluePoint43Y" fmla="*/ 92 h 153"/>
              <a:gd name="GluePoint44X" fmla="*/ 63 w 97"/>
              <a:gd name="GluePoint44Y" fmla="*/ 77 h 153"/>
              <a:gd name="GluePoint45X" fmla="*/ 70 w 97"/>
              <a:gd name="GluePoint45Y" fmla="*/ 63 h 153"/>
              <a:gd name="GluePoint46X" fmla="*/ 76 w 97"/>
              <a:gd name="GluePoint46Y" fmla="*/ 48 h 153"/>
              <a:gd name="GluePoint47X" fmla="*/ 97 w 97"/>
              <a:gd name="GluePoint47Y" fmla="*/ 0 h 153"/>
              <a:gd name="GluePoint48X" fmla="*/ 96 w 97"/>
              <a:gd name="GluePoint48Y" fmla="*/ 0 h 153"/>
              <a:gd name="GluePoint49X" fmla="*/ 93 w 97"/>
              <a:gd name="GluePoint49Y" fmla="*/ 0 h 153"/>
            </a:gdLst>
            <a:ahLst/>
            <a:cxnLst/>
            <a:rect l="textAreaLeft" t="textAreaTop" r="textAreaRight" b="textAreaBottom"/>
            <a:pathLst>
              <a:path w="97" h="153">
                <a:moveTo>
                  <a:pt x="93" y="0"/>
                </a:moveTo>
                <a:lnTo>
                  <a:pt x="91" y="0"/>
                </a:lnTo>
                <a:lnTo>
                  <a:pt x="88" y="0"/>
                </a:lnTo>
                <a:lnTo>
                  <a:pt x="87" y="0"/>
                </a:lnTo>
                <a:lnTo>
                  <a:pt x="84" y="0"/>
                </a:lnTo>
                <a:lnTo>
                  <a:pt x="83" y="0"/>
                </a:lnTo>
                <a:lnTo>
                  <a:pt x="80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49" y="50"/>
                </a:lnTo>
                <a:lnTo>
                  <a:pt x="47" y="42"/>
                </a:lnTo>
                <a:lnTo>
                  <a:pt x="44" y="35"/>
                </a:lnTo>
                <a:lnTo>
                  <a:pt x="41" y="28"/>
                </a:lnTo>
                <a:lnTo>
                  <a:pt x="39" y="21"/>
                </a:lnTo>
                <a:lnTo>
                  <a:pt x="36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2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1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3" y="77"/>
                </a:lnTo>
                <a:lnTo>
                  <a:pt x="70" y="63"/>
                </a:lnTo>
                <a:lnTo>
                  <a:pt x="76" y="48"/>
                </a:lnTo>
                <a:lnTo>
                  <a:pt x="97" y="0"/>
                </a:lnTo>
                <a:lnTo>
                  <a:pt x="96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162" name="iş1îḓê">
            <a:extLst>
              <a:ext uri="{FF2B5EF4-FFF2-40B4-BE49-F238E27FC236}">
                <a16:creationId xmlns:a16="http://schemas.microsoft.com/office/drawing/2014/main" id="{D09BC5EA-E337-433C-8922-5096B25389BC}"/>
              </a:ext>
            </a:extLst>
          </p:cNvPr>
          <p:cNvSpPr>
            <a:spLocks noGrp="1"/>
          </p:cNvSpPr>
          <p:nvPr/>
        </p:nvSpPr>
        <p:spPr>
          <a:xfrm>
            <a:off x="2436480" y="955440"/>
            <a:ext cx="45000" cy="44640"/>
          </a:xfrm>
          <a:custGeom>
            <a:avLst/>
            <a:gdLst>
              <a:gd name="textAreaLeft" fmla="*/ 0 w 45000"/>
              <a:gd name="textAreaRight" fmla="*/ 45360 w 45000"/>
              <a:gd name="textAreaTop" fmla="*/ 0 h 44640"/>
              <a:gd name="textAreaBottom" fmla="*/ 45000 h 44640"/>
              <a:gd name="GluePoint1X" fmla="*/ 101 w 104"/>
              <a:gd name="GluePoint1Y" fmla="*/ 34 h 103"/>
              <a:gd name="GluePoint2X" fmla="*/ 97 w 104"/>
              <a:gd name="GluePoint2Y" fmla="*/ 25 h 103"/>
              <a:gd name="GluePoint3X" fmla="*/ 92 w 104"/>
              <a:gd name="GluePoint3Y" fmla="*/ 17 h 103"/>
              <a:gd name="GluePoint4X" fmla="*/ 86 w 104"/>
              <a:gd name="GluePoint4Y" fmla="*/ 10 h 103"/>
              <a:gd name="GluePoint5X" fmla="*/ 78 w 104"/>
              <a:gd name="GluePoint5Y" fmla="*/ 6 h 103"/>
              <a:gd name="GluePoint6X" fmla="*/ 68 w 104"/>
              <a:gd name="GluePoint6Y" fmla="*/ 2 h 103"/>
              <a:gd name="GluePoint7X" fmla="*/ 58 w 104"/>
              <a:gd name="GluePoint7Y" fmla="*/ 1 h 103"/>
              <a:gd name="GluePoint8X" fmla="*/ 46 w 104"/>
              <a:gd name="GluePoint8Y" fmla="*/ 1 h 103"/>
              <a:gd name="GluePoint9X" fmla="*/ 35 w 104"/>
              <a:gd name="GluePoint9Y" fmla="*/ 2 h 103"/>
              <a:gd name="GluePoint10X" fmla="*/ 26 w 104"/>
              <a:gd name="GluePoint10Y" fmla="*/ 6 h 103"/>
              <a:gd name="GluePoint11X" fmla="*/ 18 w 104"/>
              <a:gd name="GluePoint11Y" fmla="*/ 12 h 103"/>
              <a:gd name="GluePoint12X" fmla="*/ 12 w 104"/>
              <a:gd name="GluePoint12Y" fmla="*/ 18 h 103"/>
              <a:gd name="GluePoint13X" fmla="*/ 6 w 104"/>
              <a:gd name="GluePoint13Y" fmla="*/ 27 h 103"/>
              <a:gd name="GluePoint14X" fmla="*/ 3 w 104"/>
              <a:gd name="GluePoint14Y" fmla="*/ 37 h 103"/>
              <a:gd name="GluePoint15X" fmla="*/ 1 w 104"/>
              <a:gd name="GluePoint15Y" fmla="*/ 48 h 103"/>
              <a:gd name="GluePoint16X" fmla="*/ 1 w 104"/>
              <a:gd name="GluePoint16Y" fmla="*/ 61 h 103"/>
              <a:gd name="GluePoint17X" fmla="*/ 3 w 104"/>
              <a:gd name="GluePoint17Y" fmla="*/ 71 h 103"/>
              <a:gd name="GluePoint18X" fmla="*/ 6 w 104"/>
              <a:gd name="GluePoint18Y" fmla="*/ 80 h 103"/>
              <a:gd name="GluePoint19X" fmla="*/ 12 w 104"/>
              <a:gd name="GluePoint19Y" fmla="*/ 87 h 103"/>
              <a:gd name="GluePoint20X" fmla="*/ 18 w 104"/>
              <a:gd name="GluePoint20Y" fmla="*/ 94 h 103"/>
              <a:gd name="GluePoint21X" fmla="*/ 26 w 104"/>
              <a:gd name="GluePoint21Y" fmla="*/ 98 h 103"/>
              <a:gd name="GluePoint22X" fmla="*/ 35 w 104"/>
              <a:gd name="GluePoint22Y" fmla="*/ 102 h 103"/>
              <a:gd name="GluePoint23X" fmla="*/ 46 w 104"/>
              <a:gd name="GluePoint23Y" fmla="*/ 103 h 103"/>
              <a:gd name="GluePoint24X" fmla="*/ 58 w 104"/>
              <a:gd name="GluePoint24Y" fmla="*/ 103 h 103"/>
              <a:gd name="GluePoint25X" fmla="*/ 68 w 104"/>
              <a:gd name="GluePoint25Y" fmla="*/ 102 h 103"/>
              <a:gd name="GluePoint26X" fmla="*/ 78 w 104"/>
              <a:gd name="GluePoint26Y" fmla="*/ 98 h 103"/>
              <a:gd name="GluePoint27X" fmla="*/ 86 w 104"/>
              <a:gd name="GluePoint27Y" fmla="*/ 92 h 103"/>
              <a:gd name="GluePoint28X" fmla="*/ 92 w 104"/>
              <a:gd name="GluePoint28Y" fmla="*/ 86 h 103"/>
              <a:gd name="GluePoint29X" fmla="*/ 97 w 104"/>
              <a:gd name="GluePoint29Y" fmla="*/ 78 h 103"/>
              <a:gd name="GluePoint30X" fmla="*/ 101 w 104"/>
              <a:gd name="GluePoint30Y" fmla="*/ 68 h 103"/>
              <a:gd name="GluePoint31X" fmla="*/ 103 w 104"/>
              <a:gd name="GluePoint31Y" fmla="*/ 56 h 103"/>
              <a:gd name="GluePoint32X" fmla="*/ 103 w 104"/>
              <a:gd name="GluePoint32Y" fmla="*/ 44 h 103"/>
              <a:gd name="GluePoint33X" fmla="*/ 72 w 104"/>
              <a:gd name="GluePoint33Y" fmla="*/ 58 h 103"/>
              <a:gd name="GluePoint34X" fmla="*/ 70 w 104"/>
              <a:gd name="GluePoint34Y" fmla="*/ 72 h 103"/>
              <a:gd name="GluePoint35X" fmla="*/ 68 w 104"/>
              <a:gd name="GluePoint35Y" fmla="*/ 79 h 103"/>
              <a:gd name="GluePoint36X" fmla="*/ 65 w 104"/>
              <a:gd name="GluePoint36Y" fmla="*/ 86 h 103"/>
              <a:gd name="GluePoint37X" fmla="*/ 62 w 104"/>
              <a:gd name="GluePoint37Y" fmla="*/ 91 h 103"/>
              <a:gd name="GluePoint38X" fmla="*/ 58 w 104"/>
              <a:gd name="GluePoint38Y" fmla="*/ 94 h 103"/>
              <a:gd name="GluePoint39X" fmla="*/ 54 w 104"/>
              <a:gd name="GluePoint39Y" fmla="*/ 95 h 103"/>
              <a:gd name="GluePoint40X" fmla="*/ 49 w 104"/>
              <a:gd name="GluePoint40Y" fmla="*/ 95 h 103"/>
              <a:gd name="GluePoint41X" fmla="*/ 45 w 104"/>
              <a:gd name="GluePoint41Y" fmla="*/ 94 h 103"/>
              <a:gd name="GluePoint42X" fmla="*/ 41 w 104"/>
              <a:gd name="GluePoint42Y" fmla="*/ 91 h 103"/>
              <a:gd name="GluePoint43X" fmla="*/ 38 w 104"/>
              <a:gd name="GluePoint43Y" fmla="*/ 87 h 103"/>
              <a:gd name="GluePoint44X" fmla="*/ 36 w 104"/>
              <a:gd name="GluePoint44Y" fmla="*/ 83 h 103"/>
              <a:gd name="GluePoint45X" fmla="*/ 33 w 104"/>
              <a:gd name="GluePoint45Y" fmla="*/ 75 h 103"/>
              <a:gd name="GluePoint46X" fmla="*/ 32 w 104"/>
              <a:gd name="GluePoint46Y" fmla="*/ 68 h 103"/>
              <a:gd name="GluePoint47X" fmla="*/ 32 w 104"/>
              <a:gd name="GluePoint47Y" fmla="*/ 59 h 103"/>
              <a:gd name="GluePoint48X" fmla="*/ 32 w 104"/>
              <a:gd name="GluePoint48Y" fmla="*/ 49 h 103"/>
              <a:gd name="GluePoint49X" fmla="*/ 32 w 104"/>
              <a:gd name="GluePoint49Y" fmla="*/ 38 h 103"/>
              <a:gd name="GluePoint50X" fmla="*/ 33 w 104"/>
              <a:gd name="GluePoint50Y" fmla="*/ 30 h 103"/>
              <a:gd name="GluePoint51X" fmla="*/ 36 w 104"/>
              <a:gd name="GluePoint51Y" fmla="*/ 23 h 103"/>
              <a:gd name="GluePoint52X" fmla="*/ 38 w 104"/>
              <a:gd name="GluePoint52Y" fmla="*/ 18 h 103"/>
              <a:gd name="GluePoint53X" fmla="*/ 41 w 104"/>
              <a:gd name="GluePoint53Y" fmla="*/ 14 h 103"/>
              <a:gd name="GluePoint54X" fmla="*/ 46 w 104"/>
              <a:gd name="GluePoint54Y" fmla="*/ 10 h 103"/>
              <a:gd name="GluePoint55X" fmla="*/ 50 w 104"/>
              <a:gd name="GluePoint55Y" fmla="*/ 9 h 103"/>
              <a:gd name="GluePoint56X" fmla="*/ 55 w 104"/>
              <a:gd name="GluePoint56Y" fmla="*/ 9 h 103"/>
              <a:gd name="GluePoint57X" fmla="*/ 60 w 104"/>
              <a:gd name="GluePoint57Y" fmla="*/ 10 h 103"/>
              <a:gd name="GluePoint58X" fmla="*/ 63 w 104"/>
              <a:gd name="GluePoint58Y" fmla="*/ 13 h 103"/>
              <a:gd name="GluePoint59X" fmla="*/ 66 w 104"/>
              <a:gd name="GluePoint59Y" fmla="*/ 16 h 103"/>
              <a:gd name="GluePoint60X" fmla="*/ 68 w 104"/>
              <a:gd name="GluePoint60Y" fmla="*/ 22 h 103"/>
              <a:gd name="GluePoint61X" fmla="*/ 70 w 104"/>
              <a:gd name="GluePoint61Y" fmla="*/ 27 h 103"/>
              <a:gd name="GluePoint62X" fmla="*/ 72 w 104"/>
              <a:gd name="GluePoint62Y" fmla="*/ 38 h 103"/>
              <a:gd name="GluePoint63X" fmla="*/ 72 w 104"/>
              <a:gd name="GluePoint63Y" fmla="*/ 58 h 103"/>
            </a:gdLst>
            <a:ahLst/>
            <a:cxnLst/>
            <a:rect l="textAreaLeft" t="textAreaTop" r="textAreaRight" b="textAreaBottom"/>
            <a:pathLst>
              <a:path w="104" h="103">
                <a:moveTo>
                  <a:pt x="102" y="38"/>
                </a:moveTo>
                <a:lnTo>
                  <a:pt x="101" y="34"/>
                </a:lnTo>
                <a:lnTo>
                  <a:pt x="100" y="29"/>
                </a:lnTo>
                <a:lnTo>
                  <a:pt x="97" y="25"/>
                </a:lnTo>
                <a:lnTo>
                  <a:pt x="95" y="21"/>
                </a:lnTo>
                <a:lnTo>
                  <a:pt x="92" y="17"/>
                </a:lnTo>
                <a:lnTo>
                  <a:pt x="89" y="14"/>
                </a:lnTo>
                <a:lnTo>
                  <a:pt x="86" y="10"/>
                </a:lnTo>
                <a:lnTo>
                  <a:pt x="82" y="8"/>
                </a:lnTo>
                <a:lnTo>
                  <a:pt x="78" y="6"/>
                </a:lnTo>
                <a:lnTo>
                  <a:pt x="74" y="4"/>
                </a:lnTo>
                <a:lnTo>
                  <a:pt x="68" y="2"/>
                </a:lnTo>
                <a:lnTo>
                  <a:pt x="64" y="1"/>
                </a:lnTo>
                <a:lnTo>
                  <a:pt x="58" y="1"/>
                </a:lnTo>
                <a:lnTo>
                  <a:pt x="52" y="0"/>
                </a:lnTo>
                <a:lnTo>
                  <a:pt x="46" y="1"/>
                </a:lnTo>
                <a:lnTo>
                  <a:pt x="40" y="1"/>
                </a:lnTo>
                <a:lnTo>
                  <a:pt x="35" y="2"/>
                </a:lnTo>
                <a:lnTo>
                  <a:pt x="30" y="4"/>
                </a:lnTo>
                <a:lnTo>
                  <a:pt x="26" y="6"/>
                </a:lnTo>
                <a:lnTo>
                  <a:pt x="21" y="9"/>
                </a:lnTo>
                <a:lnTo>
                  <a:pt x="18" y="12"/>
                </a:lnTo>
                <a:lnTo>
                  <a:pt x="14" y="14"/>
                </a:lnTo>
                <a:lnTo>
                  <a:pt x="12" y="18"/>
                </a:lnTo>
                <a:lnTo>
                  <a:pt x="8" y="22"/>
                </a:lnTo>
                <a:lnTo>
                  <a:pt x="6" y="27"/>
                </a:lnTo>
                <a:lnTo>
                  <a:pt x="4" y="31"/>
                </a:lnTo>
                <a:lnTo>
                  <a:pt x="3" y="37"/>
                </a:lnTo>
                <a:lnTo>
                  <a:pt x="2" y="42"/>
                </a:lnTo>
                <a:lnTo>
                  <a:pt x="1" y="48"/>
                </a:lnTo>
                <a:lnTo>
                  <a:pt x="0" y="55"/>
                </a:lnTo>
                <a:lnTo>
                  <a:pt x="1" y="61"/>
                </a:lnTo>
                <a:lnTo>
                  <a:pt x="2" y="66"/>
                </a:lnTo>
                <a:lnTo>
                  <a:pt x="3" y="71"/>
                </a:lnTo>
                <a:lnTo>
                  <a:pt x="4" y="75"/>
                </a:lnTo>
                <a:lnTo>
                  <a:pt x="6" y="80"/>
                </a:lnTo>
                <a:lnTo>
                  <a:pt x="8" y="84"/>
                </a:lnTo>
                <a:lnTo>
                  <a:pt x="12" y="87"/>
                </a:lnTo>
                <a:lnTo>
                  <a:pt x="14" y="91"/>
                </a:lnTo>
                <a:lnTo>
                  <a:pt x="18" y="94"/>
                </a:lnTo>
                <a:lnTo>
                  <a:pt x="21" y="96"/>
                </a:lnTo>
                <a:lnTo>
                  <a:pt x="26" y="98"/>
                </a:lnTo>
                <a:lnTo>
                  <a:pt x="30" y="100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8" y="103"/>
                </a:lnTo>
                <a:lnTo>
                  <a:pt x="64" y="103"/>
                </a:lnTo>
                <a:lnTo>
                  <a:pt x="68" y="102"/>
                </a:lnTo>
                <a:lnTo>
                  <a:pt x="74" y="99"/>
                </a:lnTo>
                <a:lnTo>
                  <a:pt x="78" y="98"/>
                </a:lnTo>
                <a:lnTo>
                  <a:pt x="82" y="95"/>
                </a:lnTo>
                <a:lnTo>
                  <a:pt x="86" y="92"/>
                </a:lnTo>
                <a:lnTo>
                  <a:pt x="89" y="90"/>
                </a:lnTo>
                <a:lnTo>
                  <a:pt x="92" y="86"/>
                </a:lnTo>
                <a:lnTo>
                  <a:pt x="95" y="82"/>
                </a:lnTo>
                <a:lnTo>
                  <a:pt x="97" y="78"/>
                </a:lnTo>
                <a:lnTo>
                  <a:pt x="100" y="73"/>
                </a:lnTo>
                <a:lnTo>
                  <a:pt x="101" y="68"/>
                </a:lnTo>
                <a:lnTo>
                  <a:pt x="102" y="63"/>
                </a:lnTo>
                <a:lnTo>
                  <a:pt x="103" y="56"/>
                </a:lnTo>
                <a:lnTo>
                  <a:pt x="104" y="50"/>
                </a:lnTo>
                <a:lnTo>
                  <a:pt x="103" y="44"/>
                </a:lnTo>
                <a:lnTo>
                  <a:pt x="102" y="38"/>
                </a:lnTo>
                <a:close/>
                <a:moveTo>
                  <a:pt x="72" y="58"/>
                </a:moveTo>
                <a:lnTo>
                  <a:pt x="71" y="68"/>
                </a:lnTo>
                <a:lnTo>
                  <a:pt x="70" y="72"/>
                </a:lnTo>
                <a:lnTo>
                  <a:pt x="68" y="76"/>
                </a:lnTo>
                <a:lnTo>
                  <a:pt x="68" y="79"/>
                </a:lnTo>
                <a:lnTo>
                  <a:pt x="67" y="83"/>
                </a:lnTo>
                <a:lnTo>
                  <a:pt x="65" y="86"/>
                </a:lnTo>
                <a:lnTo>
                  <a:pt x="64" y="88"/>
                </a:lnTo>
                <a:lnTo>
                  <a:pt x="62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4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5" y="94"/>
                </a:lnTo>
                <a:lnTo>
                  <a:pt x="43" y="93"/>
                </a:lnTo>
                <a:lnTo>
                  <a:pt x="41" y="91"/>
                </a:lnTo>
                <a:lnTo>
                  <a:pt x="40" y="90"/>
                </a:lnTo>
                <a:lnTo>
                  <a:pt x="38" y="87"/>
                </a:lnTo>
                <a:lnTo>
                  <a:pt x="36" y="85"/>
                </a:lnTo>
                <a:lnTo>
                  <a:pt x="36" y="83"/>
                </a:lnTo>
                <a:lnTo>
                  <a:pt x="35" y="79"/>
                </a:lnTo>
                <a:lnTo>
                  <a:pt x="33" y="75"/>
                </a:lnTo>
                <a:lnTo>
                  <a:pt x="33" y="72"/>
                </a:lnTo>
                <a:lnTo>
                  <a:pt x="32" y="68"/>
                </a:lnTo>
                <a:lnTo>
                  <a:pt x="32" y="63"/>
                </a:lnTo>
                <a:lnTo>
                  <a:pt x="32" y="59"/>
                </a:lnTo>
                <a:lnTo>
                  <a:pt x="32" y="54"/>
                </a:lnTo>
                <a:lnTo>
                  <a:pt x="32" y="49"/>
                </a:lnTo>
                <a:lnTo>
                  <a:pt x="32" y="43"/>
                </a:lnTo>
                <a:lnTo>
                  <a:pt x="32" y="38"/>
                </a:lnTo>
                <a:lnTo>
                  <a:pt x="33" y="34"/>
                </a:lnTo>
                <a:lnTo>
                  <a:pt x="33" y="30"/>
                </a:lnTo>
                <a:lnTo>
                  <a:pt x="35" y="27"/>
                </a:lnTo>
                <a:lnTo>
                  <a:pt x="36" y="23"/>
                </a:lnTo>
                <a:lnTo>
                  <a:pt x="37" y="21"/>
                </a:lnTo>
                <a:lnTo>
                  <a:pt x="38" y="18"/>
                </a:lnTo>
                <a:lnTo>
                  <a:pt x="40" y="16"/>
                </a:lnTo>
                <a:lnTo>
                  <a:pt x="41" y="14"/>
                </a:lnTo>
                <a:lnTo>
                  <a:pt x="44" y="12"/>
                </a:lnTo>
                <a:lnTo>
                  <a:pt x="46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7" y="10"/>
                </a:lnTo>
                <a:lnTo>
                  <a:pt x="60" y="10"/>
                </a:lnTo>
                <a:lnTo>
                  <a:pt x="61" y="11"/>
                </a:lnTo>
                <a:lnTo>
                  <a:pt x="63" y="13"/>
                </a:lnTo>
                <a:lnTo>
                  <a:pt x="64" y="14"/>
                </a:lnTo>
                <a:lnTo>
                  <a:pt x="66" y="16"/>
                </a:lnTo>
                <a:lnTo>
                  <a:pt x="67" y="18"/>
                </a:lnTo>
                <a:lnTo>
                  <a:pt x="68" y="22"/>
                </a:lnTo>
                <a:lnTo>
                  <a:pt x="69" y="24"/>
                </a:lnTo>
                <a:lnTo>
                  <a:pt x="70" y="27"/>
                </a:lnTo>
                <a:lnTo>
                  <a:pt x="71" y="30"/>
                </a:lnTo>
                <a:lnTo>
                  <a:pt x="72" y="38"/>
                </a:lnTo>
                <a:lnTo>
                  <a:pt x="72" y="47"/>
                </a:lnTo>
                <a:lnTo>
                  <a:pt x="72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163" name="iṧlïdê">
            <a:extLst>
              <a:ext uri="{FF2B5EF4-FFF2-40B4-BE49-F238E27FC236}">
                <a16:creationId xmlns:a16="http://schemas.microsoft.com/office/drawing/2014/main" id="{BF1F0111-4B76-4AE4-B173-9753B8C735C1}"/>
              </a:ext>
            </a:extLst>
          </p:cNvPr>
          <p:cNvSpPr>
            <a:spLocks noGrp="1"/>
          </p:cNvSpPr>
          <p:nvPr/>
        </p:nvSpPr>
        <p:spPr>
          <a:xfrm>
            <a:off x="2490120" y="930960"/>
            <a:ext cx="30240" cy="68760"/>
          </a:xfrm>
          <a:custGeom>
            <a:avLst/>
            <a:gdLst>
              <a:gd name="textAreaLeft" fmla="*/ 0 w 30240"/>
              <a:gd name="textAreaRight" fmla="*/ 30600 w 30240"/>
              <a:gd name="textAreaTop" fmla="*/ 0 h 68760"/>
              <a:gd name="textAreaBottom" fmla="*/ 69120 h 68760"/>
              <a:gd name="GluePoint1X" fmla="*/ 70 w 70"/>
              <a:gd name="GluePoint1Y" fmla="*/ 2 h 158"/>
              <a:gd name="GluePoint2X" fmla="*/ 63 w 70"/>
              <a:gd name="GluePoint2Y" fmla="*/ 0 h 158"/>
              <a:gd name="GluePoint3X" fmla="*/ 56 w 70"/>
              <a:gd name="GluePoint3Y" fmla="*/ 1 h 158"/>
              <a:gd name="GluePoint4X" fmla="*/ 50 w 70"/>
              <a:gd name="GluePoint4Y" fmla="*/ 2 h 158"/>
              <a:gd name="GluePoint5X" fmla="*/ 44 w 70"/>
              <a:gd name="GluePoint5Y" fmla="*/ 4 h 158"/>
              <a:gd name="GluePoint6X" fmla="*/ 39 w 70"/>
              <a:gd name="GluePoint6Y" fmla="*/ 7 h 158"/>
              <a:gd name="GluePoint7X" fmla="*/ 34 w 70"/>
              <a:gd name="GluePoint7Y" fmla="*/ 11 h 158"/>
              <a:gd name="GluePoint8X" fmla="*/ 30 w 70"/>
              <a:gd name="GluePoint8Y" fmla="*/ 17 h 158"/>
              <a:gd name="GluePoint9X" fmla="*/ 27 w 70"/>
              <a:gd name="GluePoint9Y" fmla="*/ 23 h 158"/>
              <a:gd name="GluePoint10X" fmla="*/ 23 w 70"/>
              <a:gd name="GluePoint10Y" fmla="*/ 30 h 158"/>
              <a:gd name="GluePoint11X" fmla="*/ 20 w 70"/>
              <a:gd name="GluePoint11Y" fmla="*/ 38 h 158"/>
              <a:gd name="GluePoint12X" fmla="*/ 18 w 70"/>
              <a:gd name="GluePoint12Y" fmla="*/ 48 h 158"/>
              <a:gd name="GluePoint13X" fmla="*/ 16 w 70"/>
              <a:gd name="GluePoint13Y" fmla="*/ 58 h 158"/>
              <a:gd name="GluePoint14X" fmla="*/ 1 w 70"/>
              <a:gd name="GluePoint14Y" fmla="*/ 61 h 158"/>
              <a:gd name="GluePoint15X" fmla="*/ 1 w 70"/>
              <a:gd name="GluePoint15Y" fmla="*/ 68 h 158"/>
              <a:gd name="GluePoint16X" fmla="*/ 16 w 70"/>
              <a:gd name="GluePoint16Y" fmla="*/ 71 h 158"/>
              <a:gd name="GluePoint17X" fmla="*/ 19 w 70"/>
              <a:gd name="GluePoint17Y" fmla="*/ 158 h 158"/>
              <a:gd name="GluePoint18X" fmla="*/ 27 w 70"/>
              <a:gd name="GluePoint18Y" fmla="*/ 158 h 158"/>
              <a:gd name="GluePoint19X" fmla="*/ 34 w 70"/>
              <a:gd name="GluePoint19Y" fmla="*/ 158 h 158"/>
              <a:gd name="GluePoint20X" fmla="*/ 42 w 70"/>
              <a:gd name="GluePoint20Y" fmla="*/ 158 h 158"/>
              <a:gd name="GluePoint21X" fmla="*/ 46 w 70"/>
              <a:gd name="GluePoint21Y" fmla="*/ 71 h 158"/>
              <a:gd name="GluePoint22X" fmla="*/ 64 w 70"/>
              <a:gd name="GluePoint22Y" fmla="*/ 68 h 158"/>
              <a:gd name="GluePoint23X" fmla="*/ 64 w 70"/>
              <a:gd name="GluePoint23Y" fmla="*/ 61 h 158"/>
              <a:gd name="GluePoint24X" fmla="*/ 44 w 70"/>
              <a:gd name="GluePoint24Y" fmla="*/ 58 h 158"/>
              <a:gd name="GluePoint25X" fmla="*/ 40 w 70"/>
              <a:gd name="GluePoint25Y" fmla="*/ 50 h 158"/>
              <a:gd name="GluePoint26X" fmla="*/ 37 w 70"/>
              <a:gd name="GluePoint26Y" fmla="*/ 42 h 158"/>
              <a:gd name="GluePoint27X" fmla="*/ 35 w 70"/>
              <a:gd name="GluePoint27Y" fmla="*/ 36 h 158"/>
              <a:gd name="GluePoint28X" fmla="*/ 34 w 70"/>
              <a:gd name="GluePoint28Y" fmla="*/ 30 h 158"/>
              <a:gd name="GluePoint29X" fmla="*/ 35 w 70"/>
              <a:gd name="GluePoint29Y" fmla="*/ 27 h 158"/>
              <a:gd name="GluePoint30X" fmla="*/ 37 w 70"/>
              <a:gd name="GluePoint30Y" fmla="*/ 26 h 158"/>
              <a:gd name="GluePoint31X" fmla="*/ 38 w 70"/>
              <a:gd name="GluePoint31Y" fmla="*/ 25 h 158"/>
              <a:gd name="GluePoint32X" fmla="*/ 41 w 70"/>
              <a:gd name="GluePoint32Y" fmla="*/ 24 h 158"/>
              <a:gd name="GluePoint33X" fmla="*/ 48 w 70"/>
              <a:gd name="GluePoint33Y" fmla="*/ 23 h 158"/>
              <a:gd name="GluePoint34X" fmla="*/ 58 w 70"/>
              <a:gd name="GluePoint34Y" fmla="*/ 25 h 158"/>
              <a:gd name="GluePoint35X" fmla="*/ 66 w 70"/>
              <a:gd name="GluePoint35Y" fmla="*/ 29 h 158"/>
              <a:gd name="GluePoint36X" fmla="*/ 69 w 70"/>
              <a:gd name="GluePoint36Y" fmla="*/ 22 h 158"/>
              <a:gd name="GluePoint37X" fmla="*/ 70 w 70"/>
              <a:gd name="GluePoint37Y" fmla="*/ 8 h 158"/>
            </a:gdLst>
            <a:ahLst/>
            <a:cxnLst/>
            <a:rect l="textAreaLeft" t="textAreaTop" r="textAreaRight" b="textAreaBottom"/>
            <a:pathLst>
              <a:path w="70" h="158">
                <a:moveTo>
                  <a:pt x="70" y="8"/>
                </a:moveTo>
                <a:lnTo>
                  <a:pt x="70" y="2"/>
                </a:lnTo>
                <a:lnTo>
                  <a:pt x="66" y="1"/>
                </a:lnTo>
                <a:lnTo>
                  <a:pt x="63" y="0"/>
                </a:lnTo>
                <a:lnTo>
                  <a:pt x="59" y="0"/>
                </a:lnTo>
                <a:lnTo>
                  <a:pt x="56" y="1"/>
                </a:lnTo>
                <a:lnTo>
                  <a:pt x="53" y="1"/>
                </a:lnTo>
                <a:lnTo>
                  <a:pt x="50" y="2"/>
                </a:lnTo>
                <a:lnTo>
                  <a:pt x="47" y="2"/>
                </a:lnTo>
                <a:lnTo>
                  <a:pt x="44" y="4"/>
                </a:lnTo>
                <a:lnTo>
                  <a:pt x="42" y="6"/>
                </a:lnTo>
                <a:lnTo>
                  <a:pt x="39" y="7"/>
                </a:lnTo>
                <a:lnTo>
                  <a:pt x="37" y="9"/>
                </a:lnTo>
                <a:lnTo>
                  <a:pt x="34" y="11"/>
                </a:lnTo>
                <a:lnTo>
                  <a:pt x="33" y="14"/>
                </a:lnTo>
                <a:lnTo>
                  <a:pt x="30" y="17"/>
                </a:lnTo>
                <a:lnTo>
                  <a:pt x="29" y="20"/>
                </a:lnTo>
                <a:lnTo>
                  <a:pt x="27" y="23"/>
                </a:lnTo>
                <a:lnTo>
                  <a:pt x="25" y="27"/>
                </a:lnTo>
                <a:lnTo>
                  <a:pt x="23" y="30"/>
                </a:lnTo>
                <a:lnTo>
                  <a:pt x="22" y="34"/>
                </a:lnTo>
                <a:lnTo>
                  <a:pt x="20" y="38"/>
                </a:lnTo>
                <a:lnTo>
                  <a:pt x="18" y="43"/>
                </a:lnTo>
                <a:lnTo>
                  <a:pt x="18" y="48"/>
                </a:lnTo>
                <a:lnTo>
                  <a:pt x="17" y="53"/>
                </a:lnTo>
                <a:lnTo>
                  <a:pt x="16" y="58"/>
                </a:lnTo>
                <a:lnTo>
                  <a:pt x="0" y="58"/>
                </a:lnTo>
                <a:lnTo>
                  <a:pt x="1" y="61"/>
                </a:lnTo>
                <a:lnTo>
                  <a:pt x="1" y="65"/>
                </a:lnTo>
                <a:lnTo>
                  <a:pt x="1" y="68"/>
                </a:lnTo>
                <a:lnTo>
                  <a:pt x="0" y="71"/>
                </a:lnTo>
                <a:lnTo>
                  <a:pt x="16" y="71"/>
                </a:lnTo>
                <a:lnTo>
                  <a:pt x="16" y="158"/>
                </a:lnTo>
                <a:lnTo>
                  <a:pt x="19" y="158"/>
                </a:lnTo>
                <a:lnTo>
                  <a:pt x="23" y="158"/>
                </a:lnTo>
                <a:lnTo>
                  <a:pt x="27" y="158"/>
                </a:lnTo>
                <a:lnTo>
                  <a:pt x="30" y="158"/>
                </a:lnTo>
                <a:lnTo>
                  <a:pt x="34" y="158"/>
                </a:lnTo>
                <a:lnTo>
                  <a:pt x="38" y="158"/>
                </a:lnTo>
                <a:lnTo>
                  <a:pt x="42" y="158"/>
                </a:lnTo>
                <a:lnTo>
                  <a:pt x="46" y="158"/>
                </a:lnTo>
                <a:lnTo>
                  <a:pt x="46" y="71"/>
                </a:lnTo>
                <a:lnTo>
                  <a:pt x="65" y="71"/>
                </a:lnTo>
                <a:lnTo>
                  <a:pt x="64" y="68"/>
                </a:lnTo>
                <a:lnTo>
                  <a:pt x="64" y="65"/>
                </a:lnTo>
                <a:lnTo>
                  <a:pt x="64" y="61"/>
                </a:lnTo>
                <a:lnTo>
                  <a:pt x="65" y="58"/>
                </a:lnTo>
                <a:lnTo>
                  <a:pt x="44" y="58"/>
                </a:lnTo>
                <a:lnTo>
                  <a:pt x="42" y="54"/>
                </a:lnTo>
                <a:lnTo>
                  <a:pt x="40" y="50"/>
                </a:lnTo>
                <a:lnTo>
                  <a:pt x="38" y="46"/>
                </a:lnTo>
                <a:lnTo>
                  <a:pt x="37" y="42"/>
                </a:lnTo>
                <a:lnTo>
                  <a:pt x="36" y="39"/>
                </a:lnTo>
                <a:lnTo>
                  <a:pt x="35" y="36"/>
                </a:lnTo>
                <a:lnTo>
                  <a:pt x="35" y="33"/>
                </a:lnTo>
                <a:lnTo>
                  <a:pt x="34" y="30"/>
                </a:lnTo>
                <a:lnTo>
                  <a:pt x="35" y="29"/>
                </a:lnTo>
                <a:lnTo>
                  <a:pt x="35" y="27"/>
                </a:lnTo>
                <a:lnTo>
                  <a:pt x="36" y="26"/>
                </a:lnTo>
                <a:lnTo>
                  <a:pt x="37" y="26"/>
                </a:lnTo>
                <a:lnTo>
                  <a:pt x="38" y="26"/>
                </a:lnTo>
                <a:lnTo>
                  <a:pt x="38" y="25"/>
                </a:lnTo>
                <a:lnTo>
                  <a:pt x="39" y="24"/>
                </a:lnTo>
                <a:lnTo>
                  <a:pt x="41" y="24"/>
                </a:lnTo>
                <a:lnTo>
                  <a:pt x="44" y="23"/>
                </a:lnTo>
                <a:lnTo>
                  <a:pt x="48" y="23"/>
                </a:lnTo>
                <a:lnTo>
                  <a:pt x="53" y="24"/>
                </a:lnTo>
                <a:lnTo>
                  <a:pt x="58" y="25"/>
                </a:lnTo>
                <a:lnTo>
                  <a:pt x="62" y="27"/>
                </a:lnTo>
                <a:lnTo>
                  <a:pt x="66" y="29"/>
                </a:lnTo>
                <a:lnTo>
                  <a:pt x="70" y="28"/>
                </a:lnTo>
                <a:lnTo>
                  <a:pt x="69" y="22"/>
                </a:lnTo>
                <a:lnTo>
                  <a:pt x="69" y="14"/>
                </a:lnTo>
                <a:lnTo>
                  <a:pt x="70" y="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4120" rIns="90000" bIns="24120" anchor="ctr">
            <a:noAutofit/>
          </a:bodyPr>
          <a:lstStyle/>
          <a:p>
            <a:endParaRPr/>
          </a:p>
        </p:txBody>
      </p:sp>
      <p:sp>
        <p:nvSpPr>
          <p:cNvPr id="164" name="ïSlïḋe">
            <a:extLst>
              <a:ext uri="{FF2B5EF4-FFF2-40B4-BE49-F238E27FC236}">
                <a16:creationId xmlns:a16="http://schemas.microsoft.com/office/drawing/2014/main" id="{105D11A4-7A42-4C76-8F3D-500FCDD59F06}"/>
              </a:ext>
            </a:extLst>
          </p:cNvPr>
          <p:cNvSpPr>
            <a:spLocks noGrp="1"/>
          </p:cNvSpPr>
          <p:nvPr/>
        </p:nvSpPr>
        <p:spPr>
          <a:xfrm>
            <a:off x="2545200" y="937800"/>
            <a:ext cx="46800" cy="61560"/>
          </a:xfrm>
          <a:custGeom>
            <a:avLst/>
            <a:gdLst>
              <a:gd name="textAreaLeft" fmla="*/ 0 w 46800"/>
              <a:gd name="textAreaRight" fmla="*/ 47160 w 46800"/>
              <a:gd name="textAreaTop" fmla="*/ 0 h 61560"/>
              <a:gd name="textAreaBottom" fmla="*/ 61920 h 61560"/>
              <a:gd name="GluePoint1X" fmla="*/ 107 w 108"/>
              <a:gd name="GluePoint1Y" fmla="*/ 2 h 142"/>
              <a:gd name="GluePoint2X" fmla="*/ 108 w 108"/>
              <a:gd name="GluePoint2Y" fmla="*/ 0 h 142"/>
              <a:gd name="GluePoint3X" fmla="*/ 0 w 108"/>
              <a:gd name="GluePoint3Y" fmla="*/ 0 h 142"/>
              <a:gd name="GluePoint4X" fmla="*/ 0 w 108"/>
              <a:gd name="GluePoint4Y" fmla="*/ 4 h 142"/>
              <a:gd name="GluePoint5X" fmla="*/ 1 w 108"/>
              <a:gd name="GluePoint5Y" fmla="*/ 8 h 142"/>
              <a:gd name="GluePoint6X" fmla="*/ 0 w 108"/>
              <a:gd name="GluePoint6Y" fmla="*/ 14 h 142"/>
              <a:gd name="GluePoint7X" fmla="*/ 0 w 108"/>
              <a:gd name="GluePoint7Y" fmla="*/ 17 h 142"/>
              <a:gd name="GluePoint8X" fmla="*/ 3 w 108"/>
              <a:gd name="GluePoint8Y" fmla="*/ 17 h 142"/>
              <a:gd name="GluePoint9X" fmla="*/ 7 w 108"/>
              <a:gd name="GluePoint9Y" fmla="*/ 17 h 142"/>
              <a:gd name="GluePoint10X" fmla="*/ 16 w 108"/>
              <a:gd name="GluePoint10Y" fmla="*/ 16 h 142"/>
              <a:gd name="GluePoint11X" fmla="*/ 25 w 108"/>
              <a:gd name="GluePoint11Y" fmla="*/ 15 h 142"/>
              <a:gd name="GluePoint12X" fmla="*/ 32 w 108"/>
              <a:gd name="GluePoint12Y" fmla="*/ 15 h 142"/>
              <a:gd name="GluePoint13X" fmla="*/ 39 w 108"/>
              <a:gd name="GluePoint13Y" fmla="*/ 14 h 142"/>
              <a:gd name="GluePoint14X" fmla="*/ 39 w 108"/>
              <a:gd name="GluePoint14Y" fmla="*/ 142 h 142"/>
              <a:gd name="GluePoint15X" fmla="*/ 43 w 108"/>
              <a:gd name="GluePoint15Y" fmla="*/ 142 h 142"/>
              <a:gd name="GluePoint16X" fmla="*/ 47 w 108"/>
              <a:gd name="GluePoint16Y" fmla="*/ 142 h 142"/>
              <a:gd name="GluePoint17X" fmla="*/ 51 w 108"/>
              <a:gd name="GluePoint17Y" fmla="*/ 142 h 142"/>
              <a:gd name="GluePoint18X" fmla="*/ 55 w 108"/>
              <a:gd name="GluePoint18Y" fmla="*/ 142 h 142"/>
              <a:gd name="GluePoint19X" fmla="*/ 58 w 108"/>
              <a:gd name="GluePoint19Y" fmla="*/ 142 h 142"/>
              <a:gd name="GluePoint20X" fmla="*/ 62 w 108"/>
              <a:gd name="GluePoint20Y" fmla="*/ 142 h 142"/>
              <a:gd name="GluePoint21X" fmla="*/ 66 w 108"/>
              <a:gd name="GluePoint21Y" fmla="*/ 142 h 142"/>
              <a:gd name="GluePoint22X" fmla="*/ 70 w 108"/>
              <a:gd name="GluePoint22Y" fmla="*/ 142 h 142"/>
              <a:gd name="GluePoint23X" fmla="*/ 70 w 108"/>
              <a:gd name="GluePoint23Y" fmla="*/ 14 h 142"/>
              <a:gd name="GluePoint24X" fmla="*/ 75 w 108"/>
              <a:gd name="GluePoint24Y" fmla="*/ 15 h 142"/>
              <a:gd name="GluePoint25X" fmla="*/ 81 w 108"/>
              <a:gd name="GluePoint25Y" fmla="*/ 15 h 142"/>
              <a:gd name="GluePoint26X" fmla="*/ 88 w 108"/>
              <a:gd name="GluePoint26Y" fmla="*/ 15 h 142"/>
              <a:gd name="GluePoint27X" fmla="*/ 96 w 108"/>
              <a:gd name="GluePoint27Y" fmla="*/ 16 h 142"/>
              <a:gd name="GluePoint28X" fmla="*/ 98 w 108"/>
              <a:gd name="GluePoint28Y" fmla="*/ 17 h 142"/>
              <a:gd name="GluePoint29X" fmla="*/ 101 w 108"/>
              <a:gd name="GluePoint29Y" fmla="*/ 17 h 142"/>
              <a:gd name="GluePoint30X" fmla="*/ 104 w 108"/>
              <a:gd name="GluePoint30Y" fmla="*/ 17 h 142"/>
              <a:gd name="GluePoint31X" fmla="*/ 108 w 108"/>
              <a:gd name="GluePoint31Y" fmla="*/ 17 h 142"/>
              <a:gd name="GluePoint32X" fmla="*/ 107 w 108"/>
              <a:gd name="GluePoint32Y" fmla="*/ 15 h 142"/>
              <a:gd name="GluePoint33X" fmla="*/ 107 w 108"/>
              <a:gd name="GluePoint33Y" fmla="*/ 14 h 142"/>
              <a:gd name="GluePoint34X" fmla="*/ 107 w 108"/>
              <a:gd name="GluePoint34Y" fmla="*/ 11 h 142"/>
              <a:gd name="GluePoint35X" fmla="*/ 107 w 108"/>
              <a:gd name="GluePoint35Y" fmla="*/ 8 h 142"/>
              <a:gd name="GluePoint36X" fmla="*/ 107 w 108"/>
              <a:gd name="GluePoint36Y" fmla="*/ 6 h 142"/>
              <a:gd name="GluePoint37X" fmla="*/ 107 w 108"/>
              <a:gd name="GluePoint37Y" fmla="*/ 4 h 142"/>
              <a:gd name="GluePoint38X" fmla="*/ 107 w 108"/>
              <a:gd name="GluePoint38Y" fmla="*/ 2 h 142"/>
            </a:gdLst>
            <a:ahLst/>
            <a:cxnLst/>
            <a:rect l="textAreaLeft" t="textAreaTop" r="textAreaRight" b="textAreaBottom"/>
            <a:pathLst>
              <a:path w="108" h="142">
                <a:moveTo>
                  <a:pt x="107" y="2"/>
                </a:moveTo>
                <a:lnTo>
                  <a:pt x="108" y="0"/>
                </a:lnTo>
                <a:lnTo>
                  <a:pt x="0" y="0"/>
                </a:lnTo>
                <a:lnTo>
                  <a:pt x="0" y="4"/>
                </a:lnTo>
                <a:lnTo>
                  <a:pt x="1" y="8"/>
                </a:lnTo>
                <a:lnTo>
                  <a:pt x="0" y="14"/>
                </a:lnTo>
                <a:lnTo>
                  <a:pt x="0" y="17"/>
                </a:lnTo>
                <a:lnTo>
                  <a:pt x="3" y="17"/>
                </a:lnTo>
                <a:lnTo>
                  <a:pt x="7" y="17"/>
                </a:lnTo>
                <a:lnTo>
                  <a:pt x="16" y="16"/>
                </a:lnTo>
                <a:lnTo>
                  <a:pt x="25" y="15"/>
                </a:lnTo>
                <a:lnTo>
                  <a:pt x="32" y="15"/>
                </a:lnTo>
                <a:lnTo>
                  <a:pt x="39" y="14"/>
                </a:lnTo>
                <a:lnTo>
                  <a:pt x="39" y="142"/>
                </a:lnTo>
                <a:lnTo>
                  <a:pt x="43" y="142"/>
                </a:lnTo>
                <a:lnTo>
                  <a:pt x="47" y="142"/>
                </a:lnTo>
                <a:lnTo>
                  <a:pt x="51" y="142"/>
                </a:lnTo>
                <a:lnTo>
                  <a:pt x="55" y="142"/>
                </a:lnTo>
                <a:lnTo>
                  <a:pt x="58" y="142"/>
                </a:lnTo>
                <a:lnTo>
                  <a:pt x="62" y="142"/>
                </a:lnTo>
                <a:lnTo>
                  <a:pt x="66" y="142"/>
                </a:lnTo>
                <a:lnTo>
                  <a:pt x="70" y="142"/>
                </a:lnTo>
                <a:lnTo>
                  <a:pt x="70" y="14"/>
                </a:lnTo>
                <a:lnTo>
                  <a:pt x="75" y="15"/>
                </a:lnTo>
                <a:lnTo>
                  <a:pt x="81" y="15"/>
                </a:lnTo>
                <a:lnTo>
                  <a:pt x="88" y="15"/>
                </a:lnTo>
                <a:lnTo>
                  <a:pt x="96" y="16"/>
                </a:lnTo>
                <a:lnTo>
                  <a:pt x="98" y="17"/>
                </a:lnTo>
                <a:lnTo>
                  <a:pt x="101" y="17"/>
                </a:lnTo>
                <a:lnTo>
                  <a:pt x="104" y="17"/>
                </a:lnTo>
                <a:lnTo>
                  <a:pt x="108" y="17"/>
                </a:lnTo>
                <a:lnTo>
                  <a:pt x="107" y="15"/>
                </a:lnTo>
                <a:lnTo>
                  <a:pt x="107" y="14"/>
                </a:lnTo>
                <a:lnTo>
                  <a:pt x="107" y="11"/>
                </a:lnTo>
                <a:lnTo>
                  <a:pt x="107" y="8"/>
                </a:lnTo>
                <a:lnTo>
                  <a:pt x="107" y="6"/>
                </a:lnTo>
                <a:lnTo>
                  <a:pt x="107" y="4"/>
                </a:lnTo>
                <a:lnTo>
                  <a:pt x="107" y="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920" rIns="90000" bIns="16920" anchor="ctr">
            <a:noAutofit/>
          </a:bodyPr>
          <a:lstStyle/>
          <a:p>
            <a:endParaRPr/>
          </a:p>
        </p:txBody>
      </p:sp>
      <p:sp>
        <p:nvSpPr>
          <p:cNvPr id="165" name="iS1îḓê">
            <a:extLst>
              <a:ext uri="{FF2B5EF4-FFF2-40B4-BE49-F238E27FC236}">
                <a16:creationId xmlns:a16="http://schemas.microsoft.com/office/drawing/2014/main" id="{E2C5A7EB-08CE-4DC5-9CC1-47D84ECF98A8}"/>
              </a:ext>
            </a:extLst>
          </p:cNvPr>
          <p:cNvSpPr>
            <a:spLocks noGrp="1"/>
          </p:cNvSpPr>
          <p:nvPr/>
        </p:nvSpPr>
        <p:spPr>
          <a:xfrm>
            <a:off x="2602440" y="955440"/>
            <a:ext cx="38880" cy="44640"/>
          </a:xfrm>
          <a:custGeom>
            <a:avLst/>
            <a:gdLst>
              <a:gd name="textAreaLeft" fmla="*/ 0 w 38880"/>
              <a:gd name="textAreaRight" fmla="*/ 39240 w 38880"/>
              <a:gd name="textAreaTop" fmla="*/ 0 h 44640"/>
              <a:gd name="textAreaBottom" fmla="*/ 45000 h 44640"/>
              <a:gd name="GluePoint1X" fmla="*/ 89 w 90"/>
              <a:gd name="GluePoint1Y" fmla="*/ 30 h 103"/>
              <a:gd name="GluePoint2X" fmla="*/ 85 w 90"/>
              <a:gd name="GluePoint2Y" fmla="*/ 21 h 103"/>
              <a:gd name="GluePoint3X" fmla="*/ 81 w 90"/>
              <a:gd name="GluePoint3Y" fmla="*/ 14 h 103"/>
              <a:gd name="GluePoint4X" fmla="*/ 75 w 90"/>
              <a:gd name="GluePoint4Y" fmla="*/ 8 h 103"/>
              <a:gd name="GluePoint5X" fmla="*/ 67 w 90"/>
              <a:gd name="GluePoint5Y" fmla="*/ 4 h 103"/>
              <a:gd name="GluePoint6X" fmla="*/ 58 w 90"/>
              <a:gd name="GluePoint6Y" fmla="*/ 1 h 103"/>
              <a:gd name="GluePoint7X" fmla="*/ 48 w 90"/>
              <a:gd name="GluePoint7Y" fmla="*/ 0 h 103"/>
              <a:gd name="GluePoint8X" fmla="*/ 37 w 90"/>
              <a:gd name="GluePoint8Y" fmla="*/ 1 h 103"/>
              <a:gd name="GluePoint9X" fmla="*/ 27 w 90"/>
              <a:gd name="GluePoint9Y" fmla="*/ 4 h 103"/>
              <a:gd name="GluePoint10X" fmla="*/ 19 w 90"/>
              <a:gd name="GluePoint10Y" fmla="*/ 8 h 103"/>
              <a:gd name="GluePoint11X" fmla="*/ 13 w 90"/>
              <a:gd name="GluePoint11Y" fmla="*/ 14 h 103"/>
              <a:gd name="GluePoint12X" fmla="*/ 7 w 90"/>
              <a:gd name="GluePoint12Y" fmla="*/ 21 h 103"/>
              <a:gd name="GluePoint13X" fmla="*/ 3 w 90"/>
              <a:gd name="GluePoint13Y" fmla="*/ 29 h 103"/>
              <a:gd name="GluePoint14X" fmla="*/ 1 w 90"/>
              <a:gd name="GluePoint14Y" fmla="*/ 38 h 103"/>
              <a:gd name="GluePoint15X" fmla="*/ 0 w 90"/>
              <a:gd name="GluePoint15Y" fmla="*/ 50 h 103"/>
              <a:gd name="GluePoint16X" fmla="*/ 1 w 90"/>
              <a:gd name="GluePoint16Y" fmla="*/ 63 h 103"/>
              <a:gd name="GluePoint17X" fmla="*/ 3 w 90"/>
              <a:gd name="GluePoint17Y" fmla="*/ 73 h 103"/>
              <a:gd name="GluePoint18X" fmla="*/ 8 w 90"/>
              <a:gd name="GluePoint18Y" fmla="*/ 82 h 103"/>
              <a:gd name="GluePoint19X" fmla="*/ 13 w 90"/>
              <a:gd name="GluePoint19Y" fmla="*/ 90 h 103"/>
              <a:gd name="GluePoint20X" fmla="*/ 21 w 90"/>
              <a:gd name="GluePoint20Y" fmla="*/ 95 h 103"/>
              <a:gd name="GluePoint21X" fmla="*/ 29 w 90"/>
              <a:gd name="GluePoint21Y" fmla="*/ 99 h 103"/>
              <a:gd name="GluePoint22X" fmla="*/ 40 w 90"/>
              <a:gd name="GluePoint22Y" fmla="*/ 103 h 103"/>
              <a:gd name="GluePoint23X" fmla="*/ 52 w 90"/>
              <a:gd name="GluePoint23Y" fmla="*/ 103 h 103"/>
              <a:gd name="GluePoint24X" fmla="*/ 60 w 90"/>
              <a:gd name="GluePoint24Y" fmla="*/ 103 h 103"/>
              <a:gd name="GluePoint25X" fmla="*/ 68 w 90"/>
              <a:gd name="GluePoint25Y" fmla="*/ 102 h 103"/>
              <a:gd name="GluePoint26X" fmla="*/ 75 w 90"/>
              <a:gd name="GluePoint26Y" fmla="*/ 99 h 103"/>
              <a:gd name="GluePoint27X" fmla="*/ 82 w 90"/>
              <a:gd name="GluePoint27Y" fmla="*/ 95 h 103"/>
              <a:gd name="GluePoint28X" fmla="*/ 84 w 90"/>
              <a:gd name="GluePoint28Y" fmla="*/ 82 h 103"/>
              <a:gd name="GluePoint29X" fmla="*/ 78 w 90"/>
              <a:gd name="GluePoint29Y" fmla="*/ 86 h 103"/>
              <a:gd name="GluePoint30X" fmla="*/ 72 w 90"/>
              <a:gd name="GluePoint30Y" fmla="*/ 89 h 103"/>
              <a:gd name="GluePoint31X" fmla="*/ 65 w 90"/>
              <a:gd name="GluePoint31Y" fmla="*/ 91 h 103"/>
              <a:gd name="GluePoint32X" fmla="*/ 59 w 90"/>
              <a:gd name="GluePoint32Y" fmla="*/ 91 h 103"/>
              <a:gd name="GluePoint33X" fmla="*/ 52 w 90"/>
              <a:gd name="GluePoint33Y" fmla="*/ 91 h 103"/>
              <a:gd name="GluePoint34X" fmla="*/ 46 w 90"/>
              <a:gd name="GluePoint34Y" fmla="*/ 89 h 103"/>
              <a:gd name="GluePoint35X" fmla="*/ 41 w 90"/>
              <a:gd name="GluePoint35Y" fmla="*/ 86 h 103"/>
              <a:gd name="GluePoint36X" fmla="*/ 37 w 90"/>
              <a:gd name="GluePoint36Y" fmla="*/ 82 h 103"/>
              <a:gd name="GluePoint37X" fmla="*/ 33 w 90"/>
              <a:gd name="GluePoint37Y" fmla="*/ 76 h 103"/>
              <a:gd name="GluePoint38X" fmla="*/ 32 w 90"/>
              <a:gd name="GluePoint38Y" fmla="*/ 70 h 103"/>
              <a:gd name="GluePoint39X" fmla="*/ 31 w 90"/>
              <a:gd name="GluePoint39Y" fmla="*/ 62 h 103"/>
              <a:gd name="GluePoint40X" fmla="*/ 30 w 90"/>
              <a:gd name="GluePoint40Y" fmla="*/ 52 h 103"/>
              <a:gd name="GluePoint41X" fmla="*/ 90 w 90"/>
              <a:gd name="GluePoint41Y" fmla="*/ 46 h 103"/>
              <a:gd name="GluePoint42X" fmla="*/ 89 w 90"/>
              <a:gd name="GluePoint42Y" fmla="*/ 34 h 103"/>
              <a:gd name="GluePoint43X" fmla="*/ 31 w 90"/>
              <a:gd name="GluePoint43Y" fmla="*/ 34 h 103"/>
              <a:gd name="GluePoint44X" fmla="*/ 33 w 90"/>
              <a:gd name="GluePoint44Y" fmla="*/ 26 h 103"/>
              <a:gd name="GluePoint45X" fmla="*/ 33 w 90"/>
              <a:gd name="GluePoint45Y" fmla="*/ 20 h 103"/>
              <a:gd name="GluePoint46X" fmla="*/ 36 w 90"/>
              <a:gd name="GluePoint46Y" fmla="*/ 16 h 103"/>
              <a:gd name="GluePoint47X" fmla="*/ 39 w 90"/>
              <a:gd name="GluePoint47Y" fmla="*/ 12 h 103"/>
              <a:gd name="GluePoint48X" fmla="*/ 42 w 90"/>
              <a:gd name="GluePoint48Y" fmla="*/ 10 h 103"/>
              <a:gd name="GluePoint49X" fmla="*/ 45 w 90"/>
              <a:gd name="GluePoint49Y" fmla="*/ 9 h 103"/>
              <a:gd name="GluePoint50X" fmla="*/ 49 w 90"/>
              <a:gd name="GluePoint50Y" fmla="*/ 9 h 103"/>
              <a:gd name="GluePoint51X" fmla="*/ 52 w 90"/>
              <a:gd name="GluePoint51Y" fmla="*/ 10 h 103"/>
              <a:gd name="GluePoint52X" fmla="*/ 55 w 90"/>
              <a:gd name="GluePoint52Y" fmla="*/ 12 h 103"/>
              <a:gd name="GluePoint53X" fmla="*/ 57 w 90"/>
              <a:gd name="GluePoint53Y" fmla="*/ 16 h 103"/>
              <a:gd name="GluePoint54X" fmla="*/ 60 w 90"/>
              <a:gd name="GluePoint54Y" fmla="*/ 22 h 103"/>
              <a:gd name="GluePoint55X" fmla="*/ 61 w 90"/>
              <a:gd name="GluePoint55Y" fmla="*/ 34 h 103"/>
              <a:gd name="GluePoint56X" fmla="*/ 30 w 90"/>
              <a:gd name="GluePoint56Y" fmla="*/ 42 h 103"/>
            </a:gdLst>
            <a:ahLst/>
            <a:cxnLst/>
            <a:rect l="textAreaLeft" t="textAreaTop" r="textAreaRight" b="textAreaBottom"/>
            <a:pathLst>
              <a:path w="90" h="103">
                <a:moveTo>
                  <a:pt x="89" y="34"/>
                </a:moveTo>
                <a:lnTo>
                  <a:pt x="89" y="30"/>
                </a:lnTo>
                <a:lnTo>
                  <a:pt x="87" y="26"/>
                </a:lnTo>
                <a:lnTo>
                  <a:pt x="85" y="21"/>
                </a:lnTo>
                <a:lnTo>
                  <a:pt x="83" y="18"/>
                </a:lnTo>
                <a:lnTo>
                  <a:pt x="81" y="14"/>
                </a:lnTo>
                <a:lnTo>
                  <a:pt x="78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8" y="1"/>
                </a:lnTo>
                <a:lnTo>
                  <a:pt x="53" y="0"/>
                </a:lnTo>
                <a:lnTo>
                  <a:pt x="48" y="0"/>
                </a:lnTo>
                <a:lnTo>
                  <a:pt x="42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6" y="10"/>
                </a:lnTo>
                <a:lnTo>
                  <a:pt x="13" y="14"/>
                </a:lnTo>
                <a:lnTo>
                  <a:pt x="9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8" y="82"/>
                </a:lnTo>
                <a:lnTo>
                  <a:pt x="10" y="86"/>
                </a:lnTo>
                <a:lnTo>
                  <a:pt x="13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29" y="99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8" y="97"/>
                </a:lnTo>
                <a:lnTo>
                  <a:pt x="82" y="95"/>
                </a:lnTo>
                <a:lnTo>
                  <a:pt x="86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6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6" y="79"/>
                </a:lnTo>
                <a:lnTo>
                  <a:pt x="33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0" y="57"/>
                </a:lnTo>
                <a:lnTo>
                  <a:pt x="30" y="52"/>
                </a:lnTo>
                <a:lnTo>
                  <a:pt x="90" y="52"/>
                </a:lnTo>
                <a:lnTo>
                  <a:pt x="90" y="46"/>
                </a:lnTo>
                <a:lnTo>
                  <a:pt x="90" y="40"/>
                </a:lnTo>
                <a:lnTo>
                  <a:pt x="89" y="34"/>
                </a:lnTo>
                <a:close/>
                <a:moveTo>
                  <a:pt x="30" y="42"/>
                </a:moveTo>
                <a:lnTo>
                  <a:pt x="31" y="34"/>
                </a:lnTo>
                <a:lnTo>
                  <a:pt x="32" y="28"/>
                </a:lnTo>
                <a:lnTo>
                  <a:pt x="33" y="26"/>
                </a:lnTo>
                <a:lnTo>
                  <a:pt x="33" y="22"/>
                </a:lnTo>
                <a:lnTo>
                  <a:pt x="33" y="20"/>
                </a:lnTo>
                <a:lnTo>
                  <a:pt x="35" y="18"/>
                </a:lnTo>
                <a:lnTo>
                  <a:pt x="36" y="16"/>
                </a:lnTo>
                <a:lnTo>
                  <a:pt x="37" y="14"/>
                </a:lnTo>
                <a:lnTo>
                  <a:pt x="39" y="12"/>
                </a:lnTo>
                <a:lnTo>
                  <a:pt x="41" y="11"/>
                </a:lnTo>
                <a:lnTo>
                  <a:pt x="42" y="10"/>
                </a:lnTo>
                <a:lnTo>
                  <a:pt x="44" y="10"/>
                </a:lnTo>
                <a:lnTo>
                  <a:pt x="45" y="9"/>
                </a:lnTo>
                <a:lnTo>
                  <a:pt x="48" y="9"/>
                </a:lnTo>
                <a:lnTo>
                  <a:pt x="49" y="9"/>
                </a:lnTo>
                <a:lnTo>
                  <a:pt x="51" y="10"/>
                </a:lnTo>
                <a:lnTo>
                  <a:pt x="52" y="10"/>
                </a:lnTo>
                <a:lnTo>
                  <a:pt x="53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7" y="18"/>
                </a:lnTo>
                <a:lnTo>
                  <a:pt x="60" y="22"/>
                </a:lnTo>
                <a:lnTo>
                  <a:pt x="61" y="28"/>
                </a:lnTo>
                <a:lnTo>
                  <a:pt x="61" y="34"/>
                </a:lnTo>
                <a:lnTo>
                  <a:pt x="61" y="42"/>
                </a:lnTo>
                <a:lnTo>
                  <a:pt x="30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166" name="îsḷîḓè">
            <a:extLst>
              <a:ext uri="{FF2B5EF4-FFF2-40B4-BE49-F238E27FC236}">
                <a16:creationId xmlns:a16="http://schemas.microsoft.com/office/drawing/2014/main" id="{DFBC12A3-EECA-4126-8C16-A8536FDBC862}"/>
              </a:ext>
            </a:extLst>
          </p:cNvPr>
          <p:cNvSpPr>
            <a:spLocks noGrp="1"/>
          </p:cNvSpPr>
          <p:nvPr/>
        </p:nvSpPr>
        <p:spPr>
          <a:xfrm>
            <a:off x="265392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32 w 91"/>
              <a:gd name="GluePoint1Y" fmla="*/ 41 h 103"/>
              <a:gd name="GluePoint2X" fmla="*/ 33 w 91"/>
              <a:gd name="GluePoint2Y" fmla="*/ 33 h 103"/>
              <a:gd name="GluePoint3X" fmla="*/ 36 w 91"/>
              <a:gd name="GluePoint3Y" fmla="*/ 26 h 103"/>
              <a:gd name="GluePoint4X" fmla="*/ 38 w 91"/>
              <a:gd name="GluePoint4Y" fmla="*/ 20 h 103"/>
              <a:gd name="GluePoint5X" fmla="*/ 42 w 91"/>
              <a:gd name="GluePoint5Y" fmla="*/ 16 h 103"/>
              <a:gd name="GluePoint6X" fmla="*/ 46 w 91"/>
              <a:gd name="GluePoint6Y" fmla="*/ 12 h 103"/>
              <a:gd name="GluePoint7X" fmla="*/ 51 w 91"/>
              <a:gd name="GluePoint7Y" fmla="*/ 10 h 103"/>
              <a:gd name="GluePoint8X" fmla="*/ 56 w 91"/>
              <a:gd name="GluePoint8Y" fmla="*/ 9 h 103"/>
              <a:gd name="GluePoint9X" fmla="*/ 64 w 91"/>
              <a:gd name="GluePoint9Y" fmla="*/ 10 h 103"/>
              <a:gd name="GluePoint10X" fmla="*/ 68 w 91"/>
              <a:gd name="GluePoint10Y" fmla="*/ 13 h 103"/>
              <a:gd name="GluePoint11X" fmla="*/ 70 w 91"/>
              <a:gd name="GluePoint11Y" fmla="*/ 15 h 103"/>
              <a:gd name="GluePoint12X" fmla="*/ 75 w 91"/>
              <a:gd name="GluePoint12Y" fmla="*/ 22 h 103"/>
              <a:gd name="GluePoint13X" fmla="*/ 78 w 91"/>
              <a:gd name="GluePoint13Y" fmla="*/ 31 h 103"/>
              <a:gd name="GluePoint14X" fmla="*/ 91 w 91"/>
              <a:gd name="GluePoint14Y" fmla="*/ 9 h 103"/>
              <a:gd name="GluePoint15X" fmla="*/ 84 w 91"/>
              <a:gd name="GluePoint15Y" fmla="*/ 5 h 103"/>
              <a:gd name="GluePoint16X" fmla="*/ 75 w 91"/>
              <a:gd name="GluePoint16Y" fmla="*/ 2 h 103"/>
              <a:gd name="GluePoint17X" fmla="*/ 65 w 91"/>
              <a:gd name="GluePoint17Y" fmla="*/ 1 h 103"/>
              <a:gd name="GluePoint18X" fmla="*/ 55 w 91"/>
              <a:gd name="GluePoint18Y" fmla="*/ 0 h 103"/>
              <a:gd name="GluePoint19X" fmla="*/ 43 w 91"/>
              <a:gd name="GluePoint19Y" fmla="*/ 2 h 103"/>
              <a:gd name="GluePoint20X" fmla="*/ 32 w 91"/>
              <a:gd name="GluePoint20Y" fmla="*/ 5 h 103"/>
              <a:gd name="GluePoint21X" fmla="*/ 23 w 91"/>
              <a:gd name="GluePoint21Y" fmla="*/ 9 h 103"/>
              <a:gd name="GluePoint22X" fmla="*/ 15 w 91"/>
              <a:gd name="GluePoint22Y" fmla="*/ 15 h 103"/>
              <a:gd name="GluePoint23X" fmla="*/ 9 w 91"/>
              <a:gd name="GluePoint23Y" fmla="*/ 22 h 103"/>
              <a:gd name="GluePoint24X" fmla="*/ 4 w 91"/>
              <a:gd name="GluePoint24Y" fmla="*/ 31 h 103"/>
              <a:gd name="GluePoint25X" fmla="*/ 1 w 91"/>
              <a:gd name="GluePoint25Y" fmla="*/ 42 h 103"/>
              <a:gd name="GluePoint26X" fmla="*/ 0 w 91"/>
              <a:gd name="GluePoint26Y" fmla="*/ 54 h 103"/>
              <a:gd name="GluePoint27X" fmla="*/ 1 w 91"/>
              <a:gd name="GluePoint27Y" fmla="*/ 65 h 103"/>
              <a:gd name="GluePoint28X" fmla="*/ 4 w 91"/>
              <a:gd name="GluePoint28Y" fmla="*/ 75 h 103"/>
              <a:gd name="GluePoint29X" fmla="*/ 8 w 91"/>
              <a:gd name="GluePoint29Y" fmla="*/ 83 h 103"/>
              <a:gd name="GluePoint30X" fmla="*/ 14 w 91"/>
              <a:gd name="GluePoint30Y" fmla="*/ 91 h 103"/>
              <a:gd name="GluePoint31X" fmla="*/ 22 w 91"/>
              <a:gd name="GluePoint31Y" fmla="*/ 96 h 103"/>
              <a:gd name="GluePoint32X" fmla="*/ 32 w 91"/>
              <a:gd name="GluePoint32Y" fmla="*/ 100 h 103"/>
              <a:gd name="GluePoint33X" fmla="*/ 42 w 91"/>
              <a:gd name="GluePoint33Y" fmla="*/ 103 h 103"/>
              <a:gd name="GluePoint34X" fmla="*/ 55 w 91"/>
              <a:gd name="GluePoint34Y" fmla="*/ 103 h 103"/>
              <a:gd name="GluePoint35X" fmla="*/ 72 w 91"/>
              <a:gd name="GluePoint35Y" fmla="*/ 102 h 103"/>
              <a:gd name="GluePoint36X" fmla="*/ 77 w 91"/>
              <a:gd name="GluePoint36Y" fmla="*/ 99 h 103"/>
              <a:gd name="GluePoint37X" fmla="*/ 83 w 91"/>
              <a:gd name="GluePoint37Y" fmla="*/ 97 h 103"/>
              <a:gd name="GluePoint38X" fmla="*/ 84 w 91"/>
              <a:gd name="GluePoint38Y" fmla="*/ 82 h 103"/>
              <a:gd name="GluePoint39X" fmla="*/ 80 w 91"/>
              <a:gd name="GluePoint39Y" fmla="*/ 86 h 103"/>
              <a:gd name="GluePoint40X" fmla="*/ 74 w 91"/>
              <a:gd name="GluePoint40Y" fmla="*/ 89 h 103"/>
              <a:gd name="GluePoint41X" fmla="*/ 68 w 91"/>
              <a:gd name="GluePoint41Y" fmla="*/ 91 h 103"/>
              <a:gd name="GluePoint42X" fmla="*/ 62 w 91"/>
              <a:gd name="GluePoint42Y" fmla="*/ 91 h 103"/>
              <a:gd name="GluePoint43X" fmla="*/ 55 w 91"/>
              <a:gd name="GluePoint43Y" fmla="*/ 91 h 103"/>
              <a:gd name="GluePoint44X" fmla="*/ 48 w 91"/>
              <a:gd name="GluePoint44Y" fmla="*/ 89 h 103"/>
              <a:gd name="GluePoint45X" fmla="*/ 43 w 91"/>
              <a:gd name="GluePoint45Y" fmla="*/ 86 h 103"/>
              <a:gd name="GluePoint46X" fmla="*/ 38 w 91"/>
              <a:gd name="GluePoint46Y" fmla="*/ 81 h 103"/>
              <a:gd name="GluePoint47X" fmla="*/ 35 w 91"/>
              <a:gd name="GluePoint47Y" fmla="*/ 75 h 103"/>
              <a:gd name="GluePoint48X" fmla="*/ 32 w 91"/>
              <a:gd name="GluePoint48Y" fmla="*/ 68 h 103"/>
              <a:gd name="GluePoint49X" fmla="*/ 31 w 91"/>
              <a:gd name="GluePoint49Y" fmla="*/ 60 h 103"/>
              <a:gd name="GluePoint50X" fmla="*/ 31 w 91"/>
              <a:gd name="GluePoint50Y" fmla="*/ 51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31" y="46"/>
                </a:moveTo>
                <a:lnTo>
                  <a:pt x="32" y="41"/>
                </a:lnTo>
                <a:lnTo>
                  <a:pt x="32" y="37"/>
                </a:lnTo>
                <a:lnTo>
                  <a:pt x="33" y="33"/>
                </a:lnTo>
                <a:lnTo>
                  <a:pt x="34" y="29"/>
                </a:lnTo>
                <a:lnTo>
                  <a:pt x="36" y="26"/>
                </a:lnTo>
                <a:lnTo>
                  <a:pt x="36" y="23"/>
                </a:lnTo>
                <a:lnTo>
                  <a:pt x="38" y="20"/>
                </a:lnTo>
                <a:lnTo>
                  <a:pt x="40" y="18"/>
                </a:lnTo>
                <a:lnTo>
                  <a:pt x="42" y="16"/>
                </a:lnTo>
                <a:lnTo>
                  <a:pt x="44" y="14"/>
                </a:lnTo>
                <a:lnTo>
                  <a:pt x="46" y="12"/>
                </a:lnTo>
                <a:lnTo>
                  <a:pt x="48" y="10"/>
                </a:lnTo>
                <a:lnTo>
                  <a:pt x="51" y="10"/>
                </a:lnTo>
                <a:lnTo>
                  <a:pt x="53" y="9"/>
                </a:lnTo>
                <a:lnTo>
                  <a:pt x="56" y="9"/>
                </a:lnTo>
                <a:lnTo>
                  <a:pt x="60" y="10"/>
                </a:lnTo>
                <a:lnTo>
                  <a:pt x="64" y="10"/>
                </a:lnTo>
                <a:lnTo>
                  <a:pt x="66" y="12"/>
                </a:lnTo>
                <a:lnTo>
                  <a:pt x="68" y="13"/>
                </a:lnTo>
                <a:lnTo>
                  <a:pt x="68" y="14"/>
                </a:lnTo>
                <a:lnTo>
                  <a:pt x="70" y="15"/>
                </a:lnTo>
                <a:lnTo>
                  <a:pt x="72" y="18"/>
                </a:lnTo>
                <a:lnTo>
                  <a:pt x="75" y="22"/>
                </a:lnTo>
                <a:lnTo>
                  <a:pt x="76" y="26"/>
                </a:lnTo>
                <a:lnTo>
                  <a:pt x="78" y="31"/>
                </a:lnTo>
                <a:lnTo>
                  <a:pt x="83" y="31"/>
                </a:lnTo>
                <a:lnTo>
                  <a:pt x="91" y="9"/>
                </a:lnTo>
                <a:lnTo>
                  <a:pt x="88" y="7"/>
                </a:lnTo>
                <a:lnTo>
                  <a:pt x="84" y="5"/>
                </a:lnTo>
                <a:lnTo>
                  <a:pt x="79" y="4"/>
                </a:lnTo>
                <a:lnTo>
                  <a:pt x="75" y="2"/>
                </a:lnTo>
                <a:lnTo>
                  <a:pt x="70" y="2"/>
                </a:lnTo>
                <a:lnTo>
                  <a:pt x="65" y="1"/>
                </a:lnTo>
                <a:lnTo>
                  <a:pt x="60" y="0"/>
                </a:lnTo>
                <a:lnTo>
                  <a:pt x="55" y="0"/>
                </a:lnTo>
                <a:lnTo>
                  <a:pt x="48" y="1"/>
                </a:lnTo>
                <a:lnTo>
                  <a:pt x="43" y="2"/>
                </a:lnTo>
                <a:lnTo>
                  <a:pt x="37" y="3"/>
                </a:lnTo>
                <a:lnTo>
                  <a:pt x="32" y="5"/>
                </a:lnTo>
                <a:lnTo>
                  <a:pt x="27" y="6"/>
                </a:lnTo>
                <a:lnTo>
                  <a:pt x="23" y="9"/>
                </a:lnTo>
                <a:lnTo>
                  <a:pt x="19" y="12"/>
                </a:lnTo>
                <a:lnTo>
                  <a:pt x="15" y="15"/>
                </a:lnTo>
                <a:lnTo>
                  <a:pt x="12" y="18"/>
                </a:lnTo>
                <a:lnTo>
                  <a:pt x="9" y="22"/>
                </a:lnTo>
                <a:lnTo>
                  <a:pt x="7" y="27"/>
                </a:lnTo>
                <a:lnTo>
                  <a:pt x="4" y="31"/>
                </a:lnTo>
                <a:lnTo>
                  <a:pt x="3" y="36"/>
                </a:lnTo>
                <a:lnTo>
                  <a:pt x="1" y="42"/>
                </a:lnTo>
                <a:lnTo>
                  <a:pt x="1" y="47"/>
                </a:lnTo>
                <a:lnTo>
                  <a:pt x="0" y="54"/>
                </a:lnTo>
                <a:lnTo>
                  <a:pt x="0" y="60"/>
                </a:lnTo>
                <a:lnTo>
                  <a:pt x="1" y="65"/>
                </a:lnTo>
                <a:lnTo>
                  <a:pt x="3" y="71"/>
                </a:lnTo>
                <a:lnTo>
                  <a:pt x="4" y="75"/>
                </a:lnTo>
                <a:lnTo>
                  <a:pt x="6" y="79"/>
                </a:lnTo>
                <a:lnTo>
                  <a:pt x="8" y="83"/>
                </a:lnTo>
                <a:lnTo>
                  <a:pt x="11" y="87"/>
                </a:lnTo>
                <a:lnTo>
                  <a:pt x="14" y="91"/>
                </a:lnTo>
                <a:lnTo>
                  <a:pt x="18" y="94"/>
                </a:lnTo>
                <a:lnTo>
                  <a:pt x="22" y="96"/>
                </a:lnTo>
                <a:lnTo>
                  <a:pt x="27" y="98"/>
                </a:lnTo>
                <a:lnTo>
                  <a:pt x="32" y="100"/>
                </a:lnTo>
                <a:lnTo>
                  <a:pt x="36" y="102"/>
                </a:lnTo>
                <a:lnTo>
                  <a:pt x="42" y="103"/>
                </a:lnTo>
                <a:lnTo>
                  <a:pt x="48" y="103"/>
                </a:lnTo>
                <a:lnTo>
                  <a:pt x="55" y="103"/>
                </a:lnTo>
                <a:lnTo>
                  <a:pt x="64" y="103"/>
                </a:lnTo>
                <a:lnTo>
                  <a:pt x="72" y="102"/>
                </a:lnTo>
                <a:lnTo>
                  <a:pt x="75" y="100"/>
                </a:lnTo>
                <a:lnTo>
                  <a:pt x="77" y="99"/>
                </a:lnTo>
                <a:lnTo>
                  <a:pt x="80" y="99"/>
                </a:lnTo>
                <a:lnTo>
                  <a:pt x="83" y="97"/>
                </a:lnTo>
                <a:lnTo>
                  <a:pt x="88" y="84"/>
                </a:lnTo>
                <a:lnTo>
                  <a:pt x="84" y="82"/>
                </a:lnTo>
                <a:lnTo>
                  <a:pt x="82" y="84"/>
                </a:lnTo>
                <a:lnTo>
                  <a:pt x="80" y="86"/>
                </a:lnTo>
                <a:lnTo>
                  <a:pt x="77" y="87"/>
                </a:lnTo>
                <a:lnTo>
                  <a:pt x="74" y="89"/>
                </a:lnTo>
                <a:lnTo>
                  <a:pt x="72" y="91"/>
                </a:lnTo>
                <a:lnTo>
                  <a:pt x="68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5" y="91"/>
                </a:lnTo>
                <a:lnTo>
                  <a:pt x="52" y="90"/>
                </a:lnTo>
                <a:lnTo>
                  <a:pt x="48" y="89"/>
                </a:lnTo>
                <a:lnTo>
                  <a:pt x="46" y="87"/>
                </a:lnTo>
                <a:lnTo>
                  <a:pt x="43" y="86"/>
                </a:lnTo>
                <a:lnTo>
                  <a:pt x="40" y="83"/>
                </a:lnTo>
                <a:lnTo>
                  <a:pt x="38" y="81"/>
                </a:lnTo>
                <a:lnTo>
                  <a:pt x="36" y="79"/>
                </a:lnTo>
                <a:lnTo>
                  <a:pt x="35" y="75"/>
                </a:lnTo>
                <a:lnTo>
                  <a:pt x="33" y="72"/>
                </a:lnTo>
                <a:lnTo>
                  <a:pt x="32" y="68"/>
                </a:lnTo>
                <a:lnTo>
                  <a:pt x="32" y="64"/>
                </a:lnTo>
                <a:lnTo>
                  <a:pt x="31" y="60"/>
                </a:lnTo>
                <a:lnTo>
                  <a:pt x="31" y="55"/>
                </a:lnTo>
                <a:lnTo>
                  <a:pt x="31" y="51"/>
                </a:lnTo>
                <a:lnTo>
                  <a:pt x="31" y="4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167" name="iṩļiḍè">
            <a:extLst>
              <a:ext uri="{FF2B5EF4-FFF2-40B4-BE49-F238E27FC236}">
                <a16:creationId xmlns:a16="http://schemas.microsoft.com/office/drawing/2014/main" id="{E7F1607A-2497-4B6E-BEFE-8563934347F9}"/>
              </a:ext>
            </a:extLst>
          </p:cNvPr>
          <p:cNvSpPr>
            <a:spLocks noGrp="1"/>
          </p:cNvSpPr>
          <p:nvPr/>
        </p:nvSpPr>
        <p:spPr>
          <a:xfrm>
            <a:off x="270540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4 w 93"/>
              <a:gd name="GluePoint5Y" fmla="*/ 57 h 157"/>
              <a:gd name="GluePoint6X" fmla="*/ 66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9 w 93"/>
              <a:gd name="GluePoint11Y" fmla="*/ 71 h 157"/>
              <a:gd name="GluePoint12X" fmla="*/ 26 w 93"/>
              <a:gd name="GluePoint12Y" fmla="*/ 0 h 157"/>
              <a:gd name="GluePoint13X" fmla="*/ 18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2 w 93"/>
              <a:gd name="GluePoint20Y" fmla="*/ 157 h 157"/>
              <a:gd name="GluePoint21X" fmla="*/ 29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30 w 93"/>
              <a:gd name="GluePoint24Y" fmla="*/ 89 h 157"/>
              <a:gd name="GluePoint25X" fmla="*/ 31 w 93"/>
              <a:gd name="GluePoint25Y" fmla="*/ 84 h 157"/>
              <a:gd name="GluePoint26X" fmla="*/ 34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50 w 93"/>
              <a:gd name="GluePoint30Y" fmla="*/ 72 h 157"/>
              <a:gd name="GluePoint31X" fmla="*/ 54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2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5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6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2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79"/>
                </a:move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4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40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30" y="89"/>
                </a:lnTo>
                <a:lnTo>
                  <a:pt x="30" y="87"/>
                </a:lnTo>
                <a:lnTo>
                  <a:pt x="31" y="84"/>
                </a:lnTo>
                <a:lnTo>
                  <a:pt x="32" y="81"/>
                </a:lnTo>
                <a:lnTo>
                  <a:pt x="34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4" y="73"/>
                </a:lnTo>
                <a:lnTo>
                  <a:pt x="55" y="74"/>
                </a:lnTo>
                <a:lnTo>
                  <a:pt x="57" y="75"/>
                </a:lnTo>
                <a:lnTo>
                  <a:pt x="58" y="77"/>
                </a:lnTo>
                <a:lnTo>
                  <a:pt x="59" y="78"/>
                </a:lnTo>
                <a:lnTo>
                  <a:pt x="61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5" y="106"/>
                </a:lnTo>
                <a:lnTo>
                  <a:pt x="65" y="157"/>
                </a:lnTo>
                <a:lnTo>
                  <a:pt x="68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3" y="82"/>
                </a:lnTo>
                <a:lnTo>
                  <a:pt x="92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168" name="íSļiḓê">
            <a:extLst>
              <a:ext uri="{FF2B5EF4-FFF2-40B4-BE49-F238E27FC236}">
                <a16:creationId xmlns:a16="http://schemas.microsoft.com/office/drawing/2014/main" id="{55ABDBE5-3715-494F-888D-D69321EF443B}"/>
              </a:ext>
            </a:extLst>
          </p:cNvPr>
          <p:cNvSpPr>
            <a:spLocks noGrp="1"/>
          </p:cNvSpPr>
          <p:nvPr/>
        </p:nvSpPr>
        <p:spPr>
          <a:xfrm>
            <a:off x="276084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1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1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9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60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5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9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1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9" y="4"/>
                </a:lnTo>
                <a:lnTo>
                  <a:pt x="75" y="2"/>
                </a:lnTo>
                <a:lnTo>
                  <a:pt x="72" y="2"/>
                </a:lnTo>
                <a:lnTo>
                  <a:pt x="68" y="1"/>
                </a:lnTo>
                <a:lnTo>
                  <a:pt x="65" y="0"/>
                </a:lnTo>
                <a:lnTo>
                  <a:pt x="61" y="0"/>
                </a:lnTo>
                <a:lnTo>
                  <a:pt x="56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6" y="102"/>
                </a:lnTo>
                <a:lnTo>
                  <a:pt x="29" y="102"/>
                </a:lnTo>
                <a:lnTo>
                  <a:pt x="29" y="55"/>
                </a:lnTo>
                <a:lnTo>
                  <a:pt x="28" y="51"/>
                </a:lnTo>
                <a:lnTo>
                  <a:pt x="29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1" y="32"/>
                </a:lnTo>
                <a:lnTo>
                  <a:pt x="31" y="29"/>
                </a:lnTo>
                <a:lnTo>
                  <a:pt x="33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1" y="18"/>
                </a:lnTo>
                <a:lnTo>
                  <a:pt x="43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2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9" y="22"/>
                </a:lnTo>
                <a:lnTo>
                  <a:pt x="60" y="23"/>
                </a:lnTo>
                <a:lnTo>
                  <a:pt x="61" y="26"/>
                </a:lnTo>
                <a:lnTo>
                  <a:pt x="62" y="27"/>
                </a:lnTo>
                <a:lnTo>
                  <a:pt x="63" y="30"/>
                </a:lnTo>
                <a:lnTo>
                  <a:pt x="63" y="33"/>
                </a:lnTo>
                <a:lnTo>
                  <a:pt x="64" y="36"/>
                </a:lnTo>
                <a:lnTo>
                  <a:pt x="65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5" y="102"/>
                </a:lnTo>
                <a:lnTo>
                  <a:pt x="79" y="102"/>
                </a:lnTo>
                <a:lnTo>
                  <a:pt x="83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169" name="iṧļïḑe">
            <a:extLst>
              <a:ext uri="{FF2B5EF4-FFF2-40B4-BE49-F238E27FC236}">
                <a16:creationId xmlns:a16="http://schemas.microsoft.com/office/drawing/2014/main" id="{AD68830B-12D9-4976-B7B8-B6F37E1DF3BB}"/>
              </a:ext>
            </a:extLst>
          </p:cNvPr>
          <p:cNvSpPr>
            <a:spLocks noGrp="1"/>
          </p:cNvSpPr>
          <p:nvPr/>
        </p:nvSpPr>
        <p:spPr>
          <a:xfrm>
            <a:off x="281520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6 w 102"/>
              <a:gd name="GluePoint2Y" fmla="*/ 25 h 103"/>
              <a:gd name="GluePoint3X" fmla="*/ 91 w 102"/>
              <a:gd name="GluePoint3Y" fmla="*/ 17 h 103"/>
              <a:gd name="GluePoint4X" fmla="*/ 84 w 102"/>
              <a:gd name="GluePoint4Y" fmla="*/ 10 h 103"/>
              <a:gd name="GluePoint5X" fmla="*/ 76 w 102"/>
              <a:gd name="GluePoint5Y" fmla="*/ 6 h 103"/>
              <a:gd name="GluePoint6X" fmla="*/ 67 w 102"/>
              <a:gd name="GluePoint6Y" fmla="*/ 2 h 103"/>
              <a:gd name="GluePoint7X" fmla="*/ 56 w 102"/>
              <a:gd name="GluePoint7Y" fmla="*/ 1 h 103"/>
              <a:gd name="GluePoint8X" fmla="*/ 44 w 102"/>
              <a:gd name="GluePoint8Y" fmla="*/ 1 h 103"/>
              <a:gd name="GluePoint9X" fmla="*/ 33 w 102"/>
              <a:gd name="GluePoint9Y" fmla="*/ 2 h 103"/>
              <a:gd name="GluePoint10X" fmla="*/ 24 w 102"/>
              <a:gd name="GluePoint10Y" fmla="*/ 6 h 103"/>
              <a:gd name="GluePoint11X" fmla="*/ 16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1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1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6 w 102"/>
              <a:gd name="GluePoint20Y" fmla="*/ 94 h 103"/>
              <a:gd name="GluePoint21X" fmla="*/ 24 w 102"/>
              <a:gd name="GluePoint21Y" fmla="*/ 98 h 103"/>
              <a:gd name="GluePoint22X" fmla="*/ 33 w 102"/>
              <a:gd name="GluePoint22Y" fmla="*/ 102 h 103"/>
              <a:gd name="GluePoint23X" fmla="*/ 44 w 102"/>
              <a:gd name="GluePoint23Y" fmla="*/ 103 h 103"/>
              <a:gd name="GluePoint24X" fmla="*/ 56 w 102"/>
              <a:gd name="GluePoint24Y" fmla="*/ 103 h 103"/>
              <a:gd name="GluePoint25X" fmla="*/ 67 w 102"/>
              <a:gd name="GluePoint25Y" fmla="*/ 102 h 103"/>
              <a:gd name="GluePoint26X" fmla="*/ 76 w 102"/>
              <a:gd name="GluePoint26Y" fmla="*/ 98 h 103"/>
              <a:gd name="GluePoint27X" fmla="*/ 84 w 102"/>
              <a:gd name="GluePoint27Y" fmla="*/ 92 h 103"/>
              <a:gd name="GluePoint28X" fmla="*/ 91 w 102"/>
              <a:gd name="GluePoint28Y" fmla="*/ 86 h 103"/>
              <a:gd name="GluePoint29X" fmla="*/ 96 w 102"/>
              <a:gd name="GluePoint29Y" fmla="*/ 78 h 103"/>
              <a:gd name="GluePoint30X" fmla="*/ 100 w 102"/>
              <a:gd name="GluePoint30Y" fmla="*/ 68 h 103"/>
              <a:gd name="GluePoint31X" fmla="*/ 101 w 102"/>
              <a:gd name="GluePoint31Y" fmla="*/ 56 h 103"/>
              <a:gd name="GluePoint32X" fmla="*/ 101 w 102"/>
              <a:gd name="GluePoint32Y" fmla="*/ 44 h 103"/>
              <a:gd name="GluePoint33X" fmla="*/ 70 w 102"/>
              <a:gd name="GluePoint33Y" fmla="*/ 58 h 103"/>
              <a:gd name="GluePoint34X" fmla="*/ 68 w 102"/>
              <a:gd name="GluePoint34Y" fmla="*/ 72 h 103"/>
              <a:gd name="GluePoint35X" fmla="*/ 66 w 102"/>
              <a:gd name="GluePoint35Y" fmla="*/ 79 h 103"/>
              <a:gd name="GluePoint36X" fmla="*/ 64 w 102"/>
              <a:gd name="GluePoint36Y" fmla="*/ 86 h 103"/>
              <a:gd name="GluePoint37X" fmla="*/ 60 w 102"/>
              <a:gd name="GluePoint37Y" fmla="*/ 91 h 103"/>
              <a:gd name="GluePoint38X" fmla="*/ 56 w 102"/>
              <a:gd name="GluePoint38Y" fmla="*/ 94 h 103"/>
              <a:gd name="GluePoint39X" fmla="*/ 53 w 102"/>
              <a:gd name="GluePoint39Y" fmla="*/ 95 h 103"/>
              <a:gd name="GluePoint40X" fmla="*/ 48 w 102"/>
              <a:gd name="GluePoint40Y" fmla="*/ 95 h 103"/>
              <a:gd name="GluePoint41X" fmla="*/ 44 w 102"/>
              <a:gd name="GluePoint41Y" fmla="*/ 94 h 103"/>
              <a:gd name="GluePoint42X" fmla="*/ 40 w 102"/>
              <a:gd name="GluePoint42Y" fmla="*/ 91 h 103"/>
              <a:gd name="GluePoint43X" fmla="*/ 36 w 102"/>
              <a:gd name="GluePoint43Y" fmla="*/ 87 h 103"/>
              <a:gd name="GluePoint44X" fmla="*/ 34 w 102"/>
              <a:gd name="GluePoint44Y" fmla="*/ 83 h 103"/>
              <a:gd name="GluePoint45X" fmla="*/ 32 w 102"/>
              <a:gd name="GluePoint45Y" fmla="*/ 75 h 103"/>
              <a:gd name="GluePoint46X" fmla="*/ 31 w 102"/>
              <a:gd name="GluePoint46Y" fmla="*/ 68 h 103"/>
              <a:gd name="GluePoint47X" fmla="*/ 30 w 102"/>
              <a:gd name="GluePoint47Y" fmla="*/ 59 h 103"/>
              <a:gd name="GluePoint48X" fmla="*/ 30 w 102"/>
              <a:gd name="GluePoint48Y" fmla="*/ 49 h 103"/>
              <a:gd name="GluePoint49X" fmla="*/ 31 w 102"/>
              <a:gd name="GluePoint49Y" fmla="*/ 38 h 103"/>
              <a:gd name="GluePoint50X" fmla="*/ 32 w 102"/>
              <a:gd name="GluePoint50Y" fmla="*/ 30 h 103"/>
              <a:gd name="GluePoint51X" fmla="*/ 34 w 102"/>
              <a:gd name="GluePoint51Y" fmla="*/ 23 h 103"/>
              <a:gd name="GluePoint52X" fmla="*/ 36 w 102"/>
              <a:gd name="GluePoint52Y" fmla="*/ 18 h 103"/>
              <a:gd name="GluePoint53X" fmla="*/ 40 w 102"/>
              <a:gd name="GluePoint53Y" fmla="*/ 14 h 103"/>
              <a:gd name="GluePoint54X" fmla="*/ 44 w 102"/>
              <a:gd name="GluePoint54Y" fmla="*/ 10 h 103"/>
              <a:gd name="GluePoint55X" fmla="*/ 48 w 102"/>
              <a:gd name="GluePoint55Y" fmla="*/ 9 h 103"/>
              <a:gd name="GluePoint56X" fmla="*/ 53 w 102"/>
              <a:gd name="GluePoint56Y" fmla="*/ 9 h 103"/>
              <a:gd name="GluePoint57X" fmla="*/ 58 w 102"/>
              <a:gd name="GluePoint57Y" fmla="*/ 10 h 103"/>
              <a:gd name="GluePoint58X" fmla="*/ 61 w 102"/>
              <a:gd name="GluePoint58Y" fmla="*/ 13 h 103"/>
              <a:gd name="GluePoint59X" fmla="*/ 64 w 102"/>
              <a:gd name="GluePoint59Y" fmla="*/ 16 h 103"/>
              <a:gd name="GluePoint60X" fmla="*/ 67 w 102"/>
              <a:gd name="GluePoint60Y" fmla="*/ 22 h 103"/>
              <a:gd name="GluePoint61X" fmla="*/ 68 w 102"/>
              <a:gd name="GluePoint61Y" fmla="*/ 27 h 103"/>
              <a:gd name="GluePoint62X" fmla="*/ 70 w 102"/>
              <a:gd name="GluePoint62Y" fmla="*/ 38 h 103"/>
              <a:gd name="GluePoint63X" fmla="*/ 70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0" y="38"/>
                </a:moveTo>
                <a:lnTo>
                  <a:pt x="100" y="34"/>
                </a:lnTo>
                <a:lnTo>
                  <a:pt x="97" y="29"/>
                </a:lnTo>
                <a:lnTo>
                  <a:pt x="96" y="25"/>
                </a:lnTo>
                <a:lnTo>
                  <a:pt x="93" y="21"/>
                </a:lnTo>
                <a:lnTo>
                  <a:pt x="91" y="17"/>
                </a:lnTo>
                <a:lnTo>
                  <a:pt x="88" y="14"/>
                </a:lnTo>
                <a:lnTo>
                  <a:pt x="84" y="10"/>
                </a:lnTo>
                <a:lnTo>
                  <a:pt x="80" y="8"/>
                </a:lnTo>
                <a:lnTo>
                  <a:pt x="76" y="6"/>
                </a:lnTo>
                <a:lnTo>
                  <a:pt x="72" y="4"/>
                </a:lnTo>
                <a:lnTo>
                  <a:pt x="67" y="2"/>
                </a:lnTo>
                <a:lnTo>
                  <a:pt x="62" y="1"/>
                </a:lnTo>
                <a:lnTo>
                  <a:pt x="56" y="1"/>
                </a:lnTo>
                <a:lnTo>
                  <a:pt x="51" y="0"/>
                </a:lnTo>
                <a:lnTo>
                  <a:pt x="44" y="1"/>
                </a:lnTo>
                <a:lnTo>
                  <a:pt x="39" y="1"/>
                </a:lnTo>
                <a:lnTo>
                  <a:pt x="33" y="2"/>
                </a:lnTo>
                <a:lnTo>
                  <a:pt x="28" y="4"/>
                </a:lnTo>
                <a:lnTo>
                  <a:pt x="24" y="6"/>
                </a:lnTo>
                <a:lnTo>
                  <a:pt x="20" y="9"/>
                </a:lnTo>
                <a:lnTo>
                  <a:pt x="16" y="12"/>
                </a:lnTo>
                <a:lnTo>
                  <a:pt x="12" y="14"/>
                </a:lnTo>
                <a:lnTo>
                  <a:pt x="10" y="18"/>
                </a:lnTo>
                <a:lnTo>
                  <a:pt x="7" y="22"/>
                </a:lnTo>
                <a:lnTo>
                  <a:pt x="5" y="27"/>
                </a:lnTo>
                <a:lnTo>
                  <a:pt x="3" y="31"/>
                </a:lnTo>
                <a:lnTo>
                  <a:pt x="1" y="37"/>
                </a:lnTo>
                <a:lnTo>
                  <a:pt x="0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3" y="75"/>
                </a:lnTo>
                <a:lnTo>
                  <a:pt x="5" y="80"/>
                </a:lnTo>
                <a:lnTo>
                  <a:pt x="7" y="84"/>
                </a:lnTo>
                <a:lnTo>
                  <a:pt x="10" y="87"/>
                </a:lnTo>
                <a:lnTo>
                  <a:pt x="12" y="91"/>
                </a:lnTo>
                <a:lnTo>
                  <a:pt x="16" y="94"/>
                </a:lnTo>
                <a:lnTo>
                  <a:pt x="20" y="96"/>
                </a:lnTo>
                <a:lnTo>
                  <a:pt x="24" y="98"/>
                </a:lnTo>
                <a:lnTo>
                  <a:pt x="28" y="100"/>
                </a:lnTo>
                <a:lnTo>
                  <a:pt x="33" y="102"/>
                </a:lnTo>
                <a:lnTo>
                  <a:pt x="39" y="103"/>
                </a:lnTo>
                <a:lnTo>
                  <a:pt x="44" y="103"/>
                </a:lnTo>
                <a:lnTo>
                  <a:pt x="51" y="103"/>
                </a:lnTo>
                <a:lnTo>
                  <a:pt x="56" y="103"/>
                </a:lnTo>
                <a:lnTo>
                  <a:pt x="62" y="103"/>
                </a:lnTo>
                <a:lnTo>
                  <a:pt x="67" y="102"/>
                </a:lnTo>
                <a:lnTo>
                  <a:pt x="72" y="99"/>
                </a:lnTo>
                <a:lnTo>
                  <a:pt x="76" y="98"/>
                </a:lnTo>
                <a:lnTo>
                  <a:pt x="80" y="95"/>
                </a:lnTo>
                <a:lnTo>
                  <a:pt x="84" y="92"/>
                </a:lnTo>
                <a:lnTo>
                  <a:pt x="88" y="90"/>
                </a:lnTo>
                <a:lnTo>
                  <a:pt x="91" y="86"/>
                </a:lnTo>
                <a:lnTo>
                  <a:pt x="93" y="82"/>
                </a:lnTo>
                <a:lnTo>
                  <a:pt x="96" y="78"/>
                </a:lnTo>
                <a:lnTo>
                  <a:pt x="97" y="73"/>
                </a:lnTo>
                <a:lnTo>
                  <a:pt x="100" y="68"/>
                </a:lnTo>
                <a:lnTo>
                  <a:pt x="100" y="63"/>
                </a:lnTo>
                <a:lnTo>
                  <a:pt x="101" y="56"/>
                </a:lnTo>
                <a:lnTo>
                  <a:pt x="102" y="50"/>
                </a:lnTo>
                <a:lnTo>
                  <a:pt x="101" y="44"/>
                </a:lnTo>
                <a:lnTo>
                  <a:pt x="100" y="38"/>
                </a:lnTo>
                <a:close/>
                <a:moveTo>
                  <a:pt x="70" y="58"/>
                </a:moveTo>
                <a:lnTo>
                  <a:pt x="69" y="68"/>
                </a:lnTo>
                <a:lnTo>
                  <a:pt x="68" y="72"/>
                </a:lnTo>
                <a:lnTo>
                  <a:pt x="68" y="76"/>
                </a:lnTo>
                <a:lnTo>
                  <a:pt x="66" y="79"/>
                </a:lnTo>
                <a:lnTo>
                  <a:pt x="65" y="83"/>
                </a:lnTo>
                <a:lnTo>
                  <a:pt x="64" y="86"/>
                </a:lnTo>
                <a:lnTo>
                  <a:pt x="62" y="88"/>
                </a:lnTo>
                <a:lnTo>
                  <a:pt x="60" y="91"/>
                </a:lnTo>
                <a:lnTo>
                  <a:pt x="59" y="92"/>
                </a:lnTo>
                <a:lnTo>
                  <a:pt x="56" y="94"/>
                </a:lnTo>
                <a:lnTo>
                  <a:pt x="55" y="95"/>
                </a:lnTo>
                <a:lnTo>
                  <a:pt x="53" y="95"/>
                </a:lnTo>
                <a:lnTo>
                  <a:pt x="51" y="95"/>
                </a:lnTo>
                <a:lnTo>
                  <a:pt x="48" y="95"/>
                </a:lnTo>
                <a:lnTo>
                  <a:pt x="45" y="95"/>
                </a:lnTo>
                <a:lnTo>
                  <a:pt x="44" y="94"/>
                </a:lnTo>
                <a:lnTo>
                  <a:pt x="41" y="93"/>
                </a:lnTo>
                <a:lnTo>
                  <a:pt x="40" y="91"/>
                </a:lnTo>
                <a:lnTo>
                  <a:pt x="38" y="90"/>
                </a:lnTo>
                <a:lnTo>
                  <a:pt x="36" y="87"/>
                </a:lnTo>
                <a:lnTo>
                  <a:pt x="35" y="85"/>
                </a:lnTo>
                <a:lnTo>
                  <a:pt x="34" y="83"/>
                </a:lnTo>
                <a:lnTo>
                  <a:pt x="32" y="79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1" y="63"/>
                </a:lnTo>
                <a:lnTo>
                  <a:pt x="30" y="59"/>
                </a:lnTo>
                <a:lnTo>
                  <a:pt x="30" y="54"/>
                </a:lnTo>
                <a:lnTo>
                  <a:pt x="30" y="49"/>
                </a:lnTo>
                <a:lnTo>
                  <a:pt x="31" y="43"/>
                </a:lnTo>
                <a:lnTo>
                  <a:pt x="31" y="38"/>
                </a:lnTo>
                <a:lnTo>
                  <a:pt x="32" y="34"/>
                </a:lnTo>
                <a:lnTo>
                  <a:pt x="32" y="30"/>
                </a:lnTo>
                <a:lnTo>
                  <a:pt x="33" y="27"/>
                </a:lnTo>
                <a:lnTo>
                  <a:pt x="34" y="23"/>
                </a:lnTo>
                <a:lnTo>
                  <a:pt x="36" y="21"/>
                </a:lnTo>
                <a:lnTo>
                  <a:pt x="36" y="18"/>
                </a:lnTo>
                <a:lnTo>
                  <a:pt x="38" y="16"/>
                </a:lnTo>
                <a:lnTo>
                  <a:pt x="40" y="14"/>
                </a:lnTo>
                <a:lnTo>
                  <a:pt x="42" y="12"/>
                </a:lnTo>
                <a:lnTo>
                  <a:pt x="44" y="10"/>
                </a:lnTo>
                <a:lnTo>
                  <a:pt x="46" y="10"/>
                </a:lnTo>
                <a:lnTo>
                  <a:pt x="48" y="9"/>
                </a:lnTo>
                <a:lnTo>
                  <a:pt x="51" y="9"/>
                </a:lnTo>
                <a:lnTo>
                  <a:pt x="53" y="9"/>
                </a:lnTo>
                <a:lnTo>
                  <a:pt x="56" y="10"/>
                </a:lnTo>
                <a:lnTo>
                  <a:pt x="58" y="10"/>
                </a:lnTo>
                <a:lnTo>
                  <a:pt x="60" y="11"/>
                </a:lnTo>
                <a:lnTo>
                  <a:pt x="61" y="13"/>
                </a:lnTo>
                <a:lnTo>
                  <a:pt x="63" y="14"/>
                </a:lnTo>
                <a:lnTo>
                  <a:pt x="64" y="16"/>
                </a:lnTo>
                <a:lnTo>
                  <a:pt x="66" y="18"/>
                </a:lnTo>
                <a:lnTo>
                  <a:pt x="67" y="22"/>
                </a:lnTo>
                <a:lnTo>
                  <a:pt x="68" y="24"/>
                </a:lnTo>
                <a:lnTo>
                  <a:pt x="68" y="27"/>
                </a:lnTo>
                <a:lnTo>
                  <a:pt x="69" y="30"/>
                </a:lnTo>
                <a:lnTo>
                  <a:pt x="70" y="38"/>
                </a:lnTo>
                <a:lnTo>
                  <a:pt x="71" y="47"/>
                </a:lnTo>
                <a:lnTo>
                  <a:pt x="70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170" name="ïṧļïdé">
            <a:extLst>
              <a:ext uri="{FF2B5EF4-FFF2-40B4-BE49-F238E27FC236}">
                <a16:creationId xmlns:a16="http://schemas.microsoft.com/office/drawing/2014/main" id="{2B0D2F1F-0863-41C5-A285-E650C56782B8}"/>
              </a:ext>
            </a:extLst>
          </p:cNvPr>
          <p:cNvSpPr>
            <a:spLocks noGrp="1"/>
          </p:cNvSpPr>
          <p:nvPr/>
        </p:nvSpPr>
        <p:spPr>
          <a:xfrm>
            <a:off x="2874240" y="931320"/>
            <a:ext cx="11880" cy="68040"/>
          </a:xfrm>
          <a:custGeom>
            <a:avLst/>
            <a:gdLst>
              <a:gd name="textAreaLeft" fmla="*/ 0 w 11880"/>
              <a:gd name="textAreaRight" fmla="*/ 12240 w 11880"/>
              <a:gd name="textAreaTop" fmla="*/ 0 h 68040"/>
              <a:gd name="textAreaBottom" fmla="*/ 68400 h 68040"/>
              <a:gd name="GluePoint1X" fmla="*/ 20 w 28"/>
              <a:gd name="GluePoint1Y" fmla="*/ 1 h 157"/>
              <a:gd name="GluePoint2X" fmla="*/ 17 w 28"/>
              <a:gd name="GluePoint2Y" fmla="*/ 1 h 157"/>
              <a:gd name="GluePoint3X" fmla="*/ 14 w 28"/>
              <a:gd name="GluePoint3Y" fmla="*/ 1 h 157"/>
              <a:gd name="GluePoint4X" fmla="*/ 13 w 28"/>
              <a:gd name="GluePoint4Y" fmla="*/ 1 h 157"/>
              <a:gd name="GluePoint5X" fmla="*/ 11 w 28"/>
              <a:gd name="GluePoint5Y" fmla="*/ 1 h 157"/>
              <a:gd name="GluePoint6X" fmla="*/ 9 w 28"/>
              <a:gd name="GluePoint6Y" fmla="*/ 1 h 157"/>
              <a:gd name="GluePoint7X" fmla="*/ 7 w 28"/>
              <a:gd name="GluePoint7Y" fmla="*/ 1 h 157"/>
              <a:gd name="GluePoint8X" fmla="*/ 3 w 28"/>
              <a:gd name="GluePoint8Y" fmla="*/ 0 h 157"/>
              <a:gd name="GluePoint9X" fmla="*/ 0 w 28"/>
              <a:gd name="GluePoint9Y" fmla="*/ 0 h 157"/>
              <a:gd name="GluePoint10X" fmla="*/ 0 w 28"/>
              <a:gd name="GluePoint10Y" fmla="*/ 157 h 157"/>
              <a:gd name="GluePoint11X" fmla="*/ 3 w 28"/>
              <a:gd name="GluePoint11Y" fmla="*/ 157 h 157"/>
              <a:gd name="GluePoint12X" fmla="*/ 7 w 28"/>
              <a:gd name="GluePoint12Y" fmla="*/ 157 h 157"/>
              <a:gd name="GluePoint13X" fmla="*/ 11 w 28"/>
              <a:gd name="GluePoint13Y" fmla="*/ 157 h 157"/>
              <a:gd name="GluePoint14X" fmla="*/ 14 w 28"/>
              <a:gd name="GluePoint14Y" fmla="*/ 157 h 157"/>
              <a:gd name="GluePoint15X" fmla="*/ 17 w 28"/>
              <a:gd name="GluePoint15Y" fmla="*/ 157 h 157"/>
              <a:gd name="GluePoint16X" fmla="*/ 21 w 28"/>
              <a:gd name="GluePoint16Y" fmla="*/ 157 h 157"/>
              <a:gd name="GluePoint17X" fmla="*/ 24 w 28"/>
              <a:gd name="GluePoint17Y" fmla="*/ 157 h 157"/>
              <a:gd name="GluePoint18X" fmla="*/ 28 w 28"/>
              <a:gd name="GluePoint18Y" fmla="*/ 157 h 157"/>
              <a:gd name="GluePoint19X" fmla="*/ 28 w 28"/>
              <a:gd name="GluePoint19Y" fmla="*/ 0 h 157"/>
              <a:gd name="GluePoint20X" fmla="*/ 25 w 28"/>
              <a:gd name="GluePoint20Y" fmla="*/ 0 h 157"/>
              <a:gd name="GluePoint21X" fmla="*/ 20 w 28"/>
              <a:gd name="GluePoint21Y" fmla="*/ 1 h 157"/>
            </a:gdLst>
            <a:ahLst/>
            <a:cxnLst/>
            <a:rect l="textAreaLeft" t="textAreaTop" r="textAreaRight" b="textAreaBottom"/>
            <a:pathLst>
              <a:path w="28" h="157">
                <a:moveTo>
                  <a:pt x="20" y="1"/>
                </a:move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7" y="157"/>
                </a:lnTo>
                <a:lnTo>
                  <a:pt x="21" y="157"/>
                </a:lnTo>
                <a:lnTo>
                  <a:pt x="24" y="157"/>
                </a:lnTo>
                <a:lnTo>
                  <a:pt x="28" y="157"/>
                </a:lnTo>
                <a:lnTo>
                  <a:pt x="28" y="0"/>
                </a:lnTo>
                <a:lnTo>
                  <a:pt x="25" y="0"/>
                </a:lnTo>
                <a:lnTo>
                  <a:pt x="20" y="1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171" name="íṩliďé">
            <a:extLst>
              <a:ext uri="{FF2B5EF4-FFF2-40B4-BE49-F238E27FC236}">
                <a16:creationId xmlns:a16="http://schemas.microsoft.com/office/drawing/2014/main" id="{76E32D19-89B0-43EF-BE9C-EB0284705B63}"/>
              </a:ext>
            </a:extLst>
          </p:cNvPr>
          <p:cNvSpPr>
            <a:spLocks noGrp="1"/>
          </p:cNvSpPr>
          <p:nvPr/>
        </p:nvSpPr>
        <p:spPr>
          <a:xfrm>
            <a:off x="2900880" y="955440"/>
            <a:ext cx="44640" cy="44640"/>
          </a:xfrm>
          <a:custGeom>
            <a:avLst/>
            <a:gdLst>
              <a:gd name="textAreaLeft" fmla="*/ 0 w 44640"/>
              <a:gd name="textAreaRight" fmla="*/ 45000 w 44640"/>
              <a:gd name="textAreaTop" fmla="*/ 0 h 44640"/>
              <a:gd name="textAreaBottom" fmla="*/ 45000 h 44640"/>
              <a:gd name="GluePoint1X" fmla="*/ 100 w 103"/>
              <a:gd name="GluePoint1Y" fmla="*/ 34 h 103"/>
              <a:gd name="GluePoint2X" fmla="*/ 96 w 103"/>
              <a:gd name="GluePoint2Y" fmla="*/ 25 h 103"/>
              <a:gd name="GluePoint3X" fmla="*/ 92 w 103"/>
              <a:gd name="GluePoint3Y" fmla="*/ 17 h 103"/>
              <a:gd name="GluePoint4X" fmla="*/ 85 w 103"/>
              <a:gd name="GluePoint4Y" fmla="*/ 10 h 103"/>
              <a:gd name="GluePoint5X" fmla="*/ 77 w 103"/>
              <a:gd name="GluePoint5Y" fmla="*/ 6 h 103"/>
              <a:gd name="GluePoint6X" fmla="*/ 68 w 103"/>
              <a:gd name="GluePoint6Y" fmla="*/ 2 h 103"/>
              <a:gd name="GluePoint7X" fmla="*/ 57 w 103"/>
              <a:gd name="GluePoint7Y" fmla="*/ 1 h 103"/>
              <a:gd name="GluePoint8X" fmla="*/ 45 w 103"/>
              <a:gd name="GluePoint8Y" fmla="*/ 1 h 103"/>
              <a:gd name="GluePoint9X" fmla="*/ 35 w 103"/>
              <a:gd name="GluePoint9Y" fmla="*/ 2 h 103"/>
              <a:gd name="GluePoint10X" fmla="*/ 25 w 103"/>
              <a:gd name="GluePoint10Y" fmla="*/ 6 h 103"/>
              <a:gd name="GluePoint11X" fmla="*/ 17 w 103"/>
              <a:gd name="GluePoint11Y" fmla="*/ 12 h 103"/>
              <a:gd name="GluePoint12X" fmla="*/ 11 w 103"/>
              <a:gd name="GluePoint12Y" fmla="*/ 18 h 103"/>
              <a:gd name="GluePoint13X" fmla="*/ 5 w 103"/>
              <a:gd name="GluePoint13Y" fmla="*/ 27 h 103"/>
              <a:gd name="GluePoint14X" fmla="*/ 2 w 103"/>
              <a:gd name="GluePoint14Y" fmla="*/ 37 h 103"/>
              <a:gd name="GluePoint15X" fmla="*/ 0 w 103"/>
              <a:gd name="GluePoint15Y" fmla="*/ 48 h 103"/>
              <a:gd name="GluePoint16X" fmla="*/ 0 w 103"/>
              <a:gd name="GluePoint16Y" fmla="*/ 61 h 103"/>
              <a:gd name="GluePoint17X" fmla="*/ 2 w 103"/>
              <a:gd name="GluePoint17Y" fmla="*/ 71 h 103"/>
              <a:gd name="GluePoint18X" fmla="*/ 5 w 103"/>
              <a:gd name="GluePoint18Y" fmla="*/ 80 h 103"/>
              <a:gd name="GluePoint19X" fmla="*/ 11 w 103"/>
              <a:gd name="GluePoint19Y" fmla="*/ 87 h 103"/>
              <a:gd name="GluePoint20X" fmla="*/ 17 w 103"/>
              <a:gd name="GluePoint20Y" fmla="*/ 94 h 103"/>
              <a:gd name="GluePoint21X" fmla="*/ 25 w 103"/>
              <a:gd name="GluePoint21Y" fmla="*/ 98 h 103"/>
              <a:gd name="GluePoint22X" fmla="*/ 35 w 103"/>
              <a:gd name="GluePoint22Y" fmla="*/ 102 h 103"/>
              <a:gd name="GluePoint23X" fmla="*/ 45 w 103"/>
              <a:gd name="GluePoint23Y" fmla="*/ 103 h 103"/>
              <a:gd name="GluePoint24X" fmla="*/ 57 w 103"/>
              <a:gd name="GluePoint24Y" fmla="*/ 103 h 103"/>
              <a:gd name="GluePoint25X" fmla="*/ 68 w 103"/>
              <a:gd name="GluePoint25Y" fmla="*/ 102 h 103"/>
              <a:gd name="GluePoint26X" fmla="*/ 77 w 103"/>
              <a:gd name="GluePoint26Y" fmla="*/ 98 h 103"/>
              <a:gd name="GluePoint27X" fmla="*/ 85 w 103"/>
              <a:gd name="GluePoint27Y" fmla="*/ 92 h 103"/>
              <a:gd name="GluePoint28X" fmla="*/ 92 w 103"/>
              <a:gd name="GluePoint28Y" fmla="*/ 86 h 103"/>
              <a:gd name="GluePoint29X" fmla="*/ 96 w 103"/>
              <a:gd name="GluePoint29Y" fmla="*/ 78 h 103"/>
              <a:gd name="GluePoint30X" fmla="*/ 100 w 103"/>
              <a:gd name="GluePoint30Y" fmla="*/ 68 h 103"/>
              <a:gd name="GluePoint31X" fmla="*/ 102 w 103"/>
              <a:gd name="GluePoint31Y" fmla="*/ 56 h 103"/>
              <a:gd name="GluePoint32X" fmla="*/ 102 w 103"/>
              <a:gd name="GluePoint32Y" fmla="*/ 44 h 103"/>
              <a:gd name="GluePoint33X" fmla="*/ 71 w 103"/>
              <a:gd name="GluePoint33Y" fmla="*/ 58 h 103"/>
              <a:gd name="GluePoint34X" fmla="*/ 69 w 103"/>
              <a:gd name="GluePoint34Y" fmla="*/ 72 h 103"/>
              <a:gd name="GluePoint35X" fmla="*/ 67 w 103"/>
              <a:gd name="GluePoint35Y" fmla="*/ 79 h 103"/>
              <a:gd name="GluePoint36X" fmla="*/ 64 w 103"/>
              <a:gd name="GluePoint36Y" fmla="*/ 86 h 103"/>
              <a:gd name="GluePoint37X" fmla="*/ 61 w 103"/>
              <a:gd name="GluePoint37Y" fmla="*/ 91 h 103"/>
              <a:gd name="GluePoint38X" fmla="*/ 58 w 103"/>
              <a:gd name="GluePoint38Y" fmla="*/ 94 h 103"/>
              <a:gd name="GluePoint39X" fmla="*/ 53 w 103"/>
              <a:gd name="GluePoint39Y" fmla="*/ 95 h 103"/>
              <a:gd name="GluePoint40X" fmla="*/ 49 w 103"/>
              <a:gd name="GluePoint40Y" fmla="*/ 95 h 103"/>
              <a:gd name="GluePoint41X" fmla="*/ 44 w 103"/>
              <a:gd name="GluePoint41Y" fmla="*/ 94 h 103"/>
              <a:gd name="GluePoint42X" fmla="*/ 40 w 103"/>
              <a:gd name="GluePoint42Y" fmla="*/ 91 h 103"/>
              <a:gd name="GluePoint43X" fmla="*/ 37 w 103"/>
              <a:gd name="GluePoint43Y" fmla="*/ 87 h 103"/>
              <a:gd name="GluePoint44X" fmla="*/ 35 w 103"/>
              <a:gd name="GluePoint44Y" fmla="*/ 83 h 103"/>
              <a:gd name="GluePoint45X" fmla="*/ 33 w 103"/>
              <a:gd name="GluePoint45Y" fmla="*/ 75 h 103"/>
              <a:gd name="GluePoint46X" fmla="*/ 32 w 103"/>
              <a:gd name="GluePoint46Y" fmla="*/ 68 h 103"/>
              <a:gd name="GluePoint47X" fmla="*/ 31 w 103"/>
              <a:gd name="GluePoint47Y" fmla="*/ 59 h 103"/>
              <a:gd name="GluePoint48X" fmla="*/ 31 w 103"/>
              <a:gd name="GluePoint48Y" fmla="*/ 49 h 103"/>
              <a:gd name="GluePoint49X" fmla="*/ 32 w 103"/>
              <a:gd name="GluePoint49Y" fmla="*/ 38 h 103"/>
              <a:gd name="GluePoint50X" fmla="*/ 33 w 103"/>
              <a:gd name="GluePoint50Y" fmla="*/ 30 h 103"/>
              <a:gd name="GluePoint51X" fmla="*/ 35 w 103"/>
              <a:gd name="GluePoint51Y" fmla="*/ 23 h 103"/>
              <a:gd name="GluePoint52X" fmla="*/ 38 w 103"/>
              <a:gd name="GluePoint52Y" fmla="*/ 18 h 103"/>
              <a:gd name="GluePoint53X" fmla="*/ 41 w 103"/>
              <a:gd name="GluePoint53Y" fmla="*/ 14 h 103"/>
              <a:gd name="GluePoint54X" fmla="*/ 45 w 103"/>
              <a:gd name="GluePoint54Y" fmla="*/ 10 h 103"/>
              <a:gd name="GluePoint55X" fmla="*/ 50 w 103"/>
              <a:gd name="GluePoint55Y" fmla="*/ 9 h 103"/>
              <a:gd name="GluePoint56X" fmla="*/ 55 w 103"/>
              <a:gd name="GluePoint56Y" fmla="*/ 9 h 103"/>
              <a:gd name="GluePoint57X" fmla="*/ 59 w 103"/>
              <a:gd name="GluePoint57Y" fmla="*/ 10 h 103"/>
              <a:gd name="GluePoint58X" fmla="*/ 62 w 103"/>
              <a:gd name="GluePoint58Y" fmla="*/ 13 h 103"/>
              <a:gd name="GluePoint59X" fmla="*/ 65 w 103"/>
              <a:gd name="GluePoint59Y" fmla="*/ 16 h 103"/>
              <a:gd name="GluePoint60X" fmla="*/ 68 w 103"/>
              <a:gd name="GluePoint60Y" fmla="*/ 22 h 103"/>
              <a:gd name="GluePoint61X" fmla="*/ 69 w 103"/>
              <a:gd name="GluePoint61Y" fmla="*/ 27 h 103"/>
              <a:gd name="GluePoint62X" fmla="*/ 72 w 103"/>
              <a:gd name="GluePoint62Y" fmla="*/ 38 h 103"/>
              <a:gd name="GluePoint63X" fmla="*/ 71 w 103"/>
              <a:gd name="GluePoint63Y" fmla="*/ 58 h 103"/>
            </a:gdLst>
            <a:ahLst/>
            <a:cxnLst/>
            <a:rect l="textAreaLeft" t="textAreaTop" r="textAreaRight" b="textAreaBottom"/>
            <a:pathLst>
              <a:path w="103" h="103">
                <a:moveTo>
                  <a:pt x="101" y="38"/>
                </a:moveTo>
                <a:lnTo>
                  <a:pt x="100" y="34"/>
                </a:lnTo>
                <a:lnTo>
                  <a:pt x="99" y="29"/>
                </a:lnTo>
                <a:lnTo>
                  <a:pt x="96" y="25"/>
                </a:lnTo>
                <a:lnTo>
                  <a:pt x="94" y="21"/>
                </a:lnTo>
                <a:lnTo>
                  <a:pt x="92" y="17"/>
                </a:lnTo>
                <a:lnTo>
                  <a:pt x="88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2" y="0"/>
                </a:lnTo>
                <a:lnTo>
                  <a:pt x="45" y="1"/>
                </a:lnTo>
                <a:lnTo>
                  <a:pt x="40" y="1"/>
                </a:lnTo>
                <a:lnTo>
                  <a:pt x="35" y="2"/>
                </a:lnTo>
                <a:lnTo>
                  <a:pt x="29" y="4"/>
                </a:lnTo>
                <a:lnTo>
                  <a:pt x="25" y="6"/>
                </a:lnTo>
                <a:lnTo>
                  <a:pt x="20" y="9"/>
                </a:lnTo>
                <a:lnTo>
                  <a:pt x="17" y="12"/>
                </a:lnTo>
                <a:lnTo>
                  <a:pt x="14" y="14"/>
                </a:lnTo>
                <a:lnTo>
                  <a:pt x="11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1" y="87"/>
                </a:lnTo>
                <a:lnTo>
                  <a:pt x="14" y="91"/>
                </a:lnTo>
                <a:lnTo>
                  <a:pt x="17" y="94"/>
                </a:lnTo>
                <a:lnTo>
                  <a:pt x="20" y="96"/>
                </a:lnTo>
                <a:lnTo>
                  <a:pt x="25" y="98"/>
                </a:lnTo>
                <a:lnTo>
                  <a:pt x="29" y="100"/>
                </a:lnTo>
                <a:lnTo>
                  <a:pt x="35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8" y="90"/>
                </a:lnTo>
                <a:lnTo>
                  <a:pt x="92" y="86"/>
                </a:lnTo>
                <a:lnTo>
                  <a:pt x="94" y="82"/>
                </a:lnTo>
                <a:lnTo>
                  <a:pt x="96" y="78"/>
                </a:lnTo>
                <a:lnTo>
                  <a:pt x="99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3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70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6" y="83"/>
                </a:lnTo>
                <a:lnTo>
                  <a:pt x="64" y="86"/>
                </a:lnTo>
                <a:lnTo>
                  <a:pt x="63" y="88"/>
                </a:lnTo>
                <a:lnTo>
                  <a:pt x="61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3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4" y="94"/>
                </a:lnTo>
                <a:lnTo>
                  <a:pt x="42" y="93"/>
                </a:lnTo>
                <a:lnTo>
                  <a:pt x="40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4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4" y="27"/>
                </a:lnTo>
                <a:lnTo>
                  <a:pt x="35" y="23"/>
                </a:lnTo>
                <a:lnTo>
                  <a:pt x="36" y="21"/>
                </a:lnTo>
                <a:lnTo>
                  <a:pt x="38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6" y="10"/>
                </a:lnTo>
                <a:lnTo>
                  <a:pt x="59" y="10"/>
                </a:lnTo>
                <a:lnTo>
                  <a:pt x="60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8" y="24"/>
                </a:lnTo>
                <a:lnTo>
                  <a:pt x="69" y="27"/>
                </a:lnTo>
                <a:lnTo>
                  <a:pt x="70" y="30"/>
                </a:lnTo>
                <a:lnTo>
                  <a:pt x="72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172" name="iṩ1ïḑé">
            <a:extLst>
              <a:ext uri="{FF2B5EF4-FFF2-40B4-BE49-F238E27FC236}">
                <a16:creationId xmlns:a16="http://schemas.microsoft.com/office/drawing/2014/main" id="{99053FFB-A150-4BBB-9B1B-7854A0F700AE}"/>
              </a:ext>
            </a:extLst>
          </p:cNvPr>
          <p:cNvSpPr>
            <a:spLocks noGrp="1"/>
          </p:cNvSpPr>
          <p:nvPr/>
        </p:nvSpPr>
        <p:spPr>
          <a:xfrm>
            <a:off x="2956320" y="955440"/>
            <a:ext cx="41400" cy="67680"/>
          </a:xfrm>
          <a:custGeom>
            <a:avLst/>
            <a:gdLst>
              <a:gd name="textAreaLeft" fmla="*/ 0 w 41400"/>
              <a:gd name="textAreaRight" fmla="*/ 41760 w 41400"/>
              <a:gd name="textAreaTop" fmla="*/ 0 h 67680"/>
              <a:gd name="textAreaBottom" fmla="*/ 68040 h 67680"/>
              <a:gd name="GluePoint1X" fmla="*/ 90 w 96"/>
              <a:gd name="GluePoint1Y" fmla="*/ 95 h 156"/>
              <a:gd name="GluePoint2X" fmla="*/ 79 w 96"/>
              <a:gd name="GluePoint2Y" fmla="*/ 88 h 156"/>
              <a:gd name="GluePoint3X" fmla="*/ 48 w 96"/>
              <a:gd name="GluePoint3Y" fmla="*/ 85 h 156"/>
              <a:gd name="GluePoint4X" fmla="*/ 34 w 96"/>
              <a:gd name="GluePoint4Y" fmla="*/ 82 h 156"/>
              <a:gd name="GluePoint5X" fmla="*/ 30 w 96"/>
              <a:gd name="GluePoint5Y" fmla="*/ 75 h 156"/>
              <a:gd name="GluePoint6X" fmla="*/ 33 w 96"/>
              <a:gd name="GluePoint6Y" fmla="*/ 70 h 156"/>
              <a:gd name="GluePoint7X" fmla="*/ 41 w 96"/>
              <a:gd name="GluePoint7Y" fmla="*/ 67 h 156"/>
              <a:gd name="GluePoint8X" fmla="*/ 57 w 96"/>
              <a:gd name="GluePoint8Y" fmla="*/ 66 h 156"/>
              <a:gd name="GluePoint9X" fmla="*/ 74 w 96"/>
              <a:gd name="GluePoint9Y" fmla="*/ 58 h 156"/>
              <a:gd name="GluePoint10X" fmla="*/ 84 w 96"/>
              <a:gd name="GluePoint10Y" fmla="*/ 44 h 156"/>
              <a:gd name="GluePoint11X" fmla="*/ 86 w 96"/>
              <a:gd name="GluePoint11Y" fmla="*/ 26 h 156"/>
              <a:gd name="GluePoint12X" fmla="*/ 78 w 96"/>
              <a:gd name="GluePoint12Y" fmla="*/ 12 h 156"/>
              <a:gd name="GluePoint13X" fmla="*/ 64 w 96"/>
              <a:gd name="GluePoint13Y" fmla="*/ 1 h 156"/>
              <a:gd name="GluePoint14X" fmla="*/ 48 w 96"/>
              <a:gd name="GluePoint14Y" fmla="*/ 0 h 156"/>
              <a:gd name="GluePoint15X" fmla="*/ 23 w 96"/>
              <a:gd name="GluePoint15Y" fmla="*/ 3 h 156"/>
              <a:gd name="GluePoint16X" fmla="*/ 7 w 96"/>
              <a:gd name="GluePoint16Y" fmla="*/ 12 h 156"/>
              <a:gd name="GluePoint17X" fmla="*/ 1 w 96"/>
              <a:gd name="GluePoint17Y" fmla="*/ 28 h 156"/>
              <a:gd name="GluePoint18X" fmla="*/ 2 w 96"/>
              <a:gd name="GluePoint18Y" fmla="*/ 44 h 156"/>
              <a:gd name="GluePoint19X" fmla="*/ 9 w 96"/>
              <a:gd name="GluePoint19Y" fmla="*/ 56 h 156"/>
              <a:gd name="GluePoint20X" fmla="*/ 21 w 96"/>
              <a:gd name="GluePoint20Y" fmla="*/ 63 h 156"/>
              <a:gd name="GluePoint21X" fmla="*/ 17 w 96"/>
              <a:gd name="GluePoint21Y" fmla="*/ 70 h 156"/>
              <a:gd name="GluePoint22X" fmla="*/ 8 w 96"/>
              <a:gd name="GluePoint22Y" fmla="*/ 84 h 156"/>
              <a:gd name="GluePoint23X" fmla="*/ 10 w 96"/>
              <a:gd name="GluePoint23Y" fmla="*/ 97 h 156"/>
              <a:gd name="GluePoint24X" fmla="*/ 20 w 96"/>
              <a:gd name="GluePoint24Y" fmla="*/ 103 h 156"/>
              <a:gd name="GluePoint25X" fmla="*/ 4 w 96"/>
              <a:gd name="GluePoint25Y" fmla="*/ 113 h 156"/>
              <a:gd name="GluePoint26X" fmla="*/ 0 w 96"/>
              <a:gd name="GluePoint26Y" fmla="*/ 131 h 156"/>
              <a:gd name="GluePoint27X" fmla="*/ 6 w 96"/>
              <a:gd name="GluePoint27Y" fmla="*/ 144 h 156"/>
              <a:gd name="GluePoint28X" fmla="*/ 20 w 96"/>
              <a:gd name="GluePoint28Y" fmla="*/ 152 h 156"/>
              <a:gd name="GluePoint29X" fmla="*/ 42 w 96"/>
              <a:gd name="GluePoint29Y" fmla="*/ 156 h 156"/>
              <a:gd name="GluePoint30X" fmla="*/ 70 w 96"/>
              <a:gd name="GluePoint30Y" fmla="*/ 150 h 156"/>
              <a:gd name="GluePoint31X" fmla="*/ 87 w 96"/>
              <a:gd name="GluePoint31Y" fmla="*/ 137 h 156"/>
              <a:gd name="GluePoint32X" fmla="*/ 95 w 96"/>
              <a:gd name="GluePoint32Y" fmla="*/ 116 h 156"/>
              <a:gd name="GluePoint33X" fmla="*/ 30 w 96"/>
              <a:gd name="GluePoint33Y" fmla="*/ 29 h 156"/>
              <a:gd name="GluePoint34X" fmla="*/ 34 w 96"/>
              <a:gd name="GluePoint34Y" fmla="*/ 14 h 156"/>
              <a:gd name="GluePoint35X" fmla="*/ 40 w 96"/>
              <a:gd name="GluePoint35Y" fmla="*/ 9 h 156"/>
              <a:gd name="GluePoint36X" fmla="*/ 47 w 96"/>
              <a:gd name="GluePoint36Y" fmla="*/ 8 h 156"/>
              <a:gd name="GluePoint37X" fmla="*/ 53 w 96"/>
              <a:gd name="GluePoint37Y" fmla="*/ 12 h 156"/>
              <a:gd name="GluePoint38X" fmla="*/ 58 w 96"/>
              <a:gd name="GluePoint38Y" fmla="*/ 31 h 156"/>
              <a:gd name="GluePoint39X" fmla="*/ 53 w 96"/>
              <a:gd name="GluePoint39Y" fmla="*/ 55 h 156"/>
              <a:gd name="GluePoint40X" fmla="*/ 47 w 96"/>
              <a:gd name="GluePoint40Y" fmla="*/ 59 h 156"/>
              <a:gd name="GluePoint41X" fmla="*/ 39 w 96"/>
              <a:gd name="GluePoint41Y" fmla="*/ 59 h 156"/>
              <a:gd name="GluePoint42X" fmla="*/ 34 w 96"/>
              <a:gd name="GluePoint42Y" fmla="*/ 54 h 156"/>
              <a:gd name="GluePoint43X" fmla="*/ 30 w 96"/>
              <a:gd name="GluePoint43Y" fmla="*/ 29 h 156"/>
              <a:gd name="GluePoint44X" fmla="*/ 70 w 96"/>
              <a:gd name="GluePoint44Y" fmla="*/ 131 h 156"/>
              <a:gd name="GluePoint45X" fmla="*/ 64 w 96"/>
              <a:gd name="GluePoint45Y" fmla="*/ 140 h 156"/>
              <a:gd name="GluePoint46X" fmla="*/ 54 w 96"/>
              <a:gd name="GluePoint46Y" fmla="*/ 146 h 156"/>
              <a:gd name="GluePoint47X" fmla="*/ 41 w 96"/>
              <a:gd name="GluePoint47Y" fmla="*/ 146 h 156"/>
              <a:gd name="GluePoint48X" fmla="*/ 28 w 96"/>
              <a:gd name="GluePoint48Y" fmla="*/ 142 h 156"/>
              <a:gd name="GluePoint49X" fmla="*/ 21 w 96"/>
              <a:gd name="GluePoint49Y" fmla="*/ 133 h 156"/>
              <a:gd name="GluePoint50X" fmla="*/ 18 w 96"/>
              <a:gd name="GluePoint50Y" fmla="*/ 121 h 156"/>
              <a:gd name="GluePoint51X" fmla="*/ 20 w 96"/>
              <a:gd name="GluePoint51Y" fmla="*/ 112 h 156"/>
              <a:gd name="GluePoint52X" fmla="*/ 25 w 96"/>
              <a:gd name="GluePoint52Y" fmla="*/ 107 h 156"/>
              <a:gd name="GluePoint53X" fmla="*/ 42 w 96"/>
              <a:gd name="GluePoint53Y" fmla="*/ 103 h 156"/>
              <a:gd name="GluePoint54X" fmla="*/ 58 w 96"/>
              <a:gd name="GluePoint54Y" fmla="*/ 105 h 156"/>
              <a:gd name="GluePoint55X" fmla="*/ 68 w 96"/>
              <a:gd name="GluePoint55Y" fmla="*/ 111 h 156"/>
              <a:gd name="GluePoint56X" fmla="*/ 72 w 96"/>
              <a:gd name="GluePoint56Y" fmla="*/ 122 h 156"/>
            </a:gdLst>
            <a:ahLst/>
            <a:cxnLst/>
            <a:rect l="textAreaLeft" t="textAreaTop" r="textAreaRight" b="textAreaBottom"/>
            <a:pathLst>
              <a:path w="96" h="156">
                <a:moveTo>
                  <a:pt x="95" y="103"/>
                </a:moveTo>
                <a:lnTo>
                  <a:pt x="94" y="101"/>
                </a:lnTo>
                <a:lnTo>
                  <a:pt x="93" y="99"/>
                </a:lnTo>
                <a:lnTo>
                  <a:pt x="91" y="96"/>
                </a:lnTo>
                <a:lnTo>
                  <a:pt x="90" y="95"/>
                </a:lnTo>
                <a:lnTo>
                  <a:pt x="88" y="93"/>
                </a:lnTo>
                <a:lnTo>
                  <a:pt x="86" y="91"/>
                </a:lnTo>
                <a:lnTo>
                  <a:pt x="84" y="91"/>
                </a:lnTo>
                <a:lnTo>
                  <a:pt x="82" y="89"/>
                </a:lnTo>
                <a:lnTo>
                  <a:pt x="79" y="88"/>
                </a:lnTo>
                <a:lnTo>
                  <a:pt x="76" y="87"/>
                </a:lnTo>
                <a:lnTo>
                  <a:pt x="73" y="87"/>
                </a:lnTo>
                <a:lnTo>
                  <a:pt x="70" y="86"/>
                </a:lnTo>
                <a:lnTo>
                  <a:pt x="66" y="86"/>
                </a:lnTo>
                <a:lnTo>
                  <a:pt x="48" y="85"/>
                </a:lnTo>
                <a:lnTo>
                  <a:pt x="43" y="85"/>
                </a:lnTo>
                <a:lnTo>
                  <a:pt x="40" y="85"/>
                </a:lnTo>
                <a:lnTo>
                  <a:pt x="37" y="84"/>
                </a:lnTo>
                <a:lnTo>
                  <a:pt x="34" y="83"/>
                </a:lnTo>
                <a:lnTo>
                  <a:pt x="34" y="82"/>
                </a:lnTo>
                <a:lnTo>
                  <a:pt x="33" y="81"/>
                </a:lnTo>
                <a:lnTo>
                  <a:pt x="32" y="80"/>
                </a:lnTo>
                <a:lnTo>
                  <a:pt x="31" y="79"/>
                </a:lnTo>
                <a:lnTo>
                  <a:pt x="30" y="77"/>
                </a:lnTo>
                <a:lnTo>
                  <a:pt x="30" y="75"/>
                </a:lnTo>
                <a:lnTo>
                  <a:pt x="30" y="74"/>
                </a:lnTo>
                <a:lnTo>
                  <a:pt x="30" y="72"/>
                </a:lnTo>
                <a:lnTo>
                  <a:pt x="31" y="71"/>
                </a:lnTo>
                <a:lnTo>
                  <a:pt x="32" y="70"/>
                </a:lnTo>
                <a:lnTo>
                  <a:pt x="33" y="70"/>
                </a:lnTo>
                <a:lnTo>
                  <a:pt x="33" y="68"/>
                </a:lnTo>
                <a:lnTo>
                  <a:pt x="34" y="68"/>
                </a:lnTo>
                <a:lnTo>
                  <a:pt x="35" y="67"/>
                </a:lnTo>
                <a:lnTo>
                  <a:pt x="38" y="67"/>
                </a:lnTo>
                <a:lnTo>
                  <a:pt x="41" y="67"/>
                </a:lnTo>
                <a:lnTo>
                  <a:pt x="42" y="67"/>
                </a:lnTo>
                <a:lnTo>
                  <a:pt x="42" y="67"/>
                </a:lnTo>
                <a:lnTo>
                  <a:pt x="47" y="67"/>
                </a:lnTo>
                <a:lnTo>
                  <a:pt x="52" y="67"/>
                </a:lnTo>
                <a:lnTo>
                  <a:pt x="57" y="66"/>
                </a:lnTo>
                <a:lnTo>
                  <a:pt x="61" y="64"/>
                </a:lnTo>
                <a:lnTo>
                  <a:pt x="65" y="63"/>
                </a:lnTo>
                <a:lnTo>
                  <a:pt x="68" y="62"/>
                </a:lnTo>
                <a:lnTo>
                  <a:pt x="71" y="60"/>
                </a:lnTo>
                <a:lnTo>
                  <a:pt x="74" y="58"/>
                </a:lnTo>
                <a:lnTo>
                  <a:pt x="77" y="55"/>
                </a:lnTo>
                <a:lnTo>
                  <a:pt x="79" y="53"/>
                </a:lnTo>
                <a:lnTo>
                  <a:pt x="81" y="51"/>
                </a:lnTo>
                <a:lnTo>
                  <a:pt x="82" y="47"/>
                </a:lnTo>
                <a:lnTo>
                  <a:pt x="84" y="44"/>
                </a:lnTo>
                <a:lnTo>
                  <a:pt x="85" y="40"/>
                </a:lnTo>
                <a:lnTo>
                  <a:pt x="86" y="37"/>
                </a:lnTo>
                <a:lnTo>
                  <a:pt x="86" y="33"/>
                </a:lnTo>
                <a:lnTo>
                  <a:pt x="86" y="29"/>
                </a:lnTo>
                <a:lnTo>
                  <a:pt x="86" y="26"/>
                </a:lnTo>
                <a:lnTo>
                  <a:pt x="85" y="23"/>
                </a:lnTo>
                <a:lnTo>
                  <a:pt x="84" y="20"/>
                </a:lnTo>
                <a:lnTo>
                  <a:pt x="82" y="17"/>
                </a:lnTo>
                <a:lnTo>
                  <a:pt x="80" y="14"/>
                </a:lnTo>
                <a:lnTo>
                  <a:pt x="78" y="12"/>
                </a:lnTo>
                <a:lnTo>
                  <a:pt x="75" y="10"/>
                </a:lnTo>
                <a:lnTo>
                  <a:pt x="94" y="10"/>
                </a:lnTo>
                <a:lnTo>
                  <a:pt x="94" y="1"/>
                </a:lnTo>
                <a:lnTo>
                  <a:pt x="70" y="1"/>
                </a:lnTo>
                <a:lnTo>
                  <a:pt x="64" y="1"/>
                </a:lnTo>
                <a:lnTo>
                  <a:pt x="59" y="1"/>
                </a:lnTo>
                <a:lnTo>
                  <a:pt x="57" y="1"/>
                </a:lnTo>
                <a:lnTo>
                  <a:pt x="54" y="0"/>
                </a:lnTo>
                <a:lnTo>
                  <a:pt x="51" y="0"/>
                </a:lnTo>
                <a:lnTo>
                  <a:pt x="48" y="0"/>
                </a:lnTo>
                <a:lnTo>
                  <a:pt x="42" y="0"/>
                </a:lnTo>
                <a:lnTo>
                  <a:pt x="37" y="1"/>
                </a:lnTo>
                <a:lnTo>
                  <a:pt x="32" y="1"/>
                </a:lnTo>
                <a:lnTo>
                  <a:pt x="27" y="2"/>
                </a:lnTo>
                <a:lnTo>
                  <a:pt x="23" y="3"/>
                </a:lnTo>
                <a:lnTo>
                  <a:pt x="19" y="5"/>
                </a:lnTo>
                <a:lnTo>
                  <a:pt x="15" y="6"/>
                </a:lnTo>
                <a:lnTo>
                  <a:pt x="13" y="8"/>
                </a:lnTo>
                <a:lnTo>
                  <a:pt x="10" y="10"/>
                </a:lnTo>
                <a:lnTo>
                  <a:pt x="7" y="12"/>
                </a:lnTo>
                <a:lnTo>
                  <a:pt x="5" y="15"/>
                </a:lnTo>
                <a:lnTo>
                  <a:pt x="4" y="18"/>
                </a:lnTo>
                <a:lnTo>
                  <a:pt x="2" y="21"/>
                </a:lnTo>
                <a:lnTo>
                  <a:pt x="1" y="24"/>
                </a:lnTo>
                <a:lnTo>
                  <a:pt x="1" y="28"/>
                </a:lnTo>
                <a:lnTo>
                  <a:pt x="1" y="32"/>
                </a:lnTo>
                <a:lnTo>
                  <a:pt x="1" y="35"/>
                </a:lnTo>
                <a:lnTo>
                  <a:pt x="1" y="38"/>
                </a:lnTo>
                <a:lnTo>
                  <a:pt x="2" y="42"/>
                </a:lnTo>
                <a:lnTo>
                  <a:pt x="2" y="44"/>
                </a:lnTo>
                <a:lnTo>
                  <a:pt x="3" y="47"/>
                </a:lnTo>
                <a:lnTo>
                  <a:pt x="5" y="50"/>
                </a:lnTo>
                <a:lnTo>
                  <a:pt x="6" y="52"/>
                </a:lnTo>
                <a:lnTo>
                  <a:pt x="7" y="54"/>
                </a:lnTo>
                <a:lnTo>
                  <a:pt x="9" y="56"/>
                </a:lnTo>
                <a:lnTo>
                  <a:pt x="11" y="58"/>
                </a:lnTo>
                <a:lnTo>
                  <a:pt x="13" y="59"/>
                </a:lnTo>
                <a:lnTo>
                  <a:pt x="15" y="61"/>
                </a:lnTo>
                <a:lnTo>
                  <a:pt x="18" y="63"/>
                </a:lnTo>
                <a:lnTo>
                  <a:pt x="21" y="63"/>
                </a:lnTo>
                <a:lnTo>
                  <a:pt x="24" y="64"/>
                </a:lnTo>
                <a:lnTo>
                  <a:pt x="27" y="65"/>
                </a:lnTo>
                <a:lnTo>
                  <a:pt x="24" y="67"/>
                </a:lnTo>
                <a:lnTo>
                  <a:pt x="21" y="68"/>
                </a:lnTo>
                <a:lnTo>
                  <a:pt x="17" y="70"/>
                </a:lnTo>
                <a:lnTo>
                  <a:pt x="14" y="72"/>
                </a:lnTo>
                <a:lnTo>
                  <a:pt x="12" y="75"/>
                </a:lnTo>
                <a:lnTo>
                  <a:pt x="10" y="78"/>
                </a:lnTo>
                <a:lnTo>
                  <a:pt x="9" y="81"/>
                </a:lnTo>
                <a:lnTo>
                  <a:pt x="8" y="84"/>
                </a:lnTo>
                <a:lnTo>
                  <a:pt x="8" y="87"/>
                </a:lnTo>
                <a:lnTo>
                  <a:pt x="8" y="91"/>
                </a:lnTo>
                <a:lnTo>
                  <a:pt x="9" y="93"/>
                </a:lnTo>
                <a:lnTo>
                  <a:pt x="9" y="95"/>
                </a:lnTo>
                <a:lnTo>
                  <a:pt x="10" y="97"/>
                </a:lnTo>
                <a:lnTo>
                  <a:pt x="12" y="99"/>
                </a:lnTo>
                <a:lnTo>
                  <a:pt x="13" y="100"/>
                </a:lnTo>
                <a:lnTo>
                  <a:pt x="16" y="102"/>
                </a:lnTo>
                <a:lnTo>
                  <a:pt x="18" y="102"/>
                </a:lnTo>
                <a:lnTo>
                  <a:pt x="20" y="103"/>
                </a:lnTo>
                <a:lnTo>
                  <a:pt x="17" y="104"/>
                </a:lnTo>
                <a:lnTo>
                  <a:pt x="13" y="106"/>
                </a:lnTo>
                <a:lnTo>
                  <a:pt x="9" y="108"/>
                </a:lnTo>
                <a:lnTo>
                  <a:pt x="6" y="111"/>
                </a:lnTo>
                <a:lnTo>
                  <a:pt x="4" y="113"/>
                </a:lnTo>
                <a:lnTo>
                  <a:pt x="2" y="116"/>
                </a:lnTo>
                <a:lnTo>
                  <a:pt x="1" y="120"/>
                </a:lnTo>
                <a:lnTo>
                  <a:pt x="0" y="123"/>
                </a:lnTo>
                <a:lnTo>
                  <a:pt x="0" y="128"/>
                </a:lnTo>
                <a:lnTo>
                  <a:pt x="0" y="131"/>
                </a:lnTo>
                <a:lnTo>
                  <a:pt x="1" y="135"/>
                </a:lnTo>
                <a:lnTo>
                  <a:pt x="1" y="137"/>
                </a:lnTo>
                <a:lnTo>
                  <a:pt x="2" y="139"/>
                </a:lnTo>
                <a:lnTo>
                  <a:pt x="4" y="142"/>
                </a:lnTo>
                <a:lnTo>
                  <a:pt x="6" y="144"/>
                </a:lnTo>
                <a:lnTo>
                  <a:pt x="8" y="146"/>
                </a:lnTo>
                <a:lnTo>
                  <a:pt x="10" y="147"/>
                </a:lnTo>
                <a:lnTo>
                  <a:pt x="13" y="150"/>
                </a:lnTo>
                <a:lnTo>
                  <a:pt x="16" y="151"/>
                </a:lnTo>
                <a:lnTo>
                  <a:pt x="20" y="152"/>
                </a:lnTo>
                <a:lnTo>
                  <a:pt x="23" y="153"/>
                </a:lnTo>
                <a:lnTo>
                  <a:pt x="27" y="155"/>
                </a:lnTo>
                <a:lnTo>
                  <a:pt x="32" y="155"/>
                </a:lnTo>
                <a:lnTo>
                  <a:pt x="36" y="155"/>
                </a:lnTo>
                <a:lnTo>
                  <a:pt x="42" y="156"/>
                </a:lnTo>
                <a:lnTo>
                  <a:pt x="47" y="155"/>
                </a:lnTo>
                <a:lnTo>
                  <a:pt x="54" y="155"/>
                </a:lnTo>
                <a:lnTo>
                  <a:pt x="59" y="153"/>
                </a:lnTo>
                <a:lnTo>
                  <a:pt x="64" y="151"/>
                </a:lnTo>
                <a:lnTo>
                  <a:pt x="70" y="150"/>
                </a:lnTo>
                <a:lnTo>
                  <a:pt x="74" y="148"/>
                </a:lnTo>
                <a:lnTo>
                  <a:pt x="78" y="146"/>
                </a:lnTo>
                <a:lnTo>
                  <a:pt x="81" y="143"/>
                </a:lnTo>
                <a:lnTo>
                  <a:pt x="84" y="140"/>
                </a:lnTo>
                <a:lnTo>
                  <a:pt x="87" y="137"/>
                </a:lnTo>
                <a:lnTo>
                  <a:pt x="90" y="133"/>
                </a:lnTo>
                <a:lnTo>
                  <a:pt x="91" y="129"/>
                </a:lnTo>
                <a:lnTo>
                  <a:pt x="94" y="126"/>
                </a:lnTo>
                <a:lnTo>
                  <a:pt x="94" y="121"/>
                </a:lnTo>
                <a:lnTo>
                  <a:pt x="95" y="116"/>
                </a:lnTo>
                <a:lnTo>
                  <a:pt x="96" y="111"/>
                </a:lnTo>
                <a:lnTo>
                  <a:pt x="96" y="108"/>
                </a:lnTo>
                <a:lnTo>
                  <a:pt x="95" y="105"/>
                </a:lnTo>
                <a:lnTo>
                  <a:pt x="95" y="103"/>
                </a:lnTo>
                <a:close/>
                <a:moveTo>
                  <a:pt x="30" y="29"/>
                </a:moveTo>
                <a:lnTo>
                  <a:pt x="31" y="23"/>
                </a:lnTo>
                <a:lnTo>
                  <a:pt x="32" y="21"/>
                </a:lnTo>
                <a:lnTo>
                  <a:pt x="32" y="18"/>
                </a:lnTo>
                <a:lnTo>
                  <a:pt x="33" y="16"/>
                </a:lnTo>
                <a:lnTo>
                  <a:pt x="34" y="14"/>
                </a:lnTo>
                <a:lnTo>
                  <a:pt x="34" y="13"/>
                </a:lnTo>
                <a:lnTo>
                  <a:pt x="36" y="11"/>
                </a:lnTo>
                <a:lnTo>
                  <a:pt x="37" y="10"/>
                </a:lnTo>
                <a:lnTo>
                  <a:pt x="38" y="10"/>
                </a:lnTo>
                <a:lnTo>
                  <a:pt x="40" y="9"/>
                </a:lnTo>
                <a:lnTo>
                  <a:pt x="42" y="8"/>
                </a:lnTo>
                <a:lnTo>
                  <a:pt x="43" y="7"/>
                </a:lnTo>
                <a:lnTo>
                  <a:pt x="45" y="7"/>
                </a:lnTo>
                <a:lnTo>
                  <a:pt x="46" y="7"/>
                </a:lnTo>
                <a:lnTo>
                  <a:pt x="47" y="8"/>
                </a:lnTo>
                <a:lnTo>
                  <a:pt x="49" y="9"/>
                </a:lnTo>
                <a:lnTo>
                  <a:pt x="50" y="9"/>
                </a:lnTo>
                <a:lnTo>
                  <a:pt x="51" y="10"/>
                </a:lnTo>
                <a:lnTo>
                  <a:pt x="52" y="11"/>
                </a:lnTo>
                <a:lnTo>
                  <a:pt x="53" y="12"/>
                </a:lnTo>
                <a:lnTo>
                  <a:pt x="54" y="14"/>
                </a:lnTo>
                <a:lnTo>
                  <a:pt x="55" y="17"/>
                </a:lnTo>
                <a:lnTo>
                  <a:pt x="56" y="21"/>
                </a:lnTo>
                <a:lnTo>
                  <a:pt x="58" y="26"/>
                </a:lnTo>
                <a:lnTo>
                  <a:pt x="58" y="31"/>
                </a:lnTo>
                <a:lnTo>
                  <a:pt x="58" y="38"/>
                </a:lnTo>
                <a:lnTo>
                  <a:pt x="57" y="43"/>
                </a:lnTo>
                <a:lnTo>
                  <a:pt x="56" y="48"/>
                </a:lnTo>
                <a:lnTo>
                  <a:pt x="54" y="52"/>
                </a:lnTo>
                <a:lnTo>
                  <a:pt x="53" y="55"/>
                </a:lnTo>
                <a:lnTo>
                  <a:pt x="52" y="55"/>
                </a:lnTo>
                <a:lnTo>
                  <a:pt x="51" y="57"/>
                </a:lnTo>
                <a:lnTo>
                  <a:pt x="50" y="58"/>
                </a:lnTo>
                <a:lnTo>
                  <a:pt x="49" y="59"/>
                </a:lnTo>
                <a:lnTo>
                  <a:pt x="47" y="59"/>
                </a:lnTo>
                <a:lnTo>
                  <a:pt x="46" y="59"/>
                </a:lnTo>
                <a:lnTo>
                  <a:pt x="44" y="59"/>
                </a:lnTo>
                <a:lnTo>
                  <a:pt x="42" y="59"/>
                </a:lnTo>
                <a:lnTo>
                  <a:pt x="41" y="59"/>
                </a:lnTo>
                <a:lnTo>
                  <a:pt x="39" y="59"/>
                </a:lnTo>
                <a:lnTo>
                  <a:pt x="38" y="58"/>
                </a:lnTo>
                <a:lnTo>
                  <a:pt x="37" y="57"/>
                </a:lnTo>
                <a:lnTo>
                  <a:pt x="36" y="56"/>
                </a:lnTo>
                <a:lnTo>
                  <a:pt x="35" y="55"/>
                </a:lnTo>
                <a:lnTo>
                  <a:pt x="34" y="54"/>
                </a:lnTo>
                <a:lnTo>
                  <a:pt x="33" y="50"/>
                </a:lnTo>
                <a:lnTo>
                  <a:pt x="32" y="46"/>
                </a:lnTo>
                <a:lnTo>
                  <a:pt x="31" y="41"/>
                </a:lnTo>
                <a:lnTo>
                  <a:pt x="30" y="35"/>
                </a:lnTo>
                <a:lnTo>
                  <a:pt x="30" y="29"/>
                </a:lnTo>
                <a:close/>
                <a:moveTo>
                  <a:pt x="72" y="122"/>
                </a:moveTo>
                <a:lnTo>
                  <a:pt x="72" y="124"/>
                </a:lnTo>
                <a:lnTo>
                  <a:pt x="72" y="127"/>
                </a:lnTo>
                <a:lnTo>
                  <a:pt x="71" y="129"/>
                </a:lnTo>
                <a:lnTo>
                  <a:pt x="70" y="131"/>
                </a:lnTo>
                <a:lnTo>
                  <a:pt x="70" y="133"/>
                </a:lnTo>
                <a:lnTo>
                  <a:pt x="69" y="135"/>
                </a:lnTo>
                <a:lnTo>
                  <a:pt x="67" y="137"/>
                </a:lnTo>
                <a:lnTo>
                  <a:pt x="66" y="139"/>
                </a:lnTo>
                <a:lnTo>
                  <a:pt x="64" y="140"/>
                </a:lnTo>
                <a:lnTo>
                  <a:pt x="62" y="142"/>
                </a:lnTo>
                <a:lnTo>
                  <a:pt x="61" y="143"/>
                </a:lnTo>
                <a:lnTo>
                  <a:pt x="59" y="143"/>
                </a:lnTo>
                <a:lnTo>
                  <a:pt x="57" y="144"/>
                </a:lnTo>
                <a:lnTo>
                  <a:pt x="54" y="146"/>
                </a:lnTo>
                <a:lnTo>
                  <a:pt x="52" y="146"/>
                </a:lnTo>
                <a:lnTo>
                  <a:pt x="50" y="147"/>
                </a:lnTo>
                <a:lnTo>
                  <a:pt x="47" y="147"/>
                </a:lnTo>
                <a:lnTo>
                  <a:pt x="43" y="147"/>
                </a:lnTo>
                <a:lnTo>
                  <a:pt x="41" y="146"/>
                </a:lnTo>
                <a:lnTo>
                  <a:pt x="38" y="146"/>
                </a:lnTo>
                <a:lnTo>
                  <a:pt x="35" y="145"/>
                </a:lnTo>
                <a:lnTo>
                  <a:pt x="32" y="144"/>
                </a:lnTo>
                <a:lnTo>
                  <a:pt x="30" y="143"/>
                </a:lnTo>
                <a:lnTo>
                  <a:pt x="28" y="142"/>
                </a:lnTo>
                <a:lnTo>
                  <a:pt x="26" y="140"/>
                </a:lnTo>
                <a:lnTo>
                  <a:pt x="25" y="139"/>
                </a:lnTo>
                <a:lnTo>
                  <a:pt x="23" y="137"/>
                </a:lnTo>
                <a:lnTo>
                  <a:pt x="21" y="135"/>
                </a:lnTo>
                <a:lnTo>
                  <a:pt x="21" y="133"/>
                </a:lnTo>
                <a:lnTo>
                  <a:pt x="20" y="131"/>
                </a:lnTo>
                <a:lnTo>
                  <a:pt x="19" y="128"/>
                </a:lnTo>
                <a:lnTo>
                  <a:pt x="18" y="126"/>
                </a:lnTo>
                <a:lnTo>
                  <a:pt x="18" y="123"/>
                </a:lnTo>
                <a:lnTo>
                  <a:pt x="18" y="121"/>
                </a:lnTo>
                <a:lnTo>
                  <a:pt x="18" y="119"/>
                </a:lnTo>
                <a:lnTo>
                  <a:pt x="18" y="118"/>
                </a:lnTo>
                <a:lnTo>
                  <a:pt x="19" y="116"/>
                </a:lnTo>
                <a:lnTo>
                  <a:pt x="19" y="115"/>
                </a:lnTo>
                <a:lnTo>
                  <a:pt x="20" y="112"/>
                </a:lnTo>
                <a:lnTo>
                  <a:pt x="21" y="111"/>
                </a:lnTo>
                <a:lnTo>
                  <a:pt x="21" y="110"/>
                </a:lnTo>
                <a:lnTo>
                  <a:pt x="22" y="109"/>
                </a:lnTo>
                <a:lnTo>
                  <a:pt x="23" y="107"/>
                </a:lnTo>
                <a:lnTo>
                  <a:pt x="25" y="107"/>
                </a:lnTo>
                <a:lnTo>
                  <a:pt x="26" y="106"/>
                </a:lnTo>
                <a:lnTo>
                  <a:pt x="29" y="105"/>
                </a:lnTo>
                <a:lnTo>
                  <a:pt x="33" y="104"/>
                </a:lnTo>
                <a:lnTo>
                  <a:pt x="37" y="103"/>
                </a:lnTo>
                <a:lnTo>
                  <a:pt x="42" y="103"/>
                </a:lnTo>
                <a:lnTo>
                  <a:pt x="46" y="103"/>
                </a:lnTo>
                <a:lnTo>
                  <a:pt x="49" y="103"/>
                </a:lnTo>
                <a:lnTo>
                  <a:pt x="52" y="104"/>
                </a:lnTo>
                <a:lnTo>
                  <a:pt x="55" y="104"/>
                </a:lnTo>
                <a:lnTo>
                  <a:pt x="58" y="105"/>
                </a:lnTo>
                <a:lnTo>
                  <a:pt x="61" y="106"/>
                </a:lnTo>
                <a:lnTo>
                  <a:pt x="63" y="107"/>
                </a:lnTo>
                <a:lnTo>
                  <a:pt x="65" y="108"/>
                </a:lnTo>
                <a:lnTo>
                  <a:pt x="67" y="109"/>
                </a:lnTo>
                <a:lnTo>
                  <a:pt x="68" y="111"/>
                </a:lnTo>
                <a:lnTo>
                  <a:pt x="70" y="112"/>
                </a:lnTo>
                <a:lnTo>
                  <a:pt x="71" y="115"/>
                </a:lnTo>
                <a:lnTo>
                  <a:pt x="71" y="117"/>
                </a:lnTo>
                <a:lnTo>
                  <a:pt x="72" y="119"/>
                </a:lnTo>
                <a:lnTo>
                  <a:pt x="72" y="12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040" rIns="90000" bIns="23040" anchor="ctr">
            <a:noAutofit/>
          </a:bodyPr>
          <a:lstStyle/>
          <a:p>
            <a:endParaRPr/>
          </a:p>
        </p:txBody>
      </p:sp>
      <p:sp>
        <p:nvSpPr>
          <p:cNvPr id="173" name="iṧḷïḍe">
            <a:extLst>
              <a:ext uri="{FF2B5EF4-FFF2-40B4-BE49-F238E27FC236}">
                <a16:creationId xmlns:a16="http://schemas.microsoft.com/office/drawing/2014/main" id="{5FF29070-623D-4CE1-90BA-FE74287F65F6}"/>
              </a:ext>
            </a:extLst>
          </p:cNvPr>
          <p:cNvSpPr>
            <a:spLocks noGrp="1"/>
          </p:cNvSpPr>
          <p:nvPr/>
        </p:nvSpPr>
        <p:spPr>
          <a:xfrm>
            <a:off x="3006000" y="956160"/>
            <a:ext cx="42480" cy="66600"/>
          </a:xfrm>
          <a:custGeom>
            <a:avLst/>
            <a:gdLst>
              <a:gd name="textAreaLeft" fmla="*/ 0 w 42480"/>
              <a:gd name="textAreaRight" fmla="*/ 42840 w 42480"/>
              <a:gd name="textAreaTop" fmla="*/ 0 h 66600"/>
              <a:gd name="textAreaBottom" fmla="*/ 66960 h 66600"/>
              <a:gd name="GluePoint1X" fmla="*/ 96 w 98"/>
              <a:gd name="GluePoint1Y" fmla="*/ 0 h 153"/>
              <a:gd name="GluePoint2X" fmla="*/ 93 w 98"/>
              <a:gd name="GluePoint2Y" fmla="*/ 0 h 153"/>
              <a:gd name="GluePoint3X" fmla="*/ 91 w 98"/>
              <a:gd name="GluePoint3Y" fmla="*/ 0 h 153"/>
              <a:gd name="GluePoint4X" fmla="*/ 89 w 98"/>
              <a:gd name="GluePoint4Y" fmla="*/ 0 h 153"/>
              <a:gd name="GluePoint5X" fmla="*/ 87 w 98"/>
              <a:gd name="GluePoint5Y" fmla="*/ 0 h 153"/>
              <a:gd name="GluePoint6X" fmla="*/ 85 w 98"/>
              <a:gd name="GluePoint6Y" fmla="*/ 0 h 153"/>
              <a:gd name="GluePoint7X" fmla="*/ 83 w 98"/>
              <a:gd name="GluePoint7Y" fmla="*/ 0 h 153"/>
              <a:gd name="GluePoint8X" fmla="*/ 81 w 98"/>
              <a:gd name="GluePoint8Y" fmla="*/ 0 h 153"/>
              <a:gd name="GluePoint9X" fmla="*/ 76 w 98"/>
              <a:gd name="GluePoint9Y" fmla="*/ 11 h 153"/>
              <a:gd name="GluePoint10X" fmla="*/ 72 w 98"/>
              <a:gd name="GluePoint10Y" fmla="*/ 21 h 153"/>
              <a:gd name="GluePoint11X" fmla="*/ 68 w 98"/>
              <a:gd name="GluePoint11Y" fmla="*/ 32 h 153"/>
              <a:gd name="GluePoint12X" fmla="*/ 64 w 98"/>
              <a:gd name="GluePoint12Y" fmla="*/ 44 h 153"/>
              <a:gd name="GluePoint13X" fmla="*/ 56 w 98"/>
              <a:gd name="GluePoint13Y" fmla="*/ 65 h 153"/>
              <a:gd name="GluePoint14X" fmla="*/ 55 w 98"/>
              <a:gd name="GluePoint14Y" fmla="*/ 62 h 153"/>
              <a:gd name="GluePoint15X" fmla="*/ 53 w 98"/>
              <a:gd name="GluePoint15Y" fmla="*/ 59 h 153"/>
              <a:gd name="GluePoint16X" fmla="*/ 52 w 98"/>
              <a:gd name="GluePoint16Y" fmla="*/ 55 h 153"/>
              <a:gd name="GluePoint17X" fmla="*/ 50 w 98"/>
              <a:gd name="GluePoint17Y" fmla="*/ 50 h 153"/>
              <a:gd name="GluePoint18X" fmla="*/ 47 w 98"/>
              <a:gd name="GluePoint18Y" fmla="*/ 42 h 153"/>
              <a:gd name="GluePoint19X" fmla="*/ 44 w 98"/>
              <a:gd name="GluePoint19Y" fmla="*/ 35 h 153"/>
              <a:gd name="GluePoint20X" fmla="*/ 42 w 98"/>
              <a:gd name="GluePoint20Y" fmla="*/ 28 h 153"/>
              <a:gd name="GluePoint21X" fmla="*/ 39 w 98"/>
              <a:gd name="GluePoint21Y" fmla="*/ 21 h 153"/>
              <a:gd name="GluePoint22X" fmla="*/ 37 w 98"/>
              <a:gd name="GluePoint22Y" fmla="*/ 15 h 153"/>
              <a:gd name="GluePoint23X" fmla="*/ 35 w 98"/>
              <a:gd name="GluePoint23Y" fmla="*/ 9 h 153"/>
              <a:gd name="GluePoint24X" fmla="*/ 33 w 98"/>
              <a:gd name="GluePoint24Y" fmla="*/ 4 h 153"/>
              <a:gd name="GluePoint25X" fmla="*/ 32 w 98"/>
              <a:gd name="GluePoint25Y" fmla="*/ 0 h 153"/>
              <a:gd name="GluePoint26X" fmla="*/ 28 w 98"/>
              <a:gd name="GluePoint26Y" fmla="*/ 0 h 153"/>
              <a:gd name="GluePoint27X" fmla="*/ 24 w 98"/>
              <a:gd name="GluePoint27Y" fmla="*/ 0 h 153"/>
              <a:gd name="GluePoint28X" fmla="*/ 20 w 98"/>
              <a:gd name="GluePoint28Y" fmla="*/ 0 h 153"/>
              <a:gd name="GluePoint29X" fmla="*/ 16 w 98"/>
              <a:gd name="GluePoint29Y" fmla="*/ 0 h 153"/>
              <a:gd name="GluePoint30X" fmla="*/ 12 w 98"/>
              <a:gd name="GluePoint30Y" fmla="*/ 0 h 153"/>
              <a:gd name="GluePoint31X" fmla="*/ 8 w 98"/>
              <a:gd name="GluePoint31Y" fmla="*/ 0 h 153"/>
              <a:gd name="GluePoint32X" fmla="*/ 4 w 98"/>
              <a:gd name="GluePoint32Y" fmla="*/ 0 h 153"/>
              <a:gd name="GluePoint33X" fmla="*/ 0 w 98"/>
              <a:gd name="GluePoint33Y" fmla="*/ 0 h 153"/>
              <a:gd name="GluePoint34X" fmla="*/ 43 w 98"/>
              <a:gd name="GluePoint34Y" fmla="*/ 100 h 153"/>
              <a:gd name="GluePoint35X" fmla="*/ 16 w 98"/>
              <a:gd name="GluePoint35Y" fmla="*/ 153 h 153"/>
              <a:gd name="GluePoint36X" fmla="*/ 20 w 98"/>
              <a:gd name="GluePoint36Y" fmla="*/ 153 h 153"/>
              <a:gd name="GluePoint37X" fmla="*/ 24 w 98"/>
              <a:gd name="GluePoint37Y" fmla="*/ 153 h 153"/>
              <a:gd name="GluePoint38X" fmla="*/ 28 w 98"/>
              <a:gd name="GluePoint38Y" fmla="*/ 153 h 153"/>
              <a:gd name="GluePoint39X" fmla="*/ 33 w 98"/>
              <a:gd name="GluePoint39Y" fmla="*/ 153 h 153"/>
              <a:gd name="GluePoint40X" fmla="*/ 37 w 98"/>
              <a:gd name="GluePoint40Y" fmla="*/ 141 h 153"/>
              <a:gd name="GluePoint41X" fmla="*/ 42 w 98"/>
              <a:gd name="GluePoint41Y" fmla="*/ 130 h 153"/>
              <a:gd name="GluePoint42X" fmla="*/ 46 w 98"/>
              <a:gd name="GluePoint42Y" fmla="*/ 118 h 153"/>
              <a:gd name="GluePoint43X" fmla="*/ 52 w 98"/>
              <a:gd name="GluePoint43Y" fmla="*/ 105 h 153"/>
              <a:gd name="GluePoint44X" fmla="*/ 57 w 98"/>
              <a:gd name="GluePoint44Y" fmla="*/ 92 h 153"/>
              <a:gd name="GluePoint45X" fmla="*/ 64 w 98"/>
              <a:gd name="GluePoint45Y" fmla="*/ 77 h 153"/>
              <a:gd name="GluePoint46X" fmla="*/ 70 w 98"/>
              <a:gd name="GluePoint46Y" fmla="*/ 63 h 153"/>
              <a:gd name="GluePoint47X" fmla="*/ 76 w 98"/>
              <a:gd name="GluePoint47Y" fmla="*/ 48 h 153"/>
              <a:gd name="GluePoint48X" fmla="*/ 98 w 98"/>
              <a:gd name="GluePoint48Y" fmla="*/ 0 h 153"/>
              <a:gd name="GluePoint49X" fmla="*/ 96 w 98"/>
              <a:gd name="GluePoint49Y" fmla="*/ 0 h 153"/>
            </a:gdLst>
            <a:ahLst/>
            <a:cxnLst/>
            <a:rect l="textAreaLeft" t="textAreaTop" r="textAreaRight" b="textAreaBottom"/>
            <a:pathLst>
              <a:path w="98" h="153">
                <a:moveTo>
                  <a:pt x="96" y="0"/>
                </a:moveTo>
                <a:lnTo>
                  <a:pt x="93" y="0"/>
                </a:lnTo>
                <a:lnTo>
                  <a:pt x="91" y="0"/>
                </a:lnTo>
                <a:lnTo>
                  <a:pt x="89" y="0"/>
                </a:lnTo>
                <a:lnTo>
                  <a:pt x="87" y="0"/>
                </a:lnTo>
                <a:lnTo>
                  <a:pt x="85" y="0"/>
                </a:lnTo>
                <a:lnTo>
                  <a:pt x="83" y="0"/>
                </a:lnTo>
                <a:lnTo>
                  <a:pt x="81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50" y="50"/>
                </a:lnTo>
                <a:lnTo>
                  <a:pt x="47" y="42"/>
                </a:lnTo>
                <a:lnTo>
                  <a:pt x="44" y="35"/>
                </a:lnTo>
                <a:lnTo>
                  <a:pt x="42" y="28"/>
                </a:lnTo>
                <a:lnTo>
                  <a:pt x="39" y="21"/>
                </a:lnTo>
                <a:lnTo>
                  <a:pt x="37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3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2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4" y="77"/>
                </a:lnTo>
                <a:lnTo>
                  <a:pt x="70" y="63"/>
                </a:lnTo>
                <a:lnTo>
                  <a:pt x="76" y="48"/>
                </a:lnTo>
                <a:lnTo>
                  <a:pt x="98" y="0"/>
                </a:lnTo>
                <a:lnTo>
                  <a:pt x="9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174" name="PlaceHolder 3">
            <a:extLst>
              <a:ext uri="{FF2B5EF4-FFF2-40B4-BE49-F238E27FC236}">
                <a16:creationId xmlns:a16="http://schemas.microsoft.com/office/drawing/2014/main" id="{3206F365-F91C-4BDB-AFA8-908C5928F0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80120" y="4735800"/>
            <a:ext cx="3339720" cy="333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0000" tIns="0" rIns="90000" bIns="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400" b="0" u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编辑母版文本样式</a:t>
            </a:r>
          </a:p>
        </p:txBody>
      </p:sp>
      <p:sp>
        <p:nvSpPr>
          <p:cNvPr id="175" name="PlaceHolder 4">
            <a:extLst>
              <a:ext uri="{FF2B5EF4-FFF2-40B4-BE49-F238E27FC236}">
                <a16:creationId xmlns:a16="http://schemas.microsoft.com/office/drawing/2014/main" id="{C5150167-9C77-4ECC-9A29-D14545B9B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40" y="2070000"/>
            <a:ext cx="6388560" cy="87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defTabSz="914400">
              <a:lnSpc>
                <a:spcPct val="90000"/>
              </a:lnSpc>
              <a:buNone/>
              <a:defRPr sz="44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defTabSz="914400">
              <a:lnSpc>
                <a:spcPct val="90000"/>
              </a:lnSpc>
              <a:buNone/>
            </a:pPr>
            <a:r>
              <a:rPr sz="44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单击此处编辑母版标题样</a:t>
            </a:r>
          </a:p>
        </p:txBody>
      </p:sp>
      <p:sp>
        <p:nvSpPr>
          <p:cNvPr id="176" name="PlaceHolder 5">
            <a:extLst>
              <a:ext uri="{FF2B5EF4-FFF2-40B4-BE49-F238E27FC236}">
                <a16:creationId xmlns:a16="http://schemas.microsoft.com/office/drawing/2014/main" id="{B25F60D5-A629-455F-9FC3-1926BC92DB2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48440" y="2944440"/>
            <a:ext cx="6388560" cy="3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/>
          </a:p>
        </p:txBody>
      </p:sp>
      <p:sp>
        <p:nvSpPr>
          <p:cNvPr id="177" name="PlaceHolder 6">
            <a:extLst>
              <a:ext uri="{FF2B5EF4-FFF2-40B4-BE49-F238E27FC236}">
                <a16:creationId xmlns:a16="http://schemas.microsoft.com/office/drawing/2014/main" id="{BFCB7181-B7A1-4ACD-83AF-EF5F31C1A25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  <a:lvl2pPr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78" name="矩形 86">
            <a:extLst>
              <a:ext uri="{FF2B5EF4-FFF2-40B4-BE49-F238E27FC236}">
                <a16:creationId xmlns:a16="http://schemas.microsoft.com/office/drawing/2014/main" id="{71508D26-9C52-4B5C-95EA-A757A3EB8B0B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>
            <a:extLst>
              <a:ext uri="{FF2B5EF4-FFF2-40B4-BE49-F238E27FC236}">
                <a16:creationId xmlns:a16="http://schemas.microsoft.com/office/drawing/2014/main" id="{BF978C62-BB6A-4BE2-BC40-BC839AB1999A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660240" y="6243840"/>
            <a:ext cx="230004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180" name="PlaceHolder 2">
            <a:extLst>
              <a:ext uri="{FF2B5EF4-FFF2-40B4-BE49-F238E27FC236}">
                <a16:creationId xmlns:a16="http://schemas.microsoft.com/office/drawing/2014/main" id="{0D68D0F2-7A6D-4D08-BD92-61804F4728C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AF3830-C2FA-4E69-8A99-5D38CD9F8F80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ïṥ1íďe">
            <a:extLst>
              <a:ext uri="{FF2B5EF4-FFF2-40B4-BE49-F238E27FC236}">
                <a16:creationId xmlns:a16="http://schemas.microsoft.com/office/drawing/2014/main" id="{5FF3F7F3-5E39-4BD8-B535-FF6C3B96457D}"/>
              </a:ext>
            </a:extLst>
          </p:cNvPr>
          <p:cNvSpPr>
            <a:spLocks noGrp="1"/>
          </p:cNvSpPr>
          <p:nvPr/>
        </p:nvSpPr>
        <p:spPr>
          <a:xfrm>
            <a:off x="759240" y="613080"/>
            <a:ext cx="320400" cy="320400"/>
          </a:xfrm>
          <a:prstGeom prst="ellipse">
            <a:avLst/>
          </a:prstGeom>
          <a:gradFill rotWithShape="0">
            <a:gsLst>
              <a:gs pos="14000">
                <a:srgbClr val="1584C9"/>
              </a:gs>
              <a:gs pos="100000">
                <a:srgbClr val="FFFFFF"/>
              </a:gs>
            </a:gsLst>
            <a:lin ang="5400000"/>
          </a:gradFill>
          <a:ln w="126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4" name="iṣḷîḍé">
            <a:extLst>
              <a:ext uri="{FF2B5EF4-FFF2-40B4-BE49-F238E27FC236}">
                <a16:creationId xmlns:a16="http://schemas.microsoft.com/office/drawing/2014/main" id="{AE8D8F40-759E-414C-BF3F-837C1E06DD3A}"/>
              </a:ext>
            </a:extLst>
          </p:cNvPr>
          <p:cNvSpPr>
            <a:spLocks noGrp="1"/>
          </p:cNvSpPr>
          <p:nvPr/>
        </p:nvSpPr>
        <p:spPr>
          <a:xfrm>
            <a:off x="858240" y="917280"/>
            <a:ext cx="124560" cy="12240"/>
          </a:xfrm>
          <a:custGeom>
            <a:avLst/>
            <a:gdLst>
              <a:gd name="textAreaLeft" fmla="*/ 0 w 124560"/>
              <a:gd name="textAreaRight" fmla="*/ 124920 w 124560"/>
              <a:gd name="textAreaTop" fmla="*/ 0 h 12240"/>
              <a:gd name="textAreaBottom" fmla="*/ 12600 h 12240"/>
              <a:gd name="GluePoint1X" fmla="*/ 0 w 286"/>
              <a:gd name="GluePoint1Y" fmla="*/ 0 h 29"/>
              <a:gd name="GluePoint2X" fmla="*/ 286 w 286"/>
              <a:gd name="GluePoint2Y" fmla="*/ 0 h 29"/>
              <a:gd name="GluePoint3X" fmla="*/ 278 w 286"/>
              <a:gd name="GluePoint3Y" fmla="*/ 4 h 29"/>
              <a:gd name="GluePoint4X" fmla="*/ 269 w 286"/>
              <a:gd name="GluePoint4Y" fmla="*/ 7 h 29"/>
              <a:gd name="GluePoint5X" fmla="*/ 261 w 286"/>
              <a:gd name="GluePoint5Y" fmla="*/ 10 h 29"/>
              <a:gd name="GluePoint6X" fmla="*/ 253 w 286"/>
              <a:gd name="GluePoint6Y" fmla="*/ 13 h 29"/>
              <a:gd name="GluePoint7X" fmla="*/ 244 w 286"/>
              <a:gd name="GluePoint7Y" fmla="*/ 15 h 29"/>
              <a:gd name="GluePoint8X" fmla="*/ 236 w 286"/>
              <a:gd name="GluePoint8Y" fmla="*/ 17 h 29"/>
              <a:gd name="GluePoint9X" fmla="*/ 227 w 286"/>
              <a:gd name="GluePoint9Y" fmla="*/ 20 h 29"/>
              <a:gd name="GluePoint10X" fmla="*/ 218 w 286"/>
              <a:gd name="GluePoint10Y" fmla="*/ 21 h 29"/>
              <a:gd name="GluePoint11X" fmla="*/ 208 w 286"/>
              <a:gd name="GluePoint11Y" fmla="*/ 23 h 29"/>
              <a:gd name="GluePoint12X" fmla="*/ 200 w 286"/>
              <a:gd name="GluePoint12Y" fmla="*/ 25 h 29"/>
              <a:gd name="GluePoint13X" fmla="*/ 190 w 286"/>
              <a:gd name="GluePoint13Y" fmla="*/ 26 h 29"/>
              <a:gd name="GluePoint14X" fmla="*/ 181 w 286"/>
              <a:gd name="GluePoint14Y" fmla="*/ 27 h 29"/>
              <a:gd name="GluePoint15X" fmla="*/ 172 w 286"/>
              <a:gd name="GluePoint15Y" fmla="*/ 29 h 29"/>
              <a:gd name="GluePoint16X" fmla="*/ 162 w 286"/>
              <a:gd name="GluePoint16Y" fmla="*/ 29 h 29"/>
              <a:gd name="GluePoint17X" fmla="*/ 153 w 286"/>
              <a:gd name="GluePoint17Y" fmla="*/ 29 h 29"/>
              <a:gd name="GluePoint18X" fmla="*/ 143 w 286"/>
              <a:gd name="GluePoint18Y" fmla="*/ 29 h 29"/>
              <a:gd name="GluePoint19X" fmla="*/ 134 w 286"/>
              <a:gd name="GluePoint19Y" fmla="*/ 29 h 29"/>
              <a:gd name="GluePoint20X" fmla="*/ 125 w 286"/>
              <a:gd name="GluePoint20Y" fmla="*/ 29 h 29"/>
              <a:gd name="GluePoint21X" fmla="*/ 115 w 286"/>
              <a:gd name="GluePoint21Y" fmla="*/ 29 h 29"/>
              <a:gd name="GluePoint22X" fmla="*/ 106 w 286"/>
              <a:gd name="GluePoint22Y" fmla="*/ 27 h 29"/>
              <a:gd name="GluePoint23X" fmla="*/ 97 w 286"/>
              <a:gd name="GluePoint23Y" fmla="*/ 26 h 29"/>
              <a:gd name="GluePoint24X" fmla="*/ 87 w 286"/>
              <a:gd name="GluePoint24Y" fmla="*/ 25 h 29"/>
              <a:gd name="GluePoint25X" fmla="*/ 79 w 286"/>
              <a:gd name="GluePoint25Y" fmla="*/ 23 h 29"/>
              <a:gd name="GluePoint26X" fmla="*/ 69 w 286"/>
              <a:gd name="GluePoint26Y" fmla="*/ 21 h 29"/>
              <a:gd name="GluePoint27X" fmla="*/ 60 w 286"/>
              <a:gd name="GluePoint27Y" fmla="*/ 20 h 29"/>
              <a:gd name="GluePoint28X" fmla="*/ 51 w 286"/>
              <a:gd name="GluePoint28Y" fmla="*/ 17 h 29"/>
              <a:gd name="GluePoint29X" fmla="*/ 43 w 286"/>
              <a:gd name="GluePoint29Y" fmla="*/ 15 h 29"/>
              <a:gd name="GluePoint30X" fmla="*/ 34 w 286"/>
              <a:gd name="GluePoint30Y" fmla="*/ 13 h 29"/>
              <a:gd name="GluePoint31X" fmla="*/ 26 w 286"/>
              <a:gd name="GluePoint31Y" fmla="*/ 10 h 29"/>
              <a:gd name="GluePoint32X" fmla="*/ 17 w 286"/>
              <a:gd name="GluePoint32Y" fmla="*/ 7 h 29"/>
              <a:gd name="GluePoint33X" fmla="*/ 9 w 286"/>
              <a:gd name="GluePoint33Y" fmla="*/ 4 h 29"/>
              <a:gd name="GluePoint34X" fmla="*/ 0 w 286"/>
              <a:gd name="GluePoint34Y" fmla="*/ 0 h 29"/>
            </a:gdLst>
            <a:ahLst/>
            <a:cxnLst/>
            <a:rect l="textAreaLeft" t="textAreaTop" r="textAreaRight" b="textAreaBottom"/>
            <a:pathLst>
              <a:path w="286" h="29">
                <a:moveTo>
                  <a:pt x="0" y="0"/>
                </a:moveTo>
                <a:lnTo>
                  <a:pt x="286" y="0"/>
                </a:lnTo>
                <a:lnTo>
                  <a:pt x="278" y="4"/>
                </a:lnTo>
                <a:lnTo>
                  <a:pt x="269" y="7"/>
                </a:lnTo>
                <a:lnTo>
                  <a:pt x="261" y="10"/>
                </a:lnTo>
                <a:lnTo>
                  <a:pt x="253" y="13"/>
                </a:lnTo>
                <a:lnTo>
                  <a:pt x="244" y="15"/>
                </a:lnTo>
                <a:lnTo>
                  <a:pt x="236" y="17"/>
                </a:lnTo>
                <a:lnTo>
                  <a:pt x="227" y="20"/>
                </a:lnTo>
                <a:lnTo>
                  <a:pt x="218" y="21"/>
                </a:lnTo>
                <a:lnTo>
                  <a:pt x="208" y="23"/>
                </a:lnTo>
                <a:lnTo>
                  <a:pt x="200" y="25"/>
                </a:lnTo>
                <a:lnTo>
                  <a:pt x="190" y="26"/>
                </a:lnTo>
                <a:lnTo>
                  <a:pt x="181" y="27"/>
                </a:lnTo>
                <a:lnTo>
                  <a:pt x="172" y="29"/>
                </a:lnTo>
                <a:lnTo>
                  <a:pt x="162" y="29"/>
                </a:lnTo>
                <a:lnTo>
                  <a:pt x="153" y="29"/>
                </a:lnTo>
                <a:lnTo>
                  <a:pt x="143" y="29"/>
                </a:lnTo>
                <a:lnTo>
                  <a:pt x="134" y="29"/>
                </a:lnTo>
                <a:lnTo>
                  <a:pt x="125" y="29"/>
                </a:lnTo>
                <a:lnTo>
                  <a:pt x="115" y="29"/>
                </a:lnTo>
                <a:lnTo>
                  <a:pt x="106" y="27"/>
                </a:lnTo>
                <a:lnTo>
                  <a:pt x="97" y="26"/>
                </a:lnTo>
                <a:lnTo>
                  <a:pt x="87" y="25"/>
                </a:lnTo>
                <a:lnTo>
                  <a:pt x="79" y="23"/>
                </a:lnTo>
                <a:lnTo>
                  <a:pt x="69" y="21"/>
                </a:lnTo>
                <a:lnTo>
                  <a:pt x="60" y="20"/>
                </a:lnTo>
                <a:lnTo>
                  <a:pt x="51" y="17"/>
                </a:lnTo>
                <a:lnTo>
                  <a:pt x="43" y="15"/>
                </a:lnTo>
                <a:lnTo>
                  <a:pt x="34" y="13"/>
                </a:lnTo>
                <a:lnTo>
                  <a:pt x="26" y="10"/>
                </a:lnTo>
                <a:lnTo>
                  <a:pt x="17" y="7"/>
                </a:lnTo>
                <a:lnTo>
                  <a:pt x="9" y="4"/>
                </a:lnTo>
                <a:lnTo>
                  <a:pt x="0" y="0"/>
                </a:lnTo>
                <a:close/>
              </a:path>
            </a:pathLst>
          </a:custGeom>
          <a:solidFill>
            <a:srgbClr val="F0F4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0" rIns="90000" bIns="-32400" anchor="ctr">
            <a:noAutofit/>
          </a:bodyPr>
          <a:lstStyle/>
          <a:p>
            <a:endParaRPr/>
          </a:p>
        </p:txBody>
      </p:sp>
      <p:sp>
        <p:nvSpPr>
          <p:cNvPr id="185" name="îSlïḋê">
            <a:extLst>
              <a:ext uri="{FF2B5EF4-FFF2-40B4-BE49-F238E27FC236}">
                <a16:creationId xmlns:a16="http://schemas.microsoft.com/office/drawing/2014/main" id="{BC51A4DA-7D14-49E8-91CF-A674FCBDFE8C}"/>
              </a:ext>
            </a:extLst>
          </p:cNvPr>
          <p:cNvSpPr>
            <a:spLocks noGrp="1"/>
          </p:cNvSpPr>
          <p:nvPr/>
        </p:nvSpPr>
        <p:spPr>
          <a:xfrm>
            <a:off x="876240" y="923760"/>
            <a:ext cx="88920" cy="5760"/>
          </a:xfrm>
          <a:custGeom>
            <a:avLst/>
            <a:gdLst>
              <a:gd name="textAreaLeft" fmla="*/ 0 w 88920"/>
              <a:gd name="textAreaRight" fmla="*/ 89280 w 88920"/>
              <a:gd name="textAreaTop" fmla="*/ 0 h 5760"/>
              <a:gd name="textAreaBottom" fmla="*/ 6120 h 5760"/>
              <a:gd name="GluePoint1X" fmla="*/ 0 w 204"/>
              <a:gd name="GluePoint1Y" fmla="*/ 0 h 14"/>
              <a:gd name="GluePoint2X" fmla="*/ 204 w 204"/>
              <a:gd name="GluePoint2Y" fmla="*/ 0 h 14"/>
              <a:gd name="GluePoint3X" fmla="*/ 192 w 204"/>
              <a:gd name="GluePoint3Y" fmla="*/ 3 h 14"/>
              <a:gd name="GluePoint4X" fmla="*/ 180 w 204"/>
              <a:gd name="GluePoint4Y" fmla="*/ 6 h 14"/>
              <a:gd name="GluePoint5X" fmla="*/ 167 w 204"/>
              <a:gd name="GluePoint5Y" fmla="*/ 8 h 14"/>
              <a:gd name="GluePoint6X" fmla="*/ 155 w 204"/>
              <a:gd name="GluePoint6Y" fmla="*/ 10 h 14"/>
              <a:gd name="GluePoint7X" fmla="*/ 142 w 204"/>
              <a:gd name="GluePoint7Y" fmla="*/ 12 h 14"/>
              <a:gd name="GluePoint8X" fmla="*/ 129 w 204"/>
              <a:gd name="GluePoint8Y" fmla="*/ 14 h 14"/>
              <a:gd name="GluePoint9X" fmla="*/ 115 w 204"/>
              <a:gd name="GluePoint9Y" fmla="*/ 14 h 14"/>
              <a:gd name="GluePoint10X" fmla="*/ 102 w 204"/>
              <a:gd name="GluePoint10Y" fmla="*/ 14 h 14"/>
              <a:gd name="GluePoint11X" fmla="*/ 90 w 204"/>
              <a:gd name="GluePoint11Y" fmla="*/ 14 h 14"/>
              <a:gd name="GluePoint12X" fmla="*/ 76 w 204"/>
              <a:gd name="GluePoint12Y" fmla="*/ 14 h 14"/>
              <a:gd name="GluePoint13X" fmla="*/ 63 w 204"/>
              <a:gd name="GluePoint13Y" fmla="*/ 12 h 14"/>
              <a:gd name="GluePoint14X" fmla="*/ 50 w 204"/>
              <a:gd name="GluePoint14Y" fmla="*/ 10 h 14"/>
              <a:gd name="GluePoint15X" fmla="*/ 38 w 204"/>
              <a:gd name="GluePoint15Y" fmla="*/ 8 h 14"/>
              <a:gd name="GluePoint16X" fmla="*/ 25 w 204"/>
              <a:gd name="GluePoint16Y" fmla="*/ 6 h 14"/>
              <a:gd name="GluePoint17X" fmla="*/ 13 w 204"/>
              <a:gd name="GluePoint17Y" fmla="*/ 3 h 14"/>
              <a:gd name="GluePoint18X" fmla="*/ 0 w 204"/>
              <a:gd name="GluePoint18Y" fmla="*/ 0 h 14"/>
            </a:gdLst>
            <a:ahLst/>
            <a:cxnLst/>
            <a:rect l="textAreaLeft" t="textAreaTop" r="textAreaRight" b="textAreaBottom"/>
            <a:pathLst>
              <a:path w="204" h="14">
                <a:moveTo>
                  <a:pt x="0" y="0"/>
                </a:moveTo>
                <a:lnTo>
                  <a:pt x="204" y="0"/>
                </a:lnTo>
                <a:lnTo>
                  <a:pt x="192" y="3"/>
                </a:lnTo>
                <a:lnTo>
                  <a:pt x="180" y="6"/>
                </a:lnTo>
                <a:lnTo>
                  <a:pt x="167" y="8"/>
                </a:lnTo>
                <a:lnTo>
                  <a:pt x="155" y="10"/>
                </a:lnTo>
                <a:lnTo>
                  <a:pt x="142" y="12"/>
                </a:lnTo>
                <a:lnTo>
                  <a:pt x="129" y="14"/>
                </a:lnTo>
                <a:lnTo>
                  <a:pt x="115" y="14"/>
                </a:lnTo>
                <a:lnTo>
                  <a:pt x="102" y="14"/>
                </a:lnTo>
                <a:lnTo>
                  <a:pt x="90" y="14"/>
                </a:lnTo>
                <a:lnTo>
                  <a:pt x="76" y="14"/>
                </a:lnTo>
                <a:lnTo>
                  <a:pt x="63" y="12"/>
                </a:lnTo>
                <a:lnTo>
                  <a:pt x="50" y="10"/>
                </a:lnTo>
                <a:lnTo>
                  <a:pt x="38" y="8"/>
                </a:lnTo>
                <a:lnTo>
                  <a:pt x="25" y="6"/>
                </a:lnTo>
                <a:lnTo>
                  <a:pt x="13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8880" rIns="90000" bIns="-38880" anchor="ctr">
            <a:noAutofit/>
          </a:bodyPr>
          <a:lstStyle/>
          <a:p>
            <a:endParaRPr/>
          </a:p>
        </p:txBody>
      </p:sp>
      <p:sp>
        <p:nvSpPr>
          <p:cNvPr id="186" name="ïṡḷîḑè">
            <a:extLst>
              <a:ext uri="{FF2B5EF4-FFF2-40B4-BE49-F238E27FC236}">
                <a16:creationId xmlns:a16="http://schemas.microsoft.com/office/drawing/2014/main" id="{DFA8E12B-25D9-4659-B5D4-B34CB2B1FD1B}"/>
              </a:ext>
            </a:extLst>
          </p:cNvPr>
          <p:cNvSpPr>
            <a:spLocks noGrp="1"/>
          </p:cNvSpPr>
          <p:nvPr/>
        </p:nvSpPr>
        <p:spPr>
          <a:xfrm>
            <a:off x="809640" y="765000"/>
            <a:ext cx="218520" cy="101880"/>
          </a:xfrm>
          <a:custGeom>
            <a:avLst/>
            <a:gdLst>
              <a:gd name="textAreaLeft" fmla="*/ 0 w 218520"/>
              <a:gd name="textAreaRight" fmla="*/ 218880 w 218520"/>
              <a:gd name="textAreaTop" fmla="*/ 0 h 101880"/>
              <a:gd name="textAreaBottom" fmla="*/ 102240 h 101880"/>
              <a:gd name="GluePoint1X" fmla="*/ 294 w 501"/>
              <a:gd name="GluePoint1Y" fmla="*/ 65 h 234"/>
              <a:gd name="GluePoint2X" fmla="*/ 213 w 501"/>
              <a:gd name="GluePoint2Y" fmla="*/ 129 h 234"/>
              <a:gd name="GluePoint3X" fmla="*/ 224 w 501"/>
              <a:gd name="GluePoint3Y" fmla="*/ 52 h 234"/>
              <a:gd name="GluePoint4X" fmla="*/ 203 w 501"/>
              <a:gd name="GluePoint4Y" fmla="*/ 53 h 234"/>
              <a:gd name="GluePoint5X" fmla="*/ 177 w 501"/>
              <a:gd name="GluePoint5Y" fmla="*/ 30 h 234"/>
              <a:gd name="GluePoint6X" fmla="*/ 204 w 501"/>
              <a:gd name="GluePoint6Y" fmla="*/ 20 h 234"/>
              <a:gd name="GluePoint7X" fmla="*/ 180 w 501"/>
              <a:gd name="GluePoint7Y" fmla="*/ 16 h 234"/>
              <a:gd name="GluePoint8X" fmla="*/ 162 w 501"/>
              <a:gd name="GluePoint8Y" fmla="*/ 54 h 234"/>
              <a:gd name="GluePoint9X" fmla="*/ 162 w 501"/>
              <a:gd name="GluePoint9Y" fmla="*/ 45 h 234"/>
              <a:gd name="GluePoint10X" fmla="*/ 175 w 501"/>
              <a:gd name="GluePoint10Y" fmla="*/ 76 h 234"/>
              <a:gd name="GluePoint11X" fmla="*/ 134 w 501"/>
              <a:gd name="GluePoint11Y" fmla="*/ 128 h 234"/>
              <a:gd name="GluePoint12X" fmla="*/ 97 w 501"/>
              <a:gd name="GluePoint12Y" fmla="*/ 50 h 234"/>
              <a:gd name="GluePoint13X" fmla="*/ 30 w 501"/>
              <a:gd name="GluePoint13Y" fmla="*/ 79 h 234"/>
              <a:gd name="GluePoint14X" fmla="*/ 42 w 501"/>
              <a:gd name="GluePoint14Y" fmla="*/ 39 h 234"/>
              <a:gd name="GluePoint15X" fmla="*/ 50 w 501"/>
              <a:gd name="GluePoint15Y" fmla="*/ 59 h 234"/>
              <a:gd name="GluePoint16X" fmla="*/ 34 w 501"/>
              <a:gd name="GluePoint16Y" fmla="*/ 50 h 234"/>
              <a:gd name="GluePoint17X" fmla="*/ 86 w 501"/>
              <a:gd name="GluePoint17Y" fmla="*/ 69 h 234"/>
              <a:gd name="GluePoint18X" fmla="*/ 96 w 501"/>
              <a:gd name="GluePoint18Y" fmla="*/ 71 h 234"/>
              <a:gd name="GluePoint19X" fmla="*/ 166 w 501"/>
              <a:gd name="GluePoint19Y" fmla="*/ 126 h 234"/>
              <a:gd name="GluePoint20X" fmla="*/ 112 w 501"/>
              <a:gd name="GluePoint20Y" fmla="*/ 25 h 234"/>
              <a:gd name="GluePoint21X" fmla="*/ 118 w 501"/>
              <a:gd name="GluePoint21Y" fmla="*/ 48 h 234"/>
              <a:gd name="GluePoint22X" fmla="*/ 106 w 501"/>
              <a:gd name="GluePoint22Y" fmla="*/ 30 h 234"/>
              <a:gd name="GluePoint23X" fmla="*/ 138 w 501"/>
              <a:gd name="GluePoint23Y" fmla="*/ 57 h 234"/>
              <a:gd name="GluePoint24X" fmla="*/ 96 w 501"/>
              <a:gd name="GluePoint24Y" fmla="*/ 94 h 234"/>
              <a:gd name="GluePoint25X" fmla="*/ 96 w 501"/>
              <a:gd name="GluePoint25Y" fmla="*/ 122 h 234"/>
              <a:gd name="GluePoint26X" fmla="*/ 59 w 501"/>
              <a:gd name="GluePoint26Y" fmla="*/ 69 h 234"/>
              <a:gd name="GluePoint27X" fmla="*/ 59 w 501"/>
              <a:gd name="GluePoint27Y" fmla="*/ 82 h 234"/>
              <a:gd name="GluePoint28X" fmla="*/ 13 w 501"/>
              <a:gd name="GluePoint28Y" fmla="*/ 66 h 234"/>
              <a:gd name="GluePoint29X" fmla="*/ 28 w 501"/>
              <a:gd name="GluePoint29Y" fmla="*/ 83 h 234"/>
              <a:gd name="GluePoint30X" fmla="*/ 19 w 501"/>
              <a:gd name="GluePoint30Y" fmla="*/ 176 h 234"/>
              <a:gd name="GluePoint31X" fmla="*/ 5 w 501"/>
              <a:gd name="GluePoint31Y" fmla="*/ 221 h 234"/>
              <a:gd name="GluePoint32X" fmla="*/ 288 w 501"/>
              <a:gd name="GluePoint32Y" fmla="*/ 127 h 234"/>
              <a:gd name="GluePoint33X" fmla="*/ 277 w 501"/>
              <a:gd name="GluePoint33Y" fmla="*/ 54 h 234"/>
              <a:gd name="GluePoint34X" fmla="*/ 322 w 501"/>
              <a:gd name="GluePoint34Y" fmla="*/ 233 h 234"/>
              <a:gd name="GluePoint35X" fmla="*/ 326 w 501"/>
              <a:gd name="GluePoint35Y" fmla="*/ 30 h 234"/>
              <a:gd name="GluePoint36X" fmla="*/ 298 w 501"/>
              <a:gd name="GluePoint36Y" fmla="*/ 17 h 234"/>
              <a:gd name="GluePoint37X" fmla="*/ 323 w 501"/>
              <a:gd name="GluePoint37Y" fmla="*/ 18 h 234"/>
              <a:gd name="GluePoint38X" fmla="*/ 338 w 501"/>
              <a:gd name="GluePoint38Y" fmla="*/ 58 h 234"/>
              <a:gd name="GluePoint39X" fmla="*/ 339 w 501"/>
              <a:gd name="GluePoint39Y" fmla="*/ 43 h 234"/>
              <a:gd name="GluePoint40X" fmla="*/ 375 w 501"/>
              <a:gd name="GluePoint40Y" fmla="*/ 83 h 234"/>
              <a:gd name="GluePoint41X" fmla="*/ 364 w 501"/>
              <a:gd name="GluePoint41Y" fmla="*/ 126 h 234"/>
              <a:gd name="GluePoint42X" fmla="*/ 377 w 501"/>
              <a:gd name="GluePoint42Y" fmla="*/ 50 h 234"/>
              <a:gd name="GluePoint43X" fmla="*/ 377 w 501"/>
              <a:gd name="GluePoint43Y" fmla="*/ 50 h 234"/>
              <a:gd name="GluePoint44X" fmla="*/ 447 w 501"/>
              <a:gd name="GluePoint44Y" fmla="*/ 63 h 234"/>
              <a:gd name="GluePoint45X" fmla="*/ 452 w 501"/>
              <a:gd name="GluePoint45Y" fmla="*/ 58 h 234"/>
              <a:gd name="GluePoint46X" fmla="*/ 469 w 501"/>
              <a:gd name="GluePoint46Y" fmla="*/ 52 h 234"/>
              <a:gd name="GluePoint47X" fmla="*/ 414 w 501"/>
              <a:gd name="GluePoint47Y" fmla="*/ 73 h 234"/>
              <a:gd name="GluePoint48X" fmla="*/ 407 w 501"/>
              <a:gd name="GluePoint48Y" fmla="*/ 71 h 234"/>
              <a:gd name="GluePoint49X" fmla="*/ 338 w 501"/>
              <a:gd name="GluePoint49Y" fmla="*/ 124 h 234"/>
              <a:gd name="GluePoint50X" fmla="*/ 390 w 501"/>
              <a:gd name="GluePoint50Y" fmla="*/ 24 h 234"/>
              <a:gd name="GluePoint51X" fmla="*/ 382 w 501"/>
              <a:gd name="GluePoint51Y" fmla="*/ 48 h 234"/>
              <a:gd name="GluePoint52X" fmla="*/ 397 w 501"/>
              <a:gd name="GluePoint52Y" fmla="*/ 34 h 234"/>
              <a:gd name="GluePoint53X" fmla="*/ 362 w 501"/>
              <a:gd name="GluePoint53Y" fmla="*/ 58 h 234"/>
              <a:gd name="GluePoint54X" fmla="*/ 447 w 501"/>
              <a:gd name="GluePoint54Y" fmla="*/ 110 h 234"/>
              <a:gd name="GluePoint55X" fmla="*/ 405 w 501"/>
              <a:gd name="GluePoint55Y" fmla="*/ 122 h 234"/>
              <a:gd name="GluePoint56X" fmla="*/ 443 w 501"/>
              <a:gd name="GluePoint56Y" fmla="*/ 69 h 234"/>
              <a:gd name="GluePoint57X" fmla="*/ 442 w 501"/>
              <a:gd name="GluePoint57Y" fmla="*/ 82 h 234"/>
              <a:gd name="GluePoint58X" fmla="*/ 488 w 501"/>
              <a:gd name="GluePoint58Y" fmla="*/ 66 h 234"/>
              <a:gd name="GluePoint59X" fmla="*/ 473 w 501"/>
              <a:gd name="GluePoint59Y" fmla="*/ 83 h 234"/>
              <a:gd name="GluePoint60X" fmla="*/ 483 w 501"/>
              <a:gd name="GluePoint60Y" fmla="*/ 176 h 234"/>
              <a:gd name="GluePoint61X" fmla="*/ 496 w 501"/>
              <a:gd name="GluePoint61Y" fmla="*/ 221 h 234"/>
            </a:gdLst>
            <a:ahLst/>
            <a:cxnLst/>
            <a:rect l="textAreaLeft" t="textAreaTop" r="textAreaRight" b="textAreaBottom"/>
            <a:pathLst>
              <a:path w="501" h="234">
                <a:moveTo>
                  <a:pt x="250" y="76"/>
                </a:moveTo>
                <a:lnTo>
                  <a:pt x="294" y="76"/>
                </a:lnTo>
                <a:lnTo>
                  <a:pt x="294" y="103"/>
                </a:lnTo>
                <a:lnTo>
                  <a:pt x="250" y="103"/>
                </a:lnTo>
                <a:lnTo>
                  <a:pt x="207" y="103"/>
                </a:lnTo>
                <a:lnTo>
                  <a:pt x="207" y="76"/>
                </a:lnTo>
                <a:lnTo>
                  <a:pt x="250" y="76"/>
                </a:lnTo>
                <a:lnTo>
                  <a:pt x="250" y="76"/>
                </a:lnTo>
                <a:close/>
                <a:moveTo>
                  <a:pt x="250" y="107"/>
                </a:moveTo>
                <a:lnTo>
                  <a:pt x="250" y="107"/>
                </a:lnTo>
                <a:lnTo>
                  <a:pt x="294" y="107"/>
                </a:lnTo>
                <a:lnTo>
                  <a:pt x="294" y="116"/>
                </a:lnTo>
                <a:lnTo>
                  <a:pt x="252" y="116"/>
                </a:lnTo>
                <a:lnTo>
                  <a:pt x="249" y="116"/>
                </a:lnTo>
                <a:lnTo>
                  <a:pt x="207" y="116"/>
                </a:lnTo>
                <a:lnTo>
                  <a:pt x="207" y="107"/>
                </a:lnTo>
                <a:lnTo>
                  <a:pt x="250" y="107"/>
                </a:lnTo>
                <a:lnTo>
                  <a:pt x="250" y="107"/>
                </a:lnTo>
                <a:close/>
                <a:moveTo>
                  <a:pt x="247" y="65"/>
                </a:moveTo>
                <a:lnTo>
                  <a:pt x="254" y="65"/>
                </a:lnTo>
                <a:lnTo>
                  <a:pt x="294" y="65"/>
                </a:lnTo>
                <a:lnTo>
                  <a:pt x="294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07" y="74"/>
                </a:lnTo>
                <a:lnTo>
                  <a:pt x="207" y="65"/>
                </a:lnTo>
                <a:lnTo>
                  <a:pt x="247" y="65"/>
                </a:lnTo>
                <a:lnTo>
                  <a:pt x="247" y="65"/>
                </a:lnTo>
                <a:close/>
                <a:moveTo>
                  <a:pt x="225" y="118"/>
                </a:moveTo>
                <a:lnTo>
                  <a:pt x="224" y="118"/>
                </a:lnTo>
                <a:lnTo>
                  <a:pt x="222" y="121"/>
                </a:lnTo>
                <a:lnTo>
                  <a:pt x="221" y="122"/>
                </a:lnTo>
                <a:lnTo>
                  <a:pt x="220" y="124"/>
                </a:lnTo>
                <a:lnTo>
                  <a:pt x="218" y="125"/>
                </a:lnTo>
                <a:lnTo>
                  <a:pt x="217" y="126"/>
                </a:lnTo>
                <a:lnTo>
                  <a:pt x="214" y="126"/>
                </a:lnTo>
                <a:lnTo>
                  <a:pt x="214" y="126"/>
                </a:lnTo>
                <a:lnTo>
                  <a:pt x="214" y="127"/>
                </a:lnTo>
                <a:lnTo>
                  <a:pt x="214" y="128"/>
                </a:lnTo>
                <a:lnTo>
                  <a:pt x="213" y="129"/>
                </a:lnTo>
                <a:lnTo>
                  <a:pt x="213" y="130"/>
                </a:lnTo>
                <a:lnTo>
                  <a:pt x="212" y="131"/>
                </a:lnTo>
                <a:lnTo>
                  <a:pt x="211" y="132"/>
                </a:lnTo>
                <a:lnTo>
                  <a:pt x="209" y="133"/>
                </a:lnTo>
                <a:lnTo>
                  <a:pt x="208" y="133"/>
                </a:lnTo>
                <a:lnTo>
                  <a:pt x="208" y="118"/>
                </a:lnTo>
                <a:lnTo>
                  <a:pt x="225" y="118"/>
                </a:lnTo>
                <a:lnTo>
                  <a:pt x="225" y="118"/>
                </a:lnTo>
                <a:close/>
                <a:moveTo>
                  <a:pt x="207" y="62"/>
                </a:moveTo>
                <a:lnTo>
                  <a:pt x="209" y="62"/>
                </a:lnTo>
                <a:lnTo>
                  <a:pt x="212" y="62"/>
                </a:lnTo>
                <a:lnTo>
                  <a:pt x="216" y="62"/>
                </a:lnTo>
                <a:lnTo>
                  <a:pt x="219" y="61"/>
                </a:lnTo>
                <a:lnTo>
                  <a:pt x="221" y="59"/>
                </a:lnTo>
                <a:lnTo>
                  <a:pt x="222" y="58"/>
                </a:lnTo>
                <a:lnTo>
                  <a:pt x="222" y="58"/>
                </a:lnTo>
                <a:lnTo>
                  <a:pt x="223" y="56"/>
                </a:lnTo>
                <a:lnTo>
                  <a:pt x="224" y="54"/>
                </a:lnTo>
                <a:lnTo>
                  <a:pt x="224" y="54"/>
                </a:lnTo>
                <a:lnTo>
                  <a:pt x="224" y="53"/>
                </a:lnTo>
                <a:lnTo>
                  <a:pt x="224" y="52"/>
                </a:lnTo>
                <a:lnTo>
                  <a:pt x="222" y="49"/>
                </a:lnTo>
                <a:lnTo>
                  <a:pt x="220" y="46"/>
                </a:lnTo>
                <a:lnTo>
                  <a:pt x="218" y="45"/>
                </a:lnTo>
                <a:lnTo>
                  <a:pt x="217" y="45"/>
                </a:lnTo>
                <a:lnTo>
                  <a:pt x="215" y="45"/>
                </a:lnTo>
                <a:lnTo>
                  <a:pt x="214" y="46"/>
                </a:lnTo>
                <a:lnTo>
                  <a:pt x="211" y="49"/>
                </a:lnTo>
                <a:lnTo>
                  <a:pt x="209" y="52"/>
                </a:lnTo>
                <a:lnTo>
                  <a:pt x="208" y="53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62"/>
                </a:lnTo>
                <a:lnTo>
                  <a:pt x="207" y="62"/>
                </a:lnTo>
                <a:close/>
                <a:moveTo>
                  <a:pt x="203" y="53"/>
                </a:moveTo>
                <a:lnTo>
                  <a:pt x="179" y="53"/>
                </a:lnTo>
                <a:lnTo>
                  <a:pt x="179" y="233"/>
                </a:lnTo>
                <a:lnTo>
                  <a:pt x="203" y="233"/>
                </a:lnTo>
                <a:lnTo>
                  <a:pt x="203" y="53"/>
                </a:lnTo>
                <a:lnTo>
                  <a:pt x="203" y="53"/>
                </a:lnTo>
                <a:close/>
                <a:moveTo>
                  <a:pt x="206" y="30"/>
                </a:moveTo>
                <a:lnTo>
                  <a:pt x="206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48"/>
                </a:lnTo>
                <a:lnTo>
                  <a:pt x="207" y="49"/>
                </a:lnTo>
                <a:lnTo>
                  <a:pt x="207" y="50"/>
                </a:lnTo>
                <a:lnTo>
                  <a:pt x="206" y="50"/>
                </a:lnTo>
                <a:lnTo>
                  <a:pt x="206" y="50"/>
                </a:lnTo>
                <a:lnTo>
                  <a:pt x="177" y="50"/>
                </a:lnTo>
                <a:lnTo>
                  <a:pt x="176" y="50"/>
                </a:lnTo>
                <a:lnTo>
                  <a:pt x="175" y="50"/>
                </a:lnTo>
                <a:lnTo>
                  <a:pt x="175" y="49"/>
                </a:lnTo>
                <a:lnTo>
                  <a:pt x="175" y="48"/>
                </a:lnTo>
                <a:lnTo>
                  <a:pt x="175" y="30"/>
                </a:lnTo>
                <a:lnTo>
                  <a:pt x="175" y="30"/>
                </a:lnTo>
                <a:lnTo>
                  <a:pt x="175" y="30"/>
                </a:lnTo>
                <a:lnTo>
                  <a:pt x="176" y="30"/>
                </a:lnTo>
                <a:lnTo>
                  <a:pt x="177" y="30"/>
                </a:lnTo>
                <a:lnTo>
                  <a:pt x="206" y="30"/>
                </a:lnTo>
                <a:lnTo>
                  <a:pt x="206" y="30"/>
                </a:lnTo>
                <a:close/>
                <a:moveTo>
                  <a:pt x="190" y="0"/>
                </a:moveTo>
                <a:lnTo>
                  <a:pt x="191" y="0"/>
                </a:lnTo>
                <a:lnTo>
                  <a:pt x="191" y="0"/>
                </a:lnTo>
                <a:lnTo>
                  <a:pt x="192" y="0"/>
                </a:lnTo>
                <a:lnTo>
                  <a:pt x="192" y="0"/>
                </a:lnTo>
                <a:lnTo>
                  <a:pt x="193" y="1"/>
                </a:lnTo>
                <a:lnTo>
                  <a:pt x="194" y="1"/>
                </a:lnTo>
                <a:lnTo>
                  <a:pt x="195" y="2"/>
                </a:lnTo>
                <a:lnTo>
                  <a:pt x="196" y="3"/>
                </a:lnTo>
                <a:lnTo>
                  <a:pt x="198" y="5"/>
                </a:lnTo>
                <a:lnTo>
                  <a:pt x="198" y="7"/>
                </a:lnTo>
                <a:lnTo>
                  <a:pt x="199" y="11"/>
                </a:lnTo>
                <a:lnTo>
                  <a:pt x="199" y="13"/>
                </a:lnTo>
                <a:lnTo>
                  <a:pt x="201" y="14"/>
                </a:lnTo>
                <a:lnTo>
                  <a:pt x="202" y="14"/>
                </a:lnTo>
                <a:lnTo>
                  <a:pt x="202" y="16"/>
                </a:lnTo>
                <a:lnTo>
                  <a:pt x="203" y="17"/>
                </a:lnTo>
                <a:lnTo>
                  <a:pt x="204" y="18"/>
                </a:lnTo>
                <a:lnTo>
                  <a:pt x="204" y="20"/>
                </a:lnTo>
                <a:lnTo>
                  <a:pt x="203" y="22"/>
                </a:lnTo>
                <a:lnTo>
                  <a:pt x="202" y="22"/>
                </a:lnTo>
                <a:lnTo>
                  <a:pt x="202" y="25"/>
                </a:lnTo>
                <a:lnTo>
                  <a:pt x="202" y="26"/>
                </a:lnTo>
                <a:lnTo>
                  <a:pt x="202" y="26"/>
                </a:lnTo>
                <a:lnTo>
                  <a:pt x="202" y="26"/>
                </a:lnTo>
                <a:lnTo>
                  <a:pt x="202" y="27"/>
                </a:lnTo>
                <a:lnTo>
                  <a:pt x="201" y="27"/>
                </a:lnTo>
                <a:lnTo>
                  <a:pt x="191" y="27"/>
                </a:lnTo>
                <a:lnTo>
                  <a:pt x="182" y="27"/>
                </a:lnTo>
                <a:lnTo>
                  <a:pt x="181" y="27"/>
                </a:lnTo>
                <a:lnTo>
                  <a:pt x="181" y="26"/>
                </a:lnTo>
                <a:lnTo>
                  <a:pt x="181" y="26"/>
                </a:lnTo>
                <a:lnTo>
                  <a:pt x="181" y="26"/>
                </a:lnTo>
                <a:lnTo>
                  <a:pt x="181" y="25"/>
                </a:lnTo>
                <a:lnTo>
                  <a:pt x="180" y="22"/>
                </a:lnTo>
                <a:lnTo>
                  <a:pt x="179" y="22"/>
                </a:lnTo>
                <a:lnTo>
                  <a:pt x="178" y="20"/>
                </a:lnTo>
                <a:lnTo>
                  <a:pt x="178" y="18"/>
                </a:lnTo>
                <a:lnTo>
                  <a:pt x="179" y="17"/>
                </a:lnTo>
                <a:lnTo>
                  <a:pt x="180" y="16"/>
                </a:lnTo>
                <a:lnTo>
                  <a:pt x="181" y="14"/>
                </a:lnTo>
                <a:lnTo>
                  <a:pt x="182" y="14"/>
                </a:lnTo>
                <a:lnTo>
                  <a:pt x="183" y="13"/>
                </a:lnTo>
                <a:lnTo>
                  <a:pt x="183" y="11"/>
                </a:lnTo>
                <a:lnTo>
                  <a:pt x="184" y="7"/>
                </a:lnTo>
                <a:lnTo>
                  <a:pt x="186" y="5"/>
                </a:lnTo>
                <a:lnTo>
                  <a:pt x="186" y="3"/>
                </a:lnTo>
                <a:lnTo>
                  <a:pt x="187" y="2"/>
                </a:lnTo>
                <a:lnTo>
                  <a:pt x="188" y="1"/>
                </a:lnTo>
                <a:lnTo>
                  <a:pt x="190" y="1"/>
                </a:lnTo>
                <a:lnTo>
                  <a:pt x="190" y="0"/>
                </a:lnTo>
                <a:lnTo>
                  <a:pt x="190" y="0"/>
                </a:lnTo>
                <a:close/>
                <a:moveTo>
                  <a:pt x="174" y="52"/>
                </a:moveTo>
                <a:lnTo>
                  <a:pt x="174" y="62"/>
                </a:lnTo>
                <a:lnTo>
                  <a:pt x="168" y="62"/>
                </a:lnTo>
                <a:lnTo>
                  <a:pt x="166" y="62"/>
                </a:lnTo>
                <a:lnTo>
                  <a:pt x="166" y="61"/>
                </a:lnTo>
                <a:lnTo>
                  <a:pt x="164" y="59"/>
                </a:lnTo>
                <a:lnTo>
                  <a:pt x="163" y="58"/>
                </a:lnTo>
                <a:lnTo>
                  <a:pt x="162" y="55"/>
                </a:lnTo>
                <a:lnTo>
                  <a:pt x="162" y="54"/>
                </a:lnTo>
                <a:lnTo>
                  <a:pt x="161" y="53"/>
                </a:lnTo>
                <a:lnTo>
                  <a:pt x="159" y="51"/>
                </a:lnTo>
                <a:lnTo>
                  <a:pt x="158" y="50"/>
                </a:lnTo>
                <a:lnTo>
                  <a:pt x="156" y="47"/>
                </a:lnTo>
                <a:lnTo>
                  <a:pt x="156" y="46"/>
                </a:lnTo>
                <a:lnTo>
                  <a:pt x="156" y="46"/>
                </a:lnTo>
                <a:lnTo>
                  <a:pt x="156" y="45"/>
                </a:lnTo>
                <a:lnTo>
                  <a:pt x="157" y="44"/>
                </a:lnTo>
                <a:lnTo>
                  <a:pt x="158" y="42"/>
                </a:lnTo>
                <a:lnTo>
                  <a:pt x="159" y="42"/>
                </a:lnTo>
                <a:lnTo>
                  <a:pt x="160" y="42"/>
                </a:lnTo>
                <a:lnTo>
                  <a:pt x="161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3"/>
                </a:lnTo>
                <a:lnTo>
                  <a:pt x="161" y="44"/>
                </a:lnTo>
                <a:lnTo>
                  <a:pt x="162" y="45"/>
                </a:lnTo>
                <a:lnTo>
                  <a:pt x="162" y="46"/>
                </a:lnTo>
                <a:lnTo>
                  <a:pt x="163" y="46"/>
                </a:lnTo>
                <a:lnTo>
                  <a:pt x="164" y="46"/>
                </a:lnTo>
                <a:lnTo>
                  <a:pt x="166" y="47"/>
                </a:lnTo>
                <a:lnTo>
                  <a:pt x="169" y="48"/>
                </a:lnTo>
                <a:lnTo>
                  <a:pt x="170" y="50"/>
                </a:lnTo>
                <a:lnTo>
                  <a:pt x="171" y="51"/>
                </a:lnTo>
                <a:lnTo>
                  <a:pt x="173" y="52"/>
                </a:lnTo>
                <a:lnTo>
                  <a:pt x="174" y="52"/>
                </a:lnTo>
                <a:lnTo>
                  <a:pt x="174" y="52"/>
                </a:lnTo>
                <a:close/>
                <a:moveTo>
                  <a:pt x="175" y="65"/>
                </a:moveTo>
                <a:lnTo>
                  <a:pt x="168" y="65"/>
                </a:lnTo>
                <a:lnTo>
                  <a:pt x="168" y="74"/>
                </a:lnTo>
                <a:lnTo>
                  <a:pt x="175" y="74"/>
                </a:lnTo>
                <a:lnTo>
                  <a:pt x="175" y="65"/>
                </a:lnTo>
                <a:lnTo>
                  <a:pt x="175" y="65"/>
                </a:lnTo>
                <a:close/>
                <a:moveTo>
                  <a:pt x="175" y="76"/>
                </a:moveTo>
                <a:lnTo>
                  <a:pt x="126" y="76"/>
                </a:lnTo>
                <a:lnTo>
                  <a:pt x="126" y="83"/>
                </a:lnTo>
                <a:lnTo>
                  <a:pt x="175" y="83"/>
                </a:lnTo>
                <a:lnTo>
                  <a:pt x="175" y="76"/>
                </a:lnTo>
                <a:lnTo>
                  <a:pt x="175" y="76"/>
                </a:lnTo>
                <a:close/>
                <a:moveTo>
                  <a:pt x="175" y="86"/>
                </a:moveTo>
                <a:lnTo>
                  <a:pt x="126" y="86"/>
                </a:lnTo>
                <a:lnTo>
                  <a:pt x="126" y="107"/>
                </a:lnTo>
                <a:lnTo>
                  <a:pt x="175" y="107"/>
                </a:lnTo>
                <a:lnTo>
                  <a:pt x="175" y="86"/>
                </a:lnTo>
                <a:lnTo>
                  <a:pt x="175" y="86"/>
                </a:lnTo>
                <a:close/>
                <a:moveTo>
                  <a:pt x="175" y="110"/>
                </a:moveTo>
                <a:lnTo>
                  <a:pt x="126" y="110"/>
                </a:lnTo>
                <a:lnTo>
                  <a:pt x="126" y="117"/>
                </a:lnTo>
                <a:lnTo>
                  <a:pt x="175" y="117"/>
                </a:lnTo>
                <a:lnTo>
                  <a:pt x="175" y="110"/>
                </a:lnTo>
                <a:lnTo>
                  <a:pt x="175" y="110"/>
                </a:lnTo>
                <a:close/>
                <a:moveTo>
                  <a:pt x="140" y="121"/>
                </a:moveTo>
                <a:lnTo>
                  <a:pt x="141" y="121"/>
                </a:lnTo>
                <a:lnTo>
                  <a:pt x="140" y="122"/>
                </a:lnTo>
                <a:lnTo>
                  <a:pt x="139" y="122"/>
                </a:lnTo>
                <a:lnTo>
                  <a:pt x="138" y="124"/>
                </a:lnTo>
                <a:lnTo>
                  <a:pt x="137" y="126"/>
                </a:lnTo>
                <a:lnTo>
                  <a:pt x="135" y="126"/>
                </a:lnTo>
                <a:lnTo>
                  <a:pt x="134" y="128"/>
                </a:lnTo>
                <a:lnTo>
                  <a:pt x="132" y="128"/>
                </a:lnTo>
                <a:lnTo>
                  <a:pt x="130" y="129"/>
                </a:lnTo>
                <a:lnTo>
                  <a:pt x="130" y="130"/>
                </a:lnTo>
                <a:lnTo>
                  <a:pt x="129" y="132"/>
                </a:lnTo>
                <a:lnTo>
                  <a:pt x="128" y="134"/>
                </a:lnTo>
                <a:lnTo>
                  <a:pt x="127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21"/>
                </a:lnTo>
                <a:lnTo>
                  <a:pt x="140" y="121"/>
                </a:lnTo>
                <a:lnTo>
                  <a:pt x="140" y="121"/>
                </a:lnTo>
                <a:close/>
                <a:moveTo>
                  <a:pt x="122" y="73"/>
                </a:moveTo>
                <a:lnTo>
                  <a:pt x="100" y="73"/>
                </a:lnTo>
                <a:lnTo>
                  <a:pt x="100" y="233"/>
                </a:lnTo>
                <a:lnTo>
                  <a:pt x="122" y="233"/>
                </a:lnTo>
                <a:lnTo>
                  <a:pt x="122" y="73"/>
                </a:lnTo>
                <a:lnTo>
                  <a:pt x="122" y="73"/>
                </a:lnTo>
                <a:close/>
                <a:moveTo>
                  <a:pt x="124" y="50"/>
                </a:moveTo>
                <a:lnTo>
                  <a:pt x="98" y="50"/>
                </a:lnTo>
                <a:lnTo>
                  <a:pt x="97" y="50"/>
                </a:lnTo>
                <a:lnTo>
                  <a:pt x="97" y="50"/>
                </a:lnTo>
                <a:lnTo>
                  <a:pt x="96" y="51"/>
                </a:lnTo>
                <a:lnTo>
                  <a:pt x="96" y="51"/>
                </a:lnTo>
                <a:lnTo>
                  <a:pt x="96" y="67"/>
                </a:lnTo>
                <a:lnTo>
                  <a:pt x="96" y="68"/>
                </a:lnTo>
                <a:lnTo>
                  <a:pt x="97" y="68"/>
                </a:lnTo>
                <a:lnTo>
                  <a:pt x="97" y="68"/>
                </a:lnTo>
                <a:lnTo>
                  <a:pt x="98" y="69"/>
                </a:lnTo>
                <a:lnTo>
                  <a:pt x="124" y="69"/>
                </a:lnTo>
                <a:lnTo>
                  <a:pt x="125" y="68"/>
                </a:lnTo>
                <a:lnTo>
                  <a:pt x="125" y="68"/>
                </a:lnTo>
                <a:lnTo>
                  <a:pt x="125" y="68"/>
                </a:lnTo>
                <a:lnTo>
                  <a:pt x="125" y="67"/>
                </a:lnTo>
                <a:lnTo>
                  <a:pt x="125" y="51"/>
                </a:lnTo>
                <a:lnTo>
                  <a:pt x="125" y="51"/>
                </a:lnTo>
                <a:lnTo>
                  <a:pt x="125" y="50"/>
                </a:lnTo>
                <a:lnTo>
                  <a:pt x="125" y="50"/>
                </a:lnTo>
                <a:lnTo>
                  <a:pt x="124" y="50"/>
                </a:lnTo>
                <a:lnTo>
                  <a:pt x="124" y="50"/>
                </a:lnTo>
                <a:close/>
                <a:moveTo>
                  <a:pt x="52" y="79"/>
                </a:moveTo>
                <a:lnTo>
                  <a:pt x="30" y="79"/>
                </a:lnTo>
                <a:lnTo>
                  <a:pt x="30" y="232"/>
                </a:lnTo>
                <a:lnTo>
                  <a:pt x="51" y="232"/>
                </a:lnTo>
                <a:lnTo>
                  <a:pt x="51" y="88"/>
                </a:lnTo>
                <a:lnTo>
                  <a:pt x="52" y="88"/>
                </a:lnTo>
                <a:lnTo>
                  <a:pt x="52" y="79"/>
                </a:lnTo>
                <a:lnTo>
                  <a:pt x="52" y="79"/>
                </a:lnTo>
                <a:close/>
                <a:moveTo>
                  <a:pt x="54" y="63"/>
                </a:moveTo>
                <a:lnTo>
                  <a:pt x="30" y="63"/>
                </a:lnTo>
                <a:lnTo>
                  <a:pt x="29" y="63"/>
                </a:lnTo>
                <a:lnTo>
                  <a:pt x="29" y="64"/>
                </a:lnTo>
                <a:lnTo>
                  <a:pt x="29" y="76"/>
                </a:lnTo>
                <a:lnTo>
                  <a:pt x="29" y="77"/>
                </a:lnTo>
                <a:lnTo>
                  <a:pt x="30" y="78"/>
                </a:lnTo>
                <a:lnTo>
                  <a:pt x="54" y="78"/>
                </a:lnTo>
                <a:lnTo>
                  <a:pt x="54" y="77"/>
                </a:lnTo>
                <a:lnTo>
                  <a:pt x="54" y="76"/>
                </a:lnTo>
                <a:lnTo>
                  <a:pt x="54" y="64"/>
                </a:lnTo>
                <a:lnTo>
                  <a:pt x="54" y="63"/>
                </a:lnTo>
                <a:lnTo>
                  <a:pt x="54" y="63"/>
                </a:lnTo>
                <a:lnTo>
                  <a:pt x="54" y="63"/>
                </a:lnTo>
                <a:close/>
                <a:moveTo>
                  <a:pt x="42" y="39"/>
                </a:moveTo>
                <a:lnTo>
                  <a:pt x="42" y="39"/>
                </a:lnTo>
                <a:lnTo>
                  <a:pt x="43" y="39"/>
                </a:lnTo>
                <a:lnTo>
                  <a:pt x="45" y="40"/>
                </a:lnTo>
                <a:lnTo>
                  <a:pt x="46" y="42"/>
                </a:lnTo>
                <a:lnTo>
                  <a:pt x="46" y="42"/>
                </a:lnTo>
                <a:lnTo>
                  <a:pt x="47" y="45"/>
                </a:lnTo>
                <a:lnTo>
                  <a:pt x="48" y="47"/>
                </a:lnTo>
                <a:lnTo>
                  <a:pt x="49" y="49"/>
                </a:lnTo>
                <a:lnTo>
                  <a:pt x="50" y="50"/>
                </a:lnTo>
                <a:lnTo>
                  <a:pt x="50" y="50"/>
                </a:lnTo>
                <a:lnTo>
                  <a:pt x="50" y="51"/>
                </a:lnTo>
                <a:lnTo>
                  <a:pt x="51" y="52"/>
                </a:lnTo>
                <a:lnTo>
                  <a:pt x="51" y="53"/>
                </a:lnTo>
                <a:lnTo>
                  <a:pt x="51" y="54"/>
                </a:lnTo>
                <a:lnTo>
                  <a:pt x="51" y="55"/>
                </a:lnTo>
                <a:lnTo>
                  <a:pt x="50" y="56"/>
                </a:lnTo>
                <a:lnTo>
                  <a:pt x="50" y="57"/>
                </a:lnTo>
                <a:lnTo>
                  <a:pt x="50" y="58"/>
                </a:lnTo>
                <a:lnTo>
                  <a:pt x="50" y="58"/>
                </a:lnTo>
                <a:lnTo>
                  <a:pt x="50" y="58"/>
                </a:lnTo>
                <a:lnTo>
                  <a:pt x="50" y="59"/>
                </a:lnTo>
                <a:lnTo>
                  <a:pt x="50" y="59"/>
                </a:lnTo>
                <a:lnTo>
                  <a:pt x="50" y="61"/>
                </a:lnTo>
                <a:lnTo>
                  <a:pt x="50" y="61"/>
                </a:lnTo>
                <a:lnTo>
                  <a:pt x="42" y="61"/>
                </a:lnTo>
                <a:lnTo>
                  <a:pt x="42" y="61"/>
                </a:lnTo>
                <a:lnTo>
                  <a:pt x="42" y="61"/>
                </a:lnTo>
                <a:lnTo>
                  <a:pt x="34" y="61"/>
                </a:lnTo>
                <a:lnTo>
                  <a:pt x="34" y="61"/>
                </a:lnTo>
                <a:lnTo>
                  <a:pt x="34" y="59"/>
                </a:lnTo>
                <a:lnTo>
                  <a:pt x="34" y="59"/>
                </a:lnTo>
                <a:lnTo>
                  <a:pt x="34" y="58"/>
                </a:lnTo>
                <a:lnTo>
                  <a:pt x="34" y="58"/>
                </a:lnTo>
                <a:lnTo>
                  <a:pt x="34" y="58"/>
                </a:lnTo>
                <a:lnTo>
                  <a:pt x="34" y="57"/>
                </a:lnTo>
                <a:lnTo>
                  <a:pt x="34" y="56"/>
                </a:lnTo>
                <a:lnTo>
                  <a:pt x="33" y="55"/>
                </a:lnTo>
                <a:lnTo>
                  <a:pt x="32" y="54"/>
                </a:lnTo>
                <a:lnTo>
                  <a:pt x="32" y="53"/>
                </a:lnTo>
                <a:lnTo>
                  <a:pt x="32" y="52"/>
                </a:lnTo>
                <a:lnTo>
                  <a:pt x="33" y="51"/>
                </a:lnTo>
                <a:lnTo>
                  <a:pt x="34" y="50"/>
                </a:lnTo>
                <a:lnTo>
                  <a:pt x="34" y="50"/>
                </a:lnTo>
                <a:lnTo>
                  <a:pt x="35" y="49"/>
                </a:lnTo>
                <a:lnTo>
                  <a:pt x="35" y="47"/>
                </a:lnTo>
                <a:lnTo>
                  <a:pt x="36" y="45"/>
                </a:lnTo>
                <a:lnTo>
                  <a:pt x="38" y="42"/>
                </a:lnTo>
                <a:lnTo>
                  <a:pt x="38" y="42"/>
                </a:lnTo>
                <a:lnTo>
                  <a:pt x="39" y="40"/>
                </a:lnTo>
                <a:lnTo>
                  <a:pt x="40" y="39"/>
                </a:lnTo>
                <a:lnTo>
                  <a:pt x="41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close/>
                <a:moveTo>
                  <a:pt x="96" y="74"/>
                </a:moveTo>
                <a:lnTo>
                  <a:pt x="92" y="74"/>
                </a:lnTo>
                <a:lnTo>
                  <a:pt x="90" y="74"/>
                </a:lnTo>
                <a:lnTo>
                  <a:pt x="90" y="74"/>
                </a:lnTo>
                <a:lnTo>
                  <a:pt x="89" y="74"/>
                </a:lnTo>
                <a:lnTo>
                  <a:pt x="88" y="73"/>
                </a:lnTo>
                <a:lnTo>
                  <a:pt x="86" y="71"/>
                </a:lnTo>
                <a:lnTo>
                  <a:pt x="86" y="69"/>
                </a:lnTo>
                <a:lnTo>
                  <a:pt x="83" y="65"/>
                </a:lnTo>
                <a:lnTo>
                  <a:pt x="81" y="61"/>
                </a:lnTo>
                <a:lnTo>
                  <a:pt x="81" y="59"/>
                </a:lnTo>
                <a:lnTo>
                  <a:pt x="82" y="59"/>
                </a:lnTo>
                <a:lnTo>
                  <a:pt x="82" y="58"/>
                </a:lnTo>
                <a:lnTo>
                  <a:pt x="82" y="58"/>
                </a:lnTo>
                <a:lnTo>
                  <a:pt x="84" y="57"/>
                </a:lnTo>
                <a:lnTo>
                  <a:pt x="84" y="57"/>
                </a:lnTo>
                <a:lnTo>
                  <a:pt x="86" y="56"/>
                </a:lnTo>
                <a:lnTo>
                  <a:pt x="86" y="56"/>
                </a:lnTo>
                <a:lnTo>
                  <a:pt x="86" y="57"/>
                </a:lnTo>
                <a:lnTo>
                  <a:pt x="87" y="57"/>
                </a:lnTo>
                <a:lnTo>
                  <a:pt x="86" y="58"/>
                </a:lnTo>
                <a:lnTo>
                  <a:pt x="86" y="59"/>
                </a:lnTo>
                <a:lnTo>
                  <a:pt x="90" y="62"/>
                </a:lnTo>
                <a:lnTo>
                  <a:pt x="94" y="65"/>
                </a:lnTo>
                <a:lnTo>
                  <a:pt x="94" y="67"/>
                </a:lnTo>
                <a:lnTo>
                  <a:pt x="95" y="70"/>
                </a:lnTo>
                <a:lnTo>
                  <a:pt x="95" y="71"/>
                </a:lnTo>
                <a:lnTo>
                  <a:pt x="95" y="71"/>
                </a:lnTo>
                <a:lnTo>
                  <a:pt x="96" y="71"/>
                </a:lnTo>
                <a:lnTo>
                  <a:pt x="96" y="74"/>
                </a:lnTo>
                <a:lnTo>
                  <a:pt x="96" y="74"/>
                </a:lnTo>
                <a:close/>
                <a:moveTo>
                  <a:pt x="96" y="76"/>
                </a:moveTo>
                <a:lnTo>
                  <a:pt x="91" y="76"/>
                </a:lnTo>
                <a:lnTo>
                  <a:pt x="91" y="83"/>
                </a:lnTo>
                <a:lnTo>
                  <a:pt x="96" y="83"/>
                </a:lnTo>
                <a:lnTo>
                  <a:pt x="96" y="76"/>
                </a:lnTo>
                <a:lnTo>
                  <a:pt x="96" y="76"/>
                </a:lnTo>
                <a:close/>
                <a:moveTo>
                  <a:pt x="96" y="84"/>
                </a:moveTo>
                <a:lnTo>
                  <a:pt x="54" y="84"/>
                </a:lnTo>
                <a:lnTo>
                  <a:pt x="54" y="92"/>
                </a:lnTo>
                <a:lnTo>
                  <a:pt x="96" y="92"/>
                </a:lnTo>
                <a:lnTo>
                  <a:pt x="96" y="84"/>
                </a:lnTo>
                <a:lnTo>
                  <a:pt x="96" y="84"/>
                </a:lnTo>
                <a:close/>
                <a:moveTo>
                  <a:pt x="162" y="121"/>
                </a:moveTo>
                <a:lnTo>
                  <a:pt x="161" y="121"/>
                </a:lnTo>
                <a:lnTo>
                  <a:pt x="162" y="122"/>
                </a:lnTo>
                <a:lnTo>
                  <a:pt x="162" y="122"/>
                </a:lnTo>
                <a:lnTo>
                  <a:pt x="163" y="124"/>
                </a:lnTo>
                <a:lnTo>
                  <a:pt x="164" y="126"/>
                </a:lnTo>
                <a:lnTo>
                  <a:pt x="166" y="126"/>
                </a:lnTo>
                <a:lnTo>
                  <a:pt x="167" y="128"/>
                </a:lnTo>
                <a:lnTo>
                  <a:pt x="169" y="128"/>
                </a:lnTo>
                <a:lnTo>
                  <a:pt x="170" y="129"/>
                </a:lnTo>
                <a:lnTo>
                  <a:pt x="171" y="130"/>
                </a:lnTo>
                <a:lnTo>
                  <a:pt x="172" y="132"/>
                </a:lnTo>
                <a:lnTo>
                  <a:pt x="173" y="134"/>
                </a:lnTo>
                <a:lnTo>
                  <a:pt x="174" y="134"/>
                </a:lnTo>
                <a:lnTo>
                  <a:pt x="174" y="134"/>
                </a:lnTo>
                <a:lnTo>
                  <a:pt x="175" y="134"/>
                </a:lnTo>
                <a:lnTo>
                  <a:pt x="175" y="134"/>
                </a:lnTo>
                <a:lnTo>
                  <a:pt x="175" y="121"/>
                </a:lnTo>
                <a:lnTo>
                  <a:pt x="162" y="121"/>
                </a:lnTo>
                <a:lnTo>
                  <a:pt x="162" y="121"/>
                </a:lnTo>
                <a:close/>
                <a:moveTo>
                  <a:pt x="110" y="25"/>
                </a:moveTo>
                <a:lnTo>
                  <a:pt x="110" y="25"/>
                </a:lnTo>
                <a:lnTo>
                  <a:pt x="110" y="25"/>
                </a:lnTo>
                <a:lnTo>
                  <a:pt x="110" y="24"/>
                </a:lnTo>
                <a:lnTo>
                  <a:pt x="110" y="24"/>
                </a:lnTo>
                <a:lnTo>
                  <a:pt x="111" y="24"/>
                </a:lnTo>
                <a:lnTo>
                  <a:pt x="111" y="24"/>
                </a:lnTo>
                <a:lnTo>
                  <a:pt x="112" y="25"/>
                </a:lnTo>
                <a:lnTo>
                  <a:pt x="114" y="25"/>
                </a:lnTo>
                <a:lnTo>
                  <a:pt x="114" y="26"/>
                </a:lnTo>
                <a:lnTo>
                  <a:pt x="115" y="27"/>
                </a:lnTo>
                <a:lnTo>
                  <a:pt x="116" y="29"/>
                </a:lnTo>
                <a:lnTo>
                  <a:pt x="117" y="31"/>
                </a:lnTo>
                <a:lnTo>
                  <a:pt x="117" y="34"/>
                </a:lnTo>
                <a:lnTo>
                  <a:pt x="118" y="35"/>
                </a:lnTo>
                <a:lnTo>
                  <a:pt x="118" y="36"/>
                </a:lnTo>
                <a:lnTo>
                  <a:pt x="119" y="37"/>
                </a:lnTo>
                <a:lnTo>
                  <a:pt x="121" y="38"/>
                </a:lnTo>
                <a:lnTo>
                  <a:pt x="121" y="40"/>
                </a:lnTo>
                <a:lnTo>
                  <a:pt x="122" y="42"/>
                </a:lnTo>
                <a:lnTo>
                  <a:pt x="122" y="42"/>
                </a:lnTo>
                <a:lnTo>
                  <a:pt x="122" y="44"/>
                </a:lnTo>
                <a:lnTo>
                  <a:pt x="121" y="45"/>
                </a:lnTo>
                <a:lnTo>
                  <a:pt x="120" y="46"/>
                </a:lnTo>
                <a:lnTo>
                  <a:pt x="120" y="47"/>
                </a:lnTo>
                <a:lnTo>
                  <a:pt x="120" y="47"/>
                </a:lnTo>
                <a:lnTo>
                  <a:pt x="119" y="48"/>
                </a:lnTo>
                <a:lnTo>
                  <a:pt x="119" y="48"/>
                </a:lnTo>
                <a:lnTo>
                  <a:pt x="118" y="48"/>
                </a:lnTo>
                <a:lnTo>
                  <a:pt x="111" y="48"/>
                </a:lnTo>
                <a:lnTo>
                  <a:pt x="111" y="48"/>
                </a:lnTo>
                <a:lnTo>
                  <a:pt x="110" y="48"/>
                </a:lnTo>
                <a:lnTo>
                  <a:pt x="103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7"/>
                </a:lnTo>
                <a:lnTo>
                  <a:pt x="102" y="46"/>
                </a:lnTo>
                <a:lnTo>
                  <a:pt x="101" y="46"/>
                </a:lnTo>
                <a:lnTo>
                  <a:pt x="100" y="44"/>
                </a:lnTo>
                <a:lnTo>
                  <a:pt x="99" y="43"/>
                </a:lnTo>
                <a:lnTo>
                  <a:pt x="100" y="42"/>
                </a:lnTo>
                <a:lnTo>
                  <a:pt x="100" y="40"/>
                </a:lnTo>
                <a:lnTo>
                  <a:pt x="101" y="38"/>
                </a:lnTo>
                <a:lnTo>
                  <a:pt x="102" y="38"/>
                </a:lnTo>
                <a:lnTo>
                  <a:pt x="103" y="37"/>
                </a:lnTo>
                <a:lnTo>
                  <a:pt x="104" y="35"/>
                </a:lnTo>
                <a:lnTo>
                  <a:pt x="104" y="34"/>
                </a:lnTo>
                <a:lnTo>
                  <a:pt x="105" y="31"/>
                </a:lnTo>
                <a:lnTo>
                  <a:pt x="106" y="30"/>
                </a:lnTo>
                <a:lnTo>
                  <a:pt x="106" y="27"/>
                </a:lnTo>
                <a:lnTo>
                  <a:pt x="107" y="26"/>
                </a:lnTo>
                <a:lnTo>
                  <a:pt x="108" y="26"/>
                </a:lnTo>
                <a:lnTo>
                  <a:pt x="110" y="25"/>
                </a:lnTo>
                <a:lnTo>
                  <a:pt x="110" y="25"/>
                </a:lnTo>
                <a:lnTo>
                  <a:pt x="110" y="25"/>
                </a:lnTo>
                <a:close/>
                <a:moveTo>
                  <a:pt x="126" y="74"/>
                </a:moveTo>
                <a:lnTo>
                  <a:pt x="130" y="74"/>
                </a:lnTo>
                <a:lnTo>
                  <a:pt x="131" y="74"/>
                </a:lnTo>
                <a:lnTo>
                  <a:pt x="132" y="74"/>
                </a:lnTo>
                <a:lnTo>
                  <a:pt x="134" y="74"/>
                </a:lnTo>
                <a:lnTo>
                  <a:pt x="134" y="73"/>
                </a:lnTo>
                <a:lnTo>
                  <a:pt x="135" y="71"/>
                </a:lnTo>
                <a:lnTo>
                  <a:pt x="136" y="69"/>
                </a:lnTo>
                <a:lnTo>
                  <a:pt x="138" y="65"/>
                </a:lnTo>
                <a:lnTo>
                  <a:pt x="141" y="61"/>
                </a:lnTo>
                <a:lnTo>
                  <a:pt x="141" y="59"/>
                </a:lnTo>
                <a:lnTo>
                  <a:pt x="140" y="59"/>
                </a:lnTo>
                <a:lnTo>
                  <a:pt x="139" y="58"/>
                </a:lnTo>
                <a:lnTo>
                  <a:pt x="139" y="58"/>
                </a:lnTo>
                <a:lnTo>
                  <a:pt x="138" y="57"/>
                </a:lnTo>
                <a:lnTo>
                  <a:pt x="138" y="57"/>
                </a:lnTo>
                <a:lnTo>
                  <a:pt x="136" y="56"/>
                </a:lnTo>
                <a:lnTo>
                  <a:pt x="136" y="56"/>
                </a:lnTo>
                <a:lnTo>
                  <a:pt x="135" y="57"/>
                </a:lnTo>
                <a:lnTo>
                  <a:pt x="135" y="57"/>
                </a:lnTo>
                <a:lnTo>
                  <a:pt x="135" y="58"/>
                </a:lnTo>
                <a:lnTo>
                  <a:pt x="136" y="59"/>
                </a:lnTo>
                <a:lnTo>
                  <a:pt x="132" y="62"/>
                </a:lnTo>
                <a:lnTo>
                  <a:pt x="128" y="65"/>
                </a:lnTo>
                <a:lnTo>
                  <a:pt x="127" y="67"/>
                </a:lnTo>
                <a:lnTo>
                  <a:pt x="127" y="70"/>
                </a:lnTo>
                <a:lnTo>
                  <a:pt x="126" y="71"/>
                </a:lnTo>
                <a:lnTo>
                  <a:pt x="126" y="71"/>
                </a:lnTo>
                <a:lnTo>
                  <a:pt x="126" y="71"/>
                </a:lnTo>
                <a:lnTo>
                  <a:pt x="126" y="74"/>
                </a:lnTo>
                <a:lnTo>
                  <a:pt x="126" y="74"/>
                </a:lnTo>
                <a:close/>
                <a:moveTo>
                  <a:pt x="96" y="94"/>
                </a:moveTo>
                <a:lnTo>
                  <a:pt x="54" y="94"/>
                </a:lnTo>
                <a:lnTo>
                  <a:pt x="54" y="110"/>
                </a:lnTo>
                <a:lnTo>
                  <a:pt x="96" y="110"/>
                </a:lnTo>
                <a:lnTo>
                  <a:pt x="96" y="94"/>
                </a:lnTo>
                <a:lnTo>
                  <a:pt x="96" y="94"/>
                </a:lnTo>
                <a:close/>
                <a:moveTo>
                  <a:pt x="96" y="113"/>
                </a:moveTo>
                <a:lnTo>
                  <a:pt x="54" y="113"/>
                </a:lnTo>
                <a:lnTo>
                  <a:pt x="54" y="120"/>
                </a:lnTo>
                <a:lnTo>
                  <a:pt x="96" y="120"/>
                </a:lnTo>
                <a:lnTo>
                  <a:pt x="96" y="113"/>
                </a:lnTo>
                <a:lnTo>
                  <a:pt x="96" y="113"/>
                </a:lnTo>
                <a:close/>
                <a:moveTo>
                  <a:pt x="96" y="134"/>
                </a:moveTo>
                <a:lnTo>
                  <a:pt x="94" y="133"/>
                </a:lnTo>
                <a:lnTo>
                  <a:pt x="93" y="131"/>
                </a:lnTo>
                <a:lnTo>
                  <a:pt x="90" y="130"/>
                </a:lnTo>
                <a:lnTo>
                  <a:pt x="87" y="128"/>
                </a:lnTo>
                <a:lnTo>
                  <a:pt x="86" y="126"/>
                </a:lnTo>
                <a:lnTo>
                  <a:pt x="85" y="126"/>
                </a:lnTo>
                <a:lnTo>
                  <a:pt x="84" y="124"/>
                </a:lnTo>
                <a:lnTo>
                  <a:pt x="83" y="123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96" y="122"/>
                </a:lnTo>
                <a:lnTo>
                  <a:pt x="96" y="134"/>
                </a:lnTo>
                <a:lnTo>
                  <a:pt x="96" y="134"/>
                </a:lnTo>
                <a:close/>
                <a:moveTo>
                  <a:pt x="55" y="134"/>
                </a:moveTo>
                <a:lnTo>
                  <a:pt x="56" y="134"/>
                </a:lnTo>
                <a:lnTo>
                  <a:pt x="58" y="131"/>
                </a:lnTo>
                <a:lnTo>
                  <a:pt x="61" y="130"/>
                </a:lnTo>
                <a:lnTo>
                  <a:pt x="63" y="128"/>
                </a:lnTo>
                <a:lnTo>
                  <a:pt x="65" y="126"/>
                </a:lnTo>
                <a:lnTo>
                  <a:pt x="66" y="126"/>
                </a:lnTo>
                <a:lnTo>
                  <a:pt x="67" y="124"/>
                </a:lnTo>
                <a:lnTo>
                  <a:pt x="67" y="123"/>
                </a:lnTo>
                <a:lnTo>
                  <a:pt x="68" y="122"/>
                </a:lnTo>
                <a:lnTo>
                  <a:pt x="68" y="122"/>
                </a:lnTo>
                <a:lnTo>
                  <a:pt x="55" y="122"/>
                </a:lnTo>
                <a:lnTo>
                  <a:pt x="55" y="134"/>
                </a:lnTo>
                <a:lnTo>
                  <a:pt x="55" y="134"/>
                </a:lnTo>
                <a:close/>
                <a:moveTo>
                  <a:pt x="54" y="79"/>
                </a:moveTo>
                <a:lnTo>
                  <a:pt x="57" y="79"/>
                </a:lnTo>
                <a:lnTo>
                  <a:pt x="57" y="70"/>
                </a:lnTo>
                <a:lnTo>
                  <a:pt x="58" y="69"/>
                </a:lnTo>
                <a:lnTo>
                  <a:pt x="59" y="69"/>
                </a:lnTo>
                <a:lnTo>
                  <a:pt x="60" y="69"/>
                </a:lnTo>
                <a:lnTo>
                  <a:pt x="61" y="69"/>
                </a:lnTo>
                <a:lnTo>
                  <a:pt x="62" y="70"/>
                </a:lnTo>
                <a:lnTo>
                  <a:pt x="63" y="70"/>
                </a:lnTo>
                <a:lnTo>
                  <a:pt x="63" y="71"/>
                </a:lnTo>
                <a:lnTo>
                  <a:pt x="63" y="72"/>
                </a:lnTo>
                <a:lnTo>
                  <a:pt x="63" y="73"/>
                </a:lnTo>
                <a:lnTo>
                  <a:pt x="63" y="73"/>
                </a:lnTo>
                <a:lnTo>
                  <a:pt x="65" y="74"/>
                </a:lnTo>
                <a:lnTo>
                  <a:pt x="66" y="74"/>
                </a:lnTo>
                <a:lnTo>
                  <a:pt x="66" y="75"/>
                </a:lnTo>
                <a:lnTo>
                  <a:pt x="66" y="76"/>
                </a:lnTo>
                <a:lnTo>
                  <a:pt x="66" y="77"/>
                </a:lnTo>
                <a:lnTo>
                  <a:pt x="66" y="78"/>
                </a:lnTo>
                <a:lnTo>
                  <a:pt x="66" y="78"/>
                </a:lnTo>
                <a:lnTo>
                  <a:pt x="66" y="78"/>
                </a:lnTo>
                <a:lnTo>
                  <a:pt x="65" y="79"/>
                </a:lnTo>
                <a:lnTo>
                  <a:pt x="63" y="81"/>
                </a:lnTo>
                <a:lnTo>
                  <a:pt x="62" y="82"/>
                </a:lnTo>
                <a:lnTo>
                  <a:pt x="60" y="82"/>
                </a:lnTo>
                <a:lnTo>
                  <a:pt x="59" y="82"/>
                </a:lnTo>
                <a:lnTo>
                  <a:pt x="56" y="82"/>
                </a:lnTo>
                <a:lnTo>
                  <a:pt x="54" y="82"/>
                </a:lnTo>
                <a:lnTo>
                  <a:pt x="54" y="79"/>
                </a:lnTo>
                <a:lnTo>
                  <a:pt x="54" y="79"/>
                </a:lnTo>
                <a:close/>
                <a:moveTo>
                  <a:pt x="28" y="83"/>
                </a:moveTo>
                <a:lnTo>
                  <a:pt x="24" y="83"/>
                </a:lnTo>
                <a:lnTo>
                  <a:pt x="22" y="83"/>
                </a:lnTo>
                <a:lnTo>
                  <a:pt x="21" y="82"/>
                </a:lnTo>
                <a:lnTo>
                  <a:pt x="21" y="82"/>
                </a:lnTo>
                <a:lnTo>
                  <a:pt x="19" y="82"/>
                </a:lnTo>
                <a:lnTo>
                  <a:pt x="18" y="79"/>
                </a:lnTo>
                <a:lnTo>
                  <a:pt x="18" y="77"/>
                </a:lnTo>
                <a:lnTo>
                  <a:pt x="17" y="75"/>
                </a:lnTo>
                <a:lnTo>
                  <a:pt x="16" y="74"/>
                </a:lnTo>
                <a:lnTo>
                  <a:pt x="15" y="73"/>
                </a:lnTo>
                <a:lnTo>
                  <a:pt x="15" y="72"/>
                </a:lnTo>
                <a:lnTo>
                  <a:pt x="14" y="71"/>
                </a:lnTo>
                <a:lnTo>
                  <a:pt x="14" y="70"/>
                </a:lnTo>
                <a:lnTo>
                  <a:pt x="13" y="70"/>
                </a:lnTo>
                <a:lnTo>
                  <a:pt x="13" y="68"/>
                </a:lnTo>
                <a:lnTo>
                  <a:pt x="13" y="66"/>
                </a:lnTo>
                <a:lnTo>
                  <a:pt x="14" y="65"/>
                </a:lnTo>
                <a:lnTo>
                  <a:pt x="14" y="65"/>
                </a:lnTo>
                <a:lnTo>
                  <a:pt x="15" y="65"/>
                </a:lnTo>
                <a:lnTo>
                  <a:pt x="15" y="64"/>
                </a:lnTo>
                <a:lnTo>
                  <a:pt x="16" y="64"/>
                </a:lnTo>
                <a:lnTo>
                  <a:pt x="17" y="65"/>
                </a:lnTo>
                <a:lnTo>
                  <a:pt x="17" y="65"/>
                </a:lnTo>
                <a:lnTo>
                  <a:pt x="17" y="66"/>
                </a:lnTo>
                <a:lnTo>
                  <a:pt x="17" y="67"/>
                </a:lnTo>
                <a:lnTo>
                  <a:pt x="19" y="68"/>
                </a:lnTo>
                <a:lnTo>
                  <a:pt x="22" y="70"/>
                </a:lnTo>
                <a:lnTo>
                  <a:pt x="22" y="70"/>
                </a:lnTo>
                <a:lnTo>
                  <a:pt x="24" y="71"/>
                </a:lnTo>
                <a:lnTo>
                  <a:pt x="25" y="72"/>
                </a:lnTo>
                <a:lnTo>
                  <a:pt x="26" y="74"/>
                </a:lnTo>
                <a:lnTo>
                  <a:pt x="26" y="76"/>
                </a:lnTo>
                <a:lnTo>
                  <a:pt x="26" y="78"/>
                </a:lnTo>
                <a:lnTo>
                  <a:pt x="26" y="79"/>
                </a:lnTo>
                <a:lnTo>
                  <a:pt x="26" y="79"/>
                </a:lnTo>
                <a:lnTo>
                  <a:pt x="28" y="79"/>
                </a:lnTo>
                <a:lnTo>
                  <a:pt x="28" y="83"/>
                </a:lnTo>
                <a:lnTo>
                  <a:pt x="28" y="83"/>
                </a:lnTo>
                <a:close/>
                <a:moveTo>
                  <a:pt x="27" y="113"/>
                </a:moveTo>
                <a:lnTo>
                  <a:pt x="22" y="113"/>
                </a:lnTo>
                <a:lnTo>
                  <a:pt x="22" y="120"/>
                </a:lnTo>
                <a:lnTo>
                  <a:pt x="27" y="120"/>
                </a:lnTo>
                <a:lnTo>
                  <a:pt x="27" y="113"/>
                </a:lnTo>
                <a:lnTo>
                  <a:pt x="27" y="113"/>
                </a:lnTo>
                <a:close/>
                <a:moveTo>
                  <a:pt x="28" y="84"/>
                </a:moveTo>
                <a:lnTo>
                  <a:pt x="22" y="84"/>
                </a:lnTo>
                <a:lnTo>
                  <a:pt x="22" y="92"/>
                </a:lnTo>
                <a:lnTo>
                  <a:pt x="28" y="92"/>
                </a:lnTo>
                <a:lnTo>
                  <a:pt x="28" y="84"/>
                </a:lnTo>
                <a:lnTo>
                  <a:pt x="28" y="84"/>
                </a:lnTo>
                <a:close/>
                <a:moveTo>
                  <a:pt x="26" y="166"/>
                </a:moveTo>
                <a:lnTo>
                  <a:pt x="26" y="166"/>
                </a:lnTo>
                <a:lnTo>
                  <a:pt x="24" y="167"/>
                </a:lnTo>
                <a:lnTo>
                  <a:pt x="22" y="169"/>
                </a:lnTo>
                <a:lnTo>
                  <a:pt x="22" y="170"/>
                </a:lnTo>
                <a:lnTo>
                  <a:pt x="21" y="171"/>
                </a:lnTo>
                <a:lnTo>
                  <a:pt x="20" y="172"/>
                </a:lnTo>
                <a:lnTo>
                  <a:pt x="19" y="176"/>
                </a:lnTo>
                <a:lnTo>
                  <a:pt x="19" y="178"/>
                </a:lnTo>
                <a:lnTo>
                  <a:pt x="17" y="179"/>
                </a:lnTo>
                <a:lnTo>
                  <a:pt x="15" y="180"/>
                </a:lnTo>
                <a:lnTo>
                  <a:pt x="14" y="182"/>
                </a:lnTo>
                <a:lnTo>
                  <a:pt x="12" y="183"/>
                </a:lnTo>
                <a:lnTo>
                  <a:pt x="11" y="186"/>
                </a:lnTo>
                <a:lnTo>
                  <a:pt x="10" y="188"/>
                </a:lnTo>
                <a:lnTo>
                  <a:pt x="10" y="190"/>
                </a:lnTo>
                <a:lnTo>
                  <a:pt x="10" y="193"/>
                </a:lnTo>
                <a:lnTo>
                  <a:pt x="10" y="198"/>
                </a:lnTo>
                <a:lnTo>
                  <a:pt x="11" y="200"/>
                </a:lnTo>
                <a:lnTo>
                  <a:pt x="10" y="202"/>
                </a:lnTo>
                <a:lnTo>
                  <a:pt x="8" y="203"/>
                </a:lnTo>
                <a:lnTo>
                  <a:pt x="6" y="206"/>
                </a:lnTo>
                <a:lnTo>
                  <a:pt x="5" y="209"/>
                </a:lnTo>
                <a:lnTo>
                  <a:pt x="4" y="210"/>
                </a:lnTo>
                <a:lnTo>
                  <a:pt x="4" y="212"/>
                </a:lnTo>
                <a:lnTo>
                  <a:pt x="4" y="214"/>
                </a:lnTo>
                <a:lnTo>
                  <a:pt x="4" y="217"/>
                </a:lnTo>
                <a:lnTo>
                  <a:pt x="4" y="219"/>
                </a:lnTo>
                <a:lnTo>
                  <a:pt x="5" y="221"/>
                </a:lnTo>
                <a:lnTo>
                  <a:pt x="6" y="222"/>
                </a:lnTo>
                <a:lnTo>
                  <a:pt x="6" y="222"/>
                </a:lnTo>
                <a:lnTo>
                  <a:pt x="26" y="222"/>
                </a:lnTo>
                <a:lnTo>
                  <a:pt x="26" y="166"/>
                </a:lnTo>
                <a:lnTo>
                  <a:pt x="26" y="166"/>
                </a:lnTo>
                <a:close/>
                <a:moveTo>
                  <a:pt x="27" y="226"/>
                </a:moveTo>
                <a:lnTo>
                  <a:pt x="0" y="226"/>
                </a:lnTo>
                <a:lnTo>
                  <a:pt x="0" y="234"/>
                </a:lnTo>
                <a:lnTo>
                  <a:pt x="27" y="234"/>
                </a:lnTo>
                <a:lnTo>
                  <a:pt x="27" y="226"/>
                </a:lnTo>
                <a:lnTo>
                  <a:pt x="27" y="226"/>
                </a:lnTo>
                <a:close/>
                <a:moveTo>
                  <a:pt x="277" y="118"/>
                </a:moveTo>
                <a:lnTo>
                  <a:pt x="277" y="118"/>
                </a:lnTo>
                <a:lnTo>
                  <a:pt x="279" y="121"/>
                </a:lnTo>
                <a:lnTo>
                  <a:pt x="280" y="122"/>
                </a:lnTo>
                <a:lnTo>
                  <a:pt x="281" y="124"/>
                </a:lnTo>
                <a:lnTo>
                  <a:pt x="283" y="125"/>
                </a:lnTo>
                <a:lnTo>
                  <a:pt x="284" y="126"/>
                </a:lnTo>
                <a:lnTo>
                  <a:pt x="287" y="126"/>
                </a:lnTo>
                <a:lnTo>
                  <a:pt x="287" y="126"/>
                </a:lnTo>
                <a:lnTo>
                  <a:pt x="288" y="127"/>
                </a:lnTo>
                <a:lnTo>
                  <a:pt x="288" y="128"/>
                </a:lnTo>
                <a:lnTo>
                  <a:pt x="288" y="129"/>
                </a:lnTo>
                <a:lnTo>
                  <a:pt x="288" y="130"/>
                </a:lnTo>
                <a:lnTo>
                  <a:pt x="289" y="131"/>
                </a:lnTo>
                <a:lnTo>
                  <a:pt x="290" y="132"/>
                </a:lnTo>
                <a:lnTo>
                  <a:pt x="292" y="133"/>
                </a:lnTo>
                <a:lnTo>
                  <a:pt x="293" y="133"/>
                </a:lnTo>
                <a:lnTo>
                  <a:pt x="293" y="118"/>
                </a:lnTo>
                <a:lnTo>
                  <a:pt x="277" y="118"/>
                </a:lnTo>
                <a:lnTo>
                  <a:pt x="277" y="118"/>
                </a:lnTo>
                <a:close/>
                <a:moveTo>
                  <a:pt x="294" y="62"/>
                </a:moveTo>
                <a:lnTo>
                  <a:pt x="292" y="62"/>
                </a:lnTo>
                <a:lnTo>
                  <a:pt x="289" y="62"/>
                </a:lnTo>
                <a:lnTo>
                  <a:pt x="285" y="62"/>
                </a:lnTo>
                <a:lnTo>
                  <a:pt x="282" y="61"/>
                </a:lnTo>
                <a:lnTo>
                  <a:pt x="280" y="59"/>
                </a:lnTo>
                <a:lnTo>
                  <a:pt x="279" y="58"/>
                </a:lnTo>
                <a:lnTo>
                  <a:pt x="279" y="58"/>
                </a:lnTo>
                <a:lnTo>
                  <a:pt x="278" y="56"/>
                </a:lnTo>
                <a:lnTo>
                  <a:pt x="277" y="54"/>
                </a:lnTo>
                <a:lnTo>
                  <a:pt x="277" y="54"/>
                </a:lnTo>
                <a:lnTo>
                  <a:pt x="277" y="53"/>
                </a:lnTo>
                <a:lnTo>
                  <a:pt x="277" y="52"/>
                </a:lnTo>
                <a:lnTo>
                  <a:pt x="279" y="49"/>
                </a:lnTo>
                <a:lnTo>
                  <a:pt x="281" y="46"/>
                </a:lnTo>
                <a:lnTo>
                  <a:pt x="283" y="45"/>
                </a:lnTo>
                <a:lnTo>
                  <a:pt x="284" y="45"/>
                </a:lnTo>
                <a:lnTo>
                  <a:pt x="286" y="45"/>
                </a:lnTo>
                <a:lnTo>
                  <a:pt x="287" y="46"/>
                </a:lnTo>
                <a:lnTo>
                  <a:pt x="290" y="49"/>
                </a:lnTo>
                <a:lnTo>
                  <a:pt x="292" y="52"/>
                </a:lnTo>
                <a:lnTo>
                  <a:pt x="294" y="53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62"/>
                </a:lnTo>
                <a:lnTo>
                  <a:pt x="294" y="62"/>
                </a:lnTo>
                <a:close/>
                <a:moveTo>
                  <a:pt x="298" y="53"/>
                </a:moveTo>
                <a:lnTo>
                  <a:pt x="322" y="53"/>
                </a:lnTo>
                <a:lnTo>
                  <a:pt x="322" y="233"/>
                </a:lnTo>
                <a:lnTo>
                  <a:pt x="298" y="233"/>
                </a:lnTo>
                <a:lnTo>
                  <a:pt x="298" y="53"/>
                </a:lnTo>
                <a:lnTo>
                  <a:pt x="298" y="53"/>
                </a:lnTo>
                <a:close/>
                <a:moveTo>
                  <a:pt x="295" y="30"/>
                </a:moveTo>
                <a:lnTo>
                  <a:pt x="295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48"/>
                </a:lnTo>
                <a:lnTo>
                  <a:pt x="294" y="49"/>
                </a:lnTo>
                <a:lnTo>
                  <a:pt x="294" y="50"/>
                </a:lnTo>
                <a:lnTo>
                  <a:pt x="295" y="50"/>
                </a:lnTo>
                <a:lnTo>
                  <a:pt x="295" y="50"/>
                </a:lnTo>
                <a:lnTo>
                  <a:pt x="325" y="50"/>
                </a:lnTo>
                <a:lnTo>
                  <a:pt x="325" y="50"/>
                </a:lnTo>
                <a:lnTo>
                  <a:pt x="326" y="50"/>
                </a:lnTo>
                <a:lnTo>
                  <a:pt x="326" y="49"/>
                </a:lnTo>
                <a:lnTo>
                  <a:pt x="326" y="48"/>
                </a:lnTo>
                <a:lnTo>
                  <a:pt x="326" y="30"/>
                </a:lnTo>
                <a:lnTo>
                  <a:pt x="326" y="30"/>
                </a:lnTo>
                <a:lnTo>
                  <a:pt x="326" y="30"/>
                </a:lnTo>
                <a:lnTo>
                  <a:pt x="325" y="30"/>
                </a:lnTo>
                <a:lnTo>
                  <a:pt x="325" y="30"/>
                </a:lnTo>
                <a:lnTo>
                  <a:pt x="295" y="30"/>
                </a:lnTo>
                <a:lnTo>
                  <a:pt x="295" y="30"/>
                </a:lnTo>
                <a:close/>
                <a:moveTo>
                  <a:pt x="311" y="0"/>
                </a:moveTo>
                <a:lnTo>
                  <a:pt x="310" y="0"/>
                </a:lnTo>
                <a:lnTo>
                  <a:pt x="310" y="0"/>
                </a:lnTo>
                <a:lnTo>
                  <a:pt x="310" y="0"/>
                </a:lnTo>
                <a:lnTo>
                  <a:pt x="309" y="0"/>
                </a:lnTo>
                <a:lnTo>
                  <a:pt x="308" y="1"/>
                </a:lnTo>
                <a:lnTo>
                  <a:pt x="307" y="1"/>
                </a:lnTo>
                <a:lnTo>
                  <a:pt x="306" y="2"/>
                </a:lnTo>
                <a:lnTo>
                  <a:pt x="305" y="3"/>
                </a:lnTo>
                <a:lnTo>
                  <a:pt x="303" y="5"/>
                </a:lnTo>
                <a:lnTo>
                  <a:pt x="303" y="7"/>
                </a:lnTo>
                <a:lnTo>
                  <a:pt x="302" y="11"/>
                </a:lnTo>
                <a:lnTo>
                  <a:pt x="302" y="13"/>
                </a:lnTo>
                <a:lnTo>
                  <a:pt x="300" y="14"/>
                </a:lnTo>
                <a:lnTo>
                  <a:pt x="299" y="14"/>
                </a:lnTo>
                <a:lnTo>
                  <a:pt x="299" y="16"/>
                </a:lnTo>
                <a:lnTo>
                  <a:pt x="298" y="17"/>
                </a:lnTo>
                <a:lnTo>
                  <a:pt x="297" y="18"/>
                </a:lnTo>
                <a:lnTo>
                  <a:pt x="297" y="20"/>
                </a:lnTo>
                <a:lnTo>
                  <a:pt x="298" y="22"/>
                </a:lnTo>
                <a:lnTo>
                  <a:pt x="299" y="22"/>
                </a:lnTo>
                <a:lnTo>
                  <a:pt x="299" y="25"/>
                </a:lnTo>
                <a:lnTo>
                  <a:pt x="299" y="26"/>
                </a:lnTo>
                <a:lnTo>
                  <a:pt x="299" y="26"/>
                </a:lnTo>
                <a:lnTo>
                  <a:pt x="299" y="26"/>
                </a:lnTo>
                <a:lnTo>
                  <a:pt x="299" y="27"/>
                </a:lnTo>
                <a:lnTo>
                  <a:pt x="300" y="27"/>
                </a:lnTo>
                <a:lnTo>
                  <a:pt x="310" y="27"/>
                </a:lnTo>
                <a:lnTo>
                  <a:pt x="319" y="27"/>
                </a:lnTo>
                <a:lnTo>
                  <a:pt x="320" y="27"/>
                </a:lnTo>
                <a:lnTo>
                  <a:pt x="320" y="26"/>
                </a:lnTo>
                <a:lnTo>
                  <a:pt x="321" y="26"/>
                </a:lnTo>
                <a:lnTo>
                  <a:pt x="321" y="26"/>
                </a:lnTo>
                <a:lnTo>
                  <a:pt x="321" y="25"/>
                </a:lnTo>
                <a:lnTo>
                  <a:pt x="321" y="22"/>
                </a:lnTo>
                <a:lnTo>
                  <a:pt x="322" y="22"/>
                </a:lnTo>
                <a:lnTo>
                  <a:pt x="323" y="20"/>
                </a:lnTo>
                <a:lnTo>
                  <a:pt x="323" y="18"/>
                </a:lnTo>
                <a:lnTo>
                  <a:pt x="322" y="17"/>
                </a:lnTo>
                <a:lnTo>
                  <a:pt x="321" y="16"/>
                </a:lnTo>
                <a:lnTo>
                  <a:pt x="320" y="14"/>
                </a:lnTo>
                <a:lnTo>
                  <a:pt x="319" y="14"/>
                </a:lnTo>
                <a:lnTo>
                  <a:pt x="318" y="13"/>
                </a:lnTo>
                <a:lnTo>
                  <a:pt x="318" y="11"/>
                </a:lnTo>
                <a:lnTo>
                  <a:pt x="317" y="7"/>
                </a:lnTo>
                <a:lnTo>
                  <a:pt x="316" y="5"/>
                </a:lnTo>
                <a:lnTo>
                  <a:pt x="315" y="3"/>
                </a:lnTo>
                <a:lnTo>
                  <a:pt x="314" y="2"/>
                </a:lnTo>
                <a:lnTo>
                  <a:pt x="313" y="1"/>
                </a:lnTo>
                <a:lnTo>
                  <a:pt x="312" y="1"/>
                </a:lnTo>
                <a:lnTo>
                  <a:pt x="311" y="0"/>
                </a:lnTo>
                <a:lnTo>
                  <a:pt x="311" y="0"/>
                </a:lnTo>
                <a:close/>
                <a:moveTo>
                  <a:pt x="327" y="52"/>
                </a:moveTo>
                <a:lnTo>
                  <a:pt x="327" y="62"/>
                </a:lnTo>
                <a:lnTo>
                  <a:pt x="333" y="62"/>
                </a:lnTo>
                <a:lnTo>
                  <a:pt x="335" y="62"/>
                </a:lnTo>
                <a:lnTo>
                  <a:pt x="336" y="61"/>
                </a:lnTo>
                <a:lnTo>
                  <a:pt x="337" y="59"/>
                </a:lnTo>
                <a:lnTo>
                  <a:pt x="338" y="58"/>
                </a:lnTo>
                <a:lnTo>
                  <a:pt x="339" y="55"/>
                </a:lnTo>
                <a:lnTo>
                  <a:pt x="339" y="54"/>
                </a:lnTo>
                <a:lnTo>
                  <a:pt x="340" y="53"/>
                </a:lnTo>
                <a:lnTo>
                  <a:pt x="342" y="51"/>
                </a:lnTo>
                <a:lnTo>
                  <a:pt x="343" y="50"/>
                </a:lnTo>
                <a:lnTo>
                  <a:pt x="345" y="47"/>
                </a:lnTo>
                <a:lnTo>
                  <a:pt x="345" y="46"/>
                </a:lnTo>
                <a:lnTo>
                  <a:pt x="345" y="46"/>
                </a:lnTo>
                <a:lnTo>
                  <a:pt x="345" y="45"/>
                </a:lnTo>
                <a:lnTo>
                  <a:pt x="344" y="44"/>
                </a:lnTo>
                <a:lnTo>
                  <a:pt x="343" y="42"/>
                </a:lnTo>
                <a:lnTo>
                  <a:pt x="342" y="42"/>
                </a:lnTo>
                <a:lnTo>
                  <a:pt x="341" y="42"/>
                </a:lnTo>
                <a:lnTo>
                  <a:pt x="340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3"/>
                </a:lnTo>
                <a:lnTo>
                  <a:pt x="340" y="44"/>
                </a:lnTo>
                <a:lnTo>
                  <a:pt x="339" y="45"/>
                </a:lnTo>
                <a:lnTo>
                  <a:pt x="339" y="46"/>
                </a:lnTo>
                <a:lnTo>
                  <a:pt x="338" y="46"/>
                </a:lnTo>
                <a:lnTo>
                  <a:pt x="337" y="46"/>
                </a:lnTo>
                <a:lnTo>
                  <a:pt x="335" y="47"/>
                </a:lnTo>
                <a:lnTo>
                  <a:pt x="332" y="48"/>
                </a:lnTo>
                <a:lnTo>
                  <a:pt x="331" y="50"/>
                </a:lnTo>
                <a:lnTo>
                  <a:pt x="330" y="51"/>
                </a:lnTo>
                <a:lnTo>
                  <a:pt x="328" y="52"/>
                </a:lnTo>
                <a:lnTo>
                  <a:pt x="327" y="52"/>
                </a:lnTo>
                <a:lnTo>
                  <a:pt x="327" y="52"/>
                </a:lnTo>
                <a:close/>
                <a:moveTo>
                  <a:pt x="326" y="65"/>
                </a:moveTo>
                <a:lnTo>
                  <a:pt x="333" y="65"/>
                </a:lnTo>
                <a:lnTo>
                  <a:pt x="333" y="74"/>
                </a:lnTo>
                <a:lnTo>
                  <a:pt x="326" y="74"/>
                </a:lnTo>
                <a:lnTo>
                  <a:pt x="326" y="65"/>
                </a:lnTo>
                <a:lnTo>
                  <a:pt x="326" y="65"/>
                </a:lnTo>
                <a:close/>
                <a:moveTo>
                  <a:pt x="326" y="76"/>
                </a:moveTo>
                <a:lnTo>
                  <a:pt x="375" y="76"/>
                </a:lnTo>
                <a:lnTo>
                  <a:pt x="375" y="83"/>
                </a:lnTo>
                <a:lnTo>
                  <a:pt x="326" y="83"/>
                </a:lnTo>
                <a:lnTo>
                  <a:pt x="326" y="76"/>
                </a:lnTo>
                <a:lnTo>
                  <a:pt x="326" y="76"/>
                </a:lnTo>
                <a:close/>
                <a:moveTo>
                  <a:pt x="326" y="86"/>
                </a:moveTo>
                <a:lnTo>
                  <a:pt x="375" y="86"/>
                </a:lnTo>
                <a:lnTo>
                  <a:pt x="375" y="107"/>
                </a:lnTo>
                <a:lnTo>
                  <a:pt x="326" y="107"/>
                </a:lnTo>
                <a:lnTo>
                  <a:pt x="326" y="86"/>
                </a:lnTo>
                <a:lnTo>
                  <a:pt x="326" y="86"/>
                </a:lnTo>
                <a:close/>
                <a:moveTo>
                  <a:pt x="326" y="110"/>
                </a:moveTo>
                <a:lnTo>
                  <a:pt x="375" y="110"/>
                </a:lnTo>
                <a:lnTo>
                  <a:pt x="375" y="117"/>
                </a:lnTo>
                <a:lnTo>
                  <a:pt x="326" y="117"/>
                </a:lnTo>
                <a:lnTo>
                  <a:pt x="326" y="110"/>
                </a:lnTo>
                <a:lnTo>
                  <a:pt x="326" y="110"/>
                </a:lnTo>
                <a:close/>
                <a:moveTo>
                  <a:pt x="361" y="121"/>
                </a:moveTo>
                <a:lnTo>
                  <a:pt x="361" y="121"/>
                </a:lnTo>
                <a:lnTo>
                  <a:pt x="361" y="122"/>
                </a:lnTo>
                <a:lnTo>
                  <a:pt x="362" y="122"/>
                </a:lnTo>
                <a:lnTo>
                  <a:pt x="363" y="124"/>
                </a:lnTo>
                <a:lnTo>
                  <a:pt x="364" y="126"/>
                </a:lnTo>
                <a:lnTo>
                  <a:pt x="366" y="126"/>
                </a:lnTo>
                <a:lnTo>
                  <a:pt x="367" y="128"/>
                </a:lnTo>
                <a:lnTo>
                  <a:pt x="369" y="128"/>
                </a:lnTo>
                <a:lnTo>
                  <a:pt x="371" y="129"/>
                </a:lnTo>
                <a:lnTo>
                  <a:pt x="371" y="130"/>
                </a:lnTo>
                <a:lnTo>
                  <a:pt x="372" y="132"/>
                </a:lnTo>
                <a:lnTo>
                  <a:pt x="373" y="134"/>
                </a:lnTo>
                <a:lnTo>
                  <a:pt x="374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21"/>
                </a:lnTo>
                <a:lnTo>
                  <a:pt x="361" y="121"/>
                </a:lnTo>
                <a:lnTo>
                  <a:pt x="361" y="121"/>
                </a:lnTo>
                <a:close/>
                <a:moveTo>
                  <a:pt x="379" y="73"/>
                </a:moveTo>
                <a:lnTo>
                  <a:pt x="401" y="73"/>
                </a:lnTo>
                <a:lnTo>
                  <a:pt x="401" y="233"/>
                </a:lnTo>
                <a:lnTo>
                  <a:pt x="379" y="233"/>
                </a:lnTo>
                <a:lnTo>
                  <a:pt x="379" y="73"/>
                </a:lnTo>
                <a:lnTo>
                  <a:pt x="379" y="73"/>
                </a:lnTo>
                <a:close/>
                <a:moveTo>
                  <a:pt x="377" y="50"/>
                </a:moveTo>
                <a:lnTo>
                  <a:pt x="404" y="50"/>
                </a:lnTo>
                <a:lnTo>
                  <a:pt x="404" y="50"/>
                </a:lnTo>
                <a:lnTo>
                  <a:pt x="404" y="50"/>
                </a:lnTo>
                <a:lnTo>
                  <a:pt x="405" y="51"/>
                </a:lnTo>
                <a:lnTo>
                  <a:pt x="405" y="51"/>
                </a:lnTo>
                <a:lnTo>
                  <a:pt x="405" y="67"/>
                </a:lnTo>
                <a:lnTo>
                  <a:pt x="405" y="68"/>
                </a:lnTo>
                <a:lnTo>
                  <a:pt x="404" y="68"/>
                </a:lnTo>
                <a:lnTo>
                  <a:pt x="404" y="68"/>
                </a:lnTo>
                <a:lnTo>
                  <a:pt x="404" y="69"/>
                </a:lnTo>
                <a:lnTo>
                  <a:pt x="377" y="69"/>
                </a:lnTo>
                <a:lnTo>
                  <a:pt x="377" y="68"/>
                </a:lnTo>
                <a:lnTo>
                  <a:pt x="376" y="68"/>
                </a:lnTo>
                <a:lnTo>
                  <a:pt x="376" y="68"/>
                </a:lnTo>
                <a:lnTo>
                  <a:pt x="376" y="67"/>
                </a:lnTo>
                <a:lnTo>
                  <a:pt x="376" y="51"/>
                </a:lnTo>
                <a:lnTo>
                  <a:pt x="376" y="51"/>
                </a:lnTo>
                <a:lnTo>
                  <a:pt x="376" y="50"/>
                </a:lnTo>
                <a:lnTo>
                  <a:pt x="377" y="50"/>
                </a:lnTo>
                <a:lnTo>
                  <a:pt x="377" y="50"/>
                </a:lnTo>
                <a:lnTo>
                  <a:pt x="377" y="50"/>
                </a:lnTo>
                <a:close/>
                <a:moveTo>
                  <a:pt x="449" y="79"/>
                </a:moveTo>
                <a:lnTo>
                  <a:pt x="471" y="79"/>
                </a:lnTo>
                <a:lnTo>
                  <a:pt x="471" y="232"/>
                </a:lnTo>
                <a:lnTo>
                  <a:pt x="450" y="232"/>
                </a:lnTo>
                <a:lnTo>
                  <a:pt x="450" y="88"/>
                </a:lnTo>
                <a:lnTo>
                  <a:pt x="449" y="88"/>
                </a:lnTo>
                <a:lnTo>
                  <a:pt x="449" y="79"/>
                </a:lnTo>
                <a:lnTo>
                  <a:pt x="449" y="79"/>
                </a:lnTo>
                <a:close/>
                <a:moveTo>
                  <a:pt x="447" y="63"/>
                </a:moveTo>
                <a:lnTo>
                  <a:pt x="471" y="63"/>
                </a:lnTo>
                <a:lnTo>
                  <a:pt x="472" y="63"/>
                </a:lnTo>
                <a:lnTo>
                  <a:pt x="473" y="64"/>
                </a:lnTo>
                <a:lnTo>
                  <a:pt x="473" y="76"/>
                </a:lnTo>
                <a:lnTo>
                  <a:pt x="472" y="77"/>
                </a:lnTo>
                <a:lnTo>
                  <a:pt x="471" y="78"/>
                </a:lnTo>
                <a:lnTo>
                  <a:pt x="447" y="78"/>
                </a:lnTo>
                <a:lnTo>
                  <a:pt x="447" y="77"/>
                </a:lnTo>
                <a:lnTo>
                  <a:pt x="447" y="76"/>
                </a:lnTo>
                <a:lnTo>
                  <a:pt x="447" y="64"/>
                </a:lnTo>
                <a:lnTo>
                  <a:pt x="447" y="63"/>
                </a:lnTo>
                <a:lnTo>
                  <a:pt x="447" y="63"/>
                </a:lnTo>
                <a:lnTo>
                  <a:pt x="447" y="63"/>
                </a:lnTo>
                <a:close/>
                <a:moveTo>
                  <a:pt x="459" y="39"/>
                </a:moveTo>
                <a:lnTo>
                  <a:pt x="459" y="39"/>
                </a:lnTo>
                <a:lnTo>
                  <a:pt x="458" y="39"/>
                </a:lnTo>
                <a:lnTo>
                  <a:pt x="456" y="40"/>
                </a:lnTo>
                <a:lnTo>
                  <a:pt x="455" y="42"/>
                </a:lnTo>
                <a:lnTo>
                  <a:pt x="455" y="42"/>
                </a:lnTo>
                <a:lnTo>
                  <a:pt x="454" y="45"/>
                </a:lnTo>
                <a:lnTo>
                  <a:pt x="453" y="47"/>
                </a:lnTo>
                <a:lnTo>
                  <a:pt x="453" y="49"/>
                </a:lnTo>
                <a:lnTo>
                  <a:pt x="451" y="50"/>
                </a:lnTo>
                <a:lnTo>
                  <a:pt x="451" y="50"/>
                </a:lnTo>
                <a:lnTo>
                  <a:pt x="451" y="51"/>
                </a:lnTo>
                <a:lnTo>
                  <a:pt x="450" y="52"/>
                </a:lnTo>
                <a:lnTo>
                  <a:pt x="450" y="53"/>
                </a:lnTo>
                <a:lnTo>
                  <a:pt x="450" y="54"/>
                </a:lnTo>
                <a:lnTo>
                  <a:pt x="450" y="55"/>
                </a:lnTo>
                <a:lnTo>
                  <a:pt x="451" y="56"/>
                </a:lnTo>
                <a:lnTo>
                  <a:pt x="451" y="57"/>
                </a:lnTo>
                <a:lnTo>
                  <a:pt x="451" y="58"/>
                </a:lnTo>
                <a:lnTo>
                  <a:pt x="452" y="58"/>
                </a:lnTo>
                <a:lnTo>
                  <a:pt x="451" y="58"/>
                </a:lnTo>
                <a:lnTo>
                  <a:pt x="451" y="59"/>
                </a:lnTo>
                <a:lnTo>
                  <a:pt x="451" y="59"/>
                </a:lnTo>
                <a:lnTo>
                  <a:pt x="451" y="61"/>
                </a:lnTo>
                <a:lnTo>
                  <a:pt x="451" y="61"/>
                </a:lnTo>
                <a:lnTo>
                  <a:pt x="459" y="61"/>
                </a:lnTo>
                <a:lnTo>
                  <a:pt x="459" y="61"/>
                </a:lnTo>
                <a:lnTo>
                  <a:pt x="459" y="61"/>
                </a:lnTo>
                <a:lnTo>
                  <a:pt x="467" y="61"/>
                </a:lnTo>
                <a:lnTo>
                  <a:pt x="467" y="61"/>
                </a:lnTo>
                <a:lnTo>
                  <a:pt x="467" y="59"/>
                </a:lnTo>
                <a:lnTo>
                  <a:pt x="467" y="59"/>
                </a:lnTo>
                <a:lnTo>
                  <a:pt x="467" y="58"/>
                </a:lnTo>
                <a:lnTo>
                  <a:pt x="467" y="58"/>
                </a:lnTo>
                <a:lnTo>
                  <a:pt x="467" y="58"/>
                </a:lnTo>
                <a:lnTo>
                  <a:pt x="467" y="57"/>
                </a:lnTo>
                <a:lnTo>
                  <a:pt x="467" y="56"/>
                </a:lnTo>
                <a:lnTo>
                  <a:pt x="469" y="55"/>
                </a:lnTo>
                <a:lnTo>
                  <a:pt x="469" y="54"/>
                </a:lnTo>
                <a:lnTo>
                  <a:pt x="469" y="53"/>
                </a:lnTo>
                <a:lnTo>
                  <a:pt x="469" y="52"/>
                </a:lnTo>
                <a:lnTo>
                  <a:pt x="468" y="51"/>
                </a:lnTo>
                <a:lnTo>
                  <a:pt x="467" y="50"/>
                </a:lnTo>
                <a:lnTo>
                  <a:pt x="467" y="50"/>
                </a:lnTo>
                <a:lnTo>
                  <a:pt x="466" y="49"/>
                </a:lnTo>
                <a:lnTo>
                  <a:pt x="466" y="47"/>
                </a:lnTo>
                <a:lnTo>
                  <a:pt x="465" y="45"/>
                </a:lnTo>
                <a:lnTo>
                  <a:pt x="464" y="42"/>
                </a:lnTo>
                <a:lnTo>
                  <a:pt x="463" y="42"/>
                </a:lnTo>
                <a:lnTo>
                  <a:pt x="463" y="40"/>
                </a:lnTo>
                <a:lnTo>
                  <a:pt x="461" y="39"/>
                </a:lnTo>
                <a:lnTo>
                  <a:pt x="460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close/>
                <a:moveTo>
                  <a:pt x="405" y="74"/>
                </a:moveTo>
                <a:lnTo>
                  <a:pt x="409" y="74"/>
                </a:lnTo>
                <a:lnTo>
                  <a:pt x="411" y="74"/>
                </a:lnTo>
                <a:lnTo>
                  <a:pt x="411" y="74"/>
                </a:lnTo>
                <a:lnTo>
                  <a:pt x="412" y="74"/>
                </a:lnTo>
                <a:lnTo>
                  <a:pt x="414" y="73"/>
                </a:lnTo>
                <a:lnTo>
                  <a:pt x="415" y="71"/>
                </a:lnTo>
                <a:lnTo>
                  <a:pt x="415" y="69"/>
                </a:lnTo>
                <a:lnTo>
                  <a:pt x="418" y="65"/>
                </a:lnTo>
                <a:lnTo>
                  <a:pt x="420" y="61"/>
                </a:lnTo>
                <a:lnTo>
                  <a:pt x="420" y="59"/>
                </a:lnTo>
                <a:lnTo>
                  <a:pt x="419" y="59"/>
                </a:lnTo>
                <a:lnTo>
                  <a:pt x="419" y="58"/>
                </a:lnTo>
                <a:lnTo>
                  <a:pt x="419" y="58"/>
                </a:lnTo>
                <a:lnTo>
                  <a:pt x="418" y="57"/>
                </a:lnTo>
                <a:lnTo>
                  <a:pt x="417" y="57"/>
                </a:lnTo>
                <a:lnTo>
                  <a:pt x="415" y="56"/>
                </a:lnTo>
                <a:lnTo>
                  <a:pt x="415" y="56"/>
                </a:lnTo>
                <a:lnTo>
                  <a:pt x="415" y="57"/>
                </a:lnTo>
                <a:lnTo>
                  <a:pt x="414" y="57"/>
                </a:lnTo>
                <a:lnTo>
                  <a:pt x="415" y="58"/>
                </a:lnTo>
                <a:lnTo>
                  <a:pt x="415" y="59"/>
                </a:lnTo>
                <a:lnTo>
                  <a:pt x="411" y="62"/>
                </a:lnTo>
                <a:lnTo>
                  <a:pt x="407" y="65"/>
                </a:lnTo>
                <a:lnTo>
                  <a:pt x="407" y="67"/>
                </a:lnTo>
                <a:lnTo>
                  <a:pt x="407" y="70"/>
                </a:lnTo>
                <a:lnTo>
                  <a:pt x="407" y="71"/>
                </a:lnTo>
                <a:lnTo>
                  <a:pt x="407" y="71"/>
                </a:lnTo>
                <a:lnTo>
                  <a:pt x="405" y="71"/>
                </a:lnTo>
                <a:lnTo>
                  <a:pt x="405" y="74"/>
                </a:lnTo>
                <a:lnTo>
                  <a:pt x="405" y="74"/>
                </a:lnTo>
                <a:close/>
                <a:moveTo>
                  <a:pt x="405" y="76"/>
                </a:moveTo>
                <a:lnTo>
                  <a:pt x="410" y="76"/>
                </a:lnTo>
                <a:lnTo>
                  <a:pt x="410" y="83"/>
                </a:lnTo>
                <a:lnTo>
                  <a:pt x="405" y="83"/>
                </a:lnTo>
                <a:lnTo>
                  <a:pt x="405" y="76"/>
                </a:lnTo>
                <a:lnTo>
                  <a:pt x="405" y="76"/>
                </a:lnTo>
                <a:close/>
                <a:moveTo>
                  <a:pt x="405" y="84"/>
                </a:moveTo>
                <a:lnTo>
                  <a:pt x="447" y="84"/>
                </a:lnTo>
                <a:lnTo>
                  <a:pt x="447" y="92"/>
                </a:lnTo>
                <a:lnTo>
                  <a:pt x="405" y="92"/>
                </a:lnTo>
                <a:lnTo>
                  <a:pt x="405" y="84"/>
                </a:lnTo>
                <a:lnTo>
                  <a:pt x="405" y="84"/>
                </a:lnTo>
                <a:close/>
                <a:moveTo>
                  <a:pt x="339" y="121"/>
                </a:moveTo>
                <a:lnTo>
                  <a:pt x="340" y="121"/>
                </a:lnTo>
                <a:lnTo>
                  <a:pt x="340" y="122"/>
                </a:lnTo>
                <a:lnTo>
                  <a:pt x="339" y="122"/>
                </a:lnTo>
                <a:lnTo>
                  <a:pt x="338" y="124"/>
                </a:lnTo>
                <a:lnTo>
                  <a:pt x="337" y="126"/>
                </a:lnTo>
                <a:lnTo>
                  <a:pt x="335" y="126"/>
                </a:lnTo>
                <a:lnTo>
                  <a:pt x="334" y="128"/>
                </a:lnTo>
                <a:lnTo>
                  <a:pt x="332" y="128"/>
                </a:lnTo>
                <a:lnTo>
                  <a:pt x="331" y="129"/>
                </a:lnTo>
                <a:lnTo>
                  <a:pt x="330" y="130"/>
                </a:lnTo>
                <a:lnTo>
                  <a:pt x="329" y="132"/>
                </a:lnTo>
                <a:lnTo>
                  <a:pt x="328" y="134"/>
                </a:lnTo>
                <a:lnTo>
                  <a:pt x="327" y="134"/>
                </a:lnTo>
                <a:lnTo>
                  <a:pt x="327" y="134"/>
                </a:lnTo>
                <a:lnTo>
                  <a:pt x="326" y="134"/>
                </a:lnTo>
                <a:lnTo>
                  <a:pt x="326" y="134"/>
                </a:lnTo>
                <a:lnTo>
                  <a:pt x="326" y="121"/>
                </a:lnTo>
                <a:lnTo>
                  <a:pt x="339" y="121"/>
                </a:lnTo>
                <a:lnTo>
                  <a:pt x="339" y="121"/>
                </a:lnTo>
                <a:close/>
                <a:moveTo>
                  <a:pt x="391" y="25"/>
                </a:moveTo>
                <a:lnTo>
                  <a:pt x="391" y="25"/>
                </a:lnTo>
                <a:lnTo>
                  <a:pt x="391" y="25"/>
                </a:lnTo>
                <a:lnTo>
                  <a:pt x="391" y="24"/>
                </a:lnTo>
                <a:lnTo>
                  <a:pt x="391" y="24"/>
                </a:lnTo>
                <a:lnTo>
                  <a:pt x="390" y="24"/>
                </a:lnTo>
                <a:lnTo>
                  <a:pt x="390" y="24"/>
                </a:lnTo>
                <a:lnTo>
                  <a:pt x="389" y="25"/>
                </a:lnTo>
                <a:lnTo>
                  <a:pt x="388" y="25"/>
                </a:lnTo>
                <a:lnTo>
                  <a:pt x="387" y="26"/>
                </a:lnTo>
                <a:lnTo>
                  <a:pt x="387" y="27"/>
                </a:lnTo>
                <a:lnTo>
                  <a:pt x="385" y="29"/>
                </a:lnTo>
                <a:lnTo>
                  <a:pt x="384" y="31"/>
                </a:lnTo>
                <a:lnTo>
                  <a:pt x="384" y="34"/>
                </a:lnTo>
                <a:lnTo>
                  <a:pt x="384" y="35"/>
                </a:lnTo>
                <a:lnTo>
                  <a:pt x="383" y="36"/>
                </a:lnTo>
                <a:lnTo>
                  <a:pt x="382" y="37"/>
                </a:lnTo>
                <a:lnTo>
                  <a:pt x="380" y="38"/>
                </a:lnTo>
                <a:lnTo>
                  <a:pt x="380" y="40"/>
                </a:lnTo>
                <a:lnTo>
                  <a:pt x="379" y="42"/>
                </a:lnTo>
                <a:lnTo>
                  <a:pt x="379" y="42"/>
                </a:lnTo>
                <a:lnTo>
                  <a:pt x="379" y="44"/>
                </a:lnTo>
                <a:lnTo>
                  <a:pt x="380" y="45"/>
                </a:lnTo>
                <a:lnTo>
                  <a:pt x="381" y="46"/>
                </a:lnTo>
                <a:lnTo>
                  <a:pt x="381" y="47"/>
                </a:lnTo>
                <a:lnTo>
                  <a:pt x="382" y="47"/>
                </a:lnTo>
                <a:lnTo>
                  <a:pt x="382" y="48"/>
                </a:lnTo>
                <a:lnTo>
                  <a:pt x="382" y="48"/>
                </a:lnTo>
                <a:lnTo>
                  <a:pt x="383" y="48"/>
                </a:lnTo>
                <a:lnTo>
                  <a:pt x="390" y="48"/>
                </a:lnTo>
                <a:lnTo>
                  <a:pt x="390" y="48"/>
                </a:lnTo>
                <a:lnTo>
                  <a:pt x="391" y="48"/>
                </a:lnTo>
                <a:lnTo>
                  <a:pt x="398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7"/>
                </a:lnTo>
                <a:lnTo>
                  <a:pt x="399" y="46"/>
                </a:lnTo>
                <a:lnTo>
                  <a:pt x="401" y="46"/>
                </a:lnTo>
                <a:lnTo>
                  <a:pt x="401" y="44"/>
                </a:lnTo>
                <a:lnTo>
                  <a:pt x="402" y="43"/>
                </a:lnTo>
                <a:lnTo>
                  <a:pt x="401" y="42"/>
                </a:lnTo>
                <a:lnTo>
                  <a:pt x="401" y="40"/>
                </a:lnTo>
                <a:lnTo>
                  <a:pt x="400" y="38"/>
                </a:lnTo>
                <a:lnTo>
                  <a:pt x="399" y="38"/>
                </a:lnTo>
                <a:lnTo>
                  <a:pt x="398" y="37"/>
                </a:lnTo>
                <a:lnTo>
                  <a:pt x="397" y="35"/>
                </a:lnTo>
                <a:lnTo>
                  <a:pt x="397" y="34"/>
                </a:lnTo>
                <a:lnTo>
                  <a:pt x="396" y="31"/>
                </a:lnTo>
                <a:lnTo>
                  <a:pt x="395" y="30"/>
                </a:lnTo>
                <a:lnTo>
                  <a:pt x="395" y="27"/>
                </a:lnTo>
                <a:lnTo>
                  <a:pt x="394" y="26"/>
                </a:lnTo>
                <a:lnTo>
                  <a:pt x="393" y="26"/>
                </a:lnTo>
                <a:lnTo>
                  <a:pt x="392" y="25"/>
                </a:lnTo>
                <a:lnTo>
                  <a:pt x="391" y="25"/>
                </a:lnTo>
                <a:lnTo>
                  <a:pt x="391" y="25"/>
                </a:lnTo>
                <a:close/>
                <a:moveTo>
                  <a:pt x="375" y="74"/>
                </a:moveTo>
                <a:lnTo>
                  <a:pt x="371" y="74"/>
                </a:lnTo>
                <a:lnTo>
                  <a:pt x="370" y="74"/>
                </a:lnTo>
                <a:lnTo>
                  <a:pt x="369" y="74"/>
                </a:lnTo>
                <a:lnTo>
                  <a:pt x="368" y="74"/>
                </a:lnTo>
                <a:lnTo>
                  <a:pt x="367" y="73"/>
                </a:lnTo>
                <a:lnTo>
                  <a:pt x="366" y="71"/>
                </a:lnTo>
                <a:lnTo>
                  <a:pt x="366" y="69"/>
                </a:lnTo>
                <a:lnTo>
                  <a:pt x="363" y="65"/>
                </a:lnTo>
                <a:lnTo>
                  <a:pt x="360" y="61"/>
                </a:lnTo>
                <a:lnTo>
                  <a:pt x="360" y="59"/>
                </a:lnTo>
                <a:lnTo>
                  <a:pt x="361" y="59"/>
                </a:lnTo>
                <a:lnTo>
                  <a:pt x="362" y="58"/>
                </a:lnTo>
                <a:lnTo>
                  <a:pt x="362" y="58"/>
                </a:lnTo>
                <a:lnTo>
                  <a:pt x="363" y="57"/>
                </a:lnTo>
                <a:lnTo>
                  <a:pt x="364" y="57"/>
                </a:lnTo>
                <a:lnTo>
                  <a:pt x="365" y="56"/>
                </a:lnTo>
                <a:lnTo>
                  <a:pt x="366" y="56"/>
                </a:lnTo>
                <a:lnTo>
                  <a:pt x="366" y="57"/>
                </a:lnTo>
                <a:lnTo>
                  <a:pt x="366" y="57"/>
                </a:lnTo>
                <a:lnTo>
                  <a:pt x="366" y="58"/>
                </a:lnTo>
                <a:lnTo>
                  <a:pt x="366" y="59"/>
                </a:lnTo>
                <a:lnTo>
                  <a:pt x="369" y="62"/>
                </a:lnTo>
                <a:lnTo>
                  <a:pt x="373" y="65"/>
                </a:lnTo>
                <a:lnTo>
                  <a:pt x="374" y="67"/>
                </a:lnTo>
                <a:lnTo>
                  <a:pt x="374" y="70"/>
                </a:lnTo>
                <a:lnTo>
                  <a:pt x="375" y="71"/>
                </a:lnTo>
                <a:lnTo>
                  <a:pt x="375" y="71"/>
                </a:lnTo>
                <a:lnTo>
                  <a:pt x="375" y="71"/>
                </a:lnTo>
                <a:lnTo>
                  <a:pt x="375" y="74"/>
                </a:lnTo>
                <a:lnTo>
                  <a:pt x="375" y="74"/>
                </a:lnTo>
                <a:close/>
                <a:moveTo>
                  <a:pt x="405" y="94"/>
                </a:moveTo>
                <a:lnTo>
                  <a:pt x="447" y="94"/>
                </a:lnTo>
                <a:lnTo>
                  <a:pt x="447" y="110"/>
                </a:lnTo>
                <a:lnTo>
                  <a:pt x="405" y="110"/>
                </a:lnTo>
                <a:lnTo>
                  <a:pt x="405" y="94"/>
                </a:lnTo>
                <a:lnTo>
                  <a:pt x="405" y="94"/>
                </a:lnTo>
                <a:close/>
                <a:moveTo>
                  <a:pt x="405" y="113"/>
                </a:moveTo>
                <a:lnTo>
                  <a:pt x="447" y="113"/>
                </a:lnTo>
                <a:lnTo>
                  <a:pt x="447" y="120"/>
                </a:lnTo>
                <a:lnTo>
                  <a:pt x="405" y="120"/>
                </a:lnTo>
                <a:lnTo>
                  <a:pt x="405" y="113"/>
                </a:lnTo>
                <a:lnTo>
                  <a:pt x="405" y="113"/>
                </a:lnTo>
                <a:close/>
                <a:moveTo>
                  <a:pt x="405" y="134"/>
                </a:moveTo>
                <a:lnTo>
                  <a:pt x="407" y="133"/>
                </a:lnTo>
                <a:lnTo>
                  <a:pt x="409" y="131"/>
                </a:lnTo>
                <a:lnTo>
                  <a:pt x="411" y="130"/>
                </a:lnTo>
                <a:lnTo>
                  <a:pt x="414" y="128"/>
                </a:lnTo>
                <a:lnTo>
                  <a:pt x="415" y="126"/>
                </a:lnTo>
                <a:lnTo>
                  <a:pt x="416" y="126"/>
                </a:lnTo>
                <a:lnTo>
                  <a:pt x="418" y="124"/>
                </a:lnTo>
                <a:lnTo>
                  <a:pt x="418" y="123"/>
                </a:lnTo>
                <a:lnTo>
                  <a:pt x="419" y="122"/>
                </a:lnTo>
                <a:lnTo>
                  <a:pt x="419" y="122"/>
                </a:lnTo>
                <a:lnTo>
                  <a:pt x="405" y="122"/>
                </a:lnTo>
                <a:lnTo>
                  <a:pt x="405" y="134"/>
                </a:lnTo>
                <a:lnTo>
                  <a:pt x="405" y="134"/>
                </a:lnTo>
                <a:close/>
                <a:moveTo>
                  <a:pt x="446" y="134"/>
                </a:moveTo>
                <a:lnTo>
                  <a:pt x="445" y="134"/>
                </a:lnTo>
                <a:lnTo>
                  <a:pt x="443" y="131"/>
                </a:lnTo>
                <a:lnTo>
                  <a:pt x="440" y="130"/>
                </a:lnTo>
                <a:lnTo>
                  <a:pt x="438" y="128"/>
                </a:lnTo>
                <a:lnTo>
                  <a:pt x="436" y="126"/>
                </a:lnTo>
                <a:lnTo>
                  <a:pt x="435" y="126"/>
                </a:lnTo>
                <a:lnTo>
                  <a:pt x="435" y="124"/>
                </a:lnTo>
                <a:lnTo>
                  <a:pt x="434" y="123"/>
                </a:lnTo>
                <a:lnTo>
                  <a:pt x="433" y="122"/>
                </a:lnTo>
                <a:lnTo>
                  <a:pt x="433" y="122"/>
                </a:lnTo>
                <a:lnTo>
                  <a:pt x="447" y="122"/>
                </a:lnTo>
                <a:lnTo>
                  <a:pt x="446" y="134"/>
                </a:lnTo>
                <a:lnTo>
                  <a:pt x="446" y="134"/>
                </a:lnTo>
                <a:close/>
                <a:moveTo>
                  <a:pt x="447" y="79"/>
                </a:moveTo>
                <a:lnTo>
                  <a:pt x="444" y="79"/>
                </a:lnTo>
                <a:lnTo>
                  <a:pt x="444" y="70"/>
                </a:lnTo>
                <a:lnTo>
                  <a:pt x="443" y="69"/>
                </a:lnTo>
                <a:lnTo>
                  <a:pt x="443" y="69"/>
                </a:lnTo>
                <a:lnTo>
                  <a:pt x="441" y="69"/>
                </a:lnTo>
                <a:lnTo>
                  <a:pt x="440" y="69"/>
                </a:lnTo>
                <a:lnTo>
                  <a:pt x="439" y="70"/>
                </a:lnTo>
                <a:lnTo>
                  <a:pt x="438" y="70"/>
                </a:lnTo>
                <a:lnTo>
                  <a:pt x="438" y="71"/>
                </a:lnTo>
                <a:lnTo>
                  <a:pt x="438" y="72"/>
                </a:lnTo>
                <a:lnTo>
                  <a:pt x="438" y="73"/>
                </a:lnTo>
                <a:lnTo>
                  <a:pt x="438" y="73"/>
                </a:lnTo>
                <a:lnTo>
                  <a:pt x="436" y="74"/>
                </a:lnTo>
                <a:lnTo>
                  <a:pt x="435" y="74"/>
                </a:lnTo>
                <a:lnTo>
                  <a:pt x="435" y="75"/>
                </a:lnTo>
                <a:lnTo>
                  <a:pt x="435" y="76"/>
                </a:lnTo>
                <a:lnTo>
                  <a:pt x="435" y="77"/>
                </a:lnTo>
                <a:lnTo>
                  <a:pt x="435" y="78"/>
                </a:lnTo>
                <a:lnTo>
                  <a:pt x="435" y="78"/>
                </a:lnTo>
                <a:lnTo>
                  <a:pt x="435" y="78"/>
                </a:lnTo>
                <a:lnTo>
                  <a:pt x="436" y="79"/>
                </a:lnTo>
                <a:lnTo>
                  <a:pt x="438" y="81"/>
                </a:lnTo>
                <a:lnTo>
                  <a:pt x="439" y="82"/>
                </a:lnTo>
                <a:lnTo>
                  <a:pt x="441" y="82"/>
                </a:lnTo>
                <a:lnTo>
                  <a:pt x="442" y="82"/>
                </a:lnTo>
                <a:lnTo>
                  <a:pt x="445" y="82"/>
                </a:lnTo>
                <a:lnTo>
                  <a:pt x="447" y="82"/>
                </a:lnTo>
                <a:lnTo>
                  <a:pt x="447" y="79"/>
                </a:lnTo>
                <a:lnTo>
                  <a:pt x="447" y="79"/>
                </a:lnTo>
                <a:close/>
                <a:moveTo>
                  <a:pt x="473" y="83"/>
                </a:moveTo>
                <a:lnTo>
                  <a:pt x="478" y="83"/>
                </a:lnTo>
                <a:lnTo>
                  <a:pt x="479" y="83"/>
                </a:lnTo>
                <a:lnTo>
                  <a:pt x="480" y="82"/>
                </a:lnTo>
                <a:lnTo>
                  <a:pt x="481" y="82"/>
                </a:lnTo>
                <a:lnTo>
                  <a:pt x="482" y="82"/>
                </a:lnTo>
                <a:lnTo>
                  <a:pt x="483" y="79"/>
                </a:lnTo>
                <a:lnTo>
                  <a:pt x="483" y="77"/>
                </a:lnTo>
                <a:lnTo>
                  <a:pt x="484" y="75"/>
                </a:lnTo>
                <a:lnTo>
                  <a:pt x="485" y="74"/>
                </a:lnTo>
                <a:lnTo>
                  <a:pt x="486" y="73"/>
                </a:lnTo>
                <a:lnTo>
                  <a:pt x="487" y="72"/>
                </a:lnTo>
                <a:lnTo>
                  <a:pt x="487" y="71"/>
                </a:lnTo>
                <a:lnTo>
                  <a:pt x="488" y="70"/>
                </a:lnTo>
                <a:lnTo>
                  <a:pt x="488" y="70"/>
                </a:lnTo>
                <a:lnTo>
                  <a:pt x="488" y="68"/>
                </a:lnTo>
                <a:lnTo>
                  <a:pt x="488" y="66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6" y="64"/>
                </a:lnTo>
                <a:lnTo>
                  <a:pt x="485" y="64"/>
                </a:lnTo>
                <a:lnTo>
                  <a:pt x="484" y="65"/>
                </a:lnTo>
                <a:lnTo>
                  <a:pt x="484" y="65"/>
                </a:lnTo>
                <a:lnTo>
                  <a:pt x="484" y="66"/>
                </a:lnTo>
                <a:lnTo>
                  <a:pt x="484" y="67"/>
                </a:lnTo>
                <a:lnTo>
                  <a:pt x="483" y="68"/>
                </a:lnTo>
                <a:lnTo>
                  <a:pt x="480" y="70"/>
                </a:lnTo>
                <a:lnTo>
                  <a:pt x="479" y="70"/>
                </a:lnTo>
                <a:lnTo>
                  <a:pt x="477" y="71"/>
                </a:lnTo>
                <a:lnTo>
                  <a:pt x="476" y="72"/>
                </a:lnTo>
                <a:lnTo>
                  <a:pt x="475" y="74"/>
                </a:lnTo>
                <a:lnTo>
                  <a:pt x="475" y="76"/>
                </a:lnTo>
                <a:lnTo>
                  <a:pt x="475" y="78"/>
                </a:lnTo>
                <a:lnTo>
                  <a:pt x="475" y="79"/>
                </a:lnTo>
                <a:lnTo>
                  <a:pt x="475" y="79"/>
                </a:lnTo>
                <a:lnTo>
                  <a:pt x="473" y="79"/>
                </a:lnTo>
                <a:lnTo>
                  <a:pt x="473" y="83"/>
                </a:lnTo>
                <a:lnTo>
                  <a:pt x="473" y="83"/>
                </a:lnTo>
                <a:close/>
                <a:moveTo>
                  <a:pt x="474" y="113"/>
                </a:moveTo>
                <a:lnTo>
                  <a:pt x="479" y="113"/>
                </a:lnTo>
                <a:lnTo>
                  <a:pt x="479" y="120"/>
                </a:lnTo>
                <a:lnTo>
                  <a:pt x="474" y="120"/>
                </a:lnTo>
                <a:lnTo>
                  <a:pt x="474" y="113"/>
                </a:lnTo>
                <a:lnTo>
                  <a:pt x="474" y="113"/>
                </a:lnTo>
                <a:close/>
                <a:moveTo>
                  <a:pt x="473" y="84"/>
                </a:moveTo>
                <a:lnTo>
                  <a:pt x="479" y="84"/>
                </a:lnTo>
                <a:lnTo>
                  <a:pt x="479" y="92"/>
                </a:lnTo>
                <a:lnTo>
                  <a:pt x="473" y="92"/>
                </a:lnTo>
                <a:lnTo>
                  <a:pt x="473" y="84"/>
                </a:lnTo>
                <a:lnTo>
                  <a:pt x="473" y="84"/>
                </a:lnTo>
                <a:close/>
                <a:moveTo>
                  <a:pt x="475" y="166"/>
                </a:moveTo>
                <a:lnTo>
                  <a:pt x="475" y="166"/>
                </a:lnTo>
                <a:lnTo>
                  <a:pt x="477" y="167"/>
                </a:lnTo>
                <a:lnTo>
                  <a:pt x="479" y="169"/>
                </a:lnTo>
                <a:lnTo>
                  <a:pt x="479" y="170"/>
                </a:lnTo>
                <a:lnTo>
                  <a:pt x="480" y="171"/>
                </a:lnTo>
                <a:lnTo>
                  <a:pt x="481" y="172"/>
                </a:lnTo>
                <a:lnTo>
                  <a:pt x="483" y="176"/>
                </a:lnTo>
                <a:lnTo>
                  <a:pt x="483" y="178"/>
                </a:lnTo>
                <a:lnTo>
                  <a:pt x="484" y="179"/>
                </a:lnTo>
                <a:lnTo>
                  <a:pt x="486" y="180"/>
                </a:lnTo>
                <a:lnTo>
                  <a:pt x="487" y="182"/>
                </a:lnTo>
                <a:lnTo>
                  <a:pt x="489" y="183"/>
                </a:lnTo>
                <a:lnTo>
                  <a:pt x="490" y="186"/>
                </a:lnTo>
                <a:lnTo>
                  <a:pt x="491" y="188"/>
                </a:lnTo>
                <a:lnTo>
                  <a:pt x="491" y="190"/>
                </a:lnTo>
                <a:lnTo>
                  <a:pt x="491" y="193"/>
                </a:lnTo>
                <a:lnTo>
                  <a:pt x="491" y="198"/>
                </a:lnTo>
                <a:lnTo>
                  <a:pt x="490" y="200"/>
                </a:lnTo>
                <a:lnTo>
                  <a:pt x="491" y="202"/>
                </a:lnTo>
                <a:lnTo>
                  <a:pt x="493" y="203"/>
                </a:lnTo>
                <a:lnTo>
                  <a:pt x="495" y="206"/>
                </a:lnTo>
                <a:lnTo>
                  <a:pt x="497" y="209"/>
                </a:lnTo>
                <a:lnTo>
                  <a:pt x="497" y="210"/>
                </a:lnTo>
                <a:lnTo>
                  <a:pt x="497" y="212"/>
                </a:lnTo>
                <a:lnTo>
                  <a:pt x="497" y="214"/>
                </a:lnTo>
                <a:lnTo>
                  <a:pt x="497" y="217"/>
                </a:lnTo>
                <a:lnTo>
                  <a:pt x="497" y="219"/>
                </a:lnTo>
                <a:lnTo>
                  <a:pt x="496" y="221"/>
                </a:lnTo>
                <a:lnTo>
                  <a:pt x="496" y="222"/>
                </a:lnTo>
                <a:lnTo>
                  <a:pt x="495" y="222"/>
                </a:lnTo>
                <a:lnTo>
                  <a:pt x="475" y="222"/>
                </a:lnTo>
                <a:lnTo>
                  <a:pt x="475" y="166"/>
                </a:lnTo>
                <a:lnTo>
                  <a:pt x="475" y="166"/>
                </a:lnTo>
                <a:close/>
                <a:moveTo>
                  <a:pt x="474" y="226"/>
                </a:moveTo>
                <a:lnTo>
                  <a:pt x="501" y="226"/>
                </a:lnTo>
                <a:lnTo>
                  <a:pt x="501" y="234"/>
                </a:lnTo>
                <a:lnTo>
                  <a:pt x="474" y="234"/>
                </a:lnTo>
                <a:lnTo>
                  <a:pt x="474" y="2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7" name="îṩḷïďè">
            <a:extLst>
              <a:ext uri="{FF2B5EF4-FFF2-40B4-BE49-F238E27FC236}">
                <a16:creationId xmlns:a16="http://schemas.microsoft.com/office/drawing/2014/main" id="{F195CBF4-7F39-4632-8E13-D4682046AB31}"/>
              </a:ext>
            </a:extLst>
          </p:cNvPr>
          <p:cNvSpPr>
            <a:spLocks noGrp="1"/>
          </p:cNvSpPr>
          <p:nvPr/>
        </p:nvSpPr>
        <p:spPr>
          <a:xfrm>
            <a:off x="660240" y="510840"/>
            <a:ext cx="517680" cy="517680"/>
          </a:xfrm>
          <a:custGeom>
            <a:avLst/>
            <a:gdLst>
              <a:gd name="textAreaLeft" fmla="*/ 0 w 517680"/>
              <a:gd name="textAreaRight" fmla="*/ 518040 w 517680"/>
              <a:gd name="textAreaTop" fmla="*/ 0 h 517680"/>
              <a:gd name="textAreaBottom" fmla="*/ 518040 h 517680"/>
              <a:gd name="GluePoint1X" fmla="*/ 784 w 1186"/>
              <a:gd name="GluePoint1Y" fmla="*/ 31 h 1186"/>
              <a:gd name="GluePoint2X" fmla="*/ 982 w 1186"/>
              <a:gd name="GluePoint2Y" fmla="*/ 145 h 1186"/>
              <a:gd name="GluePoint3X" fmla="*/ 1122 w 1186"/>
              <a:gd name="GluePoint3Y" fmla="*/ 323 h 1186"/>
              <a:gd name="GluePoint4X" fmla="*/ 1184 w 1186"/>
              <a:gd name="GluePoint4Y" fmla="*/ 548 h 1186"/>
              <a:gd name="GluePoint5X" fmla="*/ 1171 w 1186"/>
              <a:gd name="GluePoint5Y" fmla="*/ 727 h 1186"/>
              <a:gd name="GluePoint6X" fmla="*/ 1077 w 1186"/>
              <a:gd name="GluePoint6Y" fmla="*/ 936 h 1186"/>
              <a:gd name="GluePoint7X" fmla="*/ 913 w 1186"/>
              <a:gd name="GluePoint7Y" fmla="*/ 1093 h 1186"/>
              <a:gd name="GluePoint8X" fmla="*/ 698 w 1186"/>
              <a:gd name="GluePoint8Y" fmla="*/ 1177 h 1186"/>
              <a:gd name="GluePoint9X" fmla="*/ 518 w 1186"/>
              <a:gd name="GluePoint9Y" fmla="*/ 1181 h 1186"/>
              <a:gd name="GluePoint10X" fmla="*/ 298 w 1186"/>
              <a:gd name="GluePoint10Y" fmla="*/ 1108 h 1186"/>
              <a:gd name="GluePoint11X" fmla="*/ 127 w 1186"/>
              <a:gd name="GluePoint11Y" fmla="*/ 960 h 1186"/>
              <a:gd name="GluePoint12X" fmla="*/ 23 w 1186"/>
              <a:gd name="GluePoint12Y" fmla="*/ 756 h 1186"/>
              <a:gd name="GluePoint13X" fmla="*/ 1 w 1186"/>
              <a:gd name="GluePoint13Y" fmla="*/ 578 h 1186"/>
              <a:gd name="GluePoint14X" fmla="*/ 53 w 1186"/>
              <a:gd name="GluePoint14Y" fmla="*/ 349 h 1186"/>
              <a:gd name="GluePoint15X" fmla="*/ 184 w 1186"/>
              <a:gd name="GluePoint15Y" fmla="*/ 164 h 1186"/>
              <a:gd name="GluePoint16X" fmla="*/ 376 w 1186"/>
              <a:gd name="GluePoint16Y" fmla="*/ 42 h 1186"/>
              <a:gd name="GluePoint17X" fmla="*/ 593 w 1186"/>
              <a:gd name="GluePoint17Y" fmla="*/ 0 h 1186"/>
              <a:gd name="GluePoint18X" fmla="*/ 491 w 1186"/>
              <a:gd name="GluePoint18Y" fmla="*/ 233 h 1186"/>
              <a:gd name="GluePoint19X" fmla="*/ 362 w 1186"/>
              <a:gd name="GluePoint19Y" fmla="*/ 299 h 1186"/>
              <a:gd name="GluePoint20X" fmla="*/ 268 w 1186"/>
              <a:gd name="GluePoint20Y" fmla="*/ 407 h 1186"/>
              <a:gd name="GluePoint21X" fmla="*/ 222 w 1186"/>
              <a:gd name="GluePoint21Y" fmla="*/ 546 h 1186"/>
              <a:gd name="GluePoint22X" fmla="*/ 224 w 1186"/>
              <a:gd name="GluePoint22Y" fmla="*/ 660 h 1186"/>
              <a:gd name="GluePoint23X" fmla="*/ 278 w 1186"/>
              <a:gd name="GluePoint23Y" fmla="*/ 795 h 1186"/>
              <a:gd name="GluePoint24X" fmla="*/ 392 w 1186"/>
              <a:gd name="GluePoint24Y" fmla="*/ 908 h 1186"/>
              <a:gd name="GluePoint25X" fmla="*/ 431 w 1186"/>
              <a:gd name="GluePoint25Y" fmla="*/ 916 h 1186"/>
              <a:gd name="GluePoint26X" fmla="*/ 304 w 1186"/>
              <a:gd name="GluePoint26Y" fmla="*/ 809 h 1186"/>
              <a:gd name="GluePoint27X" fmla="*/ 244 w 1186"/>
              <a:gd name="GluePoint27Y" fmla="*/ 684 h 1186"/>
              <a:gd name="GluePoint28X" fmla="*/ 232 w 1186"/>
              <a:gd name="GluePoint28Y" fmla="*/ 575 h 1186"/>
              <a:gd name="GluePoint29X" fmla="*/ 268 w 1186"/>
              <a:gd name="GluePoint29Y" fmla="*/ 437 h 1186"/>
              <a:gd name="GluePoint30X" fmla="*/ 351 w 1186"/>
              <a:gd name="GluePoint30Y" fmla="*/ 326 h 1186"/>
              <a:gd name="GluePoint31X" fmla="*/ 469 w 1186"/>
              <a:gd name="GluePoint31Y" fmla="*/ 254 h 1186"/>
              <a:gd name="GluePoint32X" fmla="*/ 593 w 1186"/>
              <a:gd name="GluePoint32Y" fmla="*/ 232 h 1186"/>
              <a:gd name="GluePoint33X" fmla="*/ 717 w 1186"/>
              <a:gd name="GluePoint33Y" fmla="*/ 254 h 1186"/>
              <a:gd name="GluePoint34X" fmla="*/ 836 w 1186"/>
              <a:gd name="GluePoint34Y" fmla="*/ 326 h 1186"/>
              <a:gd name="GluePoint35X" fmla="*/ 919 w 1186"/>
              <a:gd name="GluePoint35Y" fmla="*/ 437 h 1186"/>
              <a:gd name="GluePoint36X" fmla="*/ 954 w 1186"/>
              <a:gd name="GluePoint36Y" fmla="*/ 575 h 1186"/>
              <a:gd name="GluePoint37X" fmla="*/ 943 w 1186"/>
              <a:gd name="GluePoint37Y" fmla="*/ 684 h 1186"/>
              <a:gd name="GluePoint38X" fmla="*/ 883 w 1186"/>
              <a:gd name="GluePoint38Y" fmla="*/ 809 h 1186"/>
              <a:gd name="GluePoint39X" fmla="*/ 756 w 1186"/>
              <a:gd name="GluePoint39Y" fmla="*/ 916 h 1186"/>
              <a:gd name="GluePoint40X" fmla="*/ 795 w 1186"/>
              <a:gd name="GluePoint40Y" fmla="*/ 909 h 1186"/>
              <a:gd name="GluePoint41X" fmla="*/ 909 w 1186"/>
              <a:gd name="GluePoint41Y" fmla="*/ 795 h 1186"/>
              <a:gd name="GluePoint42X" fmla="*/ 961 w 1186"/>
              <a:gd name="GluePoint42Y" fmla="*/ 660 h 1186"/>
              <a:gd name="GluePoint43X" fmla="*/ 965 w 1186"/>
              <a:gd name="GluePoint43Y" fmla="*/ 546 h 1186"/>
              <a:gd name="GluePoint44X" fmla="*/ 918 w 1186"/>
              <a:gd name="GluePoint44Y" fmla="*/ 407 h 1186"/>
              <a:gd name="GluePoint45X" fmla="*/ 825 w 1186"/>
              <a:gd name="GluePoint45Y" fmla="*/ 299 h 1186"/>
              <a:gd name="GluePoint46X" fmla="*/ 696 w 1186"/>
              <a:gd name="GluePoint46Y" fmla="*/ 233 h 1186"/>
              <a:gd name="GluePoint47X" fmla="*/ 593 w 1186"/>
              <a:gd name="GluePoint47Y" fmla="*/ 14 h 1186"/>
              <a:gd name="GluePoint48X" fmla="*/ 408 w 1186"/>
              <a:gd name="GluePoint48Y" fmla="*/ 44 h 1186"/>
              <a:gd name="GluePoint49X" fmla="*/ 214 w 1186"/>
              <a:gd name="GluePoint49Y" fmla="*/ 155 h 1186"/>
              <a:gd name="GluePoint50X" fmla="*/ 77 w 1186"/>
              <a:gd name="GluePoint50Y" fmla="*/ 330 h 1186"/>
              <a:gd name="GluePoint51X" fmla="*/ 15 w 1186"/>
              <a:gd name="GluePoint51Y" fmla="*/ 548 h 1186"/>
              <a:gd name="GluePoint52X" fmla="*/ 28 w 1186"/>
              <a:gd name="GluePoint52Y" fmla="*/ 724 h 1186"/>
              <a:gd name="GluePoint53X" fmla="*/ 120 w 1186"/>
              <a:gd name="GluePoint53Y" fmla="*/ 928 h 1186"/>
              <a:gd name="GluePoint54X" fmla="*/ 281 w 1186"/>
              <a:gd name="GluePoint54Y" fmla="*/ 1081 h 1186"/>
              <a:gd name="GluePoint55X" fmla="*/ 491 w 1186"/>
              <a:gd name="GluePoint55Y" fmla="*/ 1164 h 1186"/>
              <a:gd name="GluePoint56X" fmla="*/ 667 w 1186"/>
              <a:gd name="GluePoint56Y" fmla="*/ 1169 h 1186"/>
              <a:gd name="GluePoint57X" fmla="*/ 882 w 1186"/>
              <a:gd name="GluePoint57Y" fmla="*/ 1096 h 1186"/>
              <a:gd name="GluePoint58X" fmla="*/ 1050 w 1186"/>
              <a:gd name="GluePoint58Y" fmla="*/ 951 h 1186"/>
              <a:gd name="GluePoint59X" fmla="*/ 1151 w 1186"/>
              <a:gd name="GluePoint59Y" fmla="*/ 752 h 1186"/>
              <a:gd name="GluePoint60X" fmla="*/ 1173 w 1186"/>
              <a:gd name="GluePoint60Y" fmla="*/ 578 h 1186"/>
              <a:gd name="GluePoint61X" fmla="*/ 1122 w 1186"/>
              <a:gd name="GluePoint61Y" fmla="*/ 355 h 1186"/>
              <a:gd name="GluePoint62X" fmla="*/ 994 w 1186"/>
              <a:gd name="GluePoint62Y" fmla="*/ 174 h 1186"/>
              <a:gd name="GluePoint63X" fmla="*/ 806 w 1186"/>
              <a:gd name="GluePoint63Y" fmla="*/ 54 h 1186"/>
            </a:gdLst>
            <a:ahLst/>
            <a:cxnLst/>
            <a:rect l="textAreaLeft" t="textAreaTop" r="textAreaRight" b="textAreaBottom"/>
            <a:pathLst>
              <a:path w="1186" h="1186">
                <a:moveTo>
                  <a:pt x="593" y="0"/>
                </a:moveTo>
                <a:lnTo>
                  <a:pt x="593" y="0"/>
                </a:lnTo>
                <a:lnTo>
                  <a:pt x="593" y="0"/>
                </a:lnTo>
                <a:lnTo>
                  <a:pt x="609" y="1"/>
                </a:lnTo>
                <a:lnTo>
                  <a:pt x="624" y="1"/>
                </a:lnTo>
                <a:lnTo>
                  <a:pt x="639" y="2"/>
                </a:lnTo>
                <a:lnTo>
                  <a:pt x="654" y="3"/>
                </a:lnTo>
                <a:lnTo>
                  <a:pt x="669" y="5"/>
                </a:lnTo>
                <a:lnTo>
                  <a:pt x="684" y="7"/>
                </a:lnTo>
                <a:lnTo>
                  <a:pt x="698" y="10"/>
                </a:lnTo>
                <a:lnTo>
                  <a:pt x="713" y="13"/>
                </a:lnTo>
                <a:lnTo>
                  <a:pt x="727" y="15"/>
                </a:lnTo>
                <a:lnTo>
                  <a:pt x="741" y="19"/>
                </a:lnTo>
                <a:lnTo>
                  <a:pt x="756" y="23"/>
                </a:lnTo>
                <a:lnTo>
                  <a:pt x="769" y="27"/>
                </a:lnTo>
                <a:lnTo>
                  <a:pt x="784" y="31"/>
                </a:lnTo>
                <a:lnTo>
                  <a:pt x="797" y="36"/>
                </a:lnTo>
                <a:lnTo>
                  <a:pt x="811" y="42"/>
                </a:lnTo>
                <a:lnTo>
                  <a:pt x="825" y="47"/>
                </a:lnTo>
                <a:lnTo>
                  <a:pt x="837" y="53"/>
                </a:lnTo>
                <a:lnTo>
                  <a:pt x="850" y="59"/>
                </a:lnTo>
                <a:lnTo>
                  <a:pt x="863" y="65"/>
                </a:lnTo>
                <a:lnTo>
                  <a:pt x="876" y="72"/>
                </a:lnTo>
                <a:lnTo>
                  <a:pt x="889" y="79"/>
                </a:lnTo>
                <a:lnTo>
                  <a:pt x="901" y="87"/>
                </a:lnTo>
                <a:lnTo>
                  <a:pt x="913" y="94"/>
                </a:lnTo>
                <a:lnTo>
                  <a:pt x="925" y="102"/>
                </a:lnTo>
                <a:lnTo>
                  <a:pt x="937" y="110"/>
                </a:lnTo>
                <a:lnTo>
                  <a:pt x="948" y="119"/>
                </a:lnTo>
                <a:lnTo>
                  <a:pt x="959" y="127"/>
                </a:lnTo>
                <a:lnTo>
                  <a:pt x="970" y="135"/>
                </a:lnTo>
                <a:lnTo>
                  <a:pt x="982" y="145"/>
                </a:lnTo>
                <a:lnTo>
                  <a:pt x="992" y="155"/>
                </a:lnTo>
                <a:lnTo>
                  <a:pt x="1002" y="164"/>
                </a:lnTo>
                <a:lnTo>
                  <a:pt x="1013" y="174"/>
                </a:lnTo>
                <a:lnTo>
                  <a:pt x="1022" y="184"/>
                </a:lnTo>
                <a:lnTo>
                  <a:pt x="1032" y="195"/>
                </a:lnTo>
                <a:lnTo>
                  <a:pt x="1042" y="206"/>
                </a:lnTo>
                <a:lnTo>
                  <a:pt x="1050" y="216"/>
                </a:lnTo>
                <a:lnTo>
                  <a:pt x="1060" y="227"/>
                </a:lnTo>
                <a:lnTo>
                  <a:pt x="1069" y="239"/>
                </a:lnTo>
                <a:lnTo>
                  <a:pt x="1077" y="250"/>
                </a:lnTo>
                <a:lnTo>
                  <a:pt x="1085" y="262"/>
                </a:lnTo>
                <a:lnTo>
                  <a:pt x="1093" y="274"/>
                </a:lnTo>
                <a:lnTo>
                  <a:pt x="1101" y="286"/>
                </a:lnTo>
                <a:lnTo>
                  <a:pt x="1108" y="298"/>
                </a:lnTo>
                <a:lnTo>
                  <a:pt x="1114" y="311"/>
                </a:lnTo>
                <a:lnTo>
                  <a:pt x="1122" y="323"/>
                </a:lnTo>
                <a:lnTo>
                  <a:pt x="1128" y="336"/>
                </a:lnTo>
                <a:lnTo>
                  <a:pt x="1134" y="349"/>
                </a:lnTo>
                <a:lnTo>
                  <a:pt x="1140" y="363"/>
                </a:lnTo>
                <a:lnTo>
                  <a:pt x="1146" y="376"/>
                </a:lnTo>
                <a:lnTo>
                  <a:pt x="1150" y="389"/>
                </a:lnTo>
                <a:lnTo>
                  <a:pt x="1155" y="403"/>
                </a:lnTo>
                <a:lnTo>
                  <a:pt x="1160" y="417"/>
                </a:lnTo>
                <a:lnTo>
                  <a:pt x="1164" y="431"/>
                </a:lnTo>
                <a:lnTo>
                  <a:pt x="1167" y="445"/>
                </a:lnTo>
                <a:lnTo>
                  <a:pt x="1171" y="460"/>
                </a:lnTo>
                <a:lnTo>
                  <a:pt x="1174" y="474"/>
                </a:lnTo>
                <a:lnTo>
                  <a:pt x="1177" y="488"/>
                </a:lnTo>
                <a:lnTo>
                  <a:pt x="1179" y="503"/>
                </a:lnTo>
                <a:lnTo>
                  <a:pt x="1182" y="518"/>
                </a:lnTo>
                <a:lnTo>
                  <a:pt x="1183" y="532"/>
                </a:lnTo>
                <a:lnTo>
                  <a:pt x="1184" y="548"/>
                </a:lnTo>
                <a:lnTo>
                  <a:pt x="1186" y="563"/>
                </a:lnTo>
                <a:lnTo>
                  <a:pt x="1186" y="578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608"/>
                </a:lnTo>
                <a:lnTo>
                  <a:pt x="1186" y="624"/>
                </a:lnTo>
                <a:lnTo>
                  <a:pt x="1184" y="639"/>
                </a:lnTo>
                <a:lnTo>
                  <a:pt x="1183" y="654"/>
                </a:lnTo>
                <a:lnTo>
                  <a:pt x="1182" y="669"/>
                </a:lnTo>
                <a:lnTo>
                  <a:pt x="1179" y="684"/>
                </a:lnTo>
                <a:lnTo>
                  <a:pt x="1177" y="698"/>
                </a:lnTo>
                <a:lnTo>
                  <a:pt x="1174" y="713"/>
                </a:lnTo>
                <a:lnTo>
                  <a:pt x="1171" y="727"/>
                </a:lnTo>
                <a:lnTo>
                  <a:pt x="1167" y="741"/>
                </a:lnTo>
                <a:lnTo>
                  <a:pt x="1164" y="756"/>
                </a:lnTo>
                <a:lnTo>
                  <a:pt x="1160" y="769"/>
                </a:lnTo>
                <a:lnTo>
                  <a:pt x="1155" y="784"/>
                </a:lnTo>
                <a:lnTo>
                  <a:pt x="1150" y="797"/>
                </a:lnTo>
                <a:lnTo>
                  <a:pt x="1146" y="811"/>
                </a:lnTo>
                <a:lnTo>
                  <a:pt x="1140" y="824"/>
                </a:lnTo>
                <a:lnTo>
                  <a:pt x="1134" y="837"/>
                </a:lnTo>
                <a:lnTo>
                  <a:pt x="1128" y="851"/>
                </a:lnTo>
                <a:lnTo>
                  <a:pt x="1122" y="864"/>
                </a:lnTo>
                <a:lnTo>
                  <a:pt x="1114" y="876"/>
                </a:lnTo>
                <a:lnTo>
                  <a:pt x="1108" y="888"/>
                </a:lnTo>
                <a:lnTo>
                  <a:pt x="1101" y="900"/>
                </a:lnTo>
                <a:lnTo>
                  <a:pt x="1093" y="912"/>
                </a:lnTo>
                <a:lnTo>
                  <a:pt x="1085" y="924"/>
                </a:lnTo>
                <a:lnTo>
                  <a:pt x="1077" y="936"/>
                </a:lnTo>
                <a:lnTo>
                  <a:pt x="1069" y="948"/>
                </a:lnTo>
                <a:lnTo>
                  <a:pt x="1060" y="960"/>
                </a:lnTo>
                <a:lnTo>
                  <a:pt x="1050" y="970"/>
                </a:lnTo>
                <a:lnTo>
                  <a:pt x="1042" y="981"/>
                </a:lnTo>
                <a:lnTo>
                  <a:pt x="1032" y="992"/>
                </a:lnTo>
                <a:lnTo>
                  <a:pt x="1022" y="1002"/>
                </a:lnTo>
                <a:lnTo>
                  <a:pt x="1013" y="1012"/>
                </a:lnTo>
                <a:lnTo>
                  <a:pt x="1002" y="1022"/>
                </a:lnTo>
                <a:lnTo>
                  <a:pt x="992" y="1032"/>
                </a:lnTo>
                <a:lnTo>
                  <a:pt x="982" y="1041"/>
                </a:lnTo>
                <a:lnTo>
                  <a:pt x="970" y="1051"/>
                </a:lnTo>
                <a:lnTo>
                  <a:pt x="959" y="1060"/>
                </a:lnTo>
                <a:lnTo>
                  <a:pt x="948" y="1069"/>
                </a:lnTo>
                <a:lnTo>
                  <a:pt x="937" y="1077"/>
                </a:lnTo>
                <a:lnTo>
                  <a:pt x="925" y="1085"/>
                </a:lnTo>
                <a:lnTo>
                  <a:pt x="913" y="1093"/>
                </a:lnTo>
                <a:lnTo>
                  <a:pt x="901" y="1101"/>
                </a:lnTo>
                <a:lnTo>
                  <a:pt x="889" y="1108"/>
                </a:lnTo>
                <a:lnTo>
                  <a:pt x="876" y="1114"/>
                </a:lnTo>
                <a:lnTo>
                  <a:pt x="863" y="1121"/>
                </a:lnTo>
                <a:lnTo>
                  <a:pt x="850" y="1128"/>
                </a:lnTo>
                <a:lnTo>
                  <a:pt x="837" y="1134"/>
                </a:lnTo>
                <a:lnTo>
                  <a:pt x="825" y="1140"/>
                </a:lnTo>
                <a:lnTo>
                  <a:pt x="811" y="1145"/>
                </a:lnTo>
                <a:lnTo>
                  <a:pt x="797" y="1150"/>
                </a:lnTo>
                <a:lnTo>
                  <a:pt x="784" y="1155"/>
                </a:lnTo>
                <a:lnTo>
                  <a:pt x="769" y="1160"/>
                </a:lnTo>
                <a:lnTo>
                  <a:pt x="756" y="1164"/>
                </a:lnTo>
                <a:lnTo>
                  <a:pt x="741" y="1168"/>
                </a:lnTo>
                <a:lnTo>
                  <a:pt x="727" y="1171"/>
                </a:lnTo>
                <a:lnTo>
                  <a:pt x="713" y="1174"/>
                </a:lnTo>
                <a:lnTo>
                  <a:pt x="698" y="1177"/>
                </a:lnTo>
                <a:lnTo>
                  <a:pt x="684" y="1179"/>
                </a:lnTo>
                <a:lnTo>
                  <a:pt x="669" y="1181"/>
                </a:lnTo>
                <a:lnTo>
                  <a:pt x="654" y="1183"/>
                </a:lnTo>
                <a:lnTo>
                  <a:pt x="639" y="1185"/>
                </a:lnTo>
                <a:lnTo>
                  <a:pt x="624" y="1185"/>
                </a:lnTo>
                <a:lnTo>
                  <a:pt x="609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78" y="1186"/>
                </a:lnTo>
                <a:lnTo>
                  <a:pt x="563" y="1185"/>
                </a:lnTo>
                <a:lnTo>
                  <a:pt x="548" y="1185"/>
                </a:lnTo>
                <a:lnTo>
                  <a:pt x="532" y="1183"/>
                </a:lnTo>
                <a:lnTo>
                  <a:pt x="518" y="1181"/>
                </a:lnTo>
                <a:lnTo>
                  <a:pt x="503" y="1179"/>
                </a:lnTo>
                <a:lnTo>
                  <a:pt x="488" y="1177"/>
                </a:lnTo>
                <a:lnTo>
                  <a:pt x="474" y="1174"/>
                </a:lnTo>
                <a:lnTo>
                  <a:pt x="460" y="1171"/>
                </a:lnTo>
                <a:lnTo>
                  <a:pt x="445" y="1168"/>
                </a:lnTo>
                <a:lnTo>
                  <a:pt x="431" y="1164"/>
                </a:lnTo>
                <a:lnTo>
                  <a:pt x="417" y="1160"/>
                </a:lnTo>
                <a:lnTo>
                  <a:pt x="404" y="1155"/>
                </a:lnTo>
                <a:lnTo>
                  <a:pt x="389" y="1150"/>
                </a:lnTo>
                <a:lnTo>
                  <a:pt x="376" y="1145"/>
                </a:lnTo>
                <a:lnTo>
                  <a:pt x="363" y="1140"/>
                </a:lnTo>
                <a:lnTo>
                  <a:pt x="349" y="1134"/>
                </a:lnTo>
                <a:lnTo>
                  <a:pt x="336" y="1128"/>
                </a:lnTo>
                <a:lnTo>
                  <a:pt x="324" y="1121"/>
                </a:lnTo>
                <a:lnTo>
                  <a:pt x="311" y="1114"/>
                </a:lnTo>
                <a:lnTo>
                  <a:pt x="298" y="1108"/>
                </a:lnTo>
                <a:lnTo>
                  <a:pt x="286" y="1101"/>
                </a:lnTo>
                <a:lnTo>
                  <a:pt x="274" y="1093"/>
                </a:lnTo>
                <a:lnTo>
                  <a:pt x="262" y="1085"/>
                </a:lnTo>
                <a:lnTo>
                  <a:pt x="250" y="1077"/>
                </a:lnTo>
                <a:lnTo>
                  <a:pt x="239" y="1069"/>
                </a:lnTo>
                <a:lnTo>
                  <a:pt x="227" y="1060"/>
                </a:lnTo>
                <a:lnTo>
                  <a:pt x="216" y="1051"/>
                </a:lnTo>
                <a:lnTo>
                  <a:pt x="205" y="1041"/>
                </a:lnTo>
                <a:lnTo>
                  <a:pt x="195" y="1032"/>
                </a:lnTo>
                <a:lnTo>
                  <a:pt x="184" y="1022"/>
                </a:lnTo>
                <a:lnTo>
                  <a:pt x="174" y="1012"/>
                </a:lnTo>
                <a:lnTo>
                  <a:pt x="164" y="1002"/>
                </a:lnTo>
                <a:lnTo>
                  <a:pt x="155" y="992"/>
                </a:lnTo>
                <a:lnTo>
                  <a:pt x="145" y="981"/>
                </a:lnTo>
                <a:lnTo>
                  <a:pt x="135" y="970"/>
                </a:lnTo>
                <a:lnTo>
                  <a:pt x="127" y="960"/>
                </a:lnTo>
                <a:lnTo>
                  <a:pt x="118" y="948"/>
                </a:lnTo>
                <a:lnTo>
                  <a:pt x="110" y="936"/>
                </a:lnTo>
                <a:lnTo>
                  <a:pt x="102" y="924"/>
                </a:lnTo>
                <a:lnTo>
                  <a:pt x="94" y="912"/>
                </a:lnTo>
                <a:lnTo>
                  <a:pt x="87" y="900"/>
                </a:lnTo>
                <a:lnTo>
                  <a:pt x="79" y="888"/>
                </a:lnTo>
                <a:lnTo>
                  <a:pt x="71" y="876"/>
                </a:lnTo>
                <a:lnTo>
                  <a:pt x="65" y="864"/>
                </a:lnTo>
                <a:lnTo>
                  <a:pt x="59" y="851"/>
                </a:lnTo>
                <a:lnTo>
                  <a:pt x="53" y="837"/>
                </a:lnTo>
                <a:lnTo>
                  <a:pt x="47" y="824"/>
                </a:lnTo>
                <a:lnTo>
                  <a:pt x="42" y="811"/>
                </a:lnTo>
                <a:lnTo>
                  <a:pt x="36" y="797"/>
                </a:lnTo>
                <a:lnTo>
                  <a:pt x="31" y="784"/>
                </a:lnTo>
                <a:lnTo>
                  <a:pt x="27" y="769"/>
                </a:lnTo>
                <a:lnTo>
                  <a:pt x="23" y="756"/>
                </a:lnTo>
                <a:lnTo>
                  <a:pt x="19" y="741"/>
                </a:lnTo>
                <a:lnTo>
                  <a:pt x="15" y="727"/>
                </a:lnTo>
                <a:lnTo>
                  <a:pt x="12" y="713"/>
                </a:lnTo>
                <a:lnTo>
                  <a:pt x="10" y="698"/>
                </a:lnTo>
                <a:lnTo>
                  <a:pt x="7" y="684"/>
                </a:lnTo>
                <a:lnTo>
                  <a:pt x="5" y="669"/>
                </a:lnTo>
                <a:lnTo>
                  <a:pt x="3" y="654"/>
                </a:lnTo>
                <a:lnTo>
                  <a:pt x="2" y="639"/>
                </a:lnTo>
                <a:lnTo>
                  <a:pt x="1" y="624"/>
                </a:lnTo>
                <a:lnTo>
                  <a:pt x="1" y="608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1" y="578"/>
                </a:lnTo>
                <a:lnTo>
                  <a:pt x="1" y="563"/>
                </a:lnTo>
                <a:lnTo>
                  <a:pt x="2" y="548"/>
                </a:lnTo>
                <a:lnTo>
                  <a:pt x="3" y="532"/>
                </a:lnTo>
                <a:lnTo>
                  <a:pt x="5" y="518"/>
                </a:lnTo>
                <a:lnTo>
                  <a:pt x="7" y="503"/>
                </a:lnTo>
                <a:lnTo>
                  <a:pt x="10" y="488"/>
                </a:lnTo>
                <a:lnTo>
                  <a:pt x="12" y="474"/>
                </a:lnTo>
                <a:lnTo>
                  <a:pt x="15" y="460"/>
                </a:lnTo>
                <a:lnTo>
                  <a:pt x="19" y="445"/>
                </a:lnTo>
                <a:lnTo>
                  <a:pt x="23" y="431"/>
                </a:lnTo>
                <a:lnTo>
                  <a:pt x="27" y="417"/>
                </a:lnTo>
                <a:lnTo>
                  <a:pt x="31" y="403"/>
                </a:lnTo>
                <a:lnTo>
                  <a:pt x="36" y="389"/>
                </a:lnTo>
                <a:lnTo>
                  <a:pt x="42" y="376"/>
                </a:lnTo>
                <a:lnTo>
                  <a:pt x="47" y="363"/>
                </a:lnTo>
                <a:lnTo>
                  <a:pt x="53" y="349"/>
                </a:lnTo>
                <a:lnTo>
                  <a:pt x="59" y="336"/>
                </a:lnTo>
                <a:lnTo>
                  <a:pt x="65" y="323"/>
                </a:lnTo>
                <a:lnTo>
                  <a:pt x="71" y="311"/>
                </a:lnTo>
                <a:lnTo>
                  <a:pt x="79" y="298"/>
                </a:lnTo>
                <a:lnTo>
                  <a:pt x="87" y="286"/>
                </a:lnTo>
                <a:lnTo>
                  <a:pt x="94" y="274"/>
                </a:lnTo>
                <a:lnTo>
                  <a:pt x="102" y="262"/>
                </a:lnTo>
                <a:lnTo>
                  <a:pt x="110" y="250"/>
                </a:lnTo>
                <a:lnTo>
                  <a:pt x="118" y="239"/>
                </a:lnTo>
                <a:lnTo>
                  <a:pt x="127" y="227"/>
                </a:lnTo>
                <a:lnTo>
                  <a:pt x="135" y="216"/>
                </a:lnTo>
                <a:lnTo>
                  <a:pt x="145" y="206"/>
                </a:lnTo>
                <a:lnTo>
                  <a:pt x="155" y="195"/>
                </a:lnTo>
                <a:lnTo>
                  <a:pt x="164" y="184"/>
                </a:lnTo>
                <a:lnTo>
                  <a:pt x="174" y="174"/>
                </a:lnTo>
                <a:lnTo>
                  <a:pt x="184" y="164"/>
                </a:lnTo>
                <a:lnTo>
                  <a:pt x="195" y="155"/>
                </a:lnTo>
                <a:lnTo>
                  <a:pt x="205" y="145"/>
                </a:lnTo>
                <a:lnTo>
                  <a:pt x="216" y="135"/>
                </a:lnTo>
                <a:lnTo>
                  <a:pt x="227" y="127"/>
                </a:lnTo>
                <a:lnTo>
                  <a:pt x="239" y="119"/>
                </a:lnTo>
                <a:lnTo>
                  <a:pt x="250" y="110"/>
                </a:lnTo>
                <a:lnTo>
                  <a:pt x="262" y="102"/>
                </a:lnTo>
                <a:lnTo>
                  <a:pt x="274" y="94"/>
                </a:lnTo>
                <a:lnTo>
                  <a:pt x="286" y="87"/>
                </a:lnTo>
                <a:lnTo>
                  <a:pt x="298" y="79"/>
                </a:lnTo>
                <a:lnTo>
                  <a:pt x="311" y="72"/>
                </a:lnTo>
                <a:lnTo>
                  <a:pt x="324" y="65"/>
                </a:lnTo>
                <a:lnTo>
                  <a:pt x="336" y="59"/>
                </a:lnTo>
                <a:lnTo>
                  <a:pt x="349" y="53"/>
                </a:lnTo>
                <a:lnTo>
                  <a:pt x="363" y="47"/>
                </a:lnTo>
                <a:lnTo>
                  <a:pt x="376" y="42"/>
                </a:lnTo>
                <a:lnTo>
                  <a:pt x="389" y="36"/>
                </a:lnTo>
                <a:lnTo>
                  <a:pt x="404" y="31"/>
                </a:lnTo>
                <a:lnTo>
                  <a:pt x="417" y="27"/>
                </a:lnTo>
                <a:lnTo>
                  <a:pt x="431" y="23"/>
                </a:lnTo>
                <a:lnTo>
                  <a:pt x="445" y="19"/>
                </a:lnTo>
                <a:lnTo>
                  <a:pt x="460" y="15"/>
                </a:lnTo>
                <a:lnTo>
                  <a:pt x="474" y="13"/>
                </a:lnTo>
                <a:lnTo>
                  <a:pt x="488" y="10"/>
                </a:lnTo>
                <a:lnTo>
                  <a:pt x="503" y="7"/>
                </a:lnTo>
                <a:lnTo>
                  <a:pt x="518" y="5"/>
                </a:lnTo>
                <a:lnTo>
                  <a:pt x="532" y="3"/>
                </a:lnTo>
                <a:lnTo>
                  <a:pt x="548" y="2"/>
                </a:lnTo>
                <a:lnTo>
                  <a:pt x="563" y="1"/>
                </a:lnTo>
                <a:lnTo>
                  <a:pt x="578" y="1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close/>
                <a:moveTo>
                  <a:pt x="593" y="219"/>
                </a:moveTo>
                <a:lnTo>
                  <a:pt x="593" y="219"/>
                </a:lnTo>
                <a:lnTo>
                  <a:pt x="593" y="219"/>
                </a:lnTo>
                <a:lnTo>
                  <a:pt x="584" y="219"/>
                </a:lnTo>
                <a:lnTo>
                  <a:pt x="574" y="219"/>
                </a:lnTo>
                <a:lnTo>
                  <a:pt x="564" y="220"/>
                </a:lnTo>
                <a:lnTo>
                  <a:pt x="555" y="221"/>
                </a:lnTo>
                <a:lnTo>
                  <a:pt x="545" y="222"/>
                </a:lnTo>
                <a:lnTo>
                  <a:pt x="536" y="223"/>
                </a:lnTo>
                <a:lnTo>
                  <a:pt x="527" y="225"/>
                </a:lnTo>
                <a:lnTo>
                  <a:pt x="518" y="227"/>
                </a:lnTo>
                <a:lnTo>
                  <a:pt x="508" y="228"/>
                </a:lnTo>
                <a:lnTo>
                  <a:pt x="500" y="231"/>
                </a:lnTo>
                <a:lnTo>
                  <a:pt x="491" y="233"/>
                </a:lnTo>
                <a:lnTo>
                  <a:pt x="482" y="235"/>
                </a:lnTo>
                <a:lnTo>
                  <a:pt x="473" y="239"/>
                </a:lnTo>
                <a:lnTo>
                  <a:pt x="464" y="242"/>
                </a:lnTo>
                <a:lnTo>
                  <a:pt x="456" y="245"/>
                </a:lnTo>
                <a:lnTo>
                  <a:pt x="448" y="248"/>
                </a:lnTo>
                <a:lnTo>
                  <a:pt x="439" y="251"/>
                </a:lnTo>
                <a:lnTo>
                  <a:pt x="431" y="255"/>
                </a:lnTo>
                <a:lnTo>
                  <a:pt x="423" y="259"/>
                </a:lnTo>
                <a:lnTo>
                  <a:pt x="415" y="264"/>
                </a:lnTo>
                <a:lnTo>
                  <a:pt x="407" y="268"/>
                </a:lnTo>
                <a:lnTo>
                  <a:pt x="399" y="273"/>
                </a:lnTo>
                <a:lnTo>
                  <a:pt x="392" y="278"/>
                </a:lnTo>
                <a:lnTo>
                  <a:pt x="384" y="283"/>
                </a:lnTo>
                <a:lnTo>
                  <a:pt x="376" y="288"/>
                </a:lnTo>
                <a:lnTo>
                  <a:pt x="369" y="293"/>
                </a:lnTo>
                <a:lnTo>
                  <a:pt x="362" y="299"/>
                </a:lnTo>
                <a:lnTo>
                  <a:pt x="356" y="304"/>
                </a:lnTo>
                <a:lnTo>
                  <a:pt x="348" y="310"/>
                </a:lnTo>
                <a:lnTo>
                  <a:pt x="341" y="316"/>
                </a:lnTo>
                <a:lnTo>
                  <a:pt x="335" y="322"/>
                </a:lnTo>
                <a:lnTo>
                  <a:pt x="328" y="328"/>
                </a:lnTo>
                <a:lnTo>
                  <a:pt x="322" y="335"/>
                </a:lnTo>
                <a:lnTo>
                  <a:pt x="316" y="342"/>
                </a:lnTo>
                <a:lnTo>
                  <a:pt x="310" y="348"/>
                </a:lnTo>
                <a:lnTo>
                  <a:pt x="304" y="355"/>
                </a:lnTo>
                <a:lnTo>
                  <a:pt x="299" y="362"/>
                </a:lnTo>
                <a:lnTo>
                  <a:pt x="293" y="369"/>
                </a:lnTo>
                <a:lnTo>
                  <a:pt x="288" y="376"/>
                </a:lnTo>
                <a:lnTo>
                  <a:pt x="283" y="383"/>
                </a:lnTo>
                <a:lnTo>
                  <a:pt x="278" y="391"/>
                </a:lnTo>
                <a:lnTo>
                  <a:pt x="273" y="399"/>
                </a:lnTo>
                <a:lnTo>
                  <a:pt x="268" y="407"/>
                </a:lnTo>
                <a:lnTo>
                  <a:pt x="264" y="415"/>
                </a:lnTo>
                <a:lnTo>
                  <a:pt x="260" y="423"/>
                </a:lnTo>
                <a:lnTo>
                  <a:pt x="256" y="431"/>
                </a:lnTo>
                <a:lnTo>
                  <a:pt x="252" y="439"/>
                </a:lnTo>
                <a:lnTo>
                  <a:pt x="248" y="448"/>
                </a:lnTo>
                <a:lnTo>
                  <a:pt x="245" y="456"/>
                </a:lnTo>
                <a:lnTo>
                  <a:pt x="242" y="464"/>
                </a:lnTo>
                <a:lnTo>
                  <a:pt x="239" y="473"/>
                </a:lnTo>
                <a:lnTo>
                  <a:pt x="236" y="482"/>
                </a:lnTo>
                <a:lnTo>
                  <a:pt x="233" y="491"/>
                </a:lnTo>
                <a:lnTo>
                  <a:pt x="231" y="500"/>
                </a:lnTo>
                <a:lnTo>
                  <a:pt x="228" y="509"/>
                </a:lnTo>
                <a:lnTo>
                  <a:pt x="227" y="518"/>
                </a:lnTo>
                <a:lnTo>
                  <a:pt x="224" y="527"/>
                </a:lnTo>
                <a:lnTo>
                  <a:pt x="223" y="536"/>
                </a:lnTo>
                <a:lnTo>
                  <a:pt x="222" y="546"/>
                </a:lnTo>
                <a:lnTo>
                  <a:pt x="221" y="555"/>
                </a:lnTo>
                <a:lnTo>
                  <a:pt x="220" y="564"/>
                </a:lnTo>
                <a:lnTo>
                  <a:pt x="219" y="574"/>
                </a:lnTo>
                <a:lnTo>
                  <a:pt x="219" y="584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603"/>
                </a:lnTo>
                <a:lnTo>
                  <a:pt x="219" y="612"/>
                </a:lnTo>
                <a:lnTo>
                  <a:pt x="220" y="622"/>
                </a:lnTo>
                <a:lnTo>
                  <a:pt x="221" y="632"/>
                </a:lnTo>
                <a:lnTo>
                  <a:pt x="222" y="641"/>
                </a:lnTo>
                <a:lnTo>
                  <a:pt x="223" y="650"/>
                </a:lnTo>
                <a:lnTo>
                  <a:pt x="224" y="660"/>
                </a:lnTo>
                <a:lnTo>
                  <a:pt x="227" y="669"/>
                </a:lnTo>
                <a:lnTo>
                  <a:pt x="228" y="678"/>
                </a:lnTo>
                <a:lnTo>
                  <a:pt x="231" y="687"/>
                </a:lnTo>
                <a:lnTo>
                  <a:pt x="233" y="696"/>
                </a:lnTo>
                <a:lnTo>
                  <a:pt x="236" y="704"/>
                </a:lnTo>
                <a:lnTo>
                  <a:pt x="239" y="713"/>
                </a:lnTo>
                <a:lnTo>
                  <a:pt x="242" y="722"/>
                </a:lnTo>
                <a:lnTo>
                  <a:pt x="245" y="731"/>
                </a:lnTo>
                <a:lnTo>
                  <a:pt x="248" y="739"/>
                </a:lnTo>
                <a:lnTo>
                  <a:pt x="252" y="748"/>
                </a:lnTo>
                <a:lnTo>
                  <a:pt x="256" y="756"/>
                </a:lnTo>
                <a:lnTo>
                  <a:pt x="260" y="764"/>
                </a:lnTo>
                <a:lnTo>
                  <a:pt x="264" y="772"/>
                </a:lnTo>
                <a:lnTo>
                  <a:pt x="268" y="780"/>
                </a:lnTo>
                <a:lnTo>
                  <a:pt x="273" y="788"/>
                </a:lnTo>
                <a:lnTo>
                  <a:pt x="278" y="795"/>
                </a:lnTo>
                <a:lnTo>
                  <a:pt x="283" y="803"/>
                </a:lnTo>
                <a:lnTo>
                  <a:pt x="288" y="810"/>
                </a:lnTo>
                <a:lnTo>
                  <a:pt x="293" y="817"/>
                </a:lnTo>
                <a:lnTo>
                  <a:pt x="299" y="824"/>
                </a:lnTo>
                <a:lnTo>
                  <a:pt x="304" y="832"/>
                </a:lnTo>
                <a:lnTo>
                  <a:pt x="310" y="838"/>
                </a:lnTo>
                <a:lnTo>
                  <a:pt x="316" y="845"/>
                </a:lnTo>
                <a:lnTo>
                  <a:pt x="322" y="852"/>
                </a:lnTo>
                <a:lnTo>
                  <a:pt x="328" y="858"/>
                </a:lnTo>
                <a:lnTo>
                  <a:pt x="337" y="866"/>
                </a:lnTo>
                <a:lnTo>
                  <a:pt x="345" y="874"/>
                </a:lnTo>
                <a:lnTo>
                  <a:pt x="354" y="881"/>
                </a:lnTo>
                <a:lnTo>
                  <a:pt x="363" y="888"/>
                </a:lnTo>
                <a:lnTo>
                  <a:pt x="372" y="896"/>
                </a:lnTo>
                <a:lnTo>
                  <a:pt x="382" y="903"/>
                </a:lnTo>
                <a:lnTo>
                  <a:pt x="392" y="908"/>
                </a:lnTo>
                <a:lnTo>
                  <a:pt x="402" y="915"/>
                </a:lnTo>
                <a:lnTo>
                  <a:pt x="412" y="921"/>
                </a:lnTo>
                <a:lnTo>
                  <a:pt x="422" y="927"/>
                </a:lnTo>
                <a:lnTo>
                  <a:pt x="432" y="932"/>
                </a:lnTo>
                <a:lnTo>
                  <a:pt x="444" y="936"/>
                </a:lnTo>
                <a:lnTo>
                  <a:pt x="454" y="941"/>
                </a:lnTo>
                <a:lnTo>
                  <a:pt x="465" y="945"/>
                </a:lnTo>
                <a:lnTo>
                  <a:pt x="476" y="949"/>
                </a:lnTo>
                <a:lnTo>
                  <a:pt x="488" y="952"/>
                </a:lnTo>
                <a:lnTo>
                  <a:pt x="496" y="941"/>
                </a:lnTo>
                <a:lnTo>
                  <a:pt x="484" y="938"/>
                </a:lnTo>
                <a:lnTo>
                  <a:pt x="473" y="934"/>
                </a:lnTo>
                <a:lnTo>
                  <a:pt x="462" y="930"/>
                </a:lnTo>
                <a:lnTo>
                  <a:pt x="452" y="925"/>
                </a:lnTo>
                <a:lnTo>
                  <a:pt x="440" y="921"/>
                </a:lnTo>
                <a:lnTo>
                  <a:pt x="431" y="916"/>
                </a:lnTo>
                <a:lnTo>
                  <a:pt x="420" y="910"/>
                </a:lnTo>
                <a:lnTo>
                  <a:pt x="410" y="904"/>
                </a:lnTo>
                <a:lnTo>
                  <a:pt x="400" y="899"/>
                </a:lnTo>
                <a:lnTo>
                  <a:pt x="391" y="892"/>
                </a:lnTo>
                <a:lnTo>
                  <a:pt x="381" y="886"/>
                </a:lnTo>
                <a:lnTo>
                  <a:pt x="372" y="879"/>
                </a:lnTo>
                <a:lnTo>
                  <a:pt x="364" y="872"/>
                </a:lnTo>
                <a:lnTo>
                  <a:pt x="355" y="864"/>
                </a:lnTo>
                <a:lnTo>
                  <a:pt x="346" y="856"/>
                </a:lnTo>
                <a:lnTo>
                  <a:pt x="338" y="848"/>
                </a:lnTo>
                <a:lnTo>
                  <a:pt x="332" y="843"/>
                </a:lnTo>
                <a:lnTo>
                  <a:pt x="326" y="836"/>
                </a:lnTo>
                <a:lnTo>
                  <a:pt x="320" y="830"/>
                </a:lnTo>
                <a:lnTo>
                  <a:pt x="315" y="823"/>
                </a:lnTo>
                <a:lnTo>
                  <a:pt x="309" y="816"/>
                </a:lnTo>
                <a:lnTo>
                  <a:pt x="304" y="809"/>
                </a:lnTo>
                <a:lnTo>
                  <a:pt x="299" y="802"/>
                </a:lnTo>
                <a:lnTo>
                  <a:pt x="294" y="795"/>
                </a:lnTo>
                <a:lnTo>
                  <a:pt x="289" y="788"/>
                </a:lnTo>
                <a:lnTo>
                  <a:pt x="284" y="780"/>
                </a:lnTo>
                <a:lnTo>
                  <a:pt x="280" y="773"/>
                </a:lnTo>
                <a:lnTo>
                  <a:pt x="276" y="765"/>
                </a:lnTo>
                <a:lnTo>
                  <a:pt x="272" y="758"/>
                </a:lnTo>
                <a:lnTo>
                  <a:pt x="268" y="750"/>
                </a:lnTo>
                <a:lnTo>
                  <a:pt x="264" y="742"/>
                </a:lnTo>
                <a:lnTo>
                  <a:pt x="260" y="734"/>
                </a:lnTo>
                <a:lnTo>
                  <a:pt x="257" y="726"/>
                </a:lnTo>
                <a:lnTo>
                  <a:pt x="254" y="717"/>
                </a:lnTo>
                <a:lnTo>
                  <a:pt x="252" y="709"/>
                </a:lnTo>
                <a:lnTo>
                  <a:pt x="248" y="700"/>
                </a:lnTo>
                <a:lnTo>
                  <a:pt x="246" y="692"/>
                </a:lnTo>
                <a:lnTo>
                  <a:pt x="244" y="684"/>
                </a:lnTo>
                <a:lnTo>
                  <a:pt x="241" y="675"/>
                </a:lnTo>
                <a:lnTo>
                  <a:pt x="240" y="666"/>
                </a:lnTo>
                <a:lnTo>
                  <a:pt x="238" y="657"/>
                </a:lnTo>
                <a:lnTo>
                  <a:pt x="236" y="648"/>
                </a:lnTo>
                <a:lnTo>
                  <a:pt x="235" y="640"/>
                </a:lnTo>
                <a:lnTo>
                  <a:pt x="234" y="630"/>
                </a:lnTo>
                <a:lnTo>
                  <a:pt x="233" y="621"/>
                </a:lnTo>
                <a:lnTo>
                  <a:pt x="232" y="612"/>
                </a:lnTo>
                <a:lnTo>
                  <a:pt x="232" y="60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84"/>
                </a:lnTo>
                <a:lnTo>
                  <a:pt x="232" y="575"/>
                </a:lnTo>
                <a:lnTo>
                  <a:pt x="233" y="565"/>
                </a:lnTo>
                <a:lnTo>
                  <a:pt x="234" y="556"/>
                </a:lnTo>
                <a:lnTo>
                  <a:pt x="235" y="548"/>
                </a:lnTo>
                <a:lnTo>
                  <a:pt x="236" y="538"/>
                </a:lnTo>
                <a:lnTo>
                  <a:pt x="238" y="529"/>
                </a:lnTo>
                <a:lnTo>
                  <a:pt x="240" y="520"/>
                </a:lnTo>
                <a:lnTo>
                  <a:pt x="241" y="512"/>
                </a:lnTo>
                <a:lnTo>
                  <a:pt x="244" y="503"/>
                </a:lnTo>
                <a:lnTo>
                  <a:pt x="246" y="495"/>
                </a:lnTo>
                <a:lnTo>
                  <a:pt x="248" y="486"/>
                </a:lnTo>
                <a:lnTo>
                  <a:pt x="252" y="478"/>
                </a:lnTo>
                <a:lnTo>
                  <a:pt x="254" y="469"/>
                </a:lnTo>
                <a:lnTo>
                  <a:pt x="257" y="461"/>
                </a:lnTo>
                <a:lnTo>
                  <a:pt x="260" y="452"/>
                </a:lnTo>
                <a:lnTo>
                  <a:pt x="264" y="444"/>
                </a:lnTo>
                <a:lnTo>
                  <a:pt x="268" y="437"/>
                </a:lnTo>
                <a:lnTo>
                  <a:pt x="272" y="429"/>
                </a:lnTo>
                <a:lnTo>
                  <a:pt x="276" y="421"/>
                </a:lnTo>
                <a:lnTo>
                  <a:pt x="280" y="413"/>
                </a:lnTo>
                <a:lnTo>
                  <a:pt x="284" y="406"/>
                </a:lnTo>
                <a:lnTo>
                  <a:pt x="289" y="399"/>
                </a:lnTo>
                <a:lnTo>
                  <a:pt x="294" y="391"/>
                </a:lnTo>
                <a:lnTo>
                  <a:pt x="299" y="384"/>
                </a:lnTo>
                <a:lnTo>
                  <a:pt x="304" y="377"/>
                </a:lnTo>
                <a:lnTo>
                  <a:pt x="309" y="371"/>
                </a:lnTo>
                <a:lnTo>
                  <a:pt x="315" y="363"/>
                </a:lnTo>
                <a:lnTo>
                  <a:pt x="320" y="357"/>
                </a:lnTo>
                <a:lnTo>
                  <a:pt x="326" y="351"/>
                </a:lnTo>
                <a:lnTo>
                  <a:pt x="332" y="344"/>
                </a:lnTo>
                <a:lnTo>
                  <a:pt x="338" y="338"/>
                </a:lnTo>
                <a:lnTo>
                  <a:pt x="344" y="331"/>
                </a:lnTo>
                <a:lnTo>
                  <a:pt x="351" y="326"/>
                </a:lnTo>
                <a:lnTo>
                  <a:pt x="357" y="320"/>
                </a:lnTo>
                <a:lnTo>
                  <a:pt x="364" y="315"/>
                </a:lnTo>
                <a:lnTo>
                  <a:pt x="370" y="309"/>
                </a:lnTo>
                <a:lnTo>
                  <a:pt x="377" y="303"/>
                </a:lnTo>
                <a:lnTo>
                  <a:pt x="384" y="299"/>
                </a:lnTo>
                <a:lnTo>
                  <a:pt x="392" y="294"/>
                </a:lnTo>
                <a:lnTo>
                  <a:pt x="399" y="289"/>
                </a:lnTo>
                <a:lnTo>
                  <a:pt x="406" y="284"/>
                </a:lnTo>
                <a:lnTo>
                  <a:pt x="413" y="280"/>
                </a:lnTo>
                <a:lnTo>
                  <a:pt x="421" y="276"/>
                </a:lnTo>
                <a:lnTo>
                  <a:pt x="429" y="271"/>
                </a:lnTo>
                <a:lnTo>
                  <a:pt x="437" y="267"/>
                </a:lnTo>
                <a:lnTo>
                  <a:pt x="444" y="264"/>
                </a:lnTo>
                <a:lnTo>
                  <a:pt x="452" y="260"/>
                </a:lnTo>
                <a:lnTo>
                  <a:pt x="461" y="257"/>
                </a:lnTo>
                <a:lnTo>
                  <a:pt x="469" y="254"/>
                </a:lnTo>
                <a:lnTo>
                  <a:pt x="477" y="251"/>
                </a:lnTo>
                <a:lnTo>
                  <a:pt x="486" y="248"/>
                </a:lnTo>
                <a:lnTo>
                  <a:pt x="494" y="246"/>
                </a:lnTo>
                <a:lnTo>
                  <a:pt x="503" y="243"/>
                </a:lnTo>
                <a:lnTo>
                  <a:pt x="512" y="241"/>
                </a:lnTo>
                <a:lnTo>
                  <a:pt x="520" y="239"/>
                </a:lnTo>
                <a:lnTo>
                  <a:pt x="529" y="238"/>
                </a:lnTo>
                <a:lnTo>
                  <a:pt x="538" y="236"/>
                </a:lnTo>
                <a:lnTo>
                  <a:pt x="548" y="235"/>
                </a:lnTo>
                <a:lnTo>
                  <a:pt x="556" y="234"/>
                </a:lnTo>
                <a:lnTo>
                  <a:pt x="565" y="233"/>
                </a:lnTo>
                <a:lnTo>
                  <a:pt x="575" y="232"/>
                </a:lnTo>
                <a:lnTo>
                  <a:pt x="584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603" y="232"/>
                </a:lnTo>
                <a:lnTo>
                  <a:pt x="612" y="232"/>
                </a:lnTo>
                <a:lnTo>
                  <a:pt x="621" y="233"/>
                </a:lnTo>
                <a:lnTo>
                  <a:pt x="630" y="234"/>
                </a:lnTo>
                <a:lnTo>
                  <a:pt x="639" y="235"/>
                </a:lnTo>
                <a:lnTo>
                  <a:pt x="649" y="236"/>
                </a:lnTo>
                <a:lnTo>
                  <a:pt x="657" y="238"/>
                </a:lnTo>
                <a:lnTo>
                  <a:pt x="666" y="239"/>
                </a:lnTo>
                <a:lnTo>
                  <a:pt x="675" y="241"/>
                </a:lnTo>
                <a:lnTo>
                  <a:pt x="684" y="243"/>
                </a:lnTo>
                <a:lnTo>
                  <a:pt x="693" y="246"/>
                </a:lnTo>
                <a:lnTo>
                  <a:pt x="701" y="248"/>
                </a:lnTo>
                <a:lnTo>
                  <a:pt x="709" y="251"/>
                </a:lnTo>
                <a:lnTo>
                  <a:pt x="717" y="254"/>
                </a:lnTo>
                <a:lnTo>
                  <a:pt x="726" y="257"/>
                </a:lnTo>
                <a:lnTo>
                  <a:pt x="733" y="260"/>
                </a:lnTo>
                <a:lnTo>
                  <a:pt x="742" y="264"/>
                </a:lnTo>
                <a:lnTo>
                  <a:pt x="750" y="267"/>
                </a:lnTo>
                <a:lnTo>
                  <a:pt x="757" y="271"/>
                </a:lnTo>
                <a:lnTo>
                  <a:pt x="765" y="276"/>
                </a:lnTo>
                <a:lnTo>
                  <a:pt x="773" y="280"/>
                </a:lnTo>
                <a:lnTo>
                  <a:pt x="781" y="284"/>
                </a:lnTo>
                <a:lnTo>
                  <a:pt x="788" y="289"/>
                </a:lnTo>
                <a:lnTo>
                  <a:pt x="795" y="294"/>
                </a:lnTo>
                <a:lnTo>
                  <a:pt x="802" y="299"/>
                </a:lnTo>
                <a:lnTo>
                  <a:pt x="809" y="303"/>
                </a:lnTo>
                <a:lnTo>
                  <a:pt x="817" y="309"/>
                </a:lnTo>
                <a:lnTo>
                  <a:pt x="823" y="315"/>
                </a:lnTo>
                <a:lnTo>
                  <a:pt x="829" y="320"/>
                </a:lnTo>
                <a:lnTo>
                  <a:pt x="836" y="326"/>
                </a:lnTo>
                <a:lnTo>
                  <a:pt x="842" y="331"/>
                </a:lnTo>
                <a:lnTo>
                  <a:pt x="849" y="338"/>
                </a:lnTo>
                <a:lnTo>
                  <a:pt x="855" y="344"/>
                </a:lnTo>
                <a:lnTo>
                  <a:pt x="861" y="351"/>
                </a:lnTo>
                <a:lnTo>
                  <a:pt x="866" y="357"/>
                </a:lnTo>
                <a:lnTo>
                  <a:pt x="872" y="363"/>
                </a:lnTo>
                <a:lnTo>
                  <a:pt x="877" y="371"/>
                </a:lnTo>
                <a:lnTo>
                  <a:pt x="883" y="377"/>
                </a:lnTo>
                <a:lnTo>
                  <a:pt x="888" y="384"/>
                </a:lnTo>
                <a:lnTo>
                  <a:pt x="893" y="391"/>
                </a:lnTo>
                <a:lnTo>
                  <a:pt x="897" y="399"/>
                </a:lnTo>
                <a:lnTo>
                  <a:pt x="902" y="406"/>
                </a:lnTo>
                <a:lnTo>
                  <a:pt x="906" y="413"/>
                </a:lnTo>
                <a:lnTo>
                  <a:pt x="911" y="421"/>
                </a:lnTo>
                <a:lnTo>
                  <a:pt x="915" y="429"/>
                </a:lnTo>
                <a:lnTo>
                  <a:pt x="919" y="437"/>
                </a:lnTo>
                <a:lnTo>
                  <a:pt x="923" y="444"/>
                </a:lnTo>
                <a:lnTo>
                  <a:pt x="926" y="452"/>
                </a:lnTo>
                <a:lnTo>
                  <a:pt x="929" y="461"/>
                </a:lnTo>
                <a:lnTo>
                  <a:pt x="933" y="469"/>
                </a:lnTo>
                <a:lnTo>
                  <a:pt x="936" y="478"/>
                </a:lnTo>
                <a:lnTo>
                  <a:pt x="938" y="486"/>
                </a:lnTo>
                <a:lnTo>
                  <a:pt x="941" y="495"/>
                </a:lnTo>
                <a:lnTo>
                  <a:pt x="943" y="503"/>
                </a:lnTo>
                <a:lnTo>
                  <a:pt x="945" y="512"/>
                </a:lnTo>
                <a:lnTo>
                  <a:pt x="947" y="520"/>
                </a:lnTo>
                <a:lnTo>
                  <a:pt x="949" y="529"/>
                </a:lnTo>
                <a:lnTo>
                  <a:pt x="950" y="538"/>
                </a:lnTo>
                <a:lnTo>
                  <a:pt x="952" y="548"/>
                </a:lnTo>
                <a:lnTo>
                  <a:pt x="953" y="556"/>
                </a:lnTo>
                <a:lnTo>
                  <a:pt x="953" y="565"/>
                </a:lnTo>
                <a:lnTo>
                  <a:pt x="954" y="575"/>
                </a:lnTo>
                <a:lnTo>
                  <a:pt x="954" y="584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603"/>
                </a:lnTo>
                <a:lnTo>
                  <a:pt x="954" y="612"/>
                </a:lnTo>
                <a:lnTo>
                  <a:pt x="953" y="621"/>
                </a:lnTo>
                <a:lnTo>
                  <a:pt x="953" y="630"/>
                </a:lnTo>
                <a:lnTo>
                  <a:pt x="952" y="640"/>
                </a:lnTo>
                <a:lnTo>
                  <a:pt x="950" y="648"/>
                </a:lnTo>
                <a:lnTo>
                  <a:pt x="949" y="657"/>
                </a:lnTo>
                <a:lnTo>
                  <a:pt x="947" y="666"/>
                </a:lnTo>
                <a:lnTo>
                  <a:pt x="945" y="675"/>
                </a:lnTo>
                <a:lnTo>
                  <a:pt x="943" y="684"/>
                </a:lnTo>
                <a:lnTo>
                  <a:pt x="941" y="692"/>
                </a:lnTo>
                <a:lnTo>
                  <a:pt x="938" y="700"/>
                </a:lnTo>
                <a:lnTo>
                  <a:pt x="936" y="709"/>
                </a:lnTo>
                <a:lnTo>
                  <a:pt x="933" y="717"/>
                </a:lnTo>
                <a:lnTo>
                  <a:pt x="929" y="726"/>
                </a:lnTo>
                <a:lnTo>
                  <a:pt x="926" y="734"/>
                </a:lnTo>
                <a:lnTo>
                  <a:pt x="923" y="742"/>
                </a:lnTo>
                <a:lnTo>
                  <a:pt x="919" y="750"/>
                </a:lnTo>
                <a:lnTo>
                  <a:pt x="915" y="758"/>
                </a:lnTo>
                <a:lnTo>
                  <a:pt x="911" y="765"/>
                </a:lnTo>
                <a:lnTo>
                  <a:pt x="906" y="773"/>
                </a:lnTo>
                <a:lnTo>
                  <a:pt x="902" y="780"/>
                </a:lnTo>
                <a:lnTo>
                  <a:pt x="897" y="788"/>
                </a:lnTo>
                <a:lnTo>
                  <a:pt x="893" y="795"/>
                </a:lnTo>
                <a:lnTo>
                  <a:pt x="888" y="802"/>
                </a:lnTo>
                <a:lnTo>
                  <a:pt x="883" y="809"/>
                </a:lnTo>
                <a:lnTo>
                  <a:pt x="877" y="816"/>
                </a:lnTo>
                <a:lnTo>
                  <a:pt x="872" y="823"/>
                </a:lnTo>
                <a:lnTo>
                  <a:pt x="866" y="830"/>
                </a:lnTo>
                <a:lnTo>
                  <a:pt x="861" y="836"/>
                </a:lnTo>
                <a:lnTo>
                  <a:pt x="855" y="843"/>
                </a:lnTo>
                <a:lnTo>
                  <a:pt x="849" y="848"/>
                </a:lnTo>
                <a:lnTo>
                  <a:pt x="841" y="856"/>
                </a:lnTo>
                <a:lnTo>
                  <a:pt x="832" y="864"/>
                </a:lnTo>
                <a:lnTo>
                  <a:pt x="823" y="872"/>
                </a:lnTo>
                <a:lnTo>
                  <a:pt x="814" y="879"/>
                </a:lnTo>
                <a:lnTo>
                  <a:pt x="805" y="886"/>
                </a:lnTo>
                <a:lnTo>
                  <a:pt x="796" y="892"/>
                </a:lnTo>
                <a:lnTo>
                  <a:pt x="786" y="899"/>
                </a:lnTo>
                <a:lnTo>
                  <a:pt x="777" y="904"/>
                </a:lnTo>
                <a:lnTo>
                  <a:pt x="766" y="910"/>
                </a:lnTo>
                <a:lnTo>
                  <a:pt x="756" y="916"/>
                </a:lnTo>
                <a:lnTo>
                  <a:pt x="745" y="921"/>
                </a:lnTo>
                <a:lnTo>
                  <a:pt x="735" y="925"/>
                </a:lnTo>
                <a:lnTo>
                  <a:pt x="725" y="930"/>
                </a:lnTo>
                <a:lnTo>
                  <a:pt x="713" y="934"/>
                </a:lnTo>
                <a:lnTo>
                  <a:pt x="702" y="938"/>
                </a:lnTo>
                <a:lnTo>
                  <a:pt x="691" y="941"/>
                </a:lnTo>
                <a:lnTo>
                  <a:pt x="699" y="952"/>
                </a:lnTo>
                <a:lnTo>
                  <a:pt x="710" y="949"/>
                </a:lnTo>
                <a:lnTo>
                  <a:pt x="721" y="945"/>
                </a:lnTo>
                <a:lnTo>
                  <a:pt x="733" y="941"/>
                </a:lnTo>
                <a:lnTo>
                  <a:pt x="743" y="936"/>
                </a:lnTo>
                <a:lnTo>
                  <a:pt x="754" y="932"/>
                </a:lnTo>
                <a:lnTo>
                  <a:pt x="765" y="927"/>
                </a:lnTo>
                <a:lnTo>
                  <a:pt x="775" y="921"/>
                </a:lnTo>
                <a:lnTo>
                  <a:pt x="785" y="915"/>
                </a:lnTo>
                <a:lnTo>
                  <a:pt x="795" y="909"/>
                </a:lnTo>
                <a:lnTo>
                  <a:pt x="805" y="903"/>
                </a:lnTo>
                <a:lnTo>
                  <a:pt x="814" y="896"/>
                </a:lnTo>
                <a:lnTo>
                  <a:pt x="823" y="888"/>
                </a:lnTo>
                <a:lnTo>
                  <a:pt x="833" y="881"/>
                </a:lnTo>
                <a:lnTo>
                  <a:pt x="841" y="874"/>
                </a:lnTo>
                <a:lnTo>
                  <a:pt x="850" y="866"/>
                </a:lnTo>
                <a:lnTo>
                  <a:pt x="858" y="858"/>
                </a:lnTo>
                <a:lnTo>
                  <a:pt x="865" y="852"/>
                </a:lnTo>
                <a:lnTo>
                  <a:pt x="871" y="845"/>
                </a:lnTo>
                <a:lnTo>
                  <a:pt x="877" y="838"/>
                </a:lnTo>
                <a:lnTo>
                  <a:pt x="882" y="832"/>
                </a:lnTo>
                <a:lnTo>
                  <a:pt x="888" y="824"/>
                </a:lnTo>
                <a:lnTo>
                  <a:pt x="893" y="817"/>
                </a:lnTo>
                <a:lnTo>
                  <a:pt x="898" y="810"/>
                </a:lnTo>
                <a:lnTo>
                  <a:pt x="904" y="803"/>
                </a:lnTo>
                <a:lnTo>
                  <a:pt x="909" y="795"/>
                </a:lnTo>
                <a:lnTo>
                  <a:pt x="913" y="788"/>
                </a:lnTo>
                <a:lnTo>
                  <a:pt x="918" y="780"/>
                </a:lnTo>
                <a:lnTo>
                  <a:pt x="923" y="772"/>
                </a:lnTo>
                <a:lnTo>
                  <a:pt x="927" y="764"/>
                </a:lnTo>
                <a:lnTo>
                  <a:pt x="931" y="756"/>
                </a:lnTo>
                <a:lnTo>
                  <a:pt x="935" y="748"/>
                </a:lnTo>
                <a:lnTo>
                  <a:pt x="938" y="739"/>
                </a:lnTo>
                <a:lnTo>
                  <a:pt x="941" y="731"/>
                </a:lnTo>
                <a:lnTo>
                  <a:pt x="945" y="722"/>
                </a:lnTo>
                <a:lnTo>
                  <a:pt x="948" y="713"/>
                </a:lnTo>
                <a:lnTo>
                  <a:pt x="951" y="704"/>
                </a:lnTo>
                <a:lnTo>
                  <a:pt x="953" y="696"/>
                </a:lnTo>
                <a:lnTo>
                  <a:pt x="956" y="687"/>
                </a:lnTo>
                <a:lnTo>
                  <a:pt x="958" y="678"/>
                </a:lnTo>
                <a:lnTo>
                  <a:pt x="960" y="669"/>
                </a:lnTo>
                <a:lnTo>
                  <a:pt x="961" y="660"/>
                </a:lnTo>
                <a:lnTo>
                  <a:pt x="964" y="650"/>
                </a:lnTo>
                <a:lnTo>
                  <a:pt x="965" y="641"/>
                </a:lnTo>
                <a:lnTo>
                  <a:pt x="965" y="632"/>
                </a:lnTo>
                <a:lnTo>
                  <a:pt x="967" y="622"/>
                </a:lnTo>
                <a:lnTo>
                  <a:pt x="967" y="612"/>
                </a:lnTo>
                <a:lnTo>
                  <a:pt x="968" y="60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84"/>
                </a:lnTo>
                <a:lnTo>
                  <a:pt x="967" y="574"/>
                </a:lnTo>
                <a:lnTo>
                  <a:pt x="967" y="564"/>
                </a:lnTo>
                <a:lnTo>
                  <a:pt x="965" y="555"/>
                </a:lnTo>
                <a:lnTo>
                  <a:pt x="965" y="546"/>
                </a:lnTo>
                <a:lnTo>
                  <a:pt x="964" y="536"/>
                </a:lnTo>
                <a:lnTo>
                  <a:pt x="961" y="527"/>
                </a:lnTo>
                <a:lnTo>
                  <a:pt x="960" y="518"/>
                </a:lnTo>
                <a:lnTo>
                  <a:pt x="958" y="509"/>
                </a:lnTo>
                <a:lnTo>
                  <a:pt x="956" y="500"/>
                </a:lnTo>
                <a:lnTo>
                  <a:pt x="953" y="491"/>
                </a:lnTo>
                <a:lnTo>
                  <a:pt x="951" y="482"/>
                </a:lnTo>
                <a:lnTo>
                  <a:pt x="948" y="473"/>
                </a:lnTo>
                <a:lnTo>
                  <a:pt x="945" y="464"/>
                </a:lnTo>
                <a:lnTo>
                  <a:pt x="941" y="456"/>
                </a:lnTo>
                <a:lnTo>
                  <a:pt x="938" y="448"/>
                </a:lnTo>
                <a:lnTo>
                  <a:pt x="935" y="439"/>
                </a:lnTo>
                <a:lnTo>
                  <a:pt x="931" y="431"/>
                </a:lnTo>
                <a:lnTo>
                  <a:pt x="927" y="423"/>
                </a:lnTo>
                <a:lnTo>
                  <a:pt x="923" y="415"/>
                </a:lnTo>
                <a:lnTo>
                  <a:pt x="918" y="407"/>
                </a:lnTo>
                <a:lnTo>
                  <a:pt x="913" y="399"/>
                </a:lnTo>
                <a:lnTo>
                  <a:pt x="909" y="391"/>
                </a:lnTo>
                <a:lnTo>
                  <a:pt x="904" y="383"/>
                </a:lnTo>
                <a:lnTo>
                  <a:pt x="898" y="376"/>
                </a:lnTo>
                <a:lnTo>
                  <a:pt x="893" y="369"/>
                </a:lnTo>
                <a:lnTo>
                  <a:pt x="888" y="362"/>
                </a:lnTo>
                <a:lnTo>
                  <a:pt x="882" y="355"/>
                </a:lnTo>
                <a:lnTo>
                  <a:pt x="877" y="348"/>
                </a:lnTo>
                <a:lnTo>
                  <a:pt x="871" y="342"/>
                </a:lnTo>
                <a:lnTo>
                  <a:pt x="865" y="335"/>
                </a:lnTo>
                <a:lnTo>
                  <a:pt x="858" y="328"/>
                </a:lnTo>
                <a:lnTo>
                  <a:pt x="852" y="322"/>
                </a:lnTo>
                <a:lnTo>
                  <a:pt x="845" y="316"/>
                </a:lnTo>
                <a:lnTo>
                  <a:pt x="838" y="310"/>
                </a:lnTo>
                <a:lnTo>
                  <a:pt x="832" y="304"/>
                </a:lnTo>
                <a:lnTo>
                  <a:pt x="825" y="299"/>
                </a:lnTo>
                <a:lnTo>
                  <a:pt x="817" y="293"/>
                </a:lnTo>
                <a:lnTo>
                  <a:pt x="810" y="288"/>
                </a:lnTo>
                <a:lnTo>
                  <a:pt x="803" y="283"/>
                </a:lnTo>
                <a:lnTo>
                  <a:pt x="795" y="278"/>
                </a:lnTo>
                <a:lnTo>
                  <a:pt x="787" y="273"/>
                </a:lnTo>
                <a:lnTo>
                  <a:pt x="780" y="268"/>
                </a:lnTo>
                <a:lnTo>
                  <a:pt x="772" y="264"/>
                </a:lnTo>
                <a:lnTo>
                  <a:pt x="764" y="259"/>
                </a:lnTo>
                <a:lnTo>
                  <a:pt x="756" y="255"/>
                </a:lnTo>
                <a:lnTo>
                  <a:pt x="748" y="251"/>
                </a:lnTo>
                <a:lnTo>
                  <a:pt x="739" y="248"/>
                </a:lnTo>
                <a:lnTo>
                  <a:pt x="731" y="245"/>
                </a:lnTo>
                <a:lnTo>
                  <a:pt x="722" y="242"/>
                </a:lnTo>
                <a:lnTo>
                  <a:pt x="713" y="239"/>
                </a:lnTo>
                <a:lnTo>
                  <a:pt x="705" y="235"/>
                </a:lnTo>
                <a:lnTo>
                  <a:pt x="696" y="233"/>
                </a:lnTo>
                <a:lnTo>
                  <a:pt x="687" y="231"/>
                </a:lnTo>
                <a:lnTo>
                  <a:pt x="678" y="228"/>
                </a:lnTo>
                <a:lnTo>
                  <a:pt x="669" y="227"/>
                </a:lnTo>
                <a:lnTo>
                  <a:pt x="660" y="225"/>
                </a:lnTo>
                <a:lnTo>
                  <a:pt x="650" y="223"/>
                </a:lnTo>
                <a:lnTo>
                  <a:pt x="641" y="222"/>
                </a:lnTo>
                <a:lnTo>
                  <a:pt x="632" y="221"/>
                </a:lnTo>
                <a:lnTo>
                  <a:pt x="622" y="220"/>
                </a:lnTo>
                <a:lnTo>
                  <a:pt x="613" y="219"/>
                </a:lnTo>
                <a:lnTo>
                  <a:pt x="60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close/>
                <a:moveTo>
                  <a:pt x="593" y="14"/>
                </a:move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78" y="14"/>
                </a:lnTo>
                <a:lnTo>
                  <a:pt x="564" y="15"/>
                </a:lnTo>
                <a:lnTo>
                  <a:pt x="548" y="15"/>
                </a:lnTo>
                <a:lnTo>
                  <a:pt x="534" y="16"/>
                </a:lnTo>
                <a:lnTo>
                  <a:pt x="520" y="19"/>
                </a:lnTo>
                <a:lnTo>
                  <a:pt x="505" y="20"/>
                </a:lnTo>
                <a:lnTo>
                  <a:pt x="491" y="23"/>
                </a:lnTo>
                <a:lnTo>
                  <a:pt x="476" y="26"/>
                </a:lnTo>
                <a:lnTo>
                  <a:pt x="463" y="28"/>
                </a:lnTo>
                <a:lnTo>
                  <a:pt x="448" y="32"/>
                </a:lnTo>
                <a:lnTo>
                  <a:pt x="435" y="35"/>
                </a:lnTo>
                <a:lnTo>
                  <a:pt x="421" y="40"/>
                </a:lnTo>
                <a:lnTo>
                  <a:pt x="408" y="44"/>
                </a:lnTo>
                <a:lnTo>
                  <a:pt x="394" y="49"/>
                </a:lnTo>
                <a:lnTo>
                  <a:pt x="381" y="54"/>
                </a:lnTo>
                <a:lnTo>
                  <a:pt x="368" y="59"/>
                </a:lnTo>
                <a:lnTo>
                  <a:pt x="355" y="65"/>
                </a:lnTo>
                <a:lnTo>
                  <a:pt x="342" y="71"/>
                </a:lnTo>
                <a:lnTo>
                  <a:pt x="329" y="77"/>
                </a:lnTo>
                <a:lnTo>
                  <a:pt x="317" y="83"/>
                </a:lnTo>
                <a:lnTo>
                  <a:pt x="305" y="91"/>
                </a:lnTo>
                <a:lnTo>
                  <a:pt x="292" y="98"/>
                </a:lnTo>
                <a:lnTo>
                  <a:pt x="281" y="105"/>
                </a:lnTo>
                <a:lnTo>
                  <a:pt x="269" y="113"/>
                </a:lnTo>
                <a:lnTo>
                  <a:pt x="258" y="120"/>
                </a:lnTo>
                <a:lnTo>
                  <a:pt x="247" y="129"/>
                </a:lnTo>
                <a:lnTo>
                  <a:pt x="236" y="137"/>
                </a:lnTo>
                <a:lnTo>
                  <a:pt x="224" y="146"/>
                </a:lnTo>
                <a:lnTo>
                  <a:pt x="214" y="155"/>
                </a:lnTo>
                <a:lnTo>
                  <a:pt x="203" y="164"/>
                </a:lnTo>
                <a:lnTo>
                  <a:pt x="193" y="174"/>
                </a:lnTo>
                <a:lnTo>
                  <a:pt x="183" y="183"/>
                </a:lnTo>
                <a:lnTo>
                  <a:pt x="174" y="194"/>
                </a:lnTo>
                <a:lnTo>
                  <a:pt x="164" y="203"/>
                </a:lnTo>
                <a:lnTo>
                  <a:pt x="155" y="214"/>
                </a:lnTo>
                <a:lnTo>
                  <a:pt x="146" y="224"/>
                </a:lnTo>
                <a:lnTo>
                  <a:pt x="137" y="235"/>
                </a:lnTo>
                <a:lnTo>
                  <a:pt x="129" y="247"/>
                </a:lnTo>
                <a:lnTo>
                  <a:pt x="120" y="258"/>
                </a:lnTo>
                <a:lnTo>
                  <a:pt x="112" y="269"/>
                </a:lnTo>
                <a:lnTo>
                  <a:pt x="105" y="281"/>
                </a:lnTo>
                <a:lnTo>
                  <a:pt x="98" y="292"/>
                </a:lnTo>
                <a:lnTo>
                  <a:pt x="91" y="305"/>
                </a:lnTo>
                <a:lnTo>
                  <a:pt x="83" y="317"/>
                </a:lnTo>
                <a:lnTo>
                  <a:pt x="77" y="330"/>
                </a:lnTo>
                <a:lnTo>
                  <a:pt x="71" y="342"/>
                </a:lnTo>
                <a:lnTo>
                  <a:pt x="65" y="355"/>
                </a:lnTo>
                <a:lnTo>
                  <a:pt x="59" y="367"/>
                </a:lnTo>
                <a:lnTo>
                  <a:pt x="54" y="381"/>
                </a:lnTo>
                <a:lnTo>
                  <a:pt x="49" y="394"/>
                </a:lnTo>
                <a:lnTo>
                  <a:pt x="44" y="408"/>
                </a:lnTo>
                <a:lnTo>
                  <a:pt x="39" y="421"/>
                </a:lnTo>
                <a:lnTo>
                  <a:pt x="35" y="435"/>
                </a:lnTo>
                <a:lnTo>
                  <a:pt x="32" y="448"/>
                </a:lnTo>
                <a:lnTo>
                  <a:pt x="28" y="463"/>
                </a:lnTo>
                <a:lnTo>
                  <a:pt x="25" y="476"/>
                </a:lnTo>
                <a:lnTo>
                  <a:pt x="23" y="491"/>
                </a:lnTo>
                <a:lnTo>
                  <a:pt x="20" y="505"/>
                </a:lnTo>
                <a:lnTo>
                  <a:pt x="18" y="520"/>
                </a:lnTo>
                <a:lnTo>
                  <a:pt x="16" y="534"/>
                </a:lnTo>
                <a:lnTo>
                  <a:pt x="15" y="548"/>
                </a:lnTo>
                <a:lnTo>
                  <a:pt x="15" y="564"/>
                </a:lnTo>
                <a:lnTo>
                  <a:pt x="14" y="578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608"/>
                </a:lnTo>
                <a:lnTo>
                  <a:pt x="15" y="623"/>
                </a:lnTo>
                <a:lnTo>
                  <a:pt x="15" y="638"/>
                </a:lnTo>
                <a:lnTo>
                  <a:pt x="16" y="652"/>
                </a:lnTo>
                <a:lnTo>
                  <a:pt x="18" y="667"/>
                </a:lnTo>
                <a:lnTo>
                  <a:pt x="20" y="682"/>
                </a:lnTo>
                <a:lnTo>
                  <a:pt x="23" y="696"/>
                </a:lnTo>
                <a:lnTo>
                  <a:pt x="25" y="710"/>
                </a:lnTo>
                <a:lnTo>
                  <a:pt x="28" y="724"/>
                </a:lnTo>
                <a:lnTo>
                  <a:pt x="32" y="738"/>
                </a:lnTo>
                <a:lnTo>
                  <a:pt x="35" y="752"/>
                </a:lnTo>
                <a:lnTo>
                  <a:pt x="40" y="765"/>
                </a:lnTo>
                <a:lnTo>
                  <a:pt x="44" y="779"/>
                </a:lnTo>
                <a:lnTo>
                  <a:pt x="49" y="792"/>
                </a:lnTo>
                <a:lnTo>
                  <a:pt x="54" y="806"/>
                </a:lnTo>
                <a:lnTo>
                  <a:pt x="59" y="819"/>
                </a:lnTo>
                <a:lnTo>
                  <a:pt x="65" y="832"/>
                </a:lnTo>
                <a:lnTo>
                  <a:pt x="71" y="844"/>
                </a:lnTo>
                <a:lnTo>
                  <a:pt x="77" y="857"/>
                </a:lnTo>
                <a:lnTo>
                  <a:pt x="83" y="869"/>
                </a:lnTo>
                <a:lnTo>
                  <a:pt x="91" y="882"/>
                </a:lnTo>
                <a:lnTo>
                  <a:pt x="98" y="894"/>
                </a:lnTo>
                <a:lnTo>
                  <a:pt x="105" y="906"/>
                </a:lnTo>
                <a:lnTo>
                  <a:pt x="112" y="917"/>
                </a:lnTo>
                <a:lnTo>
                  <a:pt x="120" y="928"/>
                </a:lnTo>
                <a:lnTo>
                  <a:pt x="129" y="940"/>
                </a:lnTo>
                <a:lnTo>
                  <a:pt x="137" y="951"/>
                </a:lnTo>
                <a:lnTo>
                  <a:pt x="146" y="962"/>
                </a:lnTo>
                <a:lnTo>
                  <a:pt x="155" y="972"/>
                </a:lnTo>
                <a:lnTo>
                  <a:pt x="164" y="983"/>
                </a:lnTo>
                <a:lnTo>
                  <a:pt x="174" y="993"/>
                </a:lnTo>
                <a:lnTo>
                  <a:pt x="183" y="1003"/>
                </a:lnTo>
                <a:lnTo>
                  <a:pt x="193" y="1012"/>
                </a:lnTo>
                <a:lnTo>
                  <a:pt x="203" y="1022"/>
                </a:lnTo>
                <a:lnTo>
                  <a:pt x="214" y="1032"/>
                </a:lnTo>
                <a:lnTo>
                  <a:pt x="224" y="1040"/>
                </a:lnTo>
                <a:lnTo>
                  <a:pt x="236" y="1049"/>
                </a:lnTo>
                <a:lnTo>
                  <a:pt x="247" y="1058"/>
                </a:lnTo>
                <a:lnTo>
                  <a:pt x="258" y="1066"/>
                </a:lnTo>
                <a:lnTo>
                  <a:pt x="269" y="1074"/>
                </a:lnTo>
                <a:lnTo>
                  <a:pt x="281" y="1081"/>
                </a:lnTo>
                <a:lnTo>
                  <a:pt x="292" y="1089"/>
                </a:lnTo>
                <a:lnTo>
                  <a:pt x="305" y="1096"/>
                </a:lnTo>
                <a:lnTo>
                  <a:pt x="317" y="1103"/>
                </a:lnTo>
                <a:lnTo>
                  <a:pt x="329" y="1109"/>
                </a:lnTo>
                <a:lnTo>
                  <a:pt x="342" y="1116"/>
                </a:lnTo>
                <a:lnTo>
                  <a:pt x="355" y="1121"/>
                </a:lnTo>
                <a:lnTo>
                  <a:pt x="368" y="1127"/>
                </a:lnTo>
                <a:lnTo>
                  <a:pt x="381" y="1133"/>
                </a:lnTo>
                <a:lnTo>
                  <a:pt x="394" y="1138"/>
                </a:lnTo>
                <a:lnTo>
                  <a:pt x="408" y="1142"/>
                </a:lnTo>
                <a:lnTo>
                  <a:pt x="421" y="1147"/>
                </a:lnTo>
                <a:lnTo>
                  <a:pt x="435" y="1151"/>
                </a:lnTo>
                <a:lnTo>
                  <a:pt x="448" y="1155"/>
                </a:lnTo>
                <a:lnTo>
                  <a:pt x="463" y="1158"/>
                </a:lnTo>
                <a:lnTo>
                  <a:pt x="476" y="1161"/>
                </a:lnTo>
                <a:lnTo>
                  <a:pt x="491" y="1164"/>
                </a:lnTo>
                <a:lnTo>
                  <a:pt x="505" y="1166"/>
                </a:lnTo>
                <a:lnTo>
                  <a:pt x="520" y="1169"/>
                </a:lnTo>
                <a:lnTo>
                  <a:pt x="534" y="1170"/>
                </a:lnTo>
                <a:lnTo>
                  <a:pt x="548" y="1171"/>
                </a:lnTo>
                <a:lnTo>
                  <a:pt x="564" y="1172"/>
                </a:lnTo>
                <a:lnTo>
                  <a:pt x="578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609" y="1173"/>
                </a:lnTo>
                <a:lnTo>
                  <a:pt x="623" y="1172"/>
                </a:lnTo>
                <a:lnTo>
                  <a:pt x="638" y="1171"/>
                </a:lnTo>
                <a:lnTo>
                  <a:pt x="653" y="1170"/>
                </a:lnTo>
                <a:lnTo>
                  <a:pt x="667" y="1169"/>
                </a:lnTo>
                <a:lnTo>
                  <a:pt x="681" y="1166"/>
                </a:lnTo>
                <a:lnTo>
                  <a:pt x="696" y="1164"/>
                </a:lnTo>
                <a:lnTo>
                  <a:pt x="710" y="1161"/>
                </a:lnTo>
                <a:lnTo>
                  <a:pt x="725" y="1158"/>
                </a:lnTo>
                <a:lnTo>
                  <a:pt x="738" y="1155"/>
                </a:lnTo>
                <a:lnTo>
                  <a:pt x="752" y="1151"/>
                </a:lnTo>
                <a:lnTo>
                  <a:pt x="765" y="1147"/>
                </a:lnTo>
                <a:lnTo>
                  <a:pt x="779" y="1142"/>
                </a:lnTo>
                <a:lnTo>
                  <a:pt x="793" y="1138"/>
                </a:lnTo>
                <a:lnTo>
                  <a:pt x="806" y="1133"/>
                </a:lnTo>
                <a:lnTo>
                  <a:pt x="819" y="1127"/>
                </a:lnTo>
                <a:lnTo>
                  <a:pt x="832" y="1121"/>
                </a:lnTo>
                <a:lnTo>
                  <a:pt x="845" y="1116"/>
                </a:lnTo>
                <a:lnTo>
                  <a:pt x="857" y="1109"/>
                </a:lnTo>
                <a:lnTo>
                  <a:pt x="869" y="1103"/>
                </a:lnTo>
                <a:lnTo>
                  <a:pt x="882" y="1096"/>
                </a:lnTo>
                <a:lnTo>
                  <a:pt x="893" y="1089"/>
                </a:lnTo>
                <a:lnTo>
                  <a:pt x="905" y="1081"/>
                </a:lnTo>
                <a:lnTo>
                  <a:pt x="917" y="1074"/>
                </a:lnTo>
                <a:lnTo>
                  <a:pt x="929" y="1066"/>
                </a:lnTo>
                <a:lnTo>
                  <a:pt x="940" y="1058"/>
                </a:lnTo>
                <a:lnTo>
                  <a:pt x="951" y="1049"/>
                </a:lnTo>
                <a:lnTo>
                  <a:pt x="961" y="1040"/>
                </a:lnTo>
                <a:lnTo>
                  <a:pt x="973" y="1032"/>
                </a:lnTo>
                <a:lnTo>
                  <a:pt x="983" y="1022"/>
                </a:lnTo>
                <a:lnTo>
                  <a:pt x="994" y="1012"/>
                </a:lnTo>
                <a:lnTo>
                  <a:pt x="1003" y="1003"/>
                </a:lnTo>
                <a:lnTo>
                  <a:pt x="1013" y="993"/>
                </a:lnTo>
                <a:lnTo>
                  <a:pt x="1022" y="983"/>
                </a:lnTo>
                <a:lnTo>
                  <a:pt x="1032" y="972"/>
                </a:lnTo>
                <a:lnTo>
                  <a:pt x="1041" y="962"/>
                </a:lnTo>
                <a:lnTo>
                  <a:pt x="1050" y="951"/>
                </a:lnTo>
                <a:lnTo>
                  <a:pt x="1058" y="940"/>
                </a:lnTo>
                <a:lnTo>
                  <a:pt x="1066" y="928"/>
                </a:lnTo>
                <a:lnTo>
                  <a:pt x="1074" y="917"/>
                </a:lnTo>
                <a:lnTo>
                  <a:pt x="1082" y="906"/>
                </a:lnTo>
                <a:lnTo>
                  <a:pt x="1089" y="894"/>
                </a:lnTo>
                <a:lnTo>
                  <a:pt x="1096" y="882"/>
                </a:lnTo>
                <a:lnTo>
                  <a:pt x="1103" y="869"/>
                </a:lnTo>
                <a:lnTo>
                  <a:pt x="1110" y="857"/>
                </a:lnTo>
                <a:lnTo>
                  <a:pt x="1116" y="844"/>
                </a:lnTo>
                <a:lnTo>
                  <a:pt x="1122" y="832"/>
                </a:lnTo>
                <a:lnTo>
                  <a:pt x="1127" y="819"/>
                </a:lnTo>
                <a:lnTo>
                  <a:pt x="1133" y="806"/>
                </a:lnTo>
                <a:lnTo>
                  <a:pt x="1138" y="792"/>
                </a:lnTo>
                <a:lnTo>
                  <a:pt x="1142" y="779"/>
                </a:lnTo>
                <a:lnTo>
                  <a:pt x="1147" y="765"/>
                </a:lnTo>
                <a:lnTo>
                  <a:pt x="1151" y="752"/>
                </a:lnTo>
                <a:lnTo>
                  <a:pt x="1154" y="738"/>
                </a:lnTo>
                <a:lnTo>
                  <a:pt x="1158" y="724"/>
                </a:lnTo>
                <a:lnTo>
                  <a:pt x="1162" y="710"/>
                </a:lnTo>
                <a:lnTo>
                  <a:pt x="1164" y="696"/>
                </a:lnTo>
                <a:lnTo>
                  <a:pt x="1166" y="682"/>
                </a:lnTo>
                <a:lnTo>
                  <a:pt x="1168" y="667"/>
                </a:lnTo>
                <a:lnTo>
                  <a:pt x="1170" y="652"/>
                </a:lnTo>
                <a:lnTo>
                  <a:pt x="1171" y="638"/>
                </a:lnTo>
                <a:lnTo>
                  <a:pt x="1172" y="623"/>
                </a:lnTo>
                <a:lnTo>
                  <a:pt x="1173" y="608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78"/>
                </a:lnTo>
                <a:lnTo>
                  <a:pt x="1172" y="564"/>
                </a:lnTo>
                <a:lnTo>
                  <a:pt x="1171" y="548"/>
                </a:lnTo>
                <a:lnTo>
                  <a:pt x="1170" y="534"/>
                </a:lnTo>
                <a:lnTo>
                  <a:pt x="1168" y="520"/>
                </a:lnTo>
                <a:lnTo>
                  <a:pt x="1166" y="505"/>
                </a:lnTo>
                <a:lnTo>
                  <a:pt x="1164" y="491"/>
                </a:lnTo>
                <a:lnTo>
                  <a:pt x="1162" y="476"/>
                </a:lnTo>
                <a:lnTo>
                  <a:pt x="1158" y="463"/>
                </a:lnTo>
                <a:lnTo>
                  <a:pt x="1154" y="448"/>
                </a:lnTo>
                <a:lnTo>
                  <a:pt x="1151" y="435"/>
                </a:lnTo>
                <a:lnTo>
                  <a:pt x="1147" y="421"/>
                </a:lnTo>
                <a:lnTo>
                  <a:pt x="1142" y="408"/>
                </a:lnTo>
                <a:lnTo>
                  <a:pt x="1138" y="394"/>
                </a:lnTo>
                <a:lnTo>
                  <a:pt x="1133" y="381"/>
                </a:lnTo>
                <a:lnTo>
                  <a:pt x="1127" y="367"/>
                </a:lnTo>
                <a:lnTo>
                  <a:pt x="1122" y="355"/>
                </a:lnTo>
                <a:lnTo>
                  <a:pt x="1116" y="342"/>
                </a:lnTo>
                <a:lnTo>
                  <a:pt x="1110" y="330"/>
                </a:lnTo>
                <a:lnTo>
                  <a:pt x="1103" y="317"/>
                </a:lnTo>
                <a:lnTo>
                  <a:pt x="1096" y="305"/>
                </a:lnTo>
                <a:lnTo>
                  <a:pt x="1089" y="292"/>
                </a:lnTo>
                <a:lnTo>
                  <a:pt x="1082" y="281"/>
                </a:lnTo>
                <a:lnTo>
                  <a:pt x="1074" y="269"/>
                </a:lnTo>
                <a:lnTo>
                  <a:pt x="1066" y="258"/>
                </a:lnTo>
                <a:lnTo>
                  <a:pt x="1058" y="247"/>
                </a:lnTo>
                <a:lnTo>
                  <a:pt x="1050" y="235"/>
                </a:lnTo>
                <a:lnTo>
                  <a:pt x="1041" y="224"/>
                </a:lnTo>
                <a:lnTo>
                  <a:pt x="1032" y="214"/>
                </a:lnTo>
                <a:lnTo>
                  <a:pt x="1022" y="203"/>
                </a:lnTo>
                <a:lnTo>
                  <a:pt x="1013" y="194"/>
                </a:lnTo>
                <a:lnTo>
                  <a:pt x="1003" y="183"/>
                </a:lnTo>
                <a:lnTo>
                  <a:pt x="994" y="174"/>
                </a:lnTo>
                <a:lnTo>
                  <a:pt x="983" y="164"/>
                </a:lnTo>
                <a:lnTo>
                  <a:pt x="973" y="155"/>
                </a:lnTo>
                <a:lnTo>
                  <a:pt x="961" y="146"/>
                </a:lnTo>
                <a:lnTo>
                  <a:pt x="951" y="137"/>
                </a:lnTo>
                <a:lnTo>
                  <a:pt x="940" y="129"/>
                </a:lnTo>
                <a:lnTo>
                  <a:pt x="929" y="120"/>
                </a:lnTo>
                <a:lnTo>
                  <a:pt x="917" y="113"/>
                </a:lnTo>
                <a:lnTo>
                  <a:pt x="905" y="105"/>
                </a:lnTo>
                <a:lnTo>
                  <a:pt x="893" y="98"/>
                </a:lnTo>
                <a:lnTo>
                  <a:pt x="882" y="91"/>
                </a:lnTo>
                <a:lnTo>
                  <a:pt x="869" y="83"/>
                </a:lnTo>
                <a:lnTo>
                  <a:pt x="857" y="77"/>
                </a:lnTo>
                <a:lnTo>
                  <a:pt x="845" y="71"/>
                </a:lnTo>
                <a:lnTo>
                  <a:pt x="832" y="65"/>
                </a:lnTo>
                <a:lnTo>
                  <a:pt x="819" y="59"/>
                </a:lnTo>
                <a:lnTo>
                  <a:pt x="806" y="54"/>
                </a:lnTo>
                <a:lnTo>
                  <a:pt x="793" y="49"/>
                </a:lnTo>
                <a:lnTo>
                  <a:pt x="779" y="44"/>
                </a:lnTo>
                <a:lnTo>
                  <a:pt x="765" y="40"/>
                </a:lnTo>
                <a:lnTo>
                  <a:pt x="752" y="35"/>
                </a:lnTo>
                <a:lnTo>
                  <a:pt x="738" y="32"/>
                </a:lnTo>
                <a:lnTo>
                  <a:pt x="725" y="28"/>
                </a:lnTo>
                <a:lnTo>
                  <a:pt x="710" y="26"/>
                </a:lnTo>
                <a:lnTo>
                  <a:pt x="696" y="23"/>
                </a:lnTo>
                <a:lnTo>
                  <a:pt x="681" y="20"/>
                </a:lnTo>
                <a:lnTo>
                  <a:pt x="667" y="19"/>
                </a:lnTo>
                <a:lnTo>
                  <a:pt x="653" y="16"/>
                </a:lnTo>
                <a:lnTo>
                  <a:pt x="638" y="15"/>
                </a:lnTo>
                <a:lnTo>
                  <a:pt x="623" y="15"/>
                </a:lnTo>
                <a:lnTo>
                  <a:pt x="609" y="14"/>
                </a:lnTo>
                <a:lnTo>
                  <a:pt x="593" y="1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88" name="íŝ1íḑe">
            <a:extLst>
              <a:ext uri="{FF2B5EF4-FFF2-40B4-BE49-F238E27FC236}">
                <a16:creationId xmlns:a16="http://schemas.microsoft.com/office/drawing/2014/main" id="{0DE699D5-A5B8-41A7-AB2A-6DA417AE1965}"/>
              </a:ext>
            </a:extLst>
          </p:cNvPr>
          <p:cNvSpPr>
            <a:spLocks noGrp="1"/>
          </p:cNvSpPr>
          <p:nvPr/>
        </p:nvSpPr>
        <p:spPr>
          <a:xfrm>
            <a:off x="858960" y="652320"/>
            <a:ext cx="118800" cy="84960"/>
          </a:xfrm>
          <a:custGeom>
            <a:avLst/>
            <a:gdLst>
              <a:gd name="textAreaLeft" fmla="*/ 0 w 118800"/>
              <a:gd name="textAreaRight" fmla="*/ 119160 w 118800"/>
              <a:gd name="textAreaTop" fmla="*/ 0 h 84960"/>
              <a:gd name="textAreaBottom" fmla="*/ 85320 h 84960"/>
              <a:gd name="GluePoint1X" fmla="*/ 121 w 273"/>
              <a:gd name="GluePoint1Y" fmla="*/ 190 h 195"/>
              <a:gd name="GluePoint2X" fmla="*/ 157 w 273"/>
              <a:gd name="GluePoint2Y" fmla="*/ 186 h 195"/>
              <a:gd name="GluePoint3X" fmla="*/ 184 w 273"/>
              <a:gd name="GluePoint3Y" fmla="*/ 151 h 195"/>
              <a:gd name="GluePoint4X" fmla="*/ 206 w 273"/>
              <a:gd name="GluePoint4Y" fmla="*/ 133 h 195"/>
              <a:gd name="GluePoint5X" fmla="*/ 247 w 273"/>
              <a:gd name="GluePoint5Y" fmla="*/ 119 h 195"/>
              <a:gd name="GluePoint6X" fmla="*/ 273 w 273"/>
              <a:gd name="GluePoint6Y" fmla="*/ 102 h 195"/>
              <a:gd name="GluePoint7X" fmla="*/ 245 w 273"/>
              <a:gd name="GluePoint7Y" fmla="*/ 71 h 195"/>
              <a:gd name="GluePoint8X" fmla="*/ 216 w 273"/>
              <a:gd name="GluePoint8Y" fmla="*/ 35 h 195"/>
              <a:gd name="GluePoint9X" fmla="*/ 207 w 273"/>
              <a:gd name="GluePoint9Y" fmla="*/ 1 h 195"/>
              <a:gd name="GluePoint10X" fmla="*/ 172 w 273"/>
              <a:gd name="GluePoint10Y" fmla="*/ 9 h 195"/>
              <a:gd name="GluePoint11X" fmla="*/ 129 w 273"/>
              <a:gd name="GluePoint11Y" fmla="*/ 24 h 195"/>
              <a:gd name="GluePoint12X" fmla="*/ 76 w 273"/>
              <a:gd name="GluePoint12Y" fmla="*/ 2 h 195"/>
              <a:gd name="GluePoint13X" fmla="*/ 62 w 273"/>
              <a:gd name="GluePoint13Y" fmla="*/ 6 h 195"/>
              <a:gd name="GluePoint14X" fmla="*/ 49 w 273"/>
              <a:gd name="GluePoint14Y" fmla="*/ 57 h 195"/>
              <a:gd name="GluePoint15X" fmla="*/ 15 w 273"/>
              <a:gd name="GluePoint15Y" fmla="*/ 89 h 195"/>
              <a:gd name="GluePoint16X" fmla="*/ 1 w 273"/>
              <a:gd name="GluePoint16Y" fmla="*/ 108 h 195"/>
              <a:gd name="GluePoint17X" fmla="*/ 46 w 273"/>
              <a:gd name="GluePoint17Y" fmla="*/ 132 h 195"/>
              <a:gd name="GluePoint18X" fmla="*/ 76 w 273"/>
              <a:gd name="GluePoint18Y" fmla="*/ 132 h 195"/>
              <a:gd name="GluePoint19X" fmla="*/ 130 w 273"/>
              <a:gd name="GluePoint19Y" fmla="*/ 100 h 195"/>
              <a:gd name="GluePoint20X" fmla="*/ 110 w 273"/>
              <a:gd name="GluePoint20Y" fmla="*/ 80 h 195"/>
              <a:gd name="GluePoint21X" fmla="*/ 105 w 273"/>
              <a:gd name="GluePoint21Y" fmla="*/ 85 h 195"/>
              <a:gd name="GluePoint22X" fmla="*/ 69 w 273"/>
              <a:gd name="GluePoint22Y" fmla="*/ 56 h 195"/>
              <a:gd name="GluePoint23X" fmla="*/ 73 w 273"/>
              <a:gd name="GluePoint23Y" fmla="*/ 13 h 195"/>
              <a:gd name="GluePoint24X" fmla="*/ 119 w 273"/>
              <a:gd name="GluePoint24Y" fmla="*/ 31 h 195"/>
              <a:gd name="GluePoint25X" fmla="*/ 154 w 273"/>
              <a:gd name="GluePoint25Y" fmla="*/ 31 h 195"/>
              <a:gd name="GluePoint26X" fmla="*/ 199 w 273"/>
              <a:gd name="GluePoint26Y" fmla="*/ 13 h 195"/>
              <a:gd name="GluePoint27X" fmla="*/ 205 w 273"/>
              <a:gd name="GluePoint27Y" fmla="*/ 56 h 195"/>
              <a:gd name="GluePoint28X" fmla="*/ 168 w 273"/>
              <a:gd name="GluePoint28Y" fmla="*/ 85 h 195"/>
              <a:gd name="GluePoint29X" fmla="*/ 163 w 273"/>
              <a:gd name="GluePoint29Y" fmla="*/ 80 h 195"/>
              <a:gd name="GluePoint30X" fmla="*/ 142 w 273"/>
              <a:gd name="GluePoint30Y" fmla="*/ 100 h 195"/>
              <a:gd name="GluePoint31X" fmla="*/ 145 w 273"/>
              <a:gd name="GluePoint31Y" fmla="*/ 54 h 195"/>
              <a:gd name="GluePoint32X" fmla="*/ 130 w 273"/>
              <a:gd name="GluePoint32Y" fmla="*/ 61 h 195"/>
              <a:gd name="GluePoint33X" fmla="*/ 137 w 273"/>
              <a:gd name="GluePoint33Y" fmla="*/ 45 h 195"/>
              <a:gd name="GluePoint34X" fmla="*/ 113 w 273"/>
              <a:gd name="GluePoint34Y" fmla="*/ 164 h 195"/>
              <a:gd name="GluePoint35X" fmla="*/ 141 w 273"/>
              <a:gd name="GluePoint35Y" fmla="*/ 173 h 195"/>
              <a:gd name="GluePoint36X" fmla="*/ 151 w 273"/>
              <a:gd name="GluePoint36Y" fmla="*/ 177 h 195"/>
              <a:gd name="GluePoint37X" fmla="*/ 121 w 273"/>
              <a:gd name="GluePoint37Y" fmla="*/ 150 h 195"/>
              <a:gd name="GluePoint38X" fmla="*/ 89 w 273"/>
              <a:gd name="GluePoint38Y" fmla="*/ 134 h 195"/>
              <a:gd name="GluePoint39X" fmla="*/ 95 w 273"/>
              <a:gd name="GluePoint39Y" fmla="*/ 108 h 195"/>
              <a:gd name="GluePoint40X" fmla="*/ 133 w 273"/>
              <a:gd name="GluePoint40Y" fmla="*/ 115 h 195"/>
              <a:gd name="GluePoint41X" fmla="*/ 157 w 273"/>
              <a:gd name="GluePoint41Y" fmla="*/ 105 h 195"/>
              <a:gd name="GluePoint42X" fmla="*/ 183 w 273"/>
              <a:gd name="GluePoint42Y" fmla="*/ 114 h 195"/>
              <a:gd name="GluePoint43X" fmla="*/ 177 w 273"/>
              <a:gd name="GluePoint43Y" fmla="*/ 142 h 195"/>
              <a:gd name="GluePoint44X" fmla="*/ 137 w 273"/>
              <a:gd name="GluePoint44Y" fmla="*/ 164 h 195"/>
              <a:gd name="GluePoint45X" fmla="*/ 178 w 273"/>
              <a:gd name="GluePoint45Y" fmla="*/ 63 h 195"/>
              <a:gd name="GluePoint46X" fmla="*/ 161 w 273"/>
              <a:gd name="GluePoint46Y" fmla="*/ 63 h 195"/>
              <a:gd name="GluePoint47X" fmla="*/ 175 w 273"/>
              <a:gd name="GluePoint47Y" fmla="*/ 96 h 195"/>
              <a:gd name="GluePoint48X" fmla="*/ 202 w 273"/>
              <a:gd name="GluePoint48Y" fmla="*/ 68 h 195"/>
              <a:gd name="GluePoint49X" fmla="*/ 236 w 273"/>
              <a:gd name="GluePoint49Y" fmla="*/ 76 h 195"/>
              <a:gd name="GluePoint50X" fmla="*/ 246 w 273"/>
              <a:gd name="GluePoint50Y" fmla="*/ 107 h 195"/>
              <a:gd name="GluePoint51X" fmla="*/ 201 w 273"/>
              <a:gd name="GluePoint51Y" fmla="*/ 120 h 195"/>
              <a:gd name="GluePoint52X" fmla="*/ 178 w 273"/>
              <a:gd name="GluePoint52Y" fmla="*/ 96 h 195"/>
              <a:gd name="GluePoint53X" fmla="*/ 113 w 273"/>
              <a:gd name="GluePoint53Y" fmla="*/ 62 h 195"/>
              <a:gd name="GluePoint54X" fmla="*/ 97 w 273"/>
              <a:gd name="GluePoint54Y" fmla="*/ 65 h 195"/>
              <a:gd name="GluePoint55X" fmla="*/ 104 w 273"/>
              <a:gd name="GluePoint55Y" fmla="*/ 51 h 195"/>
              <a:gd name="GluePoint56X" fmla="*/ 75 w 273"/>
              <a:gd name="GluePoint56Y" fmla="*/ 120 h 195"/>
              <a:gd name="GluePoint57X" fmla="*/ 34 w 273"/>
              <a:gd name="GluePoint57Y" fmla="*/ 110 h 195"/>
              <a:gd name="GluePoint58X" fmla="*/ 34 w 273"/>
              <a:gd name="GluePoint58Y" fmla="*/ 80 h 195"/>
              <a:gd name="GluePoint59X" fmla="*/ 65 w 273"/>
              <a:gd name="GluePoint59Y" fmla="*/ 67 h 195"/>
              <a:gd name="GluePoint60X" fmla="*/ 96 w 273"/>
              <a:gd name="GluePoint60Y" fmla="*/ 93 h 195"/>
            </a:gdLst>
            <a:ahLst/>
            <a:cxnLst/>
            <a:rect l="textAreaLeft" t="textAreaTop" r="textAreaRight" b="textAreaBottom"/>
            <a:pathLst>
              <a:path w="273" h="195">
                <a:moveTo>
                  <a:pt x="97" y="154"/>
                </a:moveTo>
                <a:lnTo>
                  <a:pt x="98" y="158"/>
                </a:lnTo>
                <a:lnTo>
                  <a:pt x="100" y="162"/>
                </a:lnTo>
                <a:lnTo>
                  <a:pt x="101" y="166"/>
                </a:lnTo>
                <a:lnTo>
                  <a:pt x="103" y="170"/>
                </a:lnTo>
                <a:lnTo>
                  <a:pt x="105" y="174"/>
                </a:lnTo>
                <a:lnTo>
                  <a:pt x="108" y="177"/>
                </a:lnTo>
                <a:lnTo>
                  <a:pt x="111" y="181"/>
                </a:lnTo>
                <a:lnTo>
                  <a:pt x="113" y="184"/>
                </a:lnTo>
                <a:lnTo>
                  <a:pt x="116" y="186"/>
                </a:lnTo>
                <a:lnTo>
                  <a:pt x="119" y="188"/>
                </a:lnTo>
                <a:lnTo>
                  <a:pt x="121" y="190"/>
                </a:lnTo>
                <a:lnTo>
                  <a:pt x="124" y="191"/>
                </a:lnTo>
                <a:lnTo>
                  <a:pt x="126" y="192"/>
                </a:lnTo>
                <a:lnTo>
                  <a:pt x="130" y="193"/>
                </a:lnTo>
                <a:lnTo>
                  <a:pt x="133" y="194"/>
                </a:lnTo>
                <a:lnTo>
                  <a:pt x="137" y="195"/>
                </a:lnTo>
                <a:lnTo>
                  <a:pt x="140" y="194"/>
                </a:lnTo>
                <a:lnTo>
                  <a:pt x="143" y="193"/>
                </a:lnTo>
                <a:lnTo>
                  <a:pt x="146" y="192"/>
                </a:lnTo>
                <a:lnTo>
                  <a:pt x="149" y="191"/>
                </a:lnTo>
                <a:lnTo>
                  <a:pt x="152" y="190"/>
                </a:lnTo>
                <a:lnTo>
                  <a:pt x="154" y="188"/>
                </a:lnTo>
                <a:lnTo>
                  <a:pt x="157" y="186"/>
                </a:lnTo>
                <a:lnTo>
                  <a:pt x="159" y="184"/>
                </a:lnTo>
                <a:lnTo>
                  <a:pt x="162" y="181"/>
                </a:lnTo>
                <a:lnTo>
                  <a:pt x="165" y="177"/>
                </a:lnTo>
                <a:lnTo>
                  <a:pt x="167" y="174"/>
                </a:lnTo>
                <a:lnTo>
                  <a:pt x="170" y="170"/>
                </a:lnTo>
                <a:lnTo>
                  <a:pt x="171" y="166"/>
                </a:lnTo>
                <a:lnTo>
                  <a:pt x="174" y="162"/>
                </a:lnTo>
                <a:lnTo>
                  <a:pt x="175" y="158"/>
                </a:lnTo>
                <a:lnTo>
                  <a:pt x="177" y="154"/>
                </a:lnTo>
                <a:lnTo>
                  <a:pt x="177" y="154"/>
                </a:lnTo>
                <a:lnTo>
                  <a:pt x="180" y="152"/>
                </a:lnTo>
                <a:lnTo>
                  <a:pt x="184" y="151"/>
                </a:lnTo>
                <a:lnTo>
                  <a:pt x="186" y="149"/>
                </a:lnTo>
                <a:lnTo>
                  <a:pt x="190" y="147"/>
                </a:lnTo>
                <a:lnTo>
                  <a:pt x="192" y="144"/>
                </a:lnTo>
                <a:lnTo>
                  <a:pt x="194" y="140"/>
                </a:lnTo>
                <a:lnTo>
                  <a:pt x="196" y="136"/>
                </a:lnTo>
                <a:lnTo>
                  <a:pt x="197" y="132"/>
                </a:lnTo>
                <a:lnTo>
                  <a:pt x="197" y="132"/>
                </a:lnTo>
                <a:lnTo>
                  <a:pt x="198" y="131"/>
                </a:lnTo>
                <a:lnTo>
                  <a:pt x="198" y="132"/>
                </a:lnTo>
                <a:lnTo>
                  <a:pt x="198" y="132"/>
                </a:lnTo>
                <a:lnTo>
                  <a:pt x="202" y="132"/>
                </a:lnTo>
                <a:lnTo>
                  <a:pt x="206" y="133"/>
                </a:lnTo>
                <a:lnTo>
                  <a:pt x="210" y="134"/>
                </a:lnTo>
                <a:lnTo>
                  <a:pt x="215" y="134"/>
                </a:lnTo>
                <a:lnTo>
                  <a:pt x="219" y="133"/>
                </a:lnTo>
                <a:lnTo>
                  <a:pt x="222" y="132"/>
                </a:lnTo>
                <a:lnTo>
                  <a:pt x="225" y="132"/>
                </a:lnTo>
                <a:lnTo>
                  <a:pt x="227" y="132"/>
                </a:lnTo>
                <a:lnTo>
                  <a:pt x="229" y="131"/>
                </a:lnTo>
                <a:lnTo>
                  <a:pt x="231" y="129"/>
                </a:lnTo>
                <a:lnTo>
                  <a:pt x="233" y="128"/>
                </a:lnTo>
                <a:lnTo>
                  <a:pt x="237" y="124"/>
                </a:lnTo>
                <a:lnTo>
                  <a:pt x="242" y="121"/>
                </a:lnTo>
                <a:lnTo>
                  <a:pt x="247" y="119"/>
                </a:lnTo>
                <a:lnTo>
                  <a:pt x="254" y="116"/>
                </a:lnTo>
                <a:lnTo>
                  <a:pt x="260" y="113"/>
                </a:lnTo>
                <a:lnTo>
                  <a:pt x="266" y="111"/>
                </a:lnTo>
                <a:lnTo>
                  <a:pt x="268" y="110"/>
                </a:lnTo>
                <a:lnTo>
                  <a:pt x="270" y="109"/>
                </a:lnTo>
                <a:lnTo>
                  <a:pt x="271" y="108"/>
                </a:lnTo>
                <a:lnTo>
                  <a:pt x="272" y="107"/>
                </a:lnTo>
                <a:lnTo>
                  <a:pt x="273" y="106"/>
                </a:lnTo>
                <a:lnTo>
                  <a:pt x="273" y="105"/>
                </a:lnTo>
                <a:lnTo>
                  <a:pt x="273" y="104"/>
                </a:lnTo>
                <a:lnTo>
                  <a:pt x="273" y="104"/>
                </a:lnTo>
                <a:lnTo>
                  <a:pt x="273" y="102"/>
                </a:lnTo>
                <a:lnTo>
                  <a:pt x="272" y="101"/>
                </a:lnTo>
                <a:lnTo>
                  <a:pt x="271" y="100"/>
                </a:lnTo>
                <a:lnTo>
                  <a:pt x="270" y="99"/>
                </a:lnTo>
                <a:lnTo>
                  <a:pt x="266" y="96"/>
                </a:lnTo>
                <a:lnTo>
                  <a:pt x="261" y="91"/>
                </a:lnTo>
                <a:lnTo>
                  <a:pt x="258" y="89"/>
                </a:lnTo>
                <a:lnTo>
                  <a:pt x="255" y="86"/>
                </a:lnTo>
                <a:lnTo>
                  <a:pt x="253" y="83"/>
                </a:lnTo>
                <a:lnTo>
                  <a:pt x="251" y="79"/>
                </a:lnTo>
                <a:lnTo>
                  <a:pt x="249" y="76"/>
                </a:lnTo>
                <a:lnTo>
                  <a:pt x="247" y="74"/>
                </a:lnTo>
                <a:lnTo>
                  <a:pt x="245" y="71"/>
                </a:lnTo>
                <a:lnTo>
                  <a:pt x="242" y="67"/>
                </a:lnTo>
                <a:lnTo>
                  <a:pt x="238" y="65"/>
                </a:lnTo>
                <a:lnTo>
                  <a:pt x="234" y="62"/>
                </a:lnTo>
                <a:lnTo>
                  <a:pt x="230" y="59"/>
                </a:lnTo>
                <a:lnTo>
                  <a:pt x="227" y="58"/>
                </a:lnTo>
                <a:lnTo>
                  <a:pt x="224" y="57"/>
                </a:lnTo>
                <a:lnTo>
                  <a:pt x="220" y="56"/>
                </a:lnTo>
                <a:lnTo>
                  <a:pt x="220" y="54"/>
                </a:lnTo>
                <a:lnTo>
                  <a:pt x="220" y="50"/>
                </a:lnTo>
                <a:lnTo>
                  <a:pt x="219" y="46"/>
                </a:lnTo>
                <a:lnTo>
                  <a:pt x="219" y="43"/>
                </a:lnTo>
                <a:lnTo>
                  <a:pt x="216" y="35"/>
                </a:lnTo>
                <a:lnTo>
                  <a:pt x="214" y="27"/>
                </a:lnTo>
                <a:lnTo>
                  <a:pt x="212" y="23"/>
                </a:lnTo>
                <a:lnTo>
                  <a:pt x="211" y="19"/>
                </a:lnTo>
                <a:lnTo>
                  <a:pt x="210" y="13"/>
                </a:lnTo>
                <a:lnTo>
                  <a:pt x="210" y="8"/>
                </a:lnTo>
                <a:lnTo>
                  <a:pt x="210" y="6"/>
                </a:lnTo>
                <a:lnTo>
                  <a:pt x="210" y="4"/>
                </a:lnTo>
                <a:lnTo>
                  <a:pt x="210" y="3"/>
                </a:lnTo>
                <a:lnTo>
                  <a:pt x="210" y="3"/>
                </a:lnTo>
                <a:lnTo>
                  <a:pt x="210" y="2"/>
                </a:lnTo>
                <a:lnTo>
                  <a:pt x="209" y="2"/>
                </a:lnTo>
                <a:lnTo>
                  <a:pt x="207" y="1"/>
                </a:lnTo>
                <a:lnTo>
                  <a:pt x="205" y="0"/>
                </a:lnTo>
                <a:lnTo>
                  <a:pt x="203" y="0"/>
                </a:lnTo>
                <a:lnTo>
                  <a:pt x="202" y="0"/>
                </a:lnTo>
                <a:lnTo>
                  <a:pt x="201" y="0"/>
                </a:lnTo>
                <a:lnTo>
                  <a:pt x="200" y="1"/>
                </a:lnTo>
                <a:lnTo>
                  <a:pt x="197" y="2"/>
                </a:lnTo>
                <a:lnTo>
                  <a:pt x="194" y="3"/>
                </a:lnTo>
                <a:lnTo>
                  <a:pt x="190" y="5"/>
                </a:lnTo>
                <a:lnTo>
                  <a:pt x="186" y="6"/>
                </a:lnTo>
                <a:lnTo>
                  <a:pt x="182" y="7"/>
                </a:lnTo>
                <a:lnTo>
                  <a:pt x="177" y="7"/>
                </a:lnTo>
                <a:lnTo>
                  <a:pt x="172" y="9"/>
                </a:lnTo>
                <a:lnTo>
                  <a:pt x="169" y="11"/>
                </a:lnTo>
                <a:lnTo>
                  <a:pt x="164" y="12"/>
                </a:lnTo>
                <a:lnTo>
                  <a:pt x="160" y="15"/>
                </a:lnTo>
                <a:lnTo>
                  <a:pt x="156" y="17"/>
                </a:lnTo>
                <a:lnTo>
                  <a:pt x="152" y="19"/>
                </a:lnTo>
                <a:lnTo>
                  <a:pt x="145" y="24"/>
                </a:lnTo>
                <a:lnTo>
                  <a:pt x="137" y="30"/>
                </a:lnTo>
                <a:lnTo>
                  <a:pt x="137" y="30"/>
                </a:lnTo>
                <a:lnTo>
                  <a:pt x="137" y="30"/>
                </a:lnTo>
                <a:lnTo>
                  <a:pt x="136" y="30"/>
                </a:lnTo>
                <a:lnTo>
                  <a:pt x="136" y="30"/>
                </a:lnTo>
                <a:lnTo>
                  <a:pt x="129" y="24"/>
                </a:lnTo>
                <a:lnTo>
                  <a:pt x="121" y="19"/>
                </a:lnTo>
                <a:lnTo>
                  <a:pt x="117" y="17"/>
                </a:lnTo>
                <a:lnTo>
                  <a:pt x="113" y="15"/>
                </a:lnTo>
                <a:lnTo>
                  <a:pt x="109" y="12"/>
                </a:lnTo>
                <a:lnTo>
                  <a:pt x="105" y="11"/>
                </a:lnTo>
                <a:lnTo>
                  <a:pt x="101" y="9"/>
                </a:lnTo>
                <a:lnTo>
                  <a:pt x="96" y="7"/>
                </a:lnTo>
                <a:lnTo>
                  <a:pt x="91" y="7"/>
                </a:lnTo>
                <a:lnTo>
                  <a:pt x="87" y="6"/>
                </a:lnTo>
                <a:lnTo>
                  <a:pt x="83" y="5"/>
                </a:lnTo>
                <a:lnTo>
                  <a:pt x="80" y="3"/>
                </a:lnTo>
                <a:lnTo>
                  <a:pt x="76" y="2"/>
                </a:lnTo>
                <a:lnTo>
                  <a:pt x="73" y="1"/>
                </a:lnTo>
                <a:lnTo>
                  <a:pt x="72" y="0"/>
                </a:lnTo>
                <a:lnTo>
                  <a:pt x="71" y="0"/>
                </a:lnTo>
                <a:lnTo>
                  <a:pt x="69" y="0"/>
                </a:lnTo>
                <a:lnTo>
                  <a:pt x="69" y="0"/>
                </a:lnTo>
                <a:lnTo>
                  <a:pt x="66" y="1"/>
                </a:lnTo>
                <a:lnTo>
                  <a:pt x="64" y="2"/>
                </a:lnTo>
                <a:lnTo>
                  <a:pt x="64" y="2"/>
                </a:lnTo>
                <a:lnTo>
                  <a:pt x="63" y="3"/>
                </a:lnTo>
                <a:lnTo>
                  <a:pt x="63" y="3"/>
                </a:lnTo>
                <a:lnTo>
                  <a:pt x="63" y="4"/>
                </a:lnTo>
                <a:lnTo>
                  <a:pt x="62" y="6"/>
                </a:lnTo>
                <a:lnTo>
                  <a:pt x="63" y="8"/>
                </a:lnTo>
                <a:lnTo>
                  <a:pt x="62" y="13"/>
                </a:lnTo>
                <a:lnTo>
                  <a:pt x="61" y="19"/>
                </a:lnTo>
                <a:lnTo>
                  <a:pt x="61" y="23"/>
                </a:lnTo>
                <a:lnTo>
                  <a:pt x="60" y="27"/>
                </a:lnTo>
                <a:lnTo>
                  <a:pt x="57" y="35"/>
                </a:lnTo>
                <a:lnTo>
                  <a:pt x="54" y="43"/>
                </a:lnTo>
                <a:lnTo>
                  <a:pt x="53" y="46"/>
                </a:lnTo>
                <a:lnTo>
                  <a:pt x="53" y="50"/>
                </a:lnTo>
                <a:lnTo>
                  <a:pt x="53" y="54"/>
                </a:lnTo>
                <a:lnTo>
                  <a:pt x="53" y="56"/>
                </a:lnTo>
                <a:lnTo>
                  <a:pt x="49" y="57"/>
                </a:lnTo>
                <a:lnTo>
                  <a:pt x="46" y="58"/>
                </a:lnTo>
                <a:lnTo>
                  <a:pt x="43" y="59"/>
                </a:lnTo>
                <a:lnTo>
                  <a:pt x="39" y="62"/>
                </a:lnTo>
                <a:lnTo>
                  <a:pt x="34" y="65"/>
                </a:lnTo>
                <a:lnTo>
                  <a:pt x="31" y="67"/>
                </a:lnTo>
                <a:lnTo>
                  <a:pt x="29" y="71"/>
                </a:lnTo>
                <a:lnTo>
                  <a:pt x="26" y="74"/>
                </a:lnTo>
                <a:lnTo>
                  <a:pt x="24" y="76"/>
                </a:lnTo>
                <a:lnTo>
                  <a:pt x="22" y="79"/>
                </a:lnTo>
                <a:lnTo>
                  <a:pt x="20" y="83"/>
                </a:lnTo>
                <a:lnTo>
                  <a:pt x="17" y="86"/>
                </a:lnTo>
                <a:lnTo>
                  <a:pt x="15" y="89"/>
                </a:lnTo>
                <a:lnTo>
                  <a:pt x="13" y="91"/>
                </a:lnTo>
                <a:lnTo>
                  <a:pt x="7" y="96"/>
                </a:lnTo>
                <a:lnTo>
                  <a:pt x="3" y="99"/>
                </a:lnTo>
                <a:lnTo>
                  <a:pt x="1" y="100"/>
                </a:lnTo>
                <a:lnTo>
                  <a:pt x="1" y="101"/>
                </a:lnTo>
                <a:lnTo>
                  <a:pt x="0" y="102"/>
                </a:lnTo>
                <a:lnTo>
                  <a:pt x="0" y="104"/>
                </a:lnTo>
                <a:lnTo>
                  <a:pt x="0" y="104"/>
                </a:lnTo>
                <a:lnTo>
                  <a:pt x="0" y="105"/>
                </a:lnTo>
                <a:lnTo>
                  <a:pt x="0" y="106"/>
                </a:lnTo>
                <a:lnTo>
                  <a:pt x="1" y="107"/>
                </a:lnTo>
                <a:lnTo>
                  <a:pt x="1" y="108"/>
                </a:lnTo>
                <a:lnTo>
                  <a:pt x="3" y="109"/>
                </a:lnTo>
                <a:lnTo>
                  <a:pt x="5" y="110"/>
                </a:lnTo>
                <a:lnTo>
                  <a:pt x="7" y="111"/>
                </a:lnTo>
                <a:lnTo>
                  <a:pt x="13" y="113"/>
                </a:lnTo>
                <a:lnTo>
                  <a:pt x="20" y="116"/>
                </a:lnTo>
                <a:lnTo>
                  <a:pt x="26" y="119"/>
                </a:lnTo>
                <a:lnTo>
                  <a:pt x="31" y="121"/>
                </a:lnTo>
                <a:lnTo>
                  <a:pt x="36" y="124"/>
                </a:lnTo>
                <a:lnTo>
                  <a:pt x="40" y="128"/>
                </a:lnTo>
                <a:lnTo>
                  <a:pt x="42" y="129"/>
                </a:lnTo>
                <a:lnTo>
                  <a:pt x="44" y="131"/>
                </a:lnTo>
                <a:lnTo>
                  <a:pt x="46" y="132"/>
                </a:lnTo>
                <a:lnTo>
                  <a:pt x="48" y="132"/>
                </a:lnTo>
                <a:lnTo>
                  <a:pt x="50" y="132"/>
                </a:lnTo>
                <a:lnTo>
                  <a:pt x="54" y="133"/>
                </a:lnTo>
                <a:lnTo>
                  <a:pt x="58" y="134"/>
                </a:lnTo>
                <a:lnTo>
                  <a:pt x="62" y="134"/>
                </a:lnTo>
                <a:lnTo>
                  <a:pt x="67" y="133"/>
                </a:lnTo>
                <a:lnTo>
                  <a:pt x="72" y="132"/>
                </a:lnTo>
                <a:lnTo>
                  <a:pt x="74" y="132"/>
                </a:lnTo>
                <a:lnTo>
                  <a:pt x="76" y="132"/>
                </a:lnTo>
                <a:lnTo>
                  <a:pt x="76" y="131"/>
                </a:lnTo>
                <a:lnTo>
                  <a:pt x="76" y="132"/>
                </a:lnTo>
                <a:lnTo>
                  <a:pt x="76" y="132"/>
                </a:lnTo>
                <a:lnTo>
                  <a:pt x="77" y="136"/>
                </a:lnTo>
                <a:lnTo>
                  <a:pt x="79" y="140"/>
                </a:lnTo>
                <a:lnTo>
                  <a:pt x="81" y="144"/>
                </a:lnTo>
                <a:lnTo>
                  <a:pt x="84" y="147"/>
                </a:lnTo>
                <a:lnTo>
                  <a:pt x="86" y="149"/>
                </a:lnTo>
                <a:lnTo>
                  <a:pt x="89" y="151"/>
                </a:lnTo>
                <a:lnTo>
                  <a:pt x="93" y="152"/>
                </a:lnTo>
                <a:lnTo>
                  <a:pt x="97" y="154"/>
                </a:lnTo>
                <a:lnTo>
                  <a:pt x="97" y="154"/>
                </a:lnTo>
                <a:lnTo>
                  <a:pt x="97" y="154"/>
                </a:lnTo>
                <a:close/>
                <a:moveTo>
                  <a:pt x="130" y="71"/>
                </a:moveTo>
                <a:lnTo>
                  <a:pt x="130" y="100"/>
                </a:lnTo>
                <a:lnTo>
                  <a:pt x="130" y="100"/>
                </a:lnTo>
                <a:lnTo>
                  <a:pt x="129" y="100"/>
                </a:lnTo>
                <a:lnTo>
                  <a:pt x="129" y="97"/>
                </a:lnTo>
                <a:lnTo>
                  <a:pt x="129" y="95"/>
                </a:lnTo>
                <a:lnTo>
                  <a:pt x="127" y="91"/>
                </a:lnTo>
                <a:lnTo>
                  <a:pt x="125" y="86"/>
                </a:lnTo>
                <a:lnTo>
                  <a:pt x="123" y="80"/>
                </a:lnTo>
                <a:lnTo>
                  <a:pt x="120" y="76"/>
                </a:lnTo>
                <a:lnTo>
                  <a:pt x="117" y="72"/>
                </a:lnTo>
                <a:lnTo>
                  <a:pt x="117" y="71"/>
                </a:lnTo>
                <a:lnTo>
                  <a:pt x="108" y="78"/>
                </a:lnTo>
                <a:lnTo>
                  <a:pt x="110" y="80"/>
                </a:lnTo>
                <a:lnTo>
                  <a:pt x="112" y="84"/>
                </a:lnTo>
                <a:lnTo>
                  <a:pt x="114" y="88"/>
                </a:lnTo>
                <a:lnTo>
                  <a:pt x="116" y="92"/>
                </a:lnTo>
                <a:lnTo>
                  <a:pt x="117" y="93"/>
                </a:lnTo>
                <a:lnTo>
                  <a:pt x="117" y="95"/>
                </a:lnTo>
                <a:lnTo>
                  <a:pt x="115" y="94"/>
                </a:lnTo>
                <a:lnTo>
                  <a:pt x="113" y="93"/>
                </a:lnTo>
                <a:lnTo>
                  <a:pt x="110" y="93"/>
                </a:lnTo>
                <a:lnTo>
                  <a:pt x="108" y="93"/>
                </a:lnTo>
                <a:lnTo>
                  <a:pt x="107" y="91"/>
                </a:lnTo>
                <a:lnTo>
                  <a:pt x="106" y="88"/>
                </a:lnTo>
                <a:lnTo>
                  <a:pt x="105" y="85"/>
                </a:lnTo>
                <a:lnTo>
                  <a:pt x="102" y="80"/>
                </a:lnTo>
                <a:lnTo>
                  <a:pt x="101" y="78"/>
                </a:lnTo>
                <a:lnTo>
                  <a:pt x="99" y="75"/>
                </a:lnTo>
                <a:lnTo>
                  <a:pt x="97" y="71"/>
                </a:lnTo>
                <a:lnTo>
                  <a:pt x="94" y="69"/>
                </a:lnTo>
                <a:lnTo>
                  <a:pt x="92" y="67"/>
                </a:lnTo>
                <a:lnTo>
                  <a:pt x="89" y="64"/>
                </a:lnTo>
                <a:lnTo>
                  <a:pt x="85" y="62"/>
                </a:lnTo>
                <a:lnTo>
                  <a:pt x="81" y="59"/>
                </a:lnTo>
                <a:lnTo>
                  <a:pt x="77" y="58"/>
                </a:lnTo>
                <a:lnTo>
                  <a:pt x="73" y="57"/>
                </a:lnTo>
                <a:lnTo>
                  <a:pt x="69" y="56"/>
                </a:lnTo>
                <a:lnTo>
                  <a:pt x="65" y="56"/>
                </a:lnTo>
                <a:lnTo>
                  <a:pt x="65" y="55"/>
                </a:lnTo>
                <a:lnTo>
                  <a:pt x="65" y="50"/>
                </a:lnTo>
                <a:lnTo>
                  <a:pt x="65" y="45"/>
                </a:lnTo>
                <a:lnTo>
                  <a:pt x="67" y="41"/>
                </a:lnTo>
                <a:lnTo>
                  <a:pt x="69" y="35"/>
                </a:lnTo>
                <a:lnTo>
                  <a:pt x="69" y="32"/>
                </a:lnTo>
                <a:lnTo>
                  <a:pt x="71" y="29"/>
                </a:lnTo>
                <a:lnTo>
                  <a:pt x="72" y="26"/>
                </a:lnTo>
                <a:lnTo>
                  <a:pt x="72" y="23"/>
                </a:lnTo>
                <a:lnTo>
                  <a:pt x="73" y="17"/>
                </a:lnTo>
                <a:lnTo>
                  <a:pt x="73" y="13"/>
                </a:lnTo>
                <a:lnTo>
                  <a:pt x="74" y="13"/>
                </a:lnTo>
                <a:lnTo>
                  <a:pt x="77" y="15"/>
                </a:lnTo>
                <a:lnTo>
                  <a:pt x="81" y="16"/>
                </a:lnTo>
                <a:lnTo>
                  <a:pt x="87" y="17"/>
                </a:lnTo>
                <a:lnTo>
                  <a:pt x="95" y="19"/>
                </a:lnTo>
                <a:lnTo>
                  <a:pt x="101" y="20"/>
                </a:lnTo>
                <a:lnTo>
                  <a:pt x="104" y="22"/>
                </a:lnTo>
                <a:lnTo>
                  <a:pt x="106" y="23"/>
                </a:lnTo>
                <a:lnTo>
                  <a:pt x="108" y="24"/>
                </a:lnTo>
                <a:lnTo>
                  <a:pt x="110" y="25"/>
                </a:lnTo>
                <a:lnTo>
                  <a:pt x="115" y="28"/>
                </a:lnTo>
                <a:lnTo>
                  <a:pt x="119" y="31"/>
                </a:lnTo>
                <a:lnTo>
                  <a:pt x="123" y="35"/>
                </a:lnTo>
                <a:lnTo>
                  <a:pt x="128" y="38"/>
                </a:lnTo>
                <a:lnTo>
                  <a:pt x="129" y="39"/>
                </a:lnTo>
                <a:lnTo>
                  <a:pt x="132" y="40"/>
                </a:lnTo>
                <a:lnTo>
                  <a:pt x="134" y="41"/>
                </a:lnTo>
                <a:lnTo>
                  <a:pt x="137" y="42"/>
                </a:lnTo>
                <a:lnTo>
                  <a:pt x="139" y="41"/>
                </a:lnTo>
                <a:lnTo>
                  <a:pt x="141" y="40"/>
                </a:lnTo>
                <a:lnTo>
                  <a:pt x="143" y="39"/>
                </a:lnTo>
                <a:lnTo>
                  <a:pt x="145" y="38"/>
                </a:lnTo>
                <a:lnTo>
                  <a:pt x="150" y="35"/>
                </a:lnTo>
                <a:lnTo>
                  <a:pt x="154" y="31"/>
                </a:lnTo>
                <a:lnTo>
                  <a:pt x="158" y="28"/>
                </a:lnTo>
                <a:lnTo>
                  <a:pt x="162" y="25"/>
                </a:lnTo>
                <a:lnTo>
                  <a:pt x="165" y="24"/>
                </a:lnTo>
                <a:lnTo>
                  <a:pt x="167" y="23"/>
                </a:lnTo>
                <a:lnTo>
                  <a:pt x="170" y="22"/>
                </a:lnTo>
                <a:lnTo>
                  <a:pt x="172" y="20"/>
                </a:lnTo>
                <a:lnTo>
                  <a:pt x="178" y="19"/>
                </a:lnTo>
                <a:lnTo>
                  <a:pt x="186" y="17"/>
                </a:lnTo>
                <a:lnTo>
                  <a:pt x="192" y="16"/>
                </a:lnTo>
                <a:lnTo>
                  <a:pt x="196" y="15"/>
                </a:lnTo>
                <a:lnTo>
                  <a:pt x="199" y="13"/>
                </a:lnTo>
                <a:lnTo>
                  <a:pt x="199" y="13"/>
                </a:lnTo>
                <a:lnTo>
                  <a:pt x="200" y="17"/>
                </a:lnTo>
                <a:lnTo>
                  <a:pt x="201" y="23"/>
                </a:lnTo>
                <a:lnTo>
                  <a:pt x="202" y="26"/>
                </a:lnTo>
                <a:lnTo>
                  <a:pt x="202" y="29"/>
                </a:lnTo>
                <a:lnTo>
                  <a:pt x="203" y="32"/>
                </a:lnTo>
                <a:lnTo>
                  <a:pt x="205" y="35"/>
                </a:lnTo>
                <a:lnTo>
                  <a:pt x="206" y="41"/>
                </a:lnTo>
                <a:lnTo>
                  <a:pt x="208" y="45"/>
                </a:lnTo>
                <a:lnTo>
                  <a:pt x="208" y="50"/>
                </a:lnTo>
                <a:lnTo>
                  <a:pt x="208" y="55"/>
                </a:lnTo>
                <a:lnTo>
                  <a:pt x="208" y="56"/>
                </a:lnTo>
                <a:lnTo>
                  <a:pt x="205" y="56"/>
                </a:lnTo>
                <a:lnTo>
                  <a:pt x="200" y="57"/>
                </a:lnTo>
                <a:lnTo>
                  <a:pt x="196" y="58"/>
                </a:lnTo>
                <a:lnTo>
                  <a:pt x="192" y="59"/>
                </a:lnTo>
                <a:lnTo>
                  <a:pt x="188" y="62"/>
                </a:lnTo>
                <a:lnTo>
                  <a:pt x="184" y="64"/>
                </a:lnTo>
                <a:lnTo>
                  <a:pt x="181" y="67"/>
                </a:lnTo>
                <a:lnTo>
                  <a:pt x="178" y="69"/>
                </a:lnTo>
                <a:lnTo>
                  <a:pt x="176" y="71"/>
                </a:lnTo>
                <a:lnTo>
                  <a:pt x="174" y="75"/>
                </a:lnTo>
                <a:lnTo>
                  <a:pt x="172" y="78"/>
                </a:lnTo>
                <a:lnTo>
                  <a:pt x="170" y="80"/>
                </a:lnTo>
                <a:lnTo>
                  <a:pt x="168" y="85"/>
                </a:lnTo>
                <a:lnTo>
                  <a:pt x="166" y="88"/>
                </a:lnTo>
                <a:lnTo>
                  <a:pt x="166" y="91"/>
                </a:lnTo>
                <a:lnTo>
                  <a:pt x="166" y="93"/>
                </a:lnTo>
                <a:lnTo>
                  <a:pt x="163" y="93"/>
                </a:lnTo>
                <a:lnTo>
                  <a:pt x="161" y="93"/>
                </a:lnTo>
                <a:lnTo>
                  <a:pt x="158" y="94"/>
                </a:lnTo>
                <a:lnTo>
                  <a:pt x="156" y="95"/>
                </a:lnTo>
                <a:lnTo>
                  <a:pt x="156" y="93"/>
                </a:lnTo>
                <a:lnTo>
                  <a:pt x="157" y="92"/>
                </a:lnTo>
                <a:lnTo>
                  <a:pt x="158" y="88"/>
                </a:lnTo>
                <a:lnTo>
                  <a:pt x="161" y="84"/>
                </a:lnTo>
                <a:lnTo>
                  <a:pt x="163" y="80"/>
                </a:lnTo>
                <a:lnTo>
                  <a:pt x="165" y="78"/>
                </a:lnTo>
                <a:lnTo>
                  <a:pt x="156" y="71"/>
                </a:lnTo>
                <a:lnTo>
                  <a:pt x="155" y="72"/>
                </a:lnTo>
                <a:lnTo>
                  <a:pt x="153" y="76"/>
                </a:lnTo>
                <a:lnTo>
                  <a:pt x="150" y="80"/>
                </a:lnTo>
                <a:lnTo>
                  <a:pt x="147" y="86"/>
                </a:lnTo>
                <a:lnTo>
                  <a:pt x="145" y="91"/>
                </a:lnTo>
                <a:lnTo>
                  <a:pt x="145" y="95"/>
                </a:lnTo>
                <a:lnTo>
                  <a:pt x="144" y="97"/>
                </a:lnTo>
                <a:lnTo>
                  <a:pt x="144" y="100"/>
                </a:lnTo>
                <a:lnTo>
                  <a:pt x="143" y="100"/>
                </a:lnTo>
                <a:lnTo>
                  <a:pt x="142" y="100"/>
                </a:lnTo>
                <a:lnTo>
                  <a:pt x="142" y="71"/>
                </a:lnTo>
                <a:lnTo>
                  <a:pt x="130" y="71"/>
                </a:lnTo>
                <a:lnTo>
                  <a:pt x="130" y="71"/>
                </a:lnTo>
                <a:close/>
                <a:moveTo>
                  <a:pt x="137" y="45"/>
                </a:moveTo>
                <a:lnTo>
                  <a:pt x="138" y="45"/>
                </a:lnTo>
                <a:lnTo>
                  <a:pt x="140" y="46"/>
                </a:lnTo>
                <a:lnTo>
                  <a:pt x="141" y="47"/>
                </a:lnTo>
                <a:lnTo>
                  <a:pt x="143" y="47"/>
                </a:lnTo>
                <a:lnTo>
                  <a:pt x="144" y="49"/>
                </a:lnTo>
                <a:lnTo>
                  <a:pt x="145" y="51"/>
                </a:lnTo>
                <a:lnTo>
                  <a:pt x="145" y="52"/>
                </a:lnTo>
                <a:lnTo>
                  <a:pt x="145" y="54"/>
                </a:lnTo>
                <a:lnTo>
                  <a:pt x="145" y="56"/>
                </a:lnTo>
                <a:lnTo>
                  <a:pt x="145" y="58"/>
                </a:lnTo>
                <a:lnTo>
                  <a:pt x="144" y="59"/>
                </a:lnTo>
                <a:lnTo>
                  <a:pt x="143" y="61"/>
                </a:lnTo>
                <a:lnTo>
                  <a:pt x="141" y="62"/>
                </a:lnTo>
                <a:lnTo>
                  <a:pt x="140" y="63"/>
                </a:lnTo>
                <a:lnTo>
                  <a:pt x="138" y="63"/>
                </a:lnTo>
                <a:lnTo>
                  <a:pt x="137" y="63"/>
                </a:lnTo>
                <a:lnTo>
                  <a:pt x="134" y="63"/>
                </a:lnTo>
                <a:lnTo>
                  <a:pt x="133" y="63"/>
                </a:lnTo>
                <a:lnTo>
                  <a:pt x="131" y="62"/>
                </a:lnTo>
                <a:lnTo>
                  <a:pt x="130" y="61"/>
                </a:lnTo>
                <a:lnTo>
                  <a:pt x="129" y="59"/>
                </a:lnTo>
                <a:lnTo>
                  <a:pt x="128" y="58"/>
                </a:lnTo>
                <a:lnTo>
                  <a:pt x="127" y="56"/>
                </a:lnTo>
                <a:lnTo>
                  <a:pt x="127" y="54"/>
                </a:lnTo>
                <a:lnTo>
                  <a:pt x="127" y="52"/>
                </a:lnTo>
                <a:lnTo>
                  <a:pt x="128" y="51"/>
                </a:lnTo>
                <a:lnTo>
                  <a:pt x="129" y="49"/>
                </a:lnTo>
                <a:lnTo>
                  <a:pt x="130" y="47"/>
                </a:lnTo>
                <a:lnTo>
                  <a:pt x="131" y="47"/>
                </a:lnTo>
                <a:lnTo>
                  <a:pt x="133" y="46"/>
                </a:lnTo>
                <a:lnTo>
                  <a:pt x="134" y="45"/>
                </a:lnTo>
                <a:lnTo>
                  <a:pt x="137" y="45"/>
                </a:lnTo>
                <a:lnTo>
                  <a:pt x="137" y="45"/>
                </a:lnTo>
                <a:close/>
                <a:moveTo>
                  <a:pt x="137" y="184"/>
                </a:moveTo>
                <a:lnTo>
                  <a:pt x="134" y="184"/>
                </a:lnTo>
                <a:lnTo>
                  <a:pt x="133" y="184"/>
                </a:lnTo>
                <a:lnTo>
                  <a:pt x="130" y="183"/>
                </a:lnTo>
                <a:lnTo>
                  <a:pt x="129" y="182"/>
                </a:lnTo>
                <a:lnTo>
                  <a:pt x="125" y="180"/>
                </a:lnTo>
                <a:lnTo>
                  <a:pt x="121" y="177"/>
                </a:lnTo>
                <a:lnTo>
                  <a:pt x="119" y="174"/>
                </a:lnTo>
                <a:lnTo>
                  <a:pt x="116" y="171"/>
                </a:lnTo>
                <a:lnTo>
                  <a:pt x="114" y="167"/>
                </a:lnTo>
                <a:lnTo>
                  <a:pt x="113" y="164"/>
                </a:lnTo>
                <a:lnTo>
                  <a:pt x="110" y="160"/>
                </a:lnTo>
                <a:lnTo>
                  <a:pt x="109" y="156"/>
                </a:lnTo>
                <a:lnTo>
                  <a:pt x="113" y="157"/>
                </a:lnTo>
                <a:lnTo>
                  <a:pt x="115" y="159"/>
                </a:lnTo>
                <a:lnTo>
                  <a:pt x="118" y="160"/>
                </a:lnTo>
                <a:lnTo>
                  <a:pt x="121" y="164"/>
                </a:lnTo>
                <a:lnTo>
                  <a:pt x="128" y="169"/>
                </a:lnTo>
                <a:lnTo>
                  <a:pt x="132" y="173"/>
                </a:lnTo>
                <a:lnTo>
                  <a:pt x="134" y="176"/>
                </a:lnTo>
                <a:lnTo>
                  <a:pt x="137" y="177"/>
                </a:lnTo>
                <a:lnTo>
                  <a:pt x="138" y="176"/>
                </a:lnTo>
                <a:lnTo>
                  <a:pt x="141" y="173"/>
                </a:lnTo>
                <a:lnTo>
                  <a:pt x="145" y="169"/>
                </a:lnTo>
                <a:lnTo>
                  <a:pt x="151" y="164"/>
                </a:lnTo>
                <a:lnTo>
                  <a:pt x="154" y="160"/>
                </a:lnTo>
                <a:lnTo>
                  <a:pt x="158" y="159"/>
                </a:lnTo>
                <a:lnTo>
                  <a:pt x="160" y="157"/>
                </a:lnTo>
                <a:lnTo>
                  <a:pt x="163" y="156"/>
                </a:lnTo>
                <a:lnTo>
                  <a:pt x="162" y="160"/>
                </a:lnTo>
                <a:lnTo>
                  <a:pt x="161" y="164"/>
                </a:lnTo>
                <a:lnTo>
                  <a:pt x="159" y="167"/>
                </a:lnTo>
                <a:lnTo>
                  <a:pt x="157" y="171"/>
                </a:lnTo>
                <a:lnTo>
                  <a:pt x="154" y="174"/>
                </a:lnTo>
                <a:lnTo>
                  <a:pt x="151" y="177"/>
                </a:lnTo>
                <a:lnTo>
                  <a:pt x="148" y="180"/>
                </a:lnTo>
                <a:lnTo>
                  <a:pt x="144" y="182"/>
                </a:lnTo>
                <a:lnTo>
                  <a:pt x="142" y="183"/>
                </a:lnTo>
                <a:lnTo>
                  <a:pt x="141" y="184"/>
                </a:lnTo>
                <a:lnTo>
                  <a:pt x="138" y="184"/>
                </a:lnTo>
                <a:lnTo>
                  <a:pt x="137" y="184"/>
                </a:lnTo>
                <a:lnTo>
                  <a:pt x="137" y="184"/>
                </a:lnTo>
                <a:close/>
                <a:moveTo>
                  <a:pt x="137" y="164"/>
                </a:moveTo>
                <a:lnTo>
                  <a:pt x="134" y="161"/>
                </a:lnTo>
                <a:lnTo>
                  <a:pt x="130" y="157"/>
                </a:lnTo>
                <a:lnTo>
                  <a:pt x="125" y="153"/>
                </a:lnTo>
                <a:lnTo>
                  <a:pt x="121" y="150"/>
                </a:lnTo>
                <a:lnTo>
                  <a:pt x="119" y="148"/>
                </a:lnTo>
                <a:lnTo>
                  <a:pt x="117" y="148"/>
                </a:lnTo>
                <a:lnTo>
                  <a:pt x="114" y="147"/>
                </a:lnTo>
                <a:lnTo>
                  <a:pt x="112" y="146"/>
                </a:lnTo>
                <a:lnTo>
                  <a:pt x="105" y="144"/>
                </a:lnTo>
                <a:lnTo>
                  <a:pt x="100" y="143"/>
                </a:lnTo>
                <a:lnTo>
                  <a:pt x="97" y="143"/>
                </a:lnTo>
                <a:lnTo>
                  <a:pt x="96" y="142"/>
                </a:lnTo>
                <a:lnTo>
                  <a:pt x="95" y="141"/>
                </a:lnTo>
                <a:lnTo>
                  <a:pt x="93" y="140"/>
                </a:lnTo>
                <a:lnTo>
                  <a:pt x="91" y="137"/>
                </a:lnTo>
                <a:lnTo>
                  <a:pt x="89" y="134"/>
                </a:lnTo>
                <a:lnTo>
                  <a:pt x="87" y="132"/>
                </a:lnTo>
                <a:lnTo>
                  <a:pt x="86" y="128"/>
                </a:lnTo>
                <a:lnTo>
                  <a:pt x="85" y="125"/>
                </a:lnTo>
                <a:lnTo>
                  <a:pt x="86" y="123"/>
                </a:lnTo>
                <a:lnTo>
                  <a:pt x="87" y="120"/>
                </a:lnTo>
                <a:lnTo>
                  <a:pt x="88" y="118"/>
                </a:lnTo>
                <a:lnTo>
                  <a:pt x="89" y="116"/>
                </a:lnTo>
                <a:lnTo>
                  <a:pt x="89" y="114"/>
                </a:lnTo>
                <a:lnTo>
                  <a:pt x="91" y="112"/>
                </a:lnTo>
                <a:lnTo>
                  <a:pt x="93" y="111"/>
                </a:lnTo>
                <a:lnTo>
                  <a:pt x="93" y="109"/>
                </a:lnTo>
                <a:lnTo>
                  <a:pt x="95" y="108"/>
                </a:lnTo>
                <a:lnTo>
                  <a:pt x="97" y="108"/>
                </a:lnTo>
                <a:lnTo>
                  <a:pt x="99" y="106"/>
                </a:lnTo>
                <a:lnTo>
                  <a:pt x="101" y="106"/>
                </a:lnTo>
                <a:lnTo>
                  <a:pt x="102" y="105"/>
                </a:lnTo>
                <a:lnTo>
                  <a:pt x="106" y="104"/>
                </a:lnTo>
                <a:lnTo>
                  <a:pt x="109" y="104"/>
                </a:lnTo>
                <a:lnTo>
                  <a:pt x="113" y="104"/>
                </a:lnTo>
                <a:lnTo>
                  <a:pt x="116" y="105"/>
                </a:lnTo>
                <a:lnTo>
                  <a:pt x="119" y="107"/>
                </a:lnTo>
                <a:lnTo>
                  <a:pt x="122" y="108"/>
                </a:lnTo>
                <a:lnTo>
                  <a:pt x="129" y="112"/>
                </a:lnTo>
                <a:lnTo>
                  <a:pt x="133" y="115"/>
                </a:lnTo>
                <a:lnTo>
                  <a:pt x="134" y="116"/>
                </a:lnTo>
                <a:lnTo>
                  <a:pt x="135" y="116"/>
                </a:lnTo>
                <a:lnTo>
                  <a:pt x="136" y="116"/>
                </a:lnTo>
                <a:lnTo>
                  <a:pt x="137" y="116"/>
                </a:lnTo>
                <a:lnTo>
                  <a:pt x="137" y="116"/>
                </a:lnTo>
                <a:lnTo>
                  <a:pt x="137" y="116"/>
                </a:lnTo>
                <a:lnTo>
                  <a:pt x="139" y="116"/>
                </a:lnTo>
                <a:lnTo>
                  <a:pt x="140" y="115"/>
                </a:lnTo>
                <a:lnTo>
                  <a:pt x="145" y="112"/>
                </a:lnTo>
                <a:lnTo>
                  <a:pt x="150" y="108"/>
                </a:lnTo>
                <a:lnTo>
                  <a:pt x="154" y="107"/>
                </a:lnTo>
                <a:lnTo>
                  <a:pt x="157" y="105"/>
                </a:lnTo>
                <a:lnTo>
                  <a:pt x="160" y="104"/>
                </a:lnTo>
                <a:lnTo>
                  <a:pt x="163" y="104"/>
                </a:lnTo>
                <a:lnTo>
                  <a:pt x="167" y="104"/>
                </a:lnTo>
                <a:lnTo>
                  <a:pt x="171" y="105"/>
                </a:lnTo>
                <a:lnTo>
                  <a:pt x="173" y="106"/>
                </a:lnTo>
                <a:lnTo>
                  <a:pt x="174" y="106"/>
                </a:lnTo>
                <a:lnTo>
                  <a:pt x="176" y="108"/>
                </a:lnTo>
                <a:lnTo>
                  <a:pt x="178" y="108"/>
                </a:lnTo>
                <a:lnTo>
                  <a:pt x="179" y="109"/>
                </a:lnTo>
                <a:lnTo>
                  <a:pt x="181" y="111"/>
                </a:lnTo>
                <a:lnTo>
                  <a:pt x="182" y="112"/>
                </a:lnTo>
                <a:lnTo>
                  <a:pt x="183" y="114"/>
                </a:lnTo>
                <a:lnTo>
                  <a:pt x="184" y="116"/>
                </a:lnTo>
                <a:lnTo>
                  <a:pt x="186" y="118"/>
                </a:lnTo>
                <a:lnTo>
                  <a:pt x="186" y="120"/>
                </a:lnTo>
                <a:lnTo>
                  <a:pt x="187" y="123"/>
                </a:lnTo>
                <a:lnTo>
                  <a:pt x="187" y="125"/>
                </a:lnTo>
                <a:lnTo>
                  <a:pt x="186" y="128"/>
                </a:lnTo>
                <a:lnTo>
                  <a:pt x="186" y="132"/>
                </a:lnTo>
                <a:lnTo>
                  <a:pt x="184" y="134"/>
                </a:lnTo>
                <a:lnTo>
                  <a:pt x="182" y="137"/>
                </a:lnTo>
                <a:lnTo>
                  <a:pt x="180" y="140"/>
                </a:lnTo>
                <a:lnTo>
                  <a:pt x="178" y="141"/>
                </a:lnTo>
                <a:lnTo>
                  <a:pt x="177" y="142"/>
                </a:lnTo>
                <a:lnTo>
                  <a:pt x="175" y="143"/>
                </a:lnTo>
                <a:lnTo>
                  <a:pt x="174" y="143"/>
                </a:lnTo>
                <a:lnTo>
                  <a:pt x="167" y="144"/>
                </a:lnTo>
                <a:lnTo>
                  <a:pt x="162" y="146"/>
                </a:lnTo>
                <a:lnTo>
                  <a:pt x="158" y="147"/>
                </a:lnTo>
                <a:lnTo>
                  <a:pt x="156" y="148"/>
                </a:lnTo>
                <a:lnTo>
                  <a:pt x="154" y="148"/>
                </a:lnTo>
                <a:lnTo>
                  <a:pt x="152" y="150"/>
                </a:lnTo>
                <a:lnTo>
                  <a:pt x="147" y="153"/>
                </a:lnTo>
                <a:lnTo>
                  <a:pt x="143" y="157"/>
                </a:lnTo>
                <a:lnTo>
                  <a:pt x="139" y="161"/>
                </a:lnTo>
                <a:lnTo>
                  <a:pt x="137" y="164"/>
                </a:lnTo>
                <a:lnTo>
                  <a:pt x="137" y="164"/>
                </a:lnTo>
                <a:close/>
                <a:moveTo>
                  <a:pt x="170" y="51"/>
                </a:moveTo>
                <a:lnTo>
                  <a:pt x="171" y="51"/>
                </a:lnTo>
                <a:lnTo>
                  <a:pt x="173" y="51"/>
                </a:lnTo>
                <a:lnTo>
                  <a:pt x="174" y="52"/>
                </a:lnTo>
                <a:lnTo>
                  <a:pt x="175" y="53"/>
                </a:lnTo>
                <a:lnTo>
                  <a:pt x="177" y="55"/>
                </a:lnTo>
                <a:lnTo>
                  <a:pt x="178" y="56"/>
                </a:lnTo>
                <a:lnTo>
                  <a:pt x="178" y="58"/>
                </a:lnTo>
                <a:lnTo>
                  <a:pt x="178" y="59"/>
                </a:lnTo>
                <a:lnTo>
                  <a:pt x="178" y="62"/>
                </a:lnTo>
                <a:lnTo>
                  <a:pt x="178" y="63"/>
                </a:lnTo>
                <a:lnTo>
                  <a:pt x="177" y="65"/>
                </a:lnTo>
                <a:lnTo>
                  <a:pt x="175" y="67"/>
                </a:lnTo>
                <a:lnTo>
                  <a:pt x="174" y="67"/>
                </a:lnTo>
                <a:lnTo>
                  <a:pt x="173" y="68"/>
                </a:lnTo>
                <a:lnTo>
                  <a:pt x="171" y="69"/>
                </a:lnTo>
                <a:lnTo>
                  <a:pt x="170" y="69"/>
                </a:lnTo>
                <a:lnTo>
                  <a:pt x="167" y="69"/>
                </a:lnTo>
                <a:lnTo>
                  <a:pt x="166" y="68"/>
                </a:lnTo>
                <a:lnTo>
                  <a:pt x="164" y="67"/>
                </a:lnTo>
                <a:lnTo>
                  <a:pt x="162" y="67"/>
                </a:lnTo>
                <a:lnTo>
                  <a:pt x="162" y="65"/>
                </a:lnTo>
                <a:lnTo>
                  <a:pt x="161" y="63"/>
                </a:lnTo>
                <a:lnTo>
                  <a:pt x="160" y="62"/>
                </a:lnTo>
                <a:lnTo>
                  <a:pt x="160" y="59"/>
                </a:lnTo>
                <a:lnTo>
                  <a:pt x="160" y="58"/>
                </a:lnTo>
                <a:lnTo>
                  <a:pt x="161" y="56"/>
                </a:lnTo>
                <a:lnTo>
                  <a:pt x="162" y="55"/>
                </a:lnTo>
                <a:lnTo>
                  <a:pt x="162" y="53"/>
                </a:lnTo>
                <a:lnTo>
                  <a:pt x="164" y="52"/>
                </a:lnTo>
                <a:lnTo>
                  <a:pt x="166" y="51"/>
                </a:lnTo>
                <a:lnTo>
                  <a:pt x="167" y="51"/>
                </a:lnTo>
                <a:lnTo>
                  <a:pt x="170" y="51"/>
                </a:lnTo>
                <a:lnTo>
                  <a:pt x="170" y="51"/>
                </a:lnTo>
                <a:close/>
                <a:moveTo>
                  <a:pt x="175" y="96"/>
                </a:moveTo>
                <a:lnTo>
                  <a:pt x="177" y="95"/>
                </a:lnTo>
                <a:lnTo>
                  <a:pt x="177" y="93"/>
                </a:lnTo>
                <a:lnTo>
                  <a:pt x="179" y="88"/>
                </a:lnTo>
                <a:lnTo>
                  <a:pt x="181" y="84"/>
                </a:lnTo>
                <a:lnTo>
                  <a:pt x="183" y="81"/>
                </a:lnTo>
                <a:lnTo>
                  <a:pt x="186" y="78"/>
                </a:lnTo>
                <a:lnTo>
                  <a:pt x="188" y="76"/>
                </a:lnTo>
                <a:lnTo>
                  <a:pt x="190" y="74"/>
                </a:lnTo>
                <a:lnTo>
                  <a:pt x="194" y="72"/>
                </a:lnTo>
                <a:lnTo>
                  <a:pt x="196" y="71"/>
                </a:lnTo>
                <a:lnTo>
                  <a:pt x="198" y="69"/>
                </a:lnTo>
                <a:lnTo>
                  <a:pt x="202" y="68"/>
                </a:lnTo>
                <a:lnTo>
                  <a:pt x="205" y="67"/>
                </a:lnTo>
                <a:lnTo>
                  <a:pt x="209" y="67"/>
                </a:lnTo>
                <a:lnTo>
                  <a:pt x="213" y="67"/>
                </a:lnTo>
                <a:lnTo>
                  <a:pt x="217" y="67"/>
                </a:lnTo>
                <a:lnTo>
                  <a:pt x="221" y="67"/>
                </a:lnTo>
                <a:lnTo>
                  <a:pt x="223" y="68"/>
                </a:lnTo>
                <a:lnTo>
                  <a:pt x="226" y="69"/>
                </a:lnTo>
                <a:lnTo>
                  <a:pt x="229" y="71"/>
                </a:lnTo>
                <a:lnTo>
                  <a:pt x="230" y="72"/>
                </a:lnTo>
                <a:lnTo>
                  <a:pt x="232" y="73"/>
                </a:lnTo>
                <a:lnTo>
                  <a:pt x="234" y="75"/>
                </a:lnTo>
                <a:lnTo>
                  <a:pt x="236" y="76"/>
                </a:lnTo>
                <a:lnTo>
                  <a:pt x="238" y="79"/>
                </a:lnTo>
                <a:lnTo>
                  <a:pt x="238" y="80"/>
                </a:lnTo>
                <a:lnTo>
                  <a:pt x="240" y="82"/>
                </a:lnTo>
                <a:lnTo>
                  <a:pt x="242" y="86"/>
                </a:lnTo>
                <a:lnTo>
                  <a:pt x="244" y="89"/>
                </a:lnTo>
                <a:lnTo>
                  <a:pt x="247" y="93"/>
                </a:lnTo>
                <a:lnTo>
                  <a:pt x="251" y="98"/>
                </a:lnTo>
                <a:lnTo>
                  <a:pt x="254" y="101"/>
                </a:lnTo>
                <a:lnTo>
                  <a:pt x="256" y="102"/>
                </a:lnTo>
                <a:lnTo>
                  <a:pt x="254" y="103"/>
                </a:lnTo>
                <a:lnTo>
                  <a:pt x="249" y="105"/>
                </a:lnTo>
                <a:lnTo>
                  <a:pt x="246" y="107"/>
                </a:lnTo>
                <a:lnTo>
                  <a:pt x="242" y="108"/>
                </a:lnTo>
                <a:lnTo>
                  <a:pt x="238" y="110"/>
                </a:lnTo>
                <a:lnTo>
                  <a:pt x="236" y="112"/>
                </a:lnTo>
                <a:lnTo>
                  <a:pt x="230" y="116"/>
                </a:lnTo>
                <a:lnTo>
                  <a:pt x="224" y="120"/>
                </a:lnTo>
                <a:lnTo>
                  <a:pt x="222" y="120"/>
                </a:lnTo>
                <a:lnTo>
                  <a:pt x="218" y="121"/>
                </a:lnTo>
                <a:lnTo>
                  <a:pt x="215" y="122"/>
                </a:lnTo>
                <a:lnTo>
                  <a:pt x="211" y="122"/>
                </a:lnTo>
                <a:lnTo>
                  <a:pt x="207" y="121"/>
                </a:lnTo>
                <a:lnTo>
                  <a:pt x="204" y="120"/>
                </a:lnTo>
                <a:lnTo>
                  <a:pt x="201" y="120"/>
                </a:lnTo>
                <a:lnTo>
                  <a:pt x="198" y="120"/>
                </a:lnTo>
                <a:lnTo>
                  <a:pt x="198" y="120"/>
                </a:lnTo>
                <a:lnTo>
                  <a:pt x="197" y="119"/>
                </a:lnTo>
                <a:lnTo>
                  <a:pt x="195" y="115"/>
                </a:lnTo>
                <a:lnTo>
                  <a:pt x="194" y="112"/>
                </a:lnTo>
                <a:lnTo>
                  <a:pt x="191" y="108"/>
                </a:lnTo>
                <a:lnTo>
                  <a:pt x="190" y="106"/>
                </a:lnTo>
                <a:lnTo>
                  <a:pt x="186" y="104"/>
                </a:lnTo>
                <a:lnTo>
                  <a:pt x="184" y="100"/>
                </a:lnTo>
                <a:lnTo>
                  <a:pt x="182" y="99"/>
                </a:lnTo>
                <a:lnTo>
                  <a:pt x="180" y="98"/>
                </a:lnTo>
                <a:lnTo>
                  <a:pt x="178" y="96"/>
                </a:lnTo>
                <a:lnTo>
                  <a:pt x="175" y="96"/>
                </a:lnTo>
                <a:lnTo>
                  <a:pt x="175" y="96"/>
                </a:lnTo>
                <a:close/>
                <a:moveTo>
                  <a:pt x="104" y="51"/>
                </a:moveTo>
                <a:lnTo>
                  <a:pt x="106" y="51"/>
                </a:lnTo>
                <a:lnTo>
                  <a:pt x="108" y="51"/>
                </a:lnTo>
                <a:lnTo>
                  <a:pt x="109" y="52"/>
                </a:lnTo>
                <a:lnTo>
                  <a:pt x="110" y="53"/>
                </a:lnTo>
                <a:lnTo>
                  <a:pt x="112" y="55"/>
                </a:lnTo>
                <a:lnTo>
                  <a:pt x="113" y="56"/>
                </a:lnTo>
                <a:lnTo>
                  <a:pt x="113" y="58"/>
                </a:lnTo>
                <a:lnTo>
                  <a:pt x="113" y="59"/>
                </a:lnTo>
                <a:lnTo>
                  <a:pt x="113" y="62"/>
                </a:lnTo>
                <a:lnTo>
                  <a:pt x="113" y="63"/>
                </a:lnTo>
                <a:lnTo>
                  <a:pt x="112" y="65"/>
                </a:lnTo>
                <a:lnTo>
                  <a:pt x="110" y="67"/>
                </a:lnTo>
                <a:lnTo>
                  <a:pt x="109" y="67"/>
                </a:lnTo>
                <a:lnTo>
                  <a:pt x="108" y="68"/>
                </a:lnTo>
                <a:lnTo>
                  <a:pt x="106" y="69"/>
                </a:lnTo>
                <a:lnTo>
                  <a:pt x="104" y="69"/>
                </a:lnTo>
                <a:lnTo>
                  <a:pt x="102" y="69"/>
                </a:lnTo>
                <a:lnTo>
                  <a:pt x="101" y="68"/>
                </a:lnTo>
                <a:lnTo>
                  <a:pt x="99" y="67"/>
                </a:lnTo>
                <a:lnTo>
                  <a:pt x="97" y="67"/>
                </a:lnTo>
                <a:lnTo>
                  <a:pt x="97" y="65"/>
                </a:lnTo>
                <a:lnTo>
                  <a:pt x="95" y="63"/>
                </a:lnTo>
                <a:lnTo>
                  <a:pt x="95" y="62"/>
                </a:lnTo>
                <a:lnTo>
                  <a:pt x="95" y="59"/>
                </a:lnTo>
                <a:lnTo>
                  <a:pt x="95" y="58"/>
                </a:lnTo>
                <a:lnTo>
                  <a:pt x="95" y="56"/>
                </a:lnTo>
                <a:lnTo>
                  <a:pt x="97" y="55"/>
                </a:lnTo>
                <a:lnTo>
                  <a:pt x="97" y="53"/>
                </a:lnTo>
                <a:lnTo>
                  <a:pt x="99" y="52"/>
                </a:lnTo>
                <a:lnTo>
                  <a:pt x="101" y="51"/>
                </a:lnTo>
                <a:lnTo>
                  <a:pt x="102" y="51"/>
                </a:lnTo>
                <a:lnTo>
                  <a:pt x="104" y="51"/>
                </a:lnTo>
                <a:lnTo>
                  <a:pt x="104" y="51"/>
                </a:lnTo>
                <a:close/>
                <a:moveTo>
                  <a:pt x="97" y="96"/>
                </a:moveTo>
                <a:lnTo>
                  <a:pt x="95" y="96"/>
                </a:lnTo>
                <a:lnTo>
                  <a:pt x="93" y="98"/>
                </a:lnTo>
                <a:lnTo>
                  <a:pt x="91" y="99"/>
                </a:lnTo>
                <a:lnTo>
                  <a:pt x="89" y="100"/>
                </a:lnTo>
                <a:lnTo>
                  <a:pt x="86" y="104"/>
                </a:lnTo>
                <a:lnTo>
                  <a:pt x="84" y="106"/>
                </a:lnTo>
                <a:lnTo>
                  <a:pt x="81" y="108"/>
                </a:lnTo>
                <a:lnTo>
                  <a:pt x="80" y="112"/>
                </a:lnTo>
                <a:lnTo>
                  <a:pt x="77" y="115"/>
                </a:lnTo>
                <a:lnTo>
                  <a:pt x="77" y="119"/>
                </a:lnTo>
                <a:lnTo>
                  <a:pt x="75" y="120"/>
                </a:lnTo>
                <a:lnTo>
                  <a:pt x="74" y="120"/>
                </a:lnTo>
                <a:lnTo>
                  <a:pt x="73" y="120"/>
                </a:lnTo>
                <a:lnTo>
                  <a:pt x="69" y="120"/>
                </a:lnTo>
                <a:lnTo>
                  <a:pt x="65" y="121"/>
                </a:lnTo>
                <a:lnTo>
                  <a:pt x="61" y="122"/>
                </a:lnTo>
                <a:lnTo>
                  <a:pt x="58" y="122"/>
                </a:lnTo>
                <a:lnTo>
                  <a:pt x="54" y="121"/>
                </a:lnTo>
                <a:lnTo>
                  <a:pt x="51" y="120"/>
                </a:lnTo>
                <a:lnTo>
                  <a:pt x="49" y="120"/>
                </a:lnTo>
                <a:lnTo>
                  <a:pt x="43" y="116"/>
                </a:lnTo>
                <a:lnTo>
                  <a:pt x="37" y="112"/>
                </a:lnTo>
                <a:lnTo>
                  <a:pt x="34" y="110"/>
                </a:lnTo>
                <a:lnTo>
                  <a:pt x="31" y="108"/>
                </a:lnTo>
                <a:lnTo>
                  <a:pt x="28" y="107"/>
                </a:lnTo>
                <a:lnTo>
                  <a:pt x="25" y="105"/>
                </a:lnTo>
                <a:lnTo>
                  <a:pt x="19" y="103"/>
                </a:lnTo>
                <a:lnTo>
                  <a:pt x="17" y="102"/>
                </a:lnTo>
                <a:lnTo>
                  <a:pt x="18" y="101"/>
                </a:lnTo>
                <a:lnTo>
                  <a:pt x="21" y="98"/>
                </a:lnTo>
                <a:lnTo>
                  <a:pt x="25" y="93"/>
                </a:lnTo>
                <a:lnTo>
                  <a:pt x="29" y="89"/>
                </a:lnTo>
                <a:lnTo>
                  <a:pt x="31" y="86"/>
                </a:lnTo>
                <a:lnTo>
                  <a:pt x="33" y="82"/>
                </a:lnTo>
                <a:lnTo>
                  <a:pt x="34" y="80"/>
                </a:lnTo>
                <a:lnTo>
                  <a:pt x="36" y="79"/>
                </a:lnTo>
                <a:lnTo>
                  <a:pt x="37" y="76"/>
                </a:lnTo>
                <a:lnTo>
                  <a:pt x="39" y="75"/>
                </a:lnTo>
                <a:lnTo>
                  <a:pt x="41" y="73"/>
                </a:lnTo>
                <a:lnTo>
                  <a:pt x="43" y="72"/>
                </a:lnTo>
                <a:lnTo>
                  <a:pt x="45" y="71"/>
                </a:lnTo>
                <a:lnTo>
                  <a:pt x="47" y="69"/>
                </a:lnTo>
                <a:lnTo>
                  <a:pt x="49" y="68"/>
                </a:lnTo>
                <a:lnTo>
                  <a:pt x="53" y="67"/>
                </a:lnTo>
                <a:lnTo>
                  <a:pt x="56" y="67"/>
                </a:lnTo>
                <a:lnTo>
                  <a:pt x="60" y="67"/>
                </a:lnTo>
                <a:lnTo>
                  <a:pt x="65" y="67"/>
                </a:lnTo>
                <a:lnTo>
                  <a:pt x="68" y="67"/>
                </a:lnTo>
                <a:lnTo>
                  <a:pt x="71" y="68"/>
                </a:lnTo>
                <a:lnTo>
                  <a:pt x="74" y="69"/>
                </a:lnTo>
                <a:lnTo>
                  <a:pt x="77" y="71"/>
                </a:lnTo>
                <a:lnTo>
                  <a:pt x="80" y="72"/>
                </a:lnTo>
                <a:lnTo>
                  <a:pt x="82" y="74"/>
                </a:lnTo>
                <a:lnTo>
                  <a:pt x="85" y="76"/>
                </a:lnTo>
                <a:lnTo>
                  <a:pt x="88" y="78"/>
                </a:lnTo>
                <a:lnTo>
                  <a:pt x="90" y="81"/>
                </a:lnTo>
                <a:lnTo>
                  <a:pt x="92" y="84"/>
                </a:lnTo>
                <a:lnTo>
                  <a:pt x="93" y="88"/>
                </a:lnTo>
                <a:lnTo>
                  <a:pt x="96" y="93"/>
                </a:lnTo>
                <a:lnTo>
                  <a:pt x="97" y="95"/>
                </a:lnTo>
                <a:lnTo>
                  <a:pt x="97" y="9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0320" rIns="90000" bIns="40320" anchor="ctr">
            <a:noAutofit/>
          </a:bodyPr>
          <a:lstStyle/>
          <a:p>
            <a:endParaRPr/>
          </a:p>
        </p:txBody>
      </p:sp>
      <p:sp>
        <p:nvSpPr>
          <p:cNvPr id="189" name="ïṩļïḓe">
            <a:extLst>
              <a:ext uri="{FF2B5EF4-FFF2-40B4-BE49-F238E27FC236}">
                <a16:creationId xmlns:a16="http://schemas.microsoft.com/office/drawing/2014/main" id="{49ED6A7F-09FB-4E21-B22A-9CA7320EAB89}"/>
              </a:ext>
            </a:extLst>
          </p:cNvPr>
          <p:cNvSpPr>
            <a:spLocks noGrp="1"/>
          </p:cNvSpPr>
          <p:nvPr/>
        </p:nvSpPr>
        <p:spPr>
          <a:xfrm>
            <a:off x="692640" y="666720"/>
            <a:ext cx="64800" cy="59040"/>
          </a:xfrm>
          <a:custGeom>
            <a:avLst/>
            <a:gdLst>
              <a:gd name="textAreaLeft" fmla="*/ 0 w 64800"/>
              <a:gd name="textAreaRight" fmla="*/ 65160 w 64800"/>
              <a:gd name="textAreaTop" fmla="*/ 0 h 59040"/>
              <a:gd name="textAreaBottom" fmla="*/ 59400 h 59040"/>
              <a:gd name="GluePoint1X" fmla="*/ 27 w 149"/>
              <a:gd name="GluePoint1Y" fmla="*/ 59 h 136"/>
              <a:gd name="GluePoint2X" fmla="*/ 21 w 149"/>
              <a:gd name="GluePoint2Y" fmla="*/ 66 h 136"/>
              <a:gd name="GluePoint3X" fmla="*/ 19 w 149"/>
              <a:gd name="GluePoint3Y" fmla="*/ 59 h 136"/>
              <a:gd name="GluePoint4X" fmla="*/ 9 w 149"/>
              <a:gd name="GluePoint4Y" fmla="*/ 54 h 136"/>
              <a:gd name="GluePoint5X" fmla="*/ 1 w 149"/>
              <a:gd name="GluePoint5Y" fmla="*/ 49 h 136"/>
              <a:gd name="GluePoint6X" fmla="*/ 3 w 149"/>
              <a:gd name="GluePoint6Y" fmla="*/ 35 h 136"/>
              <a:gd name="GluePoint7X" fmla="*/ 9 w 149"/>
              <a:gd name="GluePoint7Y" fmla="*/ 34 h 136"/>
              <a:gd name="GluePoint8X" fmla="*/ 20 w 149"/>
              <a:gd name="GluePoint8Y" fmla="*/ 43 h 136"/>
              <a:gd name="GluePoint9X" fmla="*/ 21 w 149"/>
              <a:gd name="GluePoint9Y" fmla="*/ 35 h 136"/>
              <a:gd name="GluePoint10X" fmla="*/ 8 w 149"/>
              <a:gd name="GluePoint10Y" fmla="*/ 8 h 136"/>
              <a:gd name="GluePoint11X" fmla="*/ 17 w 149"/>
              <a:gd name="GluePoint11Y" fmla="*/ 0 h 136"/>
              <a:gd name="GluePoint12X" fmla="*/ 24 w 149"/>
              <a:gd name="GluePoint12Y" fmla="*/ 6 h 136"/>
              <a:gd name="GluePoint13X" fmla="*/ 29 w 149"/>
              <a:gd name="GluePoint13Y" fmla="*/ 38 h 136"/>
              <a:gd name="GluePoint14X" fmla="*/ 31 w 149"/>
              <a:gd name="GluePoint14Y" fmla="*/ 49 h 136"/>
              <a:gd name="GluePoint15X" fmla="*/ 46 w 149"/>
              <a:gd name="GluePoint15Y" fmla="*/ 61 h 136"/>
              <a:gd name="GluePoint16X" fmla="*/ 46 w 149"/>
              <a:gd name="GluePoint16Y" fmla="*/ 55 h 136"/>
              <a:gd name="GluePoint17X" fmla="*/ 41 w 149"/>
              <a:gd name="GluePoint17Y" fmla="*/ 43 h 136"/>
              <a:gd name="GluePoint18X" fmla="*/ 47 w 149"/>
              <a:gd name="GluePoint18Y" fmla="*/ 41 h 136"/>
              <a:gd name="GluePoint19X" fmla="*/ 34 w 149"/>
              <a:gd name="GluePoint19Y" fmla="*/ 24 h 136"/>
              <a:gd name="GluePoint20X" fmla="*/ 38 w 149"/>
              <a:gd name="GluePoint20Y" fmla="*/ 19 h 136"/>
              <a:gd name="GluePoint21X" fmla="*/ 45 w 149"/>
              <a:gd name="GluePoint21Y" fmla="*/ 26 h 136"/>
              <a:gd name="GluePoint22X" fmla="*/ 49 w 149"/>
              <a:gd name="GluePoint22Y" fmla="*/ 28 h 136"/>
              <a:gd name="GluePoint23X" fmla="*/ 45 w 149"/>
              <a:gd name="GluePoint23Y" fmla="*/ 10 h 136"/>
              <a:gd name="GluePoint24X" fmla="*/ 50 w 149"/>
              <a:gd name="GluePoint24Y" fmla="*/ 8 h 136"/>
              <a:gd name="GluePoint25X" fmla="*/ 53 w 149"/>
              <a:gd name="GluePoint25Y" fmla="*/ 28 h 136"/>
              <a:gd name="GluePoint26X" fmla="*/ 67 w 149"/>
              <a:gd name="GluePoint26Y" fmla="*/ 56 h 136"/>
              <a:gd name="GluePoint27X" fmla="*/ 68 w 149"/>
              <a:gd name="GluePoint27Y" fmla="*/ 37 h 136"/>
              <a:gd name="GluePoint28X" fmla="*/ 70 w 149"/>
              <a:gd name="GluePoint28Y" fmla="*/ 13 h 136"/>
              <a:gd name="GluePoint29X" fmla="*/ 77 w 149"/>
              <a:gd name="GluePoint29Y" fmla="*/ 20 h 136"/>
              <a:gd name="GluePoint30X" fmla="*/ 73 w 149"/>
              <a:gd name="GluePoint30Y" fmla="*/ 37 h 136"/>
              <a:gd name="GluePoint31X" fmla="*/ 85 w 149"/>
              <a:gd name="GluePoint31Y" fmla="*/ 64 h 136"/>
              <a:gd name="GluePoint32X" fmla="*/ 97 w 149"/>
              <a:gd name="GluePoint32Y" fmla="*/ 67 h 136"/>
              <a:gd name="GluePoint33X" fmla="*/ 100 w 149"/>
              <a:gd name="GluePoint33Y" fmla="*/ 55 h 136"/>
              <a:gd name="GluePoint34X" fmla="*/ 106 w 149"/>
              <a:gd name="GluePoint34Y" fmla="*/ 59 h 136"/>
              <a:gd name="GluePoint35X" fmla="*/ 105 w 149"/>
              <a:gd name="GluePoint35Y" fmla="*/ 71 h 136"/>
              <a:gd name="GluePoint36X" fmla="*/ 142 w 149"/>
              <a:gd name="GluePoint36Y" fmla="*/ 82 h 136"/>
              <a:gd name="GluePoint37X" fmla="*/ 148 w 149"/>
              <a:gd name="GluePoint37Y" fmla="*/ 91 h 136"/>
              <a:gd name="GluePoint38X" fmla="*/ 132 w 149"/>
              <a:gd name="GluePoint38Y" fmla="*/ 98 h 136"/>
              <a:gd name="GluePoint39X" fmla="*/ 133 w 149"/>
              <a:gd name="GluePoint39Y" fmla="*/ 92 h 136"/>
              <a:gd name="GluePoint40X" fmla="*/ 109 w 149"/>
              <a:gd name="GluePoint40Y" fmla="*/ 80 h 136"/>
              <a:gd name="GluePoint41X" fmla="*/ 109 w 149"/>
              <a:gd name="GluePoint41Y" fmla="*/ 91 h 136"/>
              <a:gd name="GluePoint42X" fmla="*/ 113 w 149"/>
              <a:gd name="GluePoint42Y" fmla="*/ 101 h 136"/>
              <a:gd name="GluePoint43X" fmla="*/ 101 w 149"/>
              <a:gd name="GluePoint43Y" fmla="*/ 104 h 136"/>
              <a:gd name="GluePoint44X" fmla="*/ 97 w 149"/>
              <a:gd name="GluePoint44Y" fmla="*/ 87 h 136"/>
              <a:gd name="GluePoint45X" fmla="*/ 76 w 149"/>
              <a:gd name="GluePoint45Y" fmla="*/ 71 h 136"/>
              <a:gd name="GluePoint46X" fmla="*/ 81 w 149"/>
              <a:gd name="GluePoint46Y" fmla="*/ 96 h 136"/>
              <a:gd name="GluePoint47X" fmla="*/ 91 w 149"/>
              <a:gd name="GluePoint47Y" fmla="*/ 125 h 136"/>
              <a:gd name="GluePoint48X" fmla="*/ 86 w 149"/>
              <a:gd name="GluePoint48Y" fmla="*/ 136 h 136"/>
              <a:gd name="GluePoint49X" fmla="*/ 76 w 149"/>
              <a:gd name="GluePoint49Y" fmla="*/ 124 h 136"/>
              <a:gd name="GluePoint50X" fmla="*/ 70 w 149"/>
              <a:gd name="GluePoint50Y" fmla="*/ 78 h 136"/>
              <a:gd name="GluePoint51X" fmla="*/ 57 w 149"/>
              <a:gd name="GluePoint51Y" fmla="*/ 60 h 136"/>
              <a:gd name="GluePoint52X" fmla="*/ 55 w 149"/>
              <a:gd name="GluePoint52Y" fmla="*/ 71 h 136"/>
              <a:gd name="GluePoint53X" fmla="*/ 56 w 149"/>
              <a:gd name="GluePoint53Y" fmla="*/ 91 h 136"/>
              <a:gd name="GluePoint54X" fmla="*/ 47 w 149"/>
              <a:gd name="GluePoint54Y" fmla="*/ 89 h 136"/>
              <a:gd name="GluePoint55X" fmla="*/ 41 w 149"/>
              <a:gd name="GluePoint55Y" fmla="*/ 68 h 136"/>
            </a:gdLst>
            <a:ahLst/>
            <a:cxnLst/>
            <a:rect l="textAreaLeft" t="textAreaTop" r="textAreaRight" b="textAreaBottom"/>
            <a:pathLst>
              <a:path w="149" h="136">
                <a:moveTo>
                  <a:pt x="32" y="60"/>
                </a:moveTo>
                <a:lnTo>
                  <a:pt x="31" y="60"/>
                </a:lnTo>
                <a:lnTo>
                  <a:pt x="29" y="59"/>
                </a:lnTo>
                <a:lnTo>
                  <a:pt x="29" y="58"/>
                </a:lnTo>
                <a:lnTo>
                  <a:pt x="28" y="58"/>
                </a:lnTo>
                <a:lnTo>
                  <a:pt x="27" y="58"/>
                </a:lnTo>
                <a:lnTo>
                  <a:pt x="27" y="59"/>
                </a:lnTo>
                <a:lnTo>
                  <a:pt x="26" y="62"/>
                </a:lnTo>
                <a:lnTo>
                  <a:pt x="25" y="64"/>
                </a:lnTo>
                <a:lnTo>
                  <a:pt x="25" y="66"/>
                </a:lnTo>
                <a:lnTo>
                  <a:pt x="24" y="66"/>
                </a:lnTo>
                <a:lnTo>
                  <a:pt x="24" y="67"/>
                </a:lnTo>
                <a:lnTo>
                  <a:pt x="23" y="67"/>
                </a:lnTo>
                <a:lnTo>
                  <a:pt x="21" y="66"/>
                </a:lnTo>
                <a:lnTo>
                  <a:pt x="20" y="66"/>
                </a:lnTo>
                <a:lnTo>
                  <a:pt x="19" y="65"/>
                </a:lnTo>
                <a:lnTo>
                  <a:pt x="18" y="65"/>
                </a:lnTo>
                <a:lnTo>
                  <a:pt x="18" y="64"/>
                </a:lnTo>
                <a:lnTo>
                  <a:pt x="18" y="63"/>
                </a:lnTo>
                <a:lnTo>
                  <a:pt x="18" y="62"/>
                </a:lnTo>
                <a:lnTo>
                  <a:pt x="19" y="59"/>
                </a:lnTo>
                <a:lnTo>
                  <a:pt x="19" y="58"/>
                </a:lnTo>
                <a:lnTo>
                  <a:pt x="19" y="57"/>
                </a:lnTo>
                <a:lnTo>
                  <a:pt x="19" y="56"/>
                </a:lnTo>
                <a:lnTo>
                  <a:pt x="18" y="56"/>
                </a:lnTo>
                <a:lnTo>
                  <a:pt x="16" y="55"/>
                </a:lnTo>
                <a:lnTo>
                  <a:pt x="13" y="55"/>
                </a:lnTo>
                <a:lnTo>
                  <a:pt x="9" y="54"/>
                </a:lnTo>
                <a:lnTo>
                  <a:pt x="8" y="53"/>
                </a:lnTo>
                <a:lnTo>
                  <a:pt x="7" y="52"/>
                </a:lnTo>
                <a:lnTo>
                  <a:pt x="5" y="52"/>
                </a:lnTo>
                <a:lnTo>
                  <a:pt x="3" y="51"/>
                </a:lnTo>
                <a:lnTo>
                  <a:pt x="2" y="51"/>
                </a:lnTo>
                <a:lnTo>
                  <a:pt x="1" y="50"/>
                </a:lnTo>
                <a:lnTo>
                  <a:pt x="1" y="49"/>
                </a:lnTo>
                <a:lnTo>
                  <a:pt x="0" y="46"/>
                </a:lnTo>
                <a:lnTo>
                  <a:pt x="1" y="43"/>
                </a:lnTo>
                <a:lnTo>
                  <a:pt x="1" y="41"/>
                </a:lnTo>
                <a:lnTo>
                  <a:pt x="1" y="39"/>
                </a:lnTo>
                <a:lnTo>
                  <a:pt x="1" y="38"/>
                </a:lnTo>
                <a:lnTo>
                  <a:pt x="2" y="37"/>
                </a:lnTo>
                <a:lnTo>
                  <a:pt x="3" y="35"/>
                </a:lnTo>
                <a:lnTo>
                  <a:pt x="4" y="35"/>
                </a:lnTo>
                <a:lnTo>
                  <a:pt x="5" y="34"/>
                </a:lnTo>
                <a:lnTo>
                  <a:pt x="5" y="34"/>
                </a:lnTo>
                <a:lnTo>
                  <a:pt x="6" y="34"/>
                </a:lnTo>
                <a:lnTo>
                  <a:pt x="7" y="34"/>
                </a:lnTo>
                <a:lnTo>
                  <a:pt x="9" y="34"/>
                </a:lnTo>
                <a:lnTo>
                  <a:pt x="9" y="34"/>
                </a:lnTo>
                <a:lnTo>
                  <a:pt x="10" y="34"/>
                </a:lnTo>
                <a:lnTo>
                  <a:pt x="11" y="35"/>
                </a:lnTo>
                <a:lnTo>
                  <a:pt x="12" y="35"/>
                </a:lnTo>
                <a:lnTo>
                  <a:pt x="13" y="37"/>
                </a:lnTo>
                <a:lnTo>
                  <a:pt x="16" y="39"/>
                </a:lnTo>
                <a:lnTo>
                  <a:pt x="19" y="42"/>
                </a:lnTo>
                <a:lnTo>
                  <a:pt x="20" y="43"/>
                </a:lnTo>
                <a:lnTo>
                  <a:pt x="21" y="43"/>
                </a:lnTo>
                <a:lnTo>
                  <a:pt x="21" y="43"/>
                </a:lnTo>
                <a:lnTo>
                  <a:pt x="22" y="43"/>
                </a:lnTo>
                <a:lnTo>
                  <a:pt x="22" y="43"/>
                </a:lnTo>
                <a:lnTo>
                  <a:pt x="22" y="42"/>
                </a:lnTo>
                <a:lnTo>
                  <a:pt x="21" y="39"/>
                </a:lnTo>
                <a:lnTo>
                  <a:pt x="21" y="35"/>
                </a:lnTo>
                <a:lnTo>
                  <a:pt x="19" y="30"/>
                </a:lnTo>
                <a:lnTo>
                  <a:pt x="17" y="26"/>
                </a:lnTo>
                <a:lnTo>
                  <a:pt x="14" y="19"/>
                </a:lnTo>
                <a:lnTo>
                  <a:pt x="11" y="14"/>
                </a:lnTo>
                <a:lnTo>
                  <a:pt x="9" y="12"/>
                </a:lnTo>
                <a:lnTo>
                  <a:pt x="9" y="10"/>
                </a:lnTo>
                <a:lnTo>
                  <a:pt x="8" y="8"/>
                </a:lnTo>
                <a:lnTo>
                  <a:pt x="8" y="7"/>
                </a:lnTo>
                <a:lnTo>
                  <a:pt x="9" y="6"/>
                </a:lnTo>
                <a:lnTo>
                  <a:pt x="9" y="4"/>
                </a:lnTo>
                <a:lnTo>
                  <a:pt x="11" y="2"/>
                </a:lnTo>
                <a:lnTo>
                  <a:pt x="12" y="2"/>
                </a:lnTo>
                <a:lnTo>
                  <a:pt x="14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20" y="1"/>
                </a:lnTo>
                <a:lnTo>
                  <a:pt x="21" y="2"/>
                </a:lnTo>
                <a:lnTo>
                  <a:pt x="23" y="3"/>
                </a:lnTo>
                <a:lnTo>
                  <a:pt x="24" y="4"/>
                </a:lnTo>
                <a:lnTo>
                  <a:pt x="24" y="6"/>
                </a:lnTo>
                <a:lnTo>
                  <a:pt x="24" y="9"/>
                </a:lnTo>
                <a:lnTo>
                  <a:pt x="24" y="13"/>
                </a:lnTo>
                <a:lnTo>
                  <a:pt x="25" y="17"/>
                </a:lnTo>
                <a:lnTo>
                  <a:pt x="27" y="23"/>
                </a:lnTo>
                <a:lnTo>
                  <a:pt x="27" y="28"/>
                </a:lnTo>
                <a:lnTo>
                  <a:pt x="28" y="32"/>
                </a:lnTo>
                <a:lnTo>
                  <a:pt x="29" y="38"/>
                </a:lnTo>
                <a:lnTo>
                  <a:pt x="29" y="41"/>
                </a:lnTo>
                <a:lnTo>
                  <a:pt x="29" y="45"/>
                </a:lnTo>
                <a:lnTo>
                  <a:pt x="29" y="46"/>
                </a:lnTo>
                <a:lnTo>
                  <a:pt x="29" y="47"/>
                </a:lnTo>
                <a:lnTo>
                  <a:pt x="29" y="48"/>
                </a:lnTo>
                <a:lnTo>
                  <a:pt x="30" y="49"/>
                </a:lnTo>
                <a:lnTo>
                  <a:pt x="31" y="49"/>
                </a:lnTo>
                <a:lnTo>
                  <a:pt x="32" y="49"/>
                </a:lnTo>
                <a:lnTo>
                  <a:pt x="33" y="50"/>
                </a:lnTo>
                <a:lnTo>
                  <a:pt x="36" y="52"/>
                </a:lnTo>
                <a:lnTo>
                  <a:pt x="39" y="55"/>
                </a:lnTo>
                <a:lnTo>
                  <a:pt x="41" y="57"/>
                </a:lnTo>
                <a:lnTo>
                  <a:pt x="44" y="59"/>
                </a:lnTo>
                <a:lnTo>
                  <a:pt x="46" y="61"/>
                </a:lnTo>
                <a:lnTo>
                  <a:pt x="46" y="61"/>
                </a:lnTo>
                <a:lnTo>
                  <a:pt x="47" y="61"/>
                </a:lnTo>
                <a:lnTo>
                  <a:pt x="47" y="60"/>
                </a:lnTo>
                <a:lnTo>
                  <a:pt x="47" y="59"/>
                </a:lnTo>
                <a:lnTo>
                  <a:pt x="47" y="57"/>
                </a:lnTo>
                <a:lnTo>
                  <a:pt x="47" y="56"/>
                </a:lnTo>
                <a:lnTo>
                  <a:pt x="46" y="55"/>
                </a:lnTo>
                <a:lnTo>
                  <a:pt x="46" y="54"/>
                </a:lnTo>
                <a:lnTo>
                  <a:pt x="44" y="51"/>
                </a:lnTo>
                <a:lnTo>
                  <a:pt x="41" y="47"/>
                </a:lnTo>
                <a:lnTo>
                  <a:pt x="41" y="46"/>
                </a:lnTo>
                <a:lnTo>
                  <a:pt x="41" y="44"/>
                </a:lnTo>
                <a:lnTo>
                  <a:pt x="41" y="43"/>
                </a:lnTo>
                <a:lnTo>
                  <a:pt x="41" y="43"/>
                </a:lnTo>
                <a:lnTo>
                  <a:pt x="41" y="42"/>
                </a:lnTo>
                <a:lnTo>
                  <a:pt x="41" y="42"/>
                </a:lnTo>
                <a:lnTo>
                  <a:pt x="44" y="42"/>
                </a:lnTo>
                <a:lnTo>
                  <a:pt x="46" y="42"/>
                </a:lnTo>
                <a:lnTo>
                  <a:pt x="47" y="42"/>
                </a:lnTo>
                <a:lnTo>
                  <a:pt x="47" y="42"/>
                </a:lnTo>
                <a:lnTo>
                  <a:pt x="47" y="41"/>
                </a:lnTo>
                <a:lnTo>
                  <a:pt x="46" y="40"/>
                </a:lnTo>
                <a:lnTo>
                  <a:pt x="44" y="37"/>
                </a:lnTo>
                <a:lnTo>
                  <a:pt x="41" y="34"/>
                </a:lnTo>
                <a:lnTo>
                  <a:pt x="38" y="30"/>
                </a:lnTo>
                <a:lnTo>
                  <a:pt x="37" y="28"/>
                </a:lnTo>
                <a:lnTo>
                  <a:pt x="35" y="26"/>
                </a:lnTo>
                <a:lnTo>
                  <a:pt x="34" y="24"/>
                </a:lnTo>
                <a:lnTo>
                  <a:pt x="33" y="22"/>
                </a:lnTo>
                <a:lnTo>
                  <a:pt x="33" y="22"/>
                </a:lnTo>
                <a:lnTo>
                  <a:pt x="34" y="21"/>
                </a:lnTo>
                <a:lnTo>
                  <a:pt x="35" y="19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9"/>
                </a:lnTo>
                <a:lnTo>
                  <a:pt x="41" y="20"/>
                </a:lnTo>
                <a:lnTo>
                  <a:pt x="41" y="22"/>
                </a:lnTo>
                <a:lnTo>
                  <a:pt x="42" y="23"/>
                </a:lnTo>
                <a:lnTo>
                  <a:pt x="44" y="25"/>
                </a:lnTo>
                <a:lnTo>
                  <a:pt x="44" y="26"/>
                </a:lnTo>
                <a:lnTo>
                  <a:pt x="45" y="26"/>
                </a:lnTo>
                <a:lnTo>
                  <a:pt x="45" y="27"/>
                </a:lnTo>
                <a:lnTo>
                  <a:pt x="46" y="27"/>
                </a:lnTo>
                <a:lnTo>
                  <a:pt x="47" y="28"/>
                </a:lnTo>
                <a:lnTo>
                  <a:pt x="48" y="29"/>
                </a:lnTo>
                <a:lnTo>
                  <a:pt x="49" y="29"/>
                </a:lnTo>
                <a:lnTo>
                  <a:pt x="49" y="28"/>
                </a:lnTo>
                <a:lnTo>
                  <a:pt x="49" y="28"/>
                </a:lnTo>
                <a:lnTo>
                  <a:pt x="49" y="26"/>
                </a:lnTo>
                <a:lnTo>
                  <a:pt x="48" y="23"/>
                </a:lnTo>
                <a:lnTo>
                  <a:pt x="46" y="19"/>
                </a:lnTo>
                <a:lnTo>
                  <a:pt x="45" y="16"/>
                </a:lnTo>
                <a:lnTo>
                  <a:pt x="45" y="14"/>
                </a:lnTo>
                <a:lnTo>
                  <a:pt x="45" y="13"/>
                </a:lnTo>
                <a:lnTo>
                  <a:pt x="45" y="10"/>
                </a:lnTo>
                <a:lnTo>
                  <a:pt x="46" y="8"/>
                </a:lnTo>
                <a:lnTo>
                  <a:pt x="48" y="6"/>
                </a:lnTo>
                <a:lnTo>
                  <a:pt x="48" y="6"/>
                </a:lnTo>
                <a:lnTo>
                  <a:pt x="49" y="6"/>
                </a:lnTo>
                <a:lnTo>
                  <a:pt x="49" y="6"/>
                </a:lnTo>
                <a:lnTo>
                  <a:pt x="49" y="6"/>
                </a:lnTo>
                <a:lnTo>
                  <a:pt x="50" y="8"/>
                </a:lnTo>
                <a:lnTo>
                  <a:pt x="51" y="10"/>
                </a:lnTo>
                <a:lnTo>
                  <a:pt x="51" y="12"/>
                </a:lnTo>
                <a:lnTo>
                  <a:pt x="52" y="15"/>
                </a:lnTo>
                <a:lnTo>
                  <a:pt x="53" y="18"/>
                </a:lnTo>
                <a:lnTo>
                  <a:pt x="53" y="22"/>
                </a:lnTo>
                <a:lnTo>
                  <a:pt x="53" y="26"/>
                </a:lnTo>
                <a:lnTo>
                  <a:pt x="53" y="28"/>
                </a:lnTo>
                <a:lnTo>
                  <a:pt x="53" y="30"/>
                </a:lnTo>
                <a:lnTo>
                  <a:pt x="53" y="32"/>
                </a:lnTo>
                <a:lnTo>
                  <a:pt x="56" y="37"/>
                </a:lnTo>
                <a:lnTo>
                  <a:pt x="60" y="44"/>
                </a:lnTo>
                <a:lnTo>
                  <a:pt x="64" y="51"/>
                </a:lnTo>
                <a:lnTo>
                  <a:pt x="66" y="55"/>
                </a:lnTo>
                <a:lnTo>
                  <a:pt x="67" y="56"/>
                </a:lnTo>
                <a:lnTo>
                  <a:pt x="68" y="56"/>
                </a:lnTo>
                <a:lnTo>
                  <a:pt x="68" y="56"/>
                </a:lnTo>
                <a:lnTo>
                  <a:pt x="69" y="55"/>
                </a:lnTo>
                <a:lnTo>
                  <a:pt x="69" y="55"/>
                </a:lnTo>
                <a:lnTo>
                  <a:pt x="69" y="55"/>
                </a:lnTo>
                <a:lnTo>
                  <a:pt x="68" y="47"/>
                </a:lnTo>
                <a:lnTo>
                  <a:pt x="68" y="37"/>
                </a:lnTo>
                <a:lnTo>
                  <a:pt x="68" y="30"/>
                </a:lnTo>
                <a:lnTo>
                  <a:pt x="68" y="26"/>
                </a:lnTo>
                <a:lnTo>
                  <a:pt x="68" y="22"/>
                </a:lnTo>
                <a:lnTo>
                  <a:pt x="68" y="19"/>
                </a:lnTo>
                <a:lnTo>
                  <a:pt x="69" y="16"/>
                </a:lnTo>
                <a:lnTo>
                  <a:pt x="70" y="14"/>
                </a:lnTo>
                <a:lnTo>
                  <a:pt x="70" y="13"/>
                </a:lnTo>
                <a:lnTo>
                  <a:pt x="71" y="13"/>
                </a:lnTo>
                <a:lnTo>
                  <a:pt x="72" y="12"/>
                </a:lnTo>
                <a:lnTo>
                  <a:pt x="72" y="12"/>
                </a:lnTo>
                <a:lnTo>
                  <a:pt x="73" y="14"/>
                </a:lnTo>
                <a:lnTo>
                  <a:pt x="76" y="15"/>
                </a:lnTo>
                <a:lnTo>
                  <a:pt x="77" y="18"/>
                </a:lnTo>
                <a:lnTo>
                  <a:pt x="77" y="20"/>
                </a:lnTo>
                <a:lnTo>
                  <a:pt x="77" y="22"/>
                </a:lnTo>
                <a:lnTo>
                  <a:pt x="77" y="25"/>
                </a:lnTo>
                <a:lnTo>
                  <a:pt x="76" y="26"/>
                </a:lnTo>
                <a:lnTo>
                  <a:pt x="74" y="29"/>
                </a:lnTo>
                <a:lnTo>
                  <a:pt x="74" y="30"/>
                </a:lnTo>
                <a:lnTo>
                  <a:pt x="73" y="34"/>
                </a:lnTo>
                <a:lnTo>
                  <a:pt x="73" y="37"/>
                </a:lnTo>
                <a:lnTo>
                  <a:pt x="73" y="40"/>
                </a:lnTo>
                <a:lnTo>
                  <a:pt x="73" y="47"/>
                </a:lnTo>
                <a:lnTo>
                  <a:pt x="73" y="52"/>
                </a:lnTo>
                <a:lnTo>
                  <a:pt x="74" y="56"/>
                </a:lnTo>
                <a:lnTo>
                  <a:pt x="74" y="58"/>
                </a:lnTo>
                <a:lnTo>
                  <a:pt x="78" y="60"/>
                </a:lnTo>
                <a:lnTo>
                  <a:pt x="85" y="64"/>
                </a:lnTo>
                <a:lnTo>
                  <a:pt x="89" y="66"/>
                </a:lnTo>
                <a:lnTo>
                  <a:pt x="92" y="67"/>
                </a:lnTo>
                <a:lnTo>
                  <a:pt x="94" y="67"/>
                </a:lnTo>
                <a:lnTo>
                  <a:pt x="95" y="67"/>
                </a:lnTo>
                <a:lnTo>
                  <a:pt x="96" y="67"/>
                </a:lnTo>
                <a:lnTo>
                  <a:pt x="97" y="67"/>
                </a:lnTo>
                <a:lnTo>
                  <a:pt x="97" y="67"/>
                </a:lnTo>
                <a:lnTo>
                  <a:pt x="97" y="66"/>
                </a:lnTo>
                <a:lnTo>
                  <a:pt x="97" y="63"/>
                </a:lnTo>
                <a:lnTo>
                  <a:pt x="97" y="59"/>
                </a:lnTo>
                <a:lnTo>
                  <a:pt x="97" y="58"/>
                </a:lnTo>
                <a:lnTo>
                  <a:pt x="98" y="56"/>
                </a:lnTo>
                <a:lnTo>
                  <a:pt x="99" y="55"/>
                </a:lnTo>
                <a:lnTo>
                  <a:pt x="100" y="55"/>
                </a:lnTo>
                <a:lnTo>
                  <a:pt x="101" y="55"/>
                </a:lnTo>
                <a:lnTo>
                  <a:pt x="102" y="55"/>
                </a:lnTo>
                <a:lnTo>
                  <a:pt x="104" y="55"/>
                </a:lnTo>
                <a:lnTo>
                  <a:pt x="105" y="56"/>
                </a:lnTo>
                <a:lnTo>
                  <a:pt x="105" y="57"/>
                </a:lnTo>
                <a:lnTo>
                  <a:pt x="105" y="58"/>
                </a:lnTo>
                <a:lnTo>
                  <a:pt x="106" y="59"/>
                </a:lnTo>
                <a:lnTo>
                  <a:pt x="106" y="59"/>
                </a:lnTo>
                <a:lnTo>
                  <a:pt x="105" y="63"/>
                </a:lnTo>
                <a:lnTo>
                  <a:pt x="105" y="66"/>
                </a:lnTo>
                <a:lnTo>
                  <a:pt x="104" y="67"/>
                </a:lnTo>
                <a:lnTo>
                  <a:pt x="104" y="69"/>
                </a:lnTo>
                <a:lnTo>
                  <a:pt x="105" y="71"/>
                </a:lnTo>
                <a:lnTo>
                  <a:pt x="105" y="71"/>
                </a:lnTo>
                <a:lnTo>
                  <a:pt x="110" y="73"/>
                </a:lnTo>
                <a:lnTo>
                  <a:pt x="120" y="75"/>
                </a:lnTo>
                <a:lnTo>
                  <a:pt x="129" y="78"/>
                </a:lnTo>
                <a:lnTo>
                  <a:pt x="135" y="79"/>
                </a:lnTo>
                <a:lnTo>
                  <a:pt x="137" y="80"/>
                </a:lnTo>
                <a:lnTo>
                  <a:pt x="140" y="81"/>
                </a:lnTo>
                <a:lnTo>
                  <a:pt x="142" y="82"/>
                </a:lnTo>
                <a:lnTo>
                  <a:pt x="145" y="84"/>
                </a:lnTo>
                <a:lnTo>
                  <a:pt x="147" y="86"/>
                </a:lnTo>
                <a:lnTo>
                  <a:pt x="149" y="87"/>
                </a:lnTo>
                <a:lnTo>
                  <a:pt x="149" y="88"/>
                </a:lnTo>
                <a:lnTo>
                  <a:pt x="149" y="89"/>
                </a:lnTo>
                <a:lnTo>
                  <a:pt x="148" y="90"/>
                </a:lnTo>
                <a:lnTo>
                  <a:pt x="148" y="91"/>
                </a:lnTo>
                <a:lnTo>
                  <a:pt x="144" y="95"/>
                </a:lnTo>
                <a:lnTo>
                  <a:pt x="140" y="97"/>
                </a:lnTo>
                <a:lnTo>
                  <a:pt x="137" y="98"/>
                </a:lnTo>
                <a:lnTo>
                  <a:pt x="135" y="99"/>
                </a:lnTo>
                <a:lnTo>
                  <a:pt x="133" y="98"/>
                </a:lnTo>
                <a:lnTo>
                  <a:pt x="133" y="98"/>
                </a:lnTo>
                <a:lnTo>
                  <a:pt x="132" y="98"/>
                </a:lnTo>
                <a:lnTo>
                  <a:pt x="132" y="97"/>
                </a:lnTo>
                <a:lnTo>
                  <a:pt x="132" y="96"/>
                </a:lnTo>
                <a:lnTo>
                  <a:pt x="133" y="95"/>
                </a:lnTo>
                <a:lnTo>
                  <a:pt x="133" y="95"/>
                </a:lnTo>
                <a:lnTo>
                  <a:pt x="133" y="94"/>
                </a:lnTo>
                <a:lnTo>
                  <a:pt x="133" y="93"/>
                </a:lnTo>
                <a:lnTo>
                  <a:pt x="133" y="92"/>
                </a:lnTo>
                <a:lnTo>
                  <a:pt x="131" y="91"/>
                </a:lnTo>
                <a:lnTo>
                  <a:pt x="129" y="90"/>
                </a:lnTo>
                <a:lnTo>
                  <a:pt x="126" y="88"/>
                </a:lnTo>
                <a:lnTo>
                  <a:pt x="122" y="87"/>
                </a:lnTo>
                <a:lnTo>
                  <a:pt x="115" y="83"/>
                </a:lnTo>
                <a:lnTo>
                  <a:pt x="110" y="81"/>
                </a:lnTo>
                <a:lnTo>
                  <a:pt x="109" y="80"/>
                </a:lnTo>
                <a:lnTo>
                  <a:pt x="107" y="80"/>
                </a:lnTo>
                <a:lnTo>
                  <a:pt x="107" y="80"/>
                </a:lnTo>
                <a:lnTo>
                  <a:pt x="106" y="80"/>
                </a:lnTo>
                <a:lnTo>
                  <a:pt x="106" y="83"/>
                </a:lnTo>
                <a:lnTo>
                  <a:pt x="107" y="86"/>
                </a:lnTo>
                <a:lnTo>
                  <a:pt x="108" y="89"/>
                </a:lnTo>
                <a:lnTo>
                  <a:pt x="109" y="91"/>
                </a:lnTo>
                <a:lnTo>
                  <a:pt x="110" y="92"/>
                </a:lnTo>
                <a:lnTo>
                  <a:pt x="113" y="95"/>
                </a:lnTo>
                <a:lnTo>
                  <a:pt x="113" y="97"/>
                </a:lnTo>
                <a:lnTo>
                  <a:pt x="113" y="99"/>
                </a:lnTo>
                <a:lnTo>
                  <a:pt x="113" y="99"/>
                </a:lnTo>
                <a:lnTo>
                  <a:pt x="113" y="100"/>
                </a:lnTo>
                <a:lnTo>
                  <a:pt x="113" y="101"/>
                </a:lnTo>
                <a:lnTo>
                  <a:pt x="112" y="102"/>
                </a:lnTo>
                <a:lnTo>
                  <a:pt x="109" y="103"/>
                </a:lnTo>
                <a:lnTo>
                  <a:pt x="108" y="104"/>
                </a:lnTo>
                <a:lnTo>
                  <a:pt x="105" y="104"/>
                </a:lnTo>
                <a:lnTo>
                  <a:pt x="104" y="104"/>
                </a:lnTo>
                <a:lnTo>
                  <a:pt x="102" y="104"/>
                </a:lnTo>
                <a:lnTo>
                  <a:pt x="101" y="104"/>
                </a:lnTo>
                <a:lnTo>
                  <a:pt x="100" y="103"/>
                </a:lnTo>
                <a:lnTo>
                  <a:pt x="100" y="103"/>
                </a:lnTo>
                <a:lnTo>
                  <a:pt x="100" y="100"/>
                </a:lnTo>
                <a:lnTo>
                  <a:pt x="100" y="99"/>
                </a:lnTo>
                <a:lnTo>
                  <a:pt x="100" y="96"/>
                </a:lnTo>
                <a:lnTo>
                  <a:pt x="98" y="91"/>
                </a:lnTo>
                <a:lnTo>
                  <a:pt x="97" y="87"/>
                </a:lnTo>
                <a:lnTo>
                  <a:pt x="97" y="83"/>
                </a:lnTo>
                <a:lnTo>
                  <a:pt x="97" y="79"/>
                </a:lnTo>
                <a:lnTo>
                  <a:pt x="97" y="77"/>
                </a:lnTo>
                <a:lnTo>
                  <a:pt x="77" y="70"/>
                </a:lnTo>
                <a:lnTo>
                  <a:pt x="77" y="70"/>
                </a:lnTo>
                <a:lnTo>
                  <a:pt x="77" y="70"/>
                </a:lnTo>
                <a:lnTo>
                  <a:pt x="76" y="71"/>
                </a:lnTo>
                <a:lnTo>
                  <a:pt x="76" y="71"/>
                </a:lnTo>
                <a:lnTo>
                  <a:pt x="76" y="72"/>
                </a:lnTo>
                <a:lnTo>
                  <a:pt x="76" y="74"/>
                </a:lnTo>
                <a:lnTo>
                  <a:pt x="77" y="79"/>
                </a:lnTo>
                <a:lnTo>
                  <a:pt x="78" y="87"/>
                </a:lnTo>
                <a:lnTo>
                  <a:pt x="79" y="91"/>
                </a:lnTo>
                <a:lnTo>
                  <a:pt x="81" y="96"/>
                </a:lnTo>
                <a:lnTo>
                  <a:pt x="82" y="101"/>
                </a:lnTo>
                <a:lnTo>
                  <a:pt x="84" y="106"/>
                </a:lnTo>
                <a:lnTo>
                  <a:pt x="87" y="115"/>
                </a:lnTo>
                <a:lnTo>
                  <a:pt x="90" y="120"/>
                </a:lnTo>
                <a:lnTo>
                  <a:pt x="90" y="122"/>
                </a:lnTo>
                <a:lnTo>
                  <a:pt x="91" y="123"/>
                </a:lnTo>
                <a:lnTo>
                  <a:pt x="91" y="125"/>
                </a:lnTo>
                <a:lnTo>
                  <a:pt x="91" y="127"/>
                </a:lnTo>
                <a:lnTo>
                  <a:pt x="90" y="130"/>
                </a:lnTo>
                <a:lnTo>
                  <a:pt x="89" y="132"/>
                </a:lnTo>
                <a:lnTo>
                  <a:pt x="89" y="134"/>
                </a:lnTo>
                <a:lnTo>
                  <a:pt x="88" y="135"/>
                </a:lnTo>
                <a:lnTo>
                  <a:pt x="86" y="136"/>
                </a:lnTo>
                <a:lnTo>
                  <a:pt x="86" y="136"/>
                </a:lnTo>
                <a:lnTo>
                  <a:pt x="85" y="136"/>
                </a:lnTo>
                <a:lnTo>
                  <a:pt x="85" y="136"/>
                </a:lnTo>
                <a:lnTo>
                  <a:pt x="82" y="135"/>
                </a:lnTo>
                <a:lnTo>
                  <a:pt x="79" y="134"/>
                </a:lnTo>
                <a:lnTo>
                  <a:pt x="77" y="131"/>
                </a:lnTo>
                <a:lnTo>
                  <a:pt x="77" y="127"/>
                </a:lnTo>
                <a:lnTo>
                  <a:pt x="76" y="124"/>
                </a:lnTo>
                <a:lnTo>
                  <a:pt x="75" y="121"/>
                </a:lnTo>
                <a:lnTo>
                  <a:pt x="73" y="114"/>
                </a:lnTo>
                <a:lnTo>
                  <a:pt x="73" y="106"/>
                </a:lnTo>
                <a:lnTo>
                  <a:pt x="72" y="99"/>
                </a:lnTo>
                <a:lnTo>
                  <a:pt x="72" y="91"/>
                </a:lnTo>
                <a:lnTo>
                  <a:pt x="71" y="84"/>
                </a:lnTo>
                <a:lnTo>
                  <a:pt x="70" y="78"/>
                </a:lnTo>
                <a:lnTo>
                  <a:pt x="70" y="73"/>
                </a:lnTo>
                <a:lnTo>
                  <a:pt x="69" y="70"/>
                </a:lnTo>
                <a:lnTo>
                  <a:pt x="69" y="67"/>
                </a:lnTo>
                <a:lnTo>
                  <a:pt x="69" y="67"/>
                </a:lnTo>
                <a:lnTo>
                  <a:pt x="67" y="66"/>
                </a:lnTo>
                <a:lnTo>
                  <a:pt x="62" y="63"/>
                </a:lnTo>
                <a:lnTo>
                  <a:pt x="57" y="60"/>
                </a:lnTo>
                <a:lnTo>
                  <a:pt x="55" y="59"/>
                </a:lnTo>
                <a:lnTo>
                  <a:pt x="54" y="59"/>
                </a:lnTo>
                <a:lnTo>
                  <a:pt x="54" y="59"/>
                </a:lnTo>
                <a:lnTo>
                  <a:pt x="54" y="60"/>
                </a:lnTo>
                <a:lnTo>
                  <a:pt x="54" y="62"/>
                </a:lnTo>
                <a:lnTo>
                  <a:pt x="54" y="67"/>
                </a:lnTo>
                <a:lnTo>
                  <a:pt x="55" y="71"/>
                </a:lnTo>
                <a:lnTo>
                  <a:pt x="55" y="75"/>
                </a:lnTo>
                <a:lnTo>
                  <a:pt x="55" y="79"/>
                </a:lnTo>
                <a:lnTo>
                  <a:pt x="57" y="83"/>
                </a:lnTo>
                <a:lnTo>
                  <a:pt x="57" y="86"/>
                </a:lnTo>
                <a:lnTo>
                  <a:pt x="57" y="87"/>
                </a:lnTo>
                <a:lnTo>
                  <a:pt x="57" y="89"/>
                </a:lnTo>
                <a:lnTo>
                  <a:pt x="56" y="91"/>
                </a:lnTo>
                <a:lnTo>
                  <a:pt x="55" y="91"/>
                </a:lnTo>
                <a:lnTo>
                  <a:pt x="53" y="92"/>
                </a:lnTo>
                <a:lnTo>
                  <a:pt x="51" y="92"/>
                </a:lnTo>
                <a:lnTo>
                  <a:pt x="49" y="92"/>
                </a:lnTo>
                <a:lnTo>
                  <a:pt x="49" y="91"/>
                </a:lnTo>
                <a:lnTo>
                  <a:pt x="48" y="90"/>
                </a:lnTo>
                <a:lnTo>
                  <a:pt x="47" y="89"/>
                </a:lnTo>
                <a:lnTo>
                  <a:pt x="47" y="87"/>
                </a:lnTo>
                <a:lnTo>
                  <a:pt x="46" y="85"/>
                </a:lnTo>
                <a:lnTo>
                  <a:pt x="46" y="78"/>
                </a:lnTo>
                <a:lnTo>
                  <a:pt x="46" y="73"/>
                </a:lnTo>
                <a:lnTo>
                  <a:pt x="45" y="71"/>
                </a:lnTo>
                <a:lnTo>
                  <a:pt x="44" y="71"/>
                </a:lnTo>
                <a:lnTo>
                  <a:pt x="41" y="68"/>
                </a:lnTo>
                <a:lnTo>
                  <a:pt x="38" y="66"/>
                </a:lnTo>
                <a:lnTo>
                  <a:pt x="35" y="63"/>
                </a:lnTo>
                <a:lnTo>
                  <a:pt x="32" y="6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" rIns="90000" bIns="14400" anchor="ctr">
            <a:noAutofit/>
          </a:bodyPr>
          <a:lstStyle/>
          <a:p>
            <a:endParaRPr/>
          </a:p>
        </p:txBody>
      </p:sp>
      <p:sp>
        <p:nvSpPr>
          <p:cNvPr id="190" name="îsḻíďê">
            <a:extLst>
              <a:ext uri="{FF2B5EF4-FFF2-40B4-BE49-F238E27FC236}">
                <a16:creationId xmlns:a16="http://schemas.microsoft.com/office/drawing/2014/main" id="{A6FA0DCC-78D6-46B5-AA06-FB9B0BA54064}"/>
              </a:ext>
            </a:extLst>
          </p:cNvPr>
          <p:cNvSpPr>
            <a:spLocks noGrp="1"/>
          </p:cNvSpPr>
          <p:nvPr/>
        </p:nvSpPr>
        <p:spPr>
          <a:xfrm>
            <a:off x="774720" y="627480"/>
            <a:ext cx="16200" cy="17280"/>
          </a:xfrm>
          <a:custGeom>
            <a:avLst/>
            <a:gdLst>
              <a:gd name="textAreaLeft" fmla="*/ 0 w 16200"/>
              <a:gd name="textAreaRight" fmla="*/ 16560 w 16200"/>
              <a:gd name="textAreaTop" fmla="*/ 0 h 17280"/>
              <a:gd name="textAreaBottom" fmla="*/ 17640 h 17280"/>
              <a:gd name="GluePoint1X" fmla="*/ 0 w 38"/>
              <a:gd name="GluePoint1Y" fmla="*/ 4 h 40"/>
              <a:gd name="GluePoint2X" fmla="*/ 0 w 38"/>
              <a:gd name="GluePoint2Y" fmla="*/ 4 h 40"/>
              <a:gd name="GluePoint3X" fmla="*/ 1 w 38"/>
              <a:gd name="GluePoint3Y" fmla="*/ 2 h 40"/>
              <a:gd name="GluePoint4X" fmla="*/ 2 w 38"/>
              <a:gd name="GluePoint4Y" fmla="*/ 1 h 40"/>
              <a:gd name="GluePoint5X" fmla="*/ 2 w 38"/>
              <a:gd name="GluePoint5Y" fmla="*/ 1 h 40"/>
              <a:gd name="GluePoint6X" fmla="*/ 3 w 38"/>
              <a:gd name="GluePoint6Y" fmla="*/ 0 h 40"/>
              <a:gd name="GluePoint7X" fmla="*/ 5 w 38"/>
              <a:gd name="GluePoint7Y" fmla="*/ 0 h 40"/>
              <a:gd name="GluePoint8X" fmla="*/ 6 w 38"/>
              <a:gd name="GluePoint8Y" fmla="*/ 0 h 40"/>
              <a:gd name="GluePoint9X" fmla="*/ 8 w 38"/>
              <a:gd name="GluePoint9Y" fmla="*/ 1 h 40"/>
              <a:gd name="GluePoint10X" fmla="*/ 10 w 38"/>
              <a:gd name="GluePoint10Y" fmla="*/ 3 h 40"/>
              <a:gd name="GluePoint11X" fmla="*/ 13 w 38"/>
              <a:gd name="GluePoint11Y" fmla="*/ 4 h 40"/>
              <a:gd name="GluePoint12X" fmla="*/ 18 w 38"/>
              <a:gd name="GluePoint12Y" fmla="*/ 8 h 40"/>
              <a:gd name="GluePoint13X" fmla="*/ 24 w 38"/>
              <a:gd name="GluePoint13Y" fmla="*/ 12 h 40"/>
              <a:gd name="GluePoint14X" fmla="*/ 29 w 38"/>
              <a:gd name="GluePoint14Y" fmla="*/ 17 h 40"/>
              <a:gd name="GluePoint15X" fmla="*/ 34 w 38"/>
              <a:gd name="GluePoint15Y" fmla="*/ 22 h 40"/>
              <a:gd name="GluePoint16X" fmla="*/ 35 w 38"/>
              <a:gd name="GluePoint16Y" fmla="*/ 24 h 40"/>
              <a:gd name="GluePoint17X" fmla="*/ 36 w 38"/>
              <a:gd name="GluePoint17Y" fmla="*/ 26 h 40"/>
              <a:gd name="GluePoint18X" fmla="*/ 38 w 38"/>
              <a:gd name="GluePoint18Y" fmla="*/ 28 h 40"/>
              <a:gd name="GluePoint19X" fmla="*/ 38 w 38"/>
              <a:gd name="GluePoint19Y" fmla="*/ 28 h 40"/>
              <a:gd name="GluePoint20X" fmla="*/ 36 w 38"/>
              <a:gd name="GluePoint20Y" fmla="*/ 31 h 40"/>
              <a:gd name="GluePoint21X" fmla="*/ 33 w 38"/>
              <a:gd name="GluePoint21Y" fmla="*/ 35 h 40"/>
              <a:gd name="GluePoint22X" fmla="*/ 31 w 38"/>
              <a:gd name="GluePoint22Y" fmla="*/ 37 h 40"/>
              <a:gd name="GluePoint23X" fmla="*/ 30 w 38"/>
              <a:gd name="GluePoint23Y" fmla="*/ 39 h 40"/>
              <a:gd name="GluePoint24X" fmla="*/ 28 w 38"/>
              <a:gd name="GluePoint24Y" fmla="*/ 40 h 40"/>
              <a:gd name="GluePoint25X" fmla="*/ 26 w 38"/>
              <a:gd name="GluePoint25Y" fmla="*/ 40 h 40"/>
              <a:gd name="GluePoint26X" fmla="*/ 26 w 38"/>
              <a:gd name="GluePoint26Y" fmla="*/ 39 h 40"/>
              <a:gd name="GluePoint27X" fmla="*/ 25 w 38"/>
              <a:gd name="GluePoint27Y" fmla="*/ 39 h 40"/>
              <a:gd name="GluePoint28X" fmla="*/ 24 w 38"/>
              <a:gd name="GluePoint28Y" fmla="*/ 37 h 40"/>
              <a:gd name="GluePoint29X" fmla="*/ 23 w 38"/>
              <a:gd name="GluePoint29Y" fmla="*/ 36 h 40"/>
              <a:gd name="GluePoint30X" fmla="*/ 22 w 38"/>
              <a:gd name="GluePoint30Y" fmla="*/ 33 h 40"/>
              <a:gd name="GluePoint31X" fmla="*/ 20 w 38"/>
              <a:gd name="GluePoint31Y" fmla="*/ 30 h 40"/>
              <a:gd name="GluePoint32X" fmla="*/ 18 w 38"/>
              <a:gd name="GluePoint32Y" fmla="*/ 27 h 40"/>
              <a:gd name="GluePoint33X" fmla="*/ 15 w 38"/>
              <a:gd name="GluePoint33Y" fmla="*/ 23 h 40"/>
              <a:gd name="GluePoint34X" fmla="*/ 14 w 38"/>
              <a:gd name="GluePoint34Y" fmla="*/ 20 h 40"/>
              <a:gd name="GluePoint35X" fmla="*/ 10 w 38"/>
              <a:gd name="GluePoint35Y" fmla="*/ 16 h 40"/>
              <a:gd name="GluePoint36X" fmla="*/ 5 w 38"/>
              <a:gd name="GluePoint36Y" fmla="*/ 10 h 40"/>
              <a:gd name="GluePoint37X" fmla="*/ 0 w 38"/>
              <a:gd name="GluePoint37Y" fmla="*/ 4 h 40"/>
            </a:gdLst>
            <a:ahLst/>
            <a:cxnLst/>
            <a:rect l="textAreaLeft" t="textAreaTop" r="textAreaRight" b="textAreaBottom"/>
            <a:pathLst>
              <a:path w="38" h="40">
                <a:moveTo>
                  <a:pt x="0" y="4"/>
                </a:moveTo>
                <a:lnTo>
                  <a:pt x="0" y="4"/>
                </a:lnTo>
                <a:lnTo>
                  <a:pt x="1" y="2"/>
                </a:lnTo>
                <a:lnTo>
                  <a:pt x="2" y="1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10" y="3"/>
                </a:lnTo>
                <a:lnTo>
                  <a:pt x="13" y="4"/>
                </a:lnTo>
                <a:lnTo>
                  <a:pt x="18" y="8"/>
                </a:lnTo>
                <a:lnTo>
                  <a:pt x="24" y="12"/>
                </a:lnTo>
                <a:lnTo>
                  <a:pt x="29" y="17"/>
                </a:lnTo>
                <a:lnTo>
                  <a:pt x="34" y="22"/>
                </a:lnTo>
                <a:lnTo>
                  <a:pt x="35" y="24"/>
                </a:lnTo>
                <a:lnTo>
                  <a:pt x="36" y="26"/>
                </a:lnTo>
                <a:lnTo>
                  <a:pt x="38" y="28"/>
                </a:lnTo>
                <a:lnTo>
                  <a:pt x="38" y="28"/>
                </a:lnTo>
                <a:lnTo>
                  <a:pt x="36" y="31"/>
                </a:lnTo>
                <a:lnTo>
                  <a:pt x="33" y="35"/>
                </a:lnTo>
                <a:lnTo>
                  <a:pt x="31" y="37"/>
                </a:lnTo>
                <a:lnTo>
                  <a:pt x="30" y="39"/>
                </a:lnTo>
                <a:lnTo>
                  <a:pt x="28" y="40"/>
                </a:lnTo>
                <a:lnTo>
                  <a:pt x="26" y="40"/>
                </a:lnTo>
                <a:lnTo>
                  <a:pt x="26" y="39"/>
                </a:lnTo>
                <a:lnTo>
                  <a:pt x="25" y="39"/>
                </a:lnTo>
                <a:lnTo>
                  <a:pt x="24" y="37"/>
                </a:lnTo>
                <a:lnTo>
                  <a:pt x="23" y="36"/>
                </a:lnTo>
                <a:lnTo>
                  <a:pt x="22" y="33"/>
                </a:lnTo>
                <a:lnTo>
                  <a:pt x="20" y="30"/>
                </a:lnTo>
                <a:lnTo>
                  <a:pt x="18" y="27"/>
                </a:lnTo>
                <a:lnTo>
                  <a:pt x="15" y="23"/>
                </a:lnTo>
                <a:lnTo>
                  <a:pt x="14" y="20"/>
                </a:lnTo>
                <a:lnTo>
                  <a:pt x="10" y="16"/>
                </a:lnTo>
                <a:lnTo>
                  <a:pt x="5" y="10"/>
                </a:lnTo>
                <a:lnTo>
                  <a:pt x="0" y="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ctr">
            <a:noAutofit/>
          </a:bodyPr>
          <a:lstStyle/>
          <a:p>
            <a:endParaRPr/>
          </a:p>
        </p:txBody>
      </p:sp>
      <p:sp>
        <p:nvSpPr>
          <p:cNvPr id="191" name="îSlíḍé">
            <a:extLst>
              <a:ext uri="{FF2B5EF4-FFF2-40B4-BE49-F238E27FC236}">
                <a16:creationId xmlns:a16="http://schemas.microsoft.com/office/drawing/2014/main" id="{C19FCDE6-7113-4FBC-80ED-98471069EBDE}"/>
              </a:ext>
            </a:extLst>
          </p:cNvPr>
          <p:cNvSpPr>
            <a:spLocks noGrp="1"/>
          </p:cNvSpPr>
          <p:nvPr/>
        </p:nvSpPr>
        <p:spPr>
          <a:xfrm>
            <a:off x="757440" y="583200"/>
            <a:ext cx="56160" cy="47160"/>
          </a:xfrm>
          <a:custGeom>
            <a:avLst/>
            <a:gdLst>
              <a:gd name="textAreaLeft" fmla="*/ 0 w 56160"/>
              <a:gd name="textAreaRight" fmla="*/ 56520 w 56160"/>
              <a:gd name="textAreaTop" fmla="*/ 0 h 47160"/>
              <a:gd name="textAreaBottom" fmla="*/ 47520 h 47160"/>
              <a:gd name="GluePoint1X" fmla="*/ 17 w 129"/>
              <a:gd name="GluePoint1Y" fmla="*/ 93 h 109"/>
              <a:gd name="GluePoint2X" fmla="*/ 11 w 129"/>
              <a:gd name="GluePoint2Y" fmla="*/ 93 h 109"/>
              <a:gd name="GluePoint3X" fmla="*/ 3 w 129"/>
              <a:gd name="GluePoint3Y" fmla="*/ 95 h 109"/>
              <a:gd name="GluePoint4X" fmla="*/ 5 w 129"/>
              <a:gd name="GluePoint4Y" fmla="*/ 86 h 109"/>
              <a:gd name="GluePoint5X" fmla="*/ 13 w 129"/>
              <a:gd name="GluePoint5Y" fmla="*/ 60 h 109"/>
              <a:gd name="GluePoint6X" fmla="*/ 16 w 129"/>
              <a:gd name="GluePoint6Y" fmla="*/ 44 h 109"/>
              <a:gd name="GluePoint7X" fmla="*/ 4 w 129"/>
              <a:gd name="GluePoint7Y" fmla="*/ 21 h 109"/>
              <a:gd name="GluePoint8X" fmla="*/ 1 w 129"/>
              <a:gd name="GluePoint8Y" fmla="*/ 15 h 109"/>
              <a:gd name="GluePoint9X" fmla="*/ 22 w 129"/>
              <a:gd name="GluePoint9Y" fmla="*/ 17 h 109"/>
              <a:gd name="GluePoint10X" fmla="*/ 27 w 129"/>
              <a:gd name="GluePoint10Y" fmla="*/ 9 h 109"/>
              <a:gd name="GluePoint11X" fmla="*/ 35 w 129"/>
              <a:gd name="GluePoint11Y" fmla="*/ 17 h 109"/>
              <a:gd name="GluePoint12X" fmla="*/ 33 w 129"/>
              <a:gd name="GluePoint12Y" fmla="*/ 37 h 109"/>
              <a:gd name="GluePoint13X" fmla="*/ 37 w 129"/>
              <a:gd name="GluePoint13Y" fmla="*/ 64 h 109"/>
              <a:gd name="GluePoint14X" fmla="*/ 42 w 129"/>
              <a:gd name="GluePoint14Y" fmla="*/ 73 h 109"/>
              <a:gd name="GluePoint15X" fmla="*/ 46 w 129"/>
              <a:gd name="GluePoint15Y" fmla="*/ 65 h 109"/>
              <a:gd name="GluePoint16X" fmla="*/ 47 w 129"/>
              <a:gd name="GluePoint16Y" fmla="*/ 50 h 109"/>
              <a:gd name="GluePoint17X" fmla="*/ 45 w 129"/>
              <a:gd name="GluePoint17Y" fmla="*/ 42 h 109"/>
              <a:gd name="GluePoint18X" fmla="*/ 46 w 129"/>
              <a:gd name="GluePoint18Y" fmla="*/ 36 h 109"/>
              <a:gd name="GluePoint19X" fmla="*/ 52 w 129"/>
              <a:gd name="GluePoint19Y" fmla="*/ 16 h 109"/>
              <a:gd name="GluePoint20X" fmla="*/ 58 w 129"/>
              <a:gd name="GluePoint20Y" fmla="*/ 1 h 109"/>
              <a:gd name="GluePoint21X" fmla="*/ 66 w 129"/>
              <a:gd name="GluePoint21Y" fmla="*/ 8 h 109"/>
              <a:gd name="GluePoint22X" fmla="*/ 101 w 129"/>
              <a:gd name="GluePoint22Y" fmla="*/ 50 h 109"/>
              <a:gd name="GluePoint23X" fmla="*/ 128 w 129"/>
              <a:gd name="GluePoint23Y" fmla="*/ 82 h 109"/>
              <a:gd name="GluePoint24X" fmla="*/ 122 w 129"/>
              <a:gd name="GluePoint24Y" fmla="*/ 89 h 109"/>
              <a:gd name="GluePoint25X" fmla="*/ 96 w 129"/>
              <a:gd name="GluePoint25Y" fmla="*/ 90 h 109"/>
              <a:gd name="GluePoint26X" fmla="*/ 102 w 129"/>
              <a:gd name="GluePoint26Y" fmla="*/ 86 h 109"/>
              <a:gd name="GluePoint27X" fmla="*/ 110 w 129"/>
              <a:gd name="GluePoint27Y" fmla="*/ 80 h 109"/>
              <a:gd name="GluePoint28X" fmla="*/ 78 w 129"/>
              <a:gd name="GluePoint28Y" fmla="*/ 41 h 109"/>
              <a:gd name="GluePoint29X" fmla="*/ 59 w 129"/>
              <a:gd name="GluePoint29Y" fmla="*/ 13 h 109"/>
              <a:gd name="GluePoint30X" fmla="*/ 55 w 129"/>
              <a:gd name="GluePoint30Y" fmla="*/ 28 h 109"/>
              <a:gd name="GluePoint31X" fmla="*/ 58 w 129"/>
              <a:gd name="GluePoint31Y" fmla="*/ 35 h 109"/>
              <a:gd name="GluePoint32X" fmla="*/ 63 w 129"/>
              <a:gd name="GluePoint32Y" fmla="*/ 41 h 109"/>
              <a:gd name="GluePoint33X" fmla="*/ 56 w 129"/>
              <a:gd name="GluePoint33Y" fmla="*/ 58 h 109"/>
              <a:gd name="GluePoint34X" fmla="*/ 58 w 129"/>
              <a:gd name="GluePoint34Y" fmla="*/ 71 h 109"/>
              <a:gd name="GluePoint35X" fmla="*/ 56 w 129"/>
              <a:gd name="GluePoint35Y" fmla="*/ 77 h 109"/>
              <a:gd name="GluePoint36X" fmla="*/ 43 w 129"/>
              <a:gd name="GluePoint36Y" fmla="*/ 96 h 109"/>
              <a:gd name="GluePoint37X" fmla="*/ 39 w 129"/>
              <a:gd name="GluePoint37Y" fmla="*/ 97 h 109"/>
              <a:gd name="GluePoint38X" fmla="*/ 42 w 129"/>
              <a:gd name="GluePoint38Y" fmla="*/ 80 h 109"/>
              <a:gd name="GluePoint39X" fmla="*/ 37 w 129"/>
              <a:gd name="GluePoint39Y" fmla="*/ 73 h 109"/>
              <a:gd name="GluePoint40X" fmla="*/ 28 w 129"/>
              <a:gd name="GluePoint40Y" fmla="*/ 57 h 109"/>
              <a:gd name="GluePoint41X" fmla="*/ 22 w 129"/>
              <a:gd name="GluePoint41Y" fmla="*/ 66 h 109"/>
              <a:gd name="GluePoint42X" fmla="*/ 70 w 129"/>
              <a:gd name="GluePoint42Y" fmla="*/ 90 h 109"/>
              <a:gd name="GluePoint43X" fmla="*/ 72 w 129"/>
              <a:gd name="GluePoint43Y" fmla="*/ 107 h 109"/>
              <a:gd name="GluePoint44X" fmla="*/ 79 w 129"/>
              <a:gd name="GluePoint44Y" fmla="*/ 101 h 109"/>
              <a:gd name="GluePoint45X" fmla="*/ 87 w 129"/>
              <a:gd name="GluePoint45Y" fmla="*/ 107 h 109"/>
              <a:gd name="GluePoint46X" fmla="*/ 96 w 129"/>
              <a:gd name="GluePoint46Y" fmla="*/ 109 h 109"/>
              <a:gd name="GluePoint47X" fmla="*/ 100 w 129"/>
              <a:gd name="GluePoint47Y" fmla="*/ 106 h 109"/>
              <a:gd name="GluePoint48X" fmla="*/ 88 w 129"/>
              <a:gd name="GluePoint48Y" fmla="*/ 89 h 109"/>
              <a:gd name="GluePoint49X" fmla="*/ 86 w 129"/>
              <a:gd name="GluePoint49Y" fmla="*/ 73 h 109"/>
              <a:gd name="GluePoint50X" fmla="*/ 80 w 129"/>
              <a:gd name="GluePoint50Y" fmla="*/ 77 h 109"/>
              <a:gd name="GluePoint51X" fmla="*/ 70 w 129"/>
              <a:gd name="GluePoint51Y" fmla="*/ 90 h 109"/>
              <a:gd name="GluePoint52X" fmla="*/ 69 w 129"/>
              <a:gd name="GluePoint52Y" fmla="*/ 82 h 109"/>
              <a:gd name="GluePoint53X" fmla="*/ 75 w 129"/>
              <a:gd name="GluePoint53Y" fmla="*/ 70 h 109"/>
              <a:gd name="GluePoint54X" fmla="*/ 71 w 129"/>
              <a:gd name="GluePoint54Y" fmla="*/ 67 h 109"/>
              <a:gd name="GluePoint55X" fmla="*/ 65 w 129"/>
              <a:gd name="GluePoint55Y" fmla="*/ 71 h 109"/>
              <a:gd name="GluePoint56X" fmla="*/ 62 w 129"/>
              <a:gd name="GluePoint56Y" fmla="*/ 77 h 109"/>
              <a:gd name="GluePoint57X" fmla="*/ 58 w 129"/>
              <a:gd name="GluePoint57Y" fmla="*/ 85 h 109"/>
              <a:gd name="GluePoint58X" fmla="*/ 62 w 129"/>
              <a:gd name="GluePoint58Y" fmla="*/ 86 h 109"/>
            </a:gdLst>
            <a:ahLst/>
            <a:cxnLst/>
            <a:rect l="textAreaLeft" t="textAreaTop" r="textAreaRight" b="textAreaBottom"/>
            <a:pathLst>
              <a:path w="129" h="109">
                <a:moveTo>
                  <a:pt x="19" y="83"/>
                </a:moveTo>
                <a:lnTo>
                  <a:pt x="19" y="84"/>
                </a:lnTo>
                <a:lnTo>
                  <a:pt x="18" y="86"/>
                </a:lnTo>
                <a:lnTo>
                  <a:pt x="18" y="89"/>
                </a:lnTo>
                <a:lnTo>
                  <a:pt x="18" y="91"/>
                </a:lnTo>
                <a:lnTo>
                  <a:pt x="17" y="93"/>
                </a:lnTo>
                <a:lnTo>
                  <a:pt x="14" y="93"/>
                </a:lnTo>
                <a:lnTo>
                  <a:pt x="14" y="93"/>
                </a:lnTo>
                <a:lnTo>
                  <a:pt x="12" y="93"/>
                </a:lnTo>
                <a:lnTo>
                  <a:pt x="11" y="93"/>
                </a:lnTo>
                <a:lnTo>
                  <a:pt x="11" y="93"/>
                </a:lnTo>
                <a:lnTo>
                  <a:pt x="11" y="93"/>
                </a:lnTo>
                <a:lnTo>
                  <a:pt x="10" y="94"/>
                </a:lnTo>
                <a:lnTo>
                  <a:pt x="10" y="95"/>
                </a:lnTo>
                <a:lnTo>
                  <a:pt x="8" y="95"/>
                </a:lnTo>
                <a:lnTo>
                  <a:pt x="6" y="95"/>
                </a:lnTo>
                <a:lnTo>
                  <a:pt x="5" y="95"/>
                </a:lnTo>
                <a:lnTo>
                  <a:pt x="3" y="95"/>
                </a:lnTo>
                <a:lnTo>
                  <a:pt x="2" y="94"/>
                </a:lnTo>
                <a:lnTo>
                  <a:pt x="2" y="93"/>
                </a:lnTo>
                <a:lnTo>
                  <a:pt x="1" y="93"/>
                </a:lnTo>
                <a:lnTo>
                  <a:pt x="2" y="92"/>
                </a:lnTo>
                <a:lnTo>
                  <a:pt x="2" y="91"/>
                </a:lnTo>
                <a:lnTo>
                  <a:pt x="5" y="86"/>
                </a:lnTo>
                <a:lnTo>
                  <a:pt x="7" y="84"/>
                </a:lnTo>
                <a:lnTo>
                  <a:pt x="8" y="80"/>
                </a:lnTo>
                <a:lnTo>
                  <a:pt x="10" y="75"/>
                </a:lnTo>
                <a:lnTo>
                  <a:pt x="11" y="69"/>
                </a:lnTo>
                <a:lnTo>
                  <a:pt x="12" y="65"/>
                </a:lnTo>
                <a:lnTo>
                  <a:pt x="13" y="60"/>
                </a:lnTo>
                <a:lnTo>
                  <a:pt x="14" y="54"/>
                </a:lnTo>
                <a:lnTo>
                  <a:pt x="16" y="50"/>
                </a:lnTo>
                <a:lnTo>
                  <a:pt x="17" y="49"/>
                </a:lnTo>
                <a:lnTo>
                  <a:pt x="17" y="48"/>
                </a:lnTo>
                <a:lnTo>
                  <a:pt x="17" y="45"/>
                </a:lnTo>
                <a:lnTo>
                  <a:pt x="16" y="44"/>
                </a:lnTo>
                <a:lnTo>
                  <a:pt x="15" y="42"/>
                </a:lnTo>
                <a:lnTo>
                  <a:pt x="14" y="40"/>
                </a:lnTo>
                <a:lnTo>
                  <a:pt x="13" y="37"/>
                </a:lnTo>
                <a:lnTo>
                  <a:pt x="9" y="30"/>
                </a:lnTo>
                <a:lnTo>
                  <a:pt x="5" y="25"/>
                </a:lnTo>
                <a:lnTo>
                  <a:pt x="4" y="21"/>
                </a:lnTo>
                <a:lnTo>
                  <a:pt x="1" y="19"/>
                </a:lnTo>
                <a:lnTo>
                  <a:pt x="1" y="17"/>
                </a:lnTo>
                <a:lnTo>
                  <a:pt x="0" y="16"/>
                </a:lnTo>
                <a:lnTo>
                  <a:pt x="0" y="16"/>
                </a:lnTo>
                <a:lnTo>
                  <a:pt x="1" y="15"/>
                </a:lnTo>
                <a:lnTo>
                  <a:pt x="1" y="15"/>
                </a:lnTo>
                <a:lnTo>
                  <a:pt x="1" y="15"/>
                </a:lnTo>
                <a:lnTo>
                  <a:pt x="5" y="15"/>
                </a:lnTo>
                <a:lnTo>
                  <a:pt x="12" y="16"/>
                </a:lnTo>
                <a:lnTo>
                  <a:pt x="18" y="17"/>
                </a:lnTo>
                <a:lnTo>
                  <a:pt x="22" y="17"/>
                </a:lnTo>
                <a:lnTo>
                  <a:pt x="22" y="17"/>
                </a:lnTo>
                <a:lnTo>
                  <a:pt x="23" y="17"/>
                </a:lnTo>
                <a:lnTo>
                  <a:pt x="24" y="17"/>
                </a:lnTo>
                <a:lnTo>
                  <a:pt x="25" y="15"/>
                </a:lnTo>
                <a:lnTo>
                  <a:pt x="26" y="12"/>
                </a:lnTo>
                <a:lnTo>
                  <a:pt x="26" y="9"/>
                </a:lnTo>
                <a:lnTo>
                  <a:pt x="27" y="9"/>
                </a:lnTo>
                <a:lnTo>
                  <a:pt x="28" y="8"/>
                </a:lnTo>
                <a:lnTo>
                  <a:pt x="29" y="9"/>
                </a:lnTo>
                <a:lnTo>
                  <a:pt x="30" y="9"/>
                </a:lnTo>
                <a:lnTo>
                  <a:pt x="32" y="12"/>
                </a:lnTo>
                <a:lnTo>
                  <a:pt x="34" y="15"/>
                </a:lnTo>
                <a:lnTo>
                  <a:pt x="35" y="17"/>
                </a:lnTo>
                <a:lnTo>
                  <a:pt x="36" y="20"/>
                </a:lnTo>
                <a:lnTo>
                  <a:pt x="36" y="22"/>
                </a:lnTo>
                <a:lnTo>
                  <a:pt x="35" y="25"/>
                </a:lnTo>
                <a:lnTo>
                  <a:pt x="34" y="30"/>
                </a:lnTo>
                <a:lnTo>
                  <a:pt x="33" y="36"/>
                </a:lnTo>
                <a:lnTo>
                  <a:pt x="33" y="37"/>
                </a:lnTo>
                <a:lnTo>
                  <a:pt x="33" y="41"/>
                </a:lnTo>
                <a:lnTo>
                  <a:pt x="34" y="44"/>
                </a:lnTo>
                <a:lnTo>
                  <a:pt x="34" y="47"/>
                </a:lnTo>
                <a:lnTo>
                  <a:pt x="35" y="54"/>
                </a:lnTo>
                <a:lnTo>
                  <a:pt x="37" y="60"/>
                </a:lnTo>
                <a:lnTo>
                  <a:pt x="37" y="64"/>
                </a:lnTo>
                <a:lnTo>
                  <a:pt x="38" y="65"/>
                </a:lnTo>
                <a:lnTo>
                  <a:pt x="39" y="67"/>
                </a:lnTo>
                <a:lnTo>
                  <a:pt x="40" y="70"/>
                </a:lnTo>
                <a:lnTo>
                  <a:pt x="41" y="71"/>
                </a:lnTo>
                <a:lnTo>
                  <a:pt x="41" y="72"/>
                </a:lnTo>
                <a:lnTo>
                  <a:pt x="42" y="73"/>
                </a:lnTo>
                <a:lnTo>
                  <a:pt x="42" y="73"/>
                </a:lnTo>
                <a:lnTo>
                  <a:pt x="42" y="71"/>
                </a:lnTo>
                <a:lnTo>
                  <a:pt x="44" y="70"/>
                </a:lnTo>
                <a:lnTo>
                  <a:pt x="45" y="69"/>
                </a:lnTo>
                <a:lnTo>
                  <a:pt x="46" y="67"/>
                </a:lnTo>
                <a:lnTo>
                  <a:pt x="46" y="65"/>
                </a:lnTo>
                <a:lnTo>
                  <a:pt x="47" y="62"/>
                </a:lnTo>
                <a:lnTo>
                  <a:pt x="48" y="59"/>
                </a:lnTo>
                <a:lnTo>
                  <a:pt x="48" y="56"/>
                </a:lnTo>
                <a:lnTo>
                  <a:pt x="48" y="54"/>
                </a:lnTo>
                <a:lnTo>
                  <a:pt x="48" y="52"/>
                </a:lnTo>
                <a:lnTo>
                  <a:pt x="47" y="50"/>
                </a:lnTo>
                <a:lnTo>
                  <a:pt x="47" y="49"/>
                </a:lnTo>
                <a:lnTo>
                  <a:pt x="46" y="46"/>
                </a:lnTo>
                <a:lnTo>
                  <a:pt x="46" y="44"/>
                </a:lnTo>
                <a:lnTo>
                  <a:pt x="46" y="44"/>
                </a:lnTo>
                <a:lnTo>
                  <a:pt x="45" y="43"/>
                </a:lnTo>
                <a:lnTo>
                  <a:pt x="45" y="42"/>
                </a:lnTo>
                <a:lnTo>
                  <a:pt x="45" y="41"/>
                </a:lnTo>
                <a:lnTo>
                  <a:pt x="45" y="40"/>
                </a:lnTo>
                <a:lnTo>
                  <a:pt x="45" y="38"/>
                </a:lnTo>
                <a:lnTo>
                  <a:pt x="46" y="37"/>
                </a:lnTo>
                <a:lnTo>
                  <a:pt x="46" y="37"/>
                </a:lnTo>
                <a:lnTo>
                  <a:pt x="46" y="36"/>
                </a:lnTo>
                <a:lnTo>
                  <a:pt x="48" y="36"/>
                </a:lnTo>
                <a:lnTo>
                  <a:pt x="48" y="36"/>
                </a:lnTo>
                <a:lnTo>
                  <a:pt x="48" y="35"/>
                </a:lnTo>
                <a:lnTo>
                  <a:pt x="50" y="28"/>
                </a:lnTo>
                <a:lnTo>
                  <a:pt x="51" y="20"/>
                </a:lnTo>
                <a:lnTo>
                  <a:pt x="52" y="16"/>
                </a:lnTo>
                <a:lnTo>
                  <a:pt x="54" y="12"/>
                </a:lnTo>
                <a:lnTo>
                  <a:pt x="54" y="8"/>
                </a:lnTo>
                <a:lnTo>
                  <a:pt x="56" y="4"/>
                </a:lnTo>
                <a:lnTo>
                  <a:pt x="57" y="2"/>
                </a:lnTo>
                <a:lnTo>
                  <a:pt x="58" y="1"/>
                </a:lnTo>
                <a:lnTo>
                  <a:pt x="58" y="1"/>
                </a:lnTo>
                <a:lnTo>
                  <a:pt x="59" y="0"/>
                </a:lnTo>
                <a:lnTo>
                  <a:pt x="61" y="0"/>
                </a:lnTo>
                <a:lnTo>
                  <a:pt x="62" y="0"/>
                </a:lnTo>
                <a:lnTo>
                  <a:pt x="62" y="1"/>
                </a:lnTo>
                <a:lnTo>
                  <a:pt x="63" y="1"/>
                </a:lnTo>
                <a:lnTo>
                  <a:pt x="66" y="8"/>
                </a:lnTo>
                <a:lnTo>
                  <a:pt x="71" y="14"/>
                </a:lnTo>
                <a:lnTo>
                  <a:pt x="77" y="21"/>
                </a:lnTo>
                <a:lnTo>
                  <a:pt x="83" y="29"/>
                </a:lnTo>
                <a:lnTo>
                  <a:pt x="89" y="37"/>
                </a:lnTo>
                <a:lnTo>
                  <a:pt x="95" y="44"/>
                </a:lnTo>
                <a:lnTo>
                  <a:pt x="101" y="50"/>
                </a:lnTo>
                <a:lnTo>
                  <a:pt x="106" y="56"/>
                </a:lnTo>
                <a:lnTo>
                  <a:pt x="115" y="66"/>
                </a:lnTo>
                <a:lnTo>
                  <a:pt x="122" y="74"/>
                </a:lnTo>
                <a:lnTo>
                  <a:pt x="127" y="78"/>
                </a:lnTo>
                <a:lnTo>
                  <a:pt x="129" y="80"/>
                </a:lnTo>
                <a:lnTo>
                  <a:pt x="128" y="82"/>
                </a:lnTo>
                <a:lnTo>
                  <a:pt x="127" y="85"/>
                </a:lnTo>
                <a:lnTo>
                  <a:pt x="126" y="86"/>
                </a:lnTo>
                <a:lnTo>
                  <a:pt x="125" y="88"/>
                </a:lnTo>
                <a:lnTo>
                  <a:pt x="124" y="89"/>
                </a:lnTo>
                <a:lnTo>
                  <a:pt x="122" y="89"/>
                </a:lnTo>
                <a:lnTo>
                  <a:pt x="122" y="89"/>
                </a:lnTo>
                <a:lnTo>
                  <a:pt x="120" y="90"/>
                </a:lnTo>
                <a:lnTo>
                  <a:pt x="113" y="91"/>
                </a:lnTo>
                <a:lnTo>
                  <a:pt x="106" y="91"/>
                </a:lnTo>
                <a:lnTo>
                  <a:pt x="99" y="91"/>
                </a:lnTo>
                <a:lnTo>
                  <a:pt x="96" y="91"/>
                </a:lnTo>
                <a:lnTo>
                  <a:pt x="96" y="90"/>
                </a:lnTo>
                <a:lnTo>
                  <a:pt x="95" y="90"/>
                </a:lnTo>
                <a:lnTo>
                  <a:pt x="95" y="90"/>
                </a:lnTo>
                <a:lnTo>
                  <a:pt x="95" y="89"/>
                </a:lnTo>
                <a:lnTo>
                  <a:pt x="96" y="89"/>
                </a:lnTo>
                <a:lnTo>
                  <a:pt x="98" y="88"/>
                </a:lnTo>
                <a:lnTo>
                  <a:pt x="102" y="86"/>
                </a:lnTo>
                <a:lnTo>
                  <a:pt x="106" y="85"/>
                </a:lnTo>
                <a:lnTo>
                  <a:pt x="108" y="84"/>
                </a:lnTo>
                <a:lnTo>
                  <a:pt x="110" y="83"/>
                </a:lnTo>
                <a:lnTo>
                  <a:pt x="110" y="82"/>
                </a:lnTo>
                <a:lnTo>
                  <a:pt x="110" y="81"/>
                </a:lnTo>
                <a:lnTo>
                  <a:pt x="110" y="80"/>
                </a:lnTo>
                <a:lnTo>
                  <a:pt x="107" y="77"/>
                </a:lnTo>
                <a:lnTo>
                  <a:pt x="104" y="73"/>
                </a:lnTo>
                <a:lnTo>
                  <a:pt x="100" y="68"/>
                </a:lnTo>
                <a:lnTo>
                  <a:pt x="92" y="58"/>
                </a:lnTo>
                <a:lnTo>
                  <a:pt x="85" y="49"/>
                </a:lnTo>
                <a:lnTo>
                  <a:pt x="78" y="41"/>
                </a:lnTo>
                <a:lnTo>
                  <a:pt x="70" y="30"/>
                </a:lnTo>
                <a:lnTo>
                  <a:pt x="64" y="21"/>
                </a:lnTo>
                <a:lnTo>
                  <a:pt x="61" y="15"/>
                </a:lnTo>
                <a:lnTo>
                  <a:pt x="61" y="14"/>
                </a:lnTo>
                <a:lnTo>
                  <a:pt x="60" y="13"/>
                </a:lnTo>
                <a:lnTo>
                  <a:pt x="59" y="13"/>
                </a:lnTo>
                <a:lnTo>
                  <a:pt x="59" y="13"/>
                </a:lnTo>
                <a:lnTo>
                  <a:pt x="58" y="14"/>
                </a:lnTo>
                <a:lnTo>
                  <a:pt x="58" y="15"/>
                </a:lnTo>
                <a:lnTo>
                  <a:pt x="57" y="17"/>
                </a:lnTo>
                <a:lnTo>
                  <a:pt x="57" y="21"/>
                </a:lnTo>
                <a:lnTo>
                  <a:pt x="55" y="28"/>
                </a:lnTo>
                <a:lnTo>
                  <a:pt x="55" y="32"/>
                </a:lnTo>
                <a:lnTo>
                  <a:pt x="55" y="33"/>
                </a:lnTo>
                <a:lnTo>
                  <a:pt x="55" y="33"/>
                </a:lnTo>
                <a:lnTo>
                  <a:pt x="56" y="34"/>
                </a:lnTo>
                <a:lnTo>
                  <a:pt x="57" y="34"/>
                </a:lnTo>
                <a:lnTo>
                  <a:pt x="58" y="35"/>
                </a:lnTo>
                <a:lnTo>
                  <a:pt x="59" y="36"/>
                </a:lnTo>
                <a:lnTo>
                  <a:pt x="61" y="36"/>
                </a:lnTo>
                <a:lnTo>
                  <a:pt x="62" y="37"/>
                </a:lnTo>
                <a:lnTo>
                  <a:pt x="62" y="38"/>
                </a:lnTo>
                <a:lnTo>
                  <a:pt x="63" y="40"/>
                </a:lnTo>
                <a:lnTo>
                  <a:pt x="63" y="41"/>
                </a:lnTo>
                <a:lnTo>
                  <a:pt x="62" y="44"/>
                </a:lnTo>
                <a:lnTo>
                  <a:pt x="60" y="49"/>
                </a:lnTo>
                <a:lnTo>
                  <a:pt x="58" y="53"/>
                </a:lnTo>
                <a:lnTo>
                  <a:pt x="58" y="55"/>
                </a:lnTo>
                <a:lnTo>
                  <a:pt x="56" y="57"/>
                </a:lnTo>
                <a:lnTo>
                  <a:pt x="56" y="58"/>
                </a:lnTo>
                <a:lnTo>
                  <a:pt x="56" y="60"/>
                </a:lnTo>
                <a:lnTo>
                  <a:pt x="56" y="61"/>
                </a:lnTo>
                <a:lnTo>
                  <a:pt x="57" y="65"/>
                </a:lnTo>
                <a:lnTo>
                  <a:pt x="57" y="68"/>
                </a:lnTo>
                <a:lnTo>
                  <a:pt x="58" y="69"/>
                </a:lnTo>
                <a:lnTo>
                  <a:pt x="58" y="71"/>
                </a:lnTo>
                <a:lnTo>
                  <a:pt x="58" y="72"/>
                </a:lnTo>
                <a:lnTo>
                  <a:pt x="58" y="73"/>
                </a:lnTo>
                <a:lnTo>
                  <a:pt x="58" y="74"/>
                </a:lnTo>
                <a:lnTo>
                  <a:pt x="58" y="75"/>
                </a:lnTo>
                <a:lnTo>
                  <a:pt x="57" y="76"/>
                </a:lnTo>
                <a:lnTo>
                  <a:pt x="56" y="77"/>
                </a:lnTo>
                <a:lnTo>
                  <a:pt x="55" y="77"/>
                </a:lnTo>
                <a:lnTo>
                  <a:pt x="51" y="76"/>
                </a:lnTo>
                <a:lnTo>
                  <a:pt x="49" y="76"/>
                </a:lnTo>
                <a:lnTo>
                  <a:pt x="49" y="91"/>
                </a:lnTo>
                <a:lnTo>
                  <a:pt x="47" y="93"/>
                </a:lnTo>
                <a:lnTo>
                  <a:pt x="43" y="96"/>
                </a:lnTo>
                <a:lnTo>
                  <a:pt x="42" y="97"/>
                </a:lnTo>
                <a:lnTo>
                  <a:pt x="40" y="97"/>
                </a:lnTo>
                <a:lnTo>
                  <a:pt x="40" y="97"/>
                </a:lnTo>
                <a:lnTo>
                  <a:pt x="39" y="97"/>
                </a:lnTo>
                <a:lnTo>
                  <a:pt x="39" y="97"/>
                </a:lnTo>
                <a:lnTo>
                  <a:pt x="39" y="97"/>
                </a:lnTo>
                <a:lnTo>
                  <a:pt x="40" y="93"/>
                </a:lnTo>
                <a:lnTo>
                  <a:pt x="42" y="89"/>
                </a:lnTo>
                <a:lnTo>
                  <a:pt x="42" y="85"/>
                </a:lnTo>
                <a:lnTo>
                  <a:pt x="43" y="83"/>
                </a:lnTo>
                <a:lnTo>
                  <a:pt x="43" y="81"/>
                </a:lnTo>
                <a:lnTo>
                  <a:pt x="42" y="80"/>
                </a:lnTo>
                <a:lnTo>
                  <a:pt x="42" y="79"/>
                </a:lnTo>
                <a:lnTo>
                  <a:pt x="41" y="78"/>
                </a:lnTo>
                <a:lnTo>
                  <a:pt x="39" y="77"/>
                </a:lnTo>
                <a:lnTo>
                  <a:pt x="38" y="77"/>
                </a:lnTo>
                <a:lnTo>
                  <a:pt x="38" y="75"/>
                </a:lnTo>
                <a:lnTo>
                  <a:pt x="37" y="73"/>
                </a:lnTo>
                <a:lnTo>
                  <a:pt x="35" y="69"/>
                </a:lnTo>
                <a:lnTo>
                  <a:pt x="32" y="64"/>
                </a:lnTo>
                <a:lnTo>
                  <a:pt x="30" y="61"/>
                </a:lnTo>
                <a:lnTo>
                  <a:pt x="29" y="59"/>
                </a:lnTo>
                <a:lnTo>
                  <a:pt x="28" y="58"/>
                </a:lnTo>
                <a:lnTo>
                  <a:pt x="28" y="57"/>
                </a:lnTo>
                <a:lnTo>
                  <a:pt x="27" y="57"/>
                </a:lnTo>
                <a:lnTo>
                  <a:pt x="26" y="57"/>
                </a:lnTo>
                <a:lnTo>
                  <a:pt x="26" y="59"/>
                </a:lnTo>
                <a:lnTo>
                  <a:pt x="24" y="61"/>
                </a:lnTo>
                <a:lnTo>
                  <a:pt x="23" y="64"/>
                </a:lnTo>
                <a:lnTo>
                  <a:pt x="22" y="66"/>
                </a:lnTo>
                <a:lnTo>
                  <a:pt x="21" y="73"/>
                </a:lnTo>
                <a:lnTo>
                  <a:pt x="20" y="77"/>
                </a:lnTo>
                <a:lnTo>
                  <a:pt x="19" y="81"/>
                </a:lnTo>
                <a:lnTo>
                  <a:pt x="19" y="83"/>
                </a:lnTo>
                <a:lnTo>
                  <a:pt x="19" y="83"/>
                </a:lnTo>
                <a:close/>
                <a:moveTo>
                  <a:pt x="70" y="90"/>
                </a:moveTo>
                <a:lnTo>
                  <a:pt x="77" y="97"/>
                </a:lnTo>
                <a:lnTo>
                  <a:pt x="76" y="98"/>
                </a:lnTo>
                <a:lnTo>
                  <a:pt x="75" y="100"/>
                </a:lnTo>
                <a:lnTo>
                  <a:pt x="74" y="102"/>
                </a:lnTo>
                <a:lnTo>
                  <a:pt x="72" y="106"/>
                </a:lnTo>
                <a:lnTo>
                  <a:pt x="72" y="107"/>
                </a:lnTo>
                <a:lnTo>
                  <a:pt x="73" y="108"/>
                </a:lnTo>
                <a:lnTo>
                  <a:pt x="74" y="108"/>
                </a:lnTo>
                <a:lnTo>
                  <a:pt x="74" y="107"/>
                </a:lnTo>
                <a:lnTo>
                  <a:pt x="77" y="105"/>
                </a:lnTo>
                <a:lnTo>
                  <a:pt x="78" y="102"/>
                </a:lnTo>
                <a:lnTo>
                  <a:pt x="79" y="101"/>
                </a:lnTo>
                <a:lnTo>
                  <a:pt x="80" y="101"/>
                </a:lnTo>
                <a:lnTo>
                  <a:pt x="80" y="101"/>
                </a:lnTo>
                <a:lnTo>
                  <a:pt x="82" y="101"/>
                </a:lnTo>
                <a:lnTo>
                  <a:pt x="83" y="103"/>
                </a:lnTo>
                <a:lnTo>
                  <a:pt x="86" y="105"/>
                </a:lnTo>
                <a:lnTo>
                  <a:pt x="87" y="107"/>
                </a:lnTo>
                <a:lnTo>
                  <a:pt x="89" y="108"/>
                </a:lnTo>
                <a:lnTo>
                  <a:pt x="90" y="109"/>
                </a:lnTo>
                <a:lnTo>
                  <a:pt x="91" y="109"/>
                </a:lnTo>
                <a:lnTo>
                  <a:pt x="93" y="109"/>
                </a:lnTo>
                <a:lnTo>
                  <a:pt x="94" y="109"/>
                </a:lnTo>
                <a:lnTo>
                  <a:pt x="96" y="109"/>
                </a:lnTo>
                <a:lnTo>
                  <a:pt x="98" y="109"/>
                </a:lnTo>
                <a:lnTo>
                  <a:pt x="98" y="109"/>
                </a:lnTo>
                <a:lnTo>
                  <a:pt x="99" y="109"/>
                </a:lnTo>
                <a:lnTo>
                  <a:pt x="100" y="108"/>
                </a:lnTo>
                <a:lnTo>
                  <a:pt x="100" y="108"/>
                </a:lnTo>
                <a:lnTo>
                  <a:pt x="100" y="106"/>
                </a:lnTo>
                <a:lnTo>
                  <a:pt x="100" y="105"/>
                </a:lnTo>
                <a:lnTo>
                  <a:pt x="98" y="102"/>
                </a:lnTo>
                <a:lnTo>
                  <a:pt x="98" y="101"/>
                </a:lnTo>
                <a:lnTo>
                  <a:pt x="96" y="99"/>
                </a:lnTo>
                <a:lnTo>
                  <a:pt x="92" y="95"/>
                </a:lnTo>
                <a:lnTo>
                  <a:pt x="88" y="89"/>
                </a:lnTo>
                <a:lnTo>
                  <a:pt x="86" y="86"/>
                </a:lnTo>
                <a:lnTo>
                  <a:pt x="85" y="85"/>
                </a:lnTo>
                <a:lnTo>
                  <a:pt x="85" y="81"/>
                </a:lnTo>
                <a:lnTo>
                  <a:pt x="86" y="78"/>
                </a:lnTo>
                <a:lnTo>
                  <a:pt x="86" y="75"/>
                </a:lnTo>
                <a:lnTo>
                  <a:pt x="86" y="73"/>
                </a:lnTo>
                <a:lnTo>
                  <a:pt x="85" y="73"/>
                </a:lnTo>
                <a:lnTo>
                  <a:pt x="85" y="73"/>
                </a:lnTo>
                <a:lnTo>
                  <a:pt x="83" y="73"/>
                </a:lnTo>
                <a:lnTo>
                  <a:pt x="82" y="73"/>
                </a:lnTo>
                <a:lnTo>
                  <a:pt x="80" y="74"/>
                </a:lnTo>
                <a:lnTo>
                  <a:pt x="80" y="77"/>
                </a:lnTo>
                <a:lnTo>
                  <a:pt x="80" y="79"/>
                </a:lnTo>
                <a:lnTo>
                  <a:pt x="80" y="82"/>
                </a:lnTo>
                <a:lnTo>
                  <a:pt x="80" y="84"/>
                </a:lnTo>
                <a:lnTo>
                  <a:pt x="75" y="86"/>
                </a:lnTo>
                <a:lnTo>
                  <a:pt x="70" y="90"/>
                </a:lnTo>
                <a:lnTo>
                  <a:pt x="70" y="90"/>
                </a:lnTo>
                <a:close/>
                <a:moveTo>
                  <a:pt x="67" y="84"/>
                </a:moveTo>
                <a:lnTo>
                  <a:pt x="68" y="84"/>
                </a:lnTo>
                <a:lnTo>
                  <a:pt x="69" y="84"/>
                </a:lnTo>
                <a:lnTo>
                  <a:pt x="69" y="84"/>
                </a:lnTo>
                <a:lnTo>
                  <a:pt x="69" y="83"/>
                </a:lnTo>
                <a:lnTo>
                  <a:pt x="69" y="82"/>
                </a:lnTo>
                <a:lnTo>
                  <a:pt x="70" y="82"/>
                </a:lnTo>
                <a:lnTo>
                  <a:pt x="70" y="79"/>
                </a:lnTo>
                <a:lnTo>
                  <a:pt x="72" y="77"/>
                </a:lnTo>
                <a:lnTo>
                  <a:pt x="74" y="73"/>
                </a:lnTo>
                <a:lnTo>
                  <a:pt x="75" y="71"/>
                </a:lnTo>
                <a:lnTo>
                  <a:pt x="75" y="70"/>
                </a:lnTo>
                <a:lnTo>
                  <a:pt x="75" y="69"/>
                </a:lnTo>
                <a:lnTo>
                  <a:pt x="74" y="69"/>
                </a:lnTo>
                <a:lnTo>
                  <a:pt x="74" y="69"/>
                </a:lnTo>
                <a:lnTo>
                  <a:pt x="73" y="68"/>
                </a:lnTo>
                <a:lnTo>
                  <a:pt x="72" y="67"/>
                </a:lnTo>
                <a:lnTo>
                  <a:pt x="71" y="67"/>
                </a:lnTo>
                <a:lnTo>
                  <a:pt x="70" y="67"/>
                </a:lnTo>
                <a:lnTo>
                  <a:pt x="69" y="67"/>
                </a:lnTo>
                <a:lnTo>
                  <a:pt x="68" y="68"/>
                </a:lnTo>
                <a:lnTo>
                  <a:pt x="66" y="69"/>
                </a:lnTo>
                <a:lnTo>
                  <a:pt x="66" y="70"/>
                </a:lnTo>
                <a:lnTo>
                  <a:pt x="65" y="71"/>
                </a:lnTo>
                <a:lnTo>
                  <a:pt x="65" y="73"/>
                </a:lnTo>
                <a:lnTo>
                  <a:pt x="64" y="73"/>
                </a:lnTo>
                <a:lnTo>
                  <a:pt x="64" y="74"/>
                </a:lnTo>
                <a:lnTo>
                  <a:pt x="64" y="75"/>
                </a:lnTo>
                <a:lnTo>
                  <a:pt x="63" y="77"/>
                </a:lnTo>
                <a:lnTo>
                  <a:pt x="62" y="77"/>
                </a:lnTo>
                <a:lnTo>
                  <a:pt x="61" y="78"/>
                </a:lnTo>
                <a:lnTo>
                  <a:pt x="59" y="80"/>
                </a:lnTo>
                <a:lnTo>
                  <a:pt x="58" y="81"/>
                </a:lnTo>
                <a:lnTo>
                  <a:pt x="58" y="82"/>
                </a:lnTo>
                <a:lnTo>
                  <a:pt x="58" y="83"/>
                </a:lnTo>
                <a:lnTo>
                  <a:pt x="58" y="85"/>
                </a:lnTo>
                <a:lnTo>
                  <a:pt x="59" y="85"/>
                </a:lnTo>
                <a:lnTo>
                  <a:pt x="59" y="85"/>
                </a:lnTo>
                <a:lnTo>
                  <a:pt x="60" y="86"/>
                </a:lnTo>
                <a:lnTo>
                  <a:pt x="61" y="86"/>
                </a:lnTo>
                <a:lnTo>
                  <a:pt x="62" y="86"/>
                </a:lnTo>
                <a:lnTo>
                  <a:pt x="62" y="86"/>
                </a:lnTo>
                <a:lnTo>
                  <a:pt x="63" y="85"/>
                </a:lnTo>
                <a:lnTo>
                  <a:pt x="66" y="84"/>
                </a:lnTo>
                <a:lnTo>
                  <a:pt x="67" y="8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ctr">
            <a:noAutofit/>
          </a:bodyPr>
          <a:lstStyle/>
          <a:p>
            <a:endParaRPr/>
          </a:p>
        </p:txBody>
      </p:sp>
      <p:sp>
        <p:nvSpPr>
          <p:cNvPr id="192" name="iśḻîḓé">
            <a:extLst>
              <a:ext uri="{FF2B5EF4-FFF2-40B4-BE49-F238E27FC236}">
                <a16:creationId xmlns:a16="http://schemas.microsoft.com/office/drawing/2014/main" id="{2AF8F91F-503A-4AC9-8288-7390BE1BB76E}"/>
              </a:ext>
            </a:extLst>
          </p:cNvPr>
          <p:cNvSpPr>
            <a:spLocks noGrp="1"/>
          </p:cNvSpPr>
          <p:nvPr/>
        </p:nvSpPr>
        <p:spPr>
          <a:xfrm>
            <a:off x="878760" y="532800"/>
            <a:ext cx="20520" cy="57240"/>
          </a:xfrm>
          <a:custGeom>
            <a:avLst/>
            <a:gdLst>
              <a:gd name="textAreaLeft" fmla="*/ 0 w 20520"/>
              <a:gd name="textAreaRight" fmla="*/ 20880 w 20520"/>
              <a:gd name="textAreaTop" fmla="*/ 0 h 57240"/>
              <a:gd name="textAreaBottom" fmla="*/ 57600 h 57240"/>
              <a:gd name="GluePoint1X" fmla="*/ 1 w 48"/>
              <a:gd name="GluePoint1Y" fmla="*/ 31 h 132"/>
              <a:gd name="GluePoint2X" fmla="*/ 9 w 48"/>
              <a:gd name="GluePoint2Y" fmla="*/ 20 h 132"/>
              <a:gd name="GluePoint3X" fmla="*/ 26 w 48"/>
              <a:gd name="GluePoint3Y" fmla="*/ 4 h 132"/>
              <a:gd name="GluePoint4X" fmla="*/ 34 w 48"/>
              <a:gd name="GluePoint4Y" fmla="*/ 0 h 132"/>
              <a:gd name="GluePoint5X" fmla="*/ 40 w 48"/>
              <a:gd name="GluePoint5Y" fmla="*/ 1 h 132"/>
              <a:gd name="GluePoint6X" fmla="*/ 41 w 48"/>
              <a:gd name="GluePoint6Y" fmla="*/ 4 h 132"/>
              <a:gd name="GluePoint7X" fmla="*/ 38 w 48"/>
              <a:gd name="GluePoint7Y" fmla="*/ 20 h 132"/>
              <a:gd name="GluePoint8X" fmla="*/ 32 w 48"/>
              <a:gd name="GluePoint8Y" fmla="*/ 60 h 132"/>
              <a:gd name="GluePoint9X" fmla="*/ 28 w 48"/>
              <a:gd name="GluePoint9Y" fmla="*/ 65 h 132"/>
              <a:gd name="GluePoint10X" fmla="*/ 20 w 48"/>
              <a:gd name="GluePoint10Y" fmla="*/ 70 h 132"/>
              <a:gd name="GluePoint11X" fmla="*/ 20 w 48"/>
              <a:gd name="GluePoint11Y" fmla="*/ 81 h 132"/>
              <a:gd name="GluePoint12X" fmla="*/ 22 w 48"/>
              <a:gd name="GluePoint12Y" fmla="*/ 90 h 132"/>
              <a:gd name="GluePoint13X" fmla="*/ 31 w 48"/>
              <a:gd name="GluePoint13Y" fmla="*/ 90 h 132"/>
              <a:gd name="GluePoint14X" fmla="*/ 35 w 48"/>
              <a:gd name="GluePoint14Y" fmla="*/ 91 h 132"/>
              <a:gd name="GluePoint15X" fmla="*/ 35 w 48"/>
              <a:gd name="GluePoint15Y" fmla="*/ 97 h 132"/>
              <a:gd name="GluePoint16X" fmla="*/ 27 w 48"/>
              <a:gd name="GluePoint16Y" fmla="*/ 114 h 132"/>
              <a:gd name="GluePoint17X" fmla="*/ 26 w 48"/>
              <a:gd name="GluePoint17Y" fmla="*/ 120 h 132"/>
              <a:gd name="GluePoint18X" fmla="*/ 34 w 48"/>
              <a:gd name="GluePoint18Y" fmla="*/ 117 h 132"/>
              <a:gd name="GluePoint19X" fmla="*/ 42 w 48"/>
              <a:gd name="GluePoint19Y" fmla="*/ 114 h 132"/>
              <a:gd name="GluePoint20X" fmla="*/ 47 w 48"/>
              <a:gd name="GluePoint20Y" fmla="*/ 118 h 132"/>
              <a:gd name="GluePoint21X" fmla="*/ 48 w 48"/>
              <a:gd name="GluePoint21Y" fmla="*/ 124 h 132"/>
              <a:gd name="GluePoint22X" fmla="*/ 41 w 48"/>
              <a:gd name="GluePoint22Y" fmla="*/ 129 h 132"/>
              <a:gd name="GluePoint23X" fmla="*/ 30 w 48"/>
              <a:gd name="GluePoint23Y" fmla="*/ 132 h 132"/>
              <a:gd name="GluePoint24X" fmla="*/ 16 w 48"/>
              <a:gd name="GluePoint24Y" fmla="*/ 131 h 132"/>
              <a:gd name="GluePoint25X" fmla="*/ 13 w 48"/>
              <a:gd name="GluePoint25Y" fmla="*/ 128 h 132"/>
              <a:gd name="GluePoint26X" fmla="*/ 15 w 48"/>
              <a:gd name="GluePoint26Y" fmla="*/ 124 h 132"/>
              <a:gd name="GluePoint27X" fmla="*/ 16 w 48"/>
              <a:gd name="GluePoint27Y" fmla="*/ 121 h 132"/>
              <a:gd name="GluePoint28X" fmla="*/ 16 w 48"/>
              <a:gd name="GluePoint28Y" fmla="*/ 108 h 132"/>
              <a:gd name="GluePoint29X" fmla="*/ 12 w 48"/>
              <a:gd name="GluePoint29Y" fmla="*/ 106 h 132"/>
              <a:gd name="GluePoint30X" fmla="*/ 10 w 48"/>
              <a:gd name="GluePoint30Y" fmla="*/ 102 h 132"/>
              <a:gd name="GluePoint31X" fmla="*/ 12 w 48"/>
              <a:gd name="GluePoint31Y" fmla="*/ 91 h 132"/>
              <a:gd name="GluePoint32X" fmla="*/ 7 w 48"/>
              <a:gd name="GluePoint32Y" fmla="*/ 81 h 132"/>
              <a:gd name="GluePoint33X" fmla="*/ 4 w 48"/>
              <a:gd name="GluePoint33Y" fmla="*/ 78 h 132"/>
              <a:gd name="GluePoint34X" fmla="*/ 8 w 48"/>
              <a:gd name="GluePoint34Y" fmla="*/ 73 h 132"/>
              <a:gd name="GluePoint35X" fmla="*/ 10 w 48"/>
              <a:gd name="GluePoint35Y" fmla="*/ 62 h 132"/>
              <a:gd name="GluePoint36X" fmla="*/ 10 w 48"/>
              <a:gd name="GluePoint36Y" fmla="*/ 60 h 132"/>
              <a:gd name="GluePoint37X" fmla="*/ 5 w 48"/>
              <a:gd name="GluePoint37Y" fmla="*/ 60 h 132"/>
              <a:gd name="GluePoint38X" fmla="*/ 4 w 48"/>
              <a:gd name="GluePoint38Y" fmla="*/ 56 h 132"/>
              <a:gd name="GluePoint39X" fmla="*/ 8 w 48"/>
              <a:gd name="GluePoint39Y" fmla="*/ 52 h 132"/>
              <a:gd name="GluePoint40X" fmla="*/ 12 w 48"/>
              <a:gd name="GluePoint40Y" fmla="*/ 49 h 132"/>
              <a:gd name="GluePoint41X" fmla="*/ 14 w 48"/>
              <a:gd name="GluePoint41Y" fmla="*/ 34 h 132"/>
              <a:gd name="GluePoint42X" fmla="*/ 19 w 48"/>
              <a:gd name="GluePoint42Y" fmla="*/ 32 h 132"/>
              <a:gd name="GluePoint43X" fmla="*/ 20 w 48"/>
              <a:gd name="GluePoint43Y" fmla="*/ 39 h 132"/>
              <a:gd name="GluePoint44X" fmla="*/ 20 w 48"/>
              <a:gd name="GluePoint44Y" fmla="*/ 49 h 132"/>
              <a:gd name="GluePoint45X" fmla="*/ 23 w 48"/>
              <a:gd name="GluePoint45Y" fmla="*/ 49 h 132"/>
              <a:gd name="GluePoint46X" fmla="*/ 30 w 48"/>
              <a:gd name="GluePoint46Y" fmla="*/ 18 h 132"/>
              <a:gd name="GluePoint47X" fmla="*/ 30 w 48"/>
              <a:gd name="GluePoint47Y" fmla="*/ 10 h 132"/>
              <a:gd name="GluePoint48X" fmla="*/ 18 w 48"/>
              <a:gd name="GluePoint48Y" fmla="*/ 21 h 132"/>
            </a:gdLst>
            <a:ahLst/>
            <a:cxnLst/>
            <a:rect l="textAreaLeft" t="textAreaTop" r="textAreaRight" b="textAreaBottom"/>
            <a:pathLst>
              <a:path w="48" h="132">
                <a:moveTo>
                  <a:pt x="8" y="32"/>
                </a:moveTo>
                <a:lnTo>
                  <a:pt x="0" y="36"/>
                </a:lnTo>
                <a:lnTo>
                  <a:pt x="0" y="34"/>
                </a:lnTo>
                <a:lnTo>
                  <a:pt x="1" y="31"/>
                </a:lnTo>
                <a:lnTo>
                  <a:pt x="3" y="28"/>
                </a:lnTo>
                <a:lnTo>
                  <a:pt x="4" y="27"/>
                </a:lnTo>
                <a:lnTo>
                  <a:pt x="6" y="24"/>
                </a:lnTo>
                <a:lnTo>
                  <a:pt x="9" y="20"/>
                </a:lnTo>
                <a:lnTo>
                  <a:pt x="16" y="14"/>
                </a:lnTo>
                <a:lnTo>
                  <a:pt x="21" y="8"/>
                </a:lnTo>
                <a:lnTo>
                  <a:pt x="24" y="6"/>
                </a:lnTo>
                <a:lnTo>
                  <a:pt x="26" y="4"/>
                </a:lnTo>
                <a:lnTo>
                  <a:pt x="28" y="3"/>
                </a:lnTo>
                <a:lnTo>
                  <a:pt x="30" y="1"/>
                </a:lnTo>
                <a:lnTo>
                  <a:pt x="32" y="0"/>
                </a:lnTo>
                <a:lnTo>
                  <a:pt x="34" y="0"/>
                </a:lnTo>
                <a:lnTo>
                  <a:pt x="36" y="0"/>
                </a:lnTo>
                <a:lnTo>
                  <a:pt x="37" y="0"/>
                </a:lnTo>
                <a:lnTo>
                  <a:pt x="39" y="0"/>
                </a:lnTo>
                <a:lnTo>
                  <a:pt x="40" y="1"/>
                </a:lnTo>
                <a:lnTo>
                  <a:pt x="40" y="2"/>
                </a:lnTo>
                <a:lnTo>
                  <a:pt x="41" y="3"/>
                </a:lnTo>
                <a:lnTo>
                  <a:pt x="41" y="4"/>
                </a:lnTo>
                <a:lnTo>
                  <a:pt x="41" y="4"/>
                </a:lnTo>
                <a:lnTo>
                  <a:pt x="41" y="8"/>
                </a:lnTo>
                <a:lnTo>
                  <a:pt x="40" y="12"/>
                </a:lnTo>
                <a:lnTo>
                  <a:pt x="39" y="17"/>
                </a:lnTo>
                <a:lnTo>
                  <a:pt x="38" y="20"/>
                </a:lnTo>
                <a:lnTo>
                  <a:pt x="36" y="28"/>
                </a:lnTo>
                <a:lnTo>
                  <a:pt x="35" y="40"/>
                </a:lnTo>
                <a:lnTo>
                  <a:pt x="33" y="53"/>
                </a:lnTo>
                <a:lnTo>
                  <a:pt x="32" y="60"/>
                </a:lnTo>
                <a:lnTo>
                  <a:pt x="32" y="61"/>
                </a:lnTo>
                <a:lnTo>
                  <a:pt x="31" y="63"/>
                </a:lnTo>
                <a:lnTo>
                  <a:pt x="29" y="64"/>
                </a:lnTo>
                <a:lnTo>
                  <a:pt x="28" y="65"/>
                </a:lnTo>
                <a:lnTo>
                  <a:pt x="24" y="68"/>
                </a:lnTo>
                <a:lnTo>
                  <a:pt x="22" y="68"/>
                </a:lnTo>
                <a:lnTo>
                  <a:pt x="21" y="69"/>
                </a:lnTo>
                <a:lnTo>
                  <a:pt x="20" y="70"/>
                </a:lnTo>
                <a:lnTo>
                  <a:pt x="20" y="71"/>
                </a:lnTo>
                <a:lnTo>
                  <a:pt x="20" y="72"/>
                </a:lnTo>
                <a:lnTo>
                  <a:pt x="20" y="76"/>
                </a:lnTo>
                <a:lnTo>
                  <a:pt x="20" y="81"/>
                </a:lnTo>
                <a:lnTo>
                  <a:pt x="20" y="86"/>
                </a:lnTo>
                <a:lnTo>
                  <a:pt x="21" y="89"/>
                </a:lnTo>
                <a:lnTo>
                  <a:pt x="22" y="89"/>
                </a:lnTo>
                <a:lnTo>
                  <a:pt x="22" y="90"/>
                </a:lnTo>
                <a:lnTo>
                  <a:pt x="23" y="91"/>
                </a:lnTo>
                <a:lnTo>
                  <a:pt x="24" y="91"/>
                </a:lnTo>
                <a:lnTo>
                  <a:pt x="27" y="90"/>
                </a:lnTo>
                <a:lnTo>
                  <a:pt x="31" y="90"/>
                </a:lnTo>
                <a:lnTo>
                  <a:pt x="32" y="90"/>
                </a:lnTo>
                <a:lnTo>
                  <a:pt x="34" y="90"/>
                </a:lnTo>
                <a:lnTo>
                  <a:pt x="35" y="91"/>
                </a:lnTo>
                <a:lnTo>
                  <a:pt x="35" y="91"/>
                </a:lnTo>
                <a:lnTo>
                  <a:pt x="36" y="92"/>
                </a:lnTo>
                <a:lnTo>
                  <a:pt x="36" y="92"/>
                </a:lnTo>
                <a:lnTo>
                  <a:pt x="36" y="95"/>
                </a:lnTo>
                <a:lnTo>
                  <a:pt x="35" y="97"/>
                </a:lnTo>
                <a:lnTo>
                  <a:pt x="33" y="100"/>
                </a:lnTo>
                <a:lnTo>
                  <a:pt x="32" y="104"/>
                </a:lnTo>
                <a:lnTo>
                  <a:pt x="28" y="111"/>
                </a:lnTo>
                <a:lnTo>
                  <a:pt x="27" y="114"/>
                </a:lnTo>
                <a:lnTo>
                  <a:pt x="26" y="116"/>
                </a:lnTo>
                <a:lnTo>
                  <a:pt x="25" y="118"/>
                </a:lnTo>
                <a:lnTo>
                  <a:pt x="25" y="119"/>
                </a:lnTo>
                <a:lnTo>
                  <a:pt x="26" y="120"/>
                </a:lnTo>
                <a:lnTo>
                  <a:pt x="27" y="120"/>
                </a:lnTo>
                <a:lnTo>
                  <a:pt x="28" y="120"/>
                </a:lnTo>
                <a:lnTo>
                  <a:pt x="31" y="119"/>
                </a:lnTo>
                <a:lnTo>
                  <a:pt x="34" y="117"/>
                </a:lnTo>
                <a:lnTo>
                  <a:pt x="37" y="116"/>
                </a:lnTo>
                <a:lnTo>
                  <a:pt x="40" y="115"/>
                </a:lnTo>
                <a:lnTo>
                  <a:pt x="40" y="115"/>
                </a:lnTo>
                <a:lnTo>
                  <a:pt x="42" y="114"/>
                </a:lnTo>
                <a:lnTo>
                  <a:pt x="43" y="114"/>
                </a:lnTo>
                <a:lnTo>
                  <a:pt x="44" y="115"/>
                </a:lnTo>
                <a:lnTo>
                  <a:pt x="45" y="116"/>
                </a:lnTo>
                <a:lnTo>
                  <a:pt x="47" y="118"/>
                </a:lnTo>
                <a:lnTo>
                  <a:pt x="48" y="120"/>
                </a:lnTo>
                <a:lnTo>
                  <a:pt x="48" y="121"/>
                </a:lnTo>
                <a:lnTo>
                  <a:pt x="48" y="123"/>
                </a:lnTo>
                <a:lnTo>
                  <a:pt x="48" y="124"/>
                </a:lnTo>
                <a:lnTo>
                  <a:pt x="48" y="126"/>
                </a:lnTo>
                <a:lnTo>
                  <a:pt x="46" y="128"/>
                </a:lnTo>
                <a:lnTo>
                  <a:pt x="44" y="128"/>
                </a:lnTo>
                <a:lnTo>
                  <a:pt x="41" y="129"/>
                </a:lnTo>
                <a:lnTo>
                  <a:pt x="37" y="130"/>
                </a:lnTo>
                <a:lnTo>
                  <a:pt x="35" y="131"/>
                </a:lnTo>
                <a:lnTo>
                  <a:pt x="32" y="132"/>
                </a:lnTo>
                <a:lnTo>
                  <a:pt x="30" y="132"/>
                </a:lnTo>
                <a:lnTo>
                  <a:pt x="26" y="132"/>
                </a:lnTo>
                <a:lnTo>
                  <a:pt x="20" y="132"/>
                </a:lnTo>
                <a:lnTo>
                  <a:pt x="18" y="132"/>
                </a:lnTo>
                <a:lnTo>
                  <a:pt x="16" y="131"/>
                </a:lnTo>
                <a:lnTo>
                  <a:pt x="15" y="130"/>
                </a:lnTo>
                <a:lnTo>
                  <a:pt x="14" y="130"/>
                </a:lnTo>
                <a:lnTo>
                  <a:pt x="13" y="128"/>
                </a:lnTo>
                <a:lnTo>
                  <a:pt x="13" y="128"/>
                </a:lnTo>
                <a:lnTo>
                  <a:pt x="13" y="127"/>
                </a:lnTo>
                <a:lnTo>
                  <a:pt x="13" y="125"/>
                </a:lnTo>
                <a:lnTo>
                  <a:pt x="14" y="124"/>
                </a:lnTo>
                <a:lnTo>
                  <a:pt x="15" y="124"/>
                </a:lnTo>
                <a:lnTo>
                  <a:pt x="16" y="124"/>
                </a:lnTo>
                <a:lnTo>
                  <a:pt x="16" y="123"/>
                </a:lnTo>
                <a:lnTo>
                  <a:pt x="17" y="122"/>
                </a:lnTo>
                <a:lnTo>
                  <a:pt x="16" y="121"/>
                </a:lnTo>
                <a:lnTo>
                  <a:pt x="16" y="118"/>
                </a:lnTo>
                <a:lnTo>
                  <a:pt x="16" y="113"/>
                </a:lnTo>
                <a:lnTo>
                  <a:pt x="16" y="111"/>
                </a:lnTo>
                <a:lnTo>
                  <a:pt x="16" y="108"/>
                </a:lnTo>
                <a:lnTo>
                  <a:pt x="16" y="108"/>
                </a:lnTo>
                <a:lnTo>
                  <a:pt x="16" y="107"/>
                </a:lnTo>
                <a:lnTo>
                  <a:pt x="14" y="107"/>
                </a:lnTo>
                <a:lnTo>
                  <a:pt x="12" y="106"/>
                </a:lnTo>
                <a:lnTo>
                  <a:pt x="11" y="104"/>
                </a:lnTo>
                <a:lnTo>
                  <a:pt x="10" y="104"/>
                </a:lnTo>
                <a:lnTo>
                  <a:pt x="10" y="103"/>
                </a:lnTo>
                <a:lnTo>
                  <a:pt x="10" y="102"/>
                </a:lnTo>
                <a:lnTo>
                  <a:pt x="12" y="100"/>
                </a:lnTo>
                <a:lnTo>
                  <a:pt x="13" y="98"/>
                </a:lnTo>
                <a:lnTo>
                  <a:pt x="13" y="95"/>
                </a:lnTo>
                <a:lnTo>
                  <a:pt x="12" y="91"/>
                </a:lnTo>
                <a:lnTo>
                  <a:pt x="12" y="88"/>
                </a:lnTo>
                <a:lnTo>
                  <a:pt x="11" y="85"/>
                </a:lnTo>
                <a:lnTo>
                  <a:pt x="9" y="84"/>
                </a:lnTo>
                <a:lnTo>
                  <a:pt x="7" y="81"/>
                </a:lnTo>
                <a:lnTo>
                  <a:pt x="5" y="80"/>
                </a:lnTo>
                <a:lnTo>
                  <a:pt x="5" y="79"/>
                </a:lnTo>
                <a:lnTo>
                  <a:pt x="4" y="79"/>
                </a:lnTo>
                <a:lnTo>
                  <a:pt x="4" y="78"/>
                </a:lnTo>
                <a:lnTo>
                  <a:pt x="5" y="77"/>
                </a:lnTo>
                <a:lnTo>
                  <a:pt x="5" y="76"/>
                </a:lnTo>
                <a:lnTo>
                  <a:pt x="7" y="75"/>
                </a:lnTo>
                <a:lnTo>
                  <a:pt x="8" y="73"/>
                </a:lnTo>
                <a:lnTo>
                  <a:pt x="8" y="70"/>
                </a:lnTo>
                <a:lnTo>
                  <a:pt x="9" y="67"/>
                </a:lnTo>
                <a:lnTo>
                  <a:pt x="9" y="64"/>
                </a:lnTo>
                <a:lnTo>
                  <a:pt x="10" y="62"/>
                </a:lnTo>
                <a:lnTo>
                  <a:pt x="11" y="61"/>
                </a:lnTo>
                <a:lnTo>
                  <a:pt x="11" y="60"/>
                </a:lnTo>
                <a:lnTo>
                  <a:pt x="11" y="60"/>
                </a:lnTo>
                <a:lnTo>
                  <a:pt x="10" y="60"/>
                </a:lnTo>
                <a:lnTo>
                  <a:pt x="8" y="60"/>
                </a:lnTo>
                <a:lnTo>
                  <a:pt x="8" y="60"/>
                </a:lnTo>
                <a:lnTo>
                  <a:pt x="7" y="60"/>
                </a:lnTo>
                <a:lnTo>
                  <a:pt x="5" y="60"/>
                </a:lnTo>
                <a:lnTo>
                  <a:pt x="5" y="59"/>
                </a:lnTo>
                <a:lnTo>
                  <a:pt x="4" y="58"/>
                </a:lnTo>
                <a:lnTo>
                  <a:pt x="4" y="57"/>
                </a:lnTo>
                <a:lnTo>
                  <a:pt x="4" y="56"/>
                </a:lnTo>
                <a:lnTo>
                  <a:pt x="4" y="55"/>
                </a:lnTo>
                <a:lnTo>
                  <a:pt x="5" y="54"/>
                </a:lnTo>
                <a:lnTo>
                  <a:pt x="7" y="53"/>
                </a:lnTo>
                <a:lnTo>
                  <a:pt x="8" y="52"/>
                </a:lnTo>
                <a:lnTo>
                  <a:pt x="10" y="52"/>
                </a:lnTo>
                <a:lnTo>
                  <a:pt x="11" y="52"/>
                </a:lnTo>
                <a:lnTo>
                  <a:pt x="12" y="51"/>
                </a:lnTo>
                <a:lnTo>
                  <a:pt x="12" y="49"/>
                </a:lnTo>
                <a:lnTo>
                  <a:pt x="13" y="45"/>
                </a:lnTo>
                <a:lnTo>
                  <a:pt x="13" y="40"/>
                </a:lnTo>
                <a:lnTo>
                  <a:pt x="14" y="35"/>
                </a:lnTo>
                <a:lnTo>
                  <a:pt x="14" y="34"/>
                </a:lnTo>
                <a:lnTo>
                  <a:pt x="15" y="34"/>
                </a:lnTo>
                <a:lnTo>
                  <a:pt x="16" y="32"/>
                </a:lnTo>
                <a:lnTo>
                  <a:pt x="17" y="32"/>
                </a:lnTo>
                <a:lnTo>
                  <a:pt x="19" y="32"/>
                </a:lnTo>
                <a:lnTo>
                  <a:pt x="19" y="32"/>
                </a:lnTo>
                <a:lnTo>
                  <a:pt x="20" y="33"/>
                </a:lnTo>
                <a:lnTo>
                  <a:pt x="20" y="36"/>
                </a:lnTo>
                <a:lnTo>
                  <a:pt x="20" y="39"/>
                </a:lnTo>
                <a:lnTo>
                  <a:pt x="20" y="41"/>
                </a:lnTo>
                <a:lnTo>
                  <a:pt x="20" y="44"/>
                </a:lnTo>
                <a:lnTo>
                  <a:pt x="20" y="47"/>
                </a:lnTo>
                <a:lnTo>
                  <a:pt x="20" y="49"/>
                </a:lnTo>
                <a:lnTo>
                  <a:pt x="21" y="50"/>
                </a:lnTo>
                <a:lnTo>
                  <a:pt x="22" y="50"/>
                </a:lnTo>
                <a:lnTo>
                  <a:pt x="22" y="50"/>
                </a:lnTo>
                <a:lnTo>
                  <a:pt x="23" y="49"/>
                </a:lnTo>
                <a:lnTo>
                  <a:pt x="24" y="44"/>
                </a:lnTo>
                <a:lnTo>
                  <a:pt x="27" y="34"/>
                </a:lnTo>
                <a:lnTo>
                  <a:pt x="28" y="24"/>
                </a:lnTo>
                <a:lnTo>
                  <a:pt x="30" y="18"/>
                </a:lnTo>
                <a:lnTo>
                  <a:pt x="31" y="15"/>
                </a:lnTo>
                <a:lnTo>
                  <a:pt x="31" y="12"/>
                </a:lnTo>
                <a:lnTo>
                  <a:pt x="30" y="11"/>
                </a:lnTo>
                <a:lnTo>
                  <a:pt x="30" y="10"/>
                </a:lnTo>
                <a:lnTo>
                  <a:pt x="29" y="10"/>
                </a:lnTo>
                <a:lnTo>
                  <a:pt x="28" y="11"/>
                </a:lnTo>
                <a:lnTo>
                  <a:pt x="24" y="16"/>
                </a:lnTo>
                <a:lnTo>
                  <a:pt x="18" y="21"/>
                </a:lnTo>
                <a:lnTo>
                  <a:pt x="12" y="26"/>
                </a:lnTo>
                <a:lnTo>
                  <a:pt x="8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600" rIns="90000" bIns="12600" anchor="ctr">
            <a:noAutofit/>
          </a:bodyPr>
          <a:lstStyle/>
          <a:p>
            <a:endParaRPr/>
          </a:p>
        </p:txBody>
      </p:sp>
      <p:sp>
        <p:nvSpPr>
          <p:cNvPr id="193" name="íśḷídê">
            <a:extLst>
              <a:ext uri="{FF2B5EF4-FFF2-40B4-BE49-F238E27FC236}">
                <a16:creationId xmlns:a16="http://schemas.microsoft.com/office/drawing/2014/main" id="{C000A294-4B15-4364-BAB0-0C9E50B7FA6C}"/>
              </a:ext>
            </a:extLst>
          </p:cNvPr>
          <p:cNvSpPr>
            <a:spLocks noGrp="1"/>
          </p:cNvSpPr>
          <p:nvPr/>
        </p:nvSpPr>
        <p:spPr>
          <a:xfrm>
            <a:off x="872280" y="549000"/>
            <a:ext cx="7200" cy="12600"/>
          </a:xfrm>
          <a:custGeom>
            <a:avLst/>
            <a:gdLst>
              <a:gd name="textAreaLeft" fmla="*/ 0 w 7200"/>
              <a:gd name="textAreaRight" fmla="*/ 7560 w 7200"/>
              <a:gd name="textAreaTop" fmla="*/ 0 h 12600"/>
              <a:gd name="textAreaBottom" fmla="*/ 12960 h 12600"/>
              <a:gd name="GluePoint1X" fmla="*/ 2 w 17"/>
              <a:gd name="GluePoint1Y" fmla="*/ 6 h 30"/>
              <a:gd name="GluePoint2X" fmla="*/ 1 w 17"/>
              <a:gd name="GluePoint2Y" fmla="*/ 5 h 30"/>
              <a:gd name="GluePoint3X" fmla="*/ 0 w 17"/>
              <a:gd name="GluePoint3Y" fmla="*/ 3 h 30"/>
              <a:gd name="GluePoint4X" fmla="*/ 0 w 17"/>
              <a:gd name="GluePoint4Y" fmla="*/ 3 h 30"/>
              <a:gd name="GluePoint5X" fmla="*/ 0 w 17"/>
              <a:gd name="GluePoint5Y" fmla="*/ 3 h 30"/>
              <a:gd name="GluePoint6X" fmla="*/ 1 w 17"/>
              <a:gd name="GluePoint6Y" fmla="*/ 2 h 30"/>
              <a:gd name="GluePoint7X" fmla="*/ 3 w 17"/>
              <a:gd name="GluePoint7Y" fmla="*/ 1 h 30"/>
              <a:gd name="GluePoint8X" fmla="*/ 6 w 17"/>
              <a:gd name="GluePoint8Y" fmla="*/ 1 h 30"/>
              <a:gd name="GluePoint9X" fmla="*/ 9 w 17"/>
              <a:gd name="GluePoint9Y" fmla="*/ 0 h 30"/>
              <a:gd name="GluePoint10X" fmla="*/ 11 w 17"/>
              <a:gd name="GluePoint10Y" fmla="*/ 0 h 30"/>
              <a:gd name="GluePoint11X" fmla="*/ 12 w 17"/>
              <a:gd name="GluePoint11Y" fmla="*/ 1 h 30"/>
              <a:gd name="GluePoint12X" fmla="*/ 13 w 17"/>
              <a:gd name="GluePoint12Y" fmla="*/ 2 h 30"/>
              <a:gd name="GluePoint13X" fmla="*/ 14 w 17"/>
              <a:gd name="GluePoint13Y" fmla="*/ 3 h 30"/>
              <a:gd name="GluePoint14X" fmla="*/ 15 w 17"/>
              <a:gd name="GluePoint14Y" fmla="*/ 7 h 30"/>
              <a:gd name="GluePoint15X" fmla="*/ 15 w 17"/>
              <a:gd name="GluePoint15Y" fmla="*/ 14 h 30"/>
              <a:gd name="GluePoint16X" fmla="*/ 16 w 17"/>
              <a:gd name="GluePoint16Y" fmla="*/ 19 h 30"/>
              <a:gd name="GluePoint17X" fmla="*/ 17 w 17"/>
              <a:gd name="GluePoint17Y" fmla="*/ 23 h 30"/>
              <a:gd name="GluePoint18X" fmla="*/ 17 w 17"/>
              <a:gd name="GluePoint18Y" fmla="*/ 25 h 30"/>
              <a:gd name="GluePoint19X" fmla="*/ 17 w 17"/>
              <a:gd name="GluePoint19Y" fmla="*/ 27 h 30"/>
              <a:gd name="GluePoint20X" fmla="*/ 16 w 17"/>
              <a:gd name="GluePoint20Y" fmla="*/ 28 h 30"/>
              <a:gd name="GluePoint21X" fmla="*/ 15 w 17"/>
              <a:gd name="GluePoint21Y" fmla="*/ 29 h 30"/>
              <a:gd name="GluePoint22X" fmla="*/ 14 w 17"/>
              <a:gd name="GluePoint22Y" fmla="*/ 30 h 30"/>
              <a:gd name="GluePoint23X" fmla="*/ 11 w 17"/>
              <a:gd name="GluePoint23Y" fmla="*/ 30 h 30"/>
              <a:gd name="GluePoint24X" fmla="*/ 10 w 17"/>
              <a:gd name="GluePoint24Y" fmla="*/ 30 h 30"/>
              <a:gd name="GluePoint25X" fmla="*/ 8 w 17"/>
              <a:gd name="GluePoint25Y" fmla="*/ 29 h 30"/>
              <a:gd name="GluePoint26X" fmla="*/ 7 w 17"/>
              <a:gd name="GluePoint26Y" fmla="*/ 28 h 30"/>
              <a:gd name="GluePoint27X" fmla="*/ 7 w 17"/>
              <a:gd name="GluePoint27Y" fmla="*/ 27 h 30"/>
              <a:gd name="GluePoint28X" fmla="*/ 6 w 17"/>
              <a:gd name="GluePoint28Y" fmla="*/ 23 h 30"/>
              <a:gd name="GluePoint29X" fmla="*/ 6 w 17"/>
              <a:gd name="GluePoint29Y" fmla="*/ 19 h 30"/>
              <a:gd name="GluePoint30X" fmla="*/ 5 w 17"/>
              <a:gd name="GluePoint30Y" fmla="*/ 15 h 30"/>
              <a:gd name="GluePoint31X" fmla="*/ 4 w 17"/>
              <a:gd name="GluePoint31Y" fmla="*/ 11 h 30"/>
              <a:gd name="GluePoint32X" fmla="*/ 3 w 17"/>
              <a:gd name="GluePoint32Y" fmla="*/ 8 h 30"/>
              <a:gd name="GluePoint33X" fmla="*/ 3 w 17"/>
              <a:gd name="GluePoint33Y" fmla="*/ 7 h 30"/>
              <a:gd name="GluePoint34X" fmla="*/ 3 w 17"/>
              <a:gd name="GluePoint34Y" fmla="*/ 7 h 30"/>
              <a:gd name="GluePoint35X" fmla="*/ 2 w 17"/>
              <a:gd name="GluePoint35Y" fmla="*/ 6 h 30"/>
            </a:gdLst>
            <a:ahLst/>
            <a:cxnLst/>
            <a:rect l="textAreaLeft" t="textAreaTop" r="textAreaRight" b="textAreaBottom"/>
            <a:pathLst>
              <a:path w="17" h="30">
                <a:moveTo>
                  <a:pt x="2" y="6"/>
                </a:moveTo>
                <a:lnTo>
                  <a:pt x="1" y="5"/>
                </a:lnTo>
                <a:lnTo>
                  <a:pt x="0" y="3"/>
                </a:lnTo>
                <a:lnTo>
                  <a:pt x="0" y="3"/>
                </a:lnTo>
                <a:lnTo>
                  <a:pt x="0" y="3"/>
                </a:lnTo>
                <a:lnTo>
                  <a:pt x="1" y="2"/>
                </a:lnTo>
                <a:lnTo>
                  <a:pt x="3" y="1"/>
                </a:lnTo>
                <a:lnTo>
                  <a:pt x="6" y="1"/>
                </a:lnTo>
                <a:lnTo>
                  <a:pt x="9" y="0"/>
                </a:lnTo>
                <a:lnTo>
                  <a:pt x="11" y="0"/>
                </a:lnTo>
                <a:lnTo>
                  <a:pt x="12" y="1"/>
                </a:lnTo>
                <a:lnTo>
                  <a:pt x="13" y="2"/>
                </a:lnTo>
                <a:lnTo>
                  <a:pt x="14" y="3"/>
                </a:lnTo>
                <a:lnTo>
                  <a:pt x="15" y="7"/>
                </a:lnTo>
                <a:lnTo>
                  <a:pt x="15" y="14"/>
                </a:lnTo>
                <a:lnTo>
                  <a:pt x="16" y="19"/>
                </a:lnTo>
                <a:lnTo>
                  <a:pt x="17" y="23"/>
                </a:lnTo>
                <a:lnTo>
                  <a:pt x="17" y="25"/>
                </a:lnTo>
                <a:lnTo>
                  <a:pt x="17" y="27"/>
                </a:lnTo>
                <a:lnTo>
                  <a:pt x="16" y="28"/>
                </a:lnTo>
                <a:lnTo>
                  <a:pt x="15" y="29"/>
                </a:lnTo>
                <a:lnTo>
                  <a:pt x="14" y="30"/>
                </a:lnTo>
                <a:lnTo>
                  <a:pt x="11" y="30"/>
                </a:lnTo>
                <a:lnTo>
                  <a:pt x="10" y="30"/>
                </a:lnTo>
                <a:lnTo>
                  <a:pt x="8" y="29"/>
                </a:lnTo>
                <a:lnTo>
                  <a:pt x="7" y="28"/>
                </a:lnTo>
                <a:lnTo>
                  <a:pt x="7" y="27"/>
                </a:lnTo>
                <a:lnTo>
                  <a:pt x="6" y="23"/>
                </a:lnTo>
                <a:lnTo>
                  <a:pt x="6" y="19"/>
                </a:lnTo>
                <a:lnTo>
                  <a:pt x="5" y="15"/>
                </a:lnTo>
                <a:lnTo>
                  <a:pt x="4" y="11"/>
                </a:lnTo>
                <a:lnTo>
                  <a:pt x="3" y="8"/>
                </a:lnTo>
                <a:lnTo>
                  <a:pt x="3" y="7"/>
                </a:lnTo>
                <a:lnTo>
                  <a:pt x="3" y="7"/>
                </a:lnTo>
                <a:lnTo>
                  <a:pt x="2" y="6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ctr">
            <a:noAutofit/>
          </a:bodyPr>
          <a:lstStyle/>
          <a:p>
            <a:endParaRPr/>
          </a:p>
        </p:txBody>
      </p:sp>
      <p:sp>
        <p:nvSpPr>
          <p:cNvPr id="194" name="íśļiḋé">
            <a:extLst>
              <a:ext uri="{FF2B5EF4-FFF2-40B4-BE49-F238E27FC236}">
                <a16:creationId xmlns:a16="http://schemas.microsoft.com/office/drawing/2014/main" id="{D60A2FF4-DA32-4CA5-9EEC-B54ED6BCD6BC}"/>
              </a:ext>
            </a:extLst>
          </p:cNvPr>
          <p:cNvSpPr>
            <a:spLocks noGrp="1"/>
          </p:cNvSpPr>
          <p:nvPr/>
        </p:nvSpPr>
        <p:spPr>
          <a:xfrm>
            <a:off x="853920" y="546840"/>
            <a:ext cx="17640" cy="43200"/>
          </a:xfrm>
          <a:custGeom>
            <a:avLst/>
            <a:gdLst>
              <a:gd name="textAreaLeft" fmla="*/ 0 w 17640"/>
              <a:gd name="textAreaRight" fmla="*/ 18000 w 17640"/>
              <a:gd name="textAreaTop" fmla="*/ 0 h 43200"/>
              <a:gd name="textAreaBottom" fmla="*/ 43560 h 43200"/>
              <a:gd name="GluePoint1X" fmla="*/ 14 w 41"/>
              <a:gd name="GluePoint1Y" fmla="*/ 26 h 100"/>
              <a:gd name="GluePoint2X" fmla="*/ 10 w 41"/>
              <a:gd name="GluePoint2Y" fmla="*/ 30 h 100"/>
              <a:gd name="GluePoint3X" fmla="*/ 5 w 41"/>
              <a:gd name="GluePoint3Y" fmla="*/ 28 h 100"/>
              <a:gd name="GluePoint4X" fmla="*/ 1 w 41"/>
              <a:gd name="GluePoint4Y" fmla="*/ 26 h 100"/>
              <a:gd name="GluePoint5X" fmla="*/ 0 w 41"/>
              <a:gd name="GluePoint5Y" fmla="*/ 24 h 100"/>
              <a:gd name="GluePoint6X" fmla="*/ 2 w 41"/>
              <a:gd name="GluePoint6Y" fmla="*/ 19 h 100"/>
              <a:gd name="GluePoint7X" fmla="*/ 10 w 41"/>
              <a:gd name="GluePoint7Y" fmla="*/ 12 h 100"/>
              <a:gd name="GluePoint8X" fmla="*/ 21 w 41"/>
              <a:gd name="GluePoint8Y" fmla="*/ 4 h 100"/>
              <a:gd name="GluePoint9X" fmla="*/ 29 w 41"/>
              <a:gd name="GluePoint9Y" fmla="*/ 0 h 100"/>
              <a:gd name="GluePoint10X" fmla="*/ 30 w 41"/>
              <a:gd name="GluePoint10Y" fmla="*/ 0 h 100"/>
              <a:gd name="GluePoint11X" fmla="*/ 33 w 41"/>
              <a:gd name="GluePoint11Y" fmla="*/ 4 h 100"/>
              <a:gd name="GluePoint12X" fmla="*/ 35 w 41"/>
              <a:gd name="GluePoint12Y" fmla="*/ 8 h 100"/>
              <a:gd name="GluePoint13X" fmla="*/ 33 w 41"/>
              <a:gd name="GluePoint13Y" fmla="*/ 16 h 100"/>
              <a:gd name="GluePoint14X" fmla="*/ 32 w 41"/>
              <a:gd name="GluePoint14Y" fmla="*/ 30 h 100"/>
              <a:gd name="GluePoint15X" fmla="*/ 31 w 41"/>
              <a:gd name="GluePoint15Y" fmla="*/ 44 h 100"/>
              <a:gd name="GluePoint16X" fmla="*/ 33 w 41"/>
              <a:gd name="GluePoint16Y" fmla="*/ 46 h 100"/>
              <a:gd name="GluePoint17X" fmla="*/ 35 w 41"/>
              <a:gd name="GluePoint17Y" fmla="*/ 48 h 100"/>
              <a:gd name="GluePoint18X" fmla="*/ 31 w 41"/>
              <a:gd name="GluePoint18Y" fmla="*/ 54 h 100"/>
              <a:gd name="GluePoint19X" fmla="*/ 32 w 41"/>
              <a:gd name="GluePoint19Y" fmla="*/ 57 h 100"/>
              <a:gd name="GluePoint20X" fmla="*/ 35 w 41"/>
              <a:gd name="GluePoint20Y" fmla="*/ 58 h 100"/>
              <a:gd name="GluePoint21X" fmla="*/ 37 w 41"/>
              <a:gd name="GluePoint21Y" fmla="*/ 54 h 100"/>
              <a:gd name="GluePoint22X" fmla="*/ 41 w 41"/>
              <a:gd name="GluePoint22Y" fmla="*/ 48 h 100"/>
              <a:gd name="GluePoint23X" fmla="*/ 35 w 41"/>
              <a:gd name="GluePoint23Y" fmla="*/ 72 h 100"/>
              <a:gd name="GluePoint24X" fmla="*/ 30 w 41"/>
              <a:gd name="GluePoint24Y" fmla="*/ 88 h 100"/>
              <a:gd name="GluePoint25X" fmla="*/ 25 w 41"/>
              <a:gd name="GluePoint25Y" fmla="*/ 96 h 100"/>
              <a:gd name="GluePoint26X" fmla="*/ 21 w 41"/>
              <a:gd name="GluePoint26Y" fmla="*/ 100 h 100"/>
              <a:gd name="GluePoint27X" fmla="*/ 17 w 41"/>
              <a:gd name="GluePoint27Y" fmla="*/ 100 h 100"/>
              <a:gd name="GluePoint28X" fmla="*/ 15 w 41"/>
              <a:gd name="GluePoint28Y" fmla="*/ 97 h 100"/>
              <a:gd name="GluePoint29X" fmla="*/ 16 w 41"/>
              <a:gd name="GluePoint29Y" fmla="*/ 89 h 100"/>
              <a:gd name="GluePoint30X" fmla="*/ 18 w 41"/>
              <a:gd name="GluePoint30Y" fmla="*/ 82 h 100"/>
              <a:gd name="GluePoint31X" fmla="*/ 21 w 41"/>
              <a:gd name="GluePoint31Y" fmla="*/ 74 h 100"/>
              <a:gd name="GluePoint32X" fmla="*/ 20 w 41"/>
              <a:gd name="GluePoint32Y" fmla="*/ 68 h 100"/>
              <a:gd name="GluePoint33X" fmla="*/ 18 w 41"/>
              <a:gd name="GluePoint33Y" fmla="*/ 65 h 100"/>
              <a:gd name="GluePoint34X" fmla="*/ 9 w 41"/>
              <a:gd name="GluePoint34Y" fmla="*/ 69 h 100"/>
              <a:gd name="GluePoint35X" fmla="*/ 5 w 41"/>
              <a:gd name="GluePoint35Y" fmla="*/ 70 h 100"/>
              <a:gd name="GluePoint36X" fmla="*/ 5 w 41"/>
              <a:gd name="GluePoint36Y" fmla="*/ 68 h 100"/>
              <a:gd name="GluePoint37X" fmla="*/ 5 w 41"/>
              <a:gd name="GluePoint37Y" fmla="*/ 61 h 100"/>
              <a:gd name="GluePoint38X" fmla="*/ 7 w 41"/>
              <a:gd name="GluePoint38Y" fmla="*/ 61 h 100"/>
              <a:gd name="GluePoint39X" fmla="*/ 9 w 41"/>
              <a:gd name="GluePoint39Y" fmla="*/ 59 h 100"/>
              <a:gd name="GluePoint40X" fmla="*/ 17 w 41"/>
              <a:gd name="GluePoint40Y" fmla="*/ 54 h 100"/>
              <a:gd name="GluePoint41X" fmla="*/ 20 w 41"/>
              <a:gd name="GluePoint41Y" fmla="*/ 50 h 100"/>
              <a:gd name="GluePoint42X" fmla="*/ 20 w 41"/>
              <a:gd name="GluePoint42Y" fmla="*/ 40 h 100"/>
              <a:gd name="GluePoint43X" fmla="*/ 19 w 41"/>
              <a:gd name="GluePoint43Y" fmla="*/ 25 h 100"/>
              <a:gd name="GluePoint44X" fmla="*/ 17 w 41"/>
              <a:gd name="GluePoint44Y" fmla="*/ 24 h 100"/>
            </a:gdLst>
            <a:ahLst/>
            <a:cxnLst/>
            <a:rect l="textAreaLeft" t="textAreaTop" r="textAreaRight" b="textAreaBottom"/>
            <a:pathLst>
              <a:path w="41" h="100">
                <a:moveTo>
                  <a:pt x="17" y="24"/>
                </a:moveTo>
                <a:lnTo>
                  <a:pt x="16" y="24"/>
                </a:lnTo>
                <a:lnTo>
                  <a:pt x="14" y="26"/>
                </a:lnTo>
                <a:lnTo>
                  <a:pt x="13" y="28"/>
                </a:lnTo>
                <a:lnTo>
                  <a:pt x="12" y="28"/>
                </a:lnTo>
                <a:lnTo>
                  <a:pt x="10" y="30"/>
                </a:lnTo>
                <a:lnTo>
                  <a:pt x="9" y="30"/>
                </a:lnTo>
                <a:lnTo>
                  <a:pt x="7" y="29"/>
                </a:lnTo>
                <a:lnTo>
                  <a:pt x="5" y="28"/>
                </a:lnTo>
                <a:lnTo>
                  <a:pt x="3" y="28"/>
                </a:lnTo>
                <a:lnTo>
                  <a:pt x="1" y="27"/>
                </a:lnTo>
                <a:lnTo>
                  <a:pt x="1" y="26"/>
                </a:lnTo>
                <a:lnTo>
                  <a:pt x="0" y="26"/>
                </a:lnTo>
                <a:lnTo>
                  <a:pt x="0" y="24"/>
                </a:lnTo>
                <a:lnTo>
                  <a:pt x="0" y="24"/>
                </a:lnTo>
                <a:lnTo>
                  <a:pt x="0" y="22"/>
                </a:lnTo>
                <a:lnTo>
                  <a:pt x="1" y="20"/>
                </a:lnTo>
                <a:lnTo>
                  <a:pt x="2" y="19"/>
                </a:lnTo>
                <a:lnTo>
                  <a:pt x="5" y="16"/>
                </a:lnTo>
                <a:lnTo>
                  <a:pt x="8" y="14"/>
                </a:lnTo>
                <a:lnTo>
                  <a:pt x="10" y="12"/>
                </a:lnTo>
                <a:lnTo>
                  <a:pt x="16" y="8"/>
                </a:lnTo>
                <a:lnTo>
                  <a:pt x="18" y="6"/>
                </a:lnTo>
                <a:lnTo>
                  <a:pt x="21" y="4"/>
                </a:lnTo>
                <a:lnTo>
                  <a:pt x="25" y="1"/>
                </a:lnTo>
                <a:lnTo>
                  <a:pt x="27" y="0"/>
                </a:lnTo>
                <a:lnTo>
                  <a:pt x="29" y="0"/>
                </a:lnTo>
                <a:lnTo>
                  <a:pt x="29" y="0"/>
                </a:lnTo>
                <a:lnTo>
                  <a:pt x="29" y="0"/>
                </a:lnTo>
                <a:lnTo>
                  <a:pt x="30" y="0"/>
                </a:lnTo>
                <a:lnTo>
                  <a:pt x="30" y="0"/>
                </a:lnTo>
                <a:lnTo>
                  <a:pt x="31" y="2"/>
                </a:lnTo>
                <a:lnTo>
                  <a:pt x="33" y="4"/>
                </a:lnTo>
                <a:lnTo>
                  <a:pt x="34" y="5"/>
                </a:lnTo>
                <a:lnTo>
                  <a:pt x="35" y="6"/>
                </a:lnTo>
                <a:lnTo>
                  <a:pt x="35" y="8"/>
                </a:lnTo>
                <a:lnTo>
                  <a:pt x="35" y="8"/>
                </a:lnTo>
                <a:lnTo>
                  <a:pt x="35" y="12"/>
                </a:lnTo>
                <a:lnTo>
                  <a:pt x="33" y="16"/>
                </a:lnTo>
                <a:lnTo>
                  <a:pt x="33" y="21"/>
                </a:lnTo>
                <a:lnTo>
                  <a:pt x="32" y="24"/>
                </a:lnTo>
                <a:lnTo>
                  <a:pt x="32" y="30"/>
                </a:lnTo>
                <a:lnTo>
                  <a:pt x="31" y="36"/>
                </a:lnTo>
                <a:lnTo>
                  <a:pt x="31" y="43"/>
                </a:lnTo>
                <a:lnTo>
                  <a:pt x="31" y="44"/>
                </a:lnTo>
                <a:lnTo>
                  <a:pt x="31" y="45"/>
                </a:lnTo>
                <a:lnTo>
                  <a:pt x="33" y="46"/>
                </a:lnTo>
                <a:lnTo>
                  <a:pt x="33" y="46"/>
                </a:lnTo>
                <a:lnTo>
                  <a:pt x="34" y="47"/>
                </a:lnTo>
                <a:lnTo>
                  <a:pt x="35" y="48"/>
                </a:lnTo>
                <a:lnTo>
                  <a:pt x="35" y="48"/>
                </a:lnTo>
                <a:lnTo>
                  <a:pt x="33" y="51"/>
                </a:lnTo>
                <a:lnTo>
                  <a:pt x="32" y="53"/>
                </a:lnTo>
                <a:lnTo>
                  <a:pt x="31" y="54"/>
                </a:lnTo>
                <a:lnTo>
                  <a:pt x="31" y="56"/>
                </a:lnTo>
                <a:lnTo>
                  <a:pt x="31" y="56"/>
                </a:lnTo>
                <a:lnTo>
                  <a:pt x="32" y="57"/>
                </a:lnTo>
                <a:lnTo>
                  <a:pt x="33" y="57"/>
                </a:lnTo>
                <a:lnTo>
                  <a:pt x="34" y="58"/>
                </a:lnTo>
                <a:lnTo>
                  <a:pt x="35" y="58"/>
                </a:lnTo>
                <a:lnTo>
                  <a:pt x="36" y="57"/>
                </a:lnTo>
                <a:lnTo>
                  <a:pt x="37" y="56"/>
                </a:lnTo>
                <a:lnTo>
                  <a:pt x="37" y="54"/>
                </a:lnTo>
                <a:lnTo>
                  <a:pt x="39" y="49"/>
                </a:lnTo>
                <a:lnTo>
                  <a:pt x="41" y="47"/>
                </a:lnTo>
                <a:lnTo>
                  <a:pt x="41" y="48"/>
                </a:lnTo>
                <a:lnTo>
                  <a:pt x="40" y="54"/>
                </a:lnTo>
                <a:lnTo>
                  <a:pt x="38" y="61"/>
                </a:lnTo>
                <a:lnTo>
                  <a:pt x="35" y="72"/>
                </a:lnTo>
                <a:lnTo>
                  <a:pt x="33" y="79"/>
                </a:lnTo>
                <a:lnTo>
                  <a:pt x="32" y="84"/>
                </a:lnTo>
                <a:lnTo>
                  <a:pt x="30" y="88"/>
                </a:lnTo>
                <a:lnTo>
                  <a:pt x="29" y="92"/>
                </a:lnTo>
                <a:lnTo>
                  <a:pt x="27" y="94"/>
                </a:lnTo>
                <a:lnTo>
                  <a:pt x="25" y="96"/>
                </a:lnTo>
                <a:lnTo>
                  <a:pt x="24" y="98"/>
                </a:lnTo>
                <a:lnTo>
                  <a:pt x="22" y="99"/>
                </a:lnTo>
                <a:lnTo>
                  <a:pt x="21" y="100"/>
                </a:lnTo>
                <a:lnTo>
                  <a:pt x="20" y="100"/>
                </a:lnTo>
                <a:lnTo>
                  <a:pt x="18" y="100"/>
                </a:lnTo>
                <a:lnTo>
                  <a:pt x="17" y="100"/>
                </a:lnTo>
                <a:lnTo>
                  <a:pt x="16" y="100"/>
                </a:lnTo>
                <a:lnTo>
                  <a:pt x="15" y="98"/>
                </a:lnTo>
                <a:lnTo>
                  <a:pt x="15" y="97"/>
                </a:lnTo>
                <a:lnTo>
                  <a:pt x="15" y="96"/>
                </a:lnTo>
                <a:lnTo>
                  <a:pt x="16" y="92"/>
                </a:lnTo>
                <a:lnTo>
                  <a:pt x="16" y="89"/>
                </a:lnTo>
                <a:lnTo>
                  <a:pt x="17" y="87"/>
                </a:lnTo>
                <a:lnTo>
                  <a:pt x="17" y="84"/>
                </a:lnTo>
                <a:lnTo>
                  <a:pt x="18" y="82"/>
                </a:lnTo>
                <a:lnTo>
                  <a:pt x="19" y="79"/>
                </a:lnTo>
                <a:lnTo>
                  <a:pt x="20" y="76"/>
                </a:lnTo>
                <a:lnTo>
                  <a:pt x="21" y="74"/>
                </a:lnTo>
                <a:lnTo>
                  <a:pt x="21" y="72"/>
                </a:lnTo>
                <a:lnTo>
                  <a:pt x="21" y="69"/>
                </a:lnTo>
                <a:lnTo>
                  <a:pt x="20" y="68"/>
                </a:lnTo>
                <a:lnTo>
                  <a:pt x="20" y="67"/>
                </a:lnTo>
                <a:lnTo>
                  <a:pt x="19" y="65"/>
                </a:lnTo>
                <a:lnTo>
                  <a:pt x="18" y="65"/>
                </a:lnTo>
                <a:lnTo>
                  <a:pt x="16" y="66"/>
                </a:lnTo>
                <a:lnTo>
                  <a:pt x="13" y="68"/>
                </a:lnTo>
                <a:lnTo>
                  <a:pt x="9" y="69"/>
                </a:lnTo>
                <a:lnTo>
                  <a:pt x="6" y="70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9"/>
                </a:lnTo>
                <a:lnTo>
                  <a:pt x="5" y="68"/>
                </a:lnTo>
                <a:lnTo>
                  <a:pt x="5" y="66"/>
                </a:lnTo>
                <a:lnTo>
                  <a:pt x="5" y="63"/>
                </a:lnTo>
                <a:lnTo>
                  <a:pt x="5" y="61"/>
                </a:lnTo>
                <a:lnTo>
                  <a:pt x="6" y="61"/>
                </a:lnTo>
                <a:lnTo>
                  <a:pt x="6" y="61"/>
                </a:lnTo>
                <a:lnTo>
                  <a:pt x="7" y="61"/>
                </a:lnTo>
                <a:lnTo>
                  <a:pt x="7" y="61"/>
                </a:lnTo>
                <a:lnTo>
                  <a:pt x="8" y="60"/>
                </a:lnTo>
                <a:lnTo>
                  <a:pt x="9" y="59"/>
                </a:lnTo>
                <a:lnTo>
                  <a:pt x="14" y="55"/>
                </a:lnTo>
                <a:lnTo>
                  <a:pt x="16" y="54"/>
                </a:lnTo>
                <a:lnTo>
                  <a:pt x="17" y="54"/>
                </a:lnTo>
                <a:lnTo>
                  <a:pt x="18" y="52"/>
                </a:lnTo>
                <a:lnTo>
                  <a:pt x="20" y="52"/>
                </a:lnTo>
                <a:lnTo>
                  <a:pt x="20" y="50"/>
                </a:lnTo>
                <a:lnTo>
                  <a:pt x="21" y="48"/>
                </a:lnTo>
                <a:lnTo>
                  <a:pt x="21" y="46"/>
                </a:lnTo>
                <a:lnTo>
                  <a:pt x="20" y="40"/>
                </a:lnTo>
                <a:lnTo>
                  <a:pt x="20" y="34"/>
                </a:lnTo>
                <a:lnTo>
                  <a:pt x="20" y="28"/>
                </a:lnTo>
                <a:lnTo>
                  <a:pt x="19" y="25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195" name="işļîdé">
            <a:extLst>
              <a:ext uri="{FF2B5EF4-FFF2-40B4-BE49-F238E27FC236}">
                <a16:creationId xmlns:a16="http://schemas.microsoft.com/office/drawing/2014/main" id="{CBA0A539-8829-4447-AE26-779987BAB984}"/>
              </a:ext>
            </a:extLst>
          </p:cNvPr>
          <p:cNvSpPr>
            <a:spLocks noGrp="1"/>
          </p:cNvSpPr>
          <p:nvPr/>
        </p:nvSpPr>
        <p:spPr>
          <a:xfrm>
            <a:off x="958320" y="551160"/>
            <a:ext cx="50400" cy="38160"/>
          </a:xfrm>
          <a:custGeom>
            <a:avLst/>
            <a:gdLst>
              <a:gd name="textAreaLeft" fmla="*/ 0 w 50400"/>
              <a:gd name="textAreaRight" fmla="*/ 50760 w 50400"/>
              <a:gd name="textAreaTop" fmla="*/ 0 h 38160"/>
              <a:gd name="textAreaBottom" fmla="*/ 38520 h 38160"/>
              <a:gd name="GluePoint1X" fmla="*/ 51 w 116"/>
              <a:gd name="GluePoint1Y" fmla="*/ 2 h 88"/>
              <a:gd name="GluePoint2X" fmla="*/ 53 w 116"/>
              <a:gd name="GluePoint2Y" fmla="*/ 0 h 88"/>
              <a:gd name="GluePoint3X" fmla="*/ 56 w 116"/>
              <a:gd name="GluePoint3Y" fmla="*/ 1 h 88"/>
              <a:gd name="GluePoint4X" fmla="*/ 62 w 116"/>
              <a:gd name="GluePoint4Y" fmla="*/ 3 h 88"/>
              <a:gd name="GluePoint5X" fmla="*/ 69 w 116"/>
              <a:gd name="GluePoint5Y" fmla="*/ 6 h 88"/>
              <a:gd name="GluePoint6X" fmla="*/ 88 w 116"/>
              <a:gd name="GluePoint6Y" fmla="*/ 10 h 88"/>
              <a:gd name="GluePoint7X" fmla="*/ 98 w 116"/>
              <a:gd name="GluePoint7Y" fmla="*/ 10 h 88"/>
              <a:gd name="GluePoint8X" fmla="*/ 107 w 116"/>
              <a:gd name="GluePoint8Y" fmla="*/ 11 h 88"/>
              <a:gd name="GluePoint9X" fmla="*/ 116 w 116"/>
              <a:gd name="GluePoint9Y" fmla="*/ 18 h 88"/>
              <a:gd name="GluePoint10X" fmla="*/ 115 w 116"/>
              <a:gd name="GluePoint10Y" fmla="*/ 22 h 88"/>
              <a:gd name="GluePoint11X" fmla="*/ 113 w 116"/>
              <a:gd name="GluePoint11Y" fmla="*/ 26 h 88"/>
              <a:gd name="GluePoint12X" fmla="*/ 95 w 116"/>
              <a:gd name="GluePoint12Y" fmla="*/ 39 h 88"/>
              <a:gd name="GluePoint13X" fmla="*/ 79 w 116"/>
              <a:gd name="GluePoint13Y" fmla="*/ 54 h 88"/>
              <a:gd name="GluePoint14X" fmla="*/ 75 w 116"/>
              <a:gd name="GluePoint14Y" fmla="*/ 60 h 88"/>
              <a:gd name="GluePoint15X" fmla="*/ 77 w 116"/>
              <a:gd name="GluePoint15Y" fmla="*/ 61 h 88"/>
              <a:gd name="GluePoint16X" fmla="*/ 87 w 116"/>
              <a:gd name="GluePoint16Y" fmla="*/ 58 h 88"/>
              <a:gd name="GluePoint17X" fmla="*/ 93 w 116"/>
              <a:gd name="GluePoint17Y" fmla="*/ 59 h 88"/>
              <a:gd name="GluePoint18X" fmla="*/ 96 w 116"/>
              <a:gd name="GluePoint18Y" fmla="*/ 63 h 88"/>
              <a:gd name="GluePoint19X" fmla="*/ 95 w 116"/>
              <a:gd name="GluePoint19Y" fmla="*/ 68 h 88"/>
              <a:gd name="GluePoint20X" fmla="*/ 92 w 116"/>
              <a:gd name="GluePoint20Y" fmla="*/ 70 h 88"/>
              <a:gd name="GluePoint21X" fmla="*/ 88 w 116"/>
              <a:gd name="GluePoint21Y" fmla="*/ 71 h 88"/>
              <a:gd name="GluePoint22X" fmla="*/ 80 w 116"/>
              <a:gd name="GluePoint22Y" fmla="*/ 70 h 88"/>
              <a:gd name="GluePoint23X" fmla="*/ 68 w 116"/>
              <a:gd name="GluePoint23Y" fmla="*/ 71 h 88"/>
              <a:gd name="GluePoint24X" fmla="*/ 43 w 116"/>
              <a:gd name="GluePoint24Y" fmla="*/ 78 h 88"/>
              <a:gd name="GluePoint25X" fmla="*/ 27 w 116"/>
              <a:gd name="GluePoint25Y" fmla="*/ 84 h 88"/>
              <a:gd name="GluePoint26X" fmla="*/ 21 w 116"/>
              <a:gd name="GluePoint26Y" fmla="*/ 87 h 88"/>
              <a:gd name="GluePoint27X" fmla="*/ 19 w 116"/>
              <a:gd name="GluePoint27Y" fmla="*/ 88 h 88"/>
              <a:gd name="GluePoint28X" fmla="*/ 11 w 116"/>
              <a:gd name="GluePoint28Y" fmla="*/ 84 h 88"/>
              <a:gd name="GluePoint29X" fmla="*/ 3 w 116"/>
              <a:gd name="GluePoint29Y" fmla="*/ 79 h 88"/>
              <a:gd name="GluePoint30X" fmla="*/ 1 w 116"/>
              <a:gd name="GluePoint30Y" fmla="*/ 74 h 88"/>
              <a:gd name="GluePoint31X" fmla="*/ 0 w 116"/>
              <a:gd name="GluePoint31Y" fmla="*/ 68 h 88"/>
              <a:gd name="GluePoint32X" fmla="*/ 2 w 116"/>
              <a:gd name="GluePoint32Y" fmla="*/ 66 h 88"/>
              <a:gd name="GluePoint33X" fmla="*/ 9 w 116"/>
              <a:gd name="GluePoint33Y" fmla="*/ 66 h 88"/>
              <a:gd name="GluePoint34X" fmla="*/ 18 w 116"/>
              <a:gd name="GluePoint34Y" fmla="*/ 67 h 88"/>
              <a:gd name="GluePoint35X" fmla="*/ 27 w 116"/>
              <a:gd name="GluePoint35Y" fmla="*/ 65 h 88"/>
              <a:gd name="GluePoint36X" fmla="*/ 45 w 116"/>
              <a:gd name="GluePoint36Y" fmla="*/ 61 h 88"/>
              <a:gd name="GluePoint37X" fmla="*/ 63 w 116"/>
              <a:gd name="GluePoint37Y" fmla="*/ 48 h 88"/>
              <a:gd name="GluePoint38X" fmla="*/ 83 w 116"/>
              <a:gd name="GluePoint38Y" fmla="*/ 30 h 88"/>
              <a:gd name="GluePoint39X" fmla="*/ 97 w 116"/>
              <a:gd name="GluePoint39Y" fmla="*/ 20 h 88"/>
              <a:gd name="GluePoint40X" fmla="*/ 98 w 116"/>
              <a:gd name="GluePoint40Y" fmla="*/ 18 h 88"/>
              <a:gd name="GluePoint41X" fmla="*/ 92 w 116"/>
              <a:gd name="GluePoint41Y" fmla="*/ 17 h 88"/>
              <a:gd name="GluePoint42X" fmla="*/ 77 w 116"/>
              <a:gd name="GluePoint42Y" fmla="*/ 21 h 88"/>
              <a:gd name="GluePoint43X" fmla="*/ 68 w 116"/>
              <a:gd name="GluePoint43Y" fmla="*/ 25 h 88"/>
              <a:gd name="GluePoint44X" fmla="*/ 63 w 116"/>
              <a:gd name="GluePoint44Y" fmla="*/ 25 h 88"/>
              <a:gd name="GluePoint45X" fmla="*/ 58 w 116"/>
              <a:gd name="GluePoint45Y" fmla="*/ 22 h 88"/>
              <a:gd name="GluePoint46X" fmla="*/ 54 w 116"/>
              <a:gd name="GluePoint46Y" fmla="*/ 16 h 88"/>
              <a:gd name="GluePoint47X" fmla="*/ 51 w 116"/>
              <a:gd name="GluePoint47Y" fmla="*/ 8 h 88"/>
            </a:gdLst>
            <a:ahLst/>
            <a:cxnLst/>
            <a:rect l="textAreaLeft" t="textAreaTop" r="textAreaRight" b="textAreaBottom"/>
            <a:pathLst>
              <a:path w="116" h="88">
                <a:moveTo>
                  <a:pt x="51" y="5"/>
                </a:moveTo>
                <a:lnTo>
                  <a:pt x="51" y="3"/>
                </a:lnTo>
                <a:lnTo>
                  <a:pt x="51" y="2"/>
                </a:lnTo>
                <a:lnTo>
                  <a:pt x="51" y="2"/>
                </a:lnTo>
                <a:lnTo>
                  <a:pt x="51" y="1"/>
                </a:lnTo>
                <a:lnTo>
                  <a:pt x="53" y="0"/>
                </a:lnTo>
                <a:lnTo>
                  <a:pt x="54" y="0"/>
                </a:lnTo>
                <a:lnTo>
                  <a:pt x="55" y="0"/>
                </a:lnTo>
                <a:lnTo>
                  <a:pt x="56" y="1"/>
                </a:lnTo>
                <a:lnTo>
                  <a:pt x="58" y="1"/>
                </a:lnTo>
                <a:lnTo>
                  <a:pt x="59" y="2"/>
                </a:lnTo>
                <a:lnTo>
                  <a:pt x="62" y="3"/>
                </a:lnTo>
                <a:lnTo>
                  <a:pt x="64" y="5"/>
                </a:lnTo>
                <a:lnTo>
                  <a:pt x="67" y="6"/>
                </a:lnTo>
                <a:lnTo>
                  <a:pt x="69" y="6"/>
                </a:lnTo>
                <a:lnTo>
                  <a:pt x="75" y="8"/>
                </a:lnTo>
                <a:lnTo>
                  <a:pt x="83" y="10"/>
                </a:lnTo>
                <a:lnTo>
                  <a:pt x="88" y="10"/>
                </a:lnTo>
                <a:lnTo>
                  <a:pt x="92" y="10"/>
                </a:lnTo>
                <a:lnTo>
                  <a:pt x="95" y="10"/>
                </a:lnTo>
                <a:lnTo>
                  <a:pt x="98" y="10"/>
                </a:lnTo>
                <a:lnTo>
                  <a:pt x="101" y="10"/>
                </a:lnTo>
                <a:lnTo>
                  <a:pt x="103" y="10"/>
                </a:lnTo>
                <a:lnTo>
                  <a:pt x="107" y="11"/>
                </a:lnTo>
                <a:lnTo>
                  <a:pt x="111" y="14"/>
                </a:lnTo>
                <a:lnTo>
                  <a:pt x="115" y="17"/>
                </a:lnTo>
                <a:lnTo>
                  <a:pt x="116" y="18"/>
                </a:lnTo>
                <a:lnTo>
                  <a:pt x="115" y="19"/>
                </a:lnTo>
                <a:lnTo>
                  <a:pt x="115" y="22"/>
                </a:lnTo>
                <a:lnTo>
                  <a:pt x="115" y="22"/>
                </a:lnTo>
                <a:lnTo>
                  <a:pt x="115" y="24"/>
                </a:lnTo>
                <a:lnTo>
                  <a:pt x="114" y="26"/>
                </a:lnTo>
                <a:lnTo>
                  <a:pt x="113" y="26"/>
                </a:lnTo>
                <a:lnTo>
                  <a:pt x="109" y="29"/>
                </a:lnTo>
                <a:lnTo>
                  <a:pt x="103" y="34"/>
                </a:lnTo>
                <a:lnTo>
                  <a:pt x="95" y="39"/>
                </a:lnTo>
                <a:lnTo>
                  <a:pt x="87" y="46"/>
                </a:lnTo>
                <a:lnTo>
                  <a:pt x="83" y="50"/>
                </a:lnTo>
                <a:lnTo>
                  <a:pt x="79" y="54"/>
                </a:lnTo>
                <a:lnTo>
                  <a:pt x="77" y="57"/>
                </a:lnTo>
                <a:lnTo>
                  <a:pt x="75" y="58"/>
                </a:lnTo>
                <a:lnTo>
                  <a:pt x="75" y="60"/>
                </a:lnTo>
                <a:lnTo>
                  <a:pt x="75" y="61"/>
                </a:lnTo>
                <a:lnTo>
                  <a:pt x="75" y="61"/>
                </a:lnTo>
                <a:lnTo>
                  <a:pt x="77" y="61"/>
                </a:lnTo>
                <a:lnTo>
                  <a:pt x="80" y="61"/>
                </a:lnTo>
                <a:lnTo>
                  <a:pt x="85" y="59"/>
                </a:lnTo>
                <a:lnTo>
                  <a:pt x="87" y="58"/>
                </a:lnTo>
                <a:lnTo>
                  <a:pt x="88" y="57"/>
                </a:lnTo>
                <a:lnTo>
                  <a:pt x="91" y="58"/>
                </a:lnTo>
                <a:lnTo>
                  <a:pt x="93" y="59"/>
                </a:lnTo>
                <a:lnTo>
                  <a:pt x="95" y="61"/>
                </a:lnTo>
                <a:lnTo>
                  <a:pt x="96" y="62"/>
                </a:lnTo>
                <a:lnTo>
                  <a:pt x="96" y="63"/>
                </a:lnTo>
                <a:lnTo>
                  <a:pt x="96" y="65"/>
                </a:lnTo>
                <a:lnTo>
                  <a:pt x="96" y="66"/>
                </a:lnTo>
                <a:lnTo>
                  <a:pt x="95" y="68"/>
                </a:lnTo>
                <a:lnTo>
                  <a:pt x="95" y="69"/>
                </a:lnTo>
                <a:lnTo>
                  <a:pt x="93" y="70"/>
                </a:lnTo>
                <a:lnTo>
                  <a:pt x="92" y="70"/>
                </a:lnTo>
                <a:lnTo>
                  <a:pt x="91" y="70"/>
                </a:lnTo>
                <a:lnTo>
                  <a:pt x="90" y="71"/>
                </a:lnTo>
                <a:lnTo>
                  <a:pt x="88" y="71"/>
                </a:lnTo>
                <a:lnTo>
                  <a:pt x="87" y="71"/>
                </a:lnTo>
                <a:lnTo>
                  <a:pt x="85" y="71"/>
                </a:lnTo>
                <a:lnTo>
                  <a:pt x="80" y="70"/>
                </a:lnTo>
                <a:lnTo>
                  <a:pt x="76" y="70"/>
                </a:lnTo>
                <a:lnTo>
                  <a:pt x="72" y="71"/>
                </a:lnTo>
                <a:lnTo>
                  <a:pt x="68" y="71"/>
                </a:lnTo>
                <a:lnTo>
                  <a:pt x="60" y="73"/>
                </a:lnTo>
                <a:lnTo>
                  <a:pt x="52" y="75"/>
                </a:lnTo>
                <a:lnTo>
                  <a:pt x="43" y="78"/>
                </a:lnTo>
                <a:lnTo>
                  <a:pt x="35" y="81"/>
                </a:lnTo>
                <a:lnTo>
                  <a:pt x="31" y="82"/>
                </a:lnTo>
                <a:lnTo>
                  <a:pt x="27" y="84"/>
                </a:lnTo>
                <a:lnTo>
                  <a:pt x="24" y="85"/>
                </a:lnTo>
                <a:lnTo>
                  <a:pt x="22" y="86"/>
                </a:lnTo>
                <a:lnTo>
                  <a:pt x="21" y="87"/>
                </a:lnTo>
                <a:lnTo>
                  <a:pt x="20" y="87"/>
                </a:lnTo>
                <a:lnTo>
                  <a:pt x="19" y="88"/>
                </a:lnTo>
                <a:lnTo>
                  <a:pt x="19" y="88"/>
                </a:lnTo>
                <a:lnTo>
                  <a:pt x="16" y="87"/>
                </a:lnTo>
                <a:lnTo>
                  <a:pt x="15" y="86"/>
                </a:lnTo>
                <a:lnTo>
                  <a:pt x="11" y="84"/>
                </a:lnTo>
                <a:lnTo>
                  <a:pt x="7" y="82"/>
                </a:lnTo>
                <a:lnTo>
                  <a:pt x="5" y="81"/>
                </a:lnTo>
                <a:lnTo>
                  <a:pt x="3" y="79"/>
                </a:lnTo>
                <a:lnTo>
                  <a:pt x="2" y="78"/>
                </a:lnTo>
                <a:lnTo>
                  <a:pt x="1" y="75"/>
                </a:lnTo>
                <a:lnTo>
                  <a:pt x="1" y="74"/>
                </a:lnTo>
                <a:lnTo>
                  <a:pt x="0" y="72"/>
                </a:lnTo>
                <a:lnTo>
                  <a:pt x="0" y="70"/>
                </a:lnTo>
                <a:lnTo>
                  <a:pt x="0" y="68"/>
                </a:lnTo>
                <a:lnTo>
                  <a:pt x="1" y="67"/>
                </a:lnTo>
                <a:lnTo>
                  <a:pt x="2" y="66"/>
                </a:lnTo>
                <a:lnTo>
                  <a:pt x="2" y="66"/>
                </a:lnTo>
                <a:lnTo>
                  <a:pt x="3" y="65"/>
                </a:lnTo>
                <a:lnTo>
                  <a:pt x="7" y="65"/>
                </a:lnTo>
                <a:lnTo>
                  <a:pt x="9" y="66"/>
                </a:lnTo>
                <a:lnTo>
                  <a:pt x="11" y="66"/>
                </a:lnTo>
                <a:lnTo>
                  <a:pt x="15" y="66"/>
                </a:lnTo>
                <a:lnTo>
                  <a:pt x="18" y="67"/>
                </a:lnTo>
                <a:lnTo>
                  <a:pt x="19" y="67"/>
                </a:lnTo>
                <a:lnTo>
                  <a:pt x="22" y="66"/>
                </a:lnTo>
                <a:lnTo>
                  <a:pt x="27" y="65"/>
                </a:lnTo>
                <a:lnTo>
                  <a:pt x="34" y="63"/>
                </a:lnTo>
                <a:lnTo>
                  <a:pt x="40" y="62"/>
                </a:lnTo>
                <a:lnTo>
                  <a:pt x="45" y="61"/>
                </a:lnTo>
                <a:lnTo>
                  <a:pt x="48" y="60"/>
                </a:lnTo>
                <a:lnTo>
                  <a:pt x="54" y="56"/>
                </a:lnTo>
                <a:lnTo>
                  <a:pt x="63" y="48"/>
                </a:lnTo>
                <a:lnTo>
                  <a:pt x="72" y="40"/>
                </a:lnTo>
                <a:lnTo>
                  <a:pt x="78" y="34"/>
                </a:lnTo>
                <a:lnTo>
                  <a:pt x="83" y="30"/>
                </a:lnTo>
                <a:lnTo>
                  <a:pt x="91" y="25"/>
                </a:lnTo>
                <a:lnTo>
                  <a:pt x="95" y="22"/>
                </a:lnTo>
                <a:lnTo>
                  <a:pt x="97" y="20"/>
                </a:lnTo>
                <a:lnTo>
                  <a:pt x="98" y="18"/>
                </a:lnTo>
                <a:lnTo>
                  <a:pt x="98" y="18"/>
                </a:lnTo>
                <a:lnTo>
                  <a:pt x="98" y="18"/>
                </a:lnTo>
                <a:lnTo>
                  <a:pt x="98" y="17"/>
                </a:lnTo>
                <a:lnTo>
                  <a:pt x="95" y="17"/>
                </a:lnTo>
                <a:lnTo>
                  <a:pt x="92" y="17"/>
                </a:lnTo>
                <a:lnTo>
                  <a:pt x="89" y="18"/>
                </a:lnTo>
                <a:lnTo>
                  <a:pt x="85" y="18"/>
                </a:lnTo>
                <a:lnTo>
                  <a:pt x="77" y="21"/>
                </a:lnTo>
                <a:lnTo>
                  <a:pt x="71" y="22"/>
                </a:lnTo>
                <a:lnTo>
                  <a:pt x="70" y="23"/>
                </a:lnTo>
                <a:lnTo>
                  <a:pt x="68" y="25"/>
                </a:lnTo>
                <a:lnTo>
                  <a:pt x="67" y="25"/>
                </a:lnTo>
                <a:lnTo>
                  <a:pt x="65" y="25"/>
                </a:lnTo>
                <a:lnTo>
                  <a:pt x="63" y="25"/>
                </a:lnTo>
                <a:lnTo>
                  <a:pt x="61" y="24"/>
                </a:lnTo>
                <a:lnTo>
                  <a:pt x="59" y="23"/>
                </a:lnTo>
                <a:lnTo>
                  <a:pt x="58" y="22"/>
                </a:lnTo>
                <a:lnTo>
                  <a:pt x="56" y="21"/>
                </a:lnTo>
                <a:lnTo>
                  <a:pt x="55" y="18"/>
                </a:lnTo>
                <a:lnTo>
                  <a:pt x="54" y="16"/>
                </a:lnTo>
                <a:lnTo>
                  <a:pt x="52" y="12"/>
                </a:lnTo>
                <a:lnTo>
                  <a:pt x="51" y="10"/>
                </a:lnTo>
                <a:lnTo>
                  <a:pt x="51" y="8"/>
                </a:lnTo>
                <a:lnTo>
                  <a:pt x="51" y="6"/>
                </a:lnTo>
                <a:lnTo>
                  <a:pt x="51" y="5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ctr">
            <a:noAutofit/>
          </a:bodyPr>
          <a:lstStyle/>
          <a:p>
            <a:endParaRPr/>
          </a:p>
        </p:txBody>
      </p:sp>
      <p:sp>
        <p:nvSpPr>
          <p:cNvPr id="196" name="ísļidê">
            <a:extLst>
              <a:ext uri="{FF2B5EF4-FFF2-40B4-BE49-F238E27FC236}">
                <a16:creationId xmlns:a16="http://schemas.microsoft.com/office/drawing/2014/main" id="{24BEDDC3-91F4-4F51-BB68-DCAC327A20A5}"/>
              </a:ext>
            </a:extLst>
          </p:cNvPr>
          <p:cNvSpPr>
            <a:spLocks noGrp="1"/>
          </p:cNvSpPr>
          <p:nvPr/>
        </p:nvSpPr>
        <p:spPr>
          <a:xfrm>
            <a:off x="1063440" y="623880"/>
            <a:ext cx="11160" cy="22680"/>
          </a:xfrm>
          <a:custGeom>
            <a:avLst/>
            <a:gdLst>
              <a:gd name="textAreaLeft" fmla="*/ 0 w 11160"/>
              <a:gd name="textAreaRight" fmla="*/ 11520 w 11160"/>
              <a:gd name="textAreaTop" fmla="*/ 0 h 22680"/>
              <a:gd name="textAreaBottom" fmla="*/ 23040 h 22680"/>
              <a:gd name="GluePoint1X" fmla="*/ 16 w 26"/>
              <a:gd name="GluePoint1Y" fmla="*/ 0 h 53"/>
              <a:gd name="GluePoint2X" fmla="*/ 15 w 26"/>
              <a:gd name="GluePoint2Y" fmla="*/ 3 h 53"/>
              <a:gd name="GluePoint3X" fmla="*/ 14 w 26"/>
              <a:gd name="GluePoint3Y" fmla="*/ 9 h 53"/>
              <a:gd name="GluePoint4X" fmla="*/ 14 w 26"/>
              <a:gd name="GluePoint4Y" fmla="*/ 15 h 53"/>
              <a:gd name="GluePoint5X" fmla="*/ 14 w 26"/>
              <a:gd name="GluePoint5Y" fmla="*/ 20 h 53"/>
              <a:gd name="GluePoint6X" fmla="*/ 16 w 26"/>
              <a:gd name="GluePoint6Y" fmla="*/ 28 h 53"/>
              <a:gd name="GluePoint7X" fmla="*/ 17 w 26"/>
              <a:gd name="GluePoint7Y" fmla="*/ 32 h 53"/>
              <a:gd name="GluePoint8X" fmla="*/ 18 w 26"/>
              <a:gd name="GluePoint8Y" fmla="*/ 37 h 53"/>
              <a:gd name="GluePoint9X" fmla="*/ 20 w 26"/>
              <a:gd name="GluePoint9Y" fmla="*/ 41 h 53"/>
              <a:gd name="GluePoint10X" fmla="*/ 22 w 26"/>
              <a:gd name="GluePoint10Y" fmla="*/ 45 h 53"/>
              <a:gd name="GluePoint11X" fmla="*/ 24 w 26"/>
              <a:gd name="GluePoint11Y" fmla="*/ 48 h 53"/>
              <a:gd name="GluePoint12X" fmla="*/ 25 w 26"/>
              <a:gd name="GluePoint12Y" fmla="*/ 50 h 53"/>
              <a:gd name="GluePoint13X" fmla="*/ 26 w 26"/>
              <a:gd name="GluePoint13Y" fmla="*/ 52 h 53"/>
              <a:gd name="GluePoint14X" fmla="*/ 25 w 26"/>
              <a:gd name="GluePoint14Y" fmla="*/ 52 h 53"/>
              <a:gd name="GluePoint15X" fmla="*/ 25 w 26"/>
              <a:gd name="GluePoint15Y" fmla="*/ 53 h 53"/>
              <a:gd name="GluePoint16X" fmla="*/ 23 w 26"/>
              <a:gd name="GluePoint16Y" fmla="*/ 53 h 53"/>
              <a:gd name="GluePoint17X" fmla="*/ 22 w 26"/>
              <a:gd name="GluePoint17Y" fmla="*/ 52 h 53"/>
              <a:gd name="GluePoint18X" fmla="*/ 17 w 26"/>
              <a:gd name="GluePoint18Y" fmla="*/ 48 h 53"/>
              <a:gd name="GluePoint19X" fmla="*/ 12 w 26"/>
              <a:gd name="GluePoint19Y" fmla="*/ 44 h 53"/>
              <a:gd name="GluePoint20X" fmla="*/ 9 w 26"/>
              <a:gd name="GluePoint20Y" fmla="*/ 42 h 53"/>
              <a:gd name="GluePoint21X" fmla="*/ 6 w 26"/>
              <a:gd name="GluePoint21Y" fmla="*/ 40 h 53"/>
              <a:gd name="GluePoint22X" fmla="*/ 3 w 26"/>
              <a:gd name="GluePoint22Y" fmla="*/ 40 h 53"/>
              <a:gd name="GluePoint23X" fmla="*/ 2 w 26"/>
              <a:gd name="GluePoint23Y" fmla="*/ 38 h 53"/>
              <a:gd name="GluePoint24X" fmla="*/ 1 w 26"/>
              <a:gd name="GluePoint24Y" fmla="*/ 37 h 53"/>
              <a:gd name="GluePoint25X" fmla="*/ 0 w 26"/>
              <a:gd name="GluePoint25Y" fmla="*/ 36 h 53"/>
              <a:gd name="GluePoint26X" fmla="*/ 0 w 26"/>
              <a:gd name="GluePoint26Y" fmla="*/ 36 h 53"/>
              <a:gd name="GluePoint27X" fmla="*/ 0 w 26"/>
              <a:gd name="GluePoint27Y" fmla="*/ 34 h 53"/>
              <a:gd name="GluePoint28X" fmla="*/ 0 w 26"/>
              <a:gd name="GluePoint28Y" fmla="*/ 30 h 53"/>
              <a:gd name="GluePoint29X" fmla="*/ 0 w 26"/>
              <a:gd name="GluePoint29Y" fmla="*/ 24 h 53"/>
              <a:gd name="GluePoint30X" fmla="*/ 1 w 26"/>
              <a:gd name="GluePoint30Y" fmla="*/ 21 h 53"/>
              <a:gd name="GluePoint31X" fmla="*/ 2 w 26"/>
              <a:gd name="GluePoint31Y" fmla="*/ 19 h 53"/>
              <a:gd name="GluePoint32X" fmla="*/ 2 w 26"/>
              <a:gd name="GluePoint32Y" fmla="*/ 16 h 53"/>
              <a:gd name="GluePoint33X" fmla="*/ 3 w 26"/>
              <a:gd name="GluePoint33Y" fmla="*/ 15 h 53"/>
              <a:gd name="GluePoint34X" fmla="*/ 4 w 26"/>
              <a:gd name="GluePoint34Y" fmla="*/ 12 h 53"/>
              <a:gd name="GluePoint35X" fmla="*/ 5 w 26"/>
              <a:gd name="GluePoint35Y" fmla="*/ 9 h 53"/>
              <a:gd name="GluePoint36X" fmla="*/ 5 w 26"/>
              <a:gd name="GluePoint36Y" fmla="*/ 6 h 53"/>
              <a:gd name="GluePoint37X" fmla="*/ 6 w 26"/>
              <a:gd name="GluePoint37Y" fmla="*/ 4 h 53"/>
              <a:gd name="GluePoint38X" fmla="*/ 6 w 26"/>
              <a:gd name="GluePoint38Y" fmla="*/ 3 h 53"/>
              <a:gd name="GluePoint39X" fmla="*/ 6 w 26"/>
              <a:gd name="GluePoint39Y" fmla="*/ 2 h 53"/>
              <a:gd name="GluePoint40X" fmla="*/ 7 w 26"/>
              <a:gd name="GluePoint40Y" fmla="*/ 1 h 53"/>
              <a:gd name="GluePoint41X" fmla="*/ 8 w 26"/>
              <a:gd name="GluePoint41Y" fmla="*/ 0 h 53"/>
              <a:gd name="GluePoint42X" fmla="*/ 13 w 26"/>
              <a:gd name="GluePoint42Y" fmla="*/ 0 h 53"/>
              <a:gd name="GluePoint43X" fmla="*/ 16 w 26"/>
              <a:gd name="GluePoint43Y" fmla="*/ 0 h 53"/>
            </a:gdLst>
            <a:ahLst/>
            <a:cxnLst/>
            <a:rect l="textAreaLeft" t="textAreaTop" r="textAreaRight" b="textAreaBottom"/>
            <a:pathLst>
              <a:path w="26" h="53">
                <a:moveTo>
                  <a:pt x="16" y="0"/>
                </a:moveTo>
                <a:lnTo>
                  <a:pt x="15" y="3"/>
                </a:lnTo>
                <a:lnTo>
                  <a:pt x="14" y="9"/>
                </a:lnTo>
                <a:lnTo>
                  <a:pt x="14" y="15"/>
                </a:lnTo>
                <a:lnTo>
                  <a:pt x="14" y="20"/>
                </a:lnTo>
                <a:lnTo>
                  <a:pt x="16" y="28"/>
                </a:lnTo>
                <a:lnTo>
                  <a:pt x="17" y="32"/>
                </a:lnTo>
                <a:lnTo>
                  <a:pt x="18" y="37"/>
                </a:lnTo>
                <a:lnTo>
                  <a:pt x="20" y="41"/>
                </a:lnTo>
                <a:lnTo>
                  <a:pt x="22" y="45"/>
                </a:lnTo>
                <a:lnTo>
                  <a:pt x="24" y="48"/>
                </a:lnTo>
                <a:lnTo>
                  <a:pt x="25" y="50"/>
                </a:lnTo>
                <a:lnTo>
                  <a:pt x="26" y="52"/>
                </a:lnTo>
                <a:lnTo>
                  <a:pt x="25" y="52"/>
                </a:lnTo>
                <a:lnTo>
                  <a:pt x="25" y="53"/>
                </a:lnTo>
                <a:lnTo>
                  <a:pt x="23" y="53"/>
                </a:lnTo>
                <a:lnTo>
                  <a:pt x="22" y="52"/>
                </a:lnTo>
                <a:lnTo>
                  <a:pt x="17" y="48"/>
                </a:lnTo>
                <a:lnTo>
                  <a:pt x="12" y="44"/>
                </a:lnTo>
                <a:lnTo>
                  <a:pt x="9" y="42"/>
                </a:lnTo>
                <a:lnTo>
                  <a:pt x="6" y="40"/>
                </a:lnTo>
                <a:lnTo>
                  <a:pt x="3" y="40"/>
                </a:lnTo>
                <a:lnTo>
                  <a:pt x="2" y="38"/>
                </a:lnTo>
                <a:lnTo>
                  <a:pt x="1" y="37"/>
                </a:lnTo>
                <a:lnTo>
                  <a:pt x="0" y="36"/>
                </a:lnTo>
                <a:lnTo>
                  <a:pt x="0" y="36"/>
                </a:lnTo>
                <a:lnTo>
                  <a:pt x="0" y="34"/>
                </a:lnTo>
                <a:lnTo>
                  <a:pt x="0" y="30"/>
                </a:lnTo>
                <a:lnTo>
                  <a:pt x="0" y="24"/>
                </a:lnTo>
                <a:lnTo>
                  <a:pt x="1" y="21"/>
                </a:lnTo>
                <a:lnTo>
                  <a:pt x="2" y="19"/>
                </a:lnTo>
                <a:lnTo>
                  <a:pt x="2" y="16"/>
                </a:lnTo>
                <a:lnTo>
                  <a:pt x="3" y="15"/>
                </a:lnTo>
                <a:lnTo>
                  <a:pt x="4" y="12"/>
                </a:lnTo>
                <a:lnTo>
                  <a:pt x="5" y="9"/>
                </a:lnTo>
                <a:lnTo>
                  <a:pt x="5" y="6"/>
                </a:lnTo>
                <a:lnTo>
                  <a:pt x="6" y="4"/>
                </a:lnTo>
                <a:lnTo>
                  <a:pt x="6" y="3"/>
                </a:lnTo>
                <a:lnTo>
                  <a:pt x="6" y="2"/>
                </a:lnTo>
                <a:lnTo>
                  <a:pt x="7" y="1"/>
                </a:lnTo>
                <a:lnTo>
                  <a:pt x="8" y="0"/>
                </a:lnTo>
                <a:lnTo>
                  <a:pt x="13" y="0"/>
                </a:lnTo>
                <a:lnTo>
                  <a:pt x="16" y="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endParaRPr/>
          </a:p>
        </p:txBody>
      </p:sp>
      <p:sp>
        <p:nvSpPr>
          <p:cNvPr id="197" name="işľíḋe">
            <a:extLst>
              <a:ext uri="{FF2B5EF4-FFF2-40B4-BE49-F238E27FC236}">
                <a16:creationId xmlns:a16="http://schemas.microsoft.com/office/drawing/2014/main" id="{A535BB08-85EB-4DF9-87E7-EC5A63005772}"/>
              </a:ext>
            </a:extLst>
          </p:cNvPr>
          <p:cNvSpPr>
            <a:spLocks noGrp="1"/>
          </p:cNvSpPr>
          <p:nvPr/>
        </p:nvSpPr>
        <p:spPr>
          <a:xfrm>
            <a:off x="1025640" y="598320"/>
            <a:ext cx="60480" cy="30240"/>
          </a:xfrm>
          <a:custGeom>
            <a:avLst/>
            <a:gdLst>
              <a:gd name="textAreaLeft" fmla="*/ 0 w 60480"/>
              <a:gd name="textAreaRight" fmla="*/ 60840 w 60480"/>
              <a:gd name="textAreaTop" fmla="*/ 0 h 30240"/>
              <a:gd name="textAreaBottom" fmla="*/ 30600 h 30240"/>
              <a:gd name="GluePoint1X" fmla="*/ 121 w 139"/>
              <a:gd name="GluePoint1Y" fmla="*/ 7 h 70"/>
              <a:gd name="GluePoint2X" fmla="*/ 121 w 139"/>
              <a:gd name="GluePoint2Y" fmla="*/ 4 h 70"/>
              <a:gd name="GluePoint3X" fmla="*/ 124 w 139"/>
              <a:gd name="GluePoint3Y" fmla="*/ 2 h 70"/>
              <a:gd name="GluePoint4X" fmla="*/ 130 w 139"/>
              <a:gd name="GluePoint4Y" fmla="*/ 0 h 70"/>
              <a:gd name="GluePoint5X" fmla="*/ 134 w 139"/>
              <a:gd name="GluePoint5Y" fmla="*/ 4 h 70"/>
              <a:gd name="GluePoint6X" fmla="*/ 139 w 139"/>
              <a:gd name="GluePoint6Y" fmla="*/ 12 h 70"/>
              <a:gd name="GluePoint7X" fmla="*/ 137 w 139"/>
              <a:gd name="GluePoint7Y" fmla="*/ 18 h 70"/>
              <a:gd name="GluePoint8X" fmla="*/ 125 w 139"/>
              <a:gd name="GluePoint8Y" fmla="*/ 31 h 70"/>
              <a:gd name="GluePoint9X" fmla="*/ 122 w 139"/>
              <a:gd name="GluePoint9Y" fmla="*/ 37 h 70"/>
              <a:gd name="GluePoint10X" fmla="*/ 124 w 139"/>
              <a:gd name="GluePoint10Y" fmla="*/ 38 h 70"/>
              <a:gd name="GluePoint11X" fmla="*/ 124 w 139"/>
              <a:gd name="GluePoint11Y" fmla="*/ 37 h 70"/>
              <a:gd name="GluePoint12X" fmla="*/ 129 w 139"/>
              <a:gd name="GluePoint12Y" fmla="*/ 37 h 70"/>
              <a:gd name="GluePoint13X" fmla="*/ 133 w 139"/>
              <a:gd name="GluePoint13Y" fmla="*/ 38 h 70"/>
              <a:gd name="GluePoint14X" fmla="*/ 135 w 139"/>
              <a:gd name="GluePoint14Y" fmla="*/ 41 h 70"/>
              <a:gd name="GluePoint15X" fmla="*/ 133 w 139"/>
              <a:gd name="GluePoint15Y" fmla="*/ 46 h 70"/>
              <a:gd name="GluePoint16X" fmla="*/ 129 w 139"/>
              <a:gd name="GluePoint16Y" fmla="*/ 50 h 70"/>
              <a:gd name="GluePoint17X" fmla="*/ 127 w 139"/>
              <a:gd name="GluePoint17Y" fmla="*/ 50 h 70"/>
              <a:gd name="GluePoint18X" fmla="*/ 119 w 139"/>
              <a:gd name="GluePoint18Y" fmla="*/ 45 h 70"/>
              <a:gd name="GluePoint19X" fmla="*/ 113 w 139"/>
              <a:gd name="GluePoint19Y" fmla="*/ 45 h 70"/>
              <a:gd name="GluePoint20X" fmla="*/ 99 w 139"/>
              <a:gd name="GluePoint20Y" fmla="*/ 53 h 70"/>
              <a:gd name="GluePoint21X" fmla="*/ 84 w 139"/>
              <a:gd name="GluePoint21Y" fmla="*/ 61 h 70"/>
              <a:gd name="GluePoint22X" fmla="*/ 70 w 139"/>
              <a:gd name="GluePoint22Y" fmla="*/ 66 h 70"/>
              <a:gd name="GluePoint23X" fmla="*/ 47 w 139"/>
              <a:gd name="GluePoint23Y" fmla="*/ 69 h 70"/>
              <a:gd name="GluePoint24X" fmla="*/ 31 w 139"/>
              <a:gd name="GluePoint24Y" fmla="*/ 69 h 70"/>
              <a:gd name="GluePoint25X" fmla="*/ 14 w 139"/>
              <a:gd name="GluePoint25Y" fmla="*/ 69 h 70"/>
              <a:gd name="GluePoint26X" fmla="*/ 0 w 139"/>
              <a:gd name="GluePoint26Y" fmla="*/ 67 h 70"/>
              <a:gd name="GluePoint27X" fmla="*/ 0 w 139"/>
              <a:gd name="GluePoint27Y" fmla="*/ 66 h 70"/>
              <a:gd name="GluePoint28X" fmla="*/ 4 w 139"/>
              <a:gd name="GluePoint28Y" fmla="*/ 64 h 70"/>
              <a:gd name="GluePoint29X" fmla="*/ 16 w 139"/>
              <a:gd name="GluePoint29Y" fmla="*/ 62 h 70"/>
              <a:gd name="GluePoint30X" fmla="*/ 37 w 139"/>
              <a:gd name="GluePoint30Y" fmla="*/ 59 h 70"/>
              <a:gd name="GluePoint31X" fmla="*/ 49 w 139"/>
              <a:gd name="GluePoint31Y" fmla="*/ 58 h 70"/>
              <a:gd name="GluePoint32X" fmla="*/ 65 w 139"/>
              <a:gd name="GluePoint32Y" fmla="*/ 54 h 70"/>
              <a:gd name="GluePoint33X" fmla="*/ 83 w 139"/>
              <a:gd name="GluePoint33Y" fmla="*/ 49 h 70"/>
              <a:gd name="GluePoint34X" fmla="*/ 87 w 139"/>
              <a:gd name="GluePoint34Y" fmla="*/ 47 h 70"/>
              <a:gd name="GluePoint35X" fmla="*/ 89 w 139"/>
              <a:gd name="GluePoint35Y" fmla="*/ 43 h 70"/>
              <a:gd name="GluePoint36X" fmla="*/ 87 w 139"/>
              <a:gd name="GluePoint36Y" fmla="*/ 42 h 70"/>
              <a:gd name="GluePoint37X" fmla="*/ 75 w 139"/>
              <a:gd name="GluePoint37Y" fmla="*/ 43 h 70"/>
              <a:gd name="GluePoint38X" fmla="*/ 68 w 139"/>
              <a:gd name="GluePoint38Y" fmla="*/ 40 h 70"/>
              <a:gd name="GluePoint39X" fmla="*/ 65 w 139"/>
              <a:gd name="GluePoint39Y" fmla="*/ 35 h 70"/>
              <a:gd name="GluePoint40X" fmla="*/ 65 w 139"/>
              <a:gd name="GluePoint40Y" fmla="*/ 32 h 70"/>
              <a:gd name="GluePoint41X" fmla="*/ 67 w 139"/>
              <a:gd name="GluePoint41Y" fmla="*/ 29 h 70"/>
              <a:gd name="GluePoint42X" fmla="*/ 78 w 139"/>
              <a:gd name="GluePoint42Y" fmla="*/ 30 h 70"/>
              <a:gd name="GluePoint43X" fmla="*/ 94 w 139"/>
              <a:gd name="GluePoint43Y" fmla="*/ 32 h 70"/>
              <a:gd name="GluePoint44X" fmla="*/ 103 w 139"/>
              <a:gd name="GluePoint44Y" fmla="*/ 33 h 70"/>
              <a:gd name="GluePoint45X" fmla="*/ 106 w 139"/>
              <a:gd name="GluePoint45Y" fmla="*/ 31 h 70"/>
              <a:gd name="GluePoint46X" fmla="*/ 118 w 139"/>
              <a:gd name="GluePoint46Y" fmla="*/ 14 h 70"/>
            </a:gdLst>
            <a:ahLst/>
            <a:cxnLst/>
            <a:rect l="textAreaLeft" t="textAreaTop" r="textAreaRight" b="textAreaBottom"/>
            <a:pathLst>
              <a:path w="139" h="70">
                <a:moveTo>
                  <a:pt x="121" y="10"/>
                </a:moveTo>
                <a:lnTo>
                  <a:pt x="121" y="9"/>
                </a:lnTo>
                <a:lnTo>
                  <a:pt x="121" y="7"/>
                </a:lnTo>
                <a:lnTo>
                  <a:pt x="121" y="6"/>
                </a:lnTo>
                <a:lnTo>
                  <a:pt x="121" y="5"/>
                </a:lnTo>
                <a:lnTo>
                  <a:pt x="121" y="4"/>
                </a:lnTo>
                <a:lnTo>
                  <a:pt x="122" y="3"/>
                </a:lnTo>
                <a:lnTo>
                  <a:pt x="122" y="2"/>
                </a:lnTo>
                <a:lnTo>
                  <a:pt x="124" y="2"/>
                </a:lnTo>
                <a:lnTo>
                  <a:pt x="125" y="2"/>
                </a:lnTo>
                <a:lnTo>
                  <a:pt x="128" y="1"/>
                </a:lnTo>
                <a:lnTo>
                  <a:pt x="130" y="0"/>
                </a:lnTo>
                <a:lnTo>
                  <a:pt x="131" y="1"/>
                </a:lnTo>
                <a:lnTo>
                  <a:pt x="133" y="2"/>
                </a:lnTo>
                <a:lnTo>
                  <a:pt x="134" y="4"/>
                </a:lnTo>
                <a:lnTo>
                  <a:pt x="137" y="7"/>
                </a:lnTo>
                <a:lnTo>
                  <a:pt x="138" y="10"/>
                </a:lnTo>
                <a:lnTo>
                  <a:pt x="139" y="12"/>
                </a:lnTo>
                <a:lnTo>
                  <a:pt x="139" y="14"/>
                </a:lnTo>
                <a:lnTo>
                  <a:pt x="138" y="15"/>
                </a:lnTo>
                <a:lnTo>
                  <a:pt x="137" y="18"/>
                </a:lnTo>
                <a:lnTo>
                  <a:pt x="133" y="22"/>
                </a:lnTo>
                <a:lnTo>
                  <a:pt x="128" y="29"/>
                </a:lnTo>
                <a:lnTo>
                  <a:pt x="125" y="31"/>
                </a:lnTo>
                <a:lnTo>
                  <a:pt x="124" y="34"/>
                </a:lnTo>
                <a:lnTo>
                  <a:pt x="123" y="36"/>
                </a:lnTo>
                <a:lnTo>
                  <a:pt x="122" y="37"/>
                </a:lnTo>
                <a:lnTo>
                  <a:pt x="123" y="38"/>
                </a:lnTo>
                <a:lnTo>
                  <a:pt x="123" y="38"/>
                </a:lnTo>
                <a:lnTo>
                  <a:pt x="124" y="38"/>
                </a:lnTo>
                <a:lnTo>
                  <a:pt x="124" y="38"/>
                </a:lnTo>
                <a:lnTo>
                  <a:pt x="124" y="37"/>
                </a:lnTo>
                <a:lnTo>
                  <a:pt x="124" y="37"/>
                </a:lnTo>
                <a:lnTo>
                  <a:pt x="125" y="37"/>
                </a:lnTo>
                <a:lnTo>
                  <a:pt x="125" y="37"/>
                </a:lnTo>
                <a:lnTo>
                  <a:pt x="129" y="37"/>
                </a:lnTo>
                <a:lnTo>
                  <a:pt x="131" y="38"/>
                </a:lnTo>
                <a:lnTo>
                  <a:pt x="133" y="38"/>
                </a:lnTo>
                <a:lnTo>
                  <a:pt x="133" y="38"/>
                </a:lnTo>
                <a:lnTo>
                  <a:pt x="134" y="38"/>
                </a:lnTo>
                <a:lnTo>
                  <a:pt x="135" y="38"/>
                </a:lnTo>
                <a:lnTo>
                  <a:pt x="135" y="41"/>
                </a:lnTo>
                <a:lnTo>
                  <a:pt x="135" y="42"/>
                </a:lnTo>
                <a:lnTo>
                  <a:pt x="134" y="45"/>
                </a:lnTo>
                <a:lnTo>
                  <a:pt x="133" y="46"/>
                </a:lnTo>
                <a:lnTo>
                  <a:pt x="132" y="48"/>
                </a:lnTo>
                <a:lnTo>
                  <a:pt x="130" y="49"/>
                </a:lnTo>
                <a:lnTo>
                  <a:pt x="129" y="50"/>
                </a:lnTo>
                <a:lnTo>
                  <a:pt x="129" y="50"/>
                </a:lnTo>
                <a:lnTo>
                  <a:pt x="128" y="50"/>
                </a:lnTo>
                <a:lnTo>
                  <a:pt x="127" y="50"/>
                </a:lnTo>
                <a:lnTo>
                  <a:pt x="125" y="48"/>
                </a:lnTo>
                <a:lnTo>
                  <a:pt x="121" y="46"/>
                </a:lnTo>
                <a:lnTo>
                  <a:pt x="119" y="45"/>
                </a:lnTo>
                <a:lnTo>
                  <a:pt x="117" y="45"/>
                </a:lnTo>
                <a:lnTo>
                  <a:pt x="115" y="45"/>
                </a:lnTo>
                <a:lnTo>
                  <a:pt x="113" y="45"/>
                </a:lnTo>
                <a:lnTo>
                  <a:pt x="109" y="48"/>
                </a:lnTo>
                <a:lnTo>
                  <a:pt x="104" y="51"/>
                </a:lnTo>
                <a:lnTo>
                  <a:pt x="99" y="53"/>
                </a:lnTo>
                <a:lnTo>
                  <a:pt x="95" y="54"/>
                </a:lnTo>
                <a:lnTo>
                  <a:pt x="89" y="58"/>
                </a:lnTo>
                <a:lnTo>
                  <a:pt x="84" y="61"/>
                </a:lnTo>
                <a:lnTo>
                  <a:pt x="78" y="63"/>
                </a:lnTo>
                <a:lnTo>
                  <a:pt x="75" y="64"/>
                </a:lnTo>
                <a:lnTo>
                  <a:pt x="70" y="66"/>
                </a:lnTo>
                <a:lnTo>
                  <a:pt x="62" y="66"/>
                </a:lnTo>
                <a:lnTo>
                  <a:pt x="53" y="68"/>
                </a:lnTo>
                <a:lnTo>
                  <a:pt x="47" y="69"/>
                </a:lnTo>
                <a:lnTo>
                  <a:pt x="41" y="70"/>
                </a:lnTo>
                <a:lnTo>
                  <a:pt x="36" y="70"/>
                </a:lnTo>
                <a:lnTo>
                  <a:pt x="31" y="69"/>
                </a:lnTo>
                <a:lnTo>
                  <a:pt x="27" y="69"/>
                </a:lnTo>
                <a:lnTo>
                  <a:pt x="21" y="69"/>
                </a:lnTo>
                <a:lnTo>
                  <a:pt x="14" y="69"/>
                </a:lnTo>
                <a:lnTo>
                  <a:pt x="7" y="68"/>
                </a:lnTo>
                <a:lnTo>
                  <a:pt x="0" y="67"/>
                </a:lnTo>
                <a:lnTo>
                  <a:pt x="0" y="67"/>
                </a:lnTo>
                <a:lnTo>
                  <a:pt x="0" y="67"/>
                </a:lnTo>
                <a:lnTo>
                  <a:pt x="0" y="66"/>
                </a:lnTo>
                <a:lnTo>
                  <a:pt x="0" y="66"/>
                </a:lnTo>
                <a:lnTo>
                  <a:pt x="1" y="65"/>
                </a:lnTo>
                <a:lnTo>
                  <a:pt x="2" y="64"/>
                </a:lnTo>
                <a:lnTo>
                  <a:pt x="4" y="64"/>
                </a:lnTo>
                <a:lnTo>
                  <a:pt x="6" y="63"/>
                </a:lnTo>
                <a:lnTo>
                  <a:pt x="9" y="63"/>
                </a:lnTo>
                <a:lnTo>
                  <a:pt x="16" y="62"/>
                </a:lnTo>
                <a:lnTo>
                  <a:pt x="23" y="61"/>
                </a:lnTo>
                <a:lnTo>
                  <a:pt x="31" y="60"/>
                </a:lnTo>
                <a:lnTo>
                  <a:pt x="37" y="59"/>
                </a:lnTo>
                <a:lnTo>
                  <a:pt x="43" y="59"/>
                </a:lnTo>
                <a:lnTo>
                  <a:pt x="46" y="59"/>
                </a:lnTo>
                <a:lnTo>
                  <a:pt x="49" y="58"/>
                </a:lnTo>
                <a:lnTo>
                  <a:pt x="52" y="58"/>
                </a:lnTo>
                <a:lnTo>
                  <a:pt x="54" y="58"/>
                </a:lnTo>
                <a:lnTo>
                  <a:pt x="65" y="54"/>
                </a:lnTo>
                <a:lnTo>
                  <a:pt x="75" y="51"/>
                </a:lnTo>
                <a:lnTo>
                  <a:pt x="80" y="50"/>
                </a:lnTo>
                <a:lnTo>
                  <a:pt x="83" y="49"/>
                </a:lnTo>
                <a:lnTo>
                  <a:pt x="85" y="49"/>
                </a:lnTo>
                <a:lnTo>
                  <a:pt x="86" y="47"/>
                </a:lnTo>
                <a:lnTo>
                  <a:pt x="87" y="47"/>
                </a:lnTo>
                <a:lnTo>
                  <a:pt x="88" y="46"/>
                </a:lnTo>
                <a:lnTo>
                  <a:pt x="89" y="44"/>
                </a:lnTo>
                <a:lnTo>
                  <a:pt x="89" y="43"/>
                </a:lnTo>
                <a:lnTo>
                  <a:pt x="89" y="42"/>
                </a:lnTo>
                <a:lnTo>
                  <a:pt x="89" y="42"/>
                </a:lnTo>
                <a:lnTo>
                  <a:pt x="87" y="42"/>
                </a:lnTo>
                <a:lnTo>
                  <a:pt x="84" y="43"/>
                </a:lnTo>
                <a:lnTo>
                  <a:pt x="80" y="43"/>
                </a:lnTo>
                <a:lnTo>
                  <a:pt x="75" y="43"/>
                </a:lnTo>
                <a:lnTo>
                  <a:pt x="72" y="42"/>
                </a:lnTo>
                <a:lnTo>
                  <a:pt x="70" y="42"/>
                </a:lnTo>
                <a:lnTo>
                  <a:pt x="68" y="40"/>
                </a:lnTo>
                <a:lnTo>
                  <a:pt x="65" y="38"/>
                </a:lnTo>
                <a:lnTo>
                  <a:pt x="65" y="36"/>
                </a:lnTo>
                <a:lnTo>
                  <a:pt x="65" y="35"/>
                </a:lnTo>
                <a:lnTo>
                  <a:pt x="65" y="34"/>
                </a:lnTo>
                <a:lnTo>
                  <a:pt x="65" y="33"/>
                </a:lnTo>
                <a:lnTo>
                  <a:pt x="65" y="32"/>
                </a:lnTo>
                <a:lnTo>
                  <a:pt x="65" y="30"/>
                </a:lnTo>
                <a:lnTo>
                  <a:pt x="66" y="30"/>
                </a:lnTo>
                <a:lnTo>
                  <a:pt x="67" y="29"/>
                </a:lnTo>
                <a:lnTo>
                  <a:pt x="70" y="29"/>
                </a:lnTo>
                <a:lnTo>
                  <a:pt x="73" y="30"/>
                </a:lnTo>
                <a:lnTo>
                  <a:pt x="78" y="30"/>
                </a:lnTo>
                <a:lnTo>
                  <a:pt x="85" y="31"/>
                </a:lnTo>
                <a:lnTo>
                  <a:pt x="90" y="32"/>
                </a:lnTo>
                <a:lnTo>
                  <a:pt x="94" y="32"/>
                </a:lnTo>
                <a:lnTo>
                  <a:pt x="97" y="33"/>
                </a:lnTo>
                <a:lnTo>
                  <a:pt x="101" y="33"/>
                </a:lnTo>
                <a:lnTo>
                  <a:pt x="103" y="33"/>
                </a:lnTo>
                <a:lnTo>
                  <a:pt x="105" y="32"/>
                </a:lnTo>
                <a:lnTo>
                  <a:pt x="105" y="32"/>
                </a:lnTo>
                <a:lnTo>
                  <a:pt x="106" y="31"/>
                </a:lnTo>
                <a:lnTo>
                  <a:pt x="109" y="28"/>
                </a:lnTo>
                <a:lnTo>
                  <a:pt x="114" y="21"/>
                </a:lnTo>
                <a:lnTo>
                  <a:pt x="118" y="14"/>
                </a:lnTo>
                <a:lnTo>
                  <a:pt x="121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0" rIns="90000" bIns="-14400" anchor="ctr">
            <a:noAutofit/>
          </a:bodyPr>
          <a:lstStyle/>
          <a:p>
            <a:endParaRPr/>
          </a:p>
        </p:txBody>
      </p:sp>
      <p:sp>
        <p:nvSpPr>
          <p:cNvPr id="198" name="isḷiḑé">
            <a:extLst>
              <a:ext uri="{FF2B5EF4-FFF2-40B4-BE49-F238E27FC236}">
                <a16:creationId xmlns:a16="http://schemas.microsoft.com/office/drawing/2014/main" id="{7CAA9A51-A3FC-4805-AAE6-57C3D3714633}"/>
              </a:ext>
            </a:extLst>
          </p:cNvPr>
          <p:cNvSpPr>
            <a:spLocks noGrp="1"/>
          </p:cNvSpPr>
          <p:nvPr/>
        </p:nvSpPr>
        <p:spPr>
          <a:xfrm>
            <a:off x="1081800" y="672840"/>
            <a:ext cx="67680" cy="37800"/>
          </a:xfrm>
          <a:custGeom>
            <a:avLst/>
            <a:gdLst>
              <a:gd name="textAreaLeft" fmla="*/ 0 w 67680"/>
              <a:gd name="textAreaRight" fmla="*/ 68040 w 67680"/>
              <a:gd name="textAreaTop" fmla="*/ 0 h 37800"/>
              <a:gd name="textAreaBottom" fmla="*/ 38160 h 37800"/>
              <a:gd name="GluePoint1X" fmla="*/ 107 w 156"/>
              <a:gd name="GluePoint1Y" fmla="*/ 43 h 87"/>
              <a:gd name="GluePoint2X" fmla="*/ 105 w 156"/>
              <a:gd name="GluePoint2Y" fmla="*/ 49 h 87"/>
              <a:gd name="GluePoint3X" fmla="*/ 101 w 156"/>
              <a:gd name="GluePoint3Y" fmla="*/ 28 h 87"/>
              <a:gd name="GluePoint4X" fmla="*/ 109 w 156"/>
              <a:gd name="GluePoint4Y" fmla="*/ 32 h 87"/>
              <a:gd name="GluePoint5X" fmla="*/ 104 w 156"/>
              <a:gd name="GluePoint5Y" fmla="*/ 35 h 87"/>
              <a:gd name="GluePoint6X" fmla="*/ 98 w 156"/>
              <a:gd name="GluePoint6Y" fmla="*/ 18 h 87"/>
              <a:gd name="GluePoint7X" fmla="*/ 105 w 156"/>
              <a:gd name="GluePoint7Y" fmla="*/ 20 h 87"/>
              <a:gd name="GluePoint8X" fmla="*/ 99 w 156"/>
              <a:gd name="GluePoint8Y" fmla="*/ 22 h 87"/>
              <a:gd name="GluePoint9X" fmla="*/ 97 w 156"/>
              <a:gd name="GluePoint9Y" fmla="*/ 25 h 87"/>
              <a:gd name="GluePoint10X" fmla="*/ 89 w 156"/>
              <a:gd name="GluePoint10Y" fmla="*/ 28 h 87"/>
              <a:gd name="GluePoint11X" fmla="*/ 90 w 156"/>
              <a:gd name="GluePoint11Y" fmla="*/ 36 h 87"/>
              <a:gd name="GluePoint12X" fmla="*/ 80 w 156"/>
              <a:gd name="GluePoint12Y" fmla="*/ 37 h 87"/>
              <a:gd name="GluePoint13X" fmla="*/ 78 w 156"/>
              <a:gd name="GluePoint13Y" fmla="*/ 41 h 87"/>
              <a:gd name="GluePoint14X" fmla="*/ 93 w 156"/>
              <a:gd name="GluePoint14Y" fmla="*/ 48 h 87"/>
              <a:gd name="GluePoint15X" fmla="*/ 85 w 156"/>
              <a:gd name="GluePoint15Y" fmla="*/ 52 h 87"/>
              <a:gd name="GluePoint16X" fmla="*/ 95 w 156"/>
              <a:gd name="GluePoint16Y" fmla="*/ 53 h 87"/>
              <a:gd name="GluePoint17X" fmla="*/ 110 w 156"/>
              <a:gd name="GluePoint17Y" fmla="*/ 55 h 87"/>
              <a:gd name="GluePoint18X" fmla="*/ 119 w 156"/>
              <a:gd name="GluePoint18Y" fmla="*/ 49 h 87"/>
              <a:gd name="GluePoint19X" fmla="*/ 128 w 156"/>
              <a:gd name="GluePoint19Y" fmla="*/ 62 h 87"/>
              <a:gd name="GluePoint20X" fmla="*/ 92 w 156"/>
              <a:gd name="GluePoint20Y" fmla="*/ 59 h 87"/>
              <a:gd name="GluePoint21X" fmla="*/ 74 w 156"/>
              <a:gd name="GluePoint21Y" fmla="*/ 49 h 87"/>
              <a:gd name="GluePoint22X" fmla="*/ 53 w 156"/>
              <a:gd name="GluePoint22Y" fmla="*/ 33 h 87"/>
              <a:gd name="GluePoint23X" fmla="*/ 60 w 156"/>
              <a:gd name="GluePoint23Y" fmla="*/ 45 h 87"/>
              <a:gd name="GluePoint24X" fmla="*/ 73 w 156"/>
              <a:gd name="GluePoint24Y" fmla="*/ 61 h 87"/>
              <a:gd name="GluePoint25X" fmla="*/ 52 w 156"/>
              <a:gd name="GluePoint25Y" fmla="*/ 53 h 87"/>
              <a:gd name="GluePoint26X" fmla="*/ 32 w 156"/>
              <a:gd name="GluePoint26Y" fmla="*/ 45 h 87"/>
              <a:gd name="GluePoint27X" fmla="*/ 11 w 156"/>
              <a:gd name="GluePoint27Y" fmla="*/ 29 h 87"/>
              <a:gd name="GluePoint28X" fmla="*/ 9 w 156"/>
              <a:gd name="GluePoint28Y" fmla="*/ 41 h 87"/>
              <a:gd name="GluePoint29X" fmla="*/ 35 w 156"/>
              <a:gd name="GluePoint29Y" fmla="*/ 60 h 87"/>
              <a:gd name="GluePoint30X" fmla="*/ 25 w 156"/>
              <a:gd name="GluePoint30Y" fmla="*/ 69 h 87"/>
              <a:gd name="GluePoint31X" fmla="*/ 6 w 156"/>
              <a:gd name="GluePoint31Y" fmla="*/ 69 h 87"/>
              <a:gd name="GluePoint32X" fmla="*/ 0 w 156"/>
              <a:gd name="GluePoint32Y" fmla="*/ 66 h 87"/>
              <a:gd name="GluePoint33X" fmla="*/ 5 w 156"/>
              <a:gd name="GluePoint33Y" fmla="*/ 86 h 87"/>
              <a:gd name="GluePoint34X" fmla="*/ 37 w 156"/>
              <a:gd name="GluePoint34Y" fmla="*/ 73 h 87"/>
              <a:gd name="GluePoint35X" fmla="*/ 51 w 156"/>
              <a:gd name="GluePoint35Y" fmla="*/ 71 h 87"/>
              <a:gd name="GluePoint36X" fmla="*/ 44 w 156"/>
              <a:gd name="GluePoint36Y" fmla="*/ 75 h 87"/>
              <a:gd name="GluePoint37X" fmla="*/ 61 w 156"/>
              <a:gd name="GluePoint37Y" fmla="*/ 86 h 87"/>
              <a:gd name="GluePoint38X" fmla="*/ 64 w 156"/>
              <a:gd name="GluePoint38Y" fmla="*/ 72 h 87"/>
              <a:gd name="GluePoint39X" fmla="*/ 53 w 156"/>
              <a:gd name="GluePoint39Y" fmla="*/ 61 h 87"/>
              <a:gd name="GluePoint40X" fmla="*/ 75 w 156"/>
              <a:gd name="GluePoint40Y" fmla="*/ 67 h 87"/>
              <a:gd name="GluePoint41X" fmla="*/ 95 w 156"/>
              <a:gd name="GluePoint41Y" fmla="*/ 76 h 87"/>
              <a:gd name="GluePoint42X" fmla="*/ 94 w 156"/>
              <a:gd name="GluePoint42Y" fmla="*/ 65 h 87"/>
              <a:gd name="GluePoint43X" fmla="*/ 117 w 156"/>
              <a:gd name="GluePoint43Y" fmla="*/ 67 h 87"/>
              <a:gd name="GluePoint44X" fmla="*/ 143 w 156"/>
              <a:gd name="GluePoint44Y" fmla="*/ 67 h 87"/>
              <a:gd name="GluePoint45X" fmla="*/ 132 w 156"/>
              <a:gd name="GluePoint45Y" fmla="*/ 51 h 87"/>
              <a:gd name="GluePoint46X" fmla="*/ 118 w 156"/>
              <a:gd name="GluePoint46Y" fmla="*/ 41 h 87"/>
              <a:gd name="GluePoint47X" fmla="*/ 120 w 156"/>
              <a:gd name="GluePoint47Y" fmla="*/ 32 h 87"/>
              <a:gd name="GluePoint48X" fmla="*/ 145 w 156"/>
              <a:gd name="GluePoint48Y" fmla="*/ 39 h 87"/>
              <a:gd name="GluePoint49X" fmla="*/ 155 w 156"/>
              <a:gd name="GluePoint49Y" fmla="*/ 37 h 87"/>
              <a:gd name="GluePoint50X" fmla="*/ 150 w 156"/>
              <a:gd name="GluePoint50Y" fmla="*/ 23 h 87"/>
              <a:gd name="GluePoint51X" fmla="*/ 137 w 156"/>
              <a:gd name="GluePoint51Y" fmla="*/ 29 h 87"/>
              <a:gd name="GluePoint52X" fmla="*/ 112 w 156"/>
              <a:gd name="GluePoint52Y" fmla="*/ 21 h 87"/>
              <a:gd name="GluePoint53X" fmla="*/ 105 w 156"/>
              <a:gd name="GluePoint53Y" fmla="*/ 11 h 87"/>
              <a:gd name="GluePoint54X" fmla="*/ 105 w 156"/>
              <a:gd name="GluePoint54Y" fmla="*/ 1 h 87"/>
              <a:gd name="GluePoint55X" fmla="*/ 93 w 156"/>
              <a:gd name="GluePoint55Y" fmla="*/ 13 h 87"/>
              <a:gd name="GluePoint56X" fmla="*/ 78 w 156"/>
              <a:gd name="GluePoint56Y" fmla="*/ 24 h 87"/>
              <a:gd name="GluePoint57X" fmla="*/ 79 w 156"/>
              <a:gd name="GluePoint57Y" fmla="*/ 6 h 87"/>
              <a:gd name="GluePoint58X" fmla="*/ 68 w 156"/>
              <a:gd name="GluePoint58Y" fmla="*/ 22 h 87"/>
              <a:gd name="GluePoint59X" fmla="*/ 67 w 156"/>
              <a:gd name="GluePoint59Y" fmla="*/ 28 h 87"/>
            </a:gdLst>
            <a:ahLst/>
            <a:cxnLst/>
            <a:rect l="textAreaLeft" t="textAreaTop" r="textAreaRight" b="textAreaBottom"/>
            <a:pathLst>
              <a:path w="156" h="87">
                <a:moveTo>
                  <a:pt x="96" y="49"/>
                </a:moveTo>
                <a:lnTo>
                  <a:pt x="97" y="47"/>
                </a:lnTo>
                <a:lnTo>
                  <a:pt x="97" y="45"/>
                </a:lnTo>
                <a:lnTo>
                  <a:pt x="97" y="45"/>
                </a:lnTo>
                <a:lnTo>
                  <a:pt x="98" y="44"/>
                </a:lnTo>
                <a:lnTo>
                  <a:pt x="99" y="44"/>
                </a:lnTo>
                <a:lnTo>
                  <a:pt x="100" y="44"/>
                </a:lnTo>
                <a:lnTo>
                  <a:pt x="104" y="44"/>
                </a:lnTo>
                <a:lnTo>
                  <a:pt x="107" y="43"/>
                </a:lnTo>
                <a:lnTo>
                  <a:pt x="108" y="44"/>
                </a:lnTo>
                <a:lnTo>
                  <a:pt x="109" y="45"/>
                </a:lnTo>
                <a:lnTo>
                  <a:pt x="109" y="46"/>
                </a:lnTo>
                <a:lnTo>
                  <a:pt x="109" y="47"/>
                </a:lnTo>
                <a:lnTo>
                  <a:pt x="109" y="48"/>
                </a:lnTo>
                <a:lnTo>
                  <a:pt x="109" y="48"/>
                </a:lnTo>
                <a:lnTo>
                  <a:pt x="108" y="49"/>
                </a:lnTo>
                <a:lnTo>
                  <a:pt x="105" y="49"/>
                </a:lnTo>
                <a:lnTo>
                  <a:pt x="105" y="49"/>
                </a:lnTo>
                <a:lnTo>
                  <a:pt x="104" y="50"/>
                </a:lnTo>
                <a:lnTo>
                  <a:pt x="102" y="50"/>
                </a:lnTo>
                <a:lnTo>
                  <a:pt x="101" y="50"/>
                </a:lnTo>
                <a:lnTo>
                  <a:pt x="97" y="49"/>
                </a:lnTo>
                <a:lnTo>
                  <a:pt x="96" y="49"/>
                </a:lnTo>
                <a:lnTo>
                  <a:pt x="96" y="49"/>
                </a:lnTo>
                <a:close/>
                <a:moveTo>
                  <a:pt x="101" y="32"/>
                </a:moveTo>
                <a:lnTo>
                  <a:pt x="100" y="30"/>
                </a:lnTo>
                <a:lnTo>
                  <a:pt x="101" y="28"/>
                </a:lnTo>
                <a:lnTo>
                  <a:pt x="101" y="28"/>
                </a:lnTo>
                <a:lnTo>
                  <a:pt x="101" y="27"/>
                </a:lnTo>
                <a:lnTo>
                  <a:pt x="102" y="27"/>
                </a:lnTo>
                <a:lnTo>
                  <a:pt x="104" y="28"/>
                </a:lnTo>
                <a:lnTo>
                  <a:pt x="106" y="29"/>
                </a:lnTo>
                <a:lnTo>
                  <a:pt x="108" y="31"/>
                </a:lnTo>
                <a:lnTo>
                  <a:pt x="108" y="31"/>
                </a:lnTo>
                <a:lnTo>
                  <a:pt x="109" y="32"/>
                </a:lnTo>
                <a:lnTo>
                  <a:pt x="109" y="32"/>
                </a:lnTo>
                <a:lnTo>
                  <a:pt x="109" y="33"/>
                </a:lnTo>
                <a:lnTo>
                  <a:pt x="109" y="35"/>
                </a:lnTo>
                <a:lnTo>
                  <a:pt x="109" y="36"/>
                </a:lnTo>
                <a:lnTo>
                  <a:pt x="108" y="37"/>
                </a:lnTo>
                <a:lnTo>
                  <a:pt x="108" y="37"/>
                </a:lnTo>
                <a:lnTo>
                  <a:pt x="108" y="36"/>
                </a:lnTo>
                <a:lnTo>
                  <a:pt x="107" y="36"/>
                </a:lnTo>
                <a:lnTo>
                  <a:pt x="105" y="35"/>
                </a:lnTo>
                <a:lnTo>
                  <a:pt x="104" y="35"/>
                </a:lnTo>
                <a:lnTo>
                  <a:pt x="102" y="33"/>
                </a:lnTo>
                <a:lnTo>
                  <a:pt x="101" y="32"/>
                </a:lnTo>
                <a:lnTo>
                  <a:pt x="101" y="32"/>
                </a:lnTo>
                <a:close/>
                <a:moveTo>
                  <a:pt x="99" y="21"/>
                </a:moveTo>
                <a:lnTo>
                  <a:pt x="98" y="21"/>
                </a:lnTo>
                <a:lnTo>
                  <a:pt x="98" y="20"/>
                </a:lnTo>
                <a:lnTo>
                  <a:pt x="97" y="20"/>
                </a:lnTo>
                <a:lnTo>
                  <a:pt x="97" y="19"/>
                </a:lnTo>
                <a:lnTo>
                  <a:pt x="98" y="18"/>
                </a:lnTo>
                <a:lnTo>
                  <a:pt x="99" y="17"/>
                </a:lnTo>
                <a:lnTo>
                  <a:pt x="101" y="16"/>
                </a:lnTo>
                <a:lnTo>
                  <a:pt x="101" y="16"/>
                </a:lnTo>
                <a:lnTo>
                  <a:pt x="101" y="16"/>
                </a:lnTo>
                <a:lnTo>
                  <a:pt x="102" y="16"/>
                </a:lnTo>
                <a:lnTo>
                  <a:pt x="102" y="16"/>
                </a:lnTo>
                <a:lnTo>
                  <a:pt x="103" y="16"/>
                </a:lnTo>
                <a:lnTo>
                  <a:pt x="104" y="18"/>
                </a:lnTo>
                <a:lnTo>
                  <a:pt x="105" y="20"/>
                </a:lnTo>
                <a:lnTo>
                  <a:pt x="105" y="21"/>
                </a:lnTo>
                <a:lnTo>
                  <a:pt x="105" y="21"/>
                </a:lnTo>
                <a:lnTo>
                  <a:pt x="105" y="22"/>
                </a:lnTo>
                <a:lnTo>
                  <a:pt x="105" y="23"/>
                </a:lnTo>
                <a:lnTo>
                  <a:pt x="105" y="24"/>
                </a:lnTo>
                <a:lnTo>
                  <a:pt x="103" y="24"/>
                </a:lnTo>
                <a:lnTo>
                  <a:pt x="102" y="24"/>
                </a:lnTo>
                <a:lnTo>
                  <a:pt x="101" y="24"/>
                </a:lnTo>
                <a:lnTo>
                  <a:pt x="99" y="22"/>
                </a:lnTo>
                <a:lnTo>
                  <a:pt x="99" y="21"/>
                </a:lnTo>
                <a:lnTo>
                  <a:pt x="99" y="21"/>
                </a:lnTo>
                <a:close/>
                <a:moveTo>
                  <a:pt x="89" y="29"/>
                </a:moveTo>
                <a:lnTo>
                  <a:pt x="92" y="29"/>
                </a:lnTo>
                <a:lnTo>
                  <a:pt x="96" y="29"/>
                </a:lnTo>
                <a:lnTo>
                  <a:pt x="97" y="28"/>
                </a:lnTo>
                <a:lnTo>
                  <a:pt x="97" y="28"/>
                </a:lnTo>
                <a:lnTo>
                  <a:pt x="97" y="27"/>
                </a:lnTo>
                <a:lnTo>
                  <a:pt x="97" y="25"/>
                </a:lnTo>
                <a:lnTo>
                  <a:pt x="97" y="24"/>
                </a:lnTo>
                <a:lnTo>
                  <a:pt x="97" y="24"/>
                </a:lnTo>
                <a:lnTo>
                  <a:pt x="96" y="23"/>
                </a:lnTo>
                <a:lnTo>
                  <a:pt x="94" y="23"/>
                </a:lnTo>
                <a:lnTo>
                  <a:pt x="93" y="24"/>
                </a:lnTo>
                <a:lnTo>
                  <a:pt x="91" y="24"/>
                </a:lnTo>
                <a:lnTo>
                  <a:pt x="91" y="26"/>
                </a:lnTo>
                <a:lnTo>
                  <a:pt x="90" y="27"/>
                </a:lnTo>
                <a:lnTo>
                  <a:pt x="89" y="28"/>
                </a:lnTo>
                <a:lnTo>
                  <a:pt x="89" y="29"/>
                </a:lnTo>
                <a:lnTo>
                  <a:pt x="89" y="29"/>
                </a:lnTo>
                <a:close/>
                <a:moveTo>
                  <a:pt x="85" y="31"/>
                </a:moveTo>
                <a:lnTo>
                  <a:pt x="86" y="32"/>
                </a:lnTo>
                <a:lnTo>
                  <a:pt x="88" y="32"/>
                </a:lnTo>
                <a:lnTo>
                  <a:pt x="89" y="32"/>
                </a:lnTo>
                <a:lnTo>
                  <a:pt x="89" y="33"/>
                </a:lnTo>
                <a:lnTo>
                  <a:pt x="90" y="35"/>
                </a:lnTo>
                <a:lnTo>
                  <a:pt x="90" y="36"/>
                </a:lnTo>
                <a:lnTo>
                  <a:pt x="91" y="37"/>
                </a:lnTo>
                <a:lnTo>
                  <a:pt x="91" y="37"/>
                </a:lnTo>
                <a:lnTo>
                  <a:pt x="90" y="38"/>
                </a:lnTo>
                <a:lnTo>
                  <a:pt x="89" y="39"/>
                </a:lnTo>
                <a:lnTo>
                  <a:pt x="88" y="39"/>
                </a:lnTo>
                <a:lnTo>
                  <a:pt x="87" y="39"/>
                </a:lnTo>
                <a:lnTo>
                  <a:pt x="84" y="38"/>
                </a:lnTo>
                <a:lnTo>
                  <a:pt x="81" y="37"/>
                </a:lnTo>
                <a:lnTo>
                  <a:pt x="80" y="37"/>
                </a:lnTo>
                <a:lnTo>
                  <a:pt x="79" y="37"/>
                </a:lnTo>
                <a:lnTo>
                  <a:pt x="78" y="37"/>
                </a:lnTo>
                <a:lnTo>
                  <a:pt x="77" y="37"/>
                </a:lnTo>
                <a:lnTo>
                  <a:pt x="77" y="37"/>
                </a:lnTo>
                <a:lnTo>
                  <a:pt x="77" y="38"/>
                </a:lnTo>
                <a:lnTo>
                  <a:pt x="77" y="38"/>
                </a:lnTo>
                <a:lnTo>
                  <a:pt x="77" y="39"/>
                </a:lnTo>
                <a:lnTo>
                  <a:pt x="77" y="40"/>
                </a:lnTo>
                <a:lnTo>
                  <a:pt x="78" y="41"/>
                </a:lnTo>
                <a:lnTo>
                  <a:pt x="79" y="41"/>
                </a:lnTo>
                <a:lnTo>
                  <a:pt x="81" y="41"/>
                </a:lnTo>
                <a:lnTo>
                  <a:pt x="84" y="42"/>
                </a:lnTo>
                <a:lnTo>
                  <a:pt x="89" y="44"/>
                </a:lnTo>
                <a:lnTo>
                  <a:pt x="91" y="45"/>
                </a:lnTo>
                <a:lnTo>
                  <a:pt x="92" y="46"/>
                </a:lnTo>
                <a:lnTo>
                  <a:pt x="93" y="47"/>
                </a:lnTo>
                <a:lnTo>
                  <a:pt x="93" y="48"/>
                </a:lnTo>
                <a:lnTo>
                  <a:pt x="93" y="48"/>
                </a:lnTo>
                <a:lnTo>
                  <a:pt x="93" y="49"/>
                </a:lnTo>
                <a:lnTo>
                  <a:pt x="92" y="49"/>
                </a:lnTo>
                <a:lnTo>
                  <a:pt x="91" y="49"/>
                </a:lnTo>
                <a:lnTo>
                  <a:pt x="89" y="49"/>
                </a:lnTo>
                <a:lnTo>
                  <a:pt x="88" y="49"/>
                </a:lnTo>
                <a:lnTo>
                  <a:pt x="87" y="49"/>
                </a:lnTo>
                <a:lnTo>
                  <a:pt x="86" y="50"/>
                </a:lnTo>
                <a:lnTo>
                  <a:pt x="85" y="51"/>
                </a:lnTo>
                <a:lnTo>
                  <a:pt x="85" y="52"/>
                </a:lnTo>
                <a:lnTo>
                  <a:pt x="84" y="52"/>
                </a:lnTo>
                <a:lnTo>
                  <a:pt x="84" y="52"/>
                </a:lnTo>
                <a:lnTo>
                  <a:pt x="85" y="53"/>
                </a:lnTo>
                <a:lnTo>
                  <a:pt x="85" y="53"/>
                </a:lnTo>
                <a:lnTo>
                  <a:pt x="86" y="53"/>
                </a:lnTo>
                <a:lnTo>
                  <a:pt x="88" y="53"/>
                </a:lnTo>
                <a:lnTo>
                  <a:pt x="91" y="53"/>
                </a:lnTo>
                <a:lnTo>
                  <a:pt x="94" y="53"/>
                </a:lnTo>
                <a:lnTo>
                  <a:pt x="95" y="53"/>
                </a:lnTo>
                <a:lnTo>
                  <a:pt x="97" y="53"/>
                </a:lnTo>
                <a:lnTo>
                  <a:pt x="97" y="54"/>
                </a:lnTo>
                <a:lnTo>
                  <a:pt x="100" y="55"/>
                </a:lnTo>
                <a:lnTo>
                  <a:pt x="101" y="56"/>
                </a:lnTo>
                <a:lnTo>
                  <a:pt x="104" y="56"/>
                </a:lnTo>
                <a:lnTo>
                  <a:pt x="106" y="56"/>
                </a:lnTo>
                <a:lnTo>
                  <a:pt x="108" y="56"/>
                </a:lnTo>
                <a:lnTo>
                  <a:pt x="109" y="55"/>
                </a:lnTo>
                <a:lnTo>
                  <a:pt x="110" y="55"/>
                </a:lnTo>
                <a:lnTo>
                  <a:pt x="111" y="54"/>
                </a:lnTo>
                <a:lnTo>
                  <a:pt x="112" y="53"/>
                </a:lnTo>
                <a:lnTo>
                  <a:pt x="112" y="52"/>
                </a:lnTo>
                <a:lnTo>
                  <a:pt x="113" y="49"/>
                </a:lnTo>
                <a:lnTo>
                  <a:pt x="113" y="47"/>
                </a:lnTo>
                <a:lnTo>
                  <a:pt x="115" y="46"/>
                </a:lnTo>
                <a:lnTo>
                  <a:pt x="116" y="46"/>
                </a:lnTo>
                <a:lnTo>
                  <a:pt x="117" y="47"/>
                </a:lnTo>
                <a:lnTo>
                  <a:pt x="119" y="49"/>
                </a:lnTo>
                <a:lnTo>
                  <a:pt x="121" y="51"/>
                </a:lnTo>
                <a:lnTo>
                  <a:pt x="123" y="53"/>
                </a:lnTo>
                <a:lnTo>
                  <a:pt x="126" y="55"/>
                </a:lnTo>
                <a:lnTo>
                  <a:pt x="129" y="57"/>
                </a:lnTo>
                <a:lnTo>
                  <a:pt x="130" y="60"/>
                </a:lnTo>
                <a:lnTo>
                  <a:pt x="130" y="61"/>
                </a:lnTo>
                <a:lnTo>
                  <a:pt x="129" y="61"/>
                </a:lnTo>
                <a:lnTo>
                  <a:pt x="129" y="61"/>
                </a:lnTo>
                <a:lnTo>
                  <a:pt x="128" y="62"/>
                </a:lnTo>
                <a:lnTo>
                  <a:pt x="125" y="62"/>
                </a:lnTo>
                <a:lnTo>
                  <a:pt x="122" y="61"/>
                </a:lnTo>
                <a:lnTo>
                  <a:pt x="119" y="61"/>
                </a:lnTo>
                <a:lnTo>
                  <a:pt x="114" y="61"/>
                </a:lnTo>
                <a:lnTo>
                  <a:pt x="109" y="61"/>
                </a:lnTo>
                <a:lnTo>
                  <a:pt x="105" y="61"/>
                </a:lnTo>
                <a:lnTo>
                  <a:pt x="100" y="60"/>
                </a:lnTo>
                <a:lnTo>
                  <a:pt x="95" y="59"/>
                </a:lnTo>
                <a:lnTo>
                  <a:pt x="92" y="59"/>
                </a:lnTo>
                <a:lnTo>
                  <a:pt x="89" y="59"/>
                </a:lnTo>
                <a:lnTo>
                  <a:pt x="89" y="59"/>
                </a:lnTo>
                <a:lnTo>
                  <a:pt x="88" y="59"/>
                </a:lnTo>
                <a:lnTo>
                  <a:pt x="87" y="59"/>
                </a:lnTo>
                <a:lnTo>
                  <a:pt x="86" y="58"/>
                </a:lnTo>
                <a:lnTo>
                  <a:pt x="84" y="57"/>
                </a:lnTo>
                <a:lnTo>
                  <a:pt x="81" y="53"/>
                </a:lnTo>
                <a:lnTo>
                  <a:pt x="77" y="51"/>
                </a:lnTo>
                <a:lnTo>
                  <a:pt x="74" y="49"/>
                </a:lnTo>
                <a:lnTo>
                  <a:pt x="72" y="48"/>
                </a:lnTo>
                <a:lnTo>
                  <a:pt x="69" y="46"/>
                </a:lnTo>
                <a:lnTo>
                  <a:pt x="65" y="44"/>
                </a:lnTo>
                <a:lnTo>
                  <a:pt x="63" y="42"/>
                </a:lnTo>
                <a:lnTo>
                  <a:pt x="60" y="39"/>
                </a:lnTo>
                <a:lnTo>
                  <a:pt x="57" y="36"/>
                </a:lnTo>
                <a:lnTo>
                  <a:pt x="56" y="35"/>
                </a:lnTo>
                <a:lnTo>
                  <a:pt x="54" y="33"/>
                </a:lnTo>
                <a:lnTo>
                  <a:pt x="53" y="33"/>
                </a:lnTo>
                <a:lnTo>
                  <a:pt x="52" y="33"/>
                </a:lnTo>
                <a:lnTo>
                  <a:pt x="50" y="33"/>
                </a:lnTo>
                <a:lnTo>
                  <a:pt x="50" y="35"/>
                </a:lnTo>
                <a:lnTo>
                  <a:pt x="50" y="36"/>
                </a:lnTo>
                <a:lnTo>
                  <a:pt x="50" y="37"/>
                </a:lnTo>
                <a:lnTo>
                  <a:pt x="53" y="39"/>
                </a:lnTo>
                <a:lnTo>
                  <a:pt x="56" y="41"/>
                </a:lnTo>
                <a:lnTo>
                  <a:pt x="57" y="42"/>
                </a:lnTo>
                <a:lnTo>
                  <a:pt x="60" y="45"/>
                </a:lnTo>
                <a:lnTo>
                  <a:pt x="63" y="49"/>
                </a:lnTo>
                <a:lnTo>
                  <a:pt x="66" y="51"/>
                </a:lnTo>
                <a:lnTo>
                  <a:pt x="73" y="56"/>
                </a:lnTo>
                <a:lnTo>
                  <a:pt x="77" y="58"/>
                </a:lnTo>
                <a:lnTo>
                  <a:pt x="77" y="59"/>
                </a:lnTo>
                <a:lnTo>
                  <a:pt x="77" y="59"/>
                </a:lnTo>
                <a:lnTo>
                  <a:pt x="77" y="60"/>
                </a:lnTo>
                <a:lnTo>
                  <a:pt x="74" y="61"/>
                </a:lnTo>
                <a:lnTo>
                  <a:pt x="73" y="61"/>
                </a:lnTo>
                <a:lnTo>
                  <a:pt x="70" y="61"/>
                </a:lnTo>
                <a:lnTo>
                  <a:pt x="68" y="61"/>
                </a:lnTo>
                <a:lnTo>
                  <a:pt x="65" y="60"/>
                </a:lnTo>
                <a:lnTo>
                  <a:pt x="61" y="59"/>
                </a:lnTo>
                <a:lnTo>
                  <a:pt x="58" y="58"/>
                </a:lnTo>
                <a:lnTo>
                  <a:pt x="57" y="57"/>
                </a:lnTo>
                <a:lnTo>
                  <a:pt x="54" y="55"/>
                </a:lnTo>
                <a:lnTo>
                  <a:pt x="53" y="54"/>
                </a:lnTo>
                <a:lnTo>
                  <a:pt x="52" y="53"/>
                </a:lnTo>
                <a:lnTo>
                  <a:pt x="51" y="53"/>
                </a:lnTo>
                <a:lnTo>
                  <a:pt x="49" y="53"/>
                </a:lnTo>
                <a:lnTo>
                  <a:pt x="47" y="53"/>
                </a:lnTo>
                <a:lnTo>
                  <a:pt x="45" y="53"/>
                </a:lnTo>
                <a:lnTo>
                  <a:pt x="43" y="52"/>
                </a:lnTo>
                <a:lnTo>
                  <a:pt x="40" y="50"/>
                </a:lnTo>
                <a:lnTo>
                  <a:pt x="38" y="49"/>
                </a:lnTo>
                <a:lnTo>
                  <a:pt x="35" y="47"/>
                </a:lnTo>
                <a:lnTo>
                  <a:pt x="32" y="45"/>
                </a:lnTo>
                <a:lnTo>
                  <a:pt x="29" y="44"/>
                </a:lnTo>
                <a:lnTo>
                  <a:pt x="25" y="42"/>
                </a:lnTo>
                <a:lnTo>
                  <a:pt x="24" y="42"/>
                </a:lnTo>
                <a:lnTo>
                  <a:pt x="21" y="41"/>
                </a:lnTo>
                <a:lnTo>
                  <a:pt x="17" y="38"/>
                </a:lnTo>
                <a:lnTo>
                  <a:pt x="15" y="35"/>
                </a:lnTo>
                <a:lnTo>
                  <a:pt x="13" y="32"/>
                </a:lnTo>
                <a:lnTo>
                  <a:pt x="12" y="31"/>
                </a:lnTo>
                <a:lnTo>
                  <a:pt x="11" y="29"/>
                </a:lnTo>
                <a:lnTo>
                  <a:pt x="9" y="28"/>
                </a:lnTo>
                <a:lnTo>
                  <a:pt x="8" y="27"/>
                </a:lnTo>
                <a:lnTo>
                  <a:pt x="8" y="27"/>
                </a:lnTo>
                <a:lnTo>
                  <a:pt x="6" y="28"/>
                </a:lnTo>
                <a:lnTo>
                  <a:pt x="4" y="29"/>
                </a:lnTo>
                <a:lnTo>
                  <a:pt x="4" y="31"/>
                </a:lnTo>
                <a:lnTo>
                  <a:pt x="6" y="35"/>
                </a:lnTo>
                <a:lnTo>
                  <a:pt x="8" y="39"/>
                </a:lnTo>
                <a:lnTo>
                  <a:pt x="9" y="41"/>
                </a:lnTo>
                <a:lnTo>
                  <a:pt x="10" y="42"/>
                </a:lnTo>
                <a:lnTo>
                  <a:pt x="12" y="44"/>
                </a:lnTo>
                <a:lnTo>
                  <a:pt x="13" y="45"/>
                </a:lnTo>
                <a:lnTo>
                  <a:pt x="17" y="47"/>
                </a:lnTo>
                <a:lnTo>
                  <a:pt x="20" y="49"/>
                </a:lnTo>
                <a:lnTo>
                  <a:pt x="26" y="53"/>
                </a:lnTo>
                <a:lnTo>
                  <a:pt x="32" y="57"/>
                </a:lnTo>
                <a:lnTo>
                  <a:pt x="33" y="58"/>
                </a:lnTo>
                <a:lnTo>
                  <a:pt x="35" y="60"/>
                </a:lnTo>
                <a:lnTo>
                  <a:pt x="36" y="61"/>
                </a:lnTo>
                <a:lnTo>
                  <a:pt x="36" y="62"/>
                </a:lnTo>
                <a:lnTo>
                  <a:pt x="35" y="62"/>
                </a:lnTo>
                <a:lnTo>
                  <a:pt x="35" y="63"/>
                </a:lnTo>
                <a:lnTo>
                  <a:pt x="34" y="64"/>
                </a:lnTo>
                <a:lnTo>
                  <a:pt x="33" y="65"/>
                </a:lnTo>
                <a:lnTo>
                  <a:pt x="31" y="66"/>
                </a:lnTo>
                <a:lnTo>
                  <a:pt x="29" y="68"/>
                </a:lnTo>
                <a:lnTo>
                  <a:pt x="25" y="69"/>
                </a:lnTo>
                <a:lnTo>
                  <a:pt x="22" y="72"/>
                </a:lnTo>
                <a:lnTo>
                  <a:pt x="18" y="73"/>
                </a:lnTo>
                <a:lnTo>
                  <a:pt x="14" y="73"/>
                </a:lnTo>
                <a:lnTo>
                  <a:pt x="12" y="74"/>
                </a:lnTo>
                <a:lnTo>
                  <a:pt x="10" y="74"/>
                </a:lnTo>
                <a:lnTo>
                  <a:pt x="9" y="74"/>
                </a:lnTo>
                <a:lnTo>
                  <a:pt x="8" y="73"/>
                </a:lnTo>
                <a:lnTo>
                  <a:pt x="8" y="72"/>
                </a:lnTo>
                <a:lnTo>
                  <a:pt x="6" y="69"/>
                </a:lnTo>
                <a:lnTo>
                  <a:pt x="4" y="66"/>
                </a:lnTo>
                <a:lnTo>
                  <a:pt x="3" y="62"/>
                </a:lnTo>
                <a:lnTo>
                  <a:pt x="2" y="61"/>
                </a:lnTo>
                <a:lnTo>
                  <a:pt x="2" y="61"/>
                </a:lnTo>
                <a:lnTo>
                  <a:pt x="1" y="61"/>
                </a:lnTo>
                <a:lnTo>
                  <a:pt x="0" y="61"/>
                </a:lnTo>
                <a:lnTo>
                  <a:pt x="0" y="63"/>
                </a:lnTo>
                <a:lnTo>
                  <a:pt x="0" y="65"/>
                </a:lnTo>
                <a:lnTo>
                  <a:pt x="0" y="66"/>
                </a:lnTo>
                <a:lnTo>
                  <a:pt x="0" y="69"/>
                </a:lnTo>
                <a:lnTo>
                  <a:pt x="2" y="73"/>
                </a:lnTo>
                <a:lnTo>
                  <a:pt x="2" y="77"/>
                </a:lnTo>
                <a:lnTo>
                  <a:pt x="3" y="81"/>
                </a:lnTo>
                <a:lnTo>
                  <a:pt x="3" y="85"/>
                </a:lnTo>
                <a:lnTo>
                  <a:pt x="4" y="85"/>
                </a:lnTo>
                <a:lnTo>
                  <a:pt x="4" y="85"/>
                </a:lnTo>
                <a:lnTo>
                  <a:pt x="4" y="86"/>
                </a:lnTo>
                <a:lnTo>
                  <a:pt x="5" y="86"/>
                </a:lnTo>
                <a:lnTo>
                  <a:pt x="7" y="87"/>
                </a:lnTo>
                <a:lnTo>
                  <a:pt x="9" y="87"/>
                </a:lnTo>
                <a:lnTo>
                  <a:pt x="13" y="87"/>
                </a:lnTo>
                <a:lnTo>
                  <a:pt x="16" y="86"/>
                </a:lnTo>
                <a:lnTo>
                  <a:pt x="19" y="85"/>
                </a:lnTo>
                <a:lnTo>
                  <a:pt x="25" y="81"/>
                </a:lnTo>
                <a:lnTo>
                  <a:pt x="30" y="78"/>
                </a:lnTo>
                <a:lnTo>
                  <a:pt x="34" y="76"/>
                </a:lnTo>
                <a:lnTo>
                  <a:pt x="37" y="73"/>
                </a:lnTo>
                <a:lnTo>
                  <a:pt x="42" y="70"/>
                </a:lnTo>
                <a:lnTo>
                  <a:pt x="43" y="69"/>
                </a:lnTo>
                <a:lnTo>
                  <a:pt x="44" y="69"/>
                </a:lnTo>
                <a:lnTo>
                  <a:pt x="45" y="68"/>
                </a:lnTo>
                <a:lnTo>
                  <a:pt x="46" y="68"/>
                </a:lnTo>
                <a:lnTo>
                  <a:pt x="47" y="68"/>
                </a:lnTo>
                <a:lnTo>
                  <a:pt x="48" y="69"/>
                </a:lnTo>
                <a:lnTo>
                  <a:pt x="49" y="69"/>
                </a:lnTo>
                <a:lnTo>
                  <a:pt x="51" y="71"/>
                </a:lnTo>
                <a:lnTo>
                  <a:pt x="52" y="72"/>
                </a:lnTo>
                <a:lnTo>
                  <a:pt x="53" y="73"/>
                </a:lnTo>
                <a:lnTo>
                  <a:pt x="53" y="73"/>
                </a:lnTo>
                <a:lnTo>
                  <a:pt x="53" y="73"/>
                </a:lnTo>
                <a:lnTo>
                  <a:pt x="51" y="74"/>
                </a:lnTo>
                <a:lnTo>
                  <a:pt x="49" y="74"/>
                </a:lnTo>
                <a:lnTo>
                  <a:pt x="47" y="74"/>
                </a:lnTo>
                <a:lnTo>
                  <a:pt x="45" y="74"/>
                </a:lnTo>
                <a:lnTo>
                  <a:pt x="44" y="75"/>
                </a:lnTo>
                <a:lnTo>
                  <a:pt x="43" y="75"/>
                </a:lnTo>
                <a:lnTo>
                  <a:pt x="43" y="75"/>
                </a:lnTo>
                <a:lnTo>
                  <a:pt x="43" y="76"/>
                </a:lnTo>
                <a:lnTo>
                  <a:pt x="44" y="77"/>
                </a:lnTo>
                <a:lnTo>
                  <a:pt x="47" y="77"/>
                </a:lnTo>
                <a:lnTo>
                  <a:pt x="50" y="80"/>
                </a:lnTo>
                <a:lnTo>
                  <a:pt x="55" y="82"/>
                </a:lnTo>
                <a:lnTo>
                  <a:pt x="58" y="85"/>
                </a:lnTo>
                <a:lnTo>
                  <a:pt x="61" y="86"/>
                </a:lnTo>
                <a:lnTo>
                  <a:pt x="61" y="86"/>
                </a:lnTo>
                <a:lnTo>
                  <a:pt x="63" y="85"/>
                </a:lnTo>
                <a:lnTo>
                  <a:pt x="64" y="85"/>
                </a:lnTo>
                <a:lnTo>
                  <a:pt x="65" y="83"/>
                </a:lnTo>
                <a:lnTo>
                  <a:pt x="65" y="81"/>
                </a:lnTo>
                <a:lnTo>
                  <a:pt x="65" y="79"/>
                </a:lnTo>
                <a:lnTo>
                  <a:pt x="65" y="77"/>
                </a:lnTo>
                <a:lnTo>
                  <a:pt x="65" y="74"/>
                </a:lnTo>
                <a:lnTo>
                  <a:pt x="64" y="72"/>
                </a:lnTo>
                <a:lnTo>
                  <a:pt x="62" y="70"/>
                </a:lnTo>
                <a:lnTo>
                  <a:pt x="61" y="69"/>
                </a:lnTo>
                <a:lnTo>
                  <a:pt x="61" y="69"/>
                </a:lnTo>
                <a:lnTo>
                  <a:pt x="59" y="68"/>
                </a:lnTo>
                <a:lnTo>
                  <a:pt x="57" y="67"/>
                </a:lnTo>
                <a:lnTo>
                  <a:pt x="56" y="65"/>
                </a:lnTo>
                <a:lnTo>
                  <a:pt x="54" y="62"/>
                </a:lnTo>
                <a:lnTo>
                  <a:pt x="54" y="62"/>
                </a:lnTo>
                <a:lnTo>
                  <a:pt x="53" y="61"/>
                </a:lnTo>
                <a:lnTo>
                  <a:pt x="54" y="61"/>
                </a:lnTo>
                <a:lnTo>
                  <a:pt x="54" y="61"/>
                </a:lnTo>
                <a:lnTo>
                  <a:pt x="55" y="61"/>
                </a:lnTo>
                <a:lnTo>
                  <a:pt x="57" y="61"/>
                </a:lnTo>
                <a:lnTo>
                  <a:pt x="61" y="62"/>
                </a:lnTo>
                <a:lnTo>
                  <a:pt x="65" y="63"/>
                </a:lnTo>
                <a:lnTo>
                  <a:pt x="69" y="65"/>
                </a:lnTo>
                <a:lnTo>
                  <a:pt x="73" y="66"/>
                </a:lnTo>
                <a:lnTo>
                  <a:pt x="75" y="67"/>
                </a:lnTo>
                <a:lnTo>
                  <a:pt x="77" y="69"/>
                </a:lnTo>
                <a:lnTo>
                  <a:pt x="80" y="70"/>
                </a:lnTo>
                <a:lnTo>
                  <a:pt x="82" y="73"/>
                </a:lnTo>
                <a:lnTo>
                  <a:pt x="85" y="75"/>
                </a:lnTo>
                <a:lnTo>
                  <a:pt x="87" y="76"/>
                </a:lnTo>
                <a:lnTo>
                  <a:pt x="89" y="77"/>
                </a:lnTo>
                <a:lnTo>
                  <a:pt x="90" y="77"/>
                </a:lnTo>
                <a:lnTo>
                  <a:pt x="93" y="77"/>
                </a:lnTo>
                <a:lnTo>
                  <a:pt x="95" y="76"/>
                </a:lnTo>
                <a:lnTo>
                  <a:pt x="95" y="76"/>
                </a:lnTo>
                <a:lnTo>
                  <a:pt x="95" y="75"/>
                </a:lnTo>
                <a:lnTo>
                  <a:pt x="95" y="73"/>
                </a:lnTo>
                <a:lnTo>
                  <a:pt x="95" y="72"/>
                </a:lnTo>
                <a:lnTo>
                  <a:pt x="94" y="70"/>
                </a:lnTo>
                <a:lnTo>
                  <a:pt x="94" y="69"/>
                </a:lnTo>
                <a:lnTo>
                  <a:pt x="93" y="68"/>
                </a:lnTo>
                <a:lnTo>
                  <a:pt x="94" y="66"/>
                </a:lnTo>
                <a:lnTo>
                  <a:pt x="94" y="65"/>
                </a:lnTo>
                <a:lnTo>
                  <a:pt x="95" y="65"/>
                </a:lnTo>
                <a:lnTo>
                  <a:pt x="96" y="64"/>
                </a:lnTo>
                <a:lnTo>
                  <a:pt x="97" y="64"/>
                </a:lnTo>
                <a:lnTo>
                  <a:pt x="101" y="65"/>
                </a:lnTo>
                <a:lnTo>
                  <a:pt x="105" y="65"/>
                </a:lnTo>
                <a:lnTo>
                  <a:pt x="109" y="65"/>
                </a:lnTo>
                <a:lnTo>
                  <a:pt x="112" y="65"/>
                </a:lnTo>
                <a:lnTo>
                  <a:pt x="114" y="66"/>
                </a:lnTo>
                <a:lnTo>
                  <a:pt x="117" y="67"/>
                </a:lnTo>
                <a:lnTo>
                  <a:pt x="123" y="69"/>
                </a:lnTo>
                <a:lnTo>
                  <a:pt x="128" y="71"/>
                </a:lnTo>
                <a:lnTo>
                  <a:pt x="130" y="72"/>
                </a:lnTo>
                <a:lnTo>
                  <a:pt x="132" y="72"/>
                </a:lnTo>
                <a:lnTo>
                  <a:pt x="135" y="72"/>
                </a:lnTo>
                <a:lnTo>
                  <a:pt x="137" y="72"/>
                </a:lnTo>
                <a:lnTo>
                  <a:pt x="140" y="70"/>
                </a:lnTo>
                <a:lnTo>
                  <a:pt x="141" y="69"/>
                </a:lnTo>
                <a:lnTo>
                  <a:pt x="143" y="67"/>
                </a:lnTo>
                <a:lnTo>
                  <a:pt x="144" y="65"/>
                </a:lnTo>
                <a:lnTo>
                  <a:pt x="144" y="64"/>
                </a:lnTo>
                <a:lnTo>
                  <a:pt x="145" y="61"/>
                </a:lnTo>
                <a:lnTo>
                  <a:pt x="144" y="60"/>
                </a:lnTo>
                <a:lnTo>
                  <a:pt x="144" y="59"/>
                </a:lnTo>
                <a:lnTo>
                  <a:pt x="143" y="58"/>
                </a:lnTo>
                <a:lnTo>
                  <a:pt x="141" y="57"/>
                </a:lnTo>
                <a:lnTo>
                  <a:pt x="137" y="55"/>
                </a:lnTo>
                <a:lnTo>
                  <a:pt x="132" y="51"/>
                </a:lnTo>
                <a:lnTo>
                  <a:pt x="126" y="48"/>
                </a:lnTo>
                <a:lnTo>
                  <a:pt x="123" y="46"/>
                </a:lnTo>
                <a:lnTo>
                  <a:pt x="122" y="46"/>
                </a:lnTo>
                <a:lnTo>
                  <a:pt x="121" y="45"/>
                </a:lnTo>
                <a:lnTo>
                  <a:pt x="121" y="45"/>
                </a:lnTo>
                <a:lnTo>
                  <a:pt x="120" y="44"/>
                </a:lnTo>
                <a:lnTo>
                  <a:pt x="119" y="43"/>
                </a:lnTo>
                <a:lnTo>
                  <a:pt x="119" y="42"/>
                </a:lnTo>
                <a:lnTo>
                  <a:pt x="118" y="41"/>
                </a:lnTo>
                <a:lnTo>
                  <a:pt x="119" y="41"/>
                </a:lnTo>
                <a:lnTo>
                  <a:pt x="119" y="39"/>
                </a:lnTo>
                <a:lnTo>
                  <a:pt x="118" y="37"/>
                </a:lnTo>
                <a:lnTo>
                  <a:pt x="118" y="37"/>
                </a:lnTo>
                <a:lnTo>
                  <a:pt x="118" y="36"/>
                </a:lnTo>
                <a:lnTo>
                  <a:pt x="118" y="35"/>
                </a:lnTo>
                <a:lnTo>
                  <a:pt x="119" y="33"/>
                </a:lnTo>
                <a:lnTo>
                  <a:pt x="119" y="32"/>
                </a:lnTo>
                <a:lnTo>
                  <a:pt x="120" y="32"/>
                </a:lnTo>
                <a:lnTo>
                  <a:pt x="121" y="32"/>
                </a:lnTo>
                <a:lnTo>
                  <a:pt x="122" y="32"/>
                </a:lnTo>
                <a:lnTo>
                  <a:pt x="125" y="32"/>
                </a:lnTo>
                <a:lnTo>
                  <a:pt x="127" y="32"/>
                </a:lnTo>
                <a:lnTo>
                  <a:pt x="130" y="34"/>
                </a:lnTo>
                <a:lnTo>
                  <a:pt x="135" y="35"/>
                </a:lnTo>
                <a:lnTo>
                  <a:pt x="140" y="37"/>
                </a:lnTo>
                <a:lnTo>
                  <a:pt x="143" y="38"/>
                </a:lnTo>
                <a:lnTo>
                  <a:pt x="145" y="39"/>
                </a:lnTo>
                <a:lnTo>
                  <a:pt x="147" y="40"/>
                </a:lnTo>
                <a:lnTo>
                  <a:pt x="148" y="40"/>
                </a:lnTo>
                <a:lnTo>
                  <a:pt x="149" y="39"/>
                </a:lnTo>
                <a:lnTo>
                  <a:pt x="151" y="38"/>
                </a:lnTo>
                <a:lnTo>
                  <a:pt x="153" y="38"/>
                </a:lnTo>
                <a:lnTo>
                  <a:pt x="153" y="38"/>
                </a:lnTo>
                <a:lnTo>
                  <a:pt x="154" y="37"/>
                </a:lnTo>
                <a:lnTo>
                  <a:pt x="154" y="37"/>
                </a:lnTo>
                <a:lnTo>
                  <a:pt x="155" y="37"/>
                </a:lnTo>
                <a:lnTo>
                  <a:pt x="156" y="33"/>
                </a:lnTo>
                <a:lnTo>
                  <a:pt x="156" y="29"/>
                </a:lnTo>
                <a:lnTo>
                  <a:pt x="156" y="27"/>
                </a:lnTo>
                <a:lnTo>
                  <a:pt x="155" y="24"/>
                </a:lnTo>
                <a:lnTo>
                  <a:pt x="154" y="24"/>
                </a:lnTo>
                <a:lnTo>
                  <a:pt x="153" y="23"/>
                </a:lnTo>
                <a:lnTo>
                  <a:pt x="153" y="22"/>
                </a:lnTo>
                <a:lnTo>
                  <a:pt x="151" y="22"/>
                </a:lnTo>
                <a:lnTo>
                  <a:pt x="150" y="23"/>
                </a:lnTo>
                <a:lnTo>
                  <a:pt x="150" y="23"/>
                </a:lnTo>
                <a:lnTo>
                  <a:pt x="150" y="24"/>
                </a:lnTo>
                <a:lnTo>
                  <a:pt x="149" y="24"/>
                </a:lnTo>
                <a:lnTo>
                  <a:pt x="147" y="25"/>
                </a:lnTo>
                <a:lnTo>
                  <a:pt x="143" y="28"/>
                </a:lnTo>
                <a:lnTo>
                  <a:pt x="142" y="28"/>
                </a:lnTo>
                <a:lnTo>
                  <a:pt x="141" y="28"/>
                </a:lnTo>
                <a:lnTo>
                  <a:pt x="138" y="28"/>
                </a:lnTo>
                <a:lnTo>
                  <a:pt x="137" y="29"/>
                </a:lnTo>
                <a:lnTo>
                  <a:pt x="132" y="28"/>
                </a:lnTo>
                <a:lnTo>
                  <a:pt x="127" y="28"/>
                </a:lnTo>
                <a:lnTo>
                  <a:pt x="118" y="27"/>
                </a:lnTo>
                <a:lnTo>
                  <a:pt x="114" y="26"/>
                </a:lnTo>
                <a:lnTo>
                  <a:pt x="113" y="25"/>
                </a:lnTo>
                <a:lnTo>
                  <a:pt x="113" y="25"/>
                </a:lnTo>
                <a:lnTo>
                  <a:pt x="113" y="24"/>
                </a:lnTo>
                <a:lnTo>
                  <a:pt x="112" y="24"/>
                </a:lnTo>
                <a:lnTo>
                  <a:pt x="112" y="21"/>
                </a:lnTo>
                <a:lnTo>
                  <a:pt x="110" y="20"/>
                </a:lnTo>
                <a:lnTo>
                  <a:pt x="109" y="18"/>
                </a:lnTo>
                <a:lnTo>
                  <a:pt x="108" y="16"/>
                </a:lnTo>
                <a:lnTo>
                  <a:pt x="106" y="15"/>
                </a:lnTo>
                <a:lnTo>
                  <a:pt x="105" y="14"/>
                </a:lnTo>
                <a:lnTo>
                  <a:pt x="105" y="14"/>
                </a:lnTo>
                <a:lnTo>
                  <a:pt x="105" y="12"/>
                </a:lnTo>
                <a:lnTo>
                  <a:pt x="105" y="12"/>
                </a:lnTo>
                <a:lnTo>
                  <a:pt x="105" y="11"/>
                </a:lnTo>
                <a:lnTo>
                  <a:pt x="105" y="8"/>
                </a:lnTo>
                <a:lnTo>
                  <a:pt x="105" y="8"/>
                </a:lnTo>
                <a:lnTo>
                  <a:pt x="105" y="8"/>
                </a:lnTo>
                <a:lnTo>
                  <a:pt x="106" y="6"/>
                </a:lnTo>
                <a:lnTo>
                  <a:pt x="106" y="5"/>
                </a:lnTo>
                <a:lnTo>
                  <a:pt x="106" y="4"/>
                </a:lnTo>
                <a:lnTo>
                  <a:pt x="106" y="3"/>
                </a:lnTo>
                <a:lnTo>
                  <a:pt x="105" y="2"/>
                </a:lnTo>
                <a:lnTo>
                  <a:pt x="105" y="1"/>
                </a:lnTo>
                <a:lnTo>
                  <a:pt x="105" y="0"/>
                </a:lnTo>
                <a:lnTo>
                  <a:pt x="104" y="0"/>
                </a:lnTo>
                <a:lnTo>
                  <a:pt x="102" y="0"/>
                </a:lnTo>
                <a:lnTo>
                  <a:pt x="102" y="1"/>
                </a:lnTo>
                <a:lnTo>
                  <a:pt x="101" y="2"/>
                </a:lnTo>
                <a:lnTo>
                  <a:pt x="101" y="3"/>
                </a:lnTo>
                <a:lnTo>
                  <a:pt x="100" y="4"/>
                </a:lnTo>
                <a:lnTo>
                  <a:pt x="97" y="8"/>
                </a:lnTo>
                <a:lnTo>
                  <a:pt x="93" y="13"/>
                </a:lnTo>
                <a:lnTo>
                  <a:pt x="89" y="18"/>
                </a:lnTo>
                <a:lnTo>
                  <a:pt x="86" y="22"/>
                </a:lnTo>
                <a:lnTo>
                  <a:pt x="84" y="24"/>
                </a:lnTo>
                <a:lnTo>
                  <a:pt x="83" y="24"/>
                </a:lnTo>
                <a:lnTo>
                  <a:pt x="81" y="25"/>
                </a:lnTo>
                <a:lnTo>
                  <a:pt x="80" y="25"/>
                </a:lnTo>
                <a:lnTo>
                  <a:pt x="79" y="25"/>
                </a:lnTo>
                <a:lnTo>
                  <a:pt x="78" y="25"/>
                </a:lnTo>
                <a:lnTo>
                  <a:pt x="78" y="24"/>
                </a:lnTo>
                <a:lnTo>
                  <a:pt x="78" y="24"/>
                </a:lnTo>
                <a:lnTo>
                  <a:pt x="80" y="19"/>
                </a:lnTo>
                <a:lnTo>
                  <a:pt x="81" y="14"/>
                </a:lnTo>
                <a:lnTo>
                  <a:pt x="82" y="13"/>
                </a:lnTo>
                <a:lnTo>
                  <a:pt x="82" y="11"/>
                </a:lnTo>
                <a:lnTo>
                  <a:pt x="81" y="9"/>
                </a:lnTo>
                <a:lnTo>
                  <a:pt x="80" y="7"/>
                </a:lnTo>
                <a:lnTo>
                  <a:pt x="80" y="7"/>
                </a:lnTo>
                <a:lnTo>
                  <a:pt x="79" y="6"/>
                </a:lnTo>
                <a:lnTo>
                  <a:pt x="78" y="7"/>
                </a:lnTo>
                <a:lnTo>
                  <a:pt x="78" y="7"/>
                </a:lnTo>
                <a:lnTo>
                  <a:pt x="77" y="9"/>
                </a:lnTo>
                <a:lnTo>
                  <a:pt x="76" y="12"/>
                </a:lnTo>
                <a:lnTo>
                  <a:pt x="74" y="16"/>
                </a:lnTo>
                <a:lnTo>
                  <a:pt x="73" y="18"/>
                </a:lnTo>
                <a:lnTo>
                  <a:pt x="71" y="20"/>
                </a:lnTo>
                <a:lnTo>
                  <a:pt x="69" y="21"/>
                </a:lnTo>
                <a:lnTo>
                  <a:pt x="68" y="22"/>
                </a:lnTo>
                <a:lnTo>
                  <a:pt x="67" y="23"/>
                </a:lnTo>
                <a:lnTo>
                  <a:pt x="65" y="24"/>
                </a:lnTo>
                <a:lnTo>
                  <a:pt x="65" y="25"/>
                </a:lnTo>
                <a:lnTo>
                  <a:pt x="64" y="26"/>
                </a:lnTo>
                <a:lnTo>
                  <a:pt x="64" y="27"/>
                </a:lnTo>
                <a:lnTo>
                  <a:pt x="64" y="27"/>
                </a:lnTo>
                <a:lnTo>
                  <a:pt x="64" y="28"/>
                </a:lnTo>
                <a:lnTo>
                  <a:pt x="65" y="28"/>
                </a:lnTo>
                <a:lnTo>
                  <a:pt x="67" y="28"/>
                </a:lnTo>
                <a:lnTo>
                  <a:pt x="71" y="29"/>
                </a:lnTo>
                <a:lnTo>
                  <a:pt x="76" y="30"/>
                </a:lnTo>
                <a:lnTo>
                  <a:pt x="81" y="31"/>
                </a:lnTo>
                <a:lnTo>
                  <a:pt x="85" y="3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endParaRPr/>
          </a:p>
        </p:txBody>
      </p:sp>
      <p:sp>
        <p:nvSpPr>
          <p:cNvPr id="199" name="ís1iďé">
            <a:extLst>
              <a:ext uri="{FF2B5EF4-FFF2-40B4-BE49-F238E27FC236}">
                <a16:creationId xmlns:a16="http://schemas.microsoft.com/office/drawing/2014/main" id="{0D182CDC-A979-4DFE-9360-FDEBDFF66ED9}"/>
              </a:ext>
            </a:extLst>
          </p:cNvPr>
          <p:cNvSpPr>
            <a:spLocks noGrp="1"/>
          </p:cNvSpPr>
          <p:nvPr/>
        </p:nvSpPr>
        <p:spPr>
          <a:xfrm>
            <a:off x="819360" y="788040"/>
            <a:ext cx="327240" cy="210600"/>
          </a:xfrm>
          <a:custGeom>
            <a:avLst/>
            <a:gdLst>
              <a:gd name="textAreaLeft" fmla="*/ 0 w 327240"/>
              <a:gd name="textAreaRight" fmla="*/ 327600 w 327240"/>
              <a:gd name="textAreaTop" fmla="*/ 0 h 210600"/>
              <a:gd name="textAreaBottom" fmla="*/ 210960 h 210600"/>
              <a:gd name="GluePoint1X" fmla="*/ 238 w 750"/>
              <a:gd name="GluePoint1Y" fmla="*/ 410 h 483"/>
              <a:gd name="GluePoint2X" fmla="*/ 260 w 750"/>
              <a:gd name="GluePoint2Y" fmla="*/ 439 h 483"/>
              <a:gd name="GluePoint3X" fmla="*/ 256 w 750"/>
              <a:gd name="GluePoint3Y" fmla="*/ 482 h 483"/>
              <a:gd name="GluePoint4X" fmla="*/ 230 w 750"/>
              <a:gd name="GluePoint4Y" fmla="*/ 454 h 483"/>
              <a:gd name="GluePoint5X" fmla="*/ 255 w 750"/>
              <a:gd name="GluePoint5Y" fmla="*/ 473 h 483"/>
              <a:gd name="GluePoint6X" fmla="*/ 249 w 750"/>
              <a:gd name="GluePoint6Y" fmla="*/ 443 h 483"/>
              <a:gd name="GluePoint7X" fmla="*/ 234 w 750"/>
              <a:gd name="GluePoint7Y" fmla="*/ 401 h 483"/>
              <a:gd name="GluePoint8X" fmla="*/ 260 w 750"/>
              <a:gd name="GluePoint8Y" fmla="*/ 397 h 483"/>
              <a:gd name="GluePoint9X" fmla="*/ 28 w 750"/>
              <a:gd name="GluePoint9Y" fmla="*/ 433 h 483"/>
              <a:gd name="GluePoint10X" fmla="*/ 13 w 750"/>
              <a:gd name="GluePoint10Y" fmla="*/ 428 h 483"/>
              <a:gd name="GluePoint11X" fmla="*/ 0 w 750"/>
              <a:gd name="GluePoint11Y" fmla="*/ 419 h 483"/>
              <a:gd name="GluePoint12X" fmla="*/ 37 w 750"/>
              <a:gd name="GluePoint12Y" fmla="*/ 447 h 483"/>
              <a:gd name="GluePoint13X" fmla="*/ 123 w 750"/>
              <a:gd name="GluePoint13Y" fmla="*/ 381 h 483"/>
              <a:gd name="GluePoint14X" fmla="*/ 160 w 750"/>
              <a:gd name="GluePoint14Y" fmla="*/ 436 h 483"/>
              <a:gd name="GluePoint15X" fmla="*/ 224 w 750"/>
              <a:gd name="GluePoint15Y" fmla="*/ 423 h 483"/>
              <a:gd name="GluePoint16X" fmla="*/ 193 w 750"/>
              <a:gd name="GluePoint16Y" fmla="*/ 391 h 483"/>
              <a:gd name="GluePoint17X" fmla="*/ 216 w 750"/>
              <a:gd name="GluePoint17Y" fmla="*/ 409 h 483"/>
              <a:gd name="GluePoint18X" fmla="*/ 278 w 750"/>
              <a:gd name="GluePoint18Y" fmla="*/ 482 h 483"/>
              <a:gd name="GluePoint19X" fmla="*/ 351 w 750"/>
              <a:gd name="GluePoint19Y" fmla="*/ 426 h 483"/>
              <a:gd name="GluePoint20X" fmla="*/ 437 w 750"/>
              <a:gd name="GluePoint20Y" fmla="*/ 430 h 483"/>
              <a:gd name="GluePoint21X" fmla="*/ 411 w 750"/>
              <a:gd name="GluePoint21Y" fmla="*/ 359 h 483"/>
              <a:gd name="GluePoint22X" fmla="*/ 388 w 750"/>
              <a:gd name="GluePoint22Y" fmla="*/ 381 h 483"/>
              <a:gd name="GluePoint23X" fmla="*/ 423 w 750"/>
              <a:gd name="GluePoint23Y" fmla="*/ 447 h 483"/>
              <a:gd name="GluePoint24X" fmla="*/ 405 w 750"/>
              <a:gd name="GluePoint24Y" fmla="*/ 417 h 483"/>
              <a:gd name="GluePoint25X" fmla="*/ 401 w 750"/>
              <a:gd name="GluePoint25Y" fmla="*/ 366 h 483"/>
              <a:gd name="GluePoint26X" fmla="*/ 427 w 750"/>
              <a:gd name="GluePoint26Y" fmla="*/ 408 h 483"/>
              <a:gd name="GluePoint27X" fmla="*/ 448 w 750"/>
              <a:gd name="GluePoint27Y" fmla="*/ 334 h 483"/>
              <a:gd name="GluePoint28X" fmla="*/ 498 w 750"/>
              <a:gd name="GluePoint28Y" fmla="*/ 301 h 483"/>
              <a:gd name="GluePoint29X" fmla="*/ 551 w 750"/>
              <a:gd name="GluePoint29Y" fmla="*/ 375 h 483"/>
              <a:gd name="GluePoint30X" fmla="*/ 583 w 750"/>
              <a:gd name="GluePoint30Y" fmla="*/ 330 h 483"/>
              <a:gd name="GluePoint31X" fmla="*/ 544 w 750"/>
              <a:gd name="GluePoint31Y" fmla="*/ 279 h 483"/>
              <a:gd name="GluePoint32X" fmla="*/ 565 w 750"/>
              <a:gd name="GluePoint32Y" fmla="*/ 265 h 483"/>
              <a:gd name="GluePoint33X" fmla="*/ 537 w 750"/>
              <a:gd name="GluePoint33Y" fmla="*/ 269 h 483"/>
              <a:gd name="GluePoint34X" fmla="*/ 572 w 750"/>
              <a:gd name="GluePoint34Y" fmla="*/ 333 h 483"/>
              <a:gd name="GluePoint35X" fmla="*/ 602 w 750"/>
              <a:gd name="GluePoint35Y" fmla="*/ 327 h 483"/>
              <a:gd name="GluePoint36X" fmla="*/ 589 w 750"/>
              <a:gd name="GluePoint36Y" fmla="*/ 271 h 483"/>
              <a:gd name="GluePoint37X" fmla="*/ 650 w 750"/>
              <a:gd name="GluePoint37Y" fmla="*/ 233 h 483"/>
              <a:gd name="GluePoint38X" fmla="*/ 668 w 750"/>
              <a:gd name="GluePoint38Y" fmla="*/ 220 h 483"/>
              <a:gd name="GluePoint39X" fmla="*/ 613 w 750"/>
              <a:gd name="GluePoint39Y" fmla="*/ 169 h 483"/>
              <a:gd name="GluePoint40X" fmla="*/ 644 w 750"/>
              <a:gd name="GluePoint40Y" fmla="*/ 157 h 483"/>
              <a:gd name="GluePoint41X" fmla="*/ 690 w 750"/>
              <a:gd name="GluePoint41Y" fmla="*/ 213 h 483"/>
              <a:gd name="GluePoint42X" fmla="*/ 658 w 750"/>
              <a:gd name="GluePoint42Y" fmla="*/ 175 h 483"/>
              <a:gd name="GluePoint43X" fmla="*/ 620 w 750"/>
              <a:gd name="GluePoint43Y" fmla="*/ 169 h 483"/>
              <a:gd name="GluePoint44X" fmla="*/ 664 w 750"/>
              <a:gd name="GluePoint44Y" fmla="*/ 208 h 483"/>
              <a:gd name="GluePoint45X" fmla="*/ 710 w 750"/>
              <a:gd name="GluePoint45Y" fmla="*/ 149 h 483"/>
              <a:gd name="GluePoint46X" fmla="*/ 697 w 750"/>
              <a:gd name="GluePoint46Y" fmla="*/ 143 h 483"/>
              <a:gd name="GluePoint47X" fmla="*/ 641 w 750"/>
              <a:gd name="GluePoint47Y" fmla="*/ 104 h 483"/>
              <a:gd name="GluePoint48X" fmla="*/ 692 w 750"/>
              <a:gd name="GluePoint48Y" fmla="*/ 96 h 483"/>
              <a:gd name="GluePoint49X" fmla="*/ 709 w 750"/>
              <a:gd name="GluePoint49Y" fmla="*/ 135 h 483"/>
              <a:gd name="GluePoint50X" fmla="*/ 650 w 750"/>
              <a:gd name="GluePoint50Y" fmla="*/ 108 h 483"/>
              <a:gd name="GluePoint51X" fmla="*/ 667 w 750"/>
              <a:gd name="GluePoint51Y" fmla="*/ 97 h 483"/>
              <a:gd name="GluePoint52X" fmla="*/ 718 w 750"/>
              <a:gd name="GluePoint52Y" fmla="*/ 126 h 483"/>
              <a:gd name="GluePoint53X" fmla="*/ 706 w 750"/>
              <a:gd name="GluePoint53Y" fmla="*/ 61 h 483"/>
              <a:gd name="GluePoint54X" fmla="*/ 732 w 750"/>
              <a:gd name="GluePoint54Y" fmla="*/ 81 h 483"/>
              <a:gd name="GluePoint55X" fmla="*/ 669 w 750"/>
              <a:gd name="GluePoint55Y" fmla="*/ 73 h 483"/>
              <a:gd name="GluePoint56X" fmla="*/ 673 w 750"/>
              <a:gd name="GluePoint56Y" fmla="*/ 53 h 483"/>
              <a:gd name="GluePoint57X" fmla="*/ 654 w 750"/>
              <a:gd name="GluePoint57Y" fmla="*/ 62 h 483"/>
              <a:gd name="GluePoint58X" fmla="*/ 698 w 750"/>
              <a:gd name="GluePoint58Y" fmla="*/ 91 h 483"/>
              <a:gd name="GluePoint59X" fmla="*/ 741 w 750"/>
              <a:gd name="GluePoint59Y" fmla="*/ 77 h 483"/>
              <a:gd name="GluePoint60X" fmla="*/ 662 w 750"/>
              <a:gd name="GluePoint60Y" fmla="*/ 9 h 483"/>
            </a:gdLst>
            <a:ahLst/>
            <a:cxnLst/>
            <a:rect l="textAreaLeft" t="textAreaTop" r="textAreaRight" b="textAreaBottom"/>
            <a:pathLst>
              <a:path w="750" h="483">
                <a:moveTo>
                  <a:pt x="265" y="417"/>
                </a:moveTo>
                <a:lnTo>
                  <a:pt x="258" y="417"/>
                </a:lnTo>
                <a:lnTo>
                  <a:pt x="258" y="414"/>
                </a:lnTo>
                <a:lnTo>
                  <a:pt x="257" y="411"/>
                </a:lnTo>
                <a:lnTo>
                  <a:pt x="257" y="408"/>
                </a:lnTo>
                <a:lnTo>
                  <a:pt x="256" y="405"/>
                </a:lnTo>
                <a:lnTo>
                  <a:pt x="255" y="404"/>
                </a:lnTo>
                <a:lnTo>
                  <a:pt x="253" y="403"/>
                </a:lnTo>
                <a:lnTo>
                  <a:pt x="251" y="401"/>
                </a:lnTo>
                <a:lnTo>
                  <a:pt x="249" y="401"/>
                </a:lnTo>
                <a:lnTo>
                  <a:pt x="246" y="401"/>
                </a:lnTo>
                <a:lnTo>
                  <a:pt x="244" y="402"/>
                </a:lnTo>
                <a:lnTo>
                  <a:pt x="241" y="404"/>
                </a:lnTo>
                <a:lnTo>
                  <a:pt x="241" y="405"/>
                </a:lnTo>
                <a:lnTo>
                  <a:pt x="239" y="408"/>
                </a:lnTo>
                <a:lnTo>
                  <a:pt x="238" y="410"/>
                </a:lnTo>
                <a:lnTo>
                  <a:pt x="238" y="414"/>
                </a:lnTo>
                <a:lnTo>
                  <a:pt x="238" y="417"/>
                </a:lnTo>
                <a:lnTo>
                  <a:pt x="238" y="420"/>
                </a:lnTo>
                <a:lnTo>
                  <a:pt x="238" y="421"/>
                </a:lnTo>
                <a:lnTo>
                  <a:pt x="238" y="423"/>
                </a:lnTo>
                <a:lnTo>
                  <a:pt x="239" y="425"/>
                </a:lnTo>
                <a:lnTo>
                  <a:pt x="240" y="426"/>
                </a:lnTo>
                <a:lnTo>
                  <a:pt x="241" y="428"/>
                </a:lnTo>
                <a:lnTo>
                  <a:pt x="242" y="429"/>
                </a:lnTo>
                <a:lnTo>
                  <a:pt x="244" y="430"/>
                </a:lnTo>
                <a:lnTo>
                  <a:pt x="245" y="431"/>
                </a:lnTo>
                <a:lnTo>
                  <a:pt x="249" y="433"/>
                </a:lnTo>
                <a:lnTo>
                  <a:pt x="251" y="434"/>
                </a:lnTo>
                <a:lnTo>
                  <a:pt x="253" y="434"/>
                </a:lnTo>
                <a:lnTo>
                  <a:pt x="257" y="437"/>
                </a:lnTo>
                <a:lnTo>
                  <a:pt x="260" y="439"/>
                </a:lnTo>
                <a:lnTo>
                  <a:pt x="262" y="442"/>
                </a:lnTo>
                <a:lnTo>
                  <a:pt x="264" y="444"/>
                </a:lnTo>
                <a:lnTo>
                  <a:pt x="265" y="447"/>
                </a:lnTo>
                <a:lnTo>
                  <a:pt x="266" y="450"/>
                </a:lnTo>
                <a:lnTo>
                  <a:pt x="267" y="454"/>
                </a:lnTo>
                <a:lnTo>
                  <a:pt x="267" y="458"/>
                </a:lnTo>
                <a:lnTo>
                  <a:pt x="266" y="463"/>
                </a:lnTo>
                <a:lnTo>
                  <a:pt x="265" y="469"/>
                </a:lnTo>
                <a:lnTo>
                  <a:pt x="265" y="471"/>
                </a:lnTo>
                <a:lnTo>
                  <a:pt x="264" y="473"/>
                </a:lnTo>
                <a:lnTo>
                  <a:pt x="263" y="475"/>
                </a:lnTo>
                <a:lnTo>
                  <a:pt x="261" y="477"/>
                </a:lnTo>
                <a:lnTo>
                  <a:pt x="261" y="478"/>
                </a:lnTo>
                <a:lnTo>
                  <a:pt x="259" y="479"/>
                </a:lnTo>
                <a:lnTo>
                  <a:pt x="257" y="481"/>
                </a:lnTo>
                <a:lnTo>
                  <a:pt x="256" y="482"/>
                </a:lnTo>
                <a:lnTo>
                  <a:pt x="254" y="482"/>
                </a:lnTo>
                <a:lnTo>
                  <a:pt x="253" y="483"/>
                </a:lnTo>
                <a:lnTo>
                  <a:pt x="250" y="483"/>
                </a:lnTo>
                <a:lnTo>
                  <a:pt x="248" y="483"/>
                </a:lnTo>
                <a:lnTo>
                  <a:pt x="245" y="483"/>
                </a:lnTo>
                <a:lnTo>
                  <a:pt x="242" y="482"/>
                </a:lnTo>
                <a:lnTo>
                  <a:pt x="240" y="482"/>
                </a:lnTo>
                <a:lnTo>
                  <a:pt x="237" y="481"/>
                </a:lnTo>
                <a:lnTo>
                  <a:pt x="236" y="478"/>
                </a:lnTo>
                <a:lnTo>
                  <a:pt x="234" y="476"/>
                </a:lnTo>
                <a:lnTo>
                  <a:pt x="232" y="474"/>
                </a:lnTo>
                <a:lnTo>
                  <a:pt x="231" y="470"/>
                </a:lnTo>
                <a:lnTo>
                  <a:pt x="231" y="468"/>
                </a:lnTo>
                <a:lnTo>
                  <a:pt x="230" y="464"/>
                </a:lnTo>
                <a:lnTo>
                  <a:pt x="230" y="459"/>
                </a:lnTo>
                <a:lnTo>
                  <a:pt x="230" y="454"/>
                </a:lnTo>
                <a:lnTo>
                  <a:pt x="236" y="454"/>
                </a:lnTo>
                <a:lnTo>
                  <a:pt x="236" y="459"/>
                </a:lnTo>
                <a:lnTo>
                  <a:pt x="236" y="464"/>
                </a:lnTo>
                <a:lnTo>
                  <a:pt x="237" y="467"/>
                </a:lnTo>
                <a:lnTo>
                  <a:pt x="239" y="470"/>
                </a:lnTo>
                <a:lnTo>
                  <a:pt x="240" y="471"/>
                </a:lnTo>
                <a:lnTo>
                  <a:pt x="241" y="473"/>
                </a:lnTo>
                <a:lnTo>
                  <a:pt x="241" y="474"/>
                </a:lnTo>
                <a:lnTo>
                  <a:pt x="243" y="474"/>
                </a:lnTo>
                <a:lnTo>
                  <a:pt x="244" y="474"/>
                </a:lnTo>
                <a:lnTo>
                  <a:pt x="245" y="475"/>
                </a:lnTo>
                <a:lnTo>
                  <a:pt x="247" y="475"/>
                </a:lnTo>
                <a:lnTo>
                  <a:pt x="249" y="475"/>
                </a:lnTo>
                <a:lnTo>
                  <a:pt x="251" y="475"/>
                </a:lnTo>
                <a:lnTo>
                  <a:pt x="253" y="474"/>
                </a:lnTo>
                <a:lnTo>
                  <a:pt x="255" y="473"/>
                </a:lnTo>
                <a:lnTo>
                  <a:pt x="257" y="471"/>
                </a:lnTo>
                <a:lnTo>
                  <a:pt x="258" y="469"/>
                </a:lnTo>
                <a:lnTo>
                  <a:pt x="259" y="466"/>
                </a:lnTo>
                <a:lnTo>
                  <a:pt x="260" y="463"/>
                </a:lnTo>
                <a:lnTo>
                  <a:pt x="260" y="460"/>
                </a:lnTo>
                <a:lnTo>
                  <a:pt x="260" y="457"/>
                </a:lnTo>
                <a:lnTo>
                  <a:pt x="259" y="454"/>
                </a:lnTo>
                <a:lnTo>
                  <a:pt x="258" y="453"/>
                </a:lnTo>
                <a:lnTo>
                  <a:pt x="257" y="450"/>
                </a:lnTo>
                <a:lnTo>
                  <a:pt x="257" y="449"/>
                </a:lnTo>
                <a:lnTo>
                  <a:pt x="255" y="447"/>
                </a:lnTo>
                <a:lnTo>
                  <a:pt x="253" y="446"/>
                </a:lnTo>
                <a:lnTo>
                  <a:pt x="251" y="445"/>
                </a:lnTo>
                <a:lnTo>
                  <a:pt x="251" y="445"/>
                </a:lnTo>
                <a:lnTo>
                  <a:pt x="250" y="444"/>
                </a:lnTo>
                <a:lnTo>
                  <a:pt x="249" y="443"/>
                </a:lnTo>
                <a:lnTo>
                  <a:pt x="246" y="442"/>
                </a:lnTo>
                <a:lnTo>
                  <a:pt x="241" y="439"/>
                </a:lnTo>
                <a:lnTo>
                  <a:pt x="238" y="437"/>
                </a:lnTo>
                <a:lnTo>
                  <a:pt x="236" y="436"/>
                </a:lnTo>
                <a:lnTo>
                  <a:pt x="234" y="434"/>
                </a:lnTo>
                <a:lnTo>
                  <a:pt x="233" y="432"/>
                </a:lnTo>
                <a:lnTo>
                  <a:pt x="232" y="430"/>
                </a:lnTo>
                <a:lnTo>
                  <a:pt x="232" y="427"/>
                </a:lnTo>
                <a:lnTo>
                  <a:pt x="231" y="424"/>
                </a:lnTo>
                <a:lnTo>
                  <a:pt x="231" y="421"/>
                </a:lnTo>
                <a:lnTo>
                  <a:pt x="231" y="417"/>
                </a:lnTo>
                <a:lnTo>
                  <a:pt x="231" y="412"/>
                </a:lnTo>
                <a:lnTo>
                  <a:pt x="232" y="407"/>
                </a:lnTo>
                <a:lnTo>
                  <a:pt x="232" y="405"/>
                </a:lnTo>
                <a:lnTo>
                  <a:pt x="233" y="403"/>
                </a:lnTo>
                <a:lnTo>
                  <a:pt x="234" y="401"/>
                </a:lnTo>
                <a:lnTo>
                  <a:pt x="235" y="399"/>
                </a:lnTo>
                <a:lnTo>
                  <a:pt x="236" y="397"/>
                </a:lnTo>
                <a:lnTo>
                  <a:pt x="237" y="397"/>
                </a:lnTo>
                <a:lnTo>
                  <a:pt x="239" y="395"/>
                </a:lnTo>
                <a:lnTo>
                  <a:pt x="241" y="394"/>
                </a:lnTo>
                <a:lnTo>
                  <a:pt x="242" y="393"/>
                </a:lnTo>
                <a:lnTo>
                  <a:pt x="244" y="393"/>
                </a:lnTo>
                <a:lnTo>
                  <a:pt x="245" y="393"/>
                </a:lnTo>
                <a:lnTo>
                  <a:pt x="248" y="393"/>
                </a:lnTo>
                <a:lnTo>
                  <a:pt x="249" y="393"/>
                </a:lnTo>
                <a:lnTo>
                  <a:pt x="252" y="393"/>
                </a:lnTo>
                <a:lnTo>
                  <a:pt x="253" y="393"/>
                </a:lnTo>
                <a:lnTo>
                  <a:pt x="256" y="394"/>
                </a:lnTo>
                <a:lnTo>
                  <a:pt x="257" y="395"/>
                </a:lnTo>
                <a:lnTo>
                  <a:pt x="258" y="396"/>
                </a:lnTo>
                <a:lnTo>
                  <a:pt x="260" y="397"/>
                </a:lnTo>
                <a:lnTo>
                  <a:pt x="261" y="399"/>
                </a:lnTo>
                <a:lnTo>
                  <a:pt x="262" y="401"/>
                </a:lnTo>
                <a:lnTo>
                  <a:pt x="263" y="403"/>
                </a:lnTo>
                <a:lnTo>
                  <a:pt x="264" y="405"/>
                </a:lnTo>
                <a:lnTo>
                  <a:pt x="264" y="407"/>
                </a:lnTo>
                <a:lnTo>
                  <a:pt x="265" y="412"/>
                </a:lnTo>
                <a:lnTo>
                  <a:pt x="265" y="417"/>
                </a:lnTo>
                <a:lnTo>
                  <a:pt x="265" y="417"/>
                </a:lnTo>
                <a:close/>
                <a:moveTo>
                  <a:pt x="16" y="438"/>
                </a:moveTo>
                <a:lnTo>
                  <a:pt x="18" y="438"/>
                </a:lnTo>
                <a:lnTo>
                  <a:pt x="20" y="438"/>
                </a:lnTo>
                <a:lnTo>
                  <a:pt x="21" y="437"/>
                </a:lnTo>
                <a:lnTo>
                  <a:pt x="23" y="436"/>
                </a:lnTo>
                <a:lnTo>
                  <a:pt x="24" y="435"/>
                </a:lnTo>
                <a:lnTo>
                  <a:pt x="27" y="434"/>
                </a:lnTo>
                <a:lnTo>
                  <a:pt x="28" y="433"/>
                </a:lnTo>
                <a:lnTo>
                  <a:pt x="29" y="431"/>
                </a:lnTo>
                <a:lnTo>
                  <a:pt x="30" y="430"/>
                </a:lnTo>
                <a:lnTo>
                  <a:pt x="32" y="428"/>
                </a:lnTo>
                <a:lnTo>
                  <a:pt x="32" y="425"/>
                </a:lnTo>
                <a:lnTo>
                  <a:pt x="34" y="423"/>
                </a:lnTo>
                <a:lnTo>
                  <a:pt x="58" y="358"/>
                </a:lnTo>
                <a:lnTo>
                  <a:pt x="51" y="355"/>
                </a:lnTo>
                <a:lnTo>
                  <a:pt x="27" y="420"/>
                </a:lnTo>
                <a:lnTo>
                  <a:pt x="25" y="423"/>
                </a:lnTo>
                <a:lnTo>
                  <a:pt x="24" y="425"/>
                </a:lnTo>
                <a:lnTo>
                  <a:pt x="23" y="426"/>
                </a:lnTo>
                <a:lnTo>
                  <a:pt x="20" y="428"/>
                </a:lnTo>
                <a:lnTo>
                  <a:pt x="19" y="429"/>
                </a:lnTo>
                <a:lnTo>
                  <a:pt x="17" y="429"/>
                </a:lnTo>
                <a:lnTo>
                  <a:pt x="15" y="429"/>
                </a:lnTo>
                <a:lnTo>
                  <a:pt x="13" y="428"/>
                </a:lnTo>
                <a:lnTo>
                  <a:pt x="12" y="427"/>
                </a:lnTo>
                <a:lnTo>
                  <a:pt x="10" y="425"/>
                </a:lnTo>
                <a:lnTo>
                  <a:pt x="9" y="424"/>
                </a:lnTo>
                <a:lnTo>
                  <a:pt x="8" y="421"/>
                </a:lnTo>
                <a:lnTo>
                  <a:pt x="8" y="419"/>
                </a:lnTo>
                <a:lnTo>
                  <a:pt x="8" y="417"/>
                </a:lnTo>
                <a:lnTo>
                  <a:pt x="8" y="414"/>
                </a:lnTo>
                <a:lnTo>
                  <a:pt x="8" y="411"/>
                </a:lnTo>
                <a:lnTo>
                  <a:pt x="33" y="346"/>
                </a:lnTo>
                <a:lnTo>
                  <a:pt x="26" y="342"/>
                </a:lnTo>
                <a:lnTo>
                  <a:pt x="2" y="407"/>
                </a:lnTo>
                <a:lnTo>
                  <a:pt x="1" y="410"/>
                </a:lnTo>
                <a:lnTo>
                  <a:pt x="0" y="412"/>
                </a:lnTo>
                <a:lnTo>
                  <a:pt x="0" y="414"/>
                </a:lnTo>
                <a:lnTo>
                  <a:pt x="0" y="417"/>
                </a:lnTo>
                <a:lnTo>
                  <a:pt x="0" y="419"/>
                </a:lnTo>
                <a:lnTo>
                  <a:pt x="0" y="421"/>
                </a:lnTo>
                <a:lnTo>
                  <a:pt x="0" y="423"/>
                </a:lnTo>
                <a:lnTo>
                  <a:pt x="1" y="425"/>
                </a:lnTo>
                <a:lnTo>
                  <a:pt x="3" y="428"/>
                </a:lnTo>
                <a:lnTo>
                  <a:pt x="4" y="430"/>
                </a:lnTo>
                <a:lnTo>
                  <a:pt x="5" y="432"/>
                </a:lnTo>
                <a:lnTo>
                  <a:pt x="7" y="434"/>
                </a:lnTo>
                <a:lnTo>
                  <a:pt x="8" y="435"/>
                </a:lnTo>
                <a:lnTo>
                  <a:pt x="11" y="436"/>
                </a:lnTo>
                <a:lnTo>
                  <a:pt x="14" y="438"/>
                </a:lnTo>
                <a:lnTo>
                  <a:pt x="16" y="438"/>
                </a:lnTo>
                <a:lnTo>
                  <a:pt x="16" y="438"/>
                </a:lnTo>
                <a:close/>
                <a:moveTo>
                  <a:pt x="68" y="458"/>
                </a:moveTo>
                <a:lnTo>
                  <a:pt x="68" y="373"/>
                </a:lnTo>
                <a:lnTo>
                  <a:pt x="44" y="450"/>
                </a:lnTo>
                <a:lnTo>
                  <a:pt x="37" y="447"/>
                </a:lnTo>
                <a:lnTo>
                  <a:pt x="64" y="361"/>
                </a:lnTo>
                <a:lnTo>
                  <a:pt x="75" y="365"/>
                </a:lnTo>
                <a:lnTo>
                  <a:pt x="74" y="435"/>
                </a:lnTo>
                <a:lnTo>
                  <a:pt x="91" y="370"/>
                </a:lnTo>
                <a:lnTo>
                  <a:pt x="98" y="373"/>
                </a:lnTo>
                <a:lnTo>
                  <a:pt x="75" y="460"/>
                </a:lnTo>
                <a:lnTo>
                  <a:pt x="68" y="458"/>
                </a:lnTo>
                <a:lnTo>
                  <a:pt x="68" y="458"/>
                </a:lnTo>
                <a:close/>
                <a:moveTo>
                  <a:pt x="92" y="466"/>
                </a:moveTo>
                <a:lnTo>
                  <a:pt x="111" y="377"/>
                </a:lnTo>
                <a:lnTo>
                  <a:pt x="104" y="375"/>
                </a:lnTo>
                <a:lnTo>
                  <a:pt x="84" y="463"/>
                </a:lnTo>
                <a:lnTo>
                  <a:pt x="92" y="466"/>
                </a:lnTo>
                <a:lnTo>
                  <a:pt x="92" y="466"/>
                </a:lnTo>
                <a:close/>
                <a:moveTo>
                  <a:pt x="124" y="454"/>
                </a:moveTo>
                <a:lnTo>
                  <a:pt x="123" y="381"/>
                </a:lnTo>
                <a:lnTo>
                  <a:pt x="116" y="378"/>
                </a:lnTo>
                <a:lnTo>
                  <a:pt x="117" y="471"/>
                </a:lnTo>
                <a:lnTo>
                  <a:pt x="124" y="474"/>
                </a:lnTo>
                <a:lnTo>
                  <a:pt x="152" y="386"/>
                </a:lnTo>
                <a:lnTo>
                  <a:pt x="144" y="385"/>
                </a:lnTo>
                <a:lnTo>
                  <a:pt x="124" y="454"/>
                </a:lnTo>
                <a:lnTo>
                  <a:pt x="124" y="454"/>
                </a:lnTo>
                <a:close/>
                <a:moveTo>
                  <a:pt x="146" y="477"/>
                </a:moveTo>
                <a:lnTo>
                  <a:pt x="157" y="387"/>
                </a:lnTo>
                <a:lnTo>
                  <a:pt x="187" y="392"/>
                </a:lnTo>
                <a:lnTo>
                  <a:pt x="186" y="401"/>
                </a:lnTo>
                <a:lnTo>
                  <a:pt x="164" y="397"/>
                </a:lnTo>
                <a:lnTo>
                  <a:pt x="160" y="426"/>
                </a:lnTo>
                <a:lnTo>
                  <a:pt x="177" y="429"/>
                </a:lnTo>
                <a:lnTo>
                  <a:pt x="176" y="438"/>
                </a:lnTo>
                <a:lnTo>
                  <a:pt x="160" y="436"/>
                </a:lnTo>
                <a:lnTo>
                  <a:pt x="155" y="469"/>
                </a:lnTo>
                <a:lnTo>
                  <a:pt x="179" y="472"/>
                </a:lnTo>
                <a:lnTo>
                  <a:pt x="177" y="481"/>
                </a:lnTo>
                <a:lnTo>
                  <a:pt x="146" y="477"/>
                </a:lnTo>
                <a:lnTo>
                  <a:pt x="146" y="477"/>
                </a:lnTo>
                <a:close/>
                <a:moveTo>
                  <a:pt x="224" y="483"/>
                </a:moveTo>
                <a:lnTo>
                  <a:pt x="214" y="438"/>
                </a:lnTo>
                <a:lnTo>
                  <a:pt x="216" y="438"/>
                </a:lnTo>
                <a:lnTo>
                  <a:pt x="216" y="437"/>
                </a:lnTo>
                <a:lnTo>
                  <a:pt x="217" y="436"/>
                </a:lnTo>
                <a:lnTo>
                  <a:pt x="219" y="434"/>
                </a:lnTo>
                <a:lnTo>
                  <a:pt x="220" y="432"/>
                </a:lnTo>
                <a:lnTo>
                  <a:pt x="222" y="430"/>
                </a:lnTo>
                <a:lnTo>
                  <a:pt x="223" y="426"/>
                </a:lnTo>
                <a:lnTo>
                  <a:pt x="224" y="423"/>
                </a:lnTo>
                <a:lnTo>
                  <a:pt x="224" y="423"/>
                </a:lnTo>
                <a:lnTo>
                  <a:pt x="224" y="422"/>
                </a:lnTo>
                <a:lnTo>
                  <a:pt x="225" y="420"/>
                </a:lnTo>
                <a:lnTo>
                  <a:pt x="225" y="414"/>
                </a:lnTo>
                <a:lnTo>
                  <a:pt x="225" y="410"/>
                </a:lnTo>
                <a:lnTo>
                  <a:pt x="224" y="407"/>
                </a:lnTo>
                <a:lnTo>
                  <a:pt x="223" y="403"/>
                </a:lnTo>
                <a:lnTo>
                  <a:pt x="221" y="400"/>
                </a:lnTo>
                <a:lnTo>
                  <a:pt x="220" y="398"/>
                </a:lnTo>
                <a:lnTo>
                  <a:pt x="220" y="397"/>
                </a:lnTo>
                <a:lnTo>
                  <a:pt x="218" y="395"/>
                </a:lnTo>
                <a:lnTo>
                  <a:pt x="216" y="394"/>
                </a:lnTo>
                <a:lnTo>
                  <a:pt x="215" y="393"/>
                </a:lnTo>
                <a:lnTo>
                  <a:pt x="213" y="393"/>
                </a:lnTo>
                <a:lnTo>
                  <a:pt x="211" y="392"/>
                </a:lnTo>
                <a:lnTo>
                  <a:pt x="209" y="392"/>
                </a:lnTo>
                <a:lnTo>
                  <a:pt x="193" y="391"/>
                </a:lnTo>
                <a:lnTo>
                  <a:pt x="189" y="482"/>
                </a:lnTo>
                <a:lnTo>
                  <a:pt x="197" y="482"/>
                </a:lnTo>
                <a:lnTo>
                  <a:pt x="199" y="439"/>
                </a:lnTo>
                <a:lnTo>
                  <a:pt x="206" y="440"/>
                </a:lnTo>
                <a:lnTo>
                  <a:pt x="216" y="483"/>
                </a:lnTo>
                <a:lnTo>
                  <a:pt x="224" y="483"/>
                </a:lnTo>
                <a:lnTo>
                  <a:pt x="224" y="483"/>
                </a:lnTo>
                <a:close/>
                <a:moveTo>
                  <a:pt x="199" y="430"/>
                </a:moveTo>
                <a:lnTo>
                  <a:pt x="200" y="401"/>
                </a:lnTo>
                <a:lnTo>
                  <a:pt x="208" y="401"/>
                </a:lnTo>
                <a:lnTo>
                  <a:pt x="209" y="401"/>
                </a:lnTo>
                <a:lnTo>
                  <a:pt x="212" y="402"/>
                </a:lnTo>
                <a:lnTo>
                  <a:pt x="213" y="403"/>
                </a:lnTo>
                <a:lnTo>
                  <a:pt x="214" y="405"/>
                </a:lnTo>
                <a:lnTo>
                  <a:pt x="216" y="407"/>
                </a:lnTo>
                <a:lnTo>
                  <a:pt x="216" y="409"/>
                </a:lnTo>
                <a:lnTo>
                  <a:pt x="216" y="412"/>
                </a:lnTo>
                <a:lnTo>
                  <a:pt x="216" y="415"/>
                </a:lnTo>
                <a:lnTo>
                  <a:pt x="216" y="418"/>
                </a:lnTo>
                <a:lnTo>
                  <a:pt x="216" y="421"/>
                </a:lnTo>
                <a:lnTo>
                  <a:pt x="214" y="425"/>
                </a:lnTo>
                <a:lnTo>
                  <a:pt x="213" y="427"/>
                </a:lnTo>
                <a:lnTo>
                  <a:pt x="212" y="429"/>
                </a:lnTo>
                <a:lnTo>
                  <a:pt x="210" y="430"/>
                </a:lnTo>
                <a:lnTo>
                  <a:pt x="208" y="430"/>
                </a:lnTo>
                <a:lnTo>
                  <a:pt x="206" y="430"/>
                </a:lnTo>
                <a:lnTo>
                  <a:pt x="199" y="430"/>
                </a:lnTo>
                <a:lnTo>
                  <a:pt x="199" y="430"/>
                </a:lnTo>
                <a:close/>
                <a:moveTo>
                  <a:pt x="285" y="481"/>
                </a:moveTo>
                <a:lnTo>
                  <a:pt x="278" y="390"/>
                </a:lnTo>
                <a:lnTo>
                  <a:pt x="270" y="391"/>
                </a:lnTo>
                <a:lnTo>
                  <a:pt x="278" y="482"/>
                </a:lnTo>
                <a:lnTo>
                  <a:pt x="285" y="481"/>
                </a:lnTo>
                <a:lnTo>
                  <a:pt x="285" y="481"/>
                </a:lnTo>
                <a:close/>
                <a:moveTo>
                  <a:pt x="282" y="398"/>
                </a:moveTo>
                <a:lnTo>
                  <a:pt x="282" y="389"/>
                </a:lnTo>
                <a:lnTo>
                  <a:pt x="318" y="385"/>
                </a:lnTo>
                <a:lnTo>
                  <a:pt x="319" y="393"/>
                </a:lnTo>
                <a:lnTo>
                  <a:pt x="305" y="395"/>
                </a:lnTo>
                <a:lnTo>
                  <a:pt x="314" y="477"/>
                </a:lnTo>
                <a:lnTo>
                  <a:pt x="307" y="478"/>
                </a:lnTo>
                <a:lnTo>
                  <a:pt x="297" y="397"/>
                </a:lnTo>
                <a:lnTo>
                  <a:pt x="282" y="398"/>
                </a:lnTo>
                <a:lnTo>
                  <a:pt x="282" y="398"/>
                </a:lnTo>
                <a:close/>
                <a:moveTo>
                  <a:pt x="344" y="428"/>
                </a:moveTo>
                <a:lnTo>
                  <a:pt x="353" y="470"/>
                </a:lnTo>
                <a:lnTo>
                  <a:pt x="361" y="468"/>
                </a:lnTo>
                <a:lnTo>
                  <a:pt x="351" y="426"/>
                </a:lnTo>
                <a:lnTo>
                  <a:pt x="357" y="374"/>
                </a:lnTo>
                <a:lnTo>
                  <a:pt x="350" y="377"/>
                </a:lnTo>
                <a:lnTo>
                  <a:pt x="345" y="416"/>
                </a:lnTo>
                <a:lnTo>
                  <a:pt x="329" y="381"/>
                </a:lnTo>
                <a:lnTo>
                  <a:pt x="322" y="384"/>
                </a:lnTo>
                <a:lnTo>
                  <a:pt x="344" y="428"/>
                </a:lnTo>
                <a:lnTo>
                  <a:pt x="344" y="428"/>
                </a:lnTo>
                <a:close/>
                <a:moveTo>
                  <a:pt x="427" y="446"/>
                </a:moveTo>
                <a:lnTo>
                  <a:pt x="429" y="445"/>
                </a:lnTo>
                <a:lnTo>
                  <a:pt x="431" y="443"/>
                </a:lnTo>
                <a:lnTo>
                  <a:pt x="433" y="442"/>
                </a:lnTo>
                <a:lnTo>
                  <a:pt x="434" y="440"/>
                </a:lnTo>
                <a:lnTo>
                  <a:pt x="436" y="438"/>
                </a:lnTo>
                <a:lnTo>
                  <a:pt x="437" y="436"/>
                </a:lnTo>
                <a:lnTo>
                  <a:pt x="437" y="433"/>
                </a:lnTo>
                <a:lnTo>
                  <a:pt x="437" y="430"/>
                </a:lnTo>
                <a:lnTo>
                  <a:pt x="438" y="427"/>
                </a:lnTo>
                <a:lnTo>
                  <a:pt x="437" y="423"/>
                </a:lnTo>
                <a:lnTo>
                  <a:pt x="437" y="419"/>
                </a:lnTo>
                <a:lnTo>
                  <a:pt x="436" y="414"/>
                </a:lnTo>
                <a:lnTo>
                  <a:pt x="433" y="403"/>
                </a:lnTo>
                <a:lnTo>
                  <a:pt x="431" y="393"/>
                </a:lnTo>
                <a:lnTo>
                  <a:pt x="429" y="388"/>
                </a:lnTo>
                <a:lnTo>
                  <a:pt x="427" y="383"/>
                </a:lnTo>
                <a:lnTo>
                  <a:pt x="425" y="379"/>
                </a:lnTo>
                <a:lnTo>
                  <a:pt x="423" y="374"/>
                </a:lnTo>
                <a:lnTo>
                  <a:pt x="421" y="370"/>
                </a:lnTo>
                <a:lnTo>
                  <a:pt x="419" y="367"/>
                </a:lnTo>
                <a:lnTo>
                  <a:pt x="417" y="364"/>
                </a:lnTo>
                <a:lnTo>
                  <a:pt x="415" y="362"/>
                </a:lnTo>
                <a:lnTo>
                  <a:pt x="413" y="360"/>
                </a:lnTo>
                <a:lnTo>
                  <a:pt x="411" y="359"/>
                </a:lnTo>
                <a:lnTo>
                  <a:pt x="409" y="358"/>
                </a:lnTo>
                <a:lnTo>
                  <a:pt x="407" y="357"/>
                </a:lnTo>
                <a:lnTo>
                  <a:pt x="405" y="357"/>
                </a:lnTo>
                <a:lnTo>
                  <a:pt x="403" y="357"/>
                </a:lnTo>
                <a:lnTo>
                  <a:pt x="401" y="357"/>
                </a:lnTo>
                <a:lnTo>
                  <a:pt x="398" y="358"/>
                </a:lnTo>
                <a:lnTo>
                  <a:pt x="396" y="360"/>
                </a:lnTo>
                <a:lnTo>
                  <a:pt x="394" y="361"/>
                </a:lnTo>
                <a:lnTo>
                  <a:pt x="393" y="362"/>
                </a:lnTo>
                <a:lnTo>
                  <a:pt x="391" y="364"/>
                </a:lnTo>
                <a:lnTo>
                  <a:pt x="390" y="366"/>
                </a:lnTo>
                <a:lnTo>
                  <a:pt x="389" y="369"/>
                </a:lnTo>
                <a:lnTo>
                  <a:pt x="388" y="371"/>
                </a:lnTo>
                <a:lnTo>
                  <a:pt x="388" y="374"/>
                </a:lnTo>
                <a:lnTo>
                  <a:pt x="388" y="377"/>
                </a:lnTo>
                <a:lnTo>
                  <a:pt x="388" y="381"/>
                </a:lnTo>
                <a:lnTo>
                  <a:pt x="389" y="385"/>
                </a:lnTo>
                <a:lnTo>
                  <a:pt x="389" y="389"/>
                </a:lnTo>
                <a:lnTo>
                  <a:pt x="392" y="399"/>
                </a:lnTo>
                <a:lnTo>
                  <a:pt x="395" y="409"/>
                </a:lnTo>
                <a:lnTo>
                  <a:pt x="398" y="419"/>
                </a:lnTo>
                <a:lnTo>
                  <a:pt x="402" y="429"/>
                </a:lnTo>
                <a:lnTo>
                  <a:pt x="405" y="433"/>
                </a:lnTo>
                <a:lnTo>
                  <a:pt x="407" y="437"/>
                </a:lnTo>
                <a:lnTo>
                  <a:pt x="409" y="440"/>
                </a:lnTo>
                <a:lnTo>
                  <a:pt x="410" y="442"/>
                </a:lnTo>
                <a:lnTo>
                  <a:pt x="413" y="444"/>
                </a:lnTo>
                <a:lnTo>
                  <a:pt x="414" y="446"/>
                </a:lnTo>
                <a:lnTo>
                  <a:pt x="416" y="446"/>
                </a:lnTo>
                <a:lnTo>
                  <a:pt x="418" y="447"/>
                </a:lnTo>
                <a:lnTo>
                  <a:pt x="421" y="447"/>
                </a:lnTo>
                <a:lnTo>
                  <a:pt x="423" y="447"/>
                </a:lnTo>
                <a:lnTo>
                  <a:pt x="425" y="446"/>
                </a:lnTo>
                <a:lnTo>
                  <a:pt x="427" y="446"/>
                </a:lnTo>
                <a:lnTo>
                  <a:pt x="427" y="446"/>
                </a:lnTo>
                <a:close/>
                <a:moveTo>
                  <a:pt x="425" y="438"/>
                </a:moveTo>
                <a:lnTo>
                  <a:pt x="422" y="438"/>
                </a:lnTo>
                <a:lnTo>
                  <a:pt x="421" y="438"/>
                </a:lnTo>
                <a:lnTo>
                  <a:pt x="419" y="438"/>
                </a:lnTo>
                <a:lnTo>
                  <a:pt x="417" y="438"/>
                </a:lnTo>
                <a:lnTo>
                  <a:pt x="417" y="437"/>
                </a:lnTo>
                <a:lnTo>
                  <a:pt x="416" y="436"/>
                </a:lnTo>
                <a:lnTo>
                  <a:pt x="414" y="434"/>
                </a:lnTo>
                <a:lnTo>
                  <a:pt x="413" y="432"/>
                </a:lnTo>
                <a:lnTo>
                  <a:pt x="411" y="430"/>
                </a:lnTo>
                <a:lnTo>
                  <a:pt x="410" y="427"/>
                </a:lnTo>
                <a:lnTo>
                  <a:pt x="408" y="423"/>
                </a:lnTo>
                <a:lnTo>
                  <a:pt x="405" y="417"/>
                </a:lnTo>
                <a:lnTo>
                  <a:pt x="404" y="411"/>
                </a:lnTo>
                <a:lnTo>
                  <a:pt x="401" y="405"/>
                </a:lnTo>
                <a:lnTo>
                  <a:pt x="400" y="401"/>
                </a:lnTo>
                <a:lnTo>
                  <a:pt x="398" y="395"/>
                </a:lnTo>
                <a:lnTo>
                  <a:pt x="397" y="389"/>
                </a:lnTo>
                <a:lnTo>
                  <a:pt x="396" y="386"/>
                </a:lnTo>
                <a:lnTo>
                  <a:pt x="396" y="382"/>
                </a:lnTo>
                <a:lnTo>
                  <a:pt x="395" y="380"/>
                </a:lnTo>
                <a:lnTo>
                  <a:pt x="395" y="377"/>
                </a:lnTo>
                <a:lnTo>
                  <a:pt x="396" y="375"/>
                </a:lnTo>
                <a:lnTo>
                  <a:pt x="396" y="373"/>
                </a:lnTo>
                <a:lnTo>
                  <a:pt x="396" y="372"/>
                </a:lnTo>
                <a:lnTo>
                  <a:pt x="397" y="370"/>
                </a:lnTo>
                <a:lnTo>
                  <a:pt x="397" y="369"/>
                </a:lnTo>
                <a:lnTo>
                  <a:pt x="399" y="368"/>
                </a:lnTo>
                <a:lnTo>
                  <a:pt x="401" y="366"/>
                </a:lnTo>
                <a:lnTo>
                  <a:pt x="403" y="365"/>
                </a:lnTo>
                <a:lnTo>
                  <a:pt x="405" y="365"/>
                </a:lnTo>
                <a:lnTo>
                  <a:pt x="407" y="366"/>
                </a:lnTo>
                <a:lnTo>
                  <a:pt x="408" y="367"/>
                </a:lnTo>
                <a:lnTo>
                  <a:pt x="409" y="368"/>
                </a:lnTo>
                <a:lnTo>
                  <a:pt x="410" y="369"/>
                </a:lnTo>
                <a:lnTo>
                  <a:pt x="412" y="370"/>
                </a:lnTo>
                <a:lnTo>
                  <a:pt x="413" y="372"/>
                </a:lnTo>
                <a:lnTo>
                  <a:pt x="414" y="374"/>
                </a:lnTo>
                <a:lnTo>
                  <a:pt x="416" y="377"/>
                </a:lnTo>
                <a:lnTo>
                  <a:pt x="417" y="381"/>
                </a:lnTo>
                <a:lnTo>
                  <a:pt x="420" y="385"/>
                </a:lnTo>
                <a:lnTo>
                  <a:pt x="421" y="391"/>
                </a:lnTo>
                <a:lnTo>
                  <a:pt x="423" y="396"/>
                </a:lnTo>
                <a:lnTo>
                  <a:pt x="425" y="401"/>
                </a:lnTo>
                <a:lnTo>
                  <a:pt x="427" y="408"/>
                </a:lnTo>
                <a:lnTo>
                  <a:pt x="429" y="414"/>
                </a:lnTo>
                <a:lnTo>
                  <a:pt x="429" y="418"/>
                </a:lnTo>
                <a:lnTo>
                  <a:pt x="430" y="421"/>
                </a:lnTo>
                <a:lnTo>
                  <a:pt x="430" y="425"/>
                </a:lnTo>
                <a:lnTo>
                  <a:pt x="430" y="427"/>
                </a:lnTo>
                <a:lnTo>
                  <a:pt x="430" y="429"/>
                </a:lnTo>
                <a:lnTo>
                  <a:pt x="430" y="431"/>
                </a:lnTo>
                <a:lnTo>
                  <a:pt x="429" y="433"/>
                </a:lnTo>
                <a:lnTo>
                  <a:pt x="429" y="434"/>
                </a:lnTo>
                <a:lnTo>
                  <a:pt x="429" y="435"/>
                </a:lnTo>
                <a:lnTo>
                  <a:pt x="427" y="437"/>
                </a:lnTo>
                <a:lnTo>
                  <a:pt x="425" y="438"/>
                </a:lnTo>
                <a:lnTo>
                  <a:pt x="425" y="438"/>
                </a:lnTo>
                <a:close/>
                <a:moveTo>
                  <a:pt x="454" y="434"/>
                </a:moveTo>
                <a:lnTo>
                  <a:pt x="421" y="349"/>
                </a:lnTo>
                <a:lnTo>
                  <a:pt x="448" y="334"/>
                </a:lnTo>
                <a:lnTo>
                  <a:pt x="452" y="343"/>
                </a:lnTo>
                <a:lnTo>
                  <a:pt x="431" y="353"/>
                </a:lnTo>
                <a:lnTo>
                  <a:pt x="441" y="377"/>
                </a:lnTo>
                <a:lnTo>
                  <a:pt x="459" y="367"/>
                </a:lnTo>
                <a:lnTo>
                  <a:pt x="462" y="375"/>
                </a:lnTo>
                <a:lnTo>
                  <a:pt x="444" y="385"/>
                </a:lnTo>
                <a:lnTo>
                  <a:pt x="461" y="430"/>
                </a:lnTo>
                <a:lnTo>
                  <a:pt x="454" y="434"/>
                </a:lnTo>
                <a:lnTo>
                  <a:pt x="454" y="434"/>
                </a:lnTo>
                <a:close/>
                <a:moveTo>
                  <a:pt x="471" y="330"/>
                </a:moveTo>
                <a:lnTo>
                  <a:pt x="484" y="321"/>
                </a:lnTo>
                <a:lnTo>
                  <a:pt x="526" y="392"/>
                </a:lnTo>
                <a:lnTo>
                  <a:pt x="533" y="388"/>
                </a:lnTo>
                <a:lnTo>
                  <a:pt x="490" y="317"/>
                </a:lnTo>
                <a:lnTo>
                  <a:pt x="503" y="308"/>
                </a:lnTo>
                <a:lnTo>
                  <a:pt x="498" y="301"/>
                </a:lnTo>
                <a:lnTo>
                  <a:pt x="466" y="323"/>
                </a:lnTo>
                <a:lnTo>
                  <a:pt x="471" y="330"/>
                </a:lnTo>
                <a:lnTo>
                  <a:pt x="471" y="330"/>
                </a:lnTo>
                <a:close/>
                <a:moveTo>
                  <a:pt x="551" y="375"/>
                </a:moveTo>
                <a:lnTo>
                  <a:pt x="503" y="297"/>
                </a:lnTo>
                <a:lnTo>
                  <a:pt x="527" y="277"/>
                </a:lnTo>
                <a:lnTo>
                  <a:pt x="532" y="284"/>
                </a:lnTo>
                <a:lnTo>
                  <a:pt x="514" y="299"/>
                </a:lnTo>
                <a:lnTo>
                  <a:pt x="529" y="324"/>
                </a:lnTo>
                <a:lnTo>
                  <a:pt x="542" y="312"/>
                </a:lnTo>
                <a:lnTo>
                  <a:pt x="547" y="319"/>
                </a:lnTo>
                <a:lnTo>
                  <a:pt x="533" y="331"/>
                </a:lnTo>
                <a:lnTo>
                  <a:pt x="553" y="363"/>
                </a:lnTo>
                <a:lnTo>
                  <a:pt x="572" y="346"/>
                </a:lnTo>
                <a:lnTo>
                  <a:pt x="576" y="353"/>
                </a:lnTo>
                <a:lnTo>
                  <a:pt x="551" y="375"/>
                </a:lnTo>
                <a:lnTo>
                  <a:pt x="551" y="375"/>
                </a:lnTo>
                <a:close/>
                <a:moveTo>
                  <a:pt x="588" y="306"/>
                </a:moveTo>
                <a:lnTo>
                  <a:pt x="591" y="311"/>
                </a:lnTo>
                <a:lnTo>
                  <a:pt x="593" y="315"/>
                </a:lnTo>
                <a:lnTo>
                  <a:pt x="595" y="319"/>
                </a:lnTo>
                <a:lnTo>
                  <a:pt x="595" y="321"/>
                </a:lnTo>
                <a:lnTo>
                  <a:pt x="595" y="324"/>
                </a:lnTo>
                <a:lnTo>
                  <a:pt x="595" y="326"/>
                </a:lnTo>
                <a:lnTo>
                  <a:pt x="594" y="328"/>
                </a:lnTo>
                <a:lnTo>
                  <a:pt x="593" y="329"/>
                </a:lnTo>
                <a:lnTo>
                  <a:pt x="590" y="330"/>
                </a:lnTo>
                <a:lnTo>
                  <a:pt x="589" y="332"/>
                </a:lnTo>
                <a:lnTo>
                  <a:pt x="588" y="332"/>
                </a:lnTo>
                <a:lnTo>
                  <a:pt x="586" y="332"/>
                </a:lnTo>
                <a:lnTo>
                  <a:pt x="585" y="331"/>
                </a:lnTo>
                <a:lnTo>
                  <a:pt x="583" y="330"/>
                </a:lnTo>
                <a:lnTo>
                  <a:pt x="581" y="330"/>
                </a:lnTo>
                <a:lnTo>
                  <a:pt x="580" y="329"/>
                </a:lnTo>
                <a:lnTo>
                  <a:pt x="577" y="327"/>
                </a:lnTo>
                <a:lnTo>
                  <a:pt x="575" y="325"/>
                </a:lnTo>
                <a:lnTo>
                  <a:pt x="573" y="322"/>
                </a:lnTo>
                <a:lnTo>
                  <a:pt x="569" y="317"/>
                </a:lnTo>
                <a:lnTo>
                  <a:pt x="565" y="313"/>
                </a:lnTo>
                <a:lnTo>
                  <a:pt x="561" y="309"/>
                </a:lnTo>
                <a:lnTo>
                  <a:pt x="557" y="304"/>
                </a:lnTo>
                <a:lnTo>
                  <a:pt x="553" y="298"/>
                </a:lnTo>
                <a:lnTo>
                  <a:pt x="550" y="293"/>
                </a:lnTo>
                <a:lnTo>
                  <a:pt x="548" y="289"/>
                </a:lnTo>
                <a:lnTo>
                  <a:pt x="546" y="286"/>
                </a:lnTo>
                <a:lnTo>
                  <a:pt x="545" y="283"/>
                </a:lnTo>
                <a:lnTo>
                  <a:pt x="545" y="281"/>
                </a:lnTo>
                <a:lnTo>
                  <a:pt x="544" y="279"/>
                </a:lnTo>
                <a:lnTo>
                  <a:pt x="544" y="277"/>
                </a:lnTo>
                <a:lnTo>
                  <a:pt x="544" y="275"/>
                </a:lnTo>
                <a:lnTo>
                  <a:pt x="544" y="274"/>
                </a:lnTo>
                <a:lnTo>
                  <a:pt x="544" y="273"/>
                </a:lnTo>
                <a:lnTo>
                  <a:pt x="545" y="270"/>
                </a:lnTo>
                <a:lnTo>
                  <a:pt x="546" y="269"/>
                </a:lnTo>
                <a:lnTo>
                  <a:pt x="548" y="268"/>
                </a:lnTo>
                <a:lnTo>
                  <a:pt x="549" y="266"/>
                </a:lnTo>
                <a:lnTo>
                  <a:pt x="551" y="265"/>
                </a:lnTo>
                <a:lnTo>
                  <a:pt x="553" y="266"/>
                </a:lnTo>
                <a:lnTo>
                  <a:pt x="555" y="267"/>
                </a:lnTo>
                <a:lnTo>
                  <a:pt x="557" y="269"/>
                </a:lnTo>
                <a:lnTo>
                  <a:pt x="561" y="271"/>
                </a:lnTo>
                <a:lnTo>
                  <a:pt x="564" y="275"/>
                </a:lnTo>
                <a:lnTo>
                  <a:pt x="569" y="269"/>
                </a:lnTo>
                <a:lnTo>
                  <a:pt x="565" y="265"/>
                </a:lnTo>
                <a:lnTo>
                  <a:pt x="562" y="261"/>
                </a:lnTo>
                <a:lnTo>
                  <a:pt x="560" y="260"/>
                </a:lnTo>
                <a:lnTo>
                  <a:pt x="558" y="259"/>
                </a:lnTo>
                <a:lnTo>
                  <a:pt x="557" y="258"/>
                </a:lnTo>
                <a:lnTo>
                  <a:pt x="555" y="257"/>
                </a:lnTo>
                <a:lnTo>
                  <a:pt x="553" y="257"/>
                </a:lnTo>
                <a:lnTo>
                  <a:pt x="551" y="257"/>
                </a:lnTo>
                <a:lnTo>
                  <a:pt x="549" y="257"/>
                </a:lnTo>
                <a:lnTo>
                  <a:pt x="548" y="258"/>
                </a:lnTo>
                <a:lnTo>
                  <a:pt x="546" y="258"/>
                </a:lnTo>
                <a:lnTo>
                  <a:pt x="545" y="260"/>
                </a:lnTo>
                <a:lnTo>
                  <a:pt x="543" y="261"/>
                </a:lnTo>
                <a:lnTo>
                  <a:pt x="541" y="262"/>
                </a:lnTo>
                <a:lnTo>
                  <a:pt x="540" y="264"/>
                </a:lnTo>
                <a:lnTo>
                  <a:pt x="538" y="266"/>
                </a:lnTo>
                <a:lnTo>
                  <a:pt x="537" y="269"/>
                </a:lnTo>
                <a:lnTo>
                  <a:pt x="537" y="271"/>
                </a:lnTo>
                <a:lnTo>
                  <a:pt x="537" y="273"/>
                </a:lnTo>
                <a:lnTo>
                  <a:pt x="536" y="276"/>
                </a:lnTo>
                <a:lnTo>
                  <a:pt x="536" y="278"/>
                </a:lnTo>
                <a:lnTo>
                  <a:pt x="537" y="281"/>
                </a:lnTo>
                <a:lnTo>
                  <a:pt x="537" y="284"/>
                </a:lnTo>
                <a:lnTo>
                  <a:pt x="539" y="288"/>
                </a:lnTo>
                <a:lnTo>
                  <a:pt x="541" y="292"/>
                </a:lnTo>
                <a:lnTo>
                  <a:pt x="544" y="297"/>
                </a:lnTo>
                <a:lnTo>
                  <a:pt x="546" y="301"/>
                </a:lnTo>
                <a:lnTo>
                  <a:pt x="549" y="305"/>
                </a:lnTo>
                <a:lnTo>
                  <a:pt x="552" y="310"/>
                </a:lnTo>
                <a:lnTo>
                  <a:pt x="555" y="314"/>
                </a:lnTo>
                <a:lnTo>
                  <a:pt x="562" y="322"/>
                </a:lnTo>
                <a:lnTo>
                  <a:pt x="569" y="329"/>
                </a:lnTo>
                <a:lnTo>
                  <a:pt x="572" y="333"/>
                </a:lnTo>
                <a:lnTo>
                  <a:pt x="575" y="336"/>
                </a:lnTo>
                <a:lnTo>
                  <a:pt x="578" y="338"/>
                </a:lnTo>
                <a:lnTo>
                  <a:pt x="581" y="339"/>
                </a:lnTo>
                <a:lnTo>
                  <a:pt x="583" y="340"/>
                </a:lnTo>
                <a:lnTo>
                  <a:pt x="585" y="341"/>
                </a:lnTo>
                <a:lnTo>
                  <a:pt x="587" y="341"/>
                </a:lnTo>
                <a:lnTo>
                  <a:pt x="589" y="340"/>
                </a:lnTo>
                <a:lnTo>
                  <a:pt x="592" y="340"/>
                </a:lnTo>
                <a:lnTo>
                  <a:pt x="593" y="338"/>
                </a:lnTo>
                <a:lnTo>
                  <a:pt x="596" y="337"/>
                </a:lnTo>
                <a:lnTo>
                  <a:pt x="597" y="336"/>
                </a:lnTo>
                <a:lnTo>
                  <a:pt x="599" y="334"/>
                </a:lnTo>
                <a:lnTo>
                  <a:pt x="600" y="333"/>
                </a:lnTo>
                <a:lnTo>
                  <a:pt x="601" y="330"/>
                </a:lnTo>
                <a:lnTo>
                  <a:pt x="601" y="329"/>
                </a:lnTo>
                <a:lnTo>
                  <a:pt x="602" y="327"/>
                </a:lnTo>
                <a:lnTo>
                  <a:pt x="603" y="325"/>
                </a:lnTo>
                <a:lnTo>
                  <a:pt x="603" y="322"/>
                </a:lnTo>
                <a:lnTo>
                  <a:pt x="603" y="321"/>
                </a:lnTo>
                <a:lnTo>
                  <a:pt x="602" y="318"/>
                </a:lnTo>
                <a:lnTo>
                  <a:pt x="601" y="316"/>
                </a:lnTo>
                <a:lnTo>
                  <a:pt x="601" y="313"/>
                </a:lnTo>
                <a:lnTo>
                  <a:pt x="600" y="311"/>
                </a:lnTo>
                <a:lnTo>
                  <a:pt x="597" y="306"/>
                </a:lnTo>
                <a:lnTo>
                  <a:pt x="593" y="301"/>
                </a:lnTo>
                <a:lnTo>
                  <a:pt x="588" y="306"/>
                </a:lnTo>
                <a:lnTo>
                  <a:pt x="588" y="306"/>
                </a:lnTo>
                <a:close/>
                <a:moveTo>
                  <a:pt x="642" y="284"/>
                </a:moveTo>
                <a:lnTo>
                  <a:pt x="579" y="218"/>
                </a:lnTo>
                <a:lnTo>
                  <a:pt x="573" y="225"/>
                </a:lnTo>
                <a:lnTo>
                  <a:pt x="603" y="253"/>
                </a:lnTo>
                <a:lnTo>
                  <a:pt x="589" y="271"/>
                </a:lnTo>
                <a:lnTo>
                  <a:pt x="560" y="241"/>
                </a:lnTo>
                <a:lnTo>
                  <a:pt x="555" y="248"/>
                </a:lnTo>
                <a:lnTo>
                  <a:pt x="617" y="313"/>
                </a:lnTo>
                <a:lnTo>
                  <a:pt x="622" y="307"/>
                </a:lnTo>
                <a:lnTo>
                  <a:pt x="594" y="277"/>
                </a:lnTo>
                <a:lnTo>
                  <a:pt x="609" y="260"/>
                </a:lnTo>
                <a:lnTo>
                  <a:pt x="637" y="290"/>
                </a:lnTo>
                <a:lnTo>
                  <a:pt x="642" y="284"/>
                </a:lnTo>
                <a:lnTo>
                  <a:pt x="642" y="284"/>
                </a:lnTo>
                <a:close/>
                <a:moveTo>
                  <a:pt x="668" y="249"/>
                </a:moveTo>
                <a:lnTo>
                  <a:pt x="596" y="215"/>
                </a:lnTo>
                <a:lnTo>
                  <a:pt x="654" y="268"/>
                </a:lnTo>
                <a:lnTo>
                  <a:pt x="650" y="274"/>
                </a:lnTo>
                <a:lnTo>
                  <a:pt x="582" y="213"/>
                </a:lnTo>
                <a:lnTo>
                  <a:pt x="589" y="202"/>
                </a:lnTo>
                <a:lnTo>
                  <a:pt x="650" y="233"/>
                </a:lnTo>
                <a:lnTo>
                  <a:pt x="600" y="188"/>
                </a:lnTo>
                <a:lnTo>
                  <a:pt x="604" y="181"/>
                </a:lnTo>
                <a:lnTo>
                  <a:pt x="673" y="241"/>
                </a:lnTo>
                <a:lnTo>
                  <a:pt x="668" y="249"/>
                </a:lnTo>
                <a:lnTo>
                  <a:pt x="668" y="249"/>
                </a:lnTo>
                <a:close/>
                <a:moveTo>
                  <a:pt x="690" y="213"/>
                </a:moveTo>
                <a:lnTo>
                  <a:pt x="689" y="215"/>
                </a:lnTo>
                <a:lnTo>
                  <a:pt x="687" y="217"/>
                </a:lnTo>
                <a:lnTo>
                  <a:pt x="686" y="219"/>
                </a:lnTo>
                <a:lnTo>
                  <a:pt x="683" y="220"/>
                </a:lnTo>
                <a:lnTo>
                  <a:pt x="682" y="221"/>
                </a:lnTo>
                <a:lnTo>
                  <a:pt x="679" y="221"/>
                </a:lnTo>
                <a:lnTo>
                  <a:pt x="678" y="222"/>
                </a:lnTo>
                <a:lnTo>
                  <a:pt x="675" y="222"/>
                </a:lnTo>
                <a:lnTo>
                  <a:pt x="672" y="221"/>
                </a:lnTo>
                <a:lnTo>
                  <a:pt x="668" y="220"/>
                </a:lnTo>
                <a:lnTo>
                  <a:pt x="665" y="218"/>
                </a:lnTo>
                <a:lnTo>
                  <a:pt x="660" y="216"/>
                </a:lnTo>
                <a:lnTo>
                  <a:pt x="650" y="210"/>
                </a:lnTo>
                <a:lnTo>
                  <a:pt x="642" y="205"/>
                </a:lnTo>
                <a:lnTo>
                  <a:pt x="638" y="202"/>
                </a:lnTo>
                <a:lnTo>
                  <a:pt x="634" y="199"/>
                </a:lnTo>
                <a:lnTo>
                  <a:pt x="630" y="195"/>
                </a:lnTo>
                <a:lnTo>
                  <a:pt x="626" y="192"/>
                </a:lnTo>
                <a:lnTo>
                  <a:pt x="622" y="189"/>
                </a:lnTo>
                <a:lnTo>
                  <a:pt x="619" y="185"/>
                </a:lnTo>
                <a:lnTo>
                  <a:pt x="617" y="182"/>
                </a:lnTo>
                <a:lnTo>
                  <a:pt x="615" y="179"/>
                </a:lnTo>
                <a:lnTo>
                  <a:pt x="614" y="177"/>
                </a:lnTo>
                <a:lnTo>
                  <a:pt x="613" y="174"/>
                </a:lnTo>
                <a:lnTo>
                  <a:pt x="613" y="172"/>
                </a:lnTo>
                <a:lnTo>
                  <a:pt x="613" y="169"/>
                </a:lnTo>
                <a:lnTo>
                  <a:pt x="613" y="167"/>
                </a:lnTo>
                <a:lnTo>
                  <a:pt x="613" y="165"/>
                </a:lnTo>
                <a:lnTo>
                  <a:pt x="614" y="162"/>
                </a:lnTo>
                <a:lnTo>
                  <a:pt x="615" y="160"/>
                </a:lnTo>
                <a:lnTo>
                  <a:pt x="616" y="157"/>
                </a:lnTo>
                <a:lnTo>
                  <a:pt x="618" y="156"/>
                </a:lnTo>
                <a:lnTo>
                  <a:pt x="620" y="153"/>
                </a:lnTo>
                <a:lnTo>
                  <a:pt x="622" y="153"/>
                </a:lnTo>
                <a:lnTo>
                  <a:pt x="623" y="151"/>
                </a:lnTo>
                <a:lnTo>
                  <a:pt x="626" y="151"/>
                </a:lnTo>
                <a:lnTo>
                  <a:pt x="627" y="151"/>
                </a:lnTo>
                <a:lnTo>
                  <a:pt x="630" y="151"/>
                </a:lnTo>
                <a:lnTo>
                  <a:pt x="633" y="151"/>
                </a:lnTo>
                <a:lnTo>
                  <a:pt x="637" y="153"/>
                </a:lnTo>
                <a:lnTo>
                  <a:pt x="640" y="154"/>
                </a:lnTo>
                <a:lnTo>
                  <a:pt x="644" y="157"/>
                </a:lnTo>
                <a:lnTo>
                  <a:pt x="654" y="161"/>
                </a:lnTo>
                <a:lnTo>
                  <a:pt x="662" y="167"/>
                </a:lnTo>
                <a:lnTo>
                  <a:pt x="670" y="173"/>
                </a:lnTo>
                <a:lnTo>
                  <a:pt x="678" y="181"/>
                </a:lnTo>
                <a:lnTo>
                  <a:pt x="682" y="184"/>
                </a:lnTo>
                <a:lnTo>
                  <a:pt x="686" y="188"/>
                </a:lnTo>
                <a:lnTo>
                  <a:pt x="688" y="190"/>
                </a:lnTo>
                <a:lnTo>
                  <a:pt x="690" y="193"/>
                </a:lnTo>
                <a:lnTo>
                  <a:pt x="691" y="196"/>
                </a:lnTo>
                <a:lnTo>
                  <a:pt x="692" y="198"/>
                </a:lnTo>
                <a:lnTo>
                  <a:pt x="692" y="201"/>
                </a:lnTo>
                <a:lnTo>
                  <a:pt x="692" y="203"/>
                </a:lnTo>
                <a:lnTo>
                  <a:pt x="692" y="205"/>
                </a:lnTo>
                <a:lnTo>
                  <a:pt x="692" y="208"/>
                </a:lnTo>
                <a:lnTo>
                  <a:pt x="691" y="210"/>
                </a:lnTo>
                <a:lnTo>
                  <a:pt x="690" y="213"/>
                </a:lnTo>
                <a:lnTo>
                  <a:pt x="690" y="213"/>
                </a:lnTo>
                <a:close/>
                <a:moveTo>
                  <a:pt x="684" y="209"/>
                </a:moveTo>
                <a:lnTo>
                  <a:pt x="685" y="206"/>
                </a:lnTo>
                <a:lnTo>
                  <a:pt x="685" y="204"/>
                </a:lnTo>
                <a:lnTo>
                  <a:pt x="685" y="202"/>
                </a:lnTo>
                <a:lnTo>
                  <a:pt x="685" y="201"/>
                </a:lnTo>
                <a:lnTo>
                  <a:pt x="684" y="199"/>
                </a:lnTo>
                <a:lnTo>
                  <a:pt x="683" y="197"/>
                </a:lnTo>
                <a:lnTo>
                  <a:pt x="682" y="196"/>
                </a:lnTo>
                <a:lnTo>
                  <a:pt x="681" y="193"/>
                </a:lnTo>
                <a:lnTo>
                  <a:pt x="679" y="192"/>
                </a:lnTo>
                <a:lnTo>
                  <a:pt x="678" y="189"/>
                </a:lnTo>
                <a:lnTo>
                  <a:pt x="674" y="186"/>
                </a:lnTo>
                <a:lnTo>
                  <a:pt x="668" y="182"/>
                </a:lnTo>
                <a:lnTo>
                  <a:pt x="662" y="178"/>
                </a:lnTo>
                <a:lnTo>
                  <a:pt x="658" y="175"/>
                </a:lnTo>
                <a:lnTo>
                  <a:pt x="654" y="171"/>
                </a:lnTo>
                <a:lnTo>
                  <a:pt x="648" y="168"/>
                </a:lnTo>
                <a:lnTo>
                  <a:pt x="642" y="164"/>
                </a:lnTo>
                <a:lnTo>
                  <a:pt x="638" y="162"/>
                </a:lnTo>
                <a:lnTo>
                  <a:pt x="636" y="161"/>
                </a:lnTo>
                <a:lnTo>
                  <a:pt x="634" y="160"/>
                </a:lnTo>
                <a:lnTo>
                  <a:pt x="632" y="160"/>
                </a:lnTo>
                <a:lnTo>
                  <a:pt x="630" y="159"/>
                </a:lnTo>
                <a:lnTo>
                  <a:pt x="628" y="159"/>
                </a:lnTo>
                <a:lnTo>
                  <a:pt x="627" y="160"/>
                </a:lnTo>
                <a:lnTo>
                  <a:pt x="626" y="160"/>
                </a:lnTo>
                <a:lnTo>
                  <a:pt x="625" y="161"/>
                </a:lnTo>
                <a:lnTo>
                  <a:pt x="623" y="162"/>
                </a:lnTo>
                <a:lnTo>
                  <a:pt x="622" y="164"/>
                </a:lnTo>
                <a:lnTo>
                  <a:pt x="620" y="166"/>
                </a:lnTo>
                <a:lnTo>
                  <a:pt x="620" y="169"/>
                </a:lnTo>
                <a:lnTo>
                  <a:pt x="620" y="170"/>
                </a:lnTo>
                <a:lnTo>
                  <a:pt x="620" y="172"/>
                </a:lnTo>
                <a:lnTo>
                  <a:pt x="621" y="173"/>
                </a:lnTo>
                <a:lnTo>
                  <a:pt x="622" y="175"/>
                </a:lnTo>
                <a:lnTo>
                  <a:pt x="622" y="177"/>
                </a:lnTo>
                <a:lnTo>
                  <a:pt x="624" y="178"/>
                </a:lnTo>
                <a:lnTo>
                  <a:pt x="626" y="181"/>
                </a:lnTo>
                <a:lnTo>
                  <a:pt x="627" y="183"/>
                </a:lnTo>
                <a:lnTo>
                  <a:pt x="631" y="186"/>
                </a:lnTo>
                <a:lnTo>
                  <a:pt x="636" y="189"/>
                </a:lnTo>
                <a:lnTo>
                  <a:pt x="642" y="194"/>
                </a:lnTo>
                <a:lnTo>
                  <a:pt x="646" y="197"/>
                </a:lnTo>
                <a:lnTo>
                  <a:pt x="650" y="201"/>
                </a:lnTo>
                <a:lnTo>
                  <a:pt x="655" y="204"/>
                </a:lnTo>
                <a:lnTo>
                  <a:pt x="660" y="206"/>
                </a:lnTo>
                <a:lnTo>
                  <a:pt x="664" y="208"/>
                </a:lnTo>
                <a:lnTo>
                  <a:pt x="666" y="209"/>
                </a:lnTo>
                <a:lnTo>
                  <a:pt x="670" y="211"/>
                </a:lnTo>
                <a:lnTo>
                  <a:pt x="673" y="213"/>
                </a:lnTo>
                <a:lnTo>
                  <a:pt x="675" y="213"/>
                </a:lnTo>
                <a:lnTo>
                  <a:pt x="677" y="213"/>
                </a:lnTo>
                <a:lnTo>
                  <a:pt x="678" y="213"/>
                </a:lnTo>
                <a:lnTo>
                  <a:pt x="679" y="213"/>
                </a:lnTo>
                <a:lnTo>
                  <a:pt x="681" y="212"/>
                </a:lnTo>
                <a:lnTo>
                  <a:pt x="682" y="210"/>
                </a:lnTo>
                <a:lnTo>
                  <a:pt x="684" y="209"/>
                </a:lnTo>
                <a:lnTo>
                  <a:pt x="684" y="209"/>
                </a:lnTo>
                <a:close/>
                <a:moveTo>
                  <a:pt x="630" y="130"/>
                </a:moveTo>
                <a:lnTo>
                  <a:pt x="626" y="137"/>
                </a:lnTo>
                <a:lnTo>
                  <a:pt x="705" y="183"/>
                </a:lnTo>
                <a:lnTo>
                  <a:pt x="718" y="153"/>
                </a:lnTo>
                <a:lnTo>
                  <a:pt x="710" y="149"/>
                </a:lnTo>
                <a:lnTo>
                  <a:pt x="701" y="171"/>
                </a:lnTo>
                <a:lnTo>
                  <a:pt x="630" y="130"/>
                </a:lnTo>
                <a:lnTo>
                  <a:pt x="630" y="130"/>
                </a:lnTo>
                <a:close/>
                <a:moveTo>
                  <a:pt x="726" y="133"/>
                </a:moveTo>
                <a:lnTo>
                  <a:pt x="725" y="135"/>
                </a:lnTo>
                <a:lnTo>
                  <a:pt x="723" y="137"/>
                </a:lnTo>
                <a:lnTo>
                  <a:pt x="722" y="139"/>
                </a:lnTo>
                <a:lnTo>
                  <a:pt x="720" y="141"/>
                </a:lnTo>
                <a:lnTo>
                  <a:pt x="718" y="141"/>
                </a:lnTo>
                <a:lnTo>
                  <a:pt x="715" y="142"/>
                </a:lnTo>
                <a:lnTo>
                  <a:pt x="713" y="143"/>
                </a:lnTo>
                <a:lnTo>
                  <a:pt x="710" y="144"/>
                </a:lnTo>
                <a:lnTo>
                  <a:pt x="707" y="144"/>
                </a:lnTo>
                <a:lnTo>
                  <a:pt x="704" y="144"/>
                </a:lnTo>
                <a:lnTo>
                  <a:pt x="701" y="143"/>
                </a:lnTo>
                <a:lnTo>
                  <a:pt x="697" y="143"/>
                </a:lnTo>
                <a:lnTo>
                  <a:pt x="692" y="141"/>
                </a:lnTo>
                <a:lnTo>
                  <a:pt x="688" y="141"/>
                </a:lnTo>
                <a:lnTo>
                  <a:pt x="684" y="139"/>
                </a:lnTo>
                <a:lnTo>
                  <a:pt x="679" y="137"/>
                </a:lnTo>
                <a:lnTo>
                  <a:pt x="670" y="133"/>
                </a:lnTo>
                <a:lnTo>
                  <a:pt x="661" y="129"/>
                </a:lnTo>
                <a:lnTo>
                  <a:pt x="656" y="126"/>
                </a:lnTo>
                <a:lnTo>
                  <a:pt x="652" y="124"/>
                </a:lnTo>
                <a:lnTo>
                  <a:pt x="649" y="121"/>
                </a:lnTo>
                <a:lnTo>
                  <a:pt x="647" y="119"/>
                </a:lnTo>
                <a:lnTo>
                  <a:pt x="646" y="117"/>
                </a:lnTo>
                <a:lnTo>
                  <a:pt x="644" y="114"/>
                </a:lnTo>
                <a:lnTo>
                  <a:pt x="642" y="112"/>
                </a:lnTo>
                <a:lnTo>
                  <a:pt x="642" y="109"/>
                </a:lnTo>
                <a:lnTo>
                  <a:pt x="641" y="106"/>
                </a:lnTo>
                <a:lnTo>
                  <a:pt x="641" y="104"/>
                </a:lnTo>
                <a:lnTo>
                  <a:pt x="641" y="101"/>
                </a:lnTo>
                <a:lnTo>
                  <a:pt x="642" y="98"/>
                </a:lnTo>
                <a:lnTo>
                  <a:pt x="642" y="96"/>
                </a:lnTo>
                <a:lnTo>
                  <a:pt x="644" y="93"/>
                </a:lnTo>
                <a:lnTo>
                  <a:pt x="646" y="92"/>
                </a:lnTo>
                <a:lnTo>
                  <a:pt x="647" y="90"/>
                </a:lnTo>
                <a:lnTo>
                  <a:pt x="650" y="89"/>
                </a:lnTo>
                <a:lnTo>
                  <a:pt x="651" y="88"/>
                </a:lnTo>
                <a:lnTo>
                  <a:pt x="654" y="88"/>
                </a:lnTo>
                <a:lnTo>
                  <a:pt x="657" y="87"/>
                </a:lnTo>
                <a:lnTo>
                  <a:pt x="659" y="87"/>
                </a:lnTo>
                <a:lnTo>
                  <a:pt x="663" y="87"/>
                </a:lnTo>
                <a:lnTo>
                  <a:pt x="667" y="88"/>
                </a:lnTo>
                <a:lnTo>
                  <a:pt x="672" y="89"/>
                </a:lnTo>
                <a:lnTo>
                  <a:pt x="682" y="92"/>
                </a:lnTo>
                <a:lnTo>
                  <a:pt x="692" y="96"/>
                </a:lnTo>
                <a:lnTo>
                  <a:pt x="701" y="100"/>
                </a:lnTo>
                <a:lnTo>
                  <a:pt x="709" y="104"/>
                </a:lnTo>
                <a:lnTo>
                  <a:pt x="712" y="105"/>
                </a:lnTo>
                <a:lnTo>
                  <a:pt x="715" y="108"/>
                </a:lnTo>
                <a:lnTo>
                  <a:pt x="718" y="110"/>
                </a:lnTo>
                <a:lnTo>
                  <a:pt x="720" y="112"/>
                </a:lnTo>
                <a:lnTo>
                  <a:pt x="722" y="114"/>
                </a:lnTo>
                <a:lnTo>
                  <a:pt x="723" y="117"/>
                </a:lnTo>
                <a:lnTo>
                  <a:pt x="724" y="119"/>
                </a:lnTo>
                <a:lnTo>
                  <a:pt x="726" y="122"/>
                </a:lnTo>
                <a:lnTo>
                  <a:pt x="726" y="125"/>
                </a:lnTo>
                <a:lnTo>
                  <a:pt x="726" y="127"/>
                </a:lnTo>
                <a:lnTo>
                  <a:pt x="726" y="130"/>
                </a:lnTo>
                <a:lnTo>
                  <a:pt x="726" y="133"/>
                </a:lnTo>
                <a:lnTo>
                  <a:pt x="726" y="133"/>
                </a:lnTo>
                <a:close/>
                <a:moveTo>
                  <a:pt x="709" y="135"/>
                </a:moveTo>
                <a:lnTo>
                  <a:pt x="707" y="135"/>
                </a:lnTo>
                <a:lnTo>
                  <a:pt x="705" y="135"/>
                </a:lnTo>
                <a:lnTo>
                  <a:pt x="702" y="135"/>
                </a:lnTo>
                <a:lnTo>
                  <a:pt x="700" y="134"/>
                </a:lnTo>
                <a:lnTo>
                  <a:pt x="696" y="134"/>
                </a:lnTo>
                <a:lnTo>
                  <a:pt x="691" y="133"/>
                </a:lnTo>
                <a:lnTo>
                  <a:pt x="686" y="131"/>
                </a:lnTo>
                <a:lnTo>
                  <a:pt x="682" y="129"/>
                </a:lnTo>
                <a:lnTo>
                  <a:pt x="677" y="127"/>
                </a:lnTo>
                <a:lnTo>
                  <a:pt x="670" y="125"/>
                </a:lnTo>
                <a:lnTo>
                  <a:pt x="664" y="121"/>
                </a:lnTo>
                <a:lnTo>
                  <a:pt x="660" y="119"/>
                </a:lnTo>
                <a:lnTo>
                  <a:pt x="655" y="116"/>
                </a:lnTo>
                <a:lnTo>
                  <a:pt x="653" y="113"/>
                </a:lnTo>
                <a:lnTo>
                  <a:pt x="650" y="110"/>
                </a:lnTo>
                <a:lnTo>
                  <a:pt x="650" y="108"/>
                </a:lnTo>
                <a:lnTo>
                  <a:pt x="649" y="106"/>
                </a:lnTo>
                <a:lnTo>
                  <a:pt x="649" y="105"/>
                </a:lnTo>
                <a:lnTo>
                  <a:pt x="649" y="104"/>
                </a:lnTo>
                <a:lnTo>
                  <a:pt x="649" y="102"/>
                </a:lnTo>
                <a:lnTo>
                  <a:pt x="650" y="101"/>
                </a:lnTo>
                <a:lnTo>
                  <a:pt x="650" y="101"/>
                </a:lnTo>
                <a:lnTo>
                  <a:pt x="650" y="99"/>
                </a:lnTo>
                <a:lnTo>
                  <a:pt x="651" y="98"/>
                </a:lnTo>
                <a:lnTo>
                  <a:pt x="653" y="97"/>
                </a:lnTo>
                <a:lnTo>
                  <a:pt x="654" y="97"/>
                </a:lnTo>
                <a:lnTo>
                  <a:pt x="656" y="96"/>
                </a:lnTo>
                <a:lnTo>
                  <a:pt x="658" y="96"/>
                </a:lnTo>
                <a:lnTo>
                  <a:pt x="660" y="95"/>
                </a:lnTo>
                <a:lnTo>
                  <a:pt x="662" y="95"/>
                </a:lnTo>
                <a:lnTo>
                  <a:pt x="664" y="96"/>
                </a:lnTo>
                <a:lnTo>
                  <a:pt x="667" y="97"/>
                </a:lnTo>
                <a:lnTo>
                  <a:pt x="671" y="97"/>
                </a:lnTo>
                <a:lnTo>
                  <a:pt x="678" y="100"/>
                </a:lnTo>
                <a:lnTo>
                  <a:pt x="684" y="102"/>
                </a:lnTo>
                <a:lnTo>
                  <a:pt x="690" y="104"/>
                </a:lnTo>
                <a:lnTo>
                  <a:pt x="694" y="106"/>
                </a:lnTo>
                <a:lnTo>
                  <a:pt x="699" y="108"/>
                </a:lnTo>
                <a:lnTo>
                  <a:pt x="703" y="110"/>
                </a:lnTo>
                <a:lnTo>
                  <a:pt x="706" y="112"/>
                </a:lnTo>
                <a:lnTo>
                  <a:pt x="711" y="115"/>
                </a:lnTo>
                <a:lnTo>
                  <a:pt x="714" y="117"/>
                </a:lnTo>
                <a:lnTo>
                  <a:pt x="715" y="119"/>
                </a:lnTo>
                <a:lnTo>
                  <a:pt x="716" y="121"/>
                </a:lnTo>
                <a:lnTo>
                  <a:pt x="718" y="121"/>
                </a:lnTo>
                <a:lnTo>
                  <a:pt x="718" y="123"/>
                </a:lnTo>
                <a:lnTo>
                  <a:pt x="718" y="125"/>
                </a:lnTo>
                <a:lnTo>
                  <a:pt x="718" y="126"/>
                </a:lnTo>
                <a:lnTo>
                  <a:pt x="719" y="127"/>
                </a:lnTo>
                <a:lnTo>
                  <a:pt x="718" y="129"/>
                </a:lnTo>
                <a:lnTo>
                  <a:pt x="718" y="129"/>
                </a:lnTo>
                <a:lnTo>
                  <a:pt x="718" y="131"/>
                </a:lnTo>
                <a:lnTo>
                  <a:pt x="717" y="132"/>
                </a:lnTo>
                <a:lnTo>
                  <a:pt x="716" y="133"/>
                </a:lnTo>
                <a:lnTo>
                  <a:pt x="714" y="133"/>
                </a:lnTo>
                <a:lnTo>
                  <a:pt x="713" y="134"/>
                </a:lnTo>
                <a:lnTo>
                  <a:pt x="710" y="135"/>
                </a:lnTo>
                <a:lnTo>
                  <a:pt x="709" y="135"/>
                </a:lnTo>
                <a:lnTo>
                  <a:pt x="709" y="135"/>
                </a:lnTo>
                <a:close/>
                <a:moveTo>
                  <a:pt x="745" y="59"/>
                </a:moveTo>
                <a:lnTo>
                  <a:pt x="701" y="49"/>
                </a:lnTo>
                <a:lnTo>
                  <a:pt x="698" y="69"/>
                </a:lnTo>
                <a:lnTo>
                  <a:pt x="705" y="71"/>
                </a:lnTo>
                <a:lnTo>
                  <a:pt x="706" y="61"/>
                </a:lnTo>
                <a:lnTo>
                  <a:pt x="710" y="61"/>
                </a:lnTo>
                <a:lnTo>
                  <a:pt x="716" y="62"/>
                </a:lnTo>
                <a:lnTo>
                  <a:pt x="721" y="63"/>
                </a:lnTo>
                <a:lnTo>
                  <a:pt x="724" y="64"/>
                </a:lnTo>
                <a:lnTo>
                  <a:pt x="727" y="65"/>
                </a:lnTo>
                <a:lnTo>
                  <a:pt x="730" y="67"/>
                </a:lnTo>
                <a:lnTo>
                  <a:pt x="731" y="68"/>
                </a:lnTo>
                <a:lnTo>
                  <a:pt x="732" y="69"/>
                </a:lnTo>
                <a:lnTo>
                  <a:pt x="733" y="69"/>
                </a:lnTo>
                <a:lnTo>
                  <a:pt x="733" y="71"/>
                </a:lnTo>
                <a:lnTo>
                  <a:pt x="734" y="72"/>
                </a:lnTo>
                <a:lnTo>
                  <a:pt x="734" y="73"/>
                </a:lnTo>
                <a:lnTo>
                  <a:pt x="734" y="75"/>
                </a:lnTo>
                <a:lnTo>
                  <a:pt x="734" y="77"/>
                </a:lnTo>
                <a:lnTo>
                  <a:pt x="733" y="79"/>
                </a:lnTo>
                <a:lnTo>
                  <a:pt x="732" y="81"/>
                </a:lnTo>
                <a:lnTo>
                  <a:pt x="731" y="82"/>
                </a:lnTo>
                <a:lnTo>
                  <a:pt x="730" y="82"/>
                </a:lnTo>
                <a:lnTo>
                  <a:pt x="729" y="83"/>
                </a:lnTo>
                <a:lnTo>
                  <a:pt x="727" y="84"/>
                </a:lnTo>
                <a:lnTo>
                  <a:pt x="724" y="84"/>
                </a:lnTo>
                <a:lnTo>
                  <a:pt x="722" y="85"/>
                </a:lnTo>
                <a:lnTo>
                  <a:pt x="718" y="85"/>
                </a:lnTo>
                <a:lnTo>
                  <a:pt x="714" y="85"/>
                </a:lnTo>
                <a:lnTo>
                  <a:pt x="707" y="84"/>
                </a:lnTo>
                <a:lnTo>
                  <a:pt x="700" y="83"/>
                </a:lnTo>
                <a:lnTo>
                  <a:pt x="692" y="81"/>
                </a:lnTo>
                <a:lnTo>
                  <a:pt x="685" y="80"/>
                </a:lnTo>
                <a:lnTo>
                  <a:pt x="679" y="77"/>
                </a:lnTo>
                <a:lnTo>
                  <a:pt x="674" y="75"/>
                </a:lnTo>
                <a:lnTo>
                  <a:pt x="671" y="74"/>
                </a:lnTo>
                <a:lnTo>
                  <a:pt x="669" y="73"/>
                </a:lnTo>
                <a:lnTo>
                  <a:pt x="667" y="72"/>
                </a:lnTo>
                <a:lnTo>
                  <a:pt x="666" y="71"/>
                </a:lnTo>
                <a:lnTo>
                  <a:pt x="665" y="69"/>
                </a:lnTo>
                <a:lnTo>
                  <a:pt x="664" y="68"/>
                </a:lnTo>
                <a:lnTo>
                  <a:pt x="663" y="67"/>
                </a:lnTo>
                <a:lnTo>
                  <a:pt x="662" y="65"/>
                </a:lnTo>
                <a:lnTo>
                  <a:pt x="662" y="64"/>
                </a:lnTo>
                <a:lnTo>
                  <a:pt x="662" y="62"/>
                </a:lnTo>
                <a:lnTo>
                  <a:pt x="662" y="61"/>
                </a:lnTo>
                <a:lnTo>
                  <a:pt x="662" y="59"/>
                </a:lnTo>
                <a:lnTo>
                  <a:pt x="663" y="57"/>
                </a:lnTo>
                <a:lnTo>
                  <a:pt x="665" y="56"/>
                </a:lnTo>
                <a:lnTo>
                  <a:pt x="666" y="55"/>
                </a:lnTo>
                <a:lnTo>
                  <a:pt x="668" y="54"/>
                </a:lnTo>
                <a:lnTo>
                  <a:pt x="670" y="53"/>
                </a:lnTo>
                <a:lnTo>
                  <a:pt x="673" y="53"/>
                </a:lnTo>
                <a:lnTo>
                  <a:pt x="676" y="54"/>
                </a:lnTo>
                <a:lnTo>
                  <a:pt x="679" y="54"/>
                </a:lnTo>
                <a:lnTo>
                  <a:pt x="681" y="46"/>
                </a:lnTo>
                <a:lnTo>
                  <a:pt x="677" y="45"/>
                </a:lnTo>
                <a:lnTo>
                  <a:pt x="673" y="45"/>
                </a:lnTo>
                <a:lnTo>
                  <a:pt x="669" y="45"/>
                </a:lnTo>
                <a:lnTo>
                  <a:pt x="665" y="46"/>
                </a:lnTo>
                <a:lnTo>
                  <a:pt x="662" y="47"/>
                </a:lnTo>
                <a:lnTo>
                  <a:pt x="661" y="48"/>
                </a:lnTo>
                <a:lnTo>
                  <a:pt x="659" y="49"/>
                </a:lnTo>
                <a:lnTo>
                  <a:pt x="657" y="51"/>
                </a:lnTo>
                <a:lnTo>
                  <a:pt x="655" y="53"/>
                </a:lnTo>
                <a:lnTo>
                  <a:pt x="654" y="56"/>
                </a:lnTo>
                <a:lnTo>
                  <a:pt x="654" y="57"/>
                </a:lnTo>
                <a:lnTo>
                  <a:pt x="654" y="60"/>
                </a:lnTo>
                <a:lnTo>
                  <a:pt x="654" y="62"/>
                </a:lnTo>
                <a:lnTo>
                  <a:pt x="654" y="65"/>
                </a:lnTo>
                <a:lnTo>
                  <a:pt x="654" y="67"/>
                </a:lnTo>
                <a:lnTo>
                  <a:pt x="655" y="69"/>
                </a:lnTo>
                <a:lnTo>
                  <a:pt x="656" y="72"/>
                </a:lnTo>
                <a:lnTo>
                  <a:pt x="657" y="74"/>
                </a:lnTo>
                <a:lnTo>
                  <a:pt x="659" y="76"/>
                </a:lnTo>
                <a:lnTo>
                  <a:pt x="661" y="77"/>
                </a:lnTo>
                <a:lnTo>
                  <a:pt x="663" y="80"/>
                </a:lnTo>
                <a:lnTo>
                  <a:pt x="666" y="81"/>
                </a:lnTo>
                <a:lnTo>
                  <a:pt x="670" y="83"/>
                </a:lnTo>
                <a:lnTo>
                  <a:pt x="674" y="85"/>
                </a:lnTo>
                <a:lnTo>
                  <a:pt x="678" y="86"/>
                </a:lnTo>
                <a:lnTo>
                  <a:pt x="683" y="88"/>
                </a:lnTo>
                <a:lnTo>
                  <a:pt x="689" y="89"/>
                </a:lnTo>
                <a:lnTo>
                  <a:pt x="694" y="90"/>
                </a:lnTo>
                <a:lnTo>
                  <a:pt x="698" y="91"/>
                </a:lnTo>
                <a:lnTo>
                  <a:pt x="703" y="92"/>
                </a:lnTo>
                <a:lnTo>
                  <a:pt x="709" y="93"/>
                </a:lnTo>
                <a:lnTo>
                  <a:pt x="713" y="93"/>
                </a:lnTo>
                <a:lnTo>
                  <a:pt x="718" y="93"/>
                </a:lnTo>
                <a:lnTo>
                  <a:pt x="722" y="93"/>
                </a:lnTo>
                <a:lnTo>
                  <a:pt x="726" y="93"/>
                </a:lnTo>
                <a:lnTo>
                  <a:pt x="729" y="92"/>
                </a:lnTo>
                <a:lnTo>
                  <a:pt x="731" y="91"/>
                </a:lnTo>
                <a:lnTo>
                  <a:pt x="733" y="90"/>
                </a:lnTo>
                <a:lnTo>
                  <a:pt x="735" y="89"/>
                </a:lnTo>
                <a:lnTo>
                  <a:pt x="737" y="88"/>
                </a:lnTo>
                <a:lnTo>
                  <a:pt x="738" y="86"/>
                </a:lnTo>
                <a:lnTo>
                  <a:pt x="739" y="84"/>
                </a:lnTo>
                <a:lnTo>
                  <a:pt x="740" y="82"/>
                </a:lnTo>
                <a:lnTo>
                  <a:pt x="741" y="79"/>
                </a:lnTo>
                <a:lnTo>
                  <a:pt x="741" y="77"/>
                </a:lnTo>
                <a:lnTo>
                  <a:pt x="741" y="75"/>
                </a:lnTo>
                <a:lnTo>
                  <a:pt x="741" y="73"/>
                </a:lnTo>
                <a:lnTo>
                  <a:pt x="741" y="71"/>
                </a:lnTo>
                <a:lnTo>
                  <a:pt x="740" y="69"/>
                </a:lnTo>
                <a:lnTo>
                  <a:pt x="739" y="68"/>
                </a:lnTo>
                <a:lnTo>
                  <a:pt x="738" y="66"/>
                </a:lnTo>
                <a:lnTo>
                  <a:pt x="738" y="65"/>
                </a:lnTo>
                <a:lnTo>
                  <a:pt x="743" y="66"/>
                </a:lnTo>
                <a:lnTo>
                  <a:pt x="745" y="59"/>
                </a:lnTo>
                <a:lnTo>
                  <a:pt x="745" y="59"/>
                </a:lnTo>
                <a:close/>
                <a:moveTo>
                  <a:pt x="707" y="32"/>
                </a:moveTo>
                <a:lnTo>
                  <a:pt x="748" y="39"/>
                </a:lnTo>
                <a:lnTo>
                  <a:pt x="750" y="30"/>
                </a:lnTo>
                <a:lnTo>
                  <a:pt x="708" y="23"/>
                </a:lnTo>
                <a:lnTo>
                  <a:pt x="663" y="0"/>
                </a:lnTo>
                <a:lnTo>
                  <a:pt x="662" y="9"/>
                </a:lnTo>
                <a:lnTo>
                  <a:pt x="698" y="26"/>
                </a:lnTo>
                <a:lnTo>
                  <a:pt x="658" y="33"/>
                </a:lnTo>
                <a:lnTo>
                  <a:pt x="657" y="42"/>
                </a:lnTo>
                <a:lnTo>
                  <a:pt x="707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00" name="íṥḻîḋè">
            <a:extLst>
              <a:ext uri="{FF2B5EF4-FFF2-40B4-BE49-F238E27FC236}">
                <a16:creationId xmlns:a16="http://schemas.microsoft.com/office/drawing/2014/main" id="{3938EA3C-CEFB-444E-9992-800D217BFF9D}"/>
              </a:ext>
            </a:extLst>
          </p:cNvPr>
          <p:cNvSpPr>
            <a:spLocks noGrp="1"/>
          </p:cNvSpPr>
          <p:nvPr/>
        </p:nvSpPr>
        <p:spPr>
          <a:xfrm>
            <a:off x="692280" y="788400"/>
            <a:ext cx="66600" cy="100800"/>
          </a:xfrm>
          <a:custGeom>
            <a:avLst/>
            <a:gdLst>
              <a:gd name="textAreaLeft" fmla="*/ 0 w 66600"/>
              <a:gd name="textAreaRight" fmla="*/ 66960 w 66600"/>
              <a:gd name="textAreaTop" fmla="*/ 0 h 100800"/>
              <a:gd name="textAreaBottom" fmla="*/ 101160 h 100800"/>
              <a:gd name="GluePoint1X" fmla="*/ 85 w 153"/>
              <a:gd name="GluePoint1Y" fmla="*/ 34 h 232"/>
              <a:gd name="GluePoint2X" fmla="*/ 90 w 153"/>
              <a:gd name="GluePoint2Y" fmla="*/ 26 h 232"/>
              <a:gd name="GluePoint3X" fmla="*/ 90 w 153"/>
              <a:gd name="GluePoint3Y" fmla="*/ 13 h 232"/>
              <a:gd name="GluePoint4X" fmla="*/ 86 w 153"/>
              <a:gd name="GluePoint4Y" fmla="*/ 5 h 232"/>
              <a:gd name="GluePoint5X" fmla="*/ 78 w 153"/>
              <a:gd name="GluePoint5Y" fmla="*/ 0 h 232"/>
              <a:gd name="GluePoint6X" fmla="*/ 58 w 153"/>
              <a:gd name="GluePoint6Y" fmla="*/ 4 h 232"/>
              <a:gd name="GluePoint7X" fmla="*/ 38 w 153"/>
              <a:gd name="GluePoint7Y" fmla="*/ 22 h 232"/>
              <a:gd name="GluePoint8X" fmla="*/ 21 w 153"/>
              <a:gd name="GluePoint8Y" fmla="*/ 38 h 232"/>
              <a:gd name="GluePoint9X" fmla="*/ 10 w 153"/>
              <a:gd name="GluePoint9Y" fmla="*/ 36 h 232"/>
              <a:gd name="GluePoint10X" fmla="*/ 7 w 153"/>
              <a:gd name="GluePoint10Y" fmla="*/ 27 h 232"/>
              <a:gd name="GluePoint11X" fmla="*/ 14 w 153"/>
              <a:gd name="GluePoint11Y" fmla="*/ 18 h 232"/>
              <a:gd name="GluePoint12X" fmla="*/ 15 w 153"/>
              <a:gd name="GluePoint12Y" fmla="*/ 9 h 232"/>
              <a:gd name="GluePoint13X" fmla="*/ 3 w 153"/>
              <a:gd name="GluePoint13Y" fmla="*/ 16 h 232"/>
              <a:gd name="GluePoint14X" fmla="*/ 1 w 153"/>
              <a:gd name="GluePoint14Y" fmla="*/ 31 h 232"/>
              <a:gd name="GluePoint15X" fmla="*/ 4 w 153"/>
              <a:gd name="GluePoint15Y" fmla="*/ 40 h 232"/>
              <a:gd name="GluePoint16X" fmla="*/ 14 w 153"/>
              <a:gd name="GluePoint16Y" fmla="*/ 46 h 232"/>
              <a:gd name="GluePoint17X" fmla="*/ 28 w 153"/>
              <a:gd name="GluePoint17Y" fmla="*/ 45 h 232"/>
              <a:gd name="GluePoint18X" fmla="*/ 39 w 153"/>
              <a:gd name="GluePoint18Y" fmla="*/ 33 h 232"/>
              <a:gd name="GluePoint19X" fmla="*/ 62 w 153"/>
              <a:gd name="GluePoint19Y" fmla="*/ 9 h 232"/>
              <a:gd name="GluePoint20X" fmla="*/ 74 w 153"/>
              <a:gd name="GluePoint20Y" fmla="*/ 7 h 232"/>
              <a:gd name="GluePoint21X" fmla="*/ 82 w 153"/>
              <a:gd name="GluePoint21Y" fmla="*/ 13 h 232"/>
              <a:gd name="GluePoint22X" fmla="*/ 83 w 153"/>
              <a:gd name="GluePoint22Y" fmla="*/ 23 h 232"/>
              <a:gd name="GluePoint23X" fmla="*/ 77 w 153"/>
              <a:gd name="GluePoint23Y" fmla="*/ 29 h 232"/>
              <a:gd name="GluePoint24X" fmla="*/ 73 w 153"/>
              <a:gd name="GluePoint24Y" fmla="*/ 39 h 232"/>
              <a:gd name="GluePoint25X" fmla="*/ 9 w 153"/>
              <a:gd name="GluePoint25Y" fmla="*/ 69 h 232"/>
              <a:gd name="GluePoint26X" fmla="*/ 17 w 153"/>
              <a:gd name="GluePoint26Y" fmla="*/ 60 h 232"/>
              <a:gd name="GluePoint27X" fmla="*/ 36 w 153"/>
              <a:gd name="GluePoint27Y" fmla="*/ 52 h 232"/>
              <a:gd name="GluePoint28X" fmla="*/ 71 w 153"/>
              <a:gd name="GluePoint28Y" fmla="*/ 44 h 232"/>
              <a:gd name="GluePoint29X" fmla="*/ 91 w 153"/>
              <a:gd name="GluePoint29Y" fmla="*/ 47 h 232"/>
              <a:gd name="GluePoint30X" fmla="*/ 98 w 153"/>
              <a:gd name="GluePoint30Y" fmla="*/ 56 h 232"/>
              <a:gd name="GluePoint31X" fmla="*/ 98 w 153"/>
              <a:gd name="GluePoint31Y" fmla="*/ 67 h 232"/>
              <a:gd name="GluePoint32X" fmla="*/ 90 w 153"/>
              <a:gd name="GluePoint32Y" fmla="*/ 76 h 232"/>
              <a:gd name="GluePoint33X" fmla="*/ 68 w 153"/>
              <a:gd name="GluePoint33Y" fmla="*/ 85 h 232"/>
              <a:gd name="GluePoint34X" fmla="*/ 42 w 153"/>
              <a:gd name="GluePoint34Y" fmla="*/ 90 h 232"/>
              <a:gd name="GluePoint35X" fmla="*/ 20 w 153"/>
              <a:gd name="GluePoint35Y" fmla="*/ 91 h 232"/>
              <a:gd name="GluePoint36X" fmla="*/ 11 w 153"/>
              <a:gd name="GluePoint36Y" fmla="*/ 84 h 232"/>
              <a:gd name="GluePoint37X" fmla="*/ 16 w 153"/>
              <a:gd name="GluePoint37Y" fmla="*/ 76 h 232"/>
              <a:gd name="GluePoint38X" fmla="*/ 21 w 153"/>
              <a:gd name="GluePoint38Y" fmla="*/ 82 h 232"/>
              <a:gd name="GluePoint39X" fmla="*/ 31 w 153"/>
              <a:gd name="GluePoint39Y" fmla="*/ 84 h 232"/>
              <a:gd name="GluePoint40X" fmla="*/ 62 w 153"/>
              <a:gd name="GluePoint40Y" fmla="*/ 77 h 232"/>
              <a:gd name="GluePoint41X" fmla="*/ 84 w 153"/>
              <a:gd name="GluePoint41Y" fmla="*/ 70 h 232"/>
              <a:gd name="GluePoint42X" fmla="*/ 90 w 153"/>
              <a:gd name="GluePoint42Y" fmla="*/ 64 h 232"/>
              <a:gd name="GluePoint43X" fmla="*/ 89 w 153"/>
              <a:gd name="GluePoint43Y" fmla="*/ 56 h 232"/>
              <a:gd name="GluePoint44X" fmla="*/ 82 w 153"/>
              <a:gd name="GluePoint44Y" fmla="*/ 52 h 232"/>
              <a:gd name="GluePoint45X" fmla="*/ 64 w 153"/>
              <a:gd name="GluePoint45Y" fmla="*/ 53 h 232"/>
              <a:gd name="GluePoint46X" fmla="*/ 32 w 153"/>
              <a:gd name="GluePoint46Y" fmla="*/ 61 h 232"/>
              <a:gd name="GluePoint47X" fmla="*/ 19 w 153"/>
              <a:gd name="GluePoint47Y" fmla="*/ 68 h 232"/>
              <a:gd name="GluePoint48X" fmla="*/ 15 w 153"/>
              <a:gd name="GluePoint48Y" fmla="*/ 75 h 232"/>
              <a:gd name="GluePoint49X" fmla="*/ 26 w 153"/>
              <a:gd name="GluePoint49Y" fmla="*/ 135 h 232"/>
              <a:gd name="GluePoint50X" fmla="*/ 34 w 153"/>
              <a:gd name="GluePoint50Y" fmla="*/ 140 h 232"/>
              <a:gd name="GluePoint51X" fmla="*/ 43 w 153"/>
              <a:gd name="GluePoint51Y" fmla="*/ 141 h 232"/>
              <a:gd name="GluePoint52X" fmla="*/ 44 w 153"/>
              <a:gd name="GluePoint52Y" fmla="*/ 132 h 232"/>
              <a:gd name="GluePoint53X" fmla="*/ 34 w 153"/>
              <a:gd name="GluePoint53Y" fmla="*/ 130 h 232"/>
              <a:gd name="GluePoint54X" fmla="*/ 30 w 153"/>
              <a:gd name="GluePoint54Y" fmla="*/ 121 h 232"/>
              <a:gd name="GluePoint55X" fmla="*/ 36 w 153"/>
              <a:gd name="GluePoint55Y" fmla="*/ 112 h 232"/>
              <a:gd name="GluePoint56X" fmla="*/ 34 w 153"/>
              <a:gd name="GluePoint56Y" fmla="*/ 103 h 232"/>
              <a:gd name="GluePoint57X" fmla="*/ 26 w 153"/>
              <a:gd name="GluePoint57Y" fmla="*/ 109 h 232"/>
              <a:gd name="GluePoint58X" fmla="*/ 22 w 153"/>
              <a:gd name="GluePoint58Y" fmla="*/ 119 h 232"/>
              <a:gd name="GluePoint59X" fmla="*/ 110 w 153"/>
              <a:gd name="GluePoint59Y" fmla="*/ 122 h 232"/>
              <a:gd name="GluePoint60X" fmla="*/ 42 w 153"/>
              <a:gd name="GluePoint60Y" fmla="*/ 172 h 232"/>
              <a:gd name="GluePoint61X" fmla="*/ 73 w 153"/>
              <a:gd name="GluePoint61Y" fmla="*/ 232 h 232"/>
              <a:gd name="GluePoint62X" fmla="*/ 137 w 153"/>
              <a:gd name="GluePoint62Y" fmla="*/ 163 h 232"/>
              <a:gd name="GluePoint63X" fmla="*/ 108 w 153"/>
              <a:gd name="GluePoint63Y" fmla="*/ 204 h 232"/>
            </a:gdLst>
            <a:ahLst/>
            <a:cxnLst/>
            <a:rect l="textAreaLeft" t="textAreaTop" r="textAreaRight" b="textAreaBottom"/>
            <a:pathLst>
              <a:path w="153" h="232">
                <a:moveTo>
                  <a:pt x="73" y="39"/>
                </a:moveTo>
                <a:lnTo>
                  <a:pt x="75" y="38"/>
                </a:lnTo>
                <a:lnTo>
                  <a:pt x="78" y="37"/>
                </a:lnTo>
                <a:lnTo>
                  <a:pt x="82" y="36"/>
                </a:lnTo>
                <a:lnTo>
                  <a:pt x="85" y="34"/>
                </a:lnTo>
                <a:lnTo>
                  <a:pt x="86" y="33"/>
                </a:lnTo>
                <a:lnTo>
                  <a:pt x="87" y="31"/>
                </a:lnTo>
                <a:lnTo>
                  <a:pt x="89" y="29"/>
                </a:lnTo>
                <a:lnTo>
                  <a:pt x="90" y="28"/>
                </a:lnTo>
                <a:lnTo>
                  <a:pt x="90" y="26"/>
                </a:lnTo>
                <a:lnTo>
                  <a:pt x="91" y="24"/>
                </a:lnTo>
                <a:lnTo>
                  <a:pt x="91" y="21"/>
                </a:lnTo>
                <a:lnTo>
                  <a:pt x="91" y="18"/>
                </a:lnTo>
                <a:lnTo>
                  <a:pt x="90" y="16"/>
                </a:lnTo>
                <a:lnTo>
                  <a:pt x="90" y="13"/>
                </a:lnTo>
                <a:lnTo>
                  <a:pt x="90" y="12"/>
                </a:lnTo>
                <a:lnTo>
                  <a:pt x="89" y="9"/>
                </a:lnTo>
                <a:lnTo>
                  <a:pt x="87" y="8"/>
                </a:lnTo>
                <a:lnTo>
                  <a:pt x="86" y="6"/>
                </a:lnTo>
                <a:lnTo>
                  <a:pt x="86" y="5"/>
                </a:lnTo>
                <a:lnTo>
                  <a:pt x="84" y="4"/>
                </a:lnTo>
                <a:lnTo>
                  <a:pt x="82" y="3"/>
                </a:lnTo>
                <a:lnTo>
                  <a:pt x="81" y="2"/>
                </a:lnTo>
                <a:lnTo>
                  <a:pt x="80" y="1"/>
                </a:lnTo>
                <a:lnTo>
                  <a:pt x="78" y="0"/>
                </a:lnTo>
                <a:lnTo>
                  <a:pt x="74" y="0"/>
                </a:lnTo>
                <a:lnTo>
                  <a:pt x="69" y="0"/>
                </a:lnTo>
                <a:lnTo>
                  <a:pt x="66" y="0"/>
                </a:lnTo>
                <a:lnTo>
                  <a:pt x="62" y="1"/>
                </a:lnTo>
                <a:lnTo>
                  <a:pt x="58" y="4"/>
                </a:lnTo>
                <a:lnTo>
                  <a:pt x="54" y="5"/>
                </a:lnTo>
                <a:lnTo>
                  <a:pt x="51" y="8"/>
                </a:lnTo>
                <a:lnTo>
                  <a:pt x="49" y="10"/>
                </a:lnTo>
                <a:lnTo>
                  <a:pt x="43" y="16"/>
                </a:lnTo>
                <a:lnTo>
                  <a:pt x="38" y="22"/>
                </a:lnTo>
                <a:lnTo>
                  <a:pt x="32" y="28"/>
                </a:lnTo>
                <a:lnTo>
                  <a:pt x="26" y="35"/>
                </a:lnTo>
                <a:lnTo>
                  <a:pt x="25" y="36"/>
                </a:lnTo>
                <a:lnTo>
                  <a:pt x="23" y="36"/>
                </a:lnTo>
                <a:lnTo>
                  <a:pt x="21" y="38"/>
                </a:lnTo>
                <a:lnTo>
                  <a:pt x="18" y="38"/>
                </a:lnTo>
                <a:lnTo>
                  <a:pt x="16" y="38"/>
                </a:lnTo>
                <a:lnTo>
                  <a:pt x="14" y="38"/>
                </a:lnTo>
                <a:lnTo>
                  <a:pt x="12" y="37"/>
                </a:lnTo>
                <a:lnTo>
                  <a:pt x="10" y="36"/>
                </a:lnTo>
                <a:lnTo>
                  <a:pt x="10" y="36"/>
                </a:lnTo>
                <a:lnTo>
                  <a:pt x="9" y="34"/>
                </a:lnTo>
                <a:lnTo>
                  <a:pt x="8" y="32"/>
                </a:lnTo>
                <a:lnTo>
                  <a:pt x="7" y="30"/>
                </a:lnTo>
                <a:lnTo>
                  <a:pt x="7" y="27"/>
                </a:lnTo>
                <a:lnTo>
                  <a:pt x="8" y="24"/>
                </a:lnTo>
                <a:lnTo>
                  <a:pt x="9" y="22"/>
                </a:lnTo>
                <a:lnTo>
                  <a:pt x="10" y="20"/>
                </a:lnTo>
                <a:lnTo>
                  <a:pt x="12" y="19"/>
                </a:lnTo>
                <a:lnTo>
                  <a:pt x="14" y="18"/>
                </a:lnTo>
                <a:lnTo>
                  <a:pt x="18" y="17"/>
                </a:lnTo>
                <a:lnTo>
                  <a:pt x="22" y="16"/>
                </a:lnTo>
                <a:lnTo>
                  <a:pt x="21" y="8"/>
                </a:lnTo>
                <a:lnTo>
                  <a:pt x="18" y="8"/>
                </a:lnTo>
                <a:lnTo>
                  <a:pt x="15" y="9"/>
                </a:lnTo>
                <a:lnTo>
                  <a:pt x="12" y="10"/>
                </a:lnTo>
                <a:lnTo>
                  <a:pt x="8" y="12"/>
                </a:lnTo>
                <a:lnTo>
                  <a:pt x="6" y="13"/>
                </a:lnTo>
                <a:lnTo>
                  <a:pt x="5" y="15"/>
                </a:lnTo>
                <a:lnTo>
                  <a:pt x="3" y="16"/>
                </a:lnTo>
                <a:lnTo>
                  <a:pt x="2" y="19"/>
                </a:lnTo>
                <a:lnTo>
                  <a:pt x="1" y="21"/>
                </a:lnTo>
                <a:lnTo>
                  <a:pt x="1" y="24"/>
                </a:lnTo>
                <a:lnTo>
                  <a:pt x="0" y="28"/>
                </a:lnTo>
                <a:lnTo>
                  <a:pt x="1" y="31"/>
                </a:lnTo>
                <a:lnTo>
                  <a:pt x="1" y="33"/>
                </a:lnTo>
                <a:lnTo>
                  <a:pt x="1" y="35"/>
                </a:lnTo>
                <a:lnTo>
                  <a:pt x="2" y="37"/>
                </a:lnTo>
                <a:lnTo>
                  <a:pt x="3" y="39"/>
                </a:lnTo>
                <a:lnTo>
                  <a:pt x="4" y="40"/>
                </a:lnTo>
                <a:lnTo>
                  <a:pt x="6" y="42"/>
                </a:lnTo>
                <a:lnTo>
                  <a:pt x="6" y="43"/>
                </a:lnTo>
                <a:lnTo>
                  <a:pt x="8" y="44"/>
                </a:lnTo>
                <a:lnTo>
                  <a:pt x="11" y="46"/>
                </a:lnTo>
                <a:lnTo>
                  <a:pt x="14" y="46"/>
                </a:lnTo>
                <a:lnTo>
                  <a:pt x="17" y="47"/>
                </a:lnTo>
                <a:lnTo>
                  <a:pt x="19" y="47"/>
                </a:lnTo>
                <a:lnTo>
                  <a:pt x="22" y="46"/>
                </a:lnTo>
                <a:lnTo>
                  <a:pt x="26" y="46"/>
                </a:lnTo>
                <a:lnTo>
                  <a:pt x="28" y="45"/>
                </a:lnTo>
                <a:lnTo>
                  <a:pt x="30" y="44"/>
                </a:lnTo>
                <a:lnTo>
                  <a:pt x="32" y="42"/>
                </a:lnTo>
                <a:lnTo>
                  <a:pt x="34" y="40"/>
                </a:lnTo>
                <a:lnTo>
                  <a:pt x="36" y="36"/>
                </a:lnTo>
                <a:lnTo>
                  <a:pt x="39" y="33"/>
                </a:lnTo>
                <a:lnTo>
                  <a:pt x="45" y="25"/>
                </a:lnTo>
                <a:lnTo>
                  <a:pt x="52" y="18"/>
                </a:lnTo>
                <a:lnTo>
                  <a:pt x="55" y="14"/>
                </a:lnTo>
                <a:lnTo>
                  <a:pt x="59" y="12"/>
                </a:lnTo>
                <a:lnTo>
                  <a:pt x="62" y="9"/>
                </a:lnTo>
                <a:lnTo>
                  <a:pt x="66" y="8"/>
                </a:lnTo>
                <a:lnTo>
                  <a:pt x="68" y="7"/>
                </a:lnTo>
                <a:lnTo>
                  <a:pt x="70" y="7"/>
                </a:lnTo>
                <a:lnTo>
                  <a:pt x="71" y="7"/>
                </a:lnTo>
                <a:lnTo>
                  <a:pt x="74" y="7"/>
                </a:lnTo>
                <a:lnTo>
                  <a:pt x="75" y="8"/>
                </a:lnTo>
                <a:lnTo>
                  <a:pt x="77" y="9"/>
                </a:lnTo>
                <a:lnTo>
                  <a:pt x="78" y="10"/>
                </a:lnTo>
                <a:lnTo>
                  <a:pt x="80" y="12"/>
                </a:lnTo>
                <a:lnTo>
                  <a:pt x="82" y="13"/>
                </a:lnTo>
                <a:lnTo>
                  <a:pt x="82" y="15"/>
                </a:lnTo>
                <a:lnTo>
                  <a:pt x="83" y="17"/>
                </a:lnTo>
                <a:lnTo>
                  <a:pt x="84" y="20"/>
                </a:lnTo>
                <a:lnTo>
                  <a:pt x="84" y="21"/>
                </a:lnTo>
                <a:lnTo>
                  <a:pt x="83" y="23"/>
                </a:lnTo>
                <a:lnTo>
                  <a:pt x="83" y="24"/>
                </a:lnTo>
                <a:lnTo>
                  <a:pt x="82" y="25"/>
                </a:lnTo>
                <a:lnTo>
                  <a:pt x="81" y="27"/>
                </a:lnTo>
                <a:lnTo>
                  <a:pt x="79" y="28"/>
                </a:lnTo>
                <a:lnTo>
                  <a:pt x="77" y="29"/>
                </a:lnTo>
                <a:lnTo>
                  <a:pt x="75" y="29"/>
                </a:lnTo>
                <a:lnTo>
                  <a:pt x="73" y="29"/>
                </a:lnTo>
                <a:lnTo>
                  <a:pt x="71" y="30"/>
                </a:lnTo>
                <a:lnTo>
                  <a:pt x="73" y="39"/>
                </a:lnTo>
                <a:lnTo>
                  <a:pt x="73" y="39"/>
                </a:lnTo>
                <a:close/>
                <a:moveTo>
                  <a:pt x="9" y="78"/>
                </a:moveTo>
                <a:lnTo>
                  <a:pt x="8" y="76"/>
                </a:lnTo>
                <a:lnTo>
                  <a:pt x="8" y="73"/>
                </a:lnTo>
                <a:lnTo>
                  <a:pt x="9" y="72"/>
                </a:lnTo>
                <a:lnTo>
                  <a:pt x="9" y="69"/>
                </a:lnTo>
                <a:lnTo>
                  <a:pt x="10" y="68"/>
                </a:lnTo>
                <a:lnTo>
                  <a:pt x="11" y="66"/>
                </a:lnTo>
                <a:lnTo>
                  <a:pt x="13" y="64"/>
                </a:lnTo>
                <a:lnTo>
                  <a:pt x="14" y="63"/>
                </a:lnTo>
                <a:lnTo>
                  <a:pt x="17" y="60"/>
                </a:lnTo>
                <a:lnTo>
                  <a:pt x="20" y="58"/>
                </a:lnTo>
                <a:lnTo>
                  <a:pt x="23" y="56"/>
                </a:lnTo>
                <a:lnTo>
                  <a:pt x="27" y="55"/>
                </a:lnTo>
                <a:lnTo>
                  <a:pt x="31" y="53"/>
                </a:lnTo>
                <a:lnTo>
                  <a:pt x="36" y="52"/>
                </a:lnTo>
                <a:lnTo>
                  <a:pt x="40" y="50"/>
                </a:lnTo>
                <a:lnTo>
                  <a:pt x="45" y="48"/>
                </a:lnTo>
                <a:lnTo>
                  <a:pt x="54" y="47"/>
                </a:lnTo>
                <a:lnTo>
                  <a:pt x="63" y="45"/>
                </a:lnTo>
                <a:lnTo>
                  <a:pt x="71" y="44"/>
                </a:lnTo>
                <a:lnTo>
                  <a:pt x="78" y="44"/>
                </a:lnTo>
                <a:lnTo>
                  <a:pt x="82" y="44"/>
                </a:lnTo>
                <a:lnTo>
                  <a:pt x="86" y="44"/>
                </a:lnTo>
                <a:lnTo>
                  <a:pt x="89" y="46"/>
                </a:lnTo>
                <a:lnTo>
                  <a:pt x="91" y="47"/>
                </a:lnTo>
                <a:lnTo>
                  <a:pt x="94" y="49"/>
                </a:lnTo>
                <a:lnTo>
                  <a:pt x="95" y="52"/>
                </a:lnTo>
                <a:lnTo>
                  <a:pt x="97" y="52"/>
                </a:lnTo>
                <a:lnTo>
                  <a:pt x="97" y="54"/>
                </a:lnTo>
                <a:lnTo>
                  <a:pt x="98" y="56"/>
                </a:lnTo>
                <a:lnTo>
                  <a:pt x="98" y="57"/>
                </a:lnTo>
                <a:lnTo>
                  <a:pt x="98" y="60"/>
                </a:lnTo>
                <a:lnTo>
                  <a:pt x="98" y="63"/>
                </a:lnTo>
                <a:lnTo>
                  <a:pt x="98" y="64"/>
                </a:lnTo>
                <a:lnTo>
                  <a:pt x="98" y="67"/>
                </a:lnTo>
                <a:lnTo>
                  <a:pt x="97" y="68"/>
                </a:lnTo>
                <a:lnTo>
                  <a:pt x="95" y="70"/>
                </a:lnTo>
                <a:lnTo>
                  <a:pt x="94" y="72"/>
                </a:lnTo>
                <a:lnTo>
                  <a:pt x="92" y="74"/>
                </a:lnTo>
                <a:lnTo>
                  <a:pt x="90" y="76"/>
                </a:lnTo>
                <a:lnTo>
                  <a:pt x="86" y="77"/>
                </a:lnTo>
                <a:lnTo>
                  <a:pt x="82" y="80"/>
                </a:lnTo>
                <a:lnTo>
                  <a:pt x="78" y="81"/>
                </a:lnTo>
                <a:lnTo>
                  <a:pt x="73" y="84"/>
                </a:lnTo>
                <a:lnTo>
                  <a:pt x="68" y="85"/>
                </a:lnTo>
                <a:lnTo>
                  <a:pt x="63" y="87"/>
                </a:lnTo>
                <a:lnTo>
                  <a:pt x="58" y="88"/>
                </a:lnTo>
                <a:lnTo>
                  <a:pt x="53" y="88"/>
                </a:lnTo>
                <a:lnTo>
                  <a:pt x="48" y="90"/>
                </a:lnTo>
                <a:lnTo>
                  <a:pt x="42" y="90"/>
                </a:lnTo>
                <a:lnTo>
                  <a:pt x="37" y="91"/>
                </a:lnTo>
                <a:lnTo>
                  <a:pt x="32" y="92"/>
                </a:lnTo>
                <a:lnTo>
                  <a:pt x="26" y="92"/>
                </a:lnTo>
                <a:lnTo>
                  <a:pt x="22" y="92"/>
                </a:lnTo>
                <a:lnTo>
                  <a:pt x="20" y="91"/>
                </a:lnTo>
                <a:lnTo>
                  <a:pt x="18" y="90"/>
                </a:lnTo>
                <a:lnTo>
                  <a:pt x="15" y="89"/>
                </a:lnTo>
                <a:lnTo>
                  <a:pt x="14" y="88"/>
                </a:lnTo>
                <a:lnTo>
                  <a:pt x="12" y="87"/>
                </a:lnTo>
                <a:lnTo>
                  <a:pt x="11" y="84"/>
                </a:lnTo>
                <a:lnTo>
                  <a:pt x="10" y="83"/>
                </a:lnTo>
                <a:lnTo>
                  <a:pt x="10" y="81"/>
                </a:lnTo>
                <a:lnTo>
                  <a:pt x="9" y="78"/>
                </a:lnTo>
                <a:lnTo>
                  <a:pt x="9" y="78"/>
                </a:lnTo>
                <a:close/>
                <a:moveTo>
                  <a:pt x="16" y="76"/>
                </a:moveTo>
                <a:lnTo>
                  <a:pt x="16" y="78"/>
                </a:lnTo>
                <a:lnTo>
                  <a:pt x="18" y="80"/>
                </a:lnTo>
                <a:lnTo>
                  <a:pt x="18" y="80"/>
                </a:lnTo>
                <a:lnTo>
                  <a:pt x="19" y="81"/>
                </a:lnTo>
                <a:lnTo>
                  <a:pt x="21" y="82"/>
                </a:lnTo>
                <a:lnTo>
                  <a:pt x="22" y="83"/>
                </a:lnTo>
                <a:lnTo>
                  <a:pt x="24" y="83"/>
                </a:lnTo>
                <a:lnTo>
                  <a:pt x="26" y="84"/>
                </a:lnTo>
                <a:lnTo>
                  <a:pt x="28" y="84"/>
                </a:lnTo>
                <a:lnTo>
                  <a:pt x="31" y="84"/>
                </a:lnTo>
                <a:lnTo>
                  <a:pt x="36" y="83"/>
                </a:lnTo>
                <a:lnTo>
                  <a:pt x="43" y="82"/>
                </a:lnTo>
                <a:lnTo>
                  <a:pt x="50" y="80"/>
                </a:lnTo>
                <a:lnTo>
                  <a:pt x="56" y="80"/>
                </a:lnTo>
                <a:lnTo>
                  <a:pt x="62" y="77"/>
                </a:lnTo>
                <a:lnTo>
                  <a:pt x="69" y="76"/>
                </a:lnTo>
                <a:lnTo>
                  <a:pt x="74" y="74"/>
                </a:lnTo>
                <a:lnTo>
                  <a:pt x="79" y="72"/>
                </a:lnTo>
                <a:lnTo>
                  <a:pt x="82" y="71"/>
                </a:lnTo>
                <a:lnTo>
                  <a:pt x="84" y="70"/>
                </a:lnTo>
                <a:lnTo>
                  <a:pt x="86" y="68"/>
                </a:lnTo>
                <a:lnTo>
                  <a:pt x="87" y="68"/>
                </a:lnTo>
                <a:lnTo>
                  <a:pt x="88" y="66"/>
                </a:lnTo>
                <a:lnTo>
                  <a:pt x="90" y="64"/>
                </a:lnTo>
                <a:lnTo>
                  <a:pt x="90" y="64"/>
                </a:lnTo>
                <a:lnTo>
                  <a:pt x="90" y="63"/>
                </a:lnTo>
                <a:lnTo>
                  <a:pt x="91" y="60"/>
                </a:lnTo>
                <a:lnTo>
                  <a:pt x="91" y="59"/>
                </a:lnTo>
                <a:lnTo>
                  <a:pt x="90" y="57"/>
                </a:lnTo>
                <a:lnTo>
                  <a:pt x="89" y="56"/>
                </a:lnTo>
                <a:lnTo>
                  <a:pt x="88" y="56"/>
                </a:lnTo>
                <a:lnTo>
                  <a:pt x="87" y="55"/>
                </a:lnTo>
                <a:lnTo>
                  <a:pt x="86" y="54"/>
                </a:lnTo>
                <a:lnTo>
                  <a:pt x="84" y="53"/>
                </a:lnTo>
                <a:lnTo>
                  <a:pt x="82" y="52"/>
                </a:lnTo>
                <a:lnTo>
                  <a:pt x="80" y="52"/>
                </a:lnTo>
                <a:lnTo>
                  <a:pt x="78" y="52"/>
                </a:lnTo>
                <a:lnTo>
                  <a:pt x="75" y="52"/>
                </a:lnTo>
                <a:lnTo>
                  <a:pt x="70" y="52"/>
                </a:lnTo>
                <a:lnTo>
                  <a:pt x="64" y="53"/>
                </a:lnTo>
                <a:lnTo>
                  <a:pt x="58" y="55"/>
                </a:lnTo>
                <a:lnTo>
                  <a:pt x="50" y="56"/>
                </a:lnTo>
                <a:lnTo>
                  <a:pt x="44" y="58"/>
                </a:lnTo>
                <a:lnTo>
                  <a:pt x="38" y="60"/>
                </a:lnTo>
                <a:lnTo>
                  <a:pt x="32" y="61"/>
                </a:lnTo>
                <a:lnTo>
                  <a:pt x="27" y="64"/>
                </a:lnTo>
                <a:lnTo>
                  <a:pt x="25" y="64"/>
                </a:lnTo>
                <a:lnTo>
                  <a:pt x="22" y="66"/>
                </a:lnTo>
                <a:lnTo>
                  <a:pt x="21" y="67"/>
                </a:lnTo>
                <a:lnTo>
                  <a:pt x="19" y="68"/>
                </a:lnTo>
                <a:lnTo>
                  <a:pt x="18" y="70"/>
                </a:lnTo>
                <a:lnTo>
                  <a:pt x="17" y="71"/>
                </a:lnTo>
                <a:lnTo>
                  <a:pt x="17" y="72"/>
                </a:lnTo>
                <a:lnTo>
                  <a:pt x="16" y="74"/>
                </a:lnTo>
                <a:lnTo>
                  <a:pt x="15" y="75"/>
                </a:lnTo>
                <a:lnTo>
                  <a:pt x="16" y="76"/>
                </a:lnTo>
                <a:lnTo>
                  <a:pt x="16" y="76"/>
                </a:lnTo>
                <a:close/>
                <a:moveTo>
                  <a:pt x="23" y="128"/>
                </a:moveTo>
                <a:lnTo>
                  <a:pt x="25" y="132"/>
                </a:lnTo>
                <a:lnTo>
                  <a:pt x="26" y="135"/>
                </a:lnTo>
                <a:lnTo>
                  <a:pt x="27" y="136"/>
                </a:lnTo>
                <a:lnTo>
                  <a:pt x="29" y="137"/>
                </a:lnTo>
                <a:lnTo>
                  <a:pt x="30" y="139"/>
                </a:lnTo>
                <a:lnTo>
                  <a:pt x="32" y="140"/>
                </a:lnTo>
                <a:lnTo>
                  <a:pt x="34" y="140"/>
                </a:lnTo>
                <a:lnTo>
                  <a:pt x="35" y="140"/>
                </a:lnTo>
                <a:lnTo>
                  <a:pt x="37" y="141"/>
                </a:lnTo>
                <a:lnTo>
                  <a:pt x="39" y="141"/>
                </a:lnTo>
                <a:lnTo>
                  <a:pt x="41" y="141"/>
                </a:lnTo>
                <a:lnTo>
                  <a:pt x="43" y="141"/>
                </a:lnTo>
                <a:lnTo>
                  <a:pt x="45" y="140"/>
                </a:lnTo>
                <a:lnTo>
                  <a:pt x="47" y="140"/>
                </a:lnTo>
                <a:lnTo>
                  <a:pt x="115" y="116"/>
                </a:lnTo>
                <a:lnTo>
                  <a:pt x="112" y="108"/>
                </a:lnTo>
                <a:lnTo>
                  <a:pt x="44" y="132"/>
                </a:lnTo>
                <a:lnTo>
                  <a:pt x="42" y="132"/>
                </a:lnTo>
                <a:lnTo>
                  <a:pt x="39" y="132"/>
                </a:lnTo>
                <a:lnTo>
                  <a:pt x="38" y="132"/>
                </a:lnTo>
                <a:lnTo>
                  <a:pt x="36" y="132"/>
                </a:lnTo>
                <a:lnTo>
                  <a:pt x="34" y="130"/>
                </a:lnTo>
                <a:lnTo>
                  <a:pt x="32" y="129"/>
                </a:lnTo>
                <a:lnTo>
                  <a:pt x="31" y="128"/>
                </a:lnTo>
                <a:lnTo>
                  <a:pt x="30" y="125"/>
                </a:lnTo>
                <a:lnTo>
                  <a:pt x="30" y="124"/>
                </a:lnTo>
                <a:lnTo>
                  <a:pt x="30" y="121"/>
                </a:lnTo>
                <a:lnTo>
                  <a:pt x="30" y="119"/>
                </a:lnTo>
                <a:lnTo>
                  <a:pt x="31" y="116"/>
                </a:lnTo>
                <a:lnTo>
                  <a:pt x="32" y="115"/>
                </a:lnTo>
                <a:lnTo>
                  <a:pt x="34" y="112"/>
                </a:lnTo>
                <a:lnTo>
                  <a:pt x="36" y="112"/>
                </a:lnTo>
                <a:lnTo>
                  <a:pt x="38" y="110"/>
                </a:lnTo>
                <a:lnTo>
                  <a:pt x="105" y="88"/>
                </a:lnTo>
                <a:lnTo>
                  <a:pt x="103" y="80"/>
                </a:lnTo>
                <a:lnTo>
                  <a:pt x="36" y="102"/>
                </a:lnTo>
                <a:lnTo>
                  <a:pt x="34" y="103"/>
                </a:lnTo>
                <a:lnTo>
                  <a:pt x="32" y="104"/>
                </a:lnTo>
                <a:lnTo>
                  <a:pt x="30" y="105"/>
                </a:lnTo>
                <a:lnTo>
                  <a:pt x="29" y="107"/>
                </a:lnTo>
                <a:lnTo>
                  <a:pt x="27" y="108"/>
                </a:lnTo>
                <a:lnTo>
                  <a:pt x="26" y="109"/>
                </a:lnTo>
                <a:lnTo>
                  <a:pt x="25" y="112"/>
                </a:lnTo>
                <a:lnTo>
                  <a:pt x="24" y="113"/>
                </a:lnTo>
                <a:lnTo>
                  <a:pt x="23" y="115"/>
                </a:lnTo>
                <a:lnTo>
                  <a:pt x="22" y="117"/>
                </a:lnTo>
                <a:lnTo>
                  <a:pt x="22" y="119"/>
                </a:lnTo>
                <a:lnTo>
                  <a:pt x="22" y="120"/>
                </a:lnTo>
                <a:lnTo>
                  <a:pt x="22" y="124"/>
                </a:lnTo>
                <a:lnTo>
                  <a:pt x="23" y="128"/>
                </a:lnTo>
                <a:lnTo>
                  <a:pt x="23" y="128"/>
                </a:lnTo>
                <a:close/>
                <a:moveTo>
                  <a:pt x="110" y="122"/>
                </a:moveTo>
                <a:lnTo>
                  <a:pt x="116" y="119"/>
                </a:lnTo>
                <a:lnTo>
                  <a:pt x="130" y="151"/>
                </a:lnTo>
                <a:lnTo>
                  <a:pt x="123" y="153"/>
                </a:lnTo>
                <a:lnTo>
                  <a:pt x="118" y="141"/>
                </a:lnTo>
                <a:lnTo>
                  <a:pt x="42" y="172"/>
                </a:lnTo>
                <a:lnTo>
                  <a:pt x="38" y="164"/>
                </a:lnTo>
                <a:lnTo>
                  <a:pt x="114" y="133"/>
                </a:lnTo>
                <a:lnTo>
                  <a:pt x="110" y="122"/>
                </a:lnTo>
                <a:lnTo>
                  <a:pt x="110" y="122"/>
                </a:lnTo>
                <a:close/>
                <a:moveTo>
                  <a:pt x="73" y="232"/>
                </a:moveTo>
                <a:lnTo>
                  <a:pt x="153" y="190"/>
                </a:lnTo>
                <a:lnTo>
                  <a:pt x="149" y="183"/>
                </a:lnTo>
                <a:lnTo>
                  <a:pt x="115" y="200"/>
                </a:lnTo>
                <a:lnTo>
                  <a:pt x="103" y="177"/>
                </a:lnTo>
                <a:lnTo>
                  <a:pt x="137" y="163"/>
                </a:lnTo>
                <a:lnTo>
                  <a:pt x="133" y="155"/>
                </a:lnTo>
                <a:lnTo>
                  <a:pt x="50" y="192"/>
                </a:lnTo>
                <a:lnTo>
                  <a:pt x="54" y="200"/>
                </a:lnTo>
                <a:lnTo>
                  <a:pt x="95" y="180"/>
                </a:lnTo>
                <a:lnTo>
                  <a:pt x="108" y="204"/>
                </a:lnTo>
                <a:lnTo>
                  <a:pt x="69" y="225"/>
                </a:lnTo>
                <a:lnTo>
                  <a:pt x="73" y="2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01" name="iṩ1íḋé">
            <a:extLst>
              <a:ext uri="{FF2B5EF4-FFF2-40B4-BE49-F238E27FC236}">
                <a16:creationId xmlns:a16="http://schemas.microsoft.com/office/drawing/2014/main" id="{850E9614-EA5D-44EA-A106-137AD88AF0F2}"/>
              </a:ext>
            </a:extLst>
          </p:cNvPr>
          <p:cNvSpPr>
            <a:spLocks noGrp="1"/>
          </p:cNvSpPr>
          <p:nvPr/>
        </p:nvSpPr>
        <p:spPr>
          <a:xfrm>
            <a:off x="736920" y="883080"/>
            <a:ext cx="83160" cy="83880"/>
          </a:xfrm>
          <a:custGeom>
            <a:avLst/>
            <a:gdLst>
              <a:gd name="textAreaLeft" fmla="*/ 0 w 83160"/>
              <a:gd name="textAreaRight" fmla="*/ 83520 w 83160"/>
              <a:gd name="textAreaTop" fmla="*/ 0 h 83880"/>
              <a:gd name="textAreaBottom" fmla="*/ 84240 h 83880"/>
              <a:gd name="GluePoint1X" fmla="*/ 20 w 191"/>
              <a:gd name="GluePoint1Y" fmla="*/ 59 h 193"/>
              <a:gd name="GluePoint2X" fmla="*/ 13 w 191"/>
              <a:gd name="GluePoint2Y" fmla="*/ 60 h 193"/>
              <a:gd name="GluePoint3X" fmla="*/ 9 w 191"/>
              <a:gd name="GluePoint3Y" fmla="*/ 56 h 193"/>
              <a:gd name="GluePoint4X" fmla="*/ 8 w 191"/>
              <a:gd name="GluePoint4Y" fmla="*/ 50 h 193"/>
              <a:gd name="GluePoint5X" fmla="*/ 10 w 191"/>
              <a:gd name="GluePoint5Y" fmla="*/ 45 h 193"/>
              <a:gd name="GluePoint6X" fmla="*/ 14 w 191"/>
              <a:gd name="GluePoint6Y" fmla="*/ 39 h 193"/>
              <a:gd name="GluePoint7X" fmla="*/ 24 w 191"/>
              <a:gd name="GluePoint7Y" fmla="*/ 30 h 193"/>
              <a:gd name="GluePoint8X" fmla="*/ 38 w 191"/>
              <a:gd name="GluePoint8Y" fmla="*/ 19 h 193"/>
              <a:gd name="GluePoint9X" fmla="*/ 52 w 191"/>
              <a:gd name="GluePoint9Y" fmla="*/ 12 h 193"/>
              <a:gd name="GluePoint10X" fmla="*/ 60 w 191"/>
              <a:gd name="GluePoint10Y" fmla="*/ 10 h 193"/>
              <a:gd name="GluePoint11X" fmla="*/ 65 w 191"/>
              <a:gd name="GluePoint11Y" fmla="*/ 10 h 193"/>
              <a:gd name="GluePoint12X" fmla="*/ 69 w 191"/>
              <a:gd name="GluePoint12Y" fmla="*/ 12 h 193"/>
              <a:gd name="GluePoint13X" fmla="*/ 71 w 191"/>
              <a:gd name="GluePoint13Y" fmla="*/ 18 h 193"/>
              <a:gd name="GluePoint14X" fmla="*/ 69 w 191"/>
              <a:gd name="GluePoint14Y" fmla="*/ 24 h 193"/>
              <a:gd name="GluePoint15X" fmla="*/ 61 w 191"/>
              <a:gd name="GluePoint15Y" fmla="*/ 32 h 193"/>
              <a:gd name="GluePoint16X" fmla="*/ 69 w 191"/>
              <a:gd name="GluePoint16Y" fmla="*/ 36 h 193"/>
              <a:gd name="GluePoint17X" fmla="*/ 75 w 191"/>
              <a:gd name="GluePoint17Y" fmla="*/ 31 h 193"/>
              <a:gd name="GluePoint18X" fmla="*/ 77 w 191"/>
              <a:gd name="GluePoint18Y" fmla="*/ 25 h 193"/>
              <a:gd name="GluePoint19X" fmla="*/ 79 w 191"/>
              <a:gd name="GluePoint19Y" fmla="*/ 19 h 193"/>
              <a:gd name="GluePoint20X" fmla="*/ 78 w 191"/>
              <a:gd name="GluePoint20Y" fmla="*/ 13 h 193"/>
              <a:gd name="GluePoint21X" fmla="*/ 75 w 191"/>
              <a:gd name="GluePoint21Y" fmla="*/ 7 h 193"/>
              <a:gd name="GluePoint22X" fmla="*/ 71 w 191"/>
              <a:gd name="GluePoint22Y" fmla="*/ 3 h 193"/>
              <a:gd name="GluePoint23X" fmla="*/ 64 w 191"/>
              <a:gd name="GluePoint23Y" fmla="*/ 0 h 193"/>
              <a:gd name="GluePoint24X" fmla="*/ 55 w 191"/>
              <a:gd name="GluePoint24Y" fmla="*/ 2 h 193"/>
              <a:gd name="GluePoint25X" fmla="*/ 42 w 191"/>
              <a:gd name="GluePoint25Y" fmla="*/ 7 h 193"/>
              <a:gd name="GluePoint26X" fmla="*/ 29 w 191"/>
              <a:gd name="GluePoint26Y" fmla="*/ 16 h 193"/>
              <a:gd name="GluePoint27X" fmla="*/ 17 w 191"/>
              <a:gd name="GluePoint27Y" fmla="*/ 25 h 193"/>
              <a:gd name="GluePoint28X" fmla="*/ 8 w 191"/>
              <a:gd name="GluePoint28Y" fmla="*/ 35 h 193"/>
              <a:gd name="GluePoint29X" fmla="*/ 2 w 191"/>
              <a:gd name="GluePoint29Y" fmla="*/ 43 h 193"/>
              <a:gd name="GluePoint30X" fmla="*/ 0 w 191"/>
              <a:gd name="GluePoint30Y" fmla="*/ 51 h 193"/>
              <a:gd name="GluePoint31X" fmla="*/ 2 w 191"/>
              <a:gd name="GluePoint31Y" fmla="*/ 58 h 193"/>
              <a:gd name="GluePoint32X" fmla="*/ 5 w 191"/>
              <a:gd name="GluePoint32Y" fmla="*/ 64 h 193"/>
              <a:gd name="GluePoint33X" fmla="*/ 9 w 191"/>
              <a:gd name="GluePoint33Y" fmla="*/ 67 h 193"/>
              <a:gd name="GluePoint34X" fmla="*/ 14 w 191"/>
              <a:gd name="GluePoint34Y" fmla="*/ 69 h 193"/>
              <a:gd name="GluePoint35X" fmla="*/ 20 w 191"/>
              <a:gd name="GluePoint35Y" fmla="*/ 68 h 193"/>
              <a:gd name="GluePoint36X" fmla="*/ 28 w 191"/>
              <a:gd name="GluePoint36Y" fmla="*/ 65 h 193"/>
              <a:gd name="GluePoint37X" fmla="*/ 29 w 191"/>
              <a:gd name="GluePoint37Y" fmla="*/ 55 h 193"/>
              <a:gd name="GluePoint38X" fmla="*/ 43 w 191"/>
              <a:gd name="GluePoint38Y" fmla="*/ 107 h 193"/>
              <a:gd name="GluePoint39X" fmla="*/ 27 w 191"/>
              <a:gd name="GluePoint39Y" fmla="*/ 89 h 193"/>
              <a:gd name="GluePoint40X" fmla="*/ 97 w 191"/>
              <a:gd name="GluePoint40Y" fmla="*/ 33 h 193"/>
              <a:gd name="GluePoint41X" fmla="*/ 110 w 191"/>
              <a:gd name="GluePoint41Y" fmla="*/ 47 h 193"/>
              <a:gd name="GluePoint42X" fmla="*/ 48 w 191"/>
              <a:gd name="GluePoint42Y" fmla="*/ 112 h 193"/>
              <a:gd name="GluePoint43X" fmla="*/ 124 w 191"/>
              <a:gd name="GluePoint43Y" fmla="*/ 60 h 193"/>
              <a:gd name="GluePoint44X" fmla="*/ 64 w 191"/>
              <a:gd name="GluePoint44Y" fmla="*/ 127 h 193"/>
              <a:gd name="GluePoint45X" fmla="*/ 169 w 191"/>
              <a:gd name="GluePoint45Y" fmla="*/ 95 h 193"/>
              <a:gd name="GluePoint46X" fmla="*/ 149 w 191"/>
              <a:gd name="GluePoint46Y" fmla="*/ 82 h 193"/>
              <a:gd name="GluePoint47X" fmla="*/ 82 w 191"/>
              <a:gd name="GluePoint47Y" fmla="*/ 143 h 193"/>
              <a:gd name="GluePoint48X" fmla="*/ 99 w 191"/>
              <a:gd name="GluePoint48Y" fmla="*/ 156 h 193"/>
              <a:gd name="GluePoint49X" fmla="*/ 145 w 191"/>
              <a:gd name="GluePoint49Y" fmla="*/ 188 h 193"/>
              <a:gd name="GluePoint50X" fmla="*/ 182 w 191"/>
              <a:gd name="GluePoint50Y" fmla="*/ 105 h 193"/>
              <a:gd name="GluePoint51X" fmla="*/ 147 w 191"/>
              <a:gd name="GluePoint51Y" fmla="*/ 148 h 193"/>
              <a:gd name="GluePoint52X" fmla="*/ 153 w 191"/>
              <a:gd name="GluePoint52Y" fmla="*/ 143 h 193"/>
            </a:gdLst>
            <a:ahLst/>
            <a:cxnLst/>
            <a:rect l="textAreaLeft" t="textAreaTop" r="textAreaRight" b="textAreaBottom"/>
            <a:pathLst>
              <a:path w="191" h="193">
                <a:moveTo>
                  <a:pt x="29" y="55"/>
                </a:moveTo>
                <a:lnTo>
                  <a:pt x="24" y="57"/>
                </a:lnTo>
                <a:lnTo>
                  <a:pt x="20" y="59"/>
                </a:lnTo>
                <a:lnTo>
                  <a:pt x="17" y="60"/>
                </a:lnTo>
                <a:lnTo>
                  <a:pt x="15" y="60"/>
                </a:lnTo>
                <a:lnTo>
                  <a:pt x="13" y="60"/>
                </a:lnTo>
                <a:lnTo>
                  <a:pt x="12" y="59"/>
                </a:lnTo>
                <a:lnTo>
                  <a:pt x="10" y="58"/>
                </a:lnTo>
                <a:lnTo>
                  <a:pt x="9" y="56"/>
                </a:lnTo>
                <a:lnTo>
                  <a:pt x="8" y="54"/>
                </a:lnTo>
                <a:lnTo>
                  <a:pt x="8" y="51"/>
                </a:lnTo>
                <a:lnTo>
                  <a:pt x="8" y="50"/>
                </a:lnTo>
                <a:lnTo>
                  <a:pt x="8" y="48"/>
                </a:lnTo>
                <a:lnTo>
                  <a:pt x="9" y="47"/>
                </a:lnTo>
                <a:lnTo>
                  <a:pt x="10" y="45"/>
                </a:lnTo>
                <a:lnTo>
                  <a:pt x="11" y="43"/>
                </a:lnTo>
                <a:lnTo>
                  <a:pt x="12" y="42"/>
                </a:lnTo>
                <a:lnTo>
                  <a:pt x="14" y="39"/>
                </a:lnTo>
                <a:lnTo>
                  <a:pt x="16" y="37"/>
                </a:lnTo>
                <a:lnTo>
                  <a:pt x="20" y="33"/>
                </a:lnTo>
                <a:lnTo>
                  <a:pt x="24" y="30"/>
                </a:lnTo>
                <a:lnTo>
                  <a:pt x="28" y="27"/>
                </a:lnTo>
                <a:lnTo>
                  <a:pt x="33" y="23"/>
                </a:lnTo>
                <a:lnTo>
                  <a:pt x="38" y="19"/>
                </a:lnTo>
                <a:lnTo>
                  <a:pt x="43" y="17"/>
                </a:lnTo>
                <a:lnTo>
                  <a:pt x="48" y="15"/>
                </a:lnTo>
                <a:lnTo>
                  <a:pt x="52" y="12"/>
                </a:lnTo>
                <a:lnTo>
                  <a:pt x="56" y="11"/>
                </a:lnTo>
                <a:lnTo>
                  <a:pt x="58" y="10"/>
                </a:lnTo>
                <a:lnTo>
                  <a:pt x="60" y="10"/>
                </a:lnTo>
                <a:lnTo>
                  <a:pt x="61" y="9"/>
                </a:lnTo>
                <a:lnTo>
                  <a:pt x="64" y="9"/>
                </a:lnTo>
                <a:lnTo>
                  <a:pt x="65" y="10"/>
                </a:lnTo>
                <a:lnTo>
                  <a:pt x="66" y="10"/>
                </a:lnTo>
                <a:lnTo>
                  <a:pt x="67" y="11"/>
                </a:lnTo>
                <a:lnTo>
                  <a:pt x="69" y="12"/>
                </a:lnTo>
                <a:lnTo>
                  <a:pt x="70" y="14"/>
                </a:lnTo>
                <a:lnTo>
                  <a:pt x="71" y="16"/>
                </a:lnTo>
                <a:lnTo>
                  <a:pt x="71" y="18"/>
                </a:lnTo>
                <a:lnTo>
                  <a:pt x="71" y="19"/>
                </a:lnTo>
                <a:lnTo>
                  <a:pt x="71" y="22"/>
                </a:lnTo>
                <a:lnTo>
                  <a:pt x="69" y="24"/>
                </a:lnTo>
                <a:lnTo>
                  <a:pt x="68" y="27"/>
                </a:lnTo>
                <a:lnTo>
                  <a:pt x="65" y="29"/>
                </a:lnTo>
                <a:lnTo>
                  <a:pt x="61" y="32"/>
                </a:lnTo>
                <a:lnTo>
                  <a:pt x="65" y="39"/>
                </a:lnTo>
                <a:lnTo>
                  <a:pt x="67" y="38"/>
                </a:lnTo>
                <a:lnTo>
                  <a:pt x="69" y="36"/>
                </a:lnTo>
                <a:lnTo>
                  <a:pt x="71" y="35"/>
                </a:lnTo>
                <a:lnTo>
                  <a:pt x="73" y="33"/>
                </a:lnTo>
                <a:lnTo>
                  <a:pt x="75" y="31"/>
                </a:lnTo>
                <a:lnTo>
                  <a:pt x="76" y="29"/>
                </a:lnTo>
                <a:lnTo>
                  <a:pt x="77" y="27"/>
                </a:lnTo>
                <a:lnTo>
                  <a:pt x="77" y="25"/>
                </a:lnTo>
                <a:lnTo>
                  <a:pt x="78" y="23"/>
                </a:lnTo>
                <a:lnTo>
                  <a:pt x="79" y="21"/>
                </a:lnTo>
                <a:lnTo>
                  <a:pt x="79" y="19"/>
                </a:lnTo>
                <a:lnTo>
                  <a:pt x="79" y="17"/>
                </a:lnTo>
                <a:lnTo>
                  <a:pt x="78" y="15"/>
                </a:lnTo>
                <a:lnTo>
                  <a:pt x="78" y="13"/>
                </a:lnTo>
                <a:lnTo>
                  <a:pt x="77" y="11"/>
                </a:lnTo>
                <a:lnTo>
                  <a:pt x="77" y="9"/>
                </a:lnTo>
                <a:lnTo>
                  <a:pt x="75" y="7"/>
                </a:lnTo>
                <a:lnTo>
                  <a:pt x="74" y="5"/>
                </a:lnTo>
                <a:lnTo>
                  <a:pt x="73" y="3"/>
                </a:lnTo>
                <a:lnTo>
                  <a:pt x="71" y="3"/>
                </a:lnTo>
                <a:lnTo>
                  <a:pt x="69" y="1"/>
                </a:lnTo>
                <a:lnTo>
                  <a:pt x="66" y="1"/>
                </a:lnTo>
                <a:lnTo>
                  <a:pt x="64" y="0"/>
                </a:lnTo>
                <a:lnTo>
                  <a:pt x="61" y="0"/>
                </a:lnTo>
                <a:lnTo>
                  <a:pt x="58" y="1"/>
                </a:lnTo>
                <a:lnTo>
                  <a:pt x="55" y="2"/>
                </a:lnTo>
                <a:lnTo>
                  <a:pt x="51" y="3"/>
                </a:lnTo>
                <a:lnTo>
                  <a:pt x="47" y="5"/>
                </a:lnTo>
                <a:lnTo>
                  <a:pt x="42" y="7"/>
                </a:lnTo>
                <a:lnTo>
                  <a:pt x="38" y="10"/>
                </a:lnTo>
                <a:lnTo>
                  <a:pt x="34" y="13"/>
                </a:lnTo>
                <a:lnTo>
                  <a:pt x="29" y="16"/>
                </a:lnTo>
                <a:lnTo>
                  <a:pt x="24" y="19"/>
                </a:lnTo>
                <a:lnTo>
                  <a:pt x="20" y="22"/>
                </a:lnTo>
                <a:lnTo>
                  <a:pt x="17" y="25"/>
                </a:lnTo>
                <a:lnTo>
                  <a:pt x="13" y="29"/>
                </a:lnTo>
                <a:lnTo>
                  <a:pt x="10" y="32"/>
                </a:lnTo>
                <a:lnTo>
                  <a:pt x="8" y="35"/>
                </a:lnTo>
                <a:lnTo>
                  <a:pt x="5" y="38"/>
                </a:lnTo>
                <a:lnTo>
                  <a:pt x="4" y="41"/>
                </a:lnTo>
                <a:lnTo>
                  <a:pt x="2" y="43"/>
                </a:lnTo>
                <a:lnTo>
                  <a:pt x="1" y="46"/>
                </a:lnTo>
                <a:lnTo>
                  <a:pt x="0" y="48"/>
                </a:lnTo>
                <a:lnTo>
                  <a:pt x="0" y="51"/>
                </a:lnTo>
                <a:lnTo>
                  <a:pt x="0" y="53"/>
                </a:lnTo>
                <a:lnTo>
                  <a:pt x="0" y="55"/>
                </a:lnTo>
                <a:lnTo>
                  <a:pt x="2" y="58"/>
                </a:lnTo>
                <a:lnTo>
                  <a:pt x="3" y="60"/>
                </a:lnTo>
                <a:lnTo>
                  <a:pt x="4" y="63"/>
                </a:lnTo>
                <a:lnTo>
                  <a:pt x="5" y="64"/>
                </a:lnTo>
                <a:lnTo>
                  <a:pt x="6" y="66"/>
                </a:lnTo>
                <a:lnTo>
                  <a:pt x="8" y="67"/>
                </a:lnTo>
                <a:lnTo>
                  <a:pt x="9" y="67"/>
                </a:lnTo>
                <a:lnTo>
                  <a:pt x="11" y="68"/>
                </a:lnTo>
                <a:lnTo>
                  <a:pt x="12" y="69"/>
                </a:lnTo>
                <a:lnTo>
                  <a:pt x="14" y="69"/>
                </a:lnTo>
                <a:lnTo>
                  <a:pt x="16" y="69"/>
                </a:lnTo>
                <a:lnTo>
                  <a:pt x="19" y="69"/>
                </a:lnTo>
                <a:lnTo>
                  <a:pt x="20" y="68"/>
                </a:lnTo>
                <a:lnTo>
                  <a:pt x="23" y="67"/>
                </a:lnTo>
                <a:lnTo>
                  <a:pt x="25" y="67"/>
                </a:lnTo>
                <a:lnTo>
                  <a:pt x="28" y="65"/>
                </a:lnTo>
                <a:lnTo>
                  <a:pt x="30" y="63"/>
                </a:lnTo>
                <a:lnTo>
                  <a:pt x="33" y="62"/>
                </a:lnTo>
                <a:lnTo>
                  <a:pt x="29" y="55"/>
                </a:lnTo>
                <a:lnTo>
                  <a:pt x="29" y="55"/>
                </a:lnTo>
                <a:close/>
                <a:moveTo>
                  <a:pt x="48" y="112"/>
                </a:moveTo>
                <a:lnTo>
                  <a:pt x="43" y="107"/>
                </a:lnTo>
                <a:lnTo>
                  <a:pt x="78" y="76"/>
                </a:lnTo>
                <a:lnTo>
                  <a:pt x="64" y="59"/>
                </a:lnTo>
                <a:lnTo>
                  <a:pt x="27" y="89"/>
                </a:lnTo>
                <a:lnTo>
                  <a:pt x="21" y="83"/>
                </a:lnTo>
                <a:lnTo>
                  <a:pt x="91" y="27"/>
                </a:lnTo>
                <a:lnTo>
                  <a:pt x="97" y="33"/>
                </a:lnTo>
                <a:lnTo>
                  <a:pt x="70" y="54"/>
                </a:lnTo>
                <a:lnTo>
                  <a:pt x="84" y="71"/>
                </a:lnTo>
                <a:lnTo>
                  <a:pt x="110" y="47"/>
                </a:lnTo>
                <a:lnTo>
                  <a:pt x="116" y="53"/>
                </a:lnTo>
                <a:lnTo>
                  <a:pt x="48" y="112"/>
                </a:lnTo>
                <a:lnTo>
                  <a:pt x="48" y="112"/>
                </a:lnTo>
                <a:close/>
                <a:moveTo>
                  <a:pt x="64" y="127"/>
                </a:moveTo>
                <a:lnTo>
                  <a:pt x="58" y="121"/>
                </a:lnTo>
                <a:lnTo>
                  <a:pt x="124" y="60"/>
                </a:lnTo>
                <a:lnTo>
                  <a:pt x="130" y="66"/>
                </a:lnTo>
                <a:lnTo>
                  <a:pt x="64" y="127"/>
                </a:lnTo>
                <a:lnTo>
                  <a:pt x="64" y="127"/>
                </a:lnTo>
                <a:close/>
                <a:moveTo>
                  <a:pt x="99" y="156"/>
                </a:moveTo>
                <a:lnTo>
                  <a:pt x="105" y="161"/>
                </a:lnTo>
                <a:lnTo>
                  <a:pt x="169" y="95"/>
                </a:lnTo>
                <a:lnTo>
                  <a:pt x="163" y="91"/>
                </a:lnTo>
                <a:lnTo>
                  <a:pt x="122" y="131"/>
                </a:lnTo>
                <a:lnTo>
                  <a:pt x="149" y="82"/>
                </a:lnTo>
                <a:lnTo>
                  <a:pt x="139" y="74"/>
                </a:lnTo>
                <a:lnTo>
                  <a:pt x="75" y="136"/>
                </a:lnTo>
                <a:lnTo>
                  <a:pt x="82" y="143"/>
                </a:lnTo>
                <a:lnTo>
                  <a:pt x="137" y="86"/>
                </a:lnTo>
                <a:lnTo>
                  <a:pt x="99" y="156"/>
                </a:lnTo>
                <a:lnTo>
                  <a:pt x="99" y="156"/>
                </a:lnTo>
                <a:close/>
                <a:moveTo>
                  <a:pt x="147" y="148"/>
                </a:moveTo>
                <a:lnTo>
                  <a:pt x="160" y="159"/>
                </a:lnTo>
                <a:lnTo>
                  <a:pt x="145" y="188"/>
                </a:lnTo>
                <a:lnTo>
                  <a:pt x="153" y="193"/>
                </a:lnTo>
                <a:lnTo>
                  <a:pt x="191" y="111"/>
                </a:lnTo>
                <a:lnTo>
                  <a:pt x="182" y="105"/>
                </a:lnTo>
                <a:lnTo>
                  <a:pt x="115" y="168"/>
                </a:lnTo>
                <a:lnTo>
                  <a:pt x="121" y="173"/>
                </a:lnTo>
                <a:lnTo>
                  <a:pt x="147" y="148"/>
                </a:lnTo>
                <a:lnTo>
                  <a:pt x="147" y="148"/>
                </a:lnTo>
                <a:close/>
                <a:moveTo>
                  <a:pt x="163" y="151"/>
                </a:moveTo>
                <a:lnTo>
                  <a:pt x="153" y="143"/>
                </a:lnTo>
                <a:lnTo>
                  <a:pt x="178" y="119"/>
                </a:lnTo>
                <a:lnTo>
                  <a:pt x="163" y="15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240" rIns="90000" bIns="39240" anchor="ctr">
            <a:noAutofit/>
          </a:bodyPr>
          <a:lstStyle/>
          <a:p>
            <a:endParaRPr/>
          </a:p>
        </p:txBody>
      </p:sp>
      <p:sp>
        <p:nvSpPr>
          <p:cNvPr id="202" name="ïś1ïḋe">
            <a:extLst>
              <a:ext uri="{FF2B5EF4-FFF2-40B4-BE49-F238E27FC236}">
                <a16:creationId xmlns:a16="http://schemas.microsoft.com/office/drawing/2014/main" id="{AF164D7D-D83D-47D6-BBCD-DE13FE8CD61D}"/>
              </a:ext>
            </a:extLst>
          </p:cNvPr>
          <p:cNvSpPr>
            <a:spLocks noGrp="1"/>
          </p:cNvSpPr>
          <p:nvPr/>
        </p:nvSpPr>
        <p:spPr>
          <a:xfrm>
            <a:off x="943920" y="915480"/>
            <a:ext cx="10440" cy="19800"/>
          </a:xfrm>
          <a:custGeom>
            <a:avLst/>
            <a:gdLst>
              <a:gd name="textAreaLeft" fmla="*/ 0 w 10440"/>
              <a:gd name="textAreaRight" fmla="*/ 10800 w 10440"/>
              <a:gd name="textAreaTop" fmla="*/ 0 h 19800"/>
              <a:gd name="textAreaBottom" fmla="*/ 20160 h 19800"/>
              <a:gd name="GluePoint1X" fmla="*/ 13 w 25"/>
              <a:gd name="GluePoint1Y" fmla="*/ 0 h 46"/>
              <a:gd name="GluePoint2X" fmla="*/ 20 w 25"/>
              <a:gd name="GluePoint2Y" fmla="*/ 29 h 46"/>
              <a:gd name="GluePoint3X" fmla="*/ 24 w 25"/>
              <a:gd name="GluePoint3Y" fmla="*/ 28 h 46"/>
              <a:gd name="GluePoint4X" fmla="*/ 25 w 25"/>
              <a:gd name="GluePoint4Y" fmla="*/ 32 h 46"/>
              <a:gd name="GluePoint5X" fmla="*/ 21 w 25"/>
              <a:gd name="GluePoint5Y" fmla="*/ 33 h 46"/>
              <a:gd name="GluePoint6X" fmla="*/ 24 w 25"/>
              <a:gd name="GluePoint6Y" fmla="*/ 45 h 46"/>
              <a:gd name="GluePoint7X" fmla="*/ 20 w 25"/>
              <a:gd name="GluePoint7Y" fmla="*/ 46 h 46"/>
              <a:gd name="GluePoint8X" fmla="*/ 17 w 25"/>
              <a:gd name="GluePoint8Y" fmla="*/ 33 h 46"/>
              <a:gd name="GluePoint9X" fmla="*/ 2 w 25"/>
              <a:gd name="GluePoint9Y" fmla="*/ 37 h 46"/>
              <a:gd name="GluePoint10X" fmla="*/ 0 w 25"/>
              <a:gd name="GluePoint10Y" fmla="*/ 33 h 46"/>
              <a:gd name="GluePoint11X" fmla="*/ 11 w 25"/>
              <a:gd name="GluePoint11Y" fmla="*/ 0 h 46"/>
              <a:gd name="GluePoint12X" fmla="*/ 13 w 25"/>
              <a:gd name="GluePoint12Y" fmla="*/ 0 h 46"/>
              <a:gd name="GluePoint13X" fmla="*/ 13 w 25"/>
              <a:gd name="GluePoint13Y" fmla="*/ 0 h 46"/>
              <a:gd name="GluePoint14X" fmla="*/ 16 w 25"/>
              <a:gd name="GluePoint14Y" fmla="*/ 29 h 46"/>
              <a:gd name="GluePoint15X" fmla="*/ 11 w 25"/>
              <a:gd name="GluePoint15Y" fmla="*/ 7 h 46"/>
              <a:gd name="GluePoint16X" fmla="*/ 3 w 25"/>
              <a:gd name="GluePoint16Y" fmla="*/ 33 h 46"/>
              <a:gd name="GluePoint17X" fmla="*/ 16 w 25"/>
              <a:gd name="GluePoint17Y" fmla="*/ 29 h 46"/>
            </a:gdLst>
            <a:ahLst/>
            <a:cxnLst/>
            <a:rect l="textAreaLeft" t="textAreaTop" r="textAreaRight" b="textAreaBottom"/>
            <a:pathLst>
              <a:path w="25" h="46">
                <a:moveTo>
                  <a:pt x="13" y="0"/>
                </a:moveTo>
                <a:lnTo>
                  <a:pt x="20" y="29"/>
                </a:lnTo>
                <a:lnTo>
                  <a:pt x="24" y="28"/>
                </a:lnTo>
                <a:lnTo>
                  <a:pt x="25" y="32"/>
                </a:lnTo>
                <a:lnTo>
                  <a:pt x="21" y="33"/>
                </a:lnTo>
                <a:lnTo>
                  <a:pt x="24" y="45"/>
                </a:lnTo>
                <a:lnTo>
                  <a:pt x="20" y="46"/>
                </a:lnTo>
                <a:lnTo>
                  <a:pt x="17" y="33"/>
                </a:lnTo>
                <a:lnTo>
                  <a:pt x="2" y="37"/>
                </a:lnTo>
                <a:lnTo>
                  <a:pt x="0" y="33"/>
                </a:lnTo>
                <a:lnTo>
                  <a:pt x="11" y="0"/>
                </a:lnTo>
                <a:lnTo>
                  <a:pt x="13" y="0"/>
                </a:lnTo>
                <a:lnTo>
                  <a:pt x="13" y="0"/>
                </a:lnTo>
                <a:close/>
                <a:moveTo>
                  <a:pt x="16" y="29"/>
                </a:moveTo>
                <a:lnTo>
                  <a:pt x="11" y="7"/>
                </a:lnTo>
                <a:lnTo>
                  <a:pt x="3" y="33"/>
                </a:lnTo>
                <a:lnTo>
                  <a:pt x="16" y="29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ctr">
            <a:noAutofit/>
          </a:bodyPr>
          <a:lstStyle/>
          <a:p>
            <a:endParaRPr/>
          </a:p>
        </p:txBody>
      </p:sp>
      <p:sp>
        <p:nvSpPr>
          <p:cNvPr id="203" name="ís1íďe">
            <a:extLst>
              <a:ext uri="{FF2B5EF4-FFF2-40B4-BE49-F238E27FC236}">
                <a16:creationId xmlns:a16="http://schemas.microsoft.com/office/drawing/2014/main" id="{31EF5232-53F0-45F7-BD06-3EE437102B3F}"/>
              </a:ext>
            </a:extLst>
          </p:cNvPr>
          <p:cNvSpPr>
            <a:spLocks noGrp="1"/>
          </p:cNvSpPr>
          <p:nvPr/>
        </p:nvSpPr>
        <p:spPr>
          <a:xfrm>
            <a:off x="882360" y="916560"/>
            <a:ext cx="10080" cy="19440"/>
          </a:xfrm>
          <a:custGeom>
            <a:avLst/>
            <a:gdLst>
              <a:gd name="textAreaLeft" fmla="*/ 0 w 10080"/>
              <a:gd name="textAreaRight" fmla="*/ 10440 w 10080"/>
              <a:gd name="textAreaTop" fmla="*/ 0 h 19440"/>
              <a:gd name="textAreaBottom" fmla="*/ 19800 h 19440"/>
              <a:gd name="GluePoint1X" fmla="*/ 16 w 24"/>
              <a:gd name="GluePoint1Y" fmla="*/ 10 h 45"/>
              <a:gd name="GluePoint2X" fmla="*/ 16 w 24"/>
              <a:gd name="GluePoint2Y" fmla="*/ 8 h 45"/>
              <a:gd name="GluePoint3X" fmla="*/ 16 w 24"/>
              <a:gd name="GluePoint3Y" fmla="*/ 7 h 45"/>
              <a:gd name="GluePoint4X" fmla="*/ 16 w 24"/>
              <a:gd name="GluePoint4Y" fmla="*/ 6 h 45"/>
              <a:gd name="GluePoint5X" fmla="*/ 15 w 24"/>
              <a:gd name="GluePoint5Y" fmla="*/ 5 h 45"/>
              <a:gd name="GluePoint6X" fmla="*/ 12 w 24"/>
              <a:gd name="GluePoint6Y" fmla="*/ 5 h 45"/>
              <a:gd name="GluePoint7X" fmla="*/ 9 w 24"/>
              <a:gd name="GluePoint7Y" fmla="*/ 5 h 45"/>
              <a:gd name="GluePoint8X" fmla="*/ 10 w 24"/>
              <a:gd name="GluePoint8Y" fmla="*/ 3 h 45"/>
              <a:gd name="GluePoint9X" fmla="*/ 13 w 24"/>
              <a:gd name="GluePoint9Y" fmla="*/ 3 h 45"/>
              <a:gd name="GluePoint10X" fmla="*/ 17 w 24"/>
              <a:gd name="GluePoint10Y" fmla="*/ 3 h 45"/>
              <a:gd name="GluePoint11X" fmla="*/ 20 w 24"/>
              <a:gd name="GluePoint11Y" fmla="*/ 2 h 45"/>
              <a:gd name="GluePoint12X" fmla="*/ 24 w 24"/>
              <a:gd name="GluePoint12Y" fmla="*/ 0 h 45"/>
              <a:gd name="GluePoint13X" fmla="*/ 14 w 24"/>
              <a:gd name="GluePoint13Y" fmla="*/ 39 h 45"/>
              <a:gd name="GluePoint14X" fmla="*/ 14 w 24"/>
              <a:gd name="GluePoint14Y" fmla="*/ 39 h 45"/>
              <a:gd name="GluePoint15X" fmla="*/ 14 w 24"/>
              <a:gd name="GluePoint15Y" fmla="*/ 40 h 45"/>
              <a:gd name="GluePoint16X" fmla="*/ 14 w 24"/>
              <a:gd name="GluePoint16Y" fmla="*/ 41 h 45"/>
              <a:gd name="GluePoint17X" fmla="*/ 14 w 24"/>
              <a:gd name="GluePoint17Y" fmla="*/ 42 h 45"/>
              <a:gd name="GluePoint18X" fmla="*/ 16 w 24"/>
              <a:gd name="GluePoint18Y" fmla="*/ 43 h 45"/>
              <a:gd name="GluePoint19X" fmla="*/ 18 w 24"/>
              <a:gd name="GluePoint19Y" fmla="*/ 43 h 45"/>
              <a:gd name="GluePoint20X" fmla="*/ 18 w 24"/>
              <a:gd name="GluePoint20Y" fmla="*/ 45 h 45"/>
              <a:gd name="GluePoint21X" fmla="*/ 0 w 24"/>
              <a:gd name="GluePoint21Y" fmla="*/ 40 h 45"/>
              <a:gd name="GluePoint22X" fmla="*/ 1 w 24"/>
              <a:gd name="GluePoint22Y" fmla="*/ 39 h 45"/>
              <a:gd name="GluePoint23X" fmla="*/ 4 w 24"/>
              <a:gd name="GluePoint23Y" fmla="*/ 39 h 45"/>
              <a:gd name="GluePoint24X" fmla="*/ 6 w 24"/>
              <a:gd name="GluePoint24Y" fmla="*/ 39 h 45"/>
              <a:gd name="GluePoint25X" fmla="*/ 7 w 24"/>
              <a:gd name="GluePoint25Y" fmla="*/ 39 h 45"/>
              <a:gd name="GluePoint26X" fmla="*/ 8 w 24"/>
              <a:gd name="GluePoint26Y" fmla="*/ 39 h 45"/>
              <a:gd name="GluePoint27X" fmla="*/ 8 w 24"/>
              <a:gd name="GluePoint27Y" fmla="*/ 39 h 45"/>
              <a:gd name="GluePoint28X" fmla="*/ 8 w 24"/>
              <a:gd name="GluePoint28Y" fmla="*/ 39 h 45"/>
              <a:gd name="GluePoint29X" fmla="*/ 16 w 24"/>
              <a:gd name="GluePoint29Y" fmla="*/ 10 h 45"/>
            </a:gdLst>
            <a:ahLst/>
            <a:cxnLst/>
            <a:rect l="textAreaLeft" t="textAreaTop" r="textAreaRight" b="textAreaBottom"/>
            <a:pathLst>
              <a:path w="24" h="45">
                <a:moveTo>
                  <a:pt x="16" y="10"/>
                </a:moveTo>
                <a:lnTo>
                  <a:pt x="16" y="8"/>
                </a:lnTo>
                <a:lnTo>
                  <a:pt x="16" y="7"/>
                </a:lnTo>
                <a:lnTo>
                  <a:pt x="16" y="6"/>
                </a:lnTo>
                <a:lnTo>
                  <a:pt x="15" y="5"/>
                </a:lnTo>
                <a:lnTo>
                  <a:pt x="12" y="5"/>
                </a:lnTo>
                <a:lnTo>
                  <a:pt x="9" y="5"/>
                </a:lnTo>
                <a:lnTo>
                  <a:pt x="10" y="3"/>
                </a:lnTo>
                <a:lnTo>
                  <a:pt x="13" y="3"/>
                </a:lnTo>
                <a:lnTo>
                  <a:pt x="17" y="3"/>
                </a:lnTo>
                <a:lnTo>
                  <a:pt x="20" y="2"/>
                </a:lnTo>
                <a:lnTo>
                  <a:pt x="24" y="0"/>
                </a:lnTo>
                <a:lnTo>
                  <a:pt x="14" y="39"/>
                </a:lnTo>
                <a:lnTo>
                  <a:pt x="14" y="39"/>
                </a:lnTo>
                <a:lnTo>
                  <a:pt x="14" y="40"/>
                </a:lnTo>
                <a:lnTo>
                  <a:pt x="14" y="41"/>
                </a:lnTo>
                <a:lnTo>
                  <a:pt x="14" y="42"/>
                </a:lnTo>
                <a:lnTo>
                  <a:pt x="16" y="43"/>
                </a:lnTo>
                <a:lnTo>
                  <a:pt x="18" y="43"/>
                </a:lnTo>
                <a:lnTo>
                  <a:pt x="18" y="45"/>
                </a:lnTo>
                <a:lnTo>
                  <a:pt x="0" y="40"/>
                </a:lnTo>
                <a:lnTo>
                  <a:pt x="1" y="39"/>
                </a:lnTo>
                <a:lnTo>
                  <a:pt x="4" y="39"/>
                </a:lnTo>
                <a:lnTo>
                  <a:pt x="6" y="39"/>
                </a:lnTo>
                <a:lnTo>
                  <a:pt x="7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16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204" name="i$ľide">
            <a:extLst>
              <a:ext uri="{FF2B5EF4-FFF2-40B4-BE49-F238E27FC236}">
                <a16:creationId xmlns:a16="http://schemas.microsoft.com/office/drawing/2014/main" id="{01681107-B45A-47E8-9593-952C2407D839}"/>
              </a:ext>
            </a:extLst>
          </p:cNvPr>
          <p:cNvSpPr>
            <a:spLocks noGrp="1"/>
          </p:cNvSpPr>
          <p:nvPr/>
        </p:nvSpPr>
        <p:spPr>
          <a:xfrm>
            <a:off x="903240" y="917280"/>
            <a:ext cx="9720" cy="19440"/>
          </a:xfrm>
          <a:custGeom>
            <a:avLst/>
            <a:gdLst>
              <a:gd name="textAreaLeft" fmla="*/ 0 w 9720"/>
              <a:gd name="textAreaRight" fmla="*/ 10080 w 9720"/>
              <a:gd name="textAreaTop" fmla="*/ 0 h 19440"/>
              <a:gd name="textAreaBottom" fmla="*/ 19800 h 19440"/>
              <a:gd name="GluePoint1X" fmla="*/ 1 w 23"/>
              <a:gd name="GluePoint1Y" fmla="*/ 45 h 45"/>
              <a:gd name="GluePoint2X" fmla="*/ 6 w 23"/>
              <a:gd name="GluePoint2Y" fmla="*/ 42 h 45"/>
              <a:gd name="GluePoint3X" fmla="*/ 10 w 23"/>
              <a:gd name="GluePoint3Y" fmla="*/ 39 h 45"/>
              <a:gd name="GluePoint4X" fmla="*/ 14 w 23"/>
              <a:gd name="GluePoint4Y" fmla="*/ 33 h 45"/>
              <a:gd name="GluePoint5X" fmla="*/ 16 w 23"/>
              <a:gd name="GluePoint5Y" fmla="*/ 25 h 45"/>
              <a:gd name="GluePoint6X" fmla="*/ 12 w 23"/>
              <a:gd name="GluePoint6Y" fmla="*/ 28 h 45"/>
              <a:gd name="GluePoint7X" fmla="*/ 11 w 23"/>
              <a:gd name="GluePoint7Y" fmla="*/ 29 h 45"/>
              <a:gd name="GluePoint8X" fmla="*/ 8 w 23"/>
              <a:gd name="GluePoint8Y" fmla="*/ 29 h 45"/>
              <a:gd name="GluePoint9X" fmla="*/ 5 w 23"/>
              <a:gd name="GluePoint9Y" fmla="*/ 27 h 45"/>
              <a:gd name="GluePoint10X" fmla="*/ 3 w 23"/>
              <a:gd name="GluePoint10Y" fmla="*/ 24 h 45"/>
              <a:gd name="GluePoint11X" fmla="*/ 1 w 23"/>
              <a:gd name="GluePoint11Y" fmla="*/ 20 h 45"/>
              <a:gd name="GluePoint12X" fmla="*/ 0 w 23"/>
              <a:gd name="GluePoint12Y" fmla="*/ 14 h 45"/>
              <a:gd name="GluePoint13X" fmla="*/ 1 w 23"/>
              <a:gd name="GluePoint13Y" fmla="*/ 9 h 45"/>
              <a:gd name="GluePoint14X" fmla="*/ 4 w 23"/>
              <a:gd name="GluePoint14Y" fmla="*/ 5 h 45"/>
              <a:gd name="GluePoint15X" fmla="*/ 5 w 23"/>
              <a:gd name="GluePoint15Y" fmla="*/ 2 h 45"/>
              <a:gd name="GluePoint16X" fmla="*/ 8 w 23"/>
              <a:gd name="GluePoint16Y" fmla="*/ 1 h 45"/>
              <a:gd name="GluePoint17X" fmla="*/ 12 w 23"/>
              <a:gd name="GluePoint17Y" fmla="*/ 0 h 45"/>
              <a:gd name="GluePoint18X" fmla="*/ 14 w 23"/>
              <a:gd name="GluePoint18Y" fmla="*/ 0 h 45"/>
              <a:gd name="GluePoint19X" fmla="*/ 16 w 23"/>
              <a:gd name="GluePoint19Y" fmla="*/ 1 h 45"/>
              <a:gd name="GluePoint20X" fmla="*/ 20 w 23"/>
              <a:gd name="GluePoint20Y" fmla="*/ 6 h 45"/>
              <a:gd name="GluePoint21X" fmla="*/ 23 w 23"/>
              <a:gd name="GluePoint21Y" fmla="*/ 13 h 45"/>
              <a:gd name="GluePoint22X" fmla="*/ 23 w 23"/>
              <a:gd name="GluePoint22Y" fmla="*/ 21 h 45"/>
              <a:gd name="GluePoint23X" fmla="*/ 22 w 23"/>
              <a:gd name="GluePoint23Y" fmla="*/ 29 h 45"/>
              <a:gd name="GluePoint24X" fmla="*/ 20 w 23"/>
              <a:gd name="GluePoint24Y" fmla="*/ 33 h 45"/>
              <a:gd name="GluePoint25X" fmla="*/ 18 w 23"/>
              <a:gd name="GluePoint25Y" fmla="*/ 37 h 45"/>
              <a:gd name="GluePoint26X" fmla="*/ 15 w 23"/>
              <a:gd name="GluePoint26Y" fmla="*/ 40 h 45"/>
              <a:gd name="GluePoint27X" fmla="*/ 11 w 23"/>
              <a:gd name="GluePoint27Y" fmla="*/ 42 h 45"/>
              <a:gd name="GluePoint28X" fmla="*/ 7 w 23"/>
              <a:gd name="GluePoint28Y" fmla="*/ 45 h 45"/>
              <a:gd name="GluePoint29X" fmla="*/ 1 w 23"/>
              <a:gd name="GluePoint29Y" fmla="*/ 45 h 45"/>
              <a:gd name="GluePoint30X" fmla="*/ 16 w 23"/>
              <a:gd name="GluePoint30Y" fmla="*/ 7 h 45"/>
              <a:gd name="GluePoint31X" fmla="*/ 13 w 23"/>
              <a:gd name="GluePoint31Y" fmla="*/ 4 h 45"/>
              <a:gd name="GluePoint32X" fmla="*/ 12 w 23"/>
              <a:gd name="GluePoint32Y" fmla="*/ 3 h 45"/>
              <a:gd name="GluePoint33X" fmla="*/ 9 w 23"/>
              <a:gd name="GluePoint33Y" fmla="*/ 3 h 45"/>
              <a:gd name="GluePoint34X" fmla="*/ 8 w 23"/>
              <a:gd name="GluePoint34Y" fmla="*/ 4 h 45"/>
              <a:gd name="GluePoint35X" fmla="*/ 6 w 23"/>
              <a:gd name="GluePoint35Y" fmla="*/ 5 h 45"/>
              <a:gd name="GluePoint36X" fmla="*/ 5 w 23"/>
              <a:gd name="GluePoint36Y" fmla="*/ 9 h 45"/>
              <a:gd name="GluePoint37X" fmla="*/ 5 w 23"/>
              <a:gd name="GluePoint37Y" fmla="*/ 13 h 45"/>
              <a:gd name="GluePoint38X" fmla="*/ 5 w 23"/>
              <a:gd name="GluePoint38Y" fmla="*/ 21 h 45"/>
              <a:gd name="GluePoint39X" fmla="*/ 7 w 23"/>
              <a:gd name="GluePoint39Y" fmla="*/ 25 h 45"/>
              <a:gd name="GluePoint40X" fmla="*/ 8 w 23"/>
              <a:gd name="GluePoint40Y" fmla="*/ 25 h 45"/>
              <a:gd name="GluePoint41X" fmla="*/ 11 w 23"/>
              <a:gd name="GluePoint41Y" fmla="*/ 25 h 45"/>
              <a:gd name="GluePoint42X" fmla="*/ 15 w 23"/>
              <a:gd name="GluePoint42Y" fmla="*/ 24 h 45"/>
              <a:gd name="GluePoint43X" fmla="*/ 16 w 23"/>
              <a:gd name="GluePoint43Y" fmla="*/ 23 h 45"/>
              <a:gd name="GluePoint44X" fmla="*/ 17 w 23"/>
              <a:gd name="GluePoint44Y" fmla="*/ 21 h 45"/>
              <a:gd name="GluePoint45X" fmla="*/ 18 w 23"/>
              <a:gd name="GluePoint45Y" fmla="*/ 16 h 45"/>
              <a:gd name="GluePoint46X" fmla="*/ 17 w 23"/>
              <a:gd name="GluePoint46Y" fmla="*/ 11 h 45"/>
              <a:gd name="GluePoint47X" fmla="*/ 16 w 23"/>
              <a:gd name="GluePoint47Y" fmla="*/ 7 h 45"/>
            </a:gdLst>
            <a:ahLst/>
            <a:cxnLst/>
            <a:rect l="textAreaLeft" t="textAreaTop" r="textAreaRight" b="textAreaBottom"/>
            <a:pathLst>
              <a:path w="23" h="45">
                <a:moveTo>
                  <a:pt x="1" y="45"/>
                </a:moveTo>
                <a:lnTo>
                  <a:pt x="1" y="45"/>
                </a:lnTo>
                <a:lnTo>
                  <a:pt x="4" y="44"/>
                </a:lnTo>
                <a:lnTo>
                  <a:pt x="6" y="42"/>
                </a:lnTo>
                <a:lnTo>
                  <a:pt x="8" y="41"/>
                </a:lnTo>
                <a:lnTo>
                  <a:pt x="10" y="39"/>
                </a:lnTo>
                <a:lnTo>
                  <a:pt x="12" y="36"/>
                </a:lnTo>
                <a:lnTo>
                  <a:pt x="14" y="33"/>
                </a:lnTo>
                <a:lnTo>
                  <a:pt x="16" y="29"/>
                </a:lnTo>
                <a:lnTo>
                  <a:pt x="16" y="25"/>
                </a:lnTo>
                <a:lnTo>
                  <a:pt x="14" y="26"/>
                </a:lnTo>
                <a:lnTo>
                  <a:pt x="12" y="28"/>
                </a:lnTo>
                <a:lnTo>
                  <a:pt x="12" y="28"/>
                </a:lnTo>
                <a:lnTo>
                  <a:pt x="11" y="29"/>
                </a:lnTo>
                <a:lnTo>
                  <a:pt x="9" y="29"/>
                </a:lnTo>
                <a:lnTo>
                  <a:pt x="8" y="29"/>
                </a:lnTo>
                <a:lnTo>
                  <a:pt x="7" y="28"/>
                </a:lnTo>
                <a:lnTo>
                  <a:pt x="5" y="27"/>
                </a:lnTo>
                <a:lnTo>
                  <a:pt x="4" y="26"/>
                </a:lnTo>
                <a:lnTo>
                  <a:pt x="3" y="24"/>
                </a:lnTo>
                <a:lnTo>
                  <a:pt x="2" y="22"/>
                </a:lnTo>
                <a:lnTo>
                  <a:pt x="1" y="20"/>
                </a:lnTo>
                <a:lnTo>
                  <a:pt x="0" y="17"/>
                </a:lnTo>
                <a:lnTo>
                  <a:pt x="0" y="14"/>
                </a:lnTo>
                <a:lnTo>
                  <a:pt x="1" y="12"/>
                </a:lnTo>
                <a:lnTo>
                  <a:pt x="1" y="9"/>
                </a:lnTo>
                <a:lnTo>
                  <a:pt x="2" y="7"/>
                </a:lnTo>
                <a:lnTo>
                  <a:pt x="4" y="5"/>
                </a:lnTo>
                <a:lnTo>
                  <a:pt x="4" y="3"/>
                </a:lnTo>
                <a:lnTo>
                  <a:pt x="5" y="2"/>
                </a:lnTo>
                <a:lnTo>
                  <a:pt x="7" y="1"/>
                </a:lnTo>
                <a:lnTo>
                  <a:pt x="8" y="1"/>
                </a:lnTo>
                <a:lnTo>
                  <a:pt x="10" y="0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6" y="1"/>
                </a:lnTo>
                <a:lnTo>
                  <a:pt x="16" y="1"/>
                </a:lnTo>
                <a:lnTo>
                  <a:pt x="19" y="4"/>
                </a:lnTo>
                <a:lnTo>
                  <a:pt x="20" y="6"/>
                </a:lnTo>
                <a:lnTo>
                  <a:pt x="22" y="9"/>
                </a:lnTo>
                <a:lnTo>
                  <a:pt x="23" y="13"/>
                </a:lnTo>
                <a:lnTo>
                  <a:pt x="23" y="17"/>
                </a:lnTo>
                <a:lnTo>
                  <a:pt x="23" y="21"/>
                </a:lnTo>
                <a:lnTo>
                  <a:pt x="23" y="25"/>
                </a:lnTo>
                <a:lnTo>
                  <a:pt x="22" y="29"/>
                </a:lnTo>
                <a:lnTo>
                  <a:pt x="21" y="31"/>
                </a:lnTo>
                <a:lnTo>
                  <a:pt x="20" y="33"/>
                </a:lnTo>
                <a:lnTo>
                  <a:pt x="19" y="35"/>
                </a:lnTo>
                <a:lnTo>
                  <a:pt x="18" y="37"/>
                </a:lnTo>
                <a:lnTo>
                  <a:pt x="16" y="38"/>
                </a:lnTo>
                <a:lnTo>
                  <a:pt x="15" y="40"/>
                </a:lnTo>
                <a:lnTo>
                  <a:pt x="12" y="41"/>
                </a:lnTo>
                <a:lnTo>
                  <a:pt x="11" y="42"/>
                </a:lnTo>
                <a:lnTo>
                  <a:pt x="8" y="44"/>
                </a:lnTo>
                <a:lnTo>
                  <a:pt x="7" y="45"/>
                </a:lnTo>
                <a:lnTo>
                  <a:pt x="4" y="45"/>
                </a:lnTo>
                <a:lnTo>
                  <a:pt x="1" y="45"/>
                </a:lnTo>
                <a:lnTo>
                  <a:pt x="1" y="45"/>
                </a:lnTo>
                <a:close/>
                <a:moveTo>
                  <a:pt x="16" y="7"/>
                </a:moveTo>
                <a:lnTo>
                  <a:pt x="15" y="5"/>
                </a:lnTo>
                <a:lnTo>
                  <a:pt x="13" y="4"/>
                </a:lnTo>
                <a:lnTo>
                  <a:pt x="12" y="3"/>
                </a:lnTo>
                <a:lnTo>
                  <a:pt x="12" y="3"/>
                </a:lnTo>
                <a:lnTo>
                  <a:pt x="11" y="3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7" y="5"/>
                </a:lnTo>
                <a:lnTo>
                  <a:pt x="6" y="5"/>
                </a:lnTo>
                <a:lnTo>
                  <a:pt x="5" y="7"/>
                </a:lnTo>
                <a:lnTo>
                  <a:pt x="5" y="9"/>
                </a:lnTo>
                <a:lnTo>
                  <a:pt x="5" y="10"/>
                </a:lnTo>
                <a:lnTo>
                  <a:pt x="5" y="13"/>
                </a:lnTo>
                <a:lnTo>
                  <a:pt x="5" y="17"/>
                </a:lnTo>
                <a:lnTo>
                  <a:pt x="5" y="21"/>
                </a:lnTo>
                <a:lnTo>
                  <a:pt x="6" y="23"/>
                </a:lnTo>
                <a:lnTo>
                  <a:pt x="7" y="25"/>
                </a:lnTo>
                <a:lnTo>
                  <a:pt x="8" y="25"/>
                </a:lnTo>
                <a:lnTo>
                  <a:pt x="8" y="25"/>
                </a:lnTo>
                <a:lnTo>
                  <a:pt x="10" y="25"/>
                </a:lnTo>
                <a:lnTo>
                  <a:pt x="11" y="25"/>
                </a:lnTo>
                <a:lnTo>
                  <a:pt x="13" y="25"/>
                </a:lnTo>
                <a:lnTo>
                  <a:pt x="15" y="24"/>
                </a:lnTo>
                <a:lnTo>
                  <a:pt x="16" y="23"/>
                </a:lnTo>
                <a:lnTo>
                  <a:pt x="16" y="23"/>
                </a:lnTo>
                <a:lnTo>
                  <a:pt x="16" y="22"/>
                </a:lnTo>
                <a:lnTo>
                  <a:pt x="17" y="21"/>
                </a:lnTo>
                <a:lnTo>
                  <a:pt x="17" y="19"/>
                </a:lnTo>
                <a:lnTo>
                  <a:pt x="18" y="16"/>
                </a:lnTo>
                <a:lnTo>
                  <a:pt x="17" y="13"/>
                </a:lnTo>
                <a:lnTo>
                  <a:pt x="17" y="11"/>
                </a:lnTo>
                <a:lnTo>
                  <a:pt x="16" y="9"/>
                </a:lnTo>
                <a:lnTo>
                  <a:pt x="16" y="7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205" name="í$lïḓé">
            <a:extLst>
              <a:ext uri="{FF2B5EF4-FFF2-40B4-BE49-F238E27FC236}">
                <a16:creationId xmlns:a16="http://schemas.microsoft.com/office/drawing/2014/main" id="{63E4FB91-22D3-4474-9673-4807662171F2}"/>
              </a:ext>
            </a:extLst>
          </p:cNvPr>
          <p:cNvSpPr>
            <a:spLocks noGrp="1"/>
          </p:cNvSpPr>
          <p:nvPr/>
        </p:nvSpPr>
        <p:spPr>
          <a:xfrm>
            <a:off x="924480" y="916920"/>
            <a:ext cx="9360" cy="20160"/>
          </a:xfrm>
          <a:custGeom>
            <a:avLst/>
            <a:gdLst>
              <a:gd name="textAreaLeft" fmla="*/ 0 w 9360"/>
              <a:gd name="textAreaRight" fmla="*/ 9720 w 9360"/>
              <a:gd name="textAreaTop" fmla="*/ 0 h 20160"/>
              <a:gd name="textAreaBottom" fmla="*/ 20520 h 20160"/>
              <a:gd name="GluePoint1X" fmla="*/ 0 w 22"/>
              <a:gd name="GluePoint1Y" fmla="*/ 10 h 47"/>
              <a:gd name="GluePoint2X" fmla="*/ 1 w 22"/>
              <a:gd name="GluePoint2Y" fmla="*/ 6 h 47"/>
              <a:gd name="GluePoint3X" fmla="*/ 4 w 22"/>
              <a:gd name="GluePoint3Y" fmla="*/ 2 h 47"/>
              <a:gd name="GluePoint4X" fmla="*/ 8 w 22"/>
              <a:gd name="GluePoint4Y" fmla="*/ 1 h 47"/>
              <a:gd name="GluePoint5X" fmla="*/ 12 w 22"/>
              <a:gd name="GluePoint5Y" fmla="*/ 1 h 47"/>
              <a:gd name="GluePoint6X" fmla="*/ 16 w 22"/>
              <a:gd name="GluePoint6Y" fmla="*/ 2 h 47"/>
              <a:gd name="GluePoint7X" fmla="*/ 18 w 22"/>
              <a:gd name="GluePoint7Y" fmla="*/ 6 h 47"/>
              <a:gd name="GluePoint8X" fmla="*/ 20 w 22"/>
              <a:gd name="GluePoint8Y" fmla="*/ 10 h 47"/>
              <a:gd name="GluePoint9X" fmla="*/ 19 w 22"/>
              <a:gd name="GluePoint9Y" fmla="*/ 14 h 47"/>
              <a:gd name="GluePoint10X" fmla="*/ 16 w 22"/>
              <a:gd name="GluePoint10Y" fmla="*/ 18 h 47"/>
              <a:gd name="GluePoint11X" fmla="*/ 15 w 22"/>
              <a:gd name="GluePoint11Y" fmla="*/ 22 h 47"/>
              <a:gd name="GluePoint12X" fmla="*/ 17 w 22"/>
              <a:gd name="GluePoint12Y" fmla="*/ 24 h 47"/>
              <a:gd name="GluePoint13X" fmla="*/ 20 w 22"/>
              <a:gd name="GluePoint13Y" fmla="*/ 26 h 47"/>
              <a:gd name="GluePoint14X" fmla="*/ 21 w 22"/>
              <a:gd name="GluePoint14Y" fmla="*/ 29 h 47"/>
              <a:gd name="GluePoint15X" fmla="*/ 22 w 22"/>
              <a:gd name="GluePoint15Y" fmla="*/ 33 h 47"/>
              <a:gd name="GluePoint16X" fmla="*/ 21 w 22"/>
              <a:gd name="GluePoint16Y" fmla="*/ 38 h 47"/>
              <a:gd name="GluePoint17X" fmla="*/ 18 w 22"/>
              <a:gd name="GluePoint17Y" fmla="*/ 42 h 47"/>
              <a:gd name="GluePoint18X" fmla="*/ 14 w 22"/>
              <a:gd name="GluePoint18Y" fmla="*/ 46 h 47"/>
              <a:gd name="GluePoint19X" fmla="*/ 10 w 22"/>
              <a:gd name="GluePoint19Y" fmla="*/ 47 h 47"/>
              <a:gd name="GluePoint20X" fmla="*/ 6 w 22"/>
              <a:gd name="GluePoint20Y" fmla="*/ 47 h 47"/>
              <a:gd name="GluePoint21X" fmla="*/ 4 w 22"/>
              <a:gd name="GluePoint21Y" fmla="*/ 46 h 47"/>
              <a:gd name="GluePoint22X" fmla="*/ 1 w 22"/>
              <a:gd name="GluePoint22Y" fmla="*/ 45 h 47"/>
              <a:gd name="GluePoint23X" fmla="*/ 0 w 22"/>
              <a:gd name="GluePoint23Y" fmla="*/ 42 h 47"/>
              <a:gd name="GluePoint24X" fmla="*/ 1 w 22"/>
              <a:gd name="GluePoint24Y" fmla="*/ 40 h 47"/>
              <a:gd name="GluePoint25X" fmla="*/ 4 w 22"/>
              <a:gd name="GluePoint25Y" fmla="*/ 39 h 47"/>
              <a:gd name="GluePoint26X" fmla="*/ 5 w 22"/>
              <a:gd name="GluePoint26Y" fmla="*/ 40 h 47"/>
              <a:gd name="GluePoint27X" fmla="*/ 7 w 22"/>
              <a:gd name="GluePoint27Y" fmla="*/ 42 h 47"/>
              <a:gd name="GluePoint28X" fmla="*/ 9 w 22"/>
              <a:gd name="GluePoint28Y" fmla="*/ 43 h 47"/>
              <a:gd name="GluePoint29X" fmla="*/ 12 w 22"/>
              <a:gd name="GluePoint29Y" fmla="*/ 42 h 47"/>
              <a:gd name="GluePoint30X" fmla="*/ 14 w 22"/>
              <a:gd name="GluePoint30Y" fmla="*/ 41 h 47"/>
              <a:gd name="GluePoint31X" fmla="*/ 16 w 22"/>
              <a:gd name="GluePoint31Y" fmla="*/ 38 h 47"/>
              <a:gd name="GluePoint32X" fmla="*/ 17 w 22"/>
              <a:gd name="GluePoint32Y" fmla="*/ 36 h 47"/>
              <a:gd name="GluePoint33X" fmla="*/ 17 w 22"/>
              <a:gd name="GluePoint33Y" fmla="*/ 34 h 47"/>
              <a:gd name="GluePoint34X" fmla="*/ 17 w 22"/>
              <a:gd name="GluePoint34Y" fmla="*/ 30 h 47"/>
              <a:gd name="GluePoint35X" fmla="*/ 16 w 22"/>
              <a:gd name="GluePoint35Y" fmla="*/ 28 h 47"/>
              <a:gd name="GluePoint36X" fmla="*/ 13 w 22"/>
              <a:gd name="GluePoint36Y" fmla="*/ 26 h 47"/>
              <a:gd name="GluePoint37X" fmla="*/ 9 w 22"/>
              <a:gd name="GluePoint37Y" fmla="*/ 24 h 47"/>
              <a:gd name="GluePoint38X" fmla="*/ 6 w 22"/>
              <a:gd name="GluePoint38Y" fmla="*/ 22 h 47"/>
              <a:gd name="GluePoint39X" fmla="*/ 9 w 22"/>
              <a:gd name="GluePoint39Y" fmla="*/ 22 h 47"/>
              <a:gd name="GluePoint40X" fmla="*/ 12 w 22"/>
              <a:gd name="GluePoint40Y" fmla="*/ 19 h 47"/>
              <a:gd name="GluePoint41X" fmla="*/ 14 w 22"/>
              <a:gd name="GluePoint41Y" fmla="*/ 16 h 47"/>
              <a:gd name="GluePoint42X" fmla="*/ 14 w 22"/>
              <a:gd name="GluePoint42Y" fmla="*/ 13 h 47"/>
              <a:gd name="GluePoint43X" fmla="*/ 14 w 22"/>
              <a:gd name="GluePoint43Y" fmla="*/ 9 h 47"/>
              <a:gd name="GluePoint44X" fmla="*/ 12 w 22"/>
              <a:gd name="GluePoint44Y" fmla="*/ 6 h 47"/>
              <a:gd name="GluePoint45X" fmla="*/ 11 w 22"/>
              <a:gd name="GluePoint45Y" fmla="*/ 6 h 47"/>
              <a:gd name="GluePoint46X" fmla="*/ 8 w 22"/>
              <a:gd name="GluePoint46Y" fmla="*/ 5 h 47"/>
              <a:gd name="GluePoint47X" fmla="*/ 6 w 22"/>
              <a:gd name="GluePoint47Y" fmla="*/ 6 h 47"/>
              <a:gd name="GluePoint48X" fmla="*/ 4 w 22"/>
              <a:gd name="GluePoint48Y" fmla="*/ 6 h 47"/>
              <a:gd name="GluePoint49X" fmla="*/ 3 w 22"/>
              <a:gd name="GluePoint49Y" fmla="*/ 8 h 47"/>
              <a:gd name="GluePoint50X" fmla="*/ 2 w 22"/>
              <a:gd name="GluePoint50Y" fmla="*/ 11 h 47"/>
            </a:gdLst>
            <a:ahLst/>
            <a:cxnLst/>
            <a:rect l="textAreaLeft" t="textAreaTop" r="textAreaRight" b="textAreaBottom"/>
            <a:pathLst>
              <a:path w="22" h="47">
                <a:moveTo>
                  <a:pt x="0" y="11"/>
                </a:moveTo>
                <a:lnTo>
                  <a:pt x="0" y="10"/>
                </a:lnTo>
                <a:lnTo>
                  <a:pt x="1" y="8"/>
                </a:lnTo>
                <a:lnTo>
                  <a:pt x="1" y="6"/>
                </a:lnTo>
                <a:lnTo>
                  <a:pt x="3" y="5"/>
                </a:lnTo>
                <a:lnTo>
                  <a:pt x="4" y="2"/>
                </a:lnTo>
                <a:lnTo>
                  <a:pt x="6" y="2"/>
                </a:lnTo>
                <a:lnTo>
                  <a:pt x="8" y="1"/>
                </a:lnTo>
                <a:lnTo>
                  <a:pt x="10" y="0"/>
                </a:lnTo>
                <a:lnTo>
                  <a:pt x="12" y="1"/>
                </a:lnTo>
                <a:lnTo>
                  <a:pt x="14" y="2"/>
                </a:lnTo>
                <a:lnTo>
                  <a:pt x="16" y="2"/>
                </a:lnTo>
                <a:lnTo>
                  <a:pt x="17" y="4"/>
                </a:lnTo>
                <a:lnTo>
                  <a:pt x="18" y="6"/>
                </a:lnTo>
                <a:lnTo>
                  <a:pt x="19" y="8"/>
                </a:lnTo>
                <a:lnTo>
                  <a:pt x="20" y="10"/>
                </a:lnTo>
                <a:lnTo>
                  <a:pt x="20" y="12"/>
                </a:lnTo>
                <a:lnTo>
                  <a:pt x="19" y="14"/>
                </a:lnTo>
                <a:lnTo>
                  <a:pt x="17" y="17"/>
                </a:lnTo>
                <a:lnTo>
                  <a:pt x="16" y="18"/>
                </a:lnTo>
                <a:lnTo>
                  <a:pt x="13" y="21"/>
                </a:lnTo>
                <a:lnTo>
                  <a:pt x="15" y="22"/>
                </a:lnTo>
                <a:lnTo>
                  <a:pt x="16" y="22"/>
                </a:lnTo>
                <a:lnTo>
                  <a:pt x="17" y="24"/>
                </a:lnTo>
                <a:lnTo>
                  <a:pt x="19" y="25"/>
                </a:lnTo>
                <a:lnTo>
                  <a:pt x="20" y="26"/>
                </a:lnTo>
                <a:lnTo>
                  <a:pt x="20" y="27"/>
                </a:lnTo>
                <a:lnTo>
                  <a:pt x="21" y="29"/>
                </a:lnTo>
                <a:lnTo>
                  <a:pt x="21" y="30"/>
                </a:lnTo>
                <a:lnTo>
                  <a:pt x="22" y="33"/>
                </a:lnTo>
                <a:lnTo>
                  <a:pt x="22" y="35"/>
                </a:lnTo>
                <a:lnTo>
                  <a:pt x="21" y="38"/>
                </a:lnTo>
                <a:lnTo>
                  <a:pt x="20" y="40"/>
                </a:lnTo>
                <a:lnTo>
                  <a:pt x="18" y="42"/>
                </a:lnTo>
                <a:lnTo>
                  <a:pt x="16" y="44"/>
                </a:lnTo>
                <a:lnTo>
                  <a:pt x="14" y="46"/>
                </a:lnTo>
                <a:lnTo>
                  <a:pt x="12" y="46"/>
                </a:lnTo>
                <a:lnTo>
                  <a:pt x="10" y="47"/>
                </a:lnTo>
                <a:lnTo>
                  <a:pt x="7" y="47"/>
                </a:lnTo>
                <a:lnTo>
                  <a:pt x="6" y="47"/>
                </a:lnTo>
                <a:lnTo>
                  <a:pt x="4" y="46"/>
                </a:lnTo>
                <a:lnTo>
                  <a:pt x="4" y="46"/>
                </a:lnTo>
                <a:lnTo>
                  <a:pt x="2" y="46"/>
                </a:lnTo>
                <a:lnTo>
                  <a:pt x="1" y="45"/>
                </a:lnTo>
                <a:lnTo>
                  <a:pt x="0" y="44"/>
                </a:lnTo>
                <a:lnTo>
                  <a:pt x="0" y="42"/>
                </a:lnTo>
                <a:lnTo>
                  <a:pt x="0" y="41"/>
                </a:lnTo>
                <a:lnTo>
                  <a:pt x="1" y="40"/>
                </a:lnTo>
                <a:lnTo>
                  <a:pt x="3" y="39"/>
                </a:lnTo>
                <a:lnTo>
                  <a:pt x="4" y="39"/>
                </a:lnTo>
                <a:lnTo>
                  <a:pt x="4" y="39"/>
                </a:lnTo>
                <a:lnTo>
                  <a:pt x="5" y="40"/>
                </a:lnTo>
                <a:lnTo>
                  <a:pt x="6" y="41"/>
                </a:lnTo>
                <a:lnTo>
                  <a:pt x="7" y="42"/>
                </a:lnTo>
                <a:lnTo>
                  <a:pt x="8" y="43"/>
                </a:lnTo>
                <a:lnTo>
                  <a:pt x="9" y="43"/>
                </a:lnTo>
                <a:lnTo>
                  <a:pt x="11" y="43"/>
                </a:lnTo>
                <a:lnTo>
                  <a:pt x="12" y="42"/>
                </a:lnTo>
                <a:lnTo>
                  <a:pt x="13" y="42"/>
                </a:lnTo>
                <a:lnTo>
                  <a:pt x="14" y="41"/>
                </a:lnTo>
                <a:lnTo>
                  <a:pt x="16" y="40"/>
                </a:lnTo>
                <a:lnTo>
                  <a:pt x="16" y="38"/>
                </a:lnTo>
                <a:lnTo>
                  <a:pt x="17" y="38"/>
                </a:lnTo>
                <a:lnTo>
                  <a:pt x="17" y="36"/>
                </a:lnTo>
                <a:lnTo>
                  <a:pt x="17" y="34"/>
                </a:lnTo>
                <a:lnTo>
                  <a:pt x="17" y="34"/>
                </a:lnTo>
                <a:lnTo>
                  <a:pt x="17" y="32"/>
                </a:lnTo>
                <a:lnTo>
                  <a:pt x="17" y="30"/>
                </a:lnTo>
                <a:lnTo>
                  <a:pt x="16" y="29"/>
                </a:lnTo>
                <a:lnTo>
                  <a:pt x="16" y="28"/>
                </a:lnTo>
                <a:lnTo>
                  <a:pt x="15" y="26"/>
                </a:lnTo>
                <a:lnTo>
                  <a:pt x="13" y="26"/>
                </a:lnTo>
                <a:lnTo>
                  <a:pt x="12" y="24"/>
                </a:lnTo>
                <a:lnTo>
                  <a:pt x="9" y="24"/>
                </a:lnTo>
                <a:lnTo>
                  <a:pt x="6" y="24"/>
                </a:lnTo>
                <a:lnTo>
                  <a:pt x="6" y="22"/>
                </a:lnTo>
                <a:lnTo>
                  <a:pt x="8" y="22"/>
                </a:lnTo>
                <a:lnTo>
                  <a:pt x="9" y="22"/>
                </a:lnTo>
                <a:lnTo>
                  <a:pt x="10" y="21"/>
                </a:lnTo>
                <a:lnTo>
                  <a:pt x="12" y="19"/>
                </a:lnTo>
                <a:lnTo>
                  <a:pt x="13" y="18"/>
                </a:lnTo>
                <a:lnTo>
                  <a:pt x="14" y="16"/>
                </a:lnTo>
                <a:lnTo>
                  <a:pt x="14" y="14"/>
                </a:lnTo>
                <a:lnTo>
                  <a:pt x="14" y="13"/>
                </a:lnTo>
                <a:lnTo>
                  <a:pt x="14" y="10"/>
                </a:lnTo>
                <a:lnTo>
                  <a:pt x="14" y="9"/>
                </a:lnTo>
                <a:lnTo>
                  <a:pt x="13" y="8"/>
                </a:lnTo>
                <a:lnTo>
                  <a:pt x="12" y="6"/>
                </a:lnTo>
                <a:lnTo>
                  <a:pt x="12" y="6"/>
                </a:lnTo>
                <a:lnTo>
                  <a:pt x="11" y="6"/>
                </a:lnTo>
                <a:lnTo>
                  <a:pt x="10" y="5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4" y="6"/>
                </a:lnTo>
                <a:lnTo>
                  <a:pt x="4" y="6"/>
                </a:lnTo>
                <a:lnTo>
                  <a:pt x="4" y="7"/>
                </a:lnTo>
                <a:lnTo>
                  <a:pt x="3" y="8"/>
                </a:lnTo>
                <a:lnTo>
                  <a:pt x="3" y="10"/>
                </a:lnTo>
                <a:lnTo>
                  <a:pt x="2" y="11"/>
                </a:lnTo>
                <a:lnTo>
                  <a:pt x="0" y="1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480" rIns="90000" bIns="-24480" anchor="ctr">
            <a:noAutofit/>
          </a:bodyPr>
          <a:lstStyle/>
          <a:p>
            <a:endParaRPr/>
          </a:p>
        </p:txBody>
      </p:sp>
      <p:sp>
        <p:nvSpPr>
          <p:cNvPr id="207" name="ïṩḷïḋê">
            <a:extLst>
              <a:ext uri="{FF2B5EF4-FFF2-40B4-BE49-F238E27FC236}">
                <a16:creationId xmlns:a16="http://schemas.microsoft.com/office/drawing/2014/main" id="{87C9B75B-941C-4FB0-9373-AC8724A8F001}"/>
              </a:ext>
            </a:extLst>
          </p:cNvPr>
          <p:cNvSpPr>
            <a:spLocks noGrp="1"/>
          </p:cNvSpPr>
          <p:nvPr/>
        </p:nvSpPr>
        <p:spPr>
          <a:xfrm>
            <a:off x="2762640" y="554400"/>
            <a:ext cx="190800" cy="333360"/>
          </a:xfrm>
          <a:custGeom>
            <a:avLst/>
            <a:gdLst>
              <a:gd name="textAreaLeft" fmla="*/ 0 w 190800"/>
              <a:gd name="textAreaRight" fmla="*/ 191160 w 190800"/>
              <a:gd name="textAreaTop" fmla="*/ 0 h 333360"/>
              <a:gd name="textAreaBottom" fmla="*/ 333720 h 333360"/>
              <a:gd name="GluePoint1X" fmla="*/ 199 w 438"/>
              <a:gd name="GluePoint1Y" fmla="*/ 337 h 764"/>
              <a:gd name="GluePoint2X" fmla="*/ 183 w 438"/>
              <a:gd name="GluePoint2Y" fmla="*/ 308 h 764"/>
              <a:gd name="GluePoint3X" fmla="*/ 126 w 438"/>
              <a:gd name="GluePoint3Y" fmla="*/ 371 h 764"/>
              <a:gd name="GluePoint4X" fmla="*/ 78 w 438"/>
              <a:gd name="GluePoint4Y" fmla="*/ 348 h 764"/>
              <a:gd name="GluePoint5X" fmla="*/ 55 w 438"/>
              <a:gd name="GluePoint5Y" fmla="*/ 290 h 764"/>
              <a:gd name="GluePoint6X" fmla="*/ 103 w 438"/>
              <a:gd name="GluePoint6Y" fmla="*/ 283 h 764"/>
              <a:gd name="GluePoint7X" fmla="*/ 78 w 438"/>
              <a:gd name="GluePoint7Y" fmla="*/ 216 h 764"/>
              <a:gd name="GluePoint8X" fmla="*/ 83 w 438"/>
              <a:gd name="GluePoint8Y" fmla="*/ 183 h 764"/>
              <a:gd name="GluePoint9X" fmla="*/ 159 w 438"/>
              <a:gd name="GluePoint9Y" fmla="*/ 189 h 764"/>
              <a:gd name="GluePoint10X" fmla="*/ 233 w 438"/>
              <a:gd name="GluePoint10Y" fmla="*/ 120 h 764"/>
              <a:gd name="GluePoint11X" fmla="*/ 250 w 438"/>
              <a:gd name="GluePoint11Y" fmla="*/ 27 h 764"/>
              <a:gd name="GluePoint12X" fmla="*/ 319 w 438"/>
              <a:gd name="GluePoint12Y" fmla="*/ 21 h 764"/>
              <a:gd name="GluePoint13X" fmla="*/ 276 w 438"/>
              <a:gd name="GluePoint13Y" fmla="*/ 123 h 764"/>
              <a:gd name="GluePoint14X" fmla="*/ 255 w 438"/>
              <a:gd name="GluePoint14Y" fmla="*/ 180 h 764"/>
              <a:gd name="GluePoint15X" fmla="*/ 315 w 438"/>
              <a:gd name="GluePoint15Y" fmla="*/ 172 h 764"/>
              <a:gd name="GluePoint16X" fmla="*/ 409 w 438"/>
              <a:gd name="GluePoint16Y" fmla="*/ 132 h 764"/>
              <a:gd name="GluePoint17X" fmla="*/ 435 w 438"/>
              <a:gd name="GluePoint17Y" fmla="*/ 194 h 764"/>
              <a:gd name="GluePoint18X" fmla="*/ 396 w 438"/>
              <a:gd name="GluePoint18Y" fmla="*/ 231 h 764"/>
              <a:gd name="GluePoint19X" fmla="*/ 364 w 438"/>
              <a:gd name="GluePoint19Y" fmla="*/ 260 h 764"/>
              <a:gd name="GluePoint20X" fmla="*/ 321 w 438"/>
              <a:gd name="GluePoint20Y" fmla="*/ 307 h 764"/>
              <a:gd name="GluePoint21X" fmla="*/ 356 w 438"/>
              <a:gd name="GluePoint21Y" fmla="*/ 387 h 764"/>
              <a:gd name="GluePoint22X" fmla="*/ 292 w 438"/>
              <a:gd name="GluePoint22Y" fmla="*/ 434 h 764"/>
              <a:gd name="GluePoint23X" fmla="*/ 251 w 438"/>
              <a:gd name="GluePoint23Y" fmla="*/ 469 h 764"/>
              <a:gd name="GluePoint24X" fmla="*/ 225 w 438"/>
              <a:gd name="GluePoint24Y" fmla="*/ 504 h 764"/>
              <a:gd name="GluePoint25X" fmla="*/ 306 w 438"/>
              <a:gd name="GluePoint25Y" fmla="*/ 484 h 764"/>
              <a:gd name="GluePoint26X" fmla="*/ 326 w 438"/>
              <a:gd name="GluePoint26Y" fmla="*/ 532 h 764"/>
              <a:gd name="GluePoint27X" fmla="*/ 282 w 438"/>
              <a:gd name="GluePoint27Y" fmla="*/ 553 h 764"/>
              <a:gd name="GluePoint28X" fmla="*/ 243 w 438"/>
              <a:gd name="GluePoint28Y" fmla="*/ 541 h 764"/>
              <a:gd name="GluePoint29X" fmla="*/ 251 w 438"/>
              <a:gd name="GluePoint29Y" fmla="*/ 613 h 764"/>
              <a:gd name="GluePoint30X" fmla="*/ 263 w 438"/>
              <a:gd name="GluePoint30Y" fmla="*/ 691 h 764"/>
              <a:gd name="GluePoint31X" fmla="*/ 245 w 438"/>
              <a:gd name="GluePoint31Y" fmla="*/ 760 h 764"/>
              <a:gd name="GluePoint32X" fmla="*/ 196 w 438"/>
              <a:gd name="GluePoint32Y" fmla="*/ 749 h 764"/>
              <a:gd name="GluePoint33X" fmla="*/ 142 w 438"/>
              <a:gd name="GluePoint33Y" fmla="*/ 719 h 764"/>
              <a:gd name="GluePoint34X" fmla="*/ 207 w 438"/>
              <a:gd name="GluePoint34Y" fmla="*/ 700 h 764"/>
              <a:gd name="GluePoint35X" fmla="*/ 217 w 438"/>
              <a:gd name="GluePoint35Y" fmla="*/ 634 h 764"/>
              <a:gd name="GluePoint36X" fmla="*/ 163 w 438"/>
              <a:gd name="GluePoint36Y" fmla="*/ 584 h 764"/>
              <a:gd name="GluePoint37X" fmla="*/ 71 w 438"/>
              <a:gd name="GluePoint37Y" fmla="*/ 634 h 764"/>
              <a:gd name="GluePoint38X" fmla="*/ 3 w 438"/>
              <a:gd name="GluePoint38Y" fmla="*/ 622 h 764"/>
              <a:gd name="GluePoint39X" fmla="*/ 68 w 438"/>
              <a:gd name="GluePoint39Y" fmla="*/ 588 h 764"/>
              <a:gd name="GluePoint40X" fmla="*/ 151 w 438"/>
              <a:gd name="GluePoint40Y" fmla="*/ 536 h 764"/>
              <a:gd name="GluePoint41X" fmla="*/ 195 w 438"/>
              <a:gd name="GluePoint41Y" fmla="*/ 496 h 764"/>
              <a:gd name="GluePoint42X" fmla="*/ 262 w 438"/>
              <a:gd name="GluePoint42Y" fmla="*/ 432 h 764"/>
              <a:gd name="GluePoint43X" fmla="*/ 238 w 438"/>
              <a:gd name="GluePoint43Y" fmla="*/ 413 h 764"/>
              <a:gd name="GluePoint44X" fmla="*/ 176 w 438"/>
              <a:gd name="GluePoint44Y" fmla="*/ 445 h 764"/>
              <a:gd name="GluePoint45X" fmla="*/ 113 w 438"/>
              <a:gd name="GluePoint45Y" fmla="*/ 449 h 764"/>
              <a:gd name="GluePoint46X" fmla="*/ 213 w 438"/>
              <a:gd name="GluePoint46Y" fmla="*/ 395 h 764"/>
              <a:gd name="GluePoint47X" fmla="*/ 277 w 438"/>
              <a:gd name="GluePoint47Y" fmla="*/ 361 h 764"/>
              <a:gd name="GluePoint48X" fmla="*/ 300 w 438"/>
              <a:gd name="GluePoint48Y" fmla="*/ 303 h 764"/>
              <a:gd name="GluePoint49X" fmla="*/ 335 w 438"/>
              <a:gd name="GluePoint49Y" fmla="*/ 263 h 764"/>
              <a:gd name="GluePoint50X" fmla="*/ 368 w 438"/>
              <a:gd name="GluePoint50Y" fmla="*/ 191 h 764"/>
              <a:gd name="GluePoint51X" fmla="*/ 309 w 438"/>
              <a:gd name="GluePoint51Y" fmla="*/ 206 h 764"/>
              <a:gd name="GluePoint52X" fmla="*/ 313 w 438"/>
              <a:gd name="GluePoint52Y" fmla="*/ 245 h 764"/>
              <a:gd name="GluePoint53X" fmla="*/ 284 w 438"/>
              <a:gd name="GluePoint53Y" fmla="*/ 301 h 764"/>
              <a:gd name="GluePoint54X" fmla="*/ 243 w 438"/>
              <a:gd name="GluePoint54Y" fmla="*/ 356 h 764"/>
              <a:gd name="GluePoint55X" fmla="*/ 134 w 438"/>
              <a:gd name="GluePoint55Y" fmla="*/ 220 h 764"/>
              <a:gd name="GluePoint56X" fmla="*/ 131 w 438"/>
              <a:gd name="GluePoint56Y" fmla="*/ 279 h 764"/>
              <a:gd name="GluePoint57X" fmla="*/ 153 w 438"/>
              <a:gd name="GluePoint57Y" fmla="*/ 279 h 764"/>
              <a:gd name="GluePoint58X" fmla="*/ 167 w 438"/>
              <a:gd name="GluePoint58Y" fmla="*/ 224 h 764"/>
              <a:gd name="GluePoint59X" fmla="*/ 179 w 438"/>
              <a:gd name="GluePoint59Y" fmla="*/ 250 h 764"/>
              <a:gd name="GluePoint60X" fmla="*/ 226 w 438"/>
              <a:gd name="GluePoint60Y" fmla="*/ 228 h 764"/>
              <a:gd name="GluePoint61X" fmla="*/ 248 w 438"/>
              <a:gd name="GluePoint61Y" fmla="*/ 279 h 764"/>
              <a:gd name="GluePoint62X" fmla="*/ 274 w 438"/>
              <a:gd name="GluePoint62Y" fmla="*/ 254 h 764"/>
            </a:gdLst>
            <a:ahLst/>
            <a:cxnLst/>
            <a:rect l="textAreaLeft" t="textAreaTop" r="textAreaRight" b="textAreaBottom"/>
            <a:pathLst>
              <a:path w="438" h="764">
                <a:moveTo>
                  <a:pt x="244" y="325"/>
                </a:moveTo>
                <a:lnTo>
                  <a:pt x="239" y="324"/>
                </a:lnTo>
                <a:lnTo>
                  <a:pt x="235" y="324"/>
                </a:lnTo>
                <a:lnTo>
                  <a:pt x="231" y="323"/>
                </a:lnTo>
                <a:lnTo>
                  <a:pt x="227" y="321"/>
                </a:lnTo>
                <a:lnTo>
                  <a:pt x="223" y="320"/>
                </a:lnTo>
                <a:lnTo>
                  <a:pt x="219" y="320"/>
                </a:lnTo>
                <a:lnTo>
                  <a:pt x="216" y="320"/>
                </a:lnTo>
                <a:lnTo>
                  <a:pt x="214" y="320"/>
                </a:lnTo>
                <a:lnTo>
                  <a:pt x="211" y="320"/>
                </a:lnTo>
                <a:lnTo>
                  <a:pt x="209" y="320"/>
                </a:lnTo>
                <a:lnTo>
                  <a:pt x="209" y="323"/>
                </a:lnTo>
                <a:lnTo>
                  <a:pt x="208" y="325"/>
                </a:lnTo>
                <a:lnTo>
                  <a:pt x="207" y="328"/>
                </a:lnTo>
                <a:lnTo>
                  <a:pt x="206" y="330"/>
                </a:lnTo>
                <a:lnTo>
                  <a:pt x="204" y="332"/>
                </a:lnTo>
                <a:lnTo>
                  <a:pt x="203" y="334"/>
                </a:lnTo>
                <a:lnTo>
                  <a:pt x="201" y="336"/>
                </a:lnTo>
                <a:lnTo>
                  <a:pt x="199" y="337"/>
                </a:lnTo>
                <a:lnTo>
                  <a:pt x="195" y="341"/>
                </a:lnTo>
                <a:lnTo>
                  <a:pt x="189" y="343"/>
                </a:lnTo>
                <a:lnTo>
                  <a:pt x="184" y="345"/>
                </a:lnTo>
                <a:lnTo>
                  <a:pt x="179" y="347"/>
                </a:lnTo>
                <a:lnTo>
                  <a:pt x="178" y="344"/>
                </a:lnTo>
                <a:lnTo>
                  <a:pt x="177" y="341"/>
                </a:lnTo>
                <a:lnTo>
                  <a:pt x="176" y="340"/>
                </a:lnTo>
                <a:lnTo>
                  <a:pt x="175" y="339"/>
                </a:lnTo>
                <a:lnTo>
                  <a:pt x="175" y="337"/>
                </a:lnTo>
                <a:lnTo>
                  <a:pt x="175" y="335"/>
                </a:lnTo>
                <a:lnTo>
                  <a:pt x="177" y="332"/>
                </a:lnTo>
                <a:lnTo>
                  <a:pt x="179" y="330"/>
                </a:lnTo>
                <a:lnTo>
                  <a:pt x="181" y="327"/>
                </a:lnTo>
                <a:lnTo>
                  <a:pt x="183" y="323"/>
                </a:lnTo>
                <a:lnTo>
                  <a:pt x="184" y="320"/>
                </a:lnTo>
                <a:lnTo>
                  <a:pt x="185" y="316"/>
                </a:lnTo>
                <a:lnTo>
                  <a:pt x="186" y="312"/>
                </a:lnTo>
                <a:lnTo>
                  <a:pt x="186" y="309"/>
                </a:lnTo>
                <a:lnTo>
                  <a:pt x="183" y="308"/>
                </a:lnTo>
                <a:lnTo>
                  <a:pt x="179" y="307"/>
                </a:lnTo>
                <a:lnTo>
                  <a:pt x="175" y="307"/>
                </a:lnTo>
                <a:lnTo>
                  <a:pt x="170" y="306"/>
                </a:lnTo>
                <a:lnTo>
                  <a:pt x="169" y="308"/>
                </a:lnTo>
                <a:lnTo>
                  <a:pt x="168" y="311"/>
                </a:lnTo>
                <a:lnTo>
                  <a:pt x="167" y="312"/>
                </a:lnTo>
                <a:lnTo>
                  <a:pt x="167" y="314"/>
                </a:lnTo>
                <a:lnTo>
                  <a:pt x="163" y="317"/>
                </a:lnTo>
                <a:lnTo>
                  <a:pt x="161" y="320"/>
                </a:lnTo>
                <a:lnTo>
                  <a:pt x="155" y="326"/>
                </a:lnTo>
                <a:lnTo>
                  <a:pt x="149" y="332"/>
                </a:lnTo>
                <a:lnTo>
                  <a:pt x="147" y="335"/>
                </a:lnTo>
                <a:lnTo>
                  <a:pt x="144" y="339"/>
                </a:lnTo>
                <a:lnTo>
                  <a:pt x="142" y="343"/>
                </a:lnTo>
                <a:lnTo>
                  <a:pt x="140" y="347"/>
                </a:lnTo>
                <a:lnTo>
                  <a:pt x="135" y="355"/>
                </a:lnTo>
                <a:lnTo>
                  <a:pt x="131" y="363"/>
                </a:lnTo>
                <a:lnTo>
                  <a:pt x="128" y="367"/>
                </a:lnTo>
                <a:lnTo>
                  <a:pt x="126" y="371"/>
                </a:lnTo>
                <a:lnTo>
                  <a:pt x="122" y="374"/>
                </a:lnTo>
                <a:lnTo>
                  <a:pt x="119" y="376"/>
                </a:lnTo>
                <a:lnTo>
                  <a:pt x="116" y="378"/>
                </a:lnTo>
                <a:lnTo>
                  <a:pt x="115" y="379"/>
                </a:lnTo>
                <a:lnTo>
                  <a:pt x="112" y="380"/>
                </a:lnTo>
                <a:lnTo>
                  <a:pt x="110" y="380"/>
                </a:lnTo>
                <a:lnTo>
                  <a:pt x="107" y="380"/>
                </a:lnTo>
                <a:lnTo>
                  <a:pt x="105" y="381"/>
                </a:lnTo>
                <a:lnTo>
                  <a:pt x="102" y="381"/>
                </a:lnTo>
                <a:lnTo>
                  <a:pt x="99" y="380"/>
                </a:lnTo>
                <a:lnTo>
                  <a:pt x="97" y="376"/>
                </a:lnTo>
                <a:lnTo>
                  <a:pt x="95" y="373"/>
                </a:lnTo>
                <a:lnTo>
                  <a:pt x="93" y="369"/>
                </a:lnTo>
                <a:lnTo>
                  <a:pt x="91" y="365"/>
                </a:lnTo>
                <a:lnTo>
                  <a:pt x="87" y="364"/>
                </a:lnTo>
                <a:lnTo>
                  <a:pt x="84" y="363"/>
                </a:lnTo>
                <a:lnTo>
                  <a:pt x="82" y="358"/>
                </a:lnTo>
                <a:lnTo>
                  <a:pt x="79" y="354"/>
                </a:lnTo>
                <a:lnTo>
                  <a:pt x="78" y="348"/>
                </a:lnTo>
                <a:lnTo>
                  <a:pt x="76" y="344"/>
                </a:lnTo>
                <a:lnTo>
                  <a:pt x="75" y="339"/>
                </a:lnTo>
                <a:lnTo>
                  <a:pt x="73" y="334"/>
                </a:lnTo>
                <a:lnTo>
                  <a:pt x="72" y="332"/>
                </a:lnTo>
                <a:lnTo>
                  <a:pt x="71" y="329"/>
                </a:lnTo>
                <a:lnTo>
                  <a:pt x="70" y="328"/>
                </a:lnTo>
                <a:lnTo>
                  <a:pt x="68" y="325"/>
                </a:lnTo>
                <a:lnTo>
                  <a:pt x="64" y="321"/>
                </a:lnTo>
                <a:lnTo>
                  <a:pt x="60" y="317"/>
                </a:lnTo>
                <a:lnTo>
                  <a:pt x="55" y="314"/>
                </a:lnTo>
                <a:lnTo>
                  <a:pt x="51" y="310"/>
                </a:lnTo>
                <a:lnTo>
                  <a:pt x="51" y="305"/>
                </a:lnTo>
                <a:lnTo>
                  <a:pt x="51" y="300"/>
                </a:lnTo>
                <a:lnTo>
                  <a:pt x="51" y="298"/>
                </a:lnTo>
                <a:lnTo>
                  <a:pt x="51" y="296"/>
                </a:lnTo>
                <a:lnTo>
                  <a:pt x="52" y="295"/>
                </a:lnTo>
                <a:lnTo>
                  <a:pt x="53" y="292"/>
                </a:lnTo>
                <a:lnTo>
                  <a:pt x="54" y="291"/>
                </a:lnTo>
                <a:lnTo>
                  <a:pt x="55" y="290"/>
                </a:lnTo>
                <a:lnTo>
                  <a:pt x="57" y="288"/>
                </a:lnTo>
                <a:lnTo>
                  <a:pt x="59" y="287"/>
                </a:lnTo>
                <a:lnTo>
                  <a:pt x="61" y="287"/>
                </a:lnTo>
                <a:lnTo>
                  <a:pt x="63" y="286"/>
                </a:lnTo>
                <a:lnTo>
                  <a:pt x="66" y="286"/>
                </a:lnTo>
                <a:lnTo>
                  <a:pt x="69" y="286"/>
                </a:lnTo>
                <a:lnTo>
                  <a:pt x="71" y="288"/>
                </a:lnTo>
                <a:lnTo>
                  <a:pt x="73" y="291"/>
                </a:lnTo>
                <a:lnTo>
                  <a:pt x="76" y="292"/>
                </a:lnTo>
                <a:lnTo>
                  <a:pt x="79" y="294"/>
                </a:lnTo>
                <a:lnTo>
                  <a:pt x="83" y="295"/>
                </a:lnTo>
                <a:lnTo>
                  <a:pt x="87" y="296"/>
                </a:lnTo>
                <a:lnTo>
                  <a:pt x="91" y="296"/>
                </a:lnTo>
                <a:lnTo>
                  <a:pt x="95" y="297"/>
                </a:lnTo>
                <a:lnTo>
                  <a:pt x="97" y="295"/>
                </a:lnTo>
                <a:lnTo>
                  <a:pt x="99" y="292"/>
                </a:lnTo>
                <a:lnTo>
                  <a:pt x="101" y="290"/>
                </a:lnTo>
                <a:lnTo>
                  <a:pt x="102" y="287"/>
                </a:lnTo>
                <a:lnTo>
                  <a:pt x="103" y="283"/>
                </a:lnTo>
                <a:lnTo>
                  <a:pt x="103" y="279"/>
                </a:lnTo>
                <a:lnTo>
                  <a:pt x="103" y="276"/>
                </a:lnTo>
                <a:lnTo>
                  <a:pt x="103" y="272"/>
                </a:lnTo>
                <a:lnTo>
                  <a:pt x="103" y="268"/>
                </a:lnTo>
                <a:lnTo>
                  <a:pt x="102" y="265"/>
                </a:lnTo>
                <a:lnTo>
                  <a:pt x="101" y="261"/>
                </a:lnTo>
                <a:lnTo>
                  <a:pt x="100" y="257"/>
                </a:lnTo>
                <a:lnTo>
                  <a:pt x="98" y="254"/>
                </a:lnTo>
                <a:lnTo>
                  <a:pt x="96" y="250"/>
                </a:lnTo>
                <a:lnTo>
                  <a:pt x="95" y="247"/>
                </a:lnTo>
                <a:lnTo>
                  <a:pt x="92" y="243"/>
                </a:lnTo>
                <a:lnTo>
                  <a:pt x="91" y="240"/>
                </a:lnTo>
                <a:lnTo>
                  <a:pt x="88" y="237"/>
                </a:lnTo>
                <a:lnTo>
                  <a:pt x="88" y="233"/>
                </a:lnTo>
                <a:lnTo>
                  <a:pt x="87" y="229"/>
                </a:lnTo>
                <a:lnTo>
                  <a:pt x="87" y="224"/>
                </a:lnTo>
                <a:lnTo>
                  <a:pt x="87" y="220"/>
                </a:lnTo>
                <a:lnTo>
                  <a:pt x="82" y="219"/>
                </a:lnTo>
                <a:lnTo>
                  <a:pt x="78" y="216"/>
                </a:lnTo>
                <a:lnTo>
                  <a:pt x="75" y="215"/>
                </a:lnTo>
                <a:lnTo>
                  <a:pt x="74" y="211"/>
                </a:lnTo>
                <a:lnTo>
                  <a:pt x="71" y="207"/>
                </a:lnTo>
                <a:lnTo>
                  <a:pt x="68" y="203"/>
                </a:lnTo>
                <a:lnTo>
                  <a:pt x="65" y="199"/>
                </a:lnTo>
                <a:lnTo>
                  <a:pt x="63" y="195"/>
                </a:lnTo>
                <a:lnTo>
                  <a:pt x="61" y="191"/>
                </a:lnTo>
                <a:lnTo>
                  <a:pt x="61" y="188"/>
                </a:lnTo>
                <a:lnTo>
                  <a:pt x="62" y="185"/>
                </a:lnTo>
                <a:lnTo>
                  <a:pt x="63" y="183"/>
                </a:lnTo>
                <a:lnTo>
                  <a:pt x="67" y="182"/>
                </a:lnTo>
                <a:lnTo>
                  <a:pt x="69" y="180"/>
                </a:lnTo>
                <a:lnTo>
                  <a:pt x="70" y="179"/>
                </a:lnTo>
                <a:lnTo>
                  <a:pt x="72" y="179"/>
                </a:lnTo>
                <a:lnTo>
                  <a:pt x="74" y="179"/>
                </a:lnTo>
                <a:lnTo>
                  <a:pt x="76" y="178"/>
                </a:lnTo>
                <a:lnTo>
                  <a:pt x="79" y="179"/>
                </a:lnTo>
                <a:lnTo>
                  <a:pt x="81" y="181"/>
                </a:lnTo>
                <a:lnTo>
                  <a:pt x="83" y="183"/>
                </a:lnTo>
                <a:lnTo>
                  <a:pt x="86" y="184"/>
                </a:lnTo>
                <a:lnTo>
                  <a:pt x="89" y="187"/>
                </a:lnTo>
                <a:lnTo>
                  <a:pt x="93" y="192"/>
                </a:lnTo>
                <a:lnTo>
                  <a:pt x="96" y="196"/>
                </a:lnTo>
                <a:lnTo>
                  <a:pt x="100" y="200"/>
                </a:lnTo>
                <a:lnTo>
                  <a:pt x="103" y="202"/>
                </a:lnTo>
                <a:lnTo>
                  <a:pt x="105" y="203"/>
                </a:lnTo>
                <a:lnTo>
                  <a:pt x="107" y="205"/>
                </a:lnTo>
                <a:lnTo>
                  <a:pt x="111" y="206"/>
                </a:lnTo>
                <a:lnTo>
                  <a:pt x="112" y="207"/>
                </a:lnTo>
                <a:lnTo>
                  <a:pt x="115" y="207"/>
                </a:lnTo>
                <a:lnTo>
                  <a:pt x="117" y="206"/>
                </a:lnTo>
                <a:lnTo>
                  <a:pt x="119" y="206"/>
                </a:lnTo>
                <a:lnTo>
                  <a:pt x="126" y="203"/>
                </a:lnTo>
                <a:lnTo>
                  <a:pt x="131" y="201"/>
                </a:lnTo>
                <a:lnTo>
                  <a:pt x="143" y="195"/>
                </a:lnTo>
                <a:lnTo>
                  <a:pt x="150" y="191"/>
                </a:lnTo>
                <a:lnTo>
                  <a:pt x="155" y="190"/>
                </a:lnTo>
                <a:lnTo>
                  <a:pt x="159" y="189"/>
                </a:lnTo>
                <a:lnTo>
                  <a:pt x="163" y="189"/>
                </a:lnTo>
                <a:lnTo>
                  <a:pt x="167" y="188"/>
                </a:lnTo>
                <a:lnTo>
                  <a:pt x="172" y="185"/>
                </a:lnTo>
                <a:lnTo>
                  <a:pt x="176" y="181"/>
                </a:lnTo>
                <a:lnTo>
                  <a:pt x="185" y="178"/>
                </a:lnTo>
                <a:lnTo>
                  <a:pt x="192" y="175"/>
                </a:lnTo>
                <a:lnTo>
                  <a:pt x="196" y="174"/>
                </a:lnTo>
                <a:lnTo>
                  <a:pt x="199" y="172"/>
                </a:lnTo>
                <a:lnTo>
                  <a:pt x="203" y="170"/>
                </a:lnTo>
                <a:lnTo>
                  <a:pt x="207" y="167"/>
                </a:lnTo>
                <a:lnTo>
                  <a:pt x="209" y="165"/>
                </a:lnTo>
                <a:lnTo>
                  <a:pt x="211" y="163"/>
                </a:lnTo>
                <a:lnTo>
                  <a:pt x="212" y="160"/>
                </a:lnTo>
                <a:lnTo>
                  <a:pt x="214" y="157"/>
                </a:lnTo>
                <a:lnTo>
                  <a:pt x="216" y="151"/>
                </a:lnTo>
                <a:lnTo>
                  <a:pt x="219" y="144"/>
                </a:lnTo>
                <a:lnTo>
                  <a:pt x="223" y="136"/>
                </a:lnTo>
                <a:lnTo>
                  <a:pt x="228" y="128"/>
                </a:lnTo>
                <a:lnTo>
                  <a:pt x="233" y="120"/>
                </a:lnTo>
                <a:lnTo>
                  <a:pt x="239" y="111"/>
                </a:lnTo>
                <a:lnTo>
                  <a:pt x="244" y="103"/>
                </a:lnTo>
                <a:lnTo>
                  <a:pt x="250" y="95"/>
                </a:lnTo>
                <a:lnTo>
                  <a:pt x="255" y="87"/>
                </a:lnTo>
                <a:lnTo>
                  <a:pt x="260" y="79"/>
                </a:lnTo>
                <a:lnTo>
                  <a:pt x="261" y="77"/>
                </a:lnTo>
                <a:lnTo>
                  <a:pt x="262" y="75"/>
                </a:lnTo>
                <a:lnTo>
                  <a:pt x="263" y="72"/>
                </a:lnTo>
                <a:lnTo>
                  <a:pt x="262" y="69"/>
                </a:lnTo>
                <a:lnTo>
                  <a:pt x="262" y="67"/>
                </a:lnTo>
                <a:lnTo>
                  <a:pt x="261" y="63"/>
                </a:lnTo>
                <a:lnTo>
                  <a:pt x="260" y="60"/>
                </a:lnTo>
                <a:lnTo>
                  <a:pt x="259" y="58"/>
                </a:lnTo>
                <a:lnTo>
                  <a:pt x="257" y="52"/>
                </a:lnTo>
                <a:lnTo>
                  <a:pt x="255" y="47"/>
                </a:lnTo>
                <a:lnTo>
                  <a:pt x="252" y="44"/>
                </a:lnTo>
                <a:lnTo>
                  <a:pt x="251" y="41"/>
                </a:lnTo>
                <a:lnTo>
                  <a:pt x="251" y="37"/>
                </a:lnTo>
                <a:lnTo>
                  <a:pt x="250" y="27"/>
                </a:lnTo>
                <a:lnTo>
                  <a:pt x="249" y="16"/>
                </a:lnTo>
                <a:lnTo>
                  <a:pt x="248" y="9"/>
                </a:lnTo>
                <a:lnTo>
                  <a:pt x="250" y="9"/>
                </a:lnTo>
                <a:lnTo>
                  <a:pt x="251" y="8"/>
                </a:lnTo>
                <a:lnTo>
                  <a:pt x="252" y="7"/>
                </a:lnTo>
                <a:lnTo>
                  <a:pt x="254" y="6"/>
                </a:lnTo>
                <a:lnTo>
                  <a:pt x="255" y="3"/>
                </a:lnTo>
                <a:lnTo>
                  <a:pt x="257" y="1"/>
                </a:lnTo>
                <a:lnTo>
                  <a:pt x="265" y="0"/>
                </a:lnTo>
                <a:lnTo>
                  <a:pt x="272" y="1"/>
                </a:lnTo>
                <a:lnTo>
                  <a:pt x="280" y="2"/>
                </a:lnTo>
                <a:lnTo>
                  <a:pt x="286" y="3"/>
                </a:lnTo>
                <a:lnTo>
                  <a:pt x="292" y="4"/>
                </a:lnTo>
                <a:lnTo>
                  <a:pt x="297" y="6"/>
                </a:lnTo>
                <a:lnTo>
                  <a:pt x="302" y="8"/>
                </a:lnTo>
                <a:lnTo>
                  <a:pt x="307" y="11"/>
                </a:lnTo>
                <a:lnTo>
                  <a:pt x="311" y="14"/>
                </a:lnTo>
                <a:lnTo>
                  <a:pt x="315" y="17"/>
                </a:lnTo>
                <a:lnTo>
                  <a:pt x="319" y="21"/>
                </a:lnTo>
                <a:lnTo>
                  <a:pt x="323" y="25"/>
                </a:lnTo>
                <a:lnTo>
                  <a:pt x="331" y="34"/>
                </a:lnTo>
                <a:lnTo>
                  <a:pt x="339" y="43"/>
                </a:lnTo>
                <a:lnTo>
                  <a:pt x="338" y="50"/>
                </a:lnTo>
                <a:lnTo>
                  <a:pt x="336" y="55"/>
                </a:lnTo>
                <a:lnTo>
                  <a:pt x="334" y="60"/>
                </a:lnTo>
                <a:lnTo>
                  <a:pt x="332" y="65"/>
                </a:lnTo>
                <a:lnTo>
                  <a:pt x="328" y="69"/>
                </a:lnTo>
                <a:lnTo>
                  <a:pt x="324" y="73"/>
                </a:lnTo>
                <a:lnTo>
                  <a:pt x="321" y="77"/>
                </a:lnTo>
                <a:lnTo>
                  <a:pt x="317" y="81"/>
                </a:lnTo>
                <a:lnTo>
                  <a:pt x="309" y="87"/>
                </a:lnTo>
                <a:lnTo>
                  <a:pt x="301" y="95"/>
                </a:lnTo>
                <a:lnTo>
                  <a:pt x="297" y="98"/>
                </a:lnTo>
                <a:lnTo>
                  <a:pt x="293" y="102"/>
                </a:lnTo>
                <a:lnTo>
                  <a:pt x="289" y="105"/>
                </a:lnTo>
                <a:lnTo>
                  <a:pt x="286" y="109"/>
                </a:lnTo>
                <a:lnTo>
                  <a:pt x="280" y="116"/>
                </a:lnTo>
                <a:lnTo>
                  <a:pt x="276" y="123"/>
                </a:lnTo>
                <a:lnTo>
                  <a:pt x="273" y="127"/>
                </a:lnTo>
                <a:lnTo>
                  <a:pt x="271" y="130"/>
                </a:lnTo>
                <a:lnTo>
                  <a:pt x="267" y="133"/>
                </a:lnTo>
                <a:lnTo>
                  <a:pt x="265" y="136"/>
                </a:lnTo>
                <a:lnTo>
                  <a:pt x="255" y="143"/>
                </a:lnTo>
                <a:lnTo>
                  <a:pt x="246" y="151"/>
                </a:lnTo>
                <a:lnTo>
                  <a:pt x="243" y="153"/>
                </a:lnTo>
                <a:lnTo>
                  <a:pt x="242" y="155"/>
                </a:lnTo>
                <a:lnTo>
                  <a:pt x="239" y="158"/>
                </a:lnTo>
                <a:lnTo>
                  <a:pt x="238" y="160"/>
                </a:lnTo>
                <a:lnTo>
                  <a:pt x="237" y="163"/>
                </a:lnTo>
                <a:lnTo>
                  <a:pt x="235" y="166"/>
                </a:lnTo>
                <a:lnTo>
                  <a:pt x="235" y="169"/>
                </a:lnTo>
                <a:lnTo>
                  <a:pt x="235" y="172"/>
                </a:lnTo>
                <a:lnTo>
                  <a:pt x="237" y="175"/>
                </a:lnTo>
                <a:lnTo>
                  <a:pt x="239" y="177"/>
                </a:lnTo>
                <a:lnTo>
                  <a:pt x="244" y="178"/>
                </a:lnTo>
                <a:lnTo>
                  <a:pt x="250" y="179"/>
                </a:lnTo>
                <a:lnTo>
                  <a:pt x="255" y="180"/>
                </a:lnTo>
                <a:lnTo>
                  <a:pt x="260" y="181"/>
                </a:lnTo>
                <a:lnTo>
                  <a:pt x="263" y="183"/>
                </a:lnTo>
                <a:lnTo>
                  <a:pt x="265" y="185"/>
                </a:lnTo>
                <a:lnTo>
                  <a:pt x="267" y="186"/>
                </a:lnTo>
                <a:lnTo>
                  <a:pt x="268" y="187"/>
                </a:lnTo>
                <a:lnTo>
                  <a:pt x="270" y="187"/>
                </a:lnTo>
                <a:lnTo>
                  <a:pt x="272" y="188"/>
                </a:lnTo>
                <a:lnTo>
                  <a:pt x="274" y="189"/>
                </a:lnTo>
                <a:lnTo>
                  <a:pt x="277" y="189"/>
                </a:lnTo>
                <a:lnTo>
                  <a:pt x="280" y="189"/>
                </a:lnTo>
                <a:lnTo>
                  <a:pt x="282" y="189"/>
                </a:lnTo>
                <a:lnTo>
                  <a:pt x="285" y="188"/>
                </a:lnTo>
                <a:lnTo>
                  <a:pt x="288" y="187"/>
                </a:lnTo>
                <a:lnTo>
                  <a:pt x="291" y="187"/>
                </a:lnTo>
                <a:lnTo>
                  <a:pt x="293" y="185"/>
                </a:lnTo>
                <a:lnTo>
                  <a:pt x="299" y="183"/>
                </a:lnTo>
                <a:lnTo>
                  <a:pt x="304" y="179"/>
                </a:lnTo>
                <a:lnTo>
                  <a:pt x="309" y="176"/>
                </a:lnTo>
                <a:lnTo>
                  <a:pt x="315" y="172"/>
                </a:lnTo>
                <a:lnTo>
                  <a:pt x="325" y="165"/>
                </a:lnTo>
                <a:lnTo>
                  <a:pt x="335" y="157"/>
                </a:lnTo>
                <a:lnTo>
                  <a:pt x="339" y="154"/>
                </a:lnTo>
                <a:lnTo>
                  <a:pt x="344" y="151"/>
                </a:lnTo>
                <a:lnTo>
                  <a:pt x="347" y="148"/>
                </a:lnTo>
                <a:lnTo>
                  <a:pt x="351" y="146"/>
                </a:lnTo>
                <a:lnTo>
                  <a:pt x="355" y="145"/>
                </a:lnTo>
                <a:lnTo>
                  <a:pt x="359" y="144"/>
                </a:lnTo>
                <a:lnTo>
                  <a:pt x="364" y="143"/>
                </a:lnTo>
                <a:lnTo>
                  <a:pt x="367" y="142"/>
                </a:lnTo>
                <a:lnTo>
                  <a:pt x="378" y="136"/>
                </a:lnTo>
                <a:lnTo>
                  <a:pt x="388" y="131"/>
                </a:lnTo>
                <a:lnTo>
                  <a:pt x="391" y="130"/>
                </a:lnTo>
                <a:lnTo>
                  <a:pt x="394" y="129"/>
                </a:lnTo>
                <a:lnTo>
                  <a:pt x="396" y="128"/>
                </a:lnTo>
                <a:lnTo>
                  <a:pt x="400" y="128"/>
                </a:lnTo>
                <a:lnTo>
                  <a:pt x="403" y="129"/>
                </a:lnTo>
                <a:lnTo>
                  <a:pt x="406" y="131"/>
                </a:lnTo>
                <a:lnTo>
                  <a:pt x="409" y="132"/>
                </a:lnTo>
                <a:lnTo>
                  <a:pt x="413" y="135"/>
                </a:lnTo>
                <a:lnTo>
                  <a:pt x="416" y="137"/>
                </a:lnTo>
                <a:lnTo>
                  <a:pt x="418" y="140"/>
                </a:lnTo>
                <a:lnTo>
                  <a:pt x="420" y="143"/>
                </a:lnTo>
                <a:lnTo>
                  <a:pt x="424" y="146"/>
                </a:lnTo>
                <a:lnTo>
                  <a:pt x="426" y="150"/>
                </a:lnTo>
                <a:lnTo>
                  <a:pt x="428" y="154"/>
                </a:lnTo>
                <a:lnTo>
                  <a:pt x="431" y="158"/>
                </a:lnTo>
                <a:lnTo>
                  <a:pt x="433" y="162"/>
                </a:lnTo>
                <a:lnTo>
                  <a:pt x="435" y="167"/>
                </a:lnTo>
                <a:lnTo>
                  <a:pt x="436" y="171"/>
                </a:lnTo>
                <a:lnTo>
                  <a:pt x="437" y="176"/>
                </a:lnTo>
                <a:lnTo>
                  <a:pt x="438" y="180"/>
                </a:lnTo>
                <a:lnTo>
                  <a:pt x="437" y="183"/>
                </a:lnTo>
                <a:lnTo>
                  <a:pt x="437" y="185"/>
                </a:lnTo>
                <a:lnTo>
                  <a:pt x="437" y="187"/>
                </a:lnTo>
                <a:lnTo>
                  <a:pt x="436" y="189"/>
                </a:lnTo>
                <a:lnTo>
                  <a:pt x="436" y="191"/>
                </a:lnTo>
                <a:lnTo>
                  <a:pt x="435" y="194"/>
                </a:lnTo>
                <a:lnTo>
                  <a:pt x="434" y="196"/>
                </a:lnTo>
                <a:lnTo>
                  <a:pt x="432" y="198"/>
                </a:lnTo>
                <a:lnTo>
                  <a:pt x="430" y="200"/>
                </a:lnTo>
                <a:lnTo>
                  <a:pt x="428" y="202"/>
                </a:lnTo>
                <a:lnTo>
                  <a:pt x="425" y="203"/>
                </a:lnTo>
                <a:lnTo>
                  <a:pt x="422" y="205"/>
                </a:lnTo>
                <a:lnTo>
                  <a:pt x="419" y="207"/>
                </a:lnTo>
                <a:lnTo>
                  <a:pt x="416" y="208"/>
                </a:lnTo>
                <a:lnTo>
                  <a:pt x="413" y="210"/>
                </a:lnTo>
                <a:lnTo>
                  <a:pt x="411" y="211"/>
                </a:lnTo>
                <a:lnTo>
                  <a:pt x="409" y="214"/>
                </a:lnTo>
                <a:lnTo>
                  <a:pt x="408" y="216"/>
                </a:lnTo>
                <a:lnTo>
                  <a:pt x="406" y="219"/>
                </a:lnTo>
                <a:lnTo>
                  <a:pt x="404" y="221"/>
                </a:lnTo>
                <a:lnTo>
                  <a:pt x="403" y="223"/>
                </a:lnTo>
                <a:lnTo>
                  <a:pt x="401" y="226"/>
                </a:lnTo>
                <a:lnTo>
                  <a:pt x="400" y="228"/>
                </a:lnTo>
                <a:lnTo>
                  <a:pt x="397" y="230"/>
                </a:lnTo>
                <a:lnTo>
                  <a:pt x="396" y="231"/>
                </a:lnTo>
                <a:lnTo>
                  <a:pt x="394" y="231"/>
                </a:lnTo>
                <a:lnTo>
                  <a:pt x="392" y="231"/>
                </a:lnTo>
                <a:lnTo>
                  <a:pt x="390" y="231"/>
                </a:lnTo>
                <a:lnTo>
                  <a:pt x="388" y="232"/>
                </a:lnTo>
                <a:lnTo>
                  <a:pt x="387" y="233"/>
                </a:lnTo>
                <a:lnTo>
                  <a:pt x="385" y="234"/>
                </a:lnTo>
                <a:lnTo>
                  <a:pt x="384" y="235"/>
                </a:lnTo>
                <a:lnTo>
                  <a:pt x="384" y="237"/>
                </a:lnTo>
                <a:lnTo>
                  <a:pt x="384" y="239"/>
                </a:lnTo>
                <a:lnTo>
                  <a:pt x="381" y="242"/>
                </a:lnTo>
                <a:lnTo>
                  <a:pt x="379" y="243"/>
                </a:lnTo>
                <a:lnTo>
                  <a:pt x="376" y="246"/>
                </a:lnTo>
                <a:lnTo>
                  <a:pt x="374" y="247"/>
                </a:lnTo>
                <a:lnTo>
                  <a:pt x="372" y="249"/>
                </a:lnTo>
                <a:lnTo>
                  <a:pt x="368" y="251"/>
                </a:lnTo>
                <a:lnTo>
                  <a:pt x="367" y="253"/>
                </a:lnTo>
                <a:lnTo>
                  <a:pt x="364" y="255"/>
                </a:lnTo>
                <a:lnTo>
                  <a:pt x="364" y="258"/>
                </a:lnTo>
                <a:lnTo>
                  <a:pt x="364" y="260"/>
                </a:lnTo>
                <a:lnTo>
                  <a:pt x="362" y="263"/>
                </a:lnTo>
                <a:lnTo>
                  <a:pt x="359" y="267"/>
                </a:lnTo>
                <a:lnTo>
                  <a:pt x="356" y="269"/>
                </a:lnTo>
                <a:lnTo>
                  <a:pt x="352" y="271"/>
                </a:lnTo>
                <a:lnTo>
                  <a:pt x="345" y="276"/>
                </a:lnTo>
                <a:lnTo>
                  <a:pt x="339" y="281"/>
                </a:lnTo>
                <a:lnTo>
                  <a:pt x="338" y="282"/>
                </a:lnTo>
                <a:lnTo>
                  <a:pt x="337" y="283"/>
                </a:lnTo>
                <a:lnTo>
                  <a:pt x="336" y="285"/>
                </a:lnTo>
                <a:lnTo>
                  <a:pt x="336" y="287"/>
                </a:lnTo>
                <a:lnTo>
                  <a:pt x="336" y="291"/>
                </a:lnTo>
                <a:lnTo>
                  <a:pt x="335" y="294"/>
                </a:lnTo>
                <a:lnTo>
                  <a:pt x="333" y="295"/>
                </a:lnTo>
                <a:lnTo>
                  <a:pt x="332" y="296"/>
                </a:lnTo>
                <a:lnTo>
                  <a:pt x="331" y="298"/>
                </a:lnTo>
                <a:lnTo>
                  <a:pt x="329" y="299"/>
                </a:lnTo>
                <a:lnTo>
                  <a:pt x="326" y="300"/>
                </a:lnTo>
                <a:lnTo>
                  <a:pt x="324" y="303"/>
                </a:lnTo>
                <a:lnTo>
                  <a:pt x="321" y="307"/>
                </a:lnTo>
                <a:lnTo>
                  <a:pt x="319" y="314"/>
                </a:lnTo>
                <a:lnTo>
                  <a:pt x="316" y="322"/>
                </a:lnTo>
                <a:lnTo>
                  <a:pt x="314" y="326"/>
                </a:lnTo>
                <a:lnTo>
                  <a:pt x="323" y="331"/>
                </a:lnTo>
                <a:lnTo>
                  <a:pt x="332" y="336"/>
                </a:lnTo>
                <a:lnTo>
                  <a:pt x="336" y="337"/>
                </a:lnTo>
                <a:lnTo>
                  <a:pt x="340" y="340"/>
                </a:lnTo>
                <a:lnTo>
                  <a:pt x="343" y="343"/>
                </a:lnTo>
                <a:lnTo>
                  <a:pt x="347" y="346"/>
                </a:lnTo>
                <a:lnTo>
                  <a:pt x="350" y="349"/>
                </a:lnTo>
                <a:lnTo>
                  <a:pt x="352" y="352"/>
                </a:lnTo>
                <a:lnTo>
                  <a:pt x="355" y="356"/>
                </a:lnTo>
                <a:lnTo>
                  <a:pt x="356" y="361"/>
                </a:lnTo>
                <a:lnTo>
                  <a:pt x="358" y="365"/>
                </a:lnTo>
                <a:lnTo>
                  <a:pt x="360" y="371"/>
                </a:lnTo>
                <a:lnTo>
                  <a:pt x="360" y="376"/>
                </a:lnTo>
                <a:lnTo>
                  <a:pt x="360" y="383"/>
                </a:lnTo>
                <a:lnTo>
                  <a:pt x="358" y="384"/>
                </a:lnTo>
                <a:lnTo>
                  <a:pt x="356" y="387"/>
                </a:lnTo>
                <a:lnTo>
                  <a:pt x="354" y="389"/>
                </a:lnTo>
                <a:lnTo>
                  <a:pt x="352" y="391"/>
                </a:lnTo>
                <a:lnTo>
                  <a:pt x="350" y="396"/>
                </a:lnTo>
                <a:lnTo>
                  <a:pt x="346" y="400"/>
                </a:lnTo>
                <a:lnTo>
                  <a:pt x="342" y="401"/>
                </a:lnTo>
                <a:lnTo>
                  <a:pt x="337" y="402"/>
                </a:lnTo>
                <a:lnTo>
                  <a:pt x="334" y="407"/>
                </a:lnTo>
                <a:lnTo>
                  <a:pt x="330" y="412"/>
                </a:lnTo>
                <a:lnTo>
                  <a:pt x="328" y="412"/>
                </a:lnTo>
                <a:lnTo>
                  <a:pt x="326" y="413"/>
                </a:lnTo>
                <a:lnTo>
                  <a:pt x="324" y="414"/>
                </a:lnTo>
                <a:lnTo>
                  <a:pt x="322" y="415"/>
                </a:lnTo>
                <a:lnTo>
                  <a:pt x="317" y="416"/>
                </a:lnTo>
                <a:lnTo>
                  <a:pt x="313" y="418"/>
                </a:lnTo>
                <a:lnTo>
                  <a:pt x="309" y="423"/>
                </a:lnTo>
                <a:lnTo>
                  <a:pt x="306" y="428"/>
                </a:lnTo>
                <a:lnTo>
                  <a:pt x="300" y="430"/>
                </a:lnTo>
                <a:lnTo>
                  <a:pt x="296" y="433"/>
                </a:lnTo>
                <a:lnTo>
                  <a:pt x="292" y="434"/>
                </a:lnTo>
                <a:lnTo>
                  <a:pt x="291" y="436"/>
                </a:lnTo>
                <a:lnTo>
                  <a:pt x="288" y="437"/>
                </a:lnTo>
                <a:lnTo>
                  <a:pt x="286" y="439"/>
                </a:lnTo>
                <a:lnTo>
                  <a:pt x="283" y="442"/>
                </a:lnTo>
                <a:lnTo>
                  <a:pt x="280" y="446"/>
                </a:lnTo>
                <a:lnTo>
                  <a:pt x="279" y="448"/>
                </a:lnTo>
                <a:lnTo>
                  <a:pt x="277" y="450"/>
                </a:lnTo>
                <a:lnTo>
                  <a:pt x="276" y="452"/>
                </a:lnTo>
                <a:lnTo>
                  <a:pt x="274" y="452"/>
                </a:lnTo>
                <a:lnTo>
                  <a:pt x="272" y="453"/>
                </a:lnTo>
                <a:lnTo>
                  <a:pt x="268" y="453"/>
                </a:lnTo>
                <a:lnTo>
                  <a:pt x="266" y="456"/>
                </a:lnTo>
                <a:lnTo>
                  <a:pt x="263" y="460"/>
                </a:lnTo>
                <a:lnTo>
                  <a:pt x="262" y="462"/>
                </a:lnTo>
                <a:lnTo>
                  <a:pt x="261" y="464"/>
                </a:lnTo>
                <a:lnTo>
                  <a:pt x="259" y="465"/>
                </a:lnTo>
                <a:lnTo>
                  <a:pt x="258" y="467"/>
                </a:lnTo>
                <a:lnTo>
                  <a:pt x="254" y="468"/>
                </a:lnTo>
                <a:lnTo>
                  <a:pt x="251" y="469"/>
                </a:lnTo>
                <a:lnTo>
                  <a:pt x="250" y="470"/>
                </a:lnTo>
                <a:lnTo>
                  <a:pt x="248" y="472"/>
                </a:lnTo>
                <a:lnTo>
                  <a:pt x="247" y="475"/>
                </a:lnTo>
                <a:lnTo>
                  <a:pt x="244" y="476"/>
                </a:lnTo>
                <a:lnTo>
                  <a:pt x="243" y="478"/>
                </a:lnTo>
                <a:lnTo>
                  <a:pt x="240" y="480"/>
                </a:lnTo>
                <a:lnTo>
                  <a:pt x="235" y="482"/>
                </a:lnTo>
                <a:lnTo>
                  <a:pt x="231" y="484"/>
                </a:lnTo>
                <a:lnTo>
                  <a:pt x="229" y="486"/>
                </a:lnTo>
                <a:lnTo>
                  <a:pt x="227" y="488"/>
                </a:lnTo>
                <a:lnTo>
                  <a:pt x="225" y="489"/>
                </a:lnTo>
                <a:lnTo>
                  <a:pt x="223" y="492"/>
                </a:lnTo>
                <a:lnTo>
                  <a:pt x="222" y="494"/>
                </a:lnTo>
                <a:lnTo>
                  <a:pt x="221" y="496"/>
                </a:lnTo>
                <a:lnTo>
                  <a:pt x="221" y="500"/>
                </a:lnTo>
                <a:lnTo>
                  <a:pt x="221" y="504"/>
                </a:lnTo>
                <a:lnTo>
                  <a:pt x="222" y="504"/>
                </a:lnTo>
                <a:lnTo>
                  <a:pt x="224" y="504"/>
                </a:lnTo>
                <a:lnTo>
                  <a:pt x="225" y="504"/>
                </a:lnTo>
                <a:lnTo>
                  <a:pt x="227" y="504"/>
                </a:lnTo>
                <a:lnTo>
                  <a:pt x="229" y="504"/>
                </a:lnTo>
                <a:lnTo>
                  <a:pt x="232" y="504"/>
                </a:lnTo>
                <a:lnTo>
                  <a:pt x="239" y="502"/>
                </a:lnTo>
                <a:lnTo>
                  <a:pt x="246" y="500"/>
                </a:lnTo>
                <a:lnTo>
                  <a:pt x="259" y="494"/>
                </a:lnTo>
                <a:lnTo>
                  <a:pt x="267" y="490"/>
                </a:lnTo>
                <a:lnTo>
                  <a:pt x="272" y="489"/>
                </a:lnTo>
                <a:lnTo>
                  <a:pt x="276" y="488"/>
                </a:lnTo>
                <a:lnTo>
                  <a:pt x="280" y="488"/>
                </a:lnTo>
                <a:lnTo>
                  <a:pt x="284" y="488"/>
                </a:lnTo>
                <a:lnTo>
                  <a:pt x="287" y="487"/>
                </a:lnTo>
                <a:lnTo>
                  <a:pt x="290" y="485"/>
                </a:lnTo>
                <a:lnTo>
                  <a:pt x="292" y="485"/>
                </a:lnTo>
                <a:lnTo>
                  <a:pt x="296" y="484"/>
                </a:lnTo>
                <a:lnTo>
                  <a:pt x="298" y="484"/>
                </a:lnTo>
                <a:lnTo>
                  <a:pt x="301" y="484"/>
                </a:lnTo>
                <a:lnTo>
                  <a:pt x="304" y="484"/>
                </a:lnTo>
                <a:lnTo>
                  <a:pt x="306" y="484"/>
                </a:lnTo>
                <a:lnTo>
                  <a:pt x="308" y="485"/>
                </a:lnTo>
                <a:lnTo>
                  <a:pt x="311" y="485"/>
                </a:lnTo>
                <a:lnTo>
                  <a:pt x="313" y="486"/>
                </a:lnTo>
                <a:lnTo>
                  <a:pt x="315" y="487"/>
                </a:lnTo>
                <a:lnTo>
                  <a:pt x="320" y="489"/>
                </a:lnTo>
                <a:lnTo>
                  <a:pt x="323" y="492"/>
                </a:lnTo>
                <a:lnTo>
                  <a:pt x="327" y="495"/>
                </a:lnTo>
                <a:lnTo>
                  <a:pt x="330" y="499"/>
                </a:lnTo>
                <a:lnTo>
                  <a:pt x="332" y="502"/>
                </a:lnTo>
                <a:lnTo>
                  <a:pt x="335" y="506"/>
                </a:lnTo>
                <a:lnTo>
                  <a:pt x="337" y="511"/>
                </a:lnTo>
                <a:lnTo>
                  <a:pt x="339" y="515"/>
                </a:lnTo>
                <a:lnTo>
                  <a:pt x="340" y="520"/>
                </a:lnTo>
                <a:lnTo>
                  <a:pt x="342" y="524"/>
                </a:lnTo>
                <a:lnTo>
                  <a:pt x="338" y="528"/>
                </a:lnTo>
                <a:lnTo>
                  <a:pt x="335" y="532"/>
                </a:lnTo>
                <a:lnTo>
                  <a:pt x="332" y="532"/>
                </a:lnTo>
                <a:lnTo>
                  <a:pt x="328" y="532"/>
                </a:lnTo>
                <a:lnTo>
                  <a:pt x="326" y="532"/>
                </a:lnTo>
                <a:lnTo>
                  <a:pt x="323" y="532"/>
                </a:lnTo>
                <a:lnTo>
                  <a:pt x="319" y="533"/>
                </a:lnTo>
                <a:lnTo>
                  <a:pt x="315" y="536"/>
                </a:lnTo>
                <a:lnTo>
                  <a:pt x="311" y="539"/>
                </a:lnTo>
                <a:lnTo>
                  <a:pt x="307" y="541"/>
                </a:lnTo>
                <a:lnTo>
                  <a:pt x="304" y="541"/>
                </a:lnTo>
                <a:lnTo>
                  <a:pt x="302" y="541"/>
                </a:lnTo>
                <a:lnTo>
                  <a:pt x="300" y="542"/>
                </a:lnTo>
                <a:lnTo>
                  <a:pt x="297" y="542"/>
                </a:lnTo>
                <a:lnTo>
                  <a:pt x="296" y="542"/>
                </a:lnTo>
                <a:lnTo>
                  <a:pt x="293" y="542"/>
                </a:lnTo>
                <a:lnTo>
                  <a:pt x="292" y="542"/>
                </a:lnTo>
                <a:lnTo>
                  <a:pt x="290" y="543"/>
                </a:lnTo>
                <a:lnTo>
                  <a:pt x="290" y="544"/>
                </a:lnTo>
                <a:lnTo>
                  <a:pt x="290" y="545"/>
                </a:lnTo>
                <a:lnTo>
                  <a:pt x="289" y="546"/>
                </a:lnTo>
                <a:lnTo>
                  <a:pt x="288" y="548"/>
                </a:lnTo>
                <a:lnTo>
                  <a:pt x="285" y="550"/>
                </a:lnTo>
                <a:lnTo>
                  <a:pt x="282" y="553"/>
                </a:lnTo>
                <a:lnTo>
                  <a:pt x="278" y="556"/>
                </a:lnTo>
                <a:lnTo>
                  <a:pt x="274" y="558"/>
                </a:lnTo>
                <a:lnTo>
                  <a:pt x="271" y="559"/>
                </a:lnTo>
                <a:lnTo>
                  <a:pt x="267" y="560"/>
                </a:lnTo>
                <a:lnTo>
                  <a:pt x="267" y="559"/>
                </a:lnTo>
                <a:lnTo>
                  <a:pt x="267" y="558"/>
                </a:lnTo>
                <a:lnTo>
                  <a:pt x="264" y="556"/>
                </a:lnTo>
                <a:lnTo>
                  <a:pt x="261" y="552"/>
                </a:lnTo>
                <a:lnTo>
                  <a:pt x="260" y="551"/>
                </a:lnTo>
                <a:lnTo>
                  <a:pt x="260" y="549"/>
                </a:lnTo>
                <a:lnTo>
                  <a:pt x="260" y="548"/>
                </a:lnTo>
                <a:lnTo>
                  <a:pt x="261" y="546"/>
                </a:lnTo>
                <a:lnTo>
                  <a:pt x="261" y="545"/>
                </a:lnTo>
                <a:lnTo>
                  <a:pt x="261" y="544"/>
                </a:lnTo>
                <a:lnTo>
                  <a:pt x="261" y="542"/>
                </a:lnTo>
                <a:lnTo>
                  <a:pt x="260" y="541"/>
                </a:lnTo>
                <a:lnTo>
                  <a:pt x="255" y="541"/>
                </a:lnTo>
                <a:lnTo>
                  <a:pt x="248" y="541"/>
                </a:lnTo>
                <a:lnTo>
                  <a:pt x="243" y="541"/>
                </a:lnTo>
                <a:lnTo>
                  <a:pt x="237" y="541"/>
                </a:lnTo>
                <a:lnTo>
                  <a:pt x="235" y="543"/>
                </a:lnTo>
                <a:lnTo>
                  <a:pt x="235" y="546"/>
                </a:lnTo>
                <a:lnTo>
                  <a:pt x="235" y="548"/>
                </a:lnTo>
                <a:lnTo>
                  <a:pt x="235" y="551"/>
                </a:lnTo>
                <a:lnTo>
                  <a:pt x="235" y="553"/>
                </a:lnTo>
                <a:lnTo>
                  <a:pt x="235" y="556"/>
                </a:lnTo>
                <a:lnTo>
                  <a:pt x="236" y="561"/>
                </a:lnTo>
                <a:lnTo>
                  <a:pt x="239" y="567"/>
                </a:lnTo>
                <a:lnTo>
                  <a:pt x="243" y="576"/>
                </a:lnTo>
                <a:lnTo>
                  <a:pt x="247" y="586"/>
                </a:lnTo>
                <a:lnTo>
                  <a:pt x="247" y="589"/>
                </a:lnTo>
                <a:lnTo>
                  <a:pt x="248" y="593"/>
                </a:lnTo>
                <a:lnTo>
                  <a:pt x="248" y="596"/>
                </a:lnTo>
                <a:lnTo>
                  <a:pt x="248" y="600"/>
                </a:lnTo>
                <a:lnTo>
                  <a:pt x="248" y="603"/>
                </a:lnTo>
                <a:lnTo>
                  <a:pt x="249" y="606"/>
                </a:lnTo>
                <a:lnTo>
                  <a:pt x="250" y="609"/>
                </a:lnTo>
                <a:lnTo>
                  <a:pt x="251" y="613"/>
                </a:lnTo>
                <a:lnTo>
                  <a:pt x="253" y="616"/>
                </a:lnTo>
                <a:lnTo>
                  <a:pt x="255" y="618"/>
                </a:lnTo>
                <a:lnTo>
                  <a:pt x="256" y="620"/>
                </a:lnTo>
                <a:lnTo>
                  <a:pt x="257" y="622"/>
                </a:lnTo>
                <a:lnTo>
                  <a:pt x="257" y="624"/>
                </a:lnTo>
                <a:lnTo>
                  <a:pt x="257" y="625"/>
                </a:lnTo>
                <a:lnTo>
                  <a:pt x="257" y="628"/>
                </a:lnTo>
                <a:lnTo>
                  <a:pt x="257" y="629"/>
                </a:lnTo>
                <a:lnTo>
                  <a:pt x="257" y="632"/>
                </a:lnTo>
                <a:lnTo>
                  <a:pt x="258" y="634"/>
                </a:lnTo>
                <a:lnTo>
                  <a:pt x="261" y="639"/>
                </a:lnTo>
                <a:lnTo>
                  <a:pt x="263" y="643"/>
                </a:lnTo>
                <a:lnTo>
                  <a:pt x="265" y="645"/>
                </a:lnTo>
                <a:lnTo>
                  <a:pt x="265" y="648"/>
                </a:lnTo>
                <a:lnTo>
                  <a:pt x="266" y="652"/>
                </a:lnTo>
                <a:lnTo>
                  <a:pt x="266" y="657"/>
                </a:lnTo>
                <a:lnTo>
                  <a:pt x="266" y="668"/>
                </a:lnTo>
                <a:lnTo>
                  <a:pt x="265" y="679"/>
                </a:lnTo>
                <a:lnTo>
                  <a:pt x="263" y="691"/>
                </a:lnTo>
                <a:lnTo>
                  <a:pt x="263" y="700"/>
                </a:lnTo>
                <a:lnTo>
                  <a:pt x="261" y="708"/>
                </a:lnTo>
                <a:lnTo>
                  <a:pt x="260" y="713"/>
                </a:lnTo>
                <a:lnTo>
                  <a:pt x="259" y="716"/>
                </a:lnTo>
                <a:lnTo>
                  <a:pt x="259" y="720"/>
                </a:lnTo>
                <a:lnTo>
                  <a:pt x="259" y="723"/>
                </a:lnTo>
                <a:lnTo>
                  <a:pt x="259" y="727"/>
                </a:lnTo>
                <a:lnTo>
                  <a:pt x="258" y="732"/>
                </a:lnTo>
                <a:lnTo>
                  <a:pt x="258" y="739"/>
                </a:lnTo>
                <a:lnTo>
                  <a:pt x="258" y="741"/>
                </a:lnTo>
                <a:lnTo>
                  <a:pt x="257" y="744"/>
                </a:lnTo>
                <a:lnTo>
                  <a:pt x="257" y="747"/>
                </a:lnTo>
                <a:lnTo>
                  <a:pt x="256" y="749"/>
                </a:lnTo>
                <a:lnTo>
                  <a:pt x="255" y="752"/>
                </a:lnTo>
                <a:lnTo>
                  <a:pt x="254" y="754"/>
                </a:lnTo>
                <a:lnTo>
                  <a:pt x="251" y="756"/>
                </a:lnTo>
                <a:lnTo>
                  <a:pt x="249" y="758"/>
                </a:lnTo>
                <a:lnTo>
                  <a:pt x="247" y="760"/>
                </a:lnTo>
                <a:lnTo>
                  <a:pt x="245" y="760"/>
                </a:lnTo>
                <a:lnTo>
                  <a:pt x="243" y="762"/>
                </a:lnTo>
                <a:lnTo>
                  <a:pt x="239" y="763"/>
                </a:lnTo>
                <a:lnTo>
                  <a:pt x="236" y="764"/>
                </a:lnTo>
                <a:lnTo>
                  <a:pt x="233" y="764"/>
                </a:lnTo>
                <a:lnTo>
                  <a:pt x="230" y="764"/>
                </a:lnTo>
                <a:lnTo>
                  <a:pt x="226" y="764"/>
                </a:lnTo>
                <a:lnTo>
                  <a:pt x="223" y="763"/>
                </a:lnTo>
                <a:lnTo>
                  <a:pt x="219" y="763"/>
                </a:lnTo>
                <a:lnTo>
                  <a:pt x="216" y="762"/>
                </a:lnTo>
                <a:lnTo>
                  <a:pt x="213" y="761"/>
                </a:lnTo>
                <a:lnTo>
                  <a:pt x="210" y="760"/>
                </a:lnTo>
                <a:lnTo>
                  <a:pt x="207" y="760"/>
                </a:lnTo>
                <a:lnTo>
                  <a:pt x="205" y="758"/>
                </a:lnTo>
                <a:lnTo>
                  <a:pt x="203" y="757"/>
                </a:lnTo>
                <a:lnTo>
                  <a:pt x="201" y="756"/>
                </a:lnTo>
                <a:lnTo>
                  <a:pt x="200" y="754"/>
                </a:lnTo>
                <a:lnTo>
                  <a:pt x="199" y="752"/>
                </a:lnTo>
                <a:lnTo>
                  <a:pt x="197" y="751"/>
                </a:lnTo>
                <a:lnTo>
                  <a:pt x="196" y="749"/>
                </a:lnTo>
                <a:lnTo>
                  <a:pt x="195" y="748"/>
                </a:lnTo>
                <a:lnTo>
                  <a:pt x="193" y="746"/>
                </a:lnTo>
                <a:lnTo>
                  <a:pt x="191" y="745"/>
                </a:lnTo>
                <a:lnTo>
                  <a:pt x="187" y="744"/>
                </a:lnTo>
                <a:lnTo>
                  <a:pt x="182" y="742"/>
                </a:lnTo>
                <a:lnTo>
                  <a:pt x="177" y="740"/>
                </a:lnTo>
                <a:lnTo>
                  <a:pt x="172" y="740"/>
                </a:lnTo>
                <a:lnTo>
                  <a:pt x="168" y="738"/>
                </a:lnTo>
                <a:lnTo>
                  <a:pt x="163" y="736"/>
                </a:lnTo>
                <a:lnTo>
                  <a:pt x="162" y="736"/>
                </a:lnTo>
                <a:lnTo>
                  <a:pt x="159" y="734"/>
                </a:lnTo>
                <a:lnTo>
                  <a:pt x="158" y="733"/>
                </a:lnTo>
                <a:lnTo>
                  <a:pt x="156" y="732"/>
                </a:lnTo>
                <a:lnTo>
                  <a:pt x="151" y="728"/>
                </a:lnTo>
                <a:lnTo>
                  <a:pt x="146" y="724"/>
                </a:lnTo>
                <a:lnTo>
                  <a:pt x="144" y="723"/>
                </a:lnTo>
                <a:lnTo>
                  <a:pt x="143" y="721"/>
                </a:lnTo>
                <a:lnTo>
                  <a:pt x="143" y="720"/>
                </a:lnTo>
                <a:lnTo>
                  <a:pt x="142" y="719"/>
                </a:lnTo>
                <a:lnTo>
                  <a:pt x="142" y="717"/>
                </a:lnTo>
                <a:lnTo>
                  <a:pt x="142" y="716"/>
                </a:lnTo>
                <a:lnTo>
                  <a:pt x="143" y="716"/>
                </a:lnTo>
                <a:lnTo>
                  <a:pt x="144" y="714"/>
                </a:lnTo>
                <a:lnTo>
                  <a:pt x="145" y="713"/>
                </a:lnTo>
                <a:lnTo>
                  <a:pt x="147" y="712"/>
                </a:lnTo>
                <a:lnTo>
                  <a:pt x="149" y="712"/>
                </a:lnTo>
                <a:lnTo>
                  <a:pt x="151" y="711"/>
                </a:lnTo>
                <a:lnTo>
                  <a:pt x="159" y="709"/>
                </a:lnTo>
                <a:lnTo>
                  <a:pt x="166" y="708"/>
                </a:lnTo>
                <a:lnTo>
                  <a:pt x="179" y="706"/>
                </a:lnTo>
                <a:lnTo>
                  <a:pt x="188" y="705"/>
                </a:lnTo>
                <a:lnTo>
                  <a:pt x="191" y="705"/>
                </a:lnTo>
                <a:lnTo>
                  <a:pt x="195" y="705"/>
                </a:lnTo>
                <a:lnTo>
                  <a:pt x="199" y="705"/>
                </a:lnTo>
                <a:lnTo>
                  <a:pt x="202" y="705"/>
                </a:lnTo>
                <a:lnTo>
                  <a:pt x="203" y="704"/>
                </a:lnTo>
                <a:lnTo>
                  <a:pt x="206" y="702"/>
                </a:lnTo>
                <a:lnTo>
                  <a:pt x="207" y="700"/>
                </a:lnTo>
                <a:lnTo>
                  <a:pt x="210" y="697"/>
                </a:lnTo>
                <a:lnTo>
                  <a:pt x="212" y="695"/>
                </a:lnTo>
                <a:lnTo>
                  <a:pt x="214" y="693"/>
                </a:lnTo>
                <a:lnTo>
                  <a:pt x="215" y="692"/>
                </a:lnTo>
                <a:lnTo>
                  <a:pt x="217" y="692"/>
                </a:lnTo>
                <a:lnTo>
                  <a:pt x="217" y="688"/>
                </a:lnTo>
                <a:lnTo>
                  <a:pt x="217" y="684"/>
                </a:lnTo>
                <a:lnTo>
                  <a:pt x="218" y="679"/>
                </a:lnTo>
                <a:lnTo>
                  <a:pt x="219" y="675"/>
                </a:lnTo>
                <a:lnTo>
                  <a:pt x="221" y="665"/>
                </a:lnTo>
                <a:lnTo>
                  <a:pt x="223" y="657"/>
                </a:lnTo>
                <a:lnTo>
                  <a:pt x="223" y="655"/>
                </a:lnTo>
                <a:lnTo>
                  <a:pt x="224" y="653"/>
                </a:lnTo>
                <a:lnTo>
                  <a:pt x="224" y="652"/>
                </a:lnTo>
                <a:lnTo>
                  <a:pt x="224" y="649"/>
                </a:lnTo>
                <a:lnTo>
                  <a:pt x="223" y="647"/>
                </a:lnTo>
                <a:lnTo>
                  <a:pt x="222" y="644"/>
                </a:lnTo>
                <a:lnTo>
                  <a:pt x="219" y="638"/>
                </a:lnTo>
                <a:lnTo>
                  <a:pt x="217" y="634"/>
                </a:lnTo>
                <a:lnTo>
                  <a:pt x="217" y="628"/>
                </a:lnTo>
                <a:lnTo>
                  <a:pt x="217" y="622"/>
                </a:lnTo>
                <a:lnTo>
                  <a:pt x="217" y="616"/>
                </a:lnTo>
                <a:lnTo>
                  <a:pt x="217" y="611"/>
                </a:lnTo>
                <a:lnTo>
                  <a:pt x="214" y="602"/>
                </a:lnTo>
                <a:lnTo>
                  <a:pt x="211" y="592"/>
                </a:lnTo>
                <a:lnTo>
                  <a:pt x="211" y="587"/>
                </a:lnTo>
                <a:lnTo>
                  <a:pt x="209" y="582"/>
                </a:lnTo>
                <a:lnTo>
                  <a:pt x="208" y="578"/>
                </a:lnTo>
                <a:lnTo>
                  <a:pt x="207" y="574"/>
                </a:lnTo>
                <a:lnTo>
                  <a:pt x="201" y="573"/>
                </a:lnTo>
                <a:lnTo>
                  <a:pt x="196" y="573"/>
                </a:lnTo>
                <a:lnTo>
                  <a:pt x="191" y="574"/>
                </a:lnTo>
                <a:lnTo>
                  <a:pt x="186" y="575"/>
                </a:lnTo>
                <a:lnTo>
                  <a:pt x="181" y="576"/>
                </a:lnTo>
                <a:lnTo>
                  <a:pt x="178" y="576"/>
                </a:lnTo>
                <a:lnTo>
                  <a:pt x="174" y="578"/>
                </a:lnTo>
                <a:lnTo>
                  <a:pt x="170" y="580"/>
                </a:lnTo>
                <a:lnTo>
                  <a:pt x="163" y="584"/>
                </a:lnTo>
                <a:lnTo>
                  <a:pt x="155" y="589"/>
                </a:lnTo>
                <a:lnTo>
                  <a:pt x="149" y="594"/>
                </a:lnTo>
                <a:lnTo>
                  <a:pt x="143" y="599"/>
                </a:lnTo>
                <a:lnTo>
                  <a:pt x="140" y="600"/>
                </a:lnTo>
                <a:lnTo>
                  <a:pt x="138" y="600"/>
                </a:lnTo>
                <a:lnTo>
                  <a:pt x="135" y="601"/>
                </a:lnTo>
                <a:lnTo>
                  <a:pt x="133" y="602"/>
                </a:lnTo>
                <a:lnTo>
                  <a:pt x="131" y="602"/>
                </a:lnTo>
                <a:lnTo>
                  <a:pt x="128" y="603"/>
                </a:lnTo>
                <a:lnTo>
                  <a:pt x="126" y="604"/>
                </a:lnTo>
                <a:lnTo>
                  <a:pt x="123" y="605"/>
                </a:lnTo>
                <a:lnTo>
                  <a:pt x="119" y="609"/>
                </a:lnTo>
                <a:lnTo>
                  <a:pt x="115" y="612"/>
                </a:lnTo>
                <a:lnTo>
                  <a:pt x="108" y="616"/>
                </a:lnTo>
                <a:lnTo>
                  <a:pt x="102" y="620"/>
                </a:lnTo>
                <a:lnTo>
                  <a:pt x="95" y="624"/>
                </a:lnTo>
                <a:lnTo>
                  <a:pt x="87" y="628"/>
                </a:lnTo>
                <a:lnTo>
                  <a:pt x="79" y="631"/>
                </a:lnTo>
                <a:lnTo>
                  <a:pt x="71" y="634"/>
                </a:lnTo>
                <a:lnTo>
                  <a:pt x="62" y="637"/>
                </a:lnTo>
                <a:lnTo>
                  <a:pt x="54" y="640"/>
                </a:lnTo>
                <a:lnTo>
                  <a:pt x="45" y="641"/>
                </a:lnTo>
                <a:lnTo>
                  <a:pt x="36" y="642"/>
                </a:lnTo>
                <a:lnTo>
                  <a:pt x="32" y="643"/>
                </a:lnTo>
                <a:lnTo>
                  <a:pt x="28" y="643"/>
                </a:lnTo>
                <a:lnTo>
                  <a:pt x="24" y="643"/>
                </a:lnTo>
                <a:lnTo>
                  <a:pt x="20" y="643"/>
                </a:lnTo>
                <a:lnTo>
                  <a:pt x="16" y="642"/>
                </a:lnTo>
                <a:lnTo>
                  <a:pt x="13" y="641"/>
                </a:lnTo>
                <a:lnTo>
                  <a:pt x="9" y="641"/>
                </a:lnTo>
                <a:lnTo>
                  <a:pt x="5" y="640"/>
                </a:lnTo>
                <a:lnTo>
                  <a:pt x="3" y="636"/>
                </a:lnTo>
                <a:lnTo>
                  <a:pt x="3" y="633"/>
                </a:lnTo>
                <a:lnTo>
                  <a:pt x="2" y="632"/>
                </a:lnTo>
                <a:lnTo>
                  <a:pt x="1" y="629"/>
                </a:lnTo>
                <a:lnTo>
                  <a:pt x="1" y="628"/>
                </a:lnTo>
                <a:lnTo>
                  <a:pt x="0" y="625"/>
                </a:lnTo>
                <a:lnTo>
                  <a:pt x="3" y="622"/>
                </a:lnTo>
                <a:lnTo>
                  <a:pt x="5" y="618"/>
                </a:lnTo>
                <a:lnTo>
                  <a:pt x="7" y="615"/>
                </a:lnTo>
                <a:lnTo>
                  <a:pt x="10" y="611"/>
                </a:lnTo>
                <a:lnTo>
                  <a:pt x="15" y="610"/>
                </a:lnTo>
                <a:lnTo>
                  <a:pt x="21" y="608"/>
                </a:lnTo>
                <a:lnTo>
                  <a:pt x="27" y="606"/>
                </a:lnTo>
                <a:lnTo>
                  <a:pt x="32" y="603"/>
                </a:lnTo>
                <a:lnTo>
                  <a:pt x="37" y="600"/>
                </a:lnTo>
                <a:lnTo>
                  <a:pt x="42" y="597"/>
                </a:lnTo>
                <a:lnTo>
                  <a:pt x="47" y="595"/>
                </a:lnTo>
                <a:lnTo>
                  <a:pt x="51" y="592"/>
                </a:lnTo>
                <a:lnTo>
                  <a:pt x="53" y="591"/>
                </a:lnTo>
                <a:lnTo>
                  <a:pt x="55" y="590"/>
                </a:lnTo>
                <a:lnTo>
                  <a:pt x="57" y="589"/>
                </a:lnTo>
                <a:lnTo>
                  <a:pt x="59" y="589"/>
                </a:lnTo>
                <a:lnTo>
                  <a:pt x="62" y="589"/>
                </a:lnTo>
                <a:lnTo>
                  <a:pt x="64" y="589"/>
                </a:lnTo>
                <a:lnTo>
                  <a:pt x="67" y="588"/>
                </a:lnTo>
                <a:lnTo>
                  <a:pt x="68" y="588"/>
                </a:lnTo>
                <a:lnTo>
                  <a:pt x="73" y="584"/>
                </a:lnTo>
                <a:lnTo>
                  <a:pt x="78" y="579"/>
                </a:lnTo>
                <a:lnTo>
                  <a:pt x="83" y="575"/>
                </a:lnTo>
                <a:lnTo>
                  <a:pt x="87" y="572"/>
                </a:lnTo>
                <a:lnTo>
                  <a:pt x="93" y="568"/>
                </a:lnTo>
                <a:lnTo>
                  <a:pt x="99" y="566"/>
                </a:lnTo>
                <a:lnTo>
                  <a:pt x="105" y="564"/>
                </a:lnTo>
                <a:lnTo>
                  <a:pt x="111" y="561"/>
                </a:lnTo>
                <a:lnTo>
                  <a:pt x="117" y="560"/>
                </a:lnTo>
                <a:lnTo>
                  <a:pt x="123" y="557"/>
                </a:lnTo>
                <a:lnTo>
                  <a:pt x="129" y="555"/>
                </a:lnTo>
                <a:lnTo>
                  <a:pt x="135" y="552"/>
                </a:lnTo>
                <a:lnTo>
                  <a:pt x="136" y="550"/>
                </a:lnTo>
                <a:lnTo>
                  <a:pt x="138" y="548"/>
                </a:lnTo>
                <a:lnTo>
                  <a:pt x="139" y="547"/>
                </a:lnTo>
                <a:lnTo>
                  <a:pt x="141" y="545"/>
                </a:lnTo>
                <a:lnTo>
                  <a:pt x="143" y="541"/>
                </a:lnTo>
                <a:lnTo>
                  <a:pt x="147" y="539"/>
                </a:lnTo>
                <a:lnTo>
                  <a:pt x="151" y="536"/>
                </a:lnTo>
                <a:lnTo>
                  <a:pt x="156" y="534"/>
                </a:lnTo>
                <a:lnTo>
                  <a:pt x="163" y="532"/>
                </a:lnTo>
                <a:lnTo>
                  <a:pt x="170" y="529"/>
                </a:lnTo>
                <a:lnTo>
                  <a:pt x="176" y="526"/>
                </a:lnTo>
                <a:lnTo>
                  <a:pt x="183" y="524"/>
                </a:lnTo>
                <a:lnTo>
                  <a:pt x="185" y="523"/>
                </a:lnTo>
                <a:lnTo>
                  <a:pt x="187" y="521"/>
                </a:lnTo>
                <a:lnTo>
                  <a:pt x="189" y="520"/>
                </a:lnTo>
                <a:lnTo>
                  <a:pt x="191" y="518"/>
                </a:lnTo>
                <a:lnTo>
                  <a:pt x="191" y="516"/>
                </a:lnTo>
                <a:lnTo>
                  <a:pt x="191" y="514"/>
                </a:lnTo>
                <a:lnTo>
                  <a:pt x="191" y="512"/>
                </a:lnTo>
                <a:lnTo>
                  <a:pt x="191" y="509"/>
                </a:lnTo>
                <a:lnTo>
                  <a:pt x="192" y="507"/>
                </a:lnTo>
                <a:lnTo>
                  <a:pt x="192" y="504"/>
                </a:lnTo>
                <a:lnTo>
                  <a:pt x="192" y="502"/>
                </a:lnTo>
                <a:lnTo>
                  <a:pt x="193" y="500"/>
                </a:lnTo>
                <a:lnTo>
                  <a:pt x="194" y="498"/>
                </a:lnTo>
                <a:lnTo>
                  <a:pt x="195" y="496"/>
                </a:lnTo>
                <a:lnTo>
                  <a:pt x="196" y="496"/>
                </a:lnTo>
                <a:lnTo>
                  <a:pt x="197" y="494"/>
                </a:lnTo>
                <a:lnTo>
                  <a:pt x="199" y="492"/>
                </a:lnTo>
                <a:lnTo>
                  <a:pt x="203" y="490"/>
                </a:lnTo>
                <a:lnTo>
                  <a:pt x="206" y="488"/>
                </a:lnTo>
                <a:lnTo>
                  <a:pt x="208" y="487"/>
                </a:lnTo>
                <a:lnTo>
                  <a:pt x="211" y="484"/>
                </a:lnTo>
                <a:lnTo>
                  <a:pt x="213" y="483"/>
                </a:lnTo>
                <a:lnTo>
                  <a:pt x="218" y="476"/>
                </a:lnTo>
                <a:lnTo>
                  <a:pt x="222" y="469"/>
                </a:lnTo>
                <a:lnTo>
                  <a:pt x="226" y="464"/>
                </a:lnTo>
                <a:lnTo>
                  <a:pt x="231" y="457"/>
                </a:lnTo>
                <a:lnTo>
                  <a:pt x="234" y="454"/>
                </a:lnTo>
                <a:lnTo>
                  <a:pt x="236" y="452"/>
                </a:lnTo>
                <a:lnTo>
                  <a:pt x="239" y="449"/>
                </a:lnTo>
                <a:lnTo>
                  <a:pt x="243" y="447"/>
                </a:lnTo>
                <a:lnTo>
                  <a:pt x="249" y="442"/>
                </a:lnTo>
                <a:lnTo>
                  <a:pt x="255" y="437"/>
                </a:lnTo>
                <a:lnTo>
                  <a:pt x="262" y="432"/>
                </a:lnTo>
                <a:lnTo>
                  <a:pt x="267" y="426"/>
                </a:lnTo>
                <a:lnTo>
                  <a:pt x="270" y="424"/>
                </a:lnTo>
                <a:lnTo>
                  <a:pt x="272" y="420"/>
                </a:lnTo>
                <a:lnTo>
                  <a:pt x="275" y="417"/>
                </a:lnTo>
                <a:lnTo>
                  <a:pt x="276" y="413"/>
                </a:lnTo>
                <a:lnTo>
                  <a:pt x="276" y="408"/>
                </a:lnTo>
                <a:lnTo>
                  <a:pt x="276" y="404"/>
                </a:lnTo>
                <a:lnTo>
                  <a:pt x="272" y="403"/>
                </a:lnTo>
                <a:lnTo>
                  <a:pt x="267" y="402"/>
                </a:lnTo>
                <a:lnTo>
                  <a:pt x="263" y="402"/>
                </a:lnTo>
                <a:lnTo>
                  <a:pt x="256" y="402"/>
                </a:lnTo>
                <a:lnTo>
                  <a:pt x="256" y="402"/>
                </a:lnTo>
                <a:lnTo>
                  <a:pt x="255" y="402"/>
                </a:lnTo>
                <a:lnTo>
                  <a:pt x="253" y="405"/>
                </a:lnTo>
                <a:lnTo>
                  <a:pt x="250" y="408"/>
                </a:lnTo>
                <a:lnTo>
                  <a:pt x="247" y="411"/>
                </a:lnTo>
                <a:lnTo>
                  <a:pt x="244" y="413"/>
                </a:lnTo>
                <a:lnTo>
                  <a:pt x="241" y="413"/>
                </a:lnTo>
                <a:lnTo>
                  <a:pt x="238" y="413"/>
                </a:lnTo>
                <a:lnTo>
                  <a:pt x="235" y="413"/>
                </a:lnTo>
                <a:lnTo>
                  <a:pt x="231" y="413"/>
                </a:lnTo>
                <a:lnTo>
                  <a:pt x="225" y="416"/>
                </a:lnTo>
                <a:lnTo>
                  <a:pt x="218" y="420"/>
                </a:lnTo>
                <a:lnTo>
                  <a:pt x="211" y="424"/>
                </a:lnTo>
                <a:lnTo>
                  <a:pt x="205" y="428"/>
                </a:lnTo>
                <a:lnTo>
                  <a:pt x="203" y="428"/>
                </a:lnTo>
                <a:lnTo>
                  <a:pt x="200" y="428"/>
                </a:lnTo>
                <a:lnTo>
                  <a:pt x="198" y="429"/>
                </a:lnTo>
                <a:lnTo>
                  <a:pt x="196" y="429"/>
                </a:lnTo>
                <a:lnTo>
                  <a:pt x="194" y="429"/>
                </a:lnTo>
                <a:lnTo>
                  <a:pt x="192" y="430"/>
                </a:lnTo>
                <a:lnTo>
                  <a:pt x="190" y="430"/>
                </a:lnTo>
                <a:lnTo>
                  <a:pt x="188" y="432"/>
                </a:lnTo>
                <a:lnTo>
                  <a:pt x="186" y="434"/>
                </a:lnTo>
                <a:lnTo>
                  <a:pt x="183" y="437"/>
                </a:lnTo>
                <a:lnTo>
                  <a:pt x="181" y="440"/>
                </a:lnTo>
                <a:lnTo>
                  <a:pt x="179" y="443"/>
                </a:lnTo>
                <a:lnTo>
                  <a:pt x="176" y="445"/>
                </a:lnTo>
                <a:lnTo>
                  <a:pt x="174" y="448"/>
                </a:lnTo>
                <a:lnTo>
                  <a:pt x="171" y="451"/>
                </a:lnTo>
                <a:lnTo>
                  <a:pt x="167" y="452"/>
                </a:lnTo>
                <a:lnTo>
                  <a:pt x="163" y="452"/>
                </a:lnTo>
                <a:lnTo>
                  <a:pt x="157" y="452"/>
                </a:lnTo>
                <a:lnTo>
                  <a:pt x="151" y="452"/>
                </a:lnTo>
                <a:lnTo>
                  <a:pt x="147" y="452"/>
                </a:lnTo>
                <a:lnTo>
                  <a:pt x="142" y="454"/>
                </a:lnTo>
                <a:lnTo>
                  <a:pt x="136" y="456"/>
                </a:lnTo>
                <a:lnTo>
                  <a:pt x="133" y="456"/>
                </a:lnTo>
                <a:lnTo>
                  <a:pt x="131" y="456"/>
                </a:lnTo>
                <a:lnTo>
                  <a:pt x="127" y="456"/>
                </a:lnTo>
                <a:lnTo>
                  <a:pt x="125" y="456"/>
                </a:lnTo>
                <a:lnTo>
                  <a:pt x="122" y="456"/>
                </a:lnTo>
                <a:lnTo>
                  <a:pt x="120" y="456"/>
                </a:lnTo>
                <a:lnTo>
                  <a:pt x="118" y="455"/>
                </a:lnTo>
                <a:lnTo>
                  <a:pt x="115" y="453"/>
                </a:lnTo>
                <a:lnTo>
                  <a:pt x="114" y="452"/>
                </a:lnTo>
                <a:lnTo>
                  <a:pt x="113" y="449"/>
                </a:lnTo>
                <a:lnTo>
                  <a:pt x="112" y="447"/>
                </a:lnTo>
                <a:lnTo>
                  <a:pt x="111" y="443"/>
                </a:lnTo>
                <a:lnTo>
                  <a:pt x="122" y="439"/>
                </a:lnTo>
                <a:lnTo>
                  <a:pt x="132" y="435"/>
                </a:lnTo>
                <a:lnTo>
                  <a:pt x="142" y="430"/>
                </a:lnTo>
                <a:lnTo>
                  <a:pt x="151" y="425"/>
                </a:lnTo>
                <a:lnTo>
                  <a:pt x="161" y="420"/>
                </a:lnTo>
                <a:lnTo>
                  <a:pt x="171" y="415"/>
                </a:lnTo>
                <a:lnTo>
                  <a:pt x="179" y="409"/>
                </a:lnTo>
                <a:lnTo>
                  <a:pt x="188" y="404"/>
                </a:lnTo>
                <a:lnTo>
                  <a:pt x="191" y="403"/>
                </a:lnTo>
                <a:lnTo>
                  <a:pt x="192" y="402"/>
                </a:lnTo>
                <a:lnTo>
                  <a:pt x="195" y="402"/>
                </a:lnTo>
                <a:lnTo>
                  <a:pt x="198" y="401"/>
                </a:lnTo>
                <a:lnTo>
                  <a:pt x="200" y="401"/>
                </a:lnTo>
                <a:lnTo>
                  <a:pt x="202" y="400"/>
                </a:lnTo>
                <a:lnTo>
                  <a:pt x="204" y="400"/>
                </a:lnTo>
                <a:lnTo>
                  <a:pt x="207" y="399"/>
                </a:lnTo>
                <a:lnTo>
                  <a:pt x="213" y="395"/>
                </a:lnTo>
                <a:lnTo>
                  <a:pt x="219" y="389"/>
                </a:lnTo>
                <a:lnTo>
                  <a:pt x="222" y="387"/>
                </a:lnTo>
                <a:lnTo>
                  <a:pt x="226" y="384"/>
                </a:lnTo>
                <a:lnTo>
                  <a:pt x="229" y="383"/>
                </a:lnTo>
                <a:lnTo>
                  <a:pt x="232" y="380"/>
                </a:lnTo>
                <a:lnTo>
                  <a:pt x="235" y="380"/>
                </a:lnTo>
                <a:lnTo>
                  <a:pt x="239" y="380"/>
                </a:lnTo>
                <a:lnTo>
                  <a:pt x="241" y="379"/>
                </a:lnTo>
                <a:lnTo>
                  <a:pt x="244" y="378"/>
                </a:lnTo>
                <a:lnTo>
                  <a:pt x="250" y="376"/>
                </a:lnTo>
                <a:lnTo>
                  <a:pt x="255" y="372"/>
                </a:lnTo>
                <a:lnTo>
                  <a:pt x="259" y="368"/>
                </a:lnTo>
                <a:lnTo>
                  <a:pt x="265" y="364"/>
                </a:lnTo>
                <a:lnTo>
                  <a:pt x="267" y="364"/>
                </a:lnTo>
                <a:lnTo>
                  <a:pt x="268" y="363"/>
                </a:lnTo>
                <a:lnTo>
                  <a:pt x="271" y="363"/>
                </a:lnTo>
                <a:lnTo>
                  <a:pt x="273" y="363"/>
                </a:lnTo>
                <a:lnTo>
                  <a:pt x="276" y="362"/>
                </a:lnTo>
                <a:lnTo>
                  <a:pt x="277" y="361"/>
                </a:lnTo>
                <a:lnTo>
                  <a:pt x="280" y="361"/>
                </a:lnTo>
                <a:lnTo>
                  <a:pt x="280" y="360"/>
                </a:lnTo>
                <a:lnTo>
                  <a:pt x="283" y="357"/>
                </a:lnTo>
                <a:lnTo>
                  <a:pt x="284" y="353"/>
                </a:lnTo>
                <a:lnTo>
                  <a:pt x="285" y="349"/>
                </a:lnTo>
                <a:lnTo>
                  <a:pt x="287" y="344"/>
                </a:lnTo>
                <a:lnTo>
                  <a:pt x="288" y="336"/>
                </a:lnTo>
                <a:lnTo>
                  <a:pt x="290" y="328"/>
                </a:lnTo>
                <a:lnTo>
                  <a:pt x="290" y="327"/>
                </a:lnTo>
                <a:lnTo>
                  <a:pt x="290" y="325"/>
                </a:lnTo>
                <a:lnTo>
                  <a:pt x="292" y="324"/>
                </a:lnTo>
                <a:lnTo>
                  <a:pt x="292" y="323"/>
                </a:lnTo>
                <a:lnTo>
                  <a:pt x="293" y="321"/>
                </a:lnTo>
                <a:lnTo>
                  <a:pt x="294" y="320"/>
                </a:lnTo>
                <a:lnTo>
                  <a:pt x="295" y="317"/>
                </a:lnTo>
                <a:lnTo>
                  <a:pt x="296" y="313"/>
                </a:lnTo>
                <a:lnTo>
                  <a:pt x="297" y="310"/>
                </a:lnTo>
                <a:lnTo>
                  <a:pt x="298" y="308"/>
                </a:lnTo>
                <a:lnTo>
                  <a:pt x="300" y="303"/>
                </a:lnTo>
                <a:lnTo>
                  <a:pt x="302" y="301"/>
                </a:lnTo>
                <a:lnTo>
                  <a:pt x="305" y="298"/>
                </a:lnTo>
                <a:lnTo>
                  <a:pt x="308" y="295"/>
                </a:lnTo>
                <a:lnTo>
                  <a:pt x="312" y="292"/>
                </a:lnTo>
                <a:lnTo>
                  <a:pt x="316" y="290"/>
                </a:lnTo>
                <a:lnTo>
                  <a:pt x="317" y="287"/>
                </a:lnTo>
                <a:lnTo>
                  <a:pt x="318" y="286"/>
                </a:lnTo>
                <a:lnTo>
                  <a:pt x="319" y="283"/>
                </a:lnTo>
                <a:lnTo>
                  <a:pt x="320" y="282"/>
                </a:lnTo>
                <a:lnTo>
                  <a:pt x="321" y="278"/>
                </a:lnTo>
                <a:lnTo>
                  <a:pt x="323" y="274"/>
                </a:lnTo>
                <a:lnTo>
                  <a:pt x="324" y="272"/>
                </a:lnTo>
                <a:lnTo>
                  <a:pt x="325" y="271"/>
                </a:lnTo>
                <a:lnTo>
                  <a:pt x="326" y="271"/>
                </a:lnTo>
                <a:lnTo>
                  <a:pt x="328" y="270"/>
                </a:lnTo>
                <a:lnTo>
                  <a:pt x="330" y="268"/>
                </a:lnTo>
                <a:lnTo>
                  <a:pt x="332" y="267"/>
                </a:lnTo>
                <a:lnTo>
                  <a:pt x="333" y="265"/>
                </a:lnTo>
                <a:lnTo>
                  <a:pt x="335" y="263"/>
                </a:lnTo>
                <a:lnTo>
                  <a:pt x="336" y="262"/>
                </a:lnTo>
                <a:lnTo>
                  <a:pt x="336" y="259"/>
                </a:lnTo>
                <a:lnTo>
                  <a:pt x="336" y="257"/>
                </a:lnTo>
                <a:lnTo>
                  <a:pt x="337" y="255"/>
                </a:lnTo>
                <a:lnTo>
                  <a:pt x="338" y="253"/>
                </a:lnTo>
                <a:lnTo>
                  <a:pt x="339" y="251"/>
                </a:lnTo>
                <a:lnTo>
                  <a:pt x="344" y="244"/>
                </a:lnTo>
                <a:lnTo>
                  <a:pt x="348" y="239"/>
                </a:lnTo>
                <a:lnTo>
                  <a:pt x="353" y="231"/>
                </a:lnTo>
                <a:lnTo>
                  <a:pt x="358" y="225"/>
                </a:lnTo>
                <a:lnTo>
                  <a:pt x="360" y="222"/>
                </a:lnTo>
                <a:lnTo>
                  <a:pt x="363" y="218"/>
                </a:lnTo>
                <a:lnTo>
                  <a:pt x="365" y="215"/>
                </a:lnTo>
                <a:lnTo>
                  <a:pt x="367" y="211"/>
                </a:lnTo>
                <a:lnTo>
                  <a:pt x="368" y="206"/>
                </a:lnTo>
                <a:lnTo>
                  <a:pt x="368" y="202"/>
                </a:lnTo>
                <a:lnTo>
                  <a:pt x="369" y="198"/>
                </a:lnTo>
                <a:lnTo>
                  <a:pt x="369" y="192"/>
                </a:lnTo>
                <a:lnTo>
                  <a:pt x="368" y="191"/>
                </a:lnTo>
                <a:lnTo>
                  <a:pt x="366" y="189"/>
                </a:lnTo>
                <a:lnTo>
                  <a:pt x="362" y="189"/>
                </a:lnTo>
                <a:lnTo>
                  <a:pt x="358" y="188"/>
                </a:lnTo>
                <a:lnTo>
                  <a:pt x="354" y="189"/>
                </a:lnTo>
                <a:lnTo>
                  <a:pt x="352" y="189"/>
                </a:lnTo>
                <a:lnTo>
                  <a:pt x="348" y="190"/>
                </a:lnTo>
                <a:lnTo>
                  <a:pt x="345" y="191"/>
                </a:lnTo>
                <a:lnTo>
                  <a:pt x="342" y="191"/>
                </a:lnTo>
                <a:lnTo>
                  <a:pt x="340" y="193"/>
                </a:lnTo>
                <a:lnTo>
                  <a:pt x="334" y="195"/>
                </a:lnTo>
                <a:lnTo>
                  <a:pt x="328" y="198"/>
                </a:lnTo>
                <a:lnTo>
                  <a:pt x="324" y="199"/>
                </a:lnTo>
                <a:lnTo>
                  <a:pt x="321" y="199"/>
                </a:lnTo>
                <a:lnTo>
                  <a:pt x="317" y="200"/>
                </a:lnTo>
                <a:lnTo>
                  <a:pt x="313" y="200"/>
                </a:lnTo>
                <a:lnTo>
                  <a:pt x="312" y="202"/>
                </a:lnTo>
                <a:lnTo>
                  <a:pt x="312" y="203"/>
                </a:lnTo>
                <a:lnTo>
                  <a:pt x="311" y="204"/>
                </a:lnTo>
                <a:lnTo>
                  <a:pt x="309" y="206"/>
                </a:lnTo>
                <a:lnTo>
                  <a:pt x="307" y="207"/>
                </a:lnTo>
                <a:lnTo>
                  <a:pt x="304" y="210"/>
                </a:lnTo>
                <a:lnTo>
                  <a:pt x="301" y="211"/>
                </a:lnTo>
                <a:lnTo>
                  <a:pt x="299" y="213"/>
                </a:lnTo>
                <a:lnTo>
                  <a:pt x="298" y="215"/>
                </a:lnTo>
                <a:lnTo>
                  <a:pt x="297" y="215"/>
                </a:lnTo>
                <a:lnTo>
                  <a:pt x="296" y="216"/>
                </a:lnTo>
                <a:lnTo>
                  <a:pt x="296" y="218"/>
                </a:lnTo>
                <a:lnTo>
                  <a:pt x="296" y="219"/>
                </a:lnTo>
                <a:lnTo>
                  <a:pt x="296" y="222"/>
                </a:lnTo>
                <a:lnTo>
                  <a:pt x="296" y="224"/>
                </a:lnTo>
                <a:lnTo>
                  <a:pt x="298" y="226"/>
                </a:lnTo>
                <a:lnTo>
                  <a:pt x="301" y="230"/>
                </a:lnTo>
                <a:lnTo>
                  <a:pt x="305" y="234"/>
                </a:lnTo>
                <a:lnTo>
                  <a:pt x="308" y="236"/>
                </a:lnTo>
                <a:lnTo>
                  <a:pt x="309" y="238"/>
                </a:lnTo>
                <a:lnTo>
                  <a:pt x="312" y="240"/>
                </a:lnTo>
                <a:lnTo>
                  <a:pt x="312" y="243"/>
                </a:lnTo>
                <a:lnTo>
                  <a:pt x="313" y="245"/>
                </a:lnTo>
                <a:lnTo>
                  <a:pt x="314" y="247"/>
                </a:lnTo>
                <a:lnTo>
                  <a:pt x="314" y="250"/>
                </a:lnTo>
                <a:lnTo>
                  <a:pt x="313" y="253"/>
                </a:lnTo>
                <a:lnTo>
                  <a:pt x="312" y="256"/>
                </a:lnTo>
                <a:lnTo>
                  <a:pt x="309" y="259"/>
                </a:lnTo>
                <a:lnTo>
                  <a:pt x="307" y="262"/>
                </a:lnTo>
                <a:lnTo>
                  <a:pt x="304" y="265"/>
                </a:lnTo>
                <a:lnTo>
                  <a:pt x="303" y="268"/>
                </a:lnTo>
                <a:lnTo>
                  <a:pt x="301" y="275"/>
                </a:lnTo>
                <a:lnTo>
                  <a:pt x="300" y="281"/>
                </a:lnTo>
                <a:lnTo>
                  <a:pt x="297" y="286"/>
                </a:lnTo>
                <a:lnTo>
                  <a:pt x="296" y="287"/>
                </a:lnTo>
                <a:lnTo>
                  <a:pt x="295" y="289"/>
                </a:lnTo>
                <a:lnTo>
                  <a:pt x="293" y="291"/>
                </a:lnTo>
                <a:lnTo>
                  <a:pt x="292" y="292"/>
                </a:lnTo>
                <a:lnTo>
                  <a:pt x="288" y="295"/>
                </a:lnTo>
                <a:lnTo>
                  <a:pt x="286" y="298"/>
                </a:lnTo>
                <a:lnTo>
                  <a:pt x="285" y="299"/>
                </a:lnTo>
                <a:lnTo>
                  <a:pt x="284" y="301"/>
                </a:lnTo>
                <a:lnTo>
                  <a:pt x="284" y="303"/>
                </a:lnTo>
                <a:lnTo>
                  <a:pt x="284" y="305"/>
                </a:lnTo>
                <a:lnTo>
                  <a:pt x="284" y="307"/>
                </a:lnTo>
                <a:lnTo>
                  <a:pt x="283" y="308"/>
                </a:lnTo>
                <a:lnTo>
                  <a:pt x="282" y="310"/>
                </a:lnTo>
                <a:lnTo>
                  <a:pt x="282" y="312"/>
                </a:lnTo>
                <a:lnTo>
                  <a:pt x="277" y="315"/>
                </a:lnTo>
                <a:lnTo>
                  <a:pt x="273" y="319"/>
                </a:lnTo>
                <a:lnTo>
                  <a:pt x="268" y="322"/>
                </a:lnTo>
                <a:lnTo>
                  <a:pt x="265" y="325"/>
                </a:lnTo>
                <a:lnTo>
                  <a:pt x="264" y="328"/>
                </a:lnTo>
                <a:lnTo>
                  <a:pt x="263" y="332"/>
                </a:lnTo>
                <a:lnTo>
                  <a:pt x="263" y="336"/>
                </a:lnTo>
                <a:lnTo>
                  <a:pt x="263" y="339"/>
                </a:lnTo>
                <a:lnTo>
                  <a:pt x="259" y="344"/>
                </a:lnTo>
                <a:lnTo>
                  <a:pt x="254" y="348"/>
                </a:lnTo>
                <a:lnTo>
                  <a:pt x="248" y="353"/>
                </a:lnTo>
                <a:lnTo>
                  <a:pt x="244" y="357"/>
                </a:lnTo>
                <a:lnTo>
                  <a:pt x="243" y="356"/>
                </a:lnTo>
                <a:lnTo>
                  <a:pt x="241" y="356"/>
                </a:lnTo>
                <a:lnTo>
                  <a:pt x="239" y="355"/>
                </a:lnTo>
                <a:lnTo>
                  <a:pt x="239" y="353"/>
                </a:lnTo>
                <a:lnTo>
                  <a:pt x="238" y="352"/>
                </a:lnTo>
                <a:lnTo>
                  <a:pt x="238" y="348"/>
                </a:lnTo>
                <a:lnTo>
                  <a:pt x="240" y="343"/>
                </a:lnTo>
                <a:lnTo>
                  <a:pt x="243" y="337"/>
                </a:lnTo>
                <a:lnTo>
                  <a:pt x="243" y="335"/>
                </a:lnTo>
                <a:lnTo>
                  <a:pt x="243" y="332"/>
                </a:lnTo>
                <a:lnTo>
                  <a:pt x="244" y="329"/>
                </a:lnTo>
                <a:lnTo>
                  <a:pt x="244" y="325"/>
                </a:lnTo>
                <a:lnTo>
                  <a:pt x="244" y="325"/>
                </a:lnTo>
                <a:close/>
                <a:moveTo>
                  <a:pt x="147" y="217"/>
                </a:moveTo>
                <a:lnTo>
                  <a:pt x="146" y="218"/>
                </a:lnTo>
                <a:lnTo>
                  <a:pt x="144" y="219"/>
                </a:lnTo>
                <a:lnTo>
                  <a:pt x="143" y="219"/>
                </a:lnTo>
                <a:lnTo>
                  <a:pt x="141" y="219"/>
                </a:lnTo>
                <a:lnTo>
                  <a:pt x="137" y="220"/>
                </a:lnTo>
                <a:lnTo>
                  <a:pt x="134" y="220"/>
                </a:lnTo>
                <a:lnTo>
                  <a:pt x="132" y="220"/>
                </a:lnTo>
                <a:lnTo>
                  <a:pt x="130" y="221"/>
                </a:lnTo>
                <a:lnTo>
                  <a:pt x="128" y="222"/>
                </a:lnTo>
                <a:lnTo>
                  <a:pt x="127" y="223"/>
                </a:lnTo>
                <a:lnTo>
                  <a:pt x="125" y="224"/>
                </a:lnTo>
                <a:lnTo>
                  <a:pt x="124" y="226"/>
                </a:lnTo>
                <a:lnTo>
                  <a:pt x="123" y="227"/>
                </a:lnTo>
                <a:lnTo>
                  <a:pt x="121" y="230"/>
                </a:lnTo>
                <a:lnTo>
                  <a:pt x="121" y="231"/>
                </a:lnTo>
                <a:lnTo>
                  <a:pt x="120" y="233"/>
                </a:lnTo>
                <a:lnTo>
                  <a:pt x="120" y="235"/>
                </a:lnTo>
                <a:lnTo>
                  <a:pt x="120" y="236"/>
                </a:lnTo>
                <a:lnTo>
                  <a:pt x="120" y="241"/>
                </a:lnTo>
                <a:lnTo>
                  <a:pt x="122" y="246"/>
                </a:lnTo>
                <a:lnTo>
                  <a:pt x="123" y="251"/>
                </a:lnTo>
                <a:lnTo>
                  <a:pt x="124" y="256"/>
                </a:lnTo>
                <a:lnTo>
                  <a:pt x="126" y="263"/>
                </a:lnTo>
                <a:lnTo>
                  <a:pt x="127" y="268"/>
                </a:lnTo>
                <a:lnTo>
                  <a:pt x="131" y="279"/>
                </a:lnTo>
                <a:lnTo>
                  <a:pt x="135" y="288"/>
                </a:lnTo>
                <a:lnTo>
                  <a:pt x="137" y="292"/>
                </a:lnTo>
                <a:lnTo>
                  <a:pt x="139" y="295"/>
                </a:lnTo>
                <a:lnTo>
                  <a:pt x="139" y="297"/>
                </a:lnTo>
                <a:lnTo>
                  <a:pt x="140" y="298"/>
                </a:lnTo>
                <a:lnTo>
                  <a:pt x="142" y="299"/>
                </a:lnTo>
                <a:lnTo>
                  <a:pt x="143" y="299"/>
                </a:lnTo>
                <a:lnTo>
                  <a:pt x="145" y="299"/>
                </a:lnTo>
                <a:lnTo>
                  <a:pt x="147" y="298"/>
                </a:lnTo>
                <a:lnTo>
                  <a:pt x="148" y="297"/>
                </a:lnTo>
                <a:lnTo>
                  <a:pt x="150" y="296"/>
                </a:lnTo>
                <a:lnTo>
                  <a:pt x="151" y="295"/>
                </a:lnTo>
                <a:lnTo>
                  <a:pt x="152" y="294"/>
                </a:lnTo>
                <a:lnTo>
                  <a:pt x="155" y="291"/>
                </a:lnTo>
                <a:lnTo>
                  <a:pt x="157" y="287"/>
                </a:lnTo>
                <a:lnTo>
                  <a:pt x="156" y="284"/>
                </a:lnTo>
                <a:lnTo>
                  <a:pt x="155" y="282"/>
                </a:lnTo>
                <a:lnTo>
                  <a:pt x="154" y="280"/>
                </a:lnTo>
                <a:lnTo>
                  <a:pt x="153" y="279"/>
                </a:lnTo>
                <a:lnTo>
                  <a:pt x="151" y="277"/>
                </a:lnTo>
                <a:lnTo>
                  <a:pt x="150" y="276"/>
                </a:lnTo>
                <a:lnTo>
                  <a:pt x="147" y="275"/>
                </a:lnTo>
                <a:lnTo>
                  <a:pt x="144" y="274"/>
                </a:lnTo>
                <a:lnTo>
                  <a:pt x="144" y="271"/>
                </a:lnTo>
                <a:lnTo>
                  <a:pt x="144" y="267"/>
                </a:lnTo>
                <a:lnTo>
                  <a:pt x="145" y="263"/>
                </a:lnTo>
                <a:lnTo>
                  <a:pt x="146" y="260"/>
                </a:lnTo>
                <a:lnTo>
                  <a:pt x="147" y="256"/>
                </a:lnTo>
                <a:lnTo>
                  <a:pt x="148" y="253"/>
                </a:lnTo>
                <a:lnTo>
                  <a:pt x="150" y="250"/>
                </a:lnTo>
                <a:lnTo>
                  <a:pt x="151" y="247"/>
                </a:lnTo>
                <a:lnTo>
                  <a:pt x="153" y="243"/>
                </a:lnTo>
                <a:lnTo>
                  <a:pt x="155" y="241"/>
                </a:lnTo>
                <a:lnTo>
                  <a:pt x="157" y="238"/>
                </a:lnTo>
                <a:lnTo>
                  <a:pt x="159" y="235"/>
                </a:lnTo>
                <a:lnTo>
                  <a:pt x="163" y="231"/>
                </a:lnTo>
                <a:lnTo>
                  <a:pt x="167" y="227"/>
                </a:lnTo>
                <a:lnTo>
                  <a:pt x="167" y="224"/>
                </a:lnTo>
                <a:lnTo>
                  <a:pt x="167" y="221"/>
                </a:lnTo>
                <a:lnTo>
                  <a:pt x="163" y="219"/>
                </a:lnTo>
                <a:lnTo>
                  <a:pt x="159" y="219"/>
                </a:lnTo>
                <a:lnTo>
                  <a:pt x="155" y="218"/>
                </a:lnTo>
                <a:lnTo>
                  <a:pt x="154" y="217"/>
                </a:lnTo>
                <a:lnTo>
                  <a:pt x="151" y="217"/>
                </a:lnTo>
                <a:lnTo>
                  <a:pt x="147" y="217"/>
                </a:lnTo>
                <a:lnTo>
                  <a:pt x="147" y="217"/>
                </a:lnTo>
                <a:close/>
                <a:moveTo>
                  <a:pt x="195" y="216"/>
                </a:moveTo>
                <a:lnTo>
                  <a:pt x="193" y="220"/>
                </a:lnTo>
                <a:lnTo>
                  <a:pt x="191" y="224"/>
                </a:lnTo>
                <a:lnTo>
                  <a:pt x="188" y="227"/>
                </a:lnTo>
                <a:lnTo>
                  <a:pt x="185" y="231"/>
                </a:lnTo>
                <a:lnTo>
                  <a:pt x="183" y="235"/>
                </a:lnTo>
                <a:lnTo>
                  <a:pt x="181" y="240"/>
                </a:lnTo>
                <a:lnTo>
                  <a:pt x="180" y="243"/>
                </a:lnTo>
                <a:lnTo>
                  <a:pt x="179" y="245"/>
                </a:lnTo>
                <a:lnTo>
                  <a:pt x="179" y="247"/>
                </a:lnTo>
                <a:lnTo>
                  <a:pt x="179" y="250"/>
                </a:lnTo>
                <a:lnTo>
                  <a:pt x="180" y="252"/>
                </a:lnTo>
                <a:lnTo>
                  <a:pt x="182" y="253"/>
                </a:lnTo>
                <a:lnTo>
                  <a:pt x="185" y="254"/>
                </a:lnTo>
                <a:lnTo>
                  <a:pt x="188" y="254"/>
                </a:lnTo>
                <a:lnTo>
                  <a:pt x="192" y="254"/>
                </a:lnTo>
                <a:lnTo>
                  <a:pt x="195" y="253"/>
                </a:lnTo>
                <a:lnTo>
                  <a:pt x="199" y="252"/>
                </a:lnTo>
                <a:lnTo>
                  <a:pt x="202" y="251"/>
                </a:lnTo>
                <a:lnTo>
                  <a:pt x="205" y="250"/>
                </a:lnTo>
                <a:lnTo>
                  <a:pt x="208" y="248"/>
                </a:lnTo>
                <a:lnTo>
                  <a:pt x="211" y="247"/>
                </a:lnTo>
                <a:lnTo>
                  <a:pt x="214" y="244"/>
                </a:lnTo>
                <a:lnTo>
                  <a:pt x="217" y="242"/>
                </a:lnTo>
                <a:lnTo>
                  <a:pt x="219" y="240"/>
                </a:lnTo>
                <a:lnTo>
                  <a:pt x="221" y="238"/>
                </a:lnTo>
                <a:lnTo>
                  <a:pt x="223" y="235"/>
                </a:lnTo>
                <a:lnTo>
                  <a:pt x="224" y="233"/>
                </a:lnTo>
                <a:lnTo>
                  <a:pt x="226" y="231"/>
                </a:lnTo>
                <a:lnTo>
                  <a:pt x="226" y="228"/>
                </a:lnTo>
                <a:lnTo>
                  <a:pt x="225" y="226"/>
                </a:lnTo>
                <a:lnTo>
                  <a:pt x="219" y="222"/>
                </a:lnTo>
                <a:lnTo>
                  <a:pt x="213" y="219"/>
                </a:lnTo>
                <a:lnTo>
                  <a:pt x="209" y="218"/>
                </a:lnTo>
                <a:lnTo>
                  <a:pt x="205" y="217"/>
                </a:lnTo>
                <a:lnTo>
                  <a:pt x="201" y="216"/>
                </a:lnTo>
                <a:lnTo>
                  <a:pt x="195" y="216"/>
                </a:lnTo>
                <a:lnTo>
                  <a:pt x="195" y="216"/>
                </a:lnTo>
                <a:close/>
                <a:moveTo>
                  <a:pt x="256" y="238"/>
                </a:moveTo>
                <a:lnTo>
                  <a:pt x="253" y="241"/>
                </a:lnTo>
                <a:lnTo>
                  <a:pt x="249" y="244"/>
                </a:lnTo>
                <a:lnTo>
                  <a:pt x="248" y="246"/>
                </a:lnTo>
                <a:lnTo>
                  <a:pt x="248" y="248"/>
                </a:lnTo>
                <a:lnTo>
                  <a:pt x="247" y="250"/>
                </a:lnTo>
                <a:lnTo>
                  <a:pt x="247" y="253"/>
                </a:lnTo>
                <a:lnTo>
                  <a:pt x="247" y="259"/>
                </a:lnTo>
                <a:lnTo>
                  <a:pt x="247" y="267"/>
                </a:lnTo>
                <a:lnTo>
                  <a:pt x="247" y="273"/>
                </a:lnTo>
                <a:lnTo>
                  <a:pt x="248" y="279"/>
                </a:lnTo>
                <a:lnTo>
                  <a:pt x="249" y="282"/>
                </a:lnTo>
                <a:lnTo>
                  <a:pt x="250" y="283"/>
                </a:lnTo>
                <a:lnTo>
                  <a:pt x="250" y="285"/>
                </a:lnTo>
                <a:lnTo>
                  <a:pt x="251" y="286"/>
                </a:lnTo>
                <a:lnTo>
                  <a:pt x="251" y="287"/>
                </a:lnTo>
                <a:lnTo>
                  <a:pt x="252" y="288"/>
                </a:lnTo>
                <a:lnTo>
                  <a:pt x="253" y="288"/>
                </a:lnTo>
                <a:lnTo>
                  <a:pt x="255" y="288"/>
                </a:lnTo>
                <a:lnTo>
                  <a:pt x="257" y="288"/>
                </a:lnTo>
                <a:lnTo>
                  <a:pt x="260" y="288"/>
                </a:lnTo>
                <a:lnTo>
                  <a:pt x="263" y="288"/>
                </a:lnTo>
                <a:lnTo>
                  <a:pt x="267" y="288"/>
                </a:lnTo>
                <a:lnTo>
                  <a:pt x="269" y="283"/>
                </a:lnTo>
                <a:lnTo>
                  <a:pt x="272" y="278"/>
                </a:lnTo>
                <a:lnTo>
                  <a:pt x="273" y="271"/>
                </a:lnTo>
                <a:lnTo>
                  <a:pt x="274" y="264"/>
                </a:lnTo>
                <a:lnTo>
                  <a:pt x="274" y="260"/>
                </a:lnTo>
                <a:lnTo>
                  <a:pt x="274" y="257"/>
                </a:lnTo>
                <a:lnTo>
                  <a:pt x="274" y="254"/>
                </a:lnTo>
                <a:lnTo>
                  <a:pt x="273" y="251"/>
                </a:lnTo>
                <a:lnTo>
                  <a:pt x="272" y="248"/>
                </a:lnTo>
                <a:lnTo>
                  <a:pt x="271" y="246"/>
                </a:lnTo>
                <a:lnTo>
                  <a:pt x="269" y="243"/>
                </a:lnTo>
                <a:lnTo>
                  <a:pt x="267" y="242"/>
                </a:lnTo>
                <a:lnTo>
                  <a:pt x="266" y="241"/>
                </a:lnTo>
                <a:lnTo>
                  <a:pt x="265" y="240"/>
                </a:lnTo>
                <a:lnTo>
                  <a:pt x="263" y="239"/>
                </a:lnTo>
                <a:lnTo>
                  <a:pt x="263" y="239"/>
                </a:lnTo>
                <a:lnTo>
                  <a:pt x="259" y="238"/>
                </a:lnTo>
                <a:lnTo>
                  <a:pt x="256" y="23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08" name="iṧḻidè">
            <a:extLst>
              <a:ext uri="{FF2B5EF4-FFF2-40B4-BE49-F238E27FC236}">
                <a16:creationId xmlns:a16="http://schemas.microsoft.com/office/drawing/2014/main" id="{4D8CB27D-F30F-41FA-AB5E-50F96151AC62}"/>
              </a:ext>
            </a:extLst>
          </p:cNvPr>
          <p:cNvSpPr>
            <a:spLocks noGrp="1"/>
          </p:cNvSpPr>
          <p:nvPr/>
        </p:nvSpPr>
        <p:spPr>
          <a:xfrm>
            <a:off x="1267200" y="528480"/>
            <a:ext cx="241560" cy="333000"/>
          </a:xfrm>
          <a:custGeom>
            <a:avLst/>
            <a:gdLst>
              <a:gd name="textAreaLeft" fmla="*/ 0 w 241560"/>
              <a:gd name="textAreaRight" fmla="*/ 241920 w 241560"/>
              <a:gd name="textAreaTop" fmla="*/ 0 h 333000"/>
              <a:gd name="textAreaBottom" fmla="*/ 333360 h 333000"/>
              <a:gd name="GluePoint1X" fmla="*/ 343 w 554"/>
              <a:gd name="GluePoint1Y" fmla="*/ 23 h 763"/>
              <a:gd name="GluePoint2X" fmla="*/ 345 w 554"/>
              <a:gd name="GluePoint2Y" fmla="*/ 54 h 763"/>
              <a:gd name="GluePoint3X" fmla="*/ 339 w 554"/>
              <a:gd name="GluePoint3Y" fmla="*/ 90 h 763"/>
              <a:gd name="GluePoint4X" fmla="*/ 392 w 554"/>
              <a:gd name="GluePoint4Y" fmla="*/ 84 h 763"/>
              <a:gd name="GluePoint5X" fmla="*/ 424 w 554"/>
              <a:gd name="GluePoint5Y" fmla="*/ 58 h 763"/>
              <a:gd name="GluePoint6X" fmla="*/ 480 w 554"/>
              <a:gd name="GluePoint6Y" fmla="*/ 3 h 763"/>
              <a:gd name="GluePoint7X" fmla="*/ 527 w 554"/>
              <a:gd name="GluePoint7Y" fmla="*/ 16 h 763"/>
              <a:gd name="GluePoint8X" fmla="*/ 493 w 554"/>
              <a:gd name="GluePoint8Y" fmla="*/ 52 h 763"/>
              <a:gd name="GluePoint9X" fmla="*/ 417 w 554"/>
              <a:gd name="GluePoint9Y" fmla="*/ 94 h 763"/>
              <a:gd name="GluePoint10X" fmla="*/ 333 w 554"/>
              <a:gd name="GluePoint10Y" fmla="*/ 134 h 763"/>
              <a:gd name="GluePoint11X" fmla="*/ 307 w 554"/>
              <a:gd name="GluePoint11Y" fmla="*/ 200 h 763"/>
              <a:gd name="GluePoint12X" fmla="*/ 328 w 554"/>
              <a:gd name="GluePoint12Y" fmla="*/ 242 h 763"/>
              <a:gd name="GluePoint13X" fmla="*/ 372 w 554"/>
              <a:gd name="GluePoint13Y" fmla="*/ 207 h 763"/>
              <a:gd name="GluePoint14X" fmla="*/ 435 w 554"/>
              <a:gd name="GluePoint14Y" fmla="*/ 164 h 763"/>
              <a:gd name="GluePoint15X" fmla="*/ 475 w 554"/>
              <a:gd name="GluePoint15Y" fmla="*/ 138 h 763"/>
              <a:gd name="GluePoint16X" fmla="*/ 519 w 554"/>
              <a:gd name="GluePoint16Y" fmla="*/ 155 h 763"/>
              <a:gd name="GluePoint17X" fmla="*/ 526 w 554"/>
              <a:gd name="GluePoint17Y" fmla="*/ 186 h 763"/>
              <a:gd name="GluePoint18X" fmla="*/ 460 w 554"/>
              <a:gd name="GluePoint18Y" fmla="*/ 211 h 763"/>
              <a:gd name="GluePoint19X" fmla="*/ 383 w 554"/>
              <a:gd name="GluePoint19Y" fmla="*/ 273 h 763"/>
              <a:gd name="GluePoint20X" fmla="*/ 363 w 554"/>
              <a:gd name="GluePoint20Y" fmla="*/ 342 h 763"/>
              <a:gd name="GluePoint21X" fmla="*/ 435 w 554"/>
              <a:gd name="GluePoint21Y" fmla="*/ 318 h 763"/>
              <a:gd name="GluePoint22X" fmla="*/ 511 w 554"/>
              <a:gd name="GluePoint22Y" fmla="*/ 278 h 763"/>
              <a:gd name="GluePoint23X" fmla="*/ 542 w 554"/>
              <a:gd name="GluePoint23Y" fmla="*/ 305 h 763"/>
              <a:gd name="GluePoint24X" fmla="*/ 472 w 554"/>
              <a:gd name="GluePoint24Y" fmla="*/ 329 h 763"/>
              <a:gd name="GluePoint25X" fmla="*/ 362 w 554"/>
              <a:gd name="GluePoint25Y" fmla="*/ 371 h 763"/>
              <a:gd name="GluePoint26X" fmla="*/ 337 w 554"/>
              <a:gd name="GluePoint26Y" fmla="*/ 461 h 763"/>
              <a:gd name="GluePoint27X" fmla="*/ 401 w 554"/>
              <a:gd name="GluePoint27Y" fmla="*/ 480 h 763"/>
              <a:gd name="GluePoint28X" fmla="*/ 381 w 554"/>
              <a:gd name="GluePoint28Y" fmla="*/ 527 h 763"/>
              <a:gd name="GluePoint29X" fmla="*/ 337 w 554"/>
              <a:gd name="GluePoint29Y" fmla="*/ 571 h 763"/>
              <a:gd name="GluePoint30X" fmla="*/ 343 w 554"/>
              <a:gd name="GluePoint30Y" fmla="*/ 648 h 763"/>
              <a:gd name="GluePoint31X" fmla="*/ 342 w 554"/>
              <a:gd name="GluePoint31Y" fmla="*/ 730 h 763"/>
              <a:gd name="GluePoint32X" fmla="*/ 315 w 554"/>
              <a:gd name="GluePoint32Y" fmla="*/ 757 h 763"/>
              <a:gd name="GluePoint33X" fmla="*/ 274 w 554"/>
              <a:gd name="GluePoint33Y" fmla="*/ 705 h 763"/>
              <a:gd name="GluePoint34X" fmla="*/ 296 w 554"/>
              <a:gd name="GluePoint34Y" fmla="*/ 659 h 763"/>
              <a:gd name="GluePoint35X" fmla="*/ 287 w 554"/>
              <a:gd name="GluePoint35Y" fmla="*/ 569 h 763"/>
              <a:gd name="GluePoint36X" fmla="*/ 244 w 554"/>
              <a:gd name="GluePoint36Y" fmla="*/ 604 h 763"/>
              <a:gd name="GluePoint37X" fmla="*/ 194 w 554"/>
              <a:gd name="GluePoint37Y" fmla="*/ 575 h 763"/>
              <a:gd name="GluePoint38X" fmla="*/ 264 w 554"/>
              <a:gd name="GluePoint38Y" fmla="*/ 522 h 763"/>
              <a:gd name="GluePoint39X" fmla="*/ 307 w 554"/>
              <a:gd name="GluePoint39Y" fmla="*/ 479 h 763"/>
              <a:gd name="GluePoint40X" fmla="*/ 307 w 554"/>
              <a:gd name="GluePoint40Y" fmla="*/ 394 h 763"/>
              <a:gd name="GluePoint41X" fmla="*/ 262 w 554"/>
              <a:gd name="GluePoint41Y" fmla="*/ 410 h 763"/>
              <a:gd name="GluePoint42X" fmla="*/ 227 w 554"/>
              <a:gd name="GluePoint42Y" fmla="*/ 430 h 763"/>
              <a:gd name="GluePoint43X" fmla="*/ 146 w 554"/>
              <a:gd name="GluePoint43Y" fmla="*/ 486 h 763"/>
              <a:gd name="GluePoint44X" fmla="*/ 106 w 554"/>
              <a:gd name="GluePoint44Y" fmla="*/ 535 h 763"/>
              <a:gd name="GluePoint45X" fmla="*/ 44 w 554"/>
              <a:gd name="GluePoint45Y" fmla="*/ 559 h 763"/>
              <a:gd name="GluePoint46X" fmla="*/ 1 w 554"/>
              <a:gd name="GluePoint46Y" fmla="*/ 526 h 763"/>
              <a:gd name="GluePoint47X" fmla="*/ 34 w 554"/>
              <a:gd name="GluePoint47Y" fmla="*/ 505 h 763"/>
              <a:gd name="GluePoint48X" fmla="*/ 62 w 554"/>
              <a:gd name="GluePoint48Y" fmla="*/ 488 h 763"/>
              <a:gd name="GluePoint49X" fmla="*/ 108 w 554"/>
              <a:gd name="GluePoint49Y" fmla="*/ 471 h 763"/>
              <a:gd name="GluePoint50X" fmla="*/ 160 w 554"/>
              <a:gd name="GluePoint50Y" fmla="*/ 442 h 763"/>
              <a:gd name="GluePoint51X" fmla="*/ 196 w 554"/>
              <a:gd name="GluePoint51Y" fmla="*/ 423 h 763"/>
              <a:gd name="GluePoint52X" fmla="*/ 294 w 554"/>
              <a:gd name="GluePoint52Y" fmla="*/ 376 h 763"/>
              <a:gd name="GluePoint53X" fmla="*/ 316 w 554"/>
              <a:gd name="GluePoint53Y" fmla="*/ 352 h 763"/>
              <a:gd name="GluePoint54X" fmla="*/ 309 w 554"/>
              <a:gd name="GluePoint54Y" fmla="*/ 274 h 763"/>
              <a:gd name="GluePoint55X" fmla="*/ 262 w 554"/>
              <a:gd name="GluePoint55Y" fmla="*/ 313 h 763"/>
              <a:gd name="GluePoint56X" fmla="*/ 206 w 554"/>
              <a:gd name="GluePoint56Y" fmla="*/ 336 h 763"/>
              <a:gd name="GluePoint57X" fmla="*/ 198 w 554"/>
              <a:gd name="GluePoint57Y" fmla="*/ 303 h 763"/>
              <a:gd name="GluePoint58X" fmla="*/ 263 w 554"/>
              <a:gd name="GluePoint58Y" fmla="*/ 250 h 763"/>
              <a:gd name="GluePoint59X" fmla="*/ 290 w 554"/>
              <a:gd name="GluePoint59Y" fmla="*/ 153 h 763"/>
              <a:gd name="GluePoint60X" fmla="*/ 268 w 554"/>
              <a:gd name="GluePoint60Y" fmla="*/ 129 h 763"/>
              <a:gd name="GluePoint61X" fmla="*/ 291 w 554"/>
              <a:gd name="GluePoint61Y" fmla="*/ 90 h 763"/>
              <a:gd name="GluePoint62X" fmla="*/ 288 w 554"/>
              <a:gd name="GluePoint62Y" fmla="*/ 40 h 763"/>
            </a:gdLst>
            <a:ahLst/>
            <a:cxnLst/>
            <a:rect l="textAreaLeft" t="textAreaTop" r="textAreaRight" b="textAreaBottom"/>
            <a:pathLst>
              <a:path w="554" h="763">
                <a:moveTo>
                  <a:pt x="303" y="20"/>
                </a:moveTo>
                <a:lnTo>
                  <a:pt x="306" y="20"/>
                </a:lnTo>
                <a:lnTo>
                  <a:pt x="308" y="20"/>
                </a:lnTo>
                <a:lnTo>
                  <a:pt x="308" y="18"/>
                </a:lnTo>
                <a:lnTo>
                  <a:pt x="309" y="17"/>
                </a:lnTo>
                <a:lnTo>
                  <a:pt x="310" y="14"/>
                </a:lnTo>
                <a:lnTo>
                  <a:pt x="312" y="13"/>
                </a:lnTo>
                <a:lnTo>
                  <a:pt x="314" y="12"/>
                </a:lnTo>
                <a:lnTo>
                  <a:pt x="316" y="11"/>
                </a:lnTo>
                <a:lnTo>
                  <a:pt x="319" y="10"/>
                </a:lnTo>
                <a:lnTo>
                  <a:pt x="322" y="10"/>
                </a:lnTo>
                <a:lnTo>
                  <a:pt x="326" y="10"/>
                </a:lnTo>
                <a:lnTo>
                  <a:pt x="329" y="10"/>
                </a:lnTo>
                <a:lnTo>
                  <a:pt x="335" y="15"/>
                </a:lnTo>
                <a:lnTo>
                  <a:pt x="342" y="22"/>
                </a:lnTo>
                <a:lnTo>
                  <a:pt x="343" y="23"/>
                </a:lnTo>
                <a:lnTo>
                  <a:pt x="345" y="25"/>
                </a:lnTo>
                <a:lnTo>
                  <a:pt x="346" y="26"/>
                </a:lnTo>
                <a:lnTo>
                  <a:pt x="347" y="28"/>
                </a:lnTo>
                <a:lnTo>
                  <a:pt x="347" y="30"/>
                </a:lnTo>
                <a:lnTo>
                  <a:pt x="348" y="33"/>
                </a:lnTo>
                <a:lnTo>
                  <a:pt x="347" y="34"/>
                </a:lnTo>
                <a:lnTo>
                  <a:pt x="347" y="37"/>
                </a:lnTo>
                <a:lnTo>
                  <a:pt x="347" y="39"/>
                </a:lnTo>
                <a:lnTo>
                  <a:pt x="348" y="42"/>
                </a:lnTo>
                <a:lnTo>
                  <a:pt x="348" y="44"/>
                </a:lnTo>
                <a:lnTo>
                  <a:pt x="347" y="46"/>
                </a:lnTo>
                <a:lnTo>
                  <a:pt x="347" y="48"/>
                </a:lnTo>
                <a:lnTo>
                  <a:pt x="347" y="50"/>
                </a:lnTo>
                <a:lnTo>
                  <a:pt x="346" y="51"/>
                </a:lnTo>
                <a:lnTo>
                  <a:pt x="345" y="52"/>
                </a:lnTo>
                <a:lnTo>
                  <a:pt x="345" y="54"/>
                </a:lnTo>
                <a:lnTo>
                  <a:pt x="345" y="54"/>
                </a:lnTo>
                <a:lnTo>
                  <a:pt x="345" y="55"/>
                </a:lnTo>
                <a:lnTo>
                  <a:pt x="345" y="57"/>
                </a:lnTo>
                <a:lnTo>
                  <a:pt x="345" y="58"/>
                </a:lnTo>
                <a:lnTo>
                  <a:pt x="346" y="61"/>
                </a:lnTo>
                <a:lnTo>
                  <a:pt x="346" y="63"/>
                </a:lnTo>
                <a:lnTo>
                  <a:pt x="347" y="66"/>
                </a:lnTo>
                <a:lnTo>
                  <a:pt x="346" y="67"/>
                </a:lnTo>
                <a:lnTo>
                  <a:pt x="346" y="70"/>
                </a:lnTo>
                <a:lnTo>
                  <a:pt x="345" y="71"/>
                </a:lnTo>
                <a:lnTo>
                  <a:pt x="344" y="74"/>
                </a:lnTo>
                <a:lnTo>
                  <a:pt x="343" y="77"/>
                </a:lnTo>
                <a:lnTo>
                  <a:pt x="340" y="80"/>
                </a:lnTo>
                <a:lnTo>
                  <a:pt x="340" y="83"/>
                </a:lnTo>
                <a:lnTo>
                  <a:pt x="339" y="86"/>
                </a:lnTo>
                <a:lnTo>
                  <a:pt x="339" y="90"/>
                </a:lnTo>
                <a:lnTo>
                  <a:pt x="339" y="94"/>
                </a:lnTo>
                <a:lnTo>
                  <a:pt x="340" y="101"/>
                </a:lnTo>
                <a:lnTo>
                  <a:pt x="340" y="106"/>
                </a:lnTo>
                <a:lnTo>
                  <a:pt x="343" y="106"/>
                </a:lnTo>
                <a:lnTo>
                  <a:pt x="347" y="106"/>
                </a:lnTo>
                <a:lnTo>
                  <a:pt x="350" y="106"/>
                </a:lnTo>
                <a:lnTo>
                  <a:pt x="352" y="106"/>
                </a:lnTo>
                <a:lnTo>
                  <a:pt x="357" y="102"/>
                </a:lnTo>
                <a:lnTo>
                  <a:pt x="366" y="96"/>
                </a:lnTo>
                <a:lnTo>
                  <a:pt x="375" y="90"/>
                </a:lnTo>
                <a:lnTo>
                  <a:pt x="380" y="87"/>
                </a:lnTo>
                <a:lnTo>
                  <a:pt x="383" y="86"/>
                </a:lnTo>
                <a:lnTo>
                  <a:pt x="387" y="86"/>
                </a:lnTo>
                <a:lnTo>
                  <a:pt x="389" y="85"/>
                </a:lnTo>
                <a:lnTo>
                  <a:pt x="391" y="85"/>
                </a:lnTo>
                <a:lnTo>
                  <a:pt x="392" y="84"/>
                </a:lnTo>
                <a:lnTo>
                  <a:pt x="394" y="83"/>
                </a:lnTo>
                <a:lnTo>
                  <a:pt x="396" y="81"/>
                </a:lnTo>
                <a:lnTo>
                  <a:pt x="398" y="79"/>
                </a:lnTo>
                <a:lnTo>
                  <a:pt x="399" y="77"/>
                </a:lnTo>
                <a:lnTo>
                  <a:pt x="401" y="74"/>
                </a:lnTo>
                <a:lnTo>
                  <a:pt x="403" y="72"/>
                </a:lnTo>
                <a:lnTo>
                  <a:pt x="404" y="70"/>
                </a:lnTo>
                <a:lnTo>
                  <a:pt x="407" y="68"/>
                </a:lnTo>
                <a:lnTo>
                  <a:pt x="408" y="66"/>
                </a:lnTo>
                <a:lnTo>
                  <a:pt x="411" y="64"/>
                </a:lnTo>
                <a:lnTo>
                  <a:pt x="415" y="63"/>
                </a:lnTo>
                <a:lnTo>
                  <a:pt x="417" y="62"/>
                </a:lnTo>
                <a:lnTo>
                  <a:pt x="419" y="62"/>
                </a:lnTo>
                <a:lnTo>
                  <a:pt x="420" y="61"/>
                </a:lnTo>
                <a:lnTo>
                  <a:pt x="422" y="60"/>
                </a:lnTo>
                <a:lnTo>
                  <a:pt x="424" y="58"/>
                </a:lnTo>
                <a:lnTo>
                  <a:pt x="427" y="55"/>
                </a:lnTo>
                <a:lnTo>
                  <a:pt x="428" y="53"/>
                </a:lnTo>
                <a:lnTo>
                  <a:pt x="431" y="50"/>
                </a:lnTo>
                <a:lnTo>
                  <a:pt x="434" y="46"/>
                </a:lnTo>
                <a:lnTo>
                  <a:pt x="439" y="41"/>
                </a:lnTo>
                <a:lnTo>
                  <a:pt x="443" y="38"/>
                </a:lnTo>
                <a:lnTo>
                  <a:pt x="447" y="37"/>
                </a:lnTo>
                <a:lnTo>
                  <a:pt x="451" y="33"/>
                </a:lnTo>
                <a:lnTo>
                  <a:pt x="455" y="29"/>
                </a:lnTo>
                <a:lnTo>
                  <a:pt x="459" y="24"/>
                </a:lnTo>
                <a:lnTo>
                  <a:pt x="463" y="20"/>
                </a:lnTo>
                <a:lnTo>
                  <a:pt x="466" y="15"/>
                </a:lnTo>
                <a:lnTo>
                  <a:pt x="470" y="11"/>
                </a:lnTo>
                <a:lnTo>
                  <a:pt x="474" y="7"/>
                </a:lnTo>
                <a:lnTo>
                  <a:pt x="478" y="4"/>
                </a:lnTo>
                <a:lnTo>
                  <a:pt x="480" y="3"/>
                </a:lnTo>
                <a:lnTo>
                  <a:pt x="483" y="2"/>
                </a:lnTo>
                <a:lnTo>
                  <a:pt x="486" y="1"/>
                </a:lnTo>
                <a:lnTo>
                  <a:pt x="488" y="0"/>
                </a:lnTo>
                <a:lnTo>
                  <a:pt x="491" y="0"/>
                </a:lnTo>
                <a:lnTo>
                  <a:pt x="493" y="0"/>
                </a:lnTo>
                <a:lnTo>
                  <a:pt x="496" y="0"/>
                </a:lnTo>
                <a:lnTo>
                  <a:pt x="499" y="1"/>
                </a:lnTo>
                <a:lnTo>
                  <a:pt x="503" y="2"/>
                </a:lnTo>
                <a:lnTo>
                  <a:pt x="508" y="5"/>
                </a:lnTo>
                <a:lnTo>
                  <a:pt x="513" y="8"/>
                </a:lnTo>
                <a:lnTo>
                  <a:pt x="517" y="10"/>
                </a:lnTo>
                <a:lnTo>
                  <a:pt x="520" y="13"/>
                </a:lnTo>
                <a:lnTo>
                  <a:pt x="523" y="14"/>
                </a:lnTo>
                <a:lnTo>
                  <a:pt x="525" y="14"/>
                </a:lnTo>
                <a:lnTo>
                  <a:pt x="526" y="15"/>
                </a:lnTo>
                <a:lnTo>
                  <a:pt x="527" y="16"/>
                </a:lnTo>
                <a:lnTo>
                  <a:pt x="528" y="18"/>
                </a:lnTo>
                <a:lnTo>
                  <a:pt x="529" y="19"/>
                </a:lnTo>
                <a:lnTo>
                  <a:pt x="530" y="21"/>
                </a:lnTo>
                <a:lnTo>
                  <a:pt x="530" y="22"/>
                </a:lnTo>
                <a:lnTo>
                  <a:pt x="530" y="24"/>
                </a:lnTo>
                <a:lnTo>
                  <a:pt x="529" y="26"/>
                </a:lnTo>
                <a:lnTo>
                  <a:pt x="529" y="27"/>
                </a:lnTo>
                <a:lnTo>
                  <a:pt x="527" y="29"/>
                </a:lnTo>
                <a:lnTo>
                  <a:pt x="527" y="30"/>
                </a:lnTo>
                <a:lnTo>
                  <a:pt x="525" y="33"/>
                </a:lnTo>
                <a:lnTo>
                  <a:pt x="522" y="36"/>
                </a:lnTo>
                <a:lnTo>
                  <a:pt x="519" y="38"/>
                </a:lnTo>
                <a:lnTo>
                  <a:pt x="515" y="41"/>
                </a:lnTo>
                <a:lnTo>
                  <a:pt x="507" y="46"/>
                </a:lnTo>
                <a:lnTo>
                  <a:pt x="499" y="49"/>
                </a:lnTo>
                <a:lnTo>
                  <a:pt x="493" y="52"/>
                </a:lnTo>
                <a:lnTo>
                  <a:pt x="488" y="54"/>
                </a:lnTo>
                <a:lnTo>
                  <a:pt x="481" y="59"/>
                </a:lnTo>
                <a:lnTo>
                  <a:pt x="474" y="64"/>
                </a:lnTo>
                <a:lnTo>
                  <a:pt x="467" y="69"/>
                </a:lnTo>
                <a:lnTo>
                  <a:pt x="459" y="74"/>
                </a:lnTo>
                <a:lnTo>
                  <a:pt x="457" y="77"/>
                </a:lnTo>
                <a:lnTo>
                  <a:pt x="454" y="80"/>
                </a:lnTo>
                <a:lnTo>
                  <a:pt x="450" y="82"/>
                </a:lnTo>
                <a:lnTo>
                  <a:pt x="446" y="83"/>
                </a:lnTo>
                <a:lnTo>
                  <a:pt x="441" y="85"/>
                </a:lnTo>
                <a:lnTo>
                  <a:pt x="437" y="86"/>
                </a:lnTo>
                <a:lnTo>
                  <a:pt x="432" y="87"/>
                </a:lnTo>
                <a:lnTo>
                  <a:pt x="427" y="89"/>
                </a:lnTo>
                <a:lnTo>
                  <a:pt x="423" y="90"/>
                </a:lnTo>
                <a:lnTo>
                  <a:pt x="420" y="92"/>
                </a:lnTo>
                <a:lnTo>
                  <a:pt x="417" y="94"/>
                </a:lnTo>
                <a:lnTo>
                  <a:pt x="415" y="97"/>
                </a:lnTo>
                <a:lnTo>
                  <a:pt x="411" y="99"/>
                </a:lnTo>
                <a:lnTo>
                  <a:pt x="408" y="102"/>
                </a:lnTo>
                <a:lnTo>
                  <a:pt x="405" y="102"/>
                </a:lnTo>
                <a:lnTo>
                  <a:pt x="402" y="102"/>
                </a:lnTo>
                <a:lnTo>
                  <a:pt x="398" y="103"/>
                </a:lnTo>
                <a:lnTo>
                  <a:pt x="395" y="104"/>
                </a:lnTo>
                <a:lnTo>
                  <a:pt x="387" y="108"/>
                </a:lnTo>
                <a:lnTo>
                  <a:pt x="379" y="113"/>
                </a:lnTo>
                <a:lnTo>
                  <a:pt x="371" y="117"/>
                </a:lnTo>
                <a:lnTo>
                  <a:pt x="363" y="122"/>
                </a:lnTo>
                <a:lnTo>
                  <a:pt x="355" y="126"/>
                </a:lnTo>
                <a:lnTo>
                  <a:pt x="347" y="130"/>
                </a:lnTo>
                <a:lnTo>
                  <a:pt x="343" y="131"/>
                </a:lnTo>
                <a:lnTo>
                  <a:pt x="338" y="132"/>
                </a:lnTo>
                <a:lnTo>
                  <a:pt x="333" y="134"/>
                </a:lnTo>
                <a:lnTo>
                  <a:pt x="327" y="134"/>
                </a:lnTo>
                <a:lnTo>
                  <a:pt x="325" y="142"/>
                </a:lnTo>
                <a:lnTo>
                  <a:pt x="322" y="149"/>
                </a:lnTo>
                <a:lnTo>
                  <a:pt x="318" y="155"/>
                </a:lnTo>
                <a:lnTo>
                  <a:pt x="315" y="162"/>
                </a:lnTo>
                <a:lnTo>
                  <a:pt x="314" y="163"/>
                </a:lnTo>
                <a:lnTo>
                  <a:pt x="314" y="166"/>
                </a:lnTo>
                <a:lnTo>
                  <a:pt x="313" y="169"/>
                </a:lnTo>
                <a:lnTo>
                  <a:pt x="312" y="173"/>
                </a:lnTo>
                <a:lnTo>
                  <a:pt x="312" y="176"/>
                </a:lnTo>
                <a:lnTo>
                  <a:pt x="310" y="180"/>
                </a:lnTo>
                <a:lnTo>
                  <a:pt x="310" y="184"/>
                </a:lnTo>
                <a:lnTo>
                  <a:pt x="308" y="187"/>
                </a:lnTo>
                <a:lnTo>
                  <a:pt x="307" y="191"/>
                </a:lnTo>
                <a:lnTo>
                  <a:pt x="307" y="195"/>
                </a:lnTo>
                <a:lnTo>
                  <a:pt x="307" y="200"/>
                </a:lnTo>
                <a:lnTo>
                  <a:pt x="307" y="203"/>
                </a:lnTo>
                <a:lnTo>
                  <a:pt x="305" y="209"/>
                </a:lnTo>
                <a:lnTo>
                  <a:pt x="303" y="214"/>
                </a:lnTo>
                <a:lnTo>
                  <a:pt x="302" y="219"/>
                </a:lnTo>
                <a:lnTo>
                  <a:pt x="301" y="224"/>
                </a:lnTo>
                <a:lnTo>
                  <a:pt x="299" y="230"/>
                </a:lnTo>
                <a:lnTo>
                  <a:pt x="299" y="237"/>
                </a:lnTo>
                <a:lnTo>
                  <a:pt x="298" y="242"/>
                </a:lnTo>
                <a:lnTo>
                  <a:pt x="299" y="250"/>
                </a:lnTo>
                <a:lnTo>
                  <a:pt x="301" y="250"/>
                </a:lnTo>
                <a:lnTo>
                  <a:pt x="302" y="251"/>
                </a:lnTo>
                <a:lnTo>
                  <a:pt x="304" y="251"/>
                </a:lnTo>
                <a:lnTo>
                  <a:pt x="307" y="251"/>
                </a:lnTo>
                <a:lnTo>
                  <a:pt x="316" y="248"/>
                </a:lnTo>
                <a:lnTo>
                  <a:pt x="324" y="244"/>
                </a:lnTo>
                <a:lnTo>
                  <a:pt x="328" y="242"/>
                </a:lnTo>
                <a:lnTo>
                  <a:pt x="331" y="240"/>
                </a:lnTo>
                <a:lnTo>
                  <a:pt x="335" y="238"/>
                </a:lnTo>
                <a:lnTo>
                  <a:pt x="338" y="236"/>
                </a:lnTo>
                <a:lnTo>
                  <a:pt x="341" y="233"/>
                </a:lnTo>
                <a:lnTo>
                  <a:pt x="343" y="230"/>
                </a:lnTo>
                <a:lnTo>
                  <a:pt x="346" y="227"/>
                </a:lnTo>
                <a:lnTo>
                  <a:pt x="348" y="224"/>
                </a:lnTo>
                <a:lnTo>
                  <a:pt x="351" y="221"/>
                </a:lnTo>
                <a:lnTo>
                  <a:pt x="353" y="217"/>
                </a:lnTo>
                <a:lnTo>
                  <a:pt x="355" y="213"/>
                </a:lnTo>
                <a:lnTo>
                  <a:pt x="357" y="208"/>
                </a:lnTo>
                <a:lnTo>
                  <a:pt x="360" y="208"/>
                </a:lnTo>
                <a:lnTo>
                  <a:pt x="363" y="207"/>
                </a:lnTo>
                <a:lnTo>
                  <a:pt x="364" y="206"/>
                </a:lnTo>
                <a:lnTo>
                  <a:pt x="367" y="205"/>
                </a:lnTo>
                <a:lnTo>
                  <a:pt x="372" y="207"/>
                </a:lnTo>
                <a:lnTo>
                  <a:pt x="378" y="211"/>
                </a:lnTo>
                <a:lnTo>
                  <a:pt x="381" y="213"/>
                </a:lnTo>
                <a:lnTo>
                  <a:pt x="385" y="214"/>
                </a:lnTo>
                <a:lnTo>
                  <a:pt x="387" y="214"/>
                </a:lnTo>
                <a:lnTo>
                  <a:pt x="389" y="214"/>
                </a:lnTo>
                <a:lnTo>
                  <a:pt x="391" y="213"/>
                </a:lnTo>
                <a:lnTo>
                  <a:pt x="394" y="213"/>
                </a:lnTo>
                <a:lnTo>
                  <a:pt x="395" y="211"/>
                </a:lnTo>
                <a:lnTo>
                  <a:pt x="398" y="210"/>
                </a:lnTo>
                <a:lnTo>
                  <a:pt x="400" y="207"/>
                </a:lnTo>
                <a:lnTo>
                  <a:pt x="403" y="204"/>
                </a:lnTo>
                <a:lnTo>
                  <a:pt x="410" y="197"/>
                </a:lnTo>
                <a:lnTo>
                  <a:pt x="417" y="188"/>
                </a:lnTo>
                <a:lnTo>
                  <a:pt x="424" y="179"/>
                </a:lnTo>
                <a:lnTo>
                  <a:pt x="431" y="170"/>
                </a:lnTo>
                <a:lnTo>
                  <a:pt x="435" y="164"/>
                </a:lnTo>
                <a:lnTo>
                  <a:pt x="439" y="159"/>
                </a:lnTo>
                <a:lnTo>
                  <a:pt x="442" y="150"/>
                </a:lnTo>
                <a:lnTo>
                  <a:pt x="444" y="141"/>
                </a:lnTo>
                <a:lnTo>
                  <a:pt x="446" y="137"/>
                </a:lnTo>
                <a:lnTo>
                  <a:pt x="447" y="134"/>
                </a:lnTo>
                <a:lnTo>
                  <a:pt x="448" y="131"/>
                </a:lnTo>
                <a:lnTo>
                  <a:pt x="450" y="130"/>
                </a:lnTo>
                <a:lnTo>
                  <a:pt x="451" y="128"/>
                </a:lnTo>
                <a:lnTo>
                  <a:pt x="454" y="126"/>
                </a:lnTo>
                <a:lnTo>
                  <a:pt x="457" y="127"/>
                </a:lnTo>
                <a:lnTo>
                  <a:pt x="461" y="127"/>
                </a:lnTo>
                <a:lnTo>
                  <a:pt x="465" y="128"/>
                </a:lnTo>
                <a:lnTo>
                  <a:pt x="469" y="129"/>
                </a:lnTo>
                <a:lnTo>
                  <a:pt x="471" y="132"/>
                </a:lnTo>
                <a:lnTo>
                  <a:pt x="473" y="134"/>
                </a:lnTo>
                <a:lnTo>
                  <a:pt x="475" y="138"/>
                </a:lnTo>
                <a:lnTo>
                  <a:pt x="478" y="140"/>
                </a:lnTo>
                <a:lnTo>
                  <a:pt x="478" y="144"/>
                </a:lnTo>
                <a:lnTo>
                  <a:pt x="479" y="147"/>
                </a:lnTo>
                <a:lnTo>
                  <a:pt x="479" y="151"/>
                </a:lnTo>
                <a:lnTo>
                  <a:pt x="478" y="155"/>
                </a:lnTo>
                <a:lnTo>
                  <a:pt x="478" y="162"/>
                </a:lnTo>
                <a:lnTo>
                  <a:pt x="478" y="168"/>
                </a:lnTo>
                <a:lnTo>
                  <a:pt x="480" y="169"/>
                </a:lnTo>
                <a:lnTo>
                  <a:pt x="483" y="170"/>
                </a:lnTo>
                <a:lnTo>
                  <a:pt x="486" y="168"/>
                </a:lnTo>
                <a:lnTo>
                  <a:pt x="491" y="166"/>
                </a:lnTo>
                <a:lnTo>
                  <a:pt x="498" y="162"/>
                </a:lnTo>
                <a:lnTo>
                  <a:pt x="506" y="159"/>
                </a:lnTo>
                <a:lnTo>
                  <a:pt x="511" y="158"/>
                </a:lnTo>
                <a:lnTo>
                  <a:pt x="515" y="156"/>
                </a:lnTo>
                <a:lnTo>
                  <a:pt x="519" y="155"/>
                </a:lnTo>
                <a:lnTo>
                  <a:pt x="523" y="154"/>
                </a:lnTo>
                <a:lnTo>
                  <a:pt x="527" y="154"/>
                </a:lnTo>
                <a:lnTo>
                  <a:pt x="531" y="154"/>
                </a:lnTo>
                <a:lnTo>
                  <a:pt x="535" y="154"/>
                </a:lnTo>
                <a:lnTo>
                  <a:pt x="537" y="155"/>
                </a:lnTo>
                <a:lnTo>
                  <a:pt x="539" y="156"/>
                </a:lnTo>
                <a:lnTo>
                  <a:pt x="542" y="158"/>
                </a:lnTo>
                <a:lnTo>
                  <a:pt x="544" y="159"/>
                </a:lnTo>
                <a:lnTo>
                  <a:pt x="547" y="162"/>
                </a:lnTo>
                <a:lnTo>
                  <a:pt x="548" y="164"/>
                </a:lnTo>
                <a:lnTo>
                  <a:pt x="550" y="166"/>
                </a:lnTo>
                <a:lnTo>
                  <a:pt x="551" y="170"/>
                </a:lnTo>
                <a:lnTo>
                  <a:pt x="551" y="174"/>
                </a:lnTo>
                <a:lnTo>
                  <a:pt x="542" y="178"/>
                </a:lnTo>
                <a:lnTo>
                  <a:pt x="531" y="183"/>
                </a:lnTo>
                <a:lnTo>
                  <a:pt x="526" y="186"/>
                </a:lnTo>
                <a:lnTo>
                  <a:pt x="521" y="189"/>
                </a:lnTo>
                <a:lnTo>
                  <a:pt x="516" y="191"/>
                </a:lnTo>
                <a:lnTo>
                  <a:pt x="512" y="194"/>
                </a:lnTo>
                <a:lnTo>
                  <a:pt x="511" y="195"/>
                </a:lnTo>
                <a:lnTo>
                  <a:pt x="509" y="196"/>
                </a:lnTo>
                <a:lnTo>
                  <a:pt x="507" y="196"/>
                </a:lnTo>
                <a:lnTo>
                  <a:pt x="504" y="196"/>
                </a:lnTo>
                <a:lnTo>
                  <a:pt x="502" y="195"/>
                </a:lnTo>
                <a:lnTo>
                  <a:pt x="499" y="195"/>
                </a:lnTo>
                <a:lnTo>
                  <a:pt x="498" y="196"/>
                </a:lnTo>
                <a:lnTo>
                  <a:pt x="495" y="196"/>
                </a:lnTo>
                <a:lnTo>
                  <a:pt x="488" y="200"/>
                </a:lnTo>
                <a:lnTo>
                  <a:pt x="479" y="203"/>
                </a:lnTo>
                <a:lnTo>
                  <a:pt x="471" y="207"/>
                </a:lnTo>
                <a:lnTo>
                  <a:pt x="464" y="210"/>
                </a:lnTo>
                <a:lnTo>
                  <a:pt x="460" y="211"/>
                </a:lnTo>
                <a:lnTo>
                  <a:pt x="455" y="212"/>
                </a:lnTo>
                <a:lnTo>
                  <a:pt x="451" y="213"/>
                </a:lnTo>
                <a:lnTo>
                  <a:pt x="446" y="213"/>
                </a:lnTo>
                <a:lnTo>
                  <a:pt x="439" y="215"/>
                </a:lnTo>
                <a:lnTo>
                  <a:pt x="431" y="219"/>
                </a:lnTo>
                <a:lnTo>
                  <a:pt x="427" y="221"/>
                </a:lnTo>
                <a:lnTo>
                  <a:pt x="423" y="223"/>
                </a:lnTo>
                <a:lnTo>
                  <a:pt x="419" y="225"/>
                </a:lnTo>
                <a:lnTo>
                  <a:pt x="417" y="226"/>
                </a:lnTo>
                <a:lnTo>
                  <a:pt x="413" y="230"/>
                </a:lnTo>
                <a:lnTo>
                  <a:pt x="409" y="234"/>
                </a:lnTo>
                <a:lnTo>
                  <a:pt x="405" y="238"/>
                </a:lnTo>
                <a:lnTo>
                  <a:pt x="402" y="243"/>
                </a:lnTo>
                <a:lnTo>
                  <a:pt x="395" y="253"/>
                </a:lnTo>
                <a:lnTo>
                  <a:pt x="389" y="263"/>
                </a:lnTo>
                <a:lnTo>
                  <a:pt x="383" y="273"/>
                </a:lnTo>
                <a:lnTo>
                  <a:pt x="378" y="282"/>
                </a:lnTo>
                <a:lnTo>
                  <a:pt x="375" y="287"/>
                </a:lnTo>
                <a:lnTo>
                  <a:pt x="371" y="291"/>
                </a:lnTo>
                <a:lnTo>
                  <a:pt x="368" y="295"/>
                </a:lnTo>
                <a:lnTo>
                  <a:pt x="364" y="298"/>
                </a:lnTo>
                <a:lnTo>
                  <a:pt x="363" y="303"/>
                </a:lnTo>
                <a:lnTo>
                  <a:pt x="363" y="309"/>
                </a:lnTo>
                <a:lnTo>
                  <a:pt x="362" y="314"/>
                </a:lnTo>
                <a:lnTo>
                  <a:pt x="361" y="320"/>
                </a:lnTo>
                <a:lnTo>
                  <a:pt x="359" y="326"/>
                </a:lnTo>
                <a:lnTo>
                  <a:pt x="359" y="332"/>
                </a:lnTo>
                <a:lnTo>
                  <a:pt x="359" y="334"/>
                </a:lnTo>
                <a:lnTo>
                  <a:pt x="359" y="337"/>
                </a:lnTo>
                <a:lnTo>
                  <a:pt x="359" y="338"/>
                </a:lnTo>
                <a:lnTo>
                  <a:pt x="360" y="340"/>
                </a:lnTo>
                <a:lnTo>
                  <a:pt x="363" y="342"/>
                </a:lnTo>
                <a:lnTo>
                  <a:pt x="364" y="345"/>
                </a:lnTo>
                <a:lnTo>
                  <a:pt x="367" y="345"/>
                </a:lnTo>
                <a:lnTo>
                  <a:pt x="371" y="344"/>
                </a:lnTo>
                <a:lnTo>
                  <a:pt x="374" y="343"/>
                </a:lnTo>
                <a:lnTo>
                  <a:pt x="378" y="342"/>
                </a:lnTo>
                <a:lnTo>
                  <a:pt x="383" y="340"/>
                </a:lnTo>
                <a:lnTo>
                  <a:pt x="390" y="337"/>
                </a:lnTo>
                <a:lnTo>
                  <a:pt x="401" y="330"/>
                </a:lnTo>
                <a:lnTo>
                  <a:pt x="411" y="324"/>
                </a:lnTo>
                <a:lnTo>
                  <a:pt x="415" y="322"/>
                </a:lnTo>
                <a:lnTo>
                  <a:pt x="418" y="322"/>
                </a:lnTo>
                <a:lnTo>
                  <a:pt x="422" y="321"/>
                </a:lnTo>
                <a:lnTo>
                  <a:pt x="425" y="320"/>
                </a:lnTo>
                <a:lnTo>
                  <a:pt x="428" y="320"/>
                </a:lnTo>
                <a:lnTo>
                  <a:pt x="431" y="318"/>
                </a:lnTo>
                <a:lnTo>
                  <a:pt x="435" y="318"/>
                </a:lnTo>
                <a:lnTo>
                  <a:pt x="439" y="316"/>
                </a:lnTo>
                <a:lnTo>
                  <a:pt x="442" y="314"/>
                </a:lnTo>
                <a:lnTo>
                  <a:pt x="446" y="312"/>
                </a:lnTo>
                <a:lnTo>
                  <a:pt x="450" y="310"/>
                </a:lnTo>
                <a:lnTo>
                  <a:pt x="454" y="308"/>
                </a:lnTo>
                <a:lnTo>
                  <a:pt x="457" y="307"/>
                </a:lnTo>
                <a:lnTo>
                  <a:pt x="461" y="306"/>
                </a:lnTo>
                <a:lnTo>
                  <a:pt x="464" y="306"/>
                </a:lnTo>
                <a:lnTo>
                  <a:pt x="468" y="306"/>
                </a:lnTo>
                <a:lnTo>
                  <a:pt x="478" y="299"/>
                </a:lnTo>
                <a:lnTo>
                  <a:pt x="487" y="293"/>
                </a:lnTo>
                <a:lnTo>
                  <a:pt x="498" y="286"/>
                </a:lnTo>
                <a:lnTo>
                  <a:pt x="507" y="279"/>
                </a:lnTo>
                <a:lnTo>
                  <a:pt x="508" y="279"/>
                </a:lnTo>
                <a:lnTo>
                  <a:pt x="510" y="278"/>
                </a:lnTo>
                <a:lnTo>
                  <a:pt x="511" y="278"/>
                </a:lnTo>
                <a:lnTo>
                  <a:pt x="514" y="278"/>
                </a:lnTo>
                <a:lnTo>
                  <a:pt x="519" y="278"/>
                </a:lnTo>
                <a:lnTo>
                  <a:pt x="523" y="278"/>
                </a:lnTo>
                <a:lnTo>
                  <a:pt x="534" y="279"/>
                </a:lnTo>
                <a:lnTo>
                  <a:pt x="543" y="279"/>
                </a:lnTo>
                <a:lnTo>
                  <a:pt x="543" y="281"/>
                </a:lnTo>
                <a:lnTo>
                  <a:pt x="544" y="282"/>
                </a:lnTo>
                <a:lnTo>
                  <a:pt x="546" y="283"/>
                </a:lnTo>
                <a:lnTo>
                  <a:pt x="547" y="285"/>
                </a:lnTo>
                <a:lnTo>
                  <a:pt x="551" y="287"/>
                </a:lnTo>
                <a:lnTo>
                  <a:pt x="554" y="289"/>
                </a:lnTo>
                <a:lnTo>
                  <a:pt x="554" y="292"/>
                </a:lnTo>
                <a:lnTo>
                  <a:pt x="554" y="296"/>
                </a:lnTo>
                <a:lnTo>
                  <a:pt x="550" y="298"/>
                </a:lnTo>
                <a:lnTo>
                  <a:pt x="546" y="302"/>
                </a:lnTo>
                <a:lnTo>
                  <a:pt x="542" y="305"/>
                </a:lnTo>
                <a:lnTo>
                  <a:pt x="538" y="308"/>
                </a:lnTo>
                <a:lnTo>
                  <a:pt x="533" y="309"/>
                </a:lnTo>
                <a:lnTo>
                  <a:pt x="528" y="310"/>
                </a:lnTo>
                <a:lnTo>
                  <a:pt x="524" y="311"/>
                </a:lnTo>
                <a:lnTo>
                  <a:pt x="519" y="312"/>
                </a:lnTo>
                <a:lnTo>
                  <a:pt x="516" y="314"/>
                </a:lnTo>
                <a:lnTo>
                  <a:pt x="513" y="315"/>
                </a:lnTo>
                <a:lnTo>
                  <a:pt x="511" y="318"/>
                </a:lnTo>
                <a:lnTo>
                  <a:pt x="508" y="319"/>
                </a:lnTo>
                <a:lnTo>
                  <a:pt x="504" y="319"/>
                </a:lnTo>
                <a:lnTo>
                  <a:pt x="501" y="319"/>
                </a:lnTo>
                <a:lnTo>
                  <a:pt x="495" y="322"/>
                </a:lnTo>
                <a:lnTo>
                  <a:pt x="488" y="324"/>
                </a:lnTo>
                <a:lnTo>
                  <a:pt x="481" y="327"/>
                </a:lnTo>
                <a:lnTo>
                  <a:pt x="475" y="329"/>
                </a:lnTo>
                <a:lnTo>
                  <a:pt x="472" y="329"/>
                </a:lnTo>
                <a:lnTo>
                  <a:pt x="470" y="329"/>
                </a:lnTo>
                <a:lnTo>
                  <a:pt x="467" y="329"/>
                </a:lnTo>
                <a:lnTo>
                  <a:pt x="464" y="329"/>
                </a:lnTo>
                <a:lnTo>
                  <a:pt x="454" y="334"/>
                </a:lnTo>
                <a:lnTo>
                  <a:pt x="443" y="341"/>
                </a:lnTo>
                <a:lnTo>
                  <a:pt x="431" y="346"/>
                </a:lnTo>
                <a:lnTo>
                  <a:pt x="420" y="351"/>
                </a:lnTo>
                <a:lnTo>
                  <a:pt x="411" y="354"/>
                </a:lnTo>
                <a:lnTo>
                  <a:pt x="402" y="357"/>
                </a:lnTo>
                <a:lnTo>
                  <a:pt x="392" y="359"/>
                </a:lnTo>
                <a:lnTo>
                  <a:pt x="383" y="362"/>
                </a:lnTo>
                <a:lnTo>
                  <a:pt x="378" y="363"/>
                </a:lnTo>
                <a:lnTo>
                  <a:pt x="374" y="365"/>
                </a:lnTo>
                <a:lnTo>
                  <a:pt x="370" y="367"/>
                </a:lnTo>
                <a:lnTo>
                  <a:pt x="365" y="368"/>
                </a:lnTo>
                <a:lnTo>
                  <a:pt x="362" y="371"/>
                </a:lnTo>
                <a:lnTo>
                  <a:pt x="358" y="373"/>
                </a:lnTo>
                <a:lnTo>
                  <a:pt x="355" y="375"/>
                </a:lnTo>
                <a:lnTo>
                  <a:pt x="352" y="379"/>
                </a:lnTo>
                <a:lnTo>
                  <a:pt x="351" y="382"/>
                </a:lnTo>
                <a:lnTo>
                  <a:pt x="349" y="385"/>
                </a:lnTo>
                <a:lnTo>
                  <a:pt x="347" y="390"/>
                </a:lnTo>
                <a:lnTo>
                  <a:pt x="346" y="395"/>
                </a:lnTo>
                <a:lnTo>
                  <a:pt x="344" y="405"/>
                </a:lnTo>
                <a:lnTo>
                  <a:pt x="343" y="416"/>
                </a:lnTo>
                <a:lnTo>
                  <a:pt x="343" y="427"/>
                </a:lnTo>
                <a:lnTo>
                  <a:pt x="341" y="439"/>
                </a:lnTo>
                <a:lnTo>
                  <a:pt x="340" y="444"/>
                </a:lnTo>
                <a:lnTo>
                  <a:pt x="339" y="449"/>
                </a:lnTo>
                <a:lnTo>
                  <a:pt x="339" y="453"/>
                </a:lnTo>
                <a:lnTo>
                  <a:pt x="337" y="457"/>
                </a:lnTo>
                <a:lnTo>
                  <a:pt x="337" y="461"/>
                </a:lnTo>
                <a:lnTo>
                  <a:pt x="337" y="465"/>
                </a:lnTo>
                <a:lnTo>
                  <a:pt x="337" y="469"/>
                </a:lnTo>
                <a:lnTo>
                  <a:pt x="336" y="473"/>
                </a:lnTo>
                <a:lnTo>
                  <a:pt x="339" y="476"/>
                </a:lnTo>
                <a:lnTo>
                  <a:pt x="340" y="479"/>
                </a:lnTo>
                <a:lnTo>
                  <a:pt x="346" y="479"/>
                </a:lnTo>
                <a:lnTo>
                  <a:pt x="353" y="479"/>
                </a:lnTo>
                <a:lnTo>
                  <a:pt x="362" y="477"/>
                </a:lnTo>
                <a:lnTo>
                  <a:pt x="371" y="476"/>
                </a:lnTo>
                <a:lnTo>
                  <a:pt x="379" y="475"/>
                </a:lnTo>
                <a:lnTo>
                  <a:pt x="387" y="475"/>
                </a:lnTo>
                <a:lnTo>
                  <a:pt x="390" y="475"/>
                </a:lnTo>
                <a:lnTo>
                  <a:pt x="393" y="475"/>
                </a:lnTo>
                <a:lnTo>
                  <a:pt x="395" y="476"/>
                </a:lnTo>
                <a:lnTo>
                  <a:pt x="397" y="477"/>
                </a:lnTo>
                <a:lnTo>
                  <a:pt x="401" y="480"/>
                </a:lnTo>
                <a:lnTo>
                  <a:pt x="405" y="483"/>
                </a:lnTo>
                <a:lnTo>
                  <a:pt x="410" y="487"/>
                </a:lnTo>
                <a:lnTo>
                  <a:pt x="415" y="490"/>
                </a:lnTo>
                <a:lnTo>
                  <a:pt x="415" y="493"/>
                </a:lnTo>
                <a:lnTo>
                  <a:pt x="415" y="495"/>
                </a:lnTo>
                <a:lnTo>
                  <a:pt x="415" y="497"/>
                </a:lnTo>
                <a:lnTo>
                  <a:pt x="414" y="499"/>
                </a:lnTo>
                <a:lnTo>
                  <a:pt x="413" y="502"/>
                </a:lnTo>
                <a:lnTo>
                  <a:pt x="412" y="503"/>
                </a:lnTo>
                <a:lnTo>
                  <a:pt x="411" y="506"/>
                </a:lnTo>
                <a:lnTo>
                  <a:pt x="410" y="507"/>
                </a:lnTo>
                <a:lnTo>
                  <a:pt x="407" y="511"/>
                </a:lnTo>
                <a:lnTo>
                  <a:pt x="404" y="513"/>
                </a:lnTo>
                <a:lnTo>
                  <a:pt x="401" y="516"/>
                </a:lnTo>
                <a:lnTo>
                  <a:pt x="397" y="519"/>
                </a:lnTo>
                <a:lnTo>
                  <a:pt x="381" y="527"/>
                </a:lnTo>
                <a:lnTo>
                  <a:pt x="367" y="535"/>
                </a:lnTo>
                <a:lnTo>
                  <a:pt x="361" y="535"/>
                </a:lnTo>
                <a:lnTo>
                  <a:pt x="357" y="535"/>
                </a:lnTo>
                <a:lnTo>
                  <a:pt x="351" y="538"/>
                </a:lnTo>
                <a:lnTo>
                  <a:pt x="345" y="541"/>
                </a:lnTo>
                <a:lnTo>
                  <a:pt x="342" y="543"/>
                </a:lnTo>
                <a:lnTo>
                  <a:pt x="339" y="544"/>
                </a:lnTo>
                <a:lnTo>
                  <a:pt x="337" y="547"/>
                </a:lnTo>
                <a:lnTo>
                  <a:pt x="335" y="549"/>
                </a:lnTo>
                <a:lnTo>
                  <a:pt x="334" y="551"/>
                </a:lnTo>
                <a:lnTo>
                  <a:pt x="334" y="553"/>
                </a:lnTo>
                <a:lnTo>
                  <a:pt x="333" y="555"/>
                </a:lnTo>
                <a:lnTo>
                  <a:pt x="334" y="557"/>
                </a:lnTo>
                <a:lnTo>
                  <a:pt x="335" y="561"/>
                </a:lnTo>
                <a:lnTo>
                  <a:pt x="335" y="566"/>
                </a:lnTo>
                <a:lnTo>
                  <a:pt x="337" y="571"/>
                </a:lnTo>
                <a:lnTo>
                  <a:pt x="337" y="575"/>
                </a:lnTo>
                <a:lnTo>
                  <a:pt x="337" y="578"/>
                </a:lnTo>
                <a:lnTo>
                  <a:pt x="337" y="581"/>
                </a:lnTo>
                <a:lnTo>
                  <a:pt x="337" y="583"/>
                </a:lnTo>
                <a:lnTo>
                  <a:pt x="336" y="586"/>
                </a:lnTo>
                <a:lnTo>
                  <a:pt x="335" y="589"/>
                </a:lnTo>
                <a:lnTo>
                  <a:pt x="335" y="591"/>
                </a:lnTo>
                <a:lnTo>
                  <a:pt x="335" y="595"/>
                </a:lnTo>
                <a:lnTo>
                  <a:pt x="335" y="597"/>
                </a:lnTo>
                <a:lnTo>
                  <a:pt x="335" y="603"/>
                </a:lnTo>
                <a:lnTo>
                  <a:pt x="335" y="609"/>
                </a:lnTo>
                <a:lnTo>
                  <a:pt x="338" y="621"/>
                </a:lnTo>
                <a:lnTo>
                  <a:pt x="340" y="631"/>
                </a:lnTo>
                <a:lnTo>
                  <a:pt x="341" y="635"/>
                </a:lnTo>
                <a:lnTo>
                  <a:pt x="342" y="641"/>
                </a:lnTo>
                <a:lnTo>
                  <a:pt x="343" y="648"/>
                </a:lnTo>
                <a:lnTo>
                  <a:pt x="343" y="655"/>
                </a:lnTo>
                <a:lnTo>
                  <a:pt x="343" y="671"/>
                </a:lnTo>
                <a:lnTo>
                  <a:pt x="343" y="680"/>
                </a:lnTo>
                <a:lnTo>
                  <a:pt x="342" y="683"/>
                </a:lnTo>
                <a:lnTo>
                  <a:pt x="342" y="687"/>
                </a:lnTo>
                <a:lnTo>
                  <a:pt x="341" y="690"/>
                </a:lnTo>
                <a:lnTo>
                  <a:pt x="340" y="693"/>
                </a:lnTo>
                <a:lnTo>
                  <a:pt x="343" y="699"/>
                </a:lnTo>
                <a:lnTo>
                  <a:pt x="343" y="704"/>
                </a:lnTo>
                <a:lnTo>
                  <a:pt x="344" y="707"/>
                </a:lnTo>
                <a:lnTo>
                  <a:pt x="344" y="710"/>
                </a:lnTo>
                <a:lnTo>
                  <a:pt x="343" y="713"/>
                </a:lnTo>
                <a:lnTo>
                  <a:pt x="343" y="716"/>
                </a:lnTo>
                <a:lnTo>
                  <a:pt x="342" y="721"/>
                </a:lnTo>
                <a:lnTo>
                  <a:pt x="342" y="726"/>
                </a:lnTo>
                <a:lnTo>
                  <a:pt x="342" y="730"/>
                </a:lnTo>
                <a:lnTo>
                  <a:pt x="342" y="735"/>
                </a:lnTo>
                <a:lnTo>
                  <a:pt x="342" y="743"/>
                </a:lnTo>
                <a:lnTo>
                  <a:pt x="342" y="750"/>
                </a:lnTo>
                <a:lnTo>
                  <a:pt x="341" y="753"/>
                </a:lnTo>
                <a:lnTo>
                  <a:pt x="340" y="755"/>
                </a:lnTo>
                <a:lnTo>
                  <a:pt x="339" y="757"/>
                </a:lnTo>
                <a:lnTo>
                  <a:pt x="339" y="758"/>
                </a:lnTo>
                <a:lnTo>
                  <a:pt x="338" y="759"/>
                </a:lnTo>
                <a:lnTo>
                  <a:pt x="337" y="759"/>
                </a:lnTo>
                <a:lnTo>
                  <a:pt x="335" y="760"/>
                </a:lnTo>
                <a:lnTo>
                  <a:pt x="334" y="761"/>
                </a:lnTo>
                <a:lnTo>
                  <a:pt x="332" y="762"/>
                </a:lnTo>
                <a:lnTo>
                  <a:pt x="330" y="762"/>
                </a:lnTo>
                <a:lnTo>
                  <a:pt x="326" y="763"/>
                </a:lnTo>
                <a:lnTo>
                  <a:pt x="319" y="763"/>
                </a:lnTo>
                <a:lnTo>
                  <a:pt x="315" y="757"/>
                </a:lnTo>
                <a:lnTo>
                  <a:pt x="312" y="751"/>
                </a:lnTo>
                <a:lnTo>
                  <a:pt x="309" y="744"/>
                </a:lnTo>
                <a:lnTo>
                  <a:pt x="306" y="736"/>
                </a:lnTo>
                <a:lnTo>
                  <a:pt x="302" y="736"/>
                </a:lnTo>
                <a:lnTo>
                  <a:pt x="299" y="736"/>
                </a:lnTo>
                <a:lnTo>
                  <a:pt x="296" y="737"/>
                </a:lnTo>
                <a:lnTo>
                  <a:pt x="292" y="737"/>
                </a:lnTo>
                <a:lnTo>
                  <a:pt x="290" y="734"/>
                </a:lnTo>
                <a:lnTo>
                  <a:pt x="290" y="730"/>
                </a:lnTo>
                <a:lnTo>
                  <a:pt x="288" y="726"/>
                </a:lnTo>
                <a:lnTo>
                  <a:pt x="287" y="723"/>
                </a:lnTo>
                <a:lnTo>
                  <a:pt x="281" y="716"/>
                </a:lnTo>
                <a:lnTo>
                  <a:pt x="276" y="711"/>
                </a:lnTo>
                <a:lnTo>
                  <a:pt x="275" y="709"/>
                </a:lnTo>
                <a:lnTo>
                  <a:pt x="274" y="707"/>
                </a:lnTo>
                <a:lnTo>
                  <a:pt x="274" y="705"/>
                </a:lnTo>
                <a:lnTo>
                  <a:pt x="273" y="703"/>
                </a:lnTo>
                <a:lnTo>
                  <a:pt x="272" y="700"/>
                </a:lnTo>
                <a:lnTo>
                  <a:pt x="272" y="697"/>
                </a:lnTo>
                <a:lnTo>
                  <a:pt x="272" y="694"/>
                </a:lnTo>
                <a:lnTo>
                  <a:pt x="271" y="690"/>
                </a:lnTo>
                <a:lnTo>
                  <a:pt x="275" y="688"/>
                </a:lnTo>
                <a:lnTo>
                  <a:pt x="278" y="686"/>
                </a:lnTo>
                <a:lnTo>
                  <a:pt x="281" y="684"/>
                </a:lnTo>
                <a:lnTo>
                  <a:pt x="283" y="682"/>
                </a:lnTo>
                <a:lnTo>
                  <a:pt x="286" y="679"/>
                </a:lnTo>
                <a:lnTo>
                  <a:pt x="288" y="676"/>
                </a:lnTo>
                <a:lnTo>
                  <a:pt x="290" y="673"/>
                </a:lnTo>
                <a:lnTo>
                  <a:pt x="292" y="670"/>
                </a:lnTo>
                <a:lnTo>
                  <a:pt x="294" y="667"/>
                </a:lnTo>
                <a:lnTo>
                  <a:pt x="295" y="663"/>
                </a:lnTo>
                <a:lnTo>
                  <a:pt x="296" y="659"/>
                </a:lnTo>
                <a:lnTo>
                  <a:pt x="298" y="656"/>
                </a:lnTo>
                <a:lnTo>
                  <a:pt x="299" y="648"/>
                </a:lnTo>
                <a:lnTo>
                  <a:pt x="301" y="640"/>
                </a:lnTo>
                <a:lnTo>
                  <a:pt x="302" y="632"/>
                </a:lnTo>
                <a:lnTo>
                  <a:pt x="302" y="623"/>
                </a:lnTo>
                <a:lnTo>
                  <a:pt x="302" y="615"/>
                </a:lnTo>
                <a:lnTo>
                  <a:pt x="302" y="606"/>
                </a:lnTo>
                <a:lnTo>
                  <a:pt x="301" y="589"/>
                </a:lnTo>
                <a:lnTo>
                  <a:pt x="299" y="572"/>
                </a:lnTo>
                <a:lnTo>
                  <a:pt x="298" y="571"/>
                </a:lnTo>
                <a:lnTo>
                  <a:pt x="296" y="571"/>
                </a:lnTo>
                <a:lnTo>
                  <a:pt x="295" y="571"/>
                </a:lnTo>
                <a:lnTo>
                  <a:pt x="292" y="570"/>
                </a:lnTo>
                <a:lnTo>
                  <a:pt x="290" y="569"/>
                </a:lnTo>
                <a:lnTo>
                  <a:pt x="289" y="569"/>
                </a:lnTo>
                <a:lnTo>
                  <a:pt x="287" y="569"/>
                </a:lnTo>
                <a:lnTo>
                  <a:pt x="286" y="569"/>
                </a:lnTo>
                <a:lnTo>
                  <a:pt x="283" y="569"/>
                </a:lnTo>
                <a:lnTo>
                  <a:pt x="282" y="569"/>
                </a:lnTo>
                <a:lnTo>
                  <a:pt x="280" y="570"/>
                </a:lnTo>
                <a:lnTo>
                  <a:pt x="278" y="571"/>
                </a:lnTo>
                <a:lnTo>
                  <a:pt x="274" y="572"/>
                </a:lnTo>
                <a:lnTo>
                  <a:pt x="270" y="575"/>
                </a:lnTo>
                <a:lnTo>
                  <a:pt x="266" y="578"/>
                </a:lnTo>
                <a:lnTo>
                  <a:pt x="262" y="581"/>
                </a:lnTo>
                <a:lnTo>
                  <a:pt x="259" y="584"/>
                </a:lnTo>
                <a:lnTo>
                  <a:pt x="256" y="588"/>
                </a:lnTo>
                <a:lnTo>
                  <a:pt x="253" y="591"/>
                </a:lnTo>
                <a:lnTo>
                  <a:pt x="250" y="595"/>
                </a:lnTo>
                <a:lnTo>
                  <a:pt x="247" y="599"/>
                </a:lnTo>
                <a:lnTo>
                  <a:pt x="246" y="602"/>
                </a:lnTo>
                <a:lnTo>
                  <a:pt x="244" y="604"/>
                </a:lnTo>
                <a:lnTo>
                  <a:pt x="243" y="607"/>
                </a:lnTo>
                <a:lnTo>
                  <a:pt x="238" y="607"/>
                </a:lnTo>
                <a:lnTo>
                  <a:pt x="234" y="607"/>
                </a:lnTo>
                <a:lnTo>
                  <a:pt x="229" y="607"/>
                </a:lnTo>
                <a:lnTo>
                  <a:pt x="225" y="607"/>
                </a:lnTo>
                <a:lnTo>
                  <a:pt x="216" y="606"/>
                </a:lnTo>
                <a:lnTo>
                  <a:pt x="206" y="605"/>
                </a:lnTo>
                <a:lnTo>
                  <a:pt x="206" y="602"/>
                </a:lnTo>
                <a:lnTo>
                  <a:pt x="204" y="599"/>
                </a:lnTo>
                <a:lnTo>
                  <a:pt x="202" y="597"/>
                </a:lnTo>
                <a:lnTo>
                  <a:pt x="200" y="595"/>
                </a:lnTo>
                <a:lnTo>
                  <a:pt x="196" y="591"/>
                </a:lnTo>
                <a:lnTo>
                  <a:pt x="192" y="587"/>
                </a:lnTo>
                <a:lnTo>
                  <a:pt x="192" y="583"/>
                </a:lnTo>
                <a:lnTo>
                  <a:pt x="193" y="579"/>
                </a:lnTo>
                <a:lnTo>
                  <a:pt x="194" y="575"/>
                </a:lnTo>
                <a:lnTo>
                  <a:pt x="194" y="571"/>
                </a:lnTo>
                <a:lnTo>
                  <a:pt x="196" y="568"/>
                </a:lnTo>
                <a:lnTo>
                  <a:pt x="198" y="565"/>
                </a:lnTo>
                <a:lnTo>
                  <a:pt x="200" y="562"/>
                </a:lnTo>
                <a:lnTo>
                  <a:pt x="202" y="559"/>
                </a:lnTo>
                <a:lnTo>
                  <a:pt x="205" y="556"/>
                </a:lnTo>
                <a:lnTo>
                  <a:pt x="207" y="554"/>
                </a:lnTo>
                <a:lnTo>
                  <a:pt x="210" y="551"/>
                </a:lnTo>
                <a:lnTo>
                  <a:pt x="214" y="548"/>
                </a:lnTo>
                <a:lnTo>
                  <a:pt x="220" y="544"/>
                </a:lnTo>
                <a:lnTo>
                  <a:pt x="226" y="539"/>
                </a:lnTo>
                <a:lnTo>
                  <a:pt x="234" y="535"/>
                </a:lnTo>
                <a:lnTo>
                  <a:pt x="242" y="532"/>
                </a:lnTo>
                <a:lnTo>
                  <a:pt x="249" y="529"/>
                </a:lnTo>
                <a:lnTo>
                  <a:pt x="257" y="526"/>
                </a:lnTo>
                <a:lnTo>
                  <a:pt x="264" y="522"/>
                </a:lnTo>
                <a:lnTo>
                  <a:pt x="270" y="519"/>
                </a:lnTo>
                <a:lnTo>
                  <a:pt x="277" y="515"/>
                </a:lnTo>
                <a:lnTo>
                  <a:pt x="282" y="511"/>
                </a:lnTo>
                <a:lnTo>
                  <a:pt x="286" y="509"/>
                </a:lnTo>
                <a:lnTo>
                  <a:pt x="290" y="507"/>
                </a:lnTo>
                <a:lnTo>
                  <a:pt x="294" y="507"/>
                </a:lnTo>
                <a:lnTo>
                  <a:pt x="297" y="506"/>
                </a:lnTo>
                <a:lnTo>
                  <a:pt x="300" y="503"/>
                </a:lnTo>
                <a:lnTo>
                  <a:pt x="303" y="502"/>
                </a:lnTo>
                <a:lnTo>
                  <a:pt x="304" y="501"/>
                </a:lnTo>
                <a:lnTo>
                  <a:pt x="306" y="499"/>
                </a:lnTo>
                <a:lnTo>
                  <a:pt x="306" y="498"/>
                </a:lnTo>
                <a:lnTo>
                  <a:pt x="308" y="495"/>
                </a:lnTo>
                <a:lnTo>
                  <a:pt x="307" y="491"/>
                </a:lnTo>
                <a:lnTo>
                  <a:pt x="307" y="485"/>
                </a:lnTo>
                <a:lnTo>
                  <a:pt x="307" y="479"/>
                </a:lnTo>
                <a:lnTo>
                  <a:pt x="307" y="475"/>
                </a:lnTo>
                <a:lnTo>
                  <a:pt x="309" y="465"/>
                </a:lnTo>
                <a:lnTo>
                  <a:pt x="310" y="453"/>
                </a:lnTo>
                <a:lnTo>
                  <a:pt x="312" y="447"/>
                </a:lnTo>
                <a:lnTo>
                  <a:pt x="312" y="439"/>
                </a:lnTo>
                <a:lnTo>
                  <a:pt x="313" y="433"/>
                </a:lnTo>
                <a:lnTo>
                  <a:pt x="314" y="426"/>
                </a:lnTo>
                <a:lnTo>
                  <a:pt x="314" y="419"/>
                </a:lnTo>
                <a:lnTo>
                  <a:pt x="314" y="413"/>
                </a:lnTo>
                <a:lnTo>
                  <a:pt x="313" y="407"/>
                </a:lnTo>
                <a:lnTo>
                  <a:pt x="312" y="403"/>
                </a:lnTo>
                <a:lnTo>
                  <a:pt x="311" y="400"/>
                </a:lnTo>
                <a:lnTo>
                  <a:pt x="310" y="398"/>
                </a:lnTo>
                <a:lnTo>
                  <a:pt x="309" y="396"/>
                </a:lnTo>
                <a:lnTo>
                  <a:pt x="308" y="395"/>
                </a:lnTo>
                <a:lnTo>
                  <a:pt x="307" y="394"/>
                </a:lnTo>
                <a:lnTo>
                  <a:pt x="305" y="392"/>
                </a:lnTo>
                <a:lnTo>
                  <a:pt x="304" y="392"/>
                </a:lnTo>
                <a:lnTo>
                  <a:pt x="302" y="391"/>
                </a:lnTo>
                <a:lnTo>
                  <a:pt x="301" y="392"/>
                </a:lnTo>
                <a:lnTo>
                  <a:pt x="299" y="393"/>
                </a:lnTo>
                <a:lnTo>
                  <a:pt x="298" y="393"/>
                </a:lnTo>
                <a:lnTo>
                  <a:pt x="296" y="393"/>
                </a:lnTo>
                <a:lnTo>
                  <a:pt x="294" y="393"/>
                </a:lnTo>
                <a:lnTo>
                  <a:pt x="293" y="393"/>
                </a:lnTo>
                <a:lnTo>
                  <a:pt x="291" y="393"/>
                </a:lnTo>
                <a:lnTo>
                  <a:pt x="290" y="394"/>
                </a:lnTo>
                <a:lnTo>
                  <a:pt x="283" y="398"/>
                </a:lnTo>
                <a:lnTo>
                  <a:pt x="278" y="402"/>
                </a:lnTo>
                <a:lnTo>
                  <a:pt x="272" y="406"/>
                </a:lnTo>
                <a:lnTo>
                  <a:pt x="266" y="410"/>
                </a:lnTo>
                <a:lnTo>
                  <a:pt x="262" y="410"/>
                </a:lnTo>
                <a:lnTo>
                  <a:pt x="257" y="410"/>
                </a:lnTo>
                <a:lnTo>
                  <a:pt x="255" y="411"/>
                </a:lnTo>
                <a:lnTo>
                  <a:pt x="254" y="411"/>
                </a:lnTo>
                <a:lnTo>
                  <a:pt x="253" y="413"/>
                </a:lnTo>
                <a:lnTo>
                  <a:pt x="252" y="415"/>
                </a:lnTo>
                <a:lnTo>
                  <a:pt x="250" y="417"/>
                </a:lnTo>
                <a:lnTo>
                  <a:pt x="248" y="419"/>
                </a:lnTo>
                <a:lnTo>
                  <a:pt x="246" y="420"/>
                </a:lnTo>
                <a:lnTo>
                  <a:pt x="244" y="422"/>
                </a:lnTo>
                <a:lnTo>
                  <a:pt x="242" y="423"/>
                </a:lnTo>
                <a:lnTo>
                  <a:pt x="239" y="423"/>
                </a:lnTo>
                <a:lnTo>
                  <a:pt x="237" y="424"/>
                </a:lnTo>
                <a:lnTo>
                  <a:pt x="234" y="424"/>
                </a:lnTo>
                <a:lnTo>
                  <a:pt x="232" y="426"/>
                </a:lnTo>
                <a:lnTo>
                  <a:pt x="230" y="427"/>
                </a:lnTo>
                <a:lnTo>
                  <a:pt x="227" y="430"/>
                </a:lnTo>
                <a:lnTo>
                  <a:pt x="225" y="433"/>
                </a:lnTo>
                <a:lnTo>
                  <a:pt x="222" y="435"/>
                </a:lnTo>
                <a:lnTo>
                  <a:pt x="218" y="435"/>
                </a:lnTo>
                <a:lnTo>
                  <a:pt x="216" y="435"/>
                </a:lnTo>
                <a:lnTo>
                  <a:pt x="214" y="436"/>
                </a:lnTo>
                <a:lnTo>
                  <a:pt x="213" y="437"/>
                </a:lnTo>
                <a:lnTo>
                  <a:pt x="211" y="437"/>
                </a:lnTo>
                <a:lnTo>
                  <a:pt x="202" y="444"/>
                </a:lnTo>
                <a:lnTo>
                  <a:pt x="192" y="452"/>
                </a:lnTo>
                <a:lnTo>
                  <a:pt x="183" y="460"/>
                </a:lnTo>
                <a:lnTo>
                  <a:pt x="174" y="468"/>
                </a:lnTo>
                <a:lnTo>
                  <a:pt x="171" y="468"/>
                </a:lnTo>
                <a:lnTo>
                  <a:pt x="169" y="468"/>
                </a:lnTo>
                <a:lnTo>
                  <a:pt x="163" y="472"/>
                </a:lnTo>
                <a:lnTo>
                  <a:pt x="155" y="479"/>
                </a:lnTo>
                <a:lnTo>
                  <a:pt x="146" y="486"/>
                </a:lnTo>
                <a:lnTo>
                  <a:pt x="141" y="491"/>
                </a:lnTo>
                <a:lnTo>
                  <a:pt x="140" y="492"/>
                </a:lnTo>
                <a:lnTo>
                  <a:pt x="139" y="494"/>
                </a:lnTo>
                <a:lnTo>
                  <a:pt x="138" y="496"/>
                </a:lnTo>
                <a:lnTo>
                  <a:pt x="138" y="498"/>
                </a:lnTo>
                <a:lnTo>
                  <a:pt x="137" y="500"/>
                </a:lnTo>
                <a:lnTo>
                  <a:pt x="136" y="502"/>
                </a:lnTo>
                <a:lnTo>
                  <a:pt x="136" y="504"/>
                </a:lnTo>
                <a:lnTo>
                  <a:pt x="134" y="506"/>
                </a:lnTo>
                <a:lnTo>
                  <a:pt x="131" y="511"/>
                </a:lnTo>
                <a:lnTo>
                  <a:pt x="127" y="515"/>
                </a:lnTo>
                <a:lnTo>
                  <a:pt x="124" y="519"/>
                </a:lnTo>
                <a:lnTo>
                  <a:pt x="120" y="524"/>
                </a:lnTo>
                <a:lnTo>
                  <a:pt x="116" y="528"/>
                </a:lnTo>
                <a:lnTo>
                  <a:pt x="111" y="531"/>
                </a:lnTo>
                <a:lnTo>
                  <a:pt x="106" y="535"/>
                </a:lnTo>
                <a:lnTo>
                  <a:pt x="102" y="539"/>
                </a:lnTo>
                <a:lnTo>
                  <a:pt x="99" y="541"/>
                </a:lnTo>
                <a:lnTo>
                  <a:pt x="96" y="543"/>
                </a:lnTo>
                <a:lnTo>
                  <a:pt x="93" y="543"/>
                </a:lnTo>
                <a:lnTo>
                  <a:pt x="90" y="544"/>
                </a:lnTo>
                <a:lnTo>
                  <a:pt x="82" y="546"/>
                </a:lnTo>
                <a:lnTo>
                  <a:pt x="75" y="547"/>
                </a:lnTo>
                <a:lnTo>
                  <a:pt x="67" y="547"/>
                </a:lnTo>
                <a:lnTo>
                  <a:pt x="60" y="548"/>
                </a:lnTo>
                <a:lnTo>
                  <a:pt x="58" y="549"/>
                </a:lnTo>
                <a:lnTo>
                  <a:pt x="54" y="550"/>
                </a:lnTo>
                <a:lnTo>
                  <a:pt x="52" y="551"/>
                </a:lnTo>
                <a:lnTo>
                  <a:pt x="50" y="552"/>
                </a:lnTo>
                <a:lnTo>
                  <a:pt x="50" y="555"/>
                </a:lnTo>
                <a:lnTo>
                  <a:pt x="49" y="559"/>
                </a:lnTo>
                <a:lnTo>
                  <a:pt x="44" y="559"/>
                </a:lnTo>
                <a:lnTo>
                  <a:pt x="39" y="559"/>
                </a:lnTo>
                <a:lnTo>
                  <a:pt x="34" y="559"/>
                </a:lnTo>
                <a:lnTo>
                  <a:pt x="28" y="558"/>
                </a:lnTo>
                <a:lnTo>
                  <a:pt x="22" y="556"/>
                </a:lnTo>
                <a:lnTo>
                  <a:pt x="18" y="554"/>
                </a:lnTo>
                <a:lnTo>
                  <a:pt x="16" y="553"/>
                </a:lnTo>
                <a:lnTo>
                  <a:pt x="14" y="551"/>
                </a:lnTo>
                <a:lnTo>
                  <a:pt x="13" y="550"/>
                </a:lnTo>
                <a:lnTo>
                  <a:pt x="12" y="549"/>
                </a:lnTo>
                <a:lnTo>
                  <a:pt x="10" y="547"/>
                </a:lnTo>
                <a:lnTo>
                  <a:pt x="9" y="545"/>
                </a:lnTo>
                <a:lnTo>
                  <a:pt x="7" y="541"/>
                </a:lnTo>
                <a:lnTo>
                  <a:pt x="5" y="537"/>
                </a:lnTo>
                <a:lnTo>
                  <a:pt x="3" y="533"/>
                </a:lnTo>
                <a:lnTo>
                  <a:pt x="2" y="529"/>
                </a:lnTo>
                <a:lnTo>
                  <a:pt x="1" y="526"/>
                </a:lnTo>
                <a:lnTo>
                  <a:pt x="0" y="523"/>
                </a:lnTo>
                <a:lnTo>
                  <a:pt x="3" y="522"/>
                </a:lnTo>
                <a:lnTo>
                  <a:pt x="6" y="520"/>
                </a:lnTo>
                <a:lnTo>
                  <a:pt x="9" y="518"/>
                </a:lnTo>
                <a:lnTo>
                  <a:pt x="12" y="516"/>
                </a:lnTo>
                <a:lnTo>
                  <a:pt x="16" y="516"/>
                </a:lnTo>
                <a:lnTo>
                  <a:pt x="21" y="516"/>
                </a:lnTo>
                <a:lnTo>
                  <a:pt x="22" y="515"/>
                </a:lnTo>
                <a:lnTo>
                  <a:pt x="23" y="514"/>
                </a:lnTo>
                <a:lnTo>
                  <a:pt x="25" y="512"/>
                </a:lnTo>
                <a:lnTo>
                  <a:pt x="26" y="511"/>
                </a:lnTo>
                <a:lnTo>
                  <a:pt x="26" y="509"/>
                </a:lnTo>
                <a:lnTo>
                  <a:pt x="27" y="507"/>
                </a:lnTo>
                <a:lnTo>
                  <a:pt x="29" y="506"/>
                </a:lnTo>
                <a:lnTo>
                  <a:pt x="30" y="505"/>
                </a:lnTo>
                <a:lnTo>
                  <a:pt x="34" y="505"/>
                </a:lnTo>
                <a:lnTo>
                  <a:pt x="37" y="505"/>
                </a:lnTo>
                <a:lnTo>
                  <a:pt x="38" y="503"/>
                </a:lnTo>
                <a:lnTo>
                  <a:pt x="39" y="500"/>
                </a:lnTo>
                <a:lnTo>
                  <a:pt x="41" y="499"/>
                </a:lnTo>
                <a:lnTo>
                  <a:pt x="42" y="499"/>
                </a:lnTo>
                <a:lnTo>
                  <a:pt x="44" y="499"/>
                </a:lnTo>
                <a:lnTo>
                  <a:pt x="46" y="499"/>
                </a:lnTo>
                <a:lnTo>
                  <a:pt x="48" y="499"/>
                </a:lnTo>
                <a:lnTo>
                  <a:pt x="50" y="499"/>
                </a:lnTo>
                <a:lnTo>
                  <a:pt x="51" y="499"/>
                </a:lnTo>
                <a:lnTo>
                  <a:pt x="53" y="498"/>
                </a:lnTo>
                <a:lnTo>
                  <a:pt x="55" y="495"/>
                </a:lnTo>
                <a:lnTo>
                  <a:pt x="58" y="491"/>
                </a:lnTo>
                <a:lnTo>
                  <a:pt x="58" y="490"/>
                </a:lnTo>
                <a:lnTo>
                  <a:pt x="60" y="489"/>
                </a:lnTo>
                <a:lnTo>
                  <a:pt x="62" y="488"/>
                </a:lnTo>
                <a:lnTo>
                  <a:pt x="63" y="488"/>
                </a:lnTo>
                <a:lnTo>
                  <a:pt x="66" y="487"/>
                </a:lnTo>
                <a:lnTo>
                  <a:pt x="70" y="487"/>
                </a:lnTo>
                <a:lnTo>
                  <a:pt x="74" y="487"/>
                </a:lnTo>
                <a:lnTo>
                  <a:pt x="78" y="486"/>
                </a:lnTo>
                <a:lnTo>
                  <a:pt x="81" y="485"/>
                </a:lnTo>
                <a:lnTo>
                  <a:pt x="84" y="484"/>
                </a:lnTo>
                <a:lnTo>
                  <a:pt x="86" y="482"/>
                </a:lnTo>
                <a:lnTo>
                  <a:pt x="89" y="479"/>
                </a:lnTo>
                <a:lnTo>
                  <a:pt x="92" y="476"/>
                </a:lnTo>
                <a:lnTo>
                  <a:pt x="94" y="475"/>
                </a:lnTo>
                <a:lnTo>
                  <a:pt x="97" y="474"/>
                </a:lnTo>
                <a:lnTo>
                  <a:pt x="99" y="473"/>
                </a:lnTo>
                <a:lnTo>
                  <a:pt x="102" y="472"/>
                </a:lnTo>
                <a:lnTo>
                  <a:pt x="105" y="471"/>
                </a:lnTo>
                <a:lnTo>
                  <a:pt x="108" y="471"/>
                </a:lnTo>
                <a:lnTo>
                  <a:pt x="111" y="471"/>
                </a:lnTo>
                <a:lnTo>
                  <a:pt x="114" y="469"/>
                </a:lnTo>
                <a:lnTo>
                  <a:pt x="116" y="468"/>
                </a:lnTo>
                <a:lnTo>
                  <a:pt x="117" y="466"/>
                </a:lnTo>
                <a:lnTo>
                  <a:pt x="118" y="463"/>
                </a:lnTo>
                <a:lnTo>
                  <a:pt x="122" y="462"/>
                </a:lnTo>
                <a:lnTo>
                  <a:pt x="126" y="461"/>
                </a:lnTo>
                <a:lnTo>
                  <a:pt x="130" y="459"/>
                </a:lnTo>
                <a:lnTo>
                  <a:pt x="134" y="459"/>
                </a:lnTo>
                <a:lnTo>
                  <a:pt x="138" y="457"/>
                </a:lnTo>
                <a:lnTo>
                  <a:pt x="141" y="455"/>
                </a:lnTo>
                <a:lnTo>
                  <a:pt x="144" y="453"/>
                </a:lnTo>
                <a:lnTo>
                  <a:pt x="146" y="451"/>
                </a:lnTo>
                <a:lnTo>
                  <a:pt x="152" y="447"/>
                </a:lnTo>
                <a:lnTo>
                  <a:pt x="158" y="443"/>
                </a:lnTo>
                <a:lnTo>
                  <a:pt x="160" y="442"/>
                </a:lnTo>
                <a:lnTo>
                  <a:pt x="162" y="441"/>
                </a:lnTo>
                <a:lnTo>
                  <a:pt x="164" y="441"/>
                </a:lnTo>
                <a:lnTo>
                  <a:pt x="166" y="441"/>
                </a:lnTo>
                <a:lnTo>
                  <a:pt x="168" y="441"/>
                </a:lnTo>
                <a:lnTo>
                  <a:pt x="170" y="441"/>
                </a:lnTo>
                <a:lnTo>
                  <a:pt x="171" y="440"/>
                </a:lnTo>
                <a:lnTo>
                  <a:pt x="174" y="439"/>
                </a:lnTo>
                <a:lnTo>
                  <a:pt x="175" y="435"/>
                </a:lnTo>
                <a:lnTo>
                  <a:pt x="178" y="431"/>
                </a:lnTo>
                <a:lnTo>
                  <a:pt x="179" y="430"/>
                </a:lnTo>
                <a:lnTo>
                  <a:pt x="181" y="430"/>
                </a:lnTo>
                <a:lnTo>
                  <a:pt x="182" y="429"/>
                </a:lnTo>
                <a:lnTo>
                  <a:pt x="183" y="429"/>
                </a:lnTo>
                <a:lnTo>
                  <a:pt x="186" y="428"/>
                </a:lnTo>
                <a:lnTo>
                  <a:pt x="189" y="427"/>
                </a:lnTo>
                <a:lnTo>
                  <a:pt x="196" y="423"/>
                </a:lnTo>
                <a:lnTo>
                  <a:pt x="203" y="417"/>
                </a:lnTo>
                <a:lnTo>
                  <a:pt x="206" y="415"/>
                </a:lnTo>
                <a:lnTo>
                  <a:pt x="210" y="411"/>
                </a:lnTo>
                <a:lnTo>
                  <a:pt x="214" y="409"/>
                </a:lnTo>
                <a:lnTo>
                  <a:pt x="217" y="407"/>
                </a:lnTo>
                <a:lnTo>
                  <a:pt x="226" y="403"/>
                </a:lnTo>
                <a:lnTo>
                  <a:pt x="234" y="400"/>
                </a:lnTo>
                <a:lnTo>
                  <a:pt x="242" y="397"/>
                </a:lnTo>
                <a:lnTo>
                  <a:pt x="251" y="395"/>
                </a:lnTo>
                <a:lnTo>
                  <a:pt x="260" y="391"/>
                </a:lnTo>
                <a:lnTo>
                  <a:pt x="268" y="387"/>
                </a:lnTo>
                <a:lnTo>
                  <a:pt x="276" y="383"/>
                </a:lnTo>
                <a:lnTo>
                  <a:pt x="285" y="379"/>
                </a:lnTo>
                <a:lnTo>
                  <a:pt x="287" y="378"/>
                </a:lnTo>
                <a:lnTo>
                  <a:pt x="290" y="377"/>
                </a:lnTo>
                <a:lnTo>
                  <a:pt x="294" y="376"/>
                </a:lnTo>
                <a:lnTo>
                  <a:pt x="298" y="375"/>
                </a:lnTo>
                <a:lnTo>
                  <a:pt x="302" y="374"/>
                </a:lnTo>
                <a:lnTo>
                  <a:pt x="306" y="372"/>
                </a:lnTo>
                <a:lnTo>
                  <a:pt x="307" y="371"/>
                </a:lnTo>
                <a:lnTo>
                  <a:pt x="309" y="371"/>
                </a:lnTo>
                <a:lnTo>
                  <a:pt x="310" y="370"/>
                </a:lnTo>
                <a:lnTo>
                  <a:pt x="310" y="368"/>
                </a:lnTo>
                <a:lnTo>
                  <a:pt x="312" y="367"/>
                </a:lnTo>
                <a:lnTo>
                  <a:pt x="313" y="367"/>
                </a:lnTo>
                <a:lnTo>
                  <a:pt x="314" y="366"/>
                </a:lnTo>
                <a:lnTo>
                  <a:pt x="314" y="365"/>
                </a:lnTo>
                <a:lnTo>
                  <a:pt x="315" y="362"/>
                </a:lnTo>
                <a:lnTo>
                  <a:pt x="316" y="361"/>
                </a:lnTo>
                <a:lnTo>
                  <a:pt x="316" y="358"/>
                </a:lnTo>
                <a:lnTo>
                  <a:pt x="316" y="355"/>
                </a:lnTo>
                <a:lnTo>
                  <a:pt x="316" y="352"/>
                </a:lnTo>
                <a:lnTo>
                  <a:pt x="318" y="350"/>
                </a:lnTo>
                <a:lnTo>
                  <a:pt x="319" y="344"/>
                </a:lnTo>
                <a:lnTo>
                  <a:pt x="322" y="335"/>
                </a:lnTo>
                <a:lnTo>
                  <a:pt x="325" y="324"/>
                </a:lnTo>
                <a:lnTo>
                  <a:pt x="328" y="311"/>
                </a:lnTo>
                <a:lnTo>
                  <a:pt x="330" y="299"/>
                </a:lnTo>
                <a:lnTo>
                  <a:pt x="333" y="288"/>
                </a:lnTo>
                <a:lnTo>
                  <a:pt x="334" y="283"/>
                </a:lnTo>
                <a:lnTo>
                  <a:pt x="334" y="279"/>
                </a:lnTo>
                <a:lnTo>
                  <a:pt x="334" y="276"/>
                </a:lnTo>
                <a:lnTo>
                  <a:pt x="333" y="274"/>
                </a:lnTo>
                <a:lnTo>
                  <a:pt x="330" y="271"/>
                </a:lnTo>
                <a:lnTo>
                  <a:pt x="327" y="270"/>
                </a:lnTo>
                <a:lnTo>
                  <a:pt x="320" y="270"/>
                </a:lnTo>
                <a:lnTo>
                  <a:pt x="314" y="272"/>
                </a:lnTo>
                <a:lnTo>
                  <a:pt x="309" y="274"/>
                </a:lnTo>
                <a:lnTo>
                  <a:pt x="304" y="276"/>
                </a:lnTo>
                <a:lnTo>
                  <a:pt x="300" y="278"/>
                </a:lnTo>
                <a:lnTo>
                  <a:pt x="297" y="281"/>
                </a:lnTo>
                <a:lnTo>
                  <a:pt x="294" y="283"/>
                </a:lnTo>
                <a:lnTo>
                  <a:pt x="291" y="286"/>
                </a:lnTo>
                <a:lnTo>
                  <a:pt x="287" y="292"/>
                </a:lnTo>
                <a:lnTo>
                  <a:pt x="282" y="300"/>
                </a:lnTo>
                <a:lnTo>
                  <a:pt x="281" y="304"/>
                </a:lnTo>
                <a:lnTo>
                  <a:pt x="278" y="308"/>
                </a:lnTo>
                <a:lnTo>
                  <a:pt x="275" y="313"/>
                </a:lnTo>
                <a:lnTo>
                  <a:pt x="271" y="318"/>
                </a:lnTo>
                <a:lnTo>
                  <a:pt x="270" y="318"/>
                </a:lnTo>
                <a:lnTo>
                  <a:pt x="267" y="316"/>
                </a:lnTo>
                <a:lnTo>
                  <a:pt x="266" y="315"/>
                </a:lnTo>
                <a:lnTo>
                  <a:pt x="264" y="314"/>
                </a:lnTo>
                <a:lnTo>
                  <a:pt x="262" y="313"/>
                </a:lnTo>
                <a:lnTo>
                  <a:pt x="259" y="311"/>
                </a:lnTo>
                <a:lnTo>
                  <a:pt x="254" y="311"/>
                </a:lnTo>
                <a:lnTo>
                  <a:pt x="249" y="311"/>
                </a:lnTo>
                <a:lnTo>
                  <a:pt x="244" y="312"/>
                </a:lnTo>
                <a:lnTo>
                  <a:pt x="238" y="312"/>
                </a:lnTo>
                <a:lnTo>
                  <a:pt x="237" y="315"/>
                </a:lnTo>
                <a:lnTo>
                  <a:pt x="234" y="318"/>
                </a:lnTo>
                <a:lnTo>
                  <a:pt x="231" y="322"/>
                </a:lnTo>
                <a:lnTo>
                  <a:pt x="227" y="326"/>
                </a:lnTo>
                <a:lnTo>
                  <a:pt x="223" y="329"/>
                </a:lnTo>
                <a:lnTo>
                  <a:pt x="220" y="331"/>
                </a:lnTo>
                <a:lnTo>
                  <a:pt x="216" y="334"/>
                </a:lnTo>
                <a:lnTo>
                  <a:pt x="213" y="335"/>
                </a:lnTo>
                <a:lnTo>
                  <a:pt x="211" y="336"/>
                </a:lnTo>
                <a:lnTo>
                  <a:pt x="209" y="336"/>
                </a:lnTo>
                <a:lnTo>
                  <a:pt x="206" y="336"/>
                </a:lnTo>
                <a:lnTo>
                  <a:pt x="204" y="336"/>
                </a:lnTo>
                <a:lnTo>
                  <a:pt x="199" y="335"/>
                </a:lnTo>
                <a:lnTo>
                  <a:pt x="195" y="335"/>
                </a:lnTo>
                <a:lnTo>
                  <a:pt x="191" y="331"/>
                </a:lnTo>
                <a:lnTo>
                  <a:pt x="186" y="327"/>
                </a:lnTo>
                <a:lnTo>
                  <a:pt x="185" y="326"/>
                </a:lnTo>
                <a:lnTo>
                  <a:pt x="183" y="323"/>
                </a:lnTo>
                <a:lnTo>
                  <a:pt x="182" y="322"/>
                </a:lnTo>
                <a:lnTo>
                  <a:pt x="182" y="320"/>
                </a:lnTo>
                <a:lnTo>
                  <a:pt x="182" y="318"/>
                </a:lnTo>
                <a:lnTo>
                  <a:pt x="181" y="316"/>
                </a:lnTo>
                <a:lnTo>
                  <a:pt x="185" y="314"/>
                </a:lnTo>
                <a:lnTo>
                  <a:pt x="188" y="311"/>
                </a:lnTo>
                <a:lnTo>
                  <a:pt x="191" y="309"/>
                </a:lnTo>
                <a:lnTo>
                  <a:pt x="194" y="306"/>
                </a:lnTo>
                <a:lnTo>
                  <a:pt x="198" y="303"/>
                </a:lnTo>
                <a:lnTo>
                  <a:pt x="201" y="300"/>
                </a:lnTo>
                <a:lnTo>
                  <a:pt x="205" y="298"/>
                </a:lnTo>
                <a:lnTo>
                  <a:pt x="208" y="296"/>
                </a:lnTo>
                <a:lnTo>
                  <a:pt x="212" y="296"/>
                </a:lnTo>
                <a:lnTo>
                  <a:pt x="215" y="296"/>
                </a:lnTo>
                <a:lnTo>
                  <a:pt x="221" y="294"/>
                </a:lnTo>
                <a:lnTo>
                  <a:pt x="227" y="290"/>
                </a:lnTo>
                <a:lnTo>
                  <a:pt x="233" y="287"/>
                </a:lnTo>
                <a:lnTo>
                  <a:pt x="238" y="285"/>
                </a:lnTo>
                <a:lnTo>
                  <a:pt x="242" y="282"/>
                </a:lnTo>
                <a:lnTo>
                  <a:pt x="247" y="279"/>
                </a:lnTo>
                <a:lnTo>
                  <a:pt x="253" y="276"/>
                </a:lnTo>
                <a:lnTo>
                  <a:pt x="254" y="275"/>
                </a:lnTo>
                <a:lnTo>
                  <a:pt x="258" y="267"/>
                </a:lnTo>
                <a:lnTo>
                  <a:pt x="261" y="259"/>
                </a:lnTo>
                <a:lnTo>
                  <a:pt x="263" y="250"/>
                </a:lnTo>
                <a:lnTo>
                  <a:pt x="266" y="242"/>
                </a:lnTo>
                <a:lnTo>
                  <a:pt x="268" y="234"/>
                </a:lnTo>
                <a:lnTo>
                  <a:pt x="270" y="225"/>
                </a:lnTo>
                <a:lnTo>
                  <a:pt x="273" y="216"/>
                </a:lnTo>
                <a:lnTo>
                  <a:pt x="276" y="208"/>
                </a:lnTo>
                <a:lnTo>
                  <a:pt x="277" y="204"/>
                </a:lnTo>
                <a:lnTo>
                  <a:pt x="280" y="198"/>
                </a:lnTo>
                <a:lnTo>
                  <a:pt x="282" y="190"/>
                </a:lnTo>
                <a:lnTo>
                  <a:pt x="286" y="181"/>
                </a:lnTo>
                <a:lnTo>
                  <a:pt x="288" y="172"/>
                </a:lnTo>
                <a:lnTo>
                  <a:pt x="290" y="165"/>
                </a:lnTo>
                <a:lnTo>
                  <a:pt x="291" y="161"/>
                </a:lnTo>
                <a:lnTo>
                  <a:pt x="291" y="158"/>
                </a:lnTo>
                <a:lnTo>
                  <a:pt x="291" y="156"/>
                </a:lnTo>
                <a:lnTo>
                  <a:pt x="291" y="154"/>
                </a:lnTo>
                <a:lnTo>
                  <a:pt x="290" y="153"/>
                </a:lnTo>
                <a:lnTo>
                  <a:pt x="289" y="150"/>
                </a:lnTo>
                <a:lnTo>
                  <a:pt x="285" y="151"/>
                </a:lnTo>
                <a:lnTo>
                  <a:pt x="282" y="150"/>
                </a:lnTo>
                <a:lnTo>
                  <a:pt x="279" y="150"/>
                </a:lnTo>
                <a:lnTo>
                  <a:pt x="276" y="149"/>
                </a:lnTo>
                <a:lnTo>
                  <a:pt x="274" y="148"/>
                </a:lnTo>
                <a:lnTo>
                  <a:pt x="270" y="146"/>
                </a:lnTo>
                <a:lnTo>
                  <a:pt x="268" y="146"/>
                </a:lnTo>
                <a:lnTo>
                  <a:pt x="264" y="146"/>
                </a:lnTo>
                <a:lnTo>
                  <a:pt x="262" y="141"/>
                </a:lnTo>
                <a:lnTo>
                  <a:pt x="261" y="138"/>
                </a:lnTo>
                <a:lnTo>
                  <a:pt x="261" y="136"/>
                </a:lnTo>
                <a:lnTo>
                  <a:pt x="261" y="134"/>
                </a:lnTo>
                <a:lnTo>
                  <a:pt x="261" y="132"/>
                </a:lnTo>
                <a:lnTo>
                  <a:pt x="262" y="129"/>
                </a:lnTo>
                <a:lnTo>
                  <a:pt x="268" y="129"/>
                </a:lnTo>
                <a:lnTo>
                  <a:pt x="274" y="128"/>
                </a:lnTo>
                <a:lnTo>
                  <a:pt x="278" y="127"/>
                </a:lnTo>
                <a:lnTo>
                  <a:pt x="281" y="127"/>
                </a:lnTo>
                <a:lnTo>
                  <a:pt x="285" y="126"/>
                </a:lnTo>
                <a:lnTo>
                  <a:pt x="288" y="125"/>
                </a:lnTo>
                <a:lnTo>
                  <a:pt x="292" y="122"/>
                </a:lnTo>
                <a:lnTo>
                  <a:pt x="297" y="120"/>
                </a:lnTo>
                <a:lnTo>
                  <a:pt x="298" y="114"/>
                </a:lnTo>
                <a:lnTo>
                  <a:pt x="299" y="107"/>
                </a:lnTo>
                <a:lnTo>
                  <a:pt x="299" y="103"/>
                </a:lnTo>
                <a:lnTo>
                  <a:pt x="299" y="100"/>
                </a:lnTo>
                <a:lnTo>
                  <a:pt x="299" y="98"/>
                </a:lnTo>
                <a:lnTo>
                  <a:pt x="298" y="98"/>
                </a:lnTo>
                <a:lnTo>
                  <a:pt x="298" y="96"/>
                </a:lnTo>
                <a:lnTo>
                  <a:pt x="297" y="94"/>
                </a:lnTo>
                <a:lnTo>
                  <a:pt x="291" y="90"/>
                </a:lnTo>
                <a:lnTo>
                  <a:pt x="285" y="84"/>
                </a:lnTo>
                <a:lnTo>
                  <a:pt x="282" y="82"/>
                </a:lnTo>
                <a:lnTo>
                  <a:pt x="281" y="81"/>
                </a:lnTo>
                <a:lnTo>
                  <a:pt x="280" y="79"/>
                </a:lnTo>
                <a:lnTo>
                  <a:pt x="278" y="77"/>
                </a:lnTo>
                <a:lnTo>
                  <a:pt x="278" y="75"/>
                </a:lnTo>
                <a:lnTo>
                  <a:pt x="278" y="73"/>
                </a:lnTo>
                <a:lnTo>
                  <a:pt x="278" y="70"/>
                </a:lnTo>
                <a:lnTo>
                  <a:pt x="278" y="68"/>
                </a:lnTo>
                <a:lnTo>
                  <a:pt x="279" y="62"/>
                </a:lnTo>
                <a:lnTo>
                  <a:pt x="281" y="56"/>
                </a:lnTo>
                <a:lnTo>
                  <a:pt x="282" y="52"/>
                </a:lnTo>
                <a:lnTo>
                  <a:pt x="283" y="49"/>
                </a:lnTo>
                <a:lnTo>
                  <a:pt x="285" y="46"/>
                </a:lnTo>
                <a:lnTo>
                  <a:pt x="286" y="43"/>
                </a:lnTo>
                <a:lnTo>
                  <a:pt x="288" y="40"/>
                </a:lnTo>
                <a:lnTo>
                  <a:pt x="290" y="38"/>
                </a:lnTo>
                <a:lnTo>
                  <a:pt x="293" y="35"/>
                </a:lnTo>
                <a:lnTo>
                  <a:pt x="296" y="33"/>
                </a:lnTo>
                <a:lnTo>
                  <a:pt x="298" y="30"/>
                </a:lnTo>
                <a:lnTo>
                  <a:pt x="301" y="27"/>
                </a:lnTo>
                <a:lnTo>
                  <a:pt x="302" y="26"/>
                </a:lnTo>
                <a:lnTo>
                  <a:pt x="302" y="24"/>
                </a:lnTo>
                <a:lnTo>
                  <a:pt x="303" y="22"/>
                </a:lnTo>
                <a:lnTo>
                  <a:pt x="303" y="2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09" name="íṥḷïďê">
            <a:extLst>
              <a:ext uri="{FF2B5EF4-FFF2-40B4-BE49-F238E27FC236}">
                <a16:creationId xmlns:a16="http://schemas.microsoft.com/office/drawing/2014/main" id="{23B1D325-2EE0-4381-92FA-9E5DC62552C5}"/>
              </a:ext>
            </a:extLst>
          </p:cNvPr>
          <p:cNvSpPr>
            <a:spLocks noGrp="1"/>
          </p:cNvSpPr>
          <p:nvPr/>
        </p:nvSpPr>
        <p:spPr>
          <a:xfrm>
            <a:off x="1999080" y="588960"/>
            <a:ext cx="109440" cy="225360"/>
          </a:xfrm>
          <a:custGeom>
            <a:avLst/>
            <a:gdLst>
              <a:gd name="textAreaLeft" fmla="*/ 0 w 109440"/>
              <a:gd name="textAreaRight" fmla="*/ 109800 w 109440"/>
              <a:gd name="textAreaTop" fmla="*/ 0 h 225360"/>
              <a:gd name="textAreaBottom" fmla="*/ 225720 h 225360"/>
              <a:gd name="GluePoint1X" fmla="*/ 157 w 251"/>
              <a:gd name="GluePoint1Y" fmla="*/ 40 h 517"/>
              <a:gd name="GluePoint2X" fmla="*/ 205 w 251"/>
              <a:gd name="GluePoint2Y" fmla="*/ 1 h 517"/>
              <a:gd name="GluePoint3X" fmla="*/ 225 w 251"/>
              <a:gd name="GluePoint3Y" fmla="*/ 10 h 517"/>
              <a:gd name="GluePoint4X" fmla="*/ 250 w 251"/>
              <a:gd name="GluePoint4Y" fmla="*/ 44 h 517"/>
              <a:gd name="GluePoint5X" fmla="*/ 233 w 251"/>
              <a:gd name="GluePoint5Y" fmla="*/ 72 h 517"/>
              <a:gd name="GluePoint6X" fmla="*/ 202 w 251"/>
              <a:gd name="GluePoint6Y" fmla="*/ 123 h 517"/>
              <a:gd name="GluePoint7X" fmla="*/ 181 w 251"/>
              <a:gd name="GluePoint7Y" fmla="*/ 164 h 517"/>
              <a:gd name="GluePoint8X" fmla="*/ 150 w 251"/>
              <a:gd name="GluePoint8Y" fmla="*/ 222 h 517"/>
              <a:gd name="GluePoint9X" fmla="*/ 140 w 251"/>
              <a:gd name="GluePoint9Y" fmla="*/ 251 h 517"/>
              <a:gd name="GluePoint10X" fmla="*/ 110 w 251"/>
              <a:gd name="GluePoint10Y" fmla="*/ 275 h 517"/>
              <a:gd name="GluePoint11X" fmla="*/ 102 w 251"/>
              <a:gd name="GluePoint11Y" fmla="*/ 313 h 517"/>
              <a:gd name="GluePoint12X" fmla="*/ 118 w 251"/>
              <a:gd name="GluePoint12Y" fmla="*/ 347 h 517"/>
              <a:gd name="GluePoint13X" fmla="*/ 148 w 251"/>
              <a:gd name="GluePoint13Y" fmla="*/ 351 h 517"/>
              <a:gd name="GluePoint14X" fmla="*/ 153 w 251"/>
              <a:gd name="GluePoint14Y" fmla="*/ 371 h 517"/>
              <a:gd name="GluePoint15X" fmla="*/ 142 w 251"/>
              <a:gd name="GluePoint15Y" fmla="*/ 397 h 517"/>
              <a:gd name="GluePoint16X" fmla="*/ 125 w 251"/>
              <a:gd name="GluePoint16Y" fmla="*/ 409 h 517"/>
              <a:gd name="GluePoint17X" fmla="*/ 97 w 251"/>
              <a:gd name="GluePoint17Y" fmla="*/ 446 h 517"/>
              <a:gd name="GluePoint18X" fmla="*/ 99 w 251"/>
              <a:gd name="GluePoint18Y" fmla="*/ 463 h 517"/>
              <a:gd name="GluePoint19X" fmla="*/ 147 w 251"/>
              <a:gd name="GluePoint19Y" fmla="*/ 456 h 517"/>
              <a:gd name="GluePoint20X" fmla="*/ 174 w 251"/>
              <a:gd name="GluePoint20Y" fmla="*/ 454 h 517"/>
              <a:gd name="GluePoint21X" fmla="*/ 191 w 251"/>
              <a:gd name="GluePoint21Y" fmla="*/ 479 h 517"/>
              <a:gd name="GluePoint22X" fmla="*/ 175 w 251"/>
              <a:gd name="GluePoint22Y" fmla="*/ 497 h 517"/>
              <a:gd name="GluePoint23X" fmla="*/ 134 w 251"/>
              <a:gd name="GluePoint23Y" fmla="*/ 504 h 517"/>
              <a:gd name="GluePoint24X" fmla="*/ 85 w 251"/>
              <a:gd name="GluePoint24Y" fmla="*/ 517 h 517"/>
              <a:gd name="GluePoint25X" fmla="*/ 61 w 251"/>
              <a:gd name="GluePoint25Y" fmla="*/ 510 h 517"/>
              <a:gd name="GluePoint26X" fmla="*/ 50 w 251"/>
              <a:gd name="GluePoint26Y" fmla="*/ 497 h 517"/>
              <a:gd name="GluePoint27X" fmla="*/ 67 w 251"/>
              <a:gd name="GluePoint27Y" fmla="*/ 452 h 517"/>
              <a:gd name="GluePoint28X" fmla="*/ 78 w 251"/>
              <a:gd name="GluePoint28Y" fmla="*/ 420 h 517"/>
              <a:gd name="GluePoint29X" fmla="*/ 70 w 251"/>
              <a:gd name="GluePoint29Y" fmla="*/ 409 h 517"/>
              <a:gd name="GluePoint30X" fmla="*/ 50 w 251"/>
              <a:gd name="GluePoint30Y" fmla="*/ 388 h 517"/>
              <a:gd name="GluePoint31X" fmla="*/ 74 w 251"/>
              <a:gd name="GluePoint31Y" fmla="*/ 367 h 517"/>
              <a:gd name="GluePoint32X" fmla="*/ 65 w 251"/>
              <a:gd name="GluePoint32Y" fmla="*/ 313 h 517"/>
              <a:gd name="GluePoint33X" fmla="*/ 58 w 251"/>
              <a:gd name="GluePoint33Y" fmla="*/ 275 h 517"/>
              <a:gd name="GluePoint34X" fmla="*/ 86 w 251"/>
              <a:gd name="GluePoint34Y" fmla="*/ 238 h 517"/>
              <a:gd name="GluePoint35X" fmla="*/ 58 w 251"/>
              <a:gd name="GluePoint35Y" fmla="*/ 206 h 517"/>
              <a:gd name="GluePoint36X" fmla="*/ 82 w 251"/>
              <a:gd name="GluePoint36Y" fmla="*/ 191 h 517"/>
              <a:gd name="GluePoint37X" fmla="*/ 100 w 251"/>
              <a:gd name="GluePoint37Y" fmla="*/ 165 h 517"/>
              <a:gd name="GluePoint38X" fmla="*/ 105 w 251"/>
              <a:gd name="GluePoint38Y" fmla="*/ 126 h 517"/>
              <a:gd name="GluePoint39X" fmla="*/ 123 w 251"/>
              <a:gd name="GluePoint39Y" fmla="*/ 132 h 517"/>
              <a:gd name="GluePoint40X" fmla="*/ 118 w 251"/>
              <a:gd name="GluePoint40Y" fmla="*/ 165 h 517"/>
              <a:gd name="GluePoint41X" fmla="*/ 139 w 251"/>
              <a:gd name="GluePoint41Y" fmla="*/ 171 h 517"/>
              <a:gd name="GluePoint42X" fmla="*/ 181 w 251"/>
              <a:gd name="GluePoint42Y" fmla="*/ 106 h 517"/>
              <a:gd name="GluePoint43X" fmla="*/ 206 w 251"/>
              <a:gd name="GluePoint43Y" fmla="*/ 59 h 517"/>
              <a:gd name="GluePoint44X" fmla="*/ 167 w 251"/>
              <a:gd name="GluePoint44Y" fmla="*/ 50 h 517"/>
              <a:gd name="GluePoint45X" fmla="*/ 150 w 251"/>
              <a:gd name="GluePoint45Y" fmla="*/ 60 h 517"/>
              <a:gd name="GluePoint46X" fmla="*/ 126 w 251"/>
              <a:gd name="GluePoint46Y" fmla="*/ 77 h 517"/>
              <a:gd name="GluePoint47X" fmla="*/ 73 w 251"/>
              <a:gd name="GluePoint47Y" fmla="*/ 112 h 517"/>
              <a:gd name="GluePoint48X" fmla="*/ 46 w 251"/>
              <a:gd name="GluePoint48Y" fmla="*/ 136 h 517"/>
              <a:gd name="GluePoint49X" fmla="*/ 38 w 251"/>
              <a:gd name="GluePoint49Y" fmla="*/ 168 h 517"/>
              <a:gd name="GluePoint50X" fmla="*/ 27 w 251"/>
              <a:gd name="GluePoint50Y" fmla="*/ 230 h 517"/>
              <a:gd name="GluePoint51X" fmla="*/ 9 w 251"/>
              <a:gd name="GluePoint51Y" fmla="*/ 221 h 517"/>
              <a:gd name="GluePoint52X" fmla="*/ 9 w 251"/>
              <a:gd name="GluePoint52Y" fmla="*/ 167 h 517"/>
              <a:gd name="GluePoint53X" fmla="*/ 7 w 251"/>
              <a:gd name="GluePoint53Y" fmla="*/ 141 h 517"/>
              <a:gd name="GluePoint54X" fmla="*/ 2 w 251"/>
              <a:gd name="GluePoint54Y" fmla="*/ 114 h 517"/>
              <a:gd name="GluePoint55X" fmla="*/ 28 w 251"/>
              <a:gd name="GluePoint55Y" fmla="*/ 123 h 517"/>
              <a:gd name="GluePoint56X" fmla="*/ 51 w 251"/>
              <a:gd name="GluePoint56Y" fmla="*/ 116 h 517"/>
              <a:gd name="GluePoint57X" fmla="*/ 79 w 251"/>
              <a:gd name="GluePoint57Y" fmla="*/ 96 h 517"/>
              <a:gd name="GluePoint58X" fmla="*/ 110 w 251"/>
              <a:gd name="GluePoint58Y" fmla="*/ 75 h 517"/>
              <a:gd name="GluePoint59X" fmla="*/ 135 w 251"/>
              <a:gd name="GluePoint59Y" fmla="*/ 57 h 517"/>
            </a:gdLst>
            <a:ahLst/>
            <a:cxnLst/>
            <a:rect l="textAreaLeft" t="textAreaTop" r="textAreaRight" b="textAreaBottom"/>
            <a:pathLst>
              <a:path w="251" h="517">
                <a:moveTo>
                  <a:pt x="139" y="56"/>
                </a:moveTo>
                <a:lnTo>
                  <a:pt x="139" y="54"/>
                </a:lnTo>
                <a:lnTo>
                  <a:pt x="139" y="52"/>
                </a:lnTo>
                <a:lnTo>
                  <a:pt x="142" y="51"/>
                </a:lnTo>
                <a:lnTo>
                  <a:pt x="143" y="50"/>
                </a:lnTo>
                <a:lnTo>
                  <a:pt x="146" y="48"/>
                </a:lnTo>
                <a:lnTo>
                  <a:pt x="147" y="47"/>
                </a:lnTo>
                <a:lnTo>
                  <a:pt x="152" y="44"/>
                </a:lnTo>
                <a:lnTo>
                  <a:pt x="157" y="40"/>
                </a:lnTo>
                <a:lnTo>
                  <a:pt x="167" y="30"/>
                </a:lnTo>
                <a:lnTo>
                  <a:pt x="177" y="20"/>
                </a:lnTo>
                <a:lnTo>
                  <a:pt x="183" y="16"/>
                </a:lnTo>
                <a:lnTo>
                  <a:pt x="187" y="11"/>
                </a:lnTo>
                <a:lnTo>
                  <a:pt x="192" y="7"/>
                </a:lnTo>
                <a:lnTo>
                  <a:pt x="198" y="4"/>
                </a:lnTo>
                <a:lnTo>
                  <a:pt x="200" y="3"/>
                </a:lnTo>
                <a:lnTo>
                  <a:pt x="203" y="2"/>
                </a:lnTo>
                <a:lnTo>
                  <a:pt x="205" y="1"/>
                </a:lnTo>
                <a:lnTo>
                  <a:pt x="207" y="0"/>
                </a:lnTo>
                <a:lnTo>
                  <a:pt x="210" y="0"/>
                </a:lnTo>
                <a:lnTo>
                  <a:pt x="212" y="1"/>
                </a:lnTo>
                <a:lnTo>
                  <a:pt x="215" y="1"/>
                </a:lnTo>
                <a:lnTo>
                  <a:pt x="217" y="2"/>
                </a:lnTo>
                <a:lnTo>
                  <a:pt x="219" y="4"/>
                </a:lnTo>
                <a:lnTo>
                  <a:pt x="221" y="5"/>
                </a:lnTo>
                <a:lnTo>
                  <a:pt x="223" y="8"/>
                </a:lnTo>
                <a:lnTo>
                  <a:pt x="225" y="10"/>
                </a:lnTo>
                <a:lnTo>
                  <a:pt x="229" y="16"/>
                </a:lnTo>
                <a:lnTo>
                  <a:pt x="233" y="21"/>
                </a:lnTo>
                <a:lnTo>
                  <a:pt x="237" y="28"/>
                </a:lnTo>
                <a:lnTo>
                  <a:pt x="241" y="33"/>
                </a:lnTo>
                <a:lnTo>
                  <a:pt x="243" y="36"/>
                </a:lnTo>
                <a:lnTo>
                  <a:pt x="245" y="37"/>
                </a:lnTo>
                <a:lnTo>
                  <a:pt x="247" y="39"/>
                </a:lnTo>
                <a:lnTo>
                  <a:pt x="249" y="40"/>
                </a:lnTo>
                <a:lnTo>
                  <a:pt x="250" y="44"/>
                </a:lnTo>
                <a:lnTo>
                  <a:pt x="251" y="48"/>
                </a:lnTo>
                <a:lnTo>
                  <a:pt x="250" y="51"/>
                </a:lnTo>
                <a:lnTo>
                  <a:pt x="249" y="52"/>
                </a:lnTo>
                <a:lnTo>
                  <a:pt x="247" y="55"/>
                </a:lnTo>
                <a:lnTo>
                  <a:pt x="247" y="56"/>
                </a:lnTo>
                <a:lnTo>
                  <a:pt x="243" y="60"/>
                </a:lnTo>
                <a:lnTo>
                  <a:pt x="240" y="64"/>
                </a:lnTo>
                <a:lnTo>
                  <a:pt x="236" y="68"/>
                </a:lnTo>
                <a:lnTo>
                  <a:pt x="233" y="72"/>
                </a:lnTo>
                <a:lnTo>
                  <a:pt x="230" y="75"/>
                </a:lnTo>
                <a:lnTo>
                  <a:pt x="227" y="79"/>
                </a:lnTo>
                <a:lnTo>
                  <a:pt x="227" y="82"/>
                </a:lnTo>
                <a:lnTo>
                  <a:pt x="227" y="86"/>
                </a:lnTo>
                <a:lnTo>
                  <a:pt x="223" y="92"/>
                </a:lnTo>
                <a:lnTo>
                  <a:pt x="219" y="99"/>
                </a:lnTo>
                <a:lnTo>
                  <a:pt x="215" y="105"/>
                </a:lnTo>
                <a:lnTo>
                  <a:pt x="211" y="111"/>
                </a:lnTo>
                <a:lnTo>
                  <a:pt x="202" y="123"/>
                </a:lnTo>
                <a:lnTo>
                  <a:pt x="193" y="135"/>
                </a:lnTo>
                <a:lnTo>
                  <a:pt x="192" y="140"/>
                </a:lnTo>
                <a:lnTo>
                  <a:pt x="191" y="144"/>
                </a:lnTo>
                <a:lnTo>
                  <a:pt x="191" y="148"/>
                </a:lnTo>
                <a:lnTo>
                  <a:pt x="191" y="152"/>
                </a:lnTo>
                <a:lnTo>
                  <a:pt x="188" y="156"/>
                </a:lnTo>
                <a:lnTo>
                  <a:pt x="186" y="158"/>
                </a:lnTo>
                <a:lnTo>
                  <a:pt x="183" y="161"/>
                </a:lnTo>
                <a:lnTo>
                  <a:pt x="181" y="164"/>
                </a:lnTo>
                <a:lnTo>
                  <a:pt x="178" y="171"/>
                </a:lnTo>
                <a:lnTo>
                  <a:pt x="175" y="178"/>
                </a:lnTo>
                <a:lnTo>
                  <a:pt x="171" y="186"/>
                </a:lnTo>
                <a:lnTo>
                  <a:pt x="168" y="193"/>
                </a:lnTo>
                <a:lnTo>
                  <a:pt x="164" y="200"/>
                </a:lnTo>
                <a:lnTo>
                  <a:pt x="160" y="208"/>
                </a:lnTo>
                <a:lnTo>
                  <a:pt x="156" y="214"/>
                </a:lnTo>
                <a:lnTo>
                  <a:pt x="151" y="221"/>
                </a:lnTo>
                <a:lnTo>
                  <a:pt x="150" y="222"/>
                </a:lnTo>
                <a:lnTo>
                  <a:pt x="149" y="224"/>
                </a:lnTo>
                <a:lnTo>
                  <a:pt x="148" y="225"/>
                </a:lnTo>
                <a:lnTo>
                  <a:pt x="147" y="228"/>
                </a:lnTo>
                <a:lnTo>
                  <a:pt x="146" y="232"/>
                </a:lnTo>
                <a:lnTo>
                  <a:pt x="146" y="236"/>
                </a:lnTo>
                <a:lnTo>
                  <a:pt x="144" y="240"/>
                </a:lnTo>
                <a:lnTo>
                  <a:pt x="143" y="244"/>
                </a:lnTo>
                <a:lnTo>
                  <a:pt x="142" y="247"/>
                </a:lnTo>
                <a:lnTo>
                  <a:pt x="140" y="251"/>
                </a:lnTo>
                <a:lnTo>
                  <a:pt x="138" y="253"/>
                </a:lnTo>
                <a:lnTo>
                  <a:pt x="136" y="256"/>
                </a:lnTo>
                <a:lnTo>
                  <a:pt x="134" y="258"/>
                </a:lnTo>
                <a:lnTo>
                  <a:pt x="132" y="260"/>
                </a:lnTo>
                <a:lnTo>
                  <a:pt x="127" y="263"/>
                </a:lnTo>
                <a:lnTo>
                  <a:pt x="122" y="266"/>
                </a:lnTo>
                <a:lnTo>
                  <a:pt x="118" y="269"/>
                </a:lnTo>
                <a:lnTo>
                  <a:pt x="112" y="273"/>
                </a:lnTo>
                <a:lnTo>
                  <a:pt x="110" y="275"/>
                </a:lnTo>
                <a:lnTo>
                  <a:pt x="108" y="277"/>
                </a:lnTo>
                <a:lnTo>
                  <a:pt x="106" y="279"/>
                </a:lnTo>
                <a:lnTo>
                  <a:pt x="105" y="281"/>
                </a:lnTo>
                <a:lnTo>
                  <a:pt x="104" y="283"/>
                </a:lnTo>
                <a:lnTo>
                  <a:pt x="103" y="285"/>
                </a:lnTo>
                <a:lnTo>
                  <a:pt x="103" y="289"/>
                </a:lnTo>
                <a:lnTo>
                  <a:pt x="102" y="293"/>
                </a:lnTo>
                <a:lnTo>
                  <a:pt x="102" y="302"/>
                </a:lnTo>
                <a:lnTo>
                  <a:pt x="102" y="313"/>
                </a:lnTo>
                <a:lnTo>
                  <a:pt x="102" y="323"/>
                </a:lnTo>
                <a:lnTo>
                  <a:pt x="102" y="333"/>
                </a:lnTo>
                <a:lnTo>
                  <a:pt x="102" y="340"/>
                </a:lnTo>
                <a:lnTo>
                  <a:pt x="102" y="344"/>
                </a:lnTo>
                <a:lnTo>
                  <a:pt x="105" y="345"/>
                </a:lnTo>
                <a:lnTo>
                  <a:pt x="106" y="346"/>
                </a:lnTo>
                <a:lnTo>
                  <a:pt x="110" y="347"/>
                </a:lnTo>
                <a:lnTo>
                  <a:pt x="114" y="347"/>
                </a:lnTo>
                <a:lnTo>
                  <a:pt x="118" y="347"/>
                </a:lnTo>
                <a:lnTo>
                  <a:pt x="122" y="347"/>
                </a:lnTo>
                <a:lnTo>
                  <a:pt x="127" y="345"/>
                </a:lnTo>
                <a:lnTo>
                  <a:pt x="133" y="345"/>
                </a:lnTo>
                <a:lnTo>
                  <a:pt x="136" y="345"/>
                </a:lnTo>
                <a:lnTo>
                  <a:pt x="138" y="345"/>
                </a:lnTo>
                <a:lnTo>
                  <a:pt x="141" y="345"/>
                </a:lnTo>
                <a:lnTo>
                  <a:pt x="143" y="347"/>
                </a:lnTo>
                <a:lnTo>
                  <a:pt x="146" y="349"/>
                </a:lnTo>
                <a:lnTo>
                  <a:pt x="148" y="351"/>
                </a:lnTo>
                <a:lnTo>
                  <a:pt x="150" y="353"/>
                </a:lnTo>
                <a:lnTo>
                  <a:pt x="153" y="357"/>
                </a:lnTo>
                <a:lnTo>
                  <a:pt x="155" y="360"/>
                </a:lnTo>
                <a:lnTo>
                  <a:pt x="157" y="362"/>
                </a:lnTo>
                <a:lnTo>
                  <a:pt x="157" y="363"/>
                </a:lnTo>
                <a:lnTo>
                  <a:pt x="158" y="365"/>
                </a:lnTo>
                <a:lnTo>
                  <a:pt x="158" y="366"/>
                </a:lnTo>
                <a:lnTo>
                  <a:pt x="157" y="368"/>
                </a:lnTo>
                <a:lnTo>
                  <a:pt x="153" y="371"/>
                </a:lnTo>
                <a:lnTo>
                  <a:pt x="149" y="373"/>
                </a:lnTo>
                <a:lnTo>
                  <a:pt x="147" y="377"/>
                </a:lnTo>
                <a:lnTo>
                  <a:pt x="146" y="379"/>
                </a:lnTo>
                <a:lnTo>
                  <a:pt x="146" y="382"/>
                </a:lnTo>
                <a:lnTo>
                  <a:pt x="146" y="385"/>
                </a:lnTo>
                <a:lnTo>
                  <a:pt x="145" y="389"/>
                </a:lnTo>
                <a:lnTo>
                  <a:pt x="144" y="392"/>
                </a:lnTo>
                <a:lnTo>
                  <a:pt x="143" y="394"/>
                </a:lnTo>
                <a:lnTo>
                  <a:pt x="142" y="397"/>
                </a:lnTo>
                <a:lnTo>
                  <a:pt x="140" y="398"/>
                </a:lnTo>
                <a:lnTo>
                  <a:pt x="138" y="399"/>
                </a:lnTo>
                <a:lnTo>
                  <a:pt x="137" y="400"/>
                </a:lnTo>
                <a:lnTo>
                  <a:pt x="135" y="401"/>
                </a:lnTo>
                <a:lnTo>
                  <a:pt x="131" y="402"/>
                </a:lnTo>
                <a:lnTo>
                  <a:pt x="128" y="405"/>
                </a:lnTo>
                <a:lnTo>
                  <a:pt x="126" y="405"/>
                </a:lnTo>
                <a:lnTo>
                  <a:pt x="126" y="407"/>
                </a:lnTo>
                <a:lnTo>
                  <a:pt x="125" y="409"/>
                </a:lnTo>
                <a:lnTo>
                  <a:pt x="124" y="410"/>
                </a:lnTo>
                <a:lnTo>
                  <a:pt x="122" y="414"/>
                </a:lnTo>
                <a:lnTo>
                  <a:pt x="121" y="417"/>
                </a:lnTo>
                <a:lnTo>
                  <a:pt x="118" y="419"/>
                </a:lnTo>
                <a:lnTo>
                  <a:pt x="114" y="421"/>
                </a:lnTo>
                <a:lnTo>
                  <a:pt x="109" y="427"/>
                </a:lnTo>
                <a:lnTo>
                  <a:pt x="102" y="436"/>
                </a:lnTo>
                <a:lnTo>
                  <a:pt x="99" y="441"/>
                </a:lnTo>
                <a:lnTo>
                  <a:pt x="97" y="446"/>
                </a:lnTo>
                <a:lnTo>
                  <a:pt x="96" y="448"/>
                </a:lnTo>
                <a:lnTo>
                  <a:pt x="95" y="450"/>
                </a:lnTo>
                <a:lnTo>
                  <a:pt x="94" y="452"/>
                </a:lnTo>
                <a:lnTo>
                  <a:pt x="94" y="453"/>
                </a:lnTo>
                <a:lnTo>
                  <a:pt x="94" y="455"/>
                </a:lnTo>
                <a:lnTo>
                  <a:pt x="95" y="457"/>
                </a:lnTo>
                <a:lnTo>
                  <a:pt x="96" y="458"/>
                </a:lnTo>
                <a:lnTo>
                  <a:pt x="97" y="461"/>
                </a:lnTo>
                <a:lnTo>
                  <a:pt x="99" y="463"/>
                </a:lnTo>
                <a:lnTo>
                  <a:pt x="101" y="466"/>
                </a:lnTo>
                <a:lnTo>
                  <a:pt x="105" y="466"/>
                </a:lnTo>
                <a:lnTo>
                  <a:pt x="110" y="466"/>
                </a:lnTo>
                <a:lnTo>
                  <a:pt x="114" y="467"/>
                </a:lnTo>
                <a:lnTo>
                  <a:pt x="118" y="467"/>
                </a:lnTo>
                <a:lnTo>
                  <a:pt x="122" y="465"/>
                </a:lnTo>
                <a:lnTo>
                  <a:pt x="130" y="462"/>
                </a:lnTo>
                <a:lnTo>
                  <a:pt x="138" y="459"/>
                </a:lnTo>
                <a:lnTo>
                  <a:pt x="147" y="456"/>
                </a:lnTo>
                <a:lnTo>
                  <a:pt x="151" y="454"/>
                </a:lnTo>
                <a:lnTo>
                  <a:pt x="156" y="453"/>
                </a:lnTo>
                <a:lnTo>
                  <a:pt x="161" y="452"/>
                </a:lnTo>
                <a:lnTo>
                  <a:pt x="164" y="451"/>
                </a:lnTo>
                <a:lnTo>
                  <a:pt x="168" y="452"/>
                </a:lnTo>
                <a:lnTo>
                  <a:pt x="171" y="452"/>
                </a:lnTo>
                <a:lnTo>
                  <a:pt x="172" y="453"/>
                </a:lnTo>
                <a:lnTo>
                  <a:pt x="173" y="453"/>
                </a:lnTo>
                <a:lnTo>
                  <a:pt x="174" y="454"/>
                </a:lnTo>
                <a:lnTo>
                  <a:pt x="175" y="455"/>
                </a:lnTo>
                <a:lnTo>
                  <a:pt x="176" y="457"/>
                </a:lnTo>
                <a:lnTo>
                  <a:pt x="178" y="457"/>
                </a:lnTo>
                <a:lnTo>
                  <a:pt x="179" y="459"/>
                </a:lnTo>
                <a:lnTo>
                  <a:pt x="181" y="461"/>
                </a:lnTo>
                <a:lnTo>
                  <a:pt x="184" y="465"/>
                </a:lnTo>
                <a:lnTo>
                  <a:pt x="187" y="469"/>
                </a:lnTo>
                <a:lnTo>
                  <a:pt x="189" y="473"/>
                </a:lnTo>
                <a:lnTo>
                  <a:pt x="191" y="479"/>
                </a:lnTo>
                <a:lnTo>
                  <a:pt x="193" y="484"/>
                </a:lnTo>
                <a:lnTo>
                  <a:pt x="194" y="488"/>
                </a:lnTo>
                <a:lnTo>
                  <a:pt x="192" y="490"/>
                </a:lnTo>
                <a:lnTo>
                  <a:pt x="189" y="492"/>
                </a:lnTo>
                <a:lnTo>
                  <a:pt x="187" y="493"/>
                </a:lnTo>
                <a:lnTo>
                  <a:pt x="184" y="495"/>
                </a:lnTo>
                <a:lnTo>
                  <a:pt x="181" y="496"/>
                </a:lnTo>
                <a:lnTo>
                  <a:pt x="178" y="497"/>
                </a:lnTo>
                <a:lnTo>
                  <a:pt x="175" y="497"/>
                </a:lnTo>
                <a:lnTo>
                  <a:pt x="171" y="498"/>
                </a:lnTo>
                <a:lnTo>
                  <a:pt x="164" y="499"/>
                </a:lnTo>
                <a:lnTo>
                  <a:pt x="158" y="501"/>
                </a:lnTo>
                <a:lnTo>
                  <a:pt x="154" y="501"/>
                </a:lnTo>
                <a:lnTo>
                  <a:pt x="150" y="502"/>
                </a:lnTo>
                <a:lnTo>
                  <a:pt x="147" y="503"/>
                </a:lnTo>
                <a:lnTo>
                  <a:pt x="144" y="504"/>
                </a:lnTo>
                <a:lnTo>
                  <a:pt x="138" y="504"/>
                </a:lnTo>
                <a:lnTo>
                  <a:pt x="134" y="504"/>
                </a:lnTo>
                <a:lnTo>
                  <a:pt x="129" y="504"/>
                </a:lnTo>
                <a:lnTo>
                  <a:pt x="123" y="504"/>
                </a:lnTo>
                <a:lnTo>
                  <a:pt x="114" y="509"/>
                </a:lnTo>
                <a:lnTo>
                  <a:pt x="104" y="513"/>
                </a:lnTo>
                <a:lnTo>
                  <a:pt x="99" y="515"/>
                </a:lnTo>
                <a:lnTo>
                  <a:pt x="94" y="517"/>
                </a:lnTo>
                <a:lnTo>
                  <a:pt x="90" y="517"/>
                </a:lnTo>
                <a:lnTo>
                  <a:pt x="87" y="517"/>
                </a:lnTo>
                <a:lnTo>
                  <a:pt x="85" y="517"/>
                </a:lnTo>
                <a:lnTo>
                  <a:pt x="81" y="517"/>
                </a:lnTo>
                <a:lnTo>
                  <a:pt x="80" y="517"/>
                </a:lnTo>
                <a:lnTo>
                  <a:pt x="79" y="515"/>
                </a:lnTo>
                <a:lnTo>
                  <a:pt x="78" y="514"/>
                </a:lnTo>
                <a:lnTo>
                  <a:pt x="76" y="513"/>
                </a:lnTo>
                <a:lnTo>
                  <a:pt x="73" y="513"/>
                </a:lnTo>
                <a:lnTo>
                  <a:pt x="69" y="512"/>
                </a:lnTo>
                <a:lnTo>
                  <a:pt x="65" y="511"/>
                </a:lnTo>
                <a:lnTo>
                  <a:pt x="61" y="510"/>
                </a:lnTo>
                <a:lnTo>
                  <a:pt x="59" y="509"/>
                </a:lnTo>
                <a:lnTo>
                  <a:pt x="58" y="509"/>
                </a:lnTo>
                <a:lnTo>
                  <a:pt x="57" y="507"/>
                </a:lnTo>
                <a:lnTo>
                  <a:pt x="56" y="506"/>
                </a:lnTo>
                <a:lnTo>
                  <a:pt x="54" y="505"/>
                </a:lnTo>
                <a:lnTo>
                  <a:pt x="53" y="503"/>
                </a:lnTo>
                <a:lnTo>
                  <a:pt x="51" y="501"/>
                </a:lnTo>
                <a:lnTo>
                  <a:pt x="50" y="499"/>
                </a:lnTo>
                <a:lnTo>
                  <a:pt x="50" y="497"/>
                </a:lnTo>
                <a:lnTo>
                  <a:pt x="50" y="495"/>
                </a:lnTo>
                <a:lnTo>
                  <a:pt x="49" y="493"/>
                </a:lnTo>
                <a:lnTo>
                  <a:pt x="50" y="490"/>
                </a:lnTo>
                <a:lnTo>
                  <a:pt x="50" y="485"/>
                </a:lnTo>
                <a:lnTo>
                  <a:pt x="51" y="481"/>
                </a:lnTo>
                <a:lnTo>
                  <a:pt x="53" y="475"/>
                </a:lnTo>
                <a:lnTo>
                  <a:pt x="56" y="470"/>
                </a:lnTo>
                <a:lnTo>
                  <a:pt x="62" y="461"/>
                </a:lnTo>
                <a:lnTo>
                  <a:pt x="67" y="452"/>
                </a:lnTo>
                <a:lnTo>
                  <a:pt x="70" y="448"/>
                </a:lnTo>
                <a:lnTo>
                  <a:pt x="72" y="444"/>
                </a:lnTo>
                <a:lnTo>
                  <a:pt x="74" y="441"/>
                </a:lnTo>
                <a:lnTo>
                  <a:pt x="74" y="438"/>
                </a:lnTo>
                <a:lnTo>
                  <a:pt x="75" y="436"/>
                </a:lnTo>
                <a:lnTo>
                  <a:pt x="77" y="432"/>
                </a:lnTo>
                <a:lnTo>
                  <a:pt x="77" y="428"/>
                </a:lnTo>
                <a:lnTo>
                  <a:pt x="78" y="424"/>
                </a:lnTo>
                <a:lnTo>
                  <a:pt x="78" y="420"/>
                </a:lnTo>
                <a:lnTo>
                  <a:pt x="78" y="416"/>
                </a:lnTo>
                <a:lnTo>
                  <a:pt x="77" y="414"/>
                </a:lnTo>
                <a:lnTo>
                  <a:pt x="77" y="413"/>
                </a:lnTo>
                <a:lnTo>
                  <a:pt x="75" y="411"/>
                </a:lnTo>
                <a:lnTo>
                  <a:pt x="74" y="410"/>
                </a:lnTo>
                <a:lnTo>
                  <a:pt x="74" y="409"/>
                </a:lnTo>
                <a:lnTo>
                  <a:pt x="72" y="409"/>
                </a:lnTo>
                <a:lnTo>
                  <a:pt x="71" y="409"/>
                </a:lnTo>
                <a:lnTo>
                  <a:pt x="70" y="409"/>
                </a:lnTo>
                <a:lnTo>
                  <a:pt x="68" y="409"/>
                </a:lnTo>
                <a:lnTo>
                  <a:pt x="67" y="408"/>
                </a:lnTo>
                <a:lnTo>
                  <a:pt x="66" y="407"/>
                </a:lnTo>
                <a:lnTo>
                  <a:pt x="66" y="406"/>
                </a:lnTo>
                <a:lnTo>
                  <a:pt x="62" y="403"/>
                </a:lnTo>
                <a:lnTo>
                  <a:pt x="57" y="397"/>
                </a:lnTo>
                <a:lnTo>
                  <a:pt x="54" y="393"/>
                </a:lnTo>
                <a:lnTo>
                  <a:pt x="52" y="390"/>
                </a:lnTo>
                <a:lnTo>
                  <a:pt x="50" y="388"/>
                </a:lnTo>
                <a:lnTo>
                  <a:pt x="50" y="386"/>
                </a:lnTo>
                <a:lnTo>
                  <a:pt x="53" y="384"/>
                </a:lnTo>
                <a:lnTo>
                  <a:pt x="56" y="381"/>
                </a:lnTo>
                <a:lnTo>
                  <a:pt x="59" y="379"/>
                </a:lnTo>
                <a:lnTo>
                  <a:pt x="62" y="376"/>
                </a:lnTo>
                <a:lnTo>
                  <a:pt x="65" y="373"/>
                </a:lnTo>
                <a:lnTo>
                  <a:pt x="68" y="371"/>
                </a:lnTo>
                <a:lnTo>
                  <a:pt x="71" y="369"/>
                </a:lnTo>
                <a:lnTo>
                  <a:pt x="74" y="367"/>
                </a:lnTo>
                <a:lnTo>
                  <a:pt x="75" y="357"/>
                </a:lnTo>
                <a:lnTo>
                  <a:pt x="75" y="345"/>
                </a:lnTo>
                <a:lnTo>
                  <a:pt x="75" y="333"/>
                </a:lnTo>
                <a:lnTo>
                  <a:pt x="74" y="321"/>
                </a:lnTo>
                <a:lnTo>
                  <a:pt x="74" y="320"/>
                </a:lnTo>
                <a:lnTo>
                  <a:pt x="71" y="319"/>
                </a:lnTo>
                <a:lnTo>
                  <a:pt x="70" y="318"/>
                </a:lnTo>
                <a:lnTo>
                  <a:pt x="68" y="317"/>
                </a:lnTo>
                <a:lnTo>
                  <a:pt x="65" y="313"/>
                </a:lnTo>
                <a:lnTo>
                  <a:pt x="62" y="310"/>
                </a:lnTo>
                <a:lnTo>
                  <a:pt x="56" y="302"/>
                </a:lnTo>
                <a:lnTo>
                  <a:pt x="51" y="296"/>
                </a:lnTo>
                <a:lnTo>
                  <a:pt x="51" y="293"/>
                </a:lnTo>
                <a:lnTo>
                  <a:pt x="52" y="290"/>
                </a:lnTo>
                <a:lnTo>
                  <a:pt x="52" y="288"/>
                </a:lnTo>
                <a:lnTo>
                  <a:pt x="53" y="285"/>
                </a:lnTo>
                <a:lnTo>
                  <a:pt x="55" y="280"/>
                </a:lnTo>
                <a:lnTo>
                  <a:pt x="58" y="275"/>
                </a:lnTo>
                <a:lnTo>
                  <a:pt x="60" y="271"/>
                </a:lnTo>
                <a:lnTo>
                  <a:pt x="63" y="267"/>
                </a:lnTo>
                <a:lnTo>
                  <a:pt x="66" y="263"/>
                </a:lnTo>
                <a:lnTo>
                  <a:pt x="70" y="259"/>
                </a:lnTo>
                <a:lnTo>
                  <a:pt x="74" y="255"/>
                </a:lnTo>
                <a:lnTo>
                  <a:pt x="77" y="251"/>
                </a:lnTo>
                <a:lnTo>
                  <a:pt x="80" y="247"/>
                </a:lnTo>
                <a:lnTo>
                  <a:pt x="83" y="242"/>
                </a:lnTo>
                <a:lnTo>
                  <a:pt x="86" y="238"/>
                </a:lnTo>
                <a:lnTo>
                  <a:pt x="87" y="233"/>
                </a:lnTo>
                <a:lnTo>
                  <a:pt x="88" y="230"/>
                </a:lnTo>
                <a:lnTo>
                  <a:pt x="88" y="227"/>
                </a:lnTo>
                <a:lnTo>
                  <a:pt x="88" y="224"/>
                </a:lnTo>
                <a:lnTo>
                  <a:pt x="88" y="221"/>
                </a:lnTo>
                <a:lnTo>
                  <a:pt x="81" y="217"/>
                </a:lnTo>
                <a:lnTo>
                  <a:pt x="73" y="214"/>
                </a:lnTo>
                <a:lnTo>
                  <a:pt x="66" y="210"/>
                </a:lnTo>
                <a:lnTo>
                  <a:pt x="58" y="206"/>
                </a:lnTo>
                <a:lnTo>
                  <a:pt x="58" y="204"/>
                </a:lnTo>
                <a:lnTo>
                  <a:pt x="59" y="202"/>
                </a:lnTo>
                <a:lnTo>
                  <a:pt x="62" y="200"/>
                </a:lnTo>
                <a:lnTo>
                  <a:pt x="63" y="199"/>
                </a:lnTo>
                <a:lnTo>
                  <a:pt x="66" y="197"/>
                </a:lnTo>
                <a:lnTo>
                  <a:pt x="69" y="196"/>
                </a:lnTo>
                <a:lnTo>
                  <a:pt x="71" y="195"/>
                </a:lnTo>
                <a:lnTo>
                  <a:pt x="75" y="193"/>
                </a:lnTo>
                <a:lnTo>
                  <a:pt x="82" y="191"/>
                </a:lnTo>
                <a:lnTo>
                  <a:pt x="88" y="188"/>
                </a:lnTo>
                <a:lnTo>
                  <a:pt x="90" y="187"/>
                </a:lnTo>
                <a:lnTo>
                  <a:pt x="94" y="185"/>
                </a:lnTo>
                <a:lnTo>
                  <a:pt x="95" y="184"/>
                </a:lnTo>
                <a:lnTo>
                  <a:pt x="98" y="181"/>
                </a:lnTo>
                <a:lnTo>
                  <a:pt x="98" y="178"/>
                </a:lnTo>
                <a:lnTo>
                  <a:pt x="99" y="174"/>
                </a:lnTo>
                <a:lnTo>
                  <a:pt x="99" y="170"/>
                </a:lnTo>
                <a:lnTo>
                  <a:pt x="100" y="165"/>
                </a:lnTo>
                <a:lnTo>
                  <a:pt x="99" y="156"/>
                </a:lnTo>
                <a:lnTo>
                  <a:pt x="99" y="148"/>
                </a:lnTo>
                <a:lnTo>
                  <a:pt x="99" y="144"/>
                </a:lnTo>
                <a:lnTo>
                  <a:pt x="99" y="140"/>
                </a:lnTo>
                <a:lnTo>
                  <a:pt x="100" y="136"/>
                </a:lnTo>
                <a:lnTo>
                  <a:pt x="101" y="133"/>
                </a:lnTo>
                <a:lnTo>
                  <a:pt x="102" y="130"/>
                </a:lnTo>
                <a:lnTo>
                  <a:pt x="104" y="127"/>
                </a:lnTo>
                <a:lnTo>
                  <a:pt x="105" y="126"/>
                </a:lnTo>
                <a:lnTo>
                  <a:pt x="106" y="124"/>
                </a:lnTo>
                <a:lnTo>
                  <a:pt x="107" y="124"/>
                </a:lnTo>
                <a:lnTo>
                  <a:pt x="109" y="123"/>
                </a:lnTo>
                <a:lnTo>
                  <a:pt x="114" y="123"/>
                </a:lnTo>
                <a:lnTo>
                  <a:pt x="118" y="123"/>
                </a:lnTo>
                <a:lnTo>
                  <a:pt x="120" y="126"/>
                </a:lnTo>
                <a:lnTo>
                  <a:pt x="122" y="128"/>
                </a:lnTo>
                <a:lnTo>
                  <a:pt x="122" y="130"/>
                </a:lnTo>
                <a:lnTo>
                  <a:pt x="123" y="132"/>
                </a:lnTo>
                <a:lnTo>
                  <a:pt x="123" y="134"/>
                </a:lnTo>
                <a:lnTo>
                  <a:pt x="123" y="137"/>
                </a:lnTo>
                <a:lnTo>
                  <a:pt x="122" y="140"/>
                </a:lnTo>
                <a:lnTo>
                  <a:pt x="121" y="141"/>
                </a:lnTo>
                <a:lnTo>
                  <a:pt x="120" y="144"/>
                </a:lnTo>
                <a:lnTo>
                  <a:pt x="119" y="146"/>
                </a:lnTo>
                <a:lnTo>
                  <a:pt x="118" y="151"/>
                </a:lnTo>
                <a:lnTo>
                  <a:pt x="118" y="156"/>
                </a:lnTo>
                <a:lnTo>
                  <a:pt x="118" y="165"/>
                </a:lnTo>
                <a:lnTo>
                  <a:pt x="118" y="176"/>
                </a:lnTo>
                <a:lnTo>
                  <a:pt x="122" y="179"/>
                </a:lnTo>
                <a:lnTo>
                  <a:pt x="126" y="181"/>
                </a:lnTo>
                <a:lnTo>
                  <a:pt x="130" y="181"/>
                </a:lnTo>
                <a:lnTo>
                  <a:pt x="134" y="181"/>
                </a:lnTo>
                <a:lnTo>
                  <a:pt x="135" y="179"/>
                </a:lnTo>
                <a:lnTo>
                  <a:pt x="136" y="176"/>
                </a:lnTo>
                <a:lnTo>
                  <a:pt x="138" y="173"/>
                </a:lnTo>
                <a:lnTo>
                  <a:pt x="139" y="171"/>
                </a:lnTo>
                <a:lnTo>
                  <a:pt x="143" y="165"/>
                </a:lnTo>
                <a:lnTo>
                  <a:pt x="147" y="160"/>
                </a:lnTo>
                <a:lnTo>
                  <a:pt x="155" y="151"/>
                </a:lnTo>
                <a:lnTo>
                  <a:pt x="163" y="141"/>
                </a:lnTo>
                <a:lnTo>
                  <a:pt x="167" y="136"/>
                </a:lnTo>
                <a:lnTo>
                  <a:pt x="171" y="128"/>
                </a:lnTo>
                <a:lnTo>
                  <a:pt x="174" y="121"/>
                </a:lnTo>
                <a:lnTo>
                  <a:pt x="177" y="114"/>
                </a:lnTo>
                <a:lnTo>
                  <a:pt x="181" y="106"/>
                </a:lnTo>
                <a:lnTo>
                  <a:pt x="184" y="99"/>
                </a:lnTo>
                <a:lnTo>
                  <a:pt x="187" y="92"/>
                </a:lnTo>
                <a:lnTo>
                  <a:pt x="191" y="84"/>
                </a:lnTo>
                <a:lnTo>
                  <a:pt x="195" y="78"/>
                </a:lnTo>
                <a:lnTo>
                  <a:pt x="200" y="71"/>
                </a:lnTo>
                <a:lnTo>
                  <a:pt x="203" y="68"/>
                </a:lnTo>
                <a:lnTo>
                  <a:pt x="205" y="64"/>
                </a:lnTo>
                <a:lnTo>
                  <a:pt x="205" y="61"/>
                </a:lnTo>
                <a:lnTo>
                  <a:pt x="206" y="59"/>
                </a:lnTo>
                <a:lnTo>
                  <a:pt x="207" y="56"/>
                </a:lnTo>
                <a:lnTo>
                  <a:pt x="207" y="53"/>
                </a:lnTo>
                <a:lnTo>
                  <a:pt x="203" y="49"/>
                </a:lnTo>
                <a:lnTo>
                  <a:pt x="200" y="44"/>
                </a:lnTo>
                <a:lnTo>
                  <a:pt x="192" y="45"/>
                </a:lnTo>
                <a:lnTo>
                  <a:pt x="183" y="46"/>
                </a:lnTo>
                <a:lnTo>
                  <a:pt x="175" y="46"/>
                </a:lnTo>
                <a:lnTo>
                  <a:pt x="167" y="47"/>
                </a:lnTo>
                <a:lnTo>
                  <a:pt x="167" y="50"/>
                </a:lnTo>
                <a:lnTo>
                  <a:pt x="165" y="52"/>
                </a:lnTo>
                <a:lnTo>
                  <a:pt x="163" y="54"/>
                </a:lnTo>
                <a:lnTo>
                  <a:pt x="163" y="56"/>
                </a:lnTo>
                <a:lnTo>
                  <a:pt x="161" y="56"/>
                </a:lnTo>
                <a:lnTo>
                  <a:pt x="159" y="57"/>
                </a:lnTo>
                <a:lnTo>
                  <a:pt x="159" y="58"/>
                </a:lnTo>
                <a:lnTo>
                  <a:pt x="157" y="58"/>
                </a:lnTo>
                <a:lnTo>
                  <a:pt x="154" y="59"/>
                </a:lnTo>
                <a:lnTo>
                  <a:pt x="150" y="60"/>
                </a:lnTo>
                <a:lnTo>
                  <a:pt x="148" y="60"/>
                </a:lnTo>
                <a:lnTo>
                  <a:pt x="146" y="60"/>
                </a:lnTo>
                <a:lnTo>
                  <a:pt x="144" y="62"/>
                </a:lnTo>
                <a:lnTo>
                  <a:pt x="142" y="63"/>
                </a:lnTo>
                <a:lnTo>
                  <a:pt x="139" y="65"/>
                </a:lnTo>
                <a:lnTo>
                  <a:pt x="136" y="67"/>
                </a:lnTo>
                <a:lnTo>
                  <a:pt x="134" y="69"/>
                </a:lnTo>
                <a:lnTo>
                  <a:pt x="131" y="72"/>
                </a:lnTo>
                <a:lnTo>
                  <a:pt x="126" y="77"/>
                </a:lnTo>
                <a:lnTo>
                  <a:pt x="121" y="82"/>
                </a:lnTo>
                <a:lnTo>
                  <a:pt x="118" y="82"/>
                </a:lnTo>
                <a:lnTo>
                  <a:pt x="116" y="82"/>
                </a:lnTo>
                <a:lnTo>
                  <a:pt x="106" y="88"/>
                </a:lnTo>
                <a:lnTo>
                  <a:pt x="94" y="96"/>
                </a:lnTo>
                <a:lnTo>
                  <a:pt x="89" y="100"/>
                </a:lnTo>
                <a:lnTo>
                  <a:pt x="82" y="104"/>
                </a:lnTo>
                <a:lnTo>
                  <a:pt x="78" y="108"/>
                </a:lnTo>
                <a:lnTo>
                  <a:pt x="73" y="112"/>
                </a:lnTo>
                <a:lnTo>
                  <a:pt x="67" y="118"/>
                </a:lnTo>
                <a:lnTo>
                  <a:pt x="61" y="124"/>
                </a:lnTo>
                <a:lnTo>
                  <a:pt x="57" y="128"/>
                </a:lnTo>
                <a:lnTo>
                  <a:pt x="53" y="131"/>
                </a:lnTo>
                <a:lnTo>
                  <a:pt x="51" y="132"/>
                </a:lnTo>
                <a:lnTo>
                  <a:pt x="50" y="132"/>
                </a:lnTo>
                <a:lnTo>
                  <a:pt x="48" y="132"/>
                </a:lnTo>
                <a:lnTo>
                  <a:pt x="46" y="132"/>
                </a:lnTo>
                <a:lnTo>
                  <a:pt x="46" y="136"/>
                </a:lnTo>
                <a:lnTo>
                  <a:pt x="45" y="138"/>
                </a:lnTo>
                <a:lnTo>
                  <a:pt x="44" y="140"/>
                </a:lnTo>
                <a:lnTo>
                  <a:pt x="42" y="142"/>
                </a:lnTo>
                <a:lnTo>
                  <a:pt x="41" y="145"/>
                </a:lnTo>
                <a:lnTo>
                  <a:pt x="40" y="148"/>
                </a:lnTo>
                <a:lnTo>
                  <a:pt x="39" y="151"/>
                </a:lnTo>
                <a:lnTo>
                  <a:pt x="39" y="154"/>
                </a:lnTo>
                <a:lnTo>
                  <a:pt x="39" y="159"/>
                </a:lnTo>
                <a:lnTo>
                  <a:pt x="38" y="168"/>
                </a:lnTo>
                <a:lnTo>
                  <a:pt x="38" y="180"/>
                </a:lnTo>
                <a:lnTo>
                  <a:pt x="38" y="192"/>
                </a:lnTo>
                <a:lnTo>
                  <a:pt x="36" y="205"/>
                </a:lnTo>
                <a:lnTo>
                  <a:pt x="34" y="216"/>
                </a:lnTo>
                <a:lnTo>
                  <a:pt x="34" y="221"/>
                </a:lnTo>
                <a:lnTo>
                  <a:pt x="33" y="225"/>
                </a:lnTo>
                <a:lnTo>
                  <a:pt x="31" y="229"/>
                </a:lnTo>
                <a:lnTo>
                  <a:pt x="30" y="230"/>
                </a:lnTo>
                <a:lnTo>
                  <a:pt x="27" y="230"/>
                </a:lnTo>
                <a:lnTo>
                  <a:pt x="25" y="230"/>
                </a:lnTo>
                <a:lnTo>
                  <a:pt x="22" y="230"/>
                </a:lnTo>
                <a:lnTo>
                  <a:pt x="18" y="230"/>
                </a:lnTo>
                <a:lnTo>
                  <a:pt x="18" y="229"/>
                </a:lnTo>
                <a:lnTo>
                  <a:pt x="17" y="227"/>
                </a:lnTo>
                <a:lnTo>
                  <a:pt x="16" y="225"/>
                </a:lnTo>
                <a:lnTo>
                  <a:pt x="14" y="224"/>
                </a:lnTo>
                <a:lnTo>
                  <a:pt x="12" y="223"/>
                </a:lnTo>
                <a:lnTo>
                  <a:pt x="9" y="221"/>
                </a:lnTo>
                <a:lnTo>
                  <a:pt x="9" y="214"/>
                </a:lnTo>
                <a:lnTo>
                  <a:pt x="9" y="208"/>
                </a:lnTo>
                <a:lnTo>
                  <a:pt x="9" y="200"/>
                </a:lnTo>
                <a:lnTo>
                  <a:pt x="9" y="194"/>
                </a:lnTo>
                <a:lnTo>
                  <a:pt x="9" y="188"/>
                </a:lnTo>
                <a:lnTo>
                  <a:pt x="9" y="180"/>
                </a:lnTo>
                <a:lnTo>
                  <a:pt x="9" y="174"/>
                </a:lnTo>
                <a:lnTo>
                  <a:pt x="9" y="168"/>
                </a:lnTo>
                <a:lnTo>
                  <a:pt x="9" y="167"/>
                </a:lnTo>
                <a:lnTo>
                  <a:pt x="8" y="165"/>
                </a:lnTo>
                <a:lnTo>
                  <a:pt x="7" y="164"/>
                </a:lnTo>
                <a:lnTo>
                  <a:pt x="7" y="163"/>
                </a:lnTo>
                <a:lnTo>
                  <a:pt x="7" y="160"/>
                </a:lnTo>
                <a:lnTo>
                  <a:pt x="7" y="156"/>
                </a:lnTo>
                <a:lnTo>
                  <a:pt x="8" y="152"/>
                </a:lnTo>
                <a:lnTo>
                  <a:pt x="8" y="148"/>
                </a:lnTo>
                <a:lnTo>
                  <a:pt x="8" y="145"/>
                </a:lnTo>
                <a:lnTo>
                  <a:pt x="7" y="141"/>
                </a:lnTo>
                <a:lnTo>
                  <a:pt x="4" y="136"/>
                </a:lnTo>
                <a:lnTo>
                  <a:pt x="1" y="127"/>
                </a:lnTo>
                <a:lnTo>
                  <a:pt x="1" y="125"/>
                </a:lnTo>
                <a:lnTo>
                  <a:pt x="0" y="123"/>
                </a:lnTo>
                <a:lnTo>
                  <a:pt x="0" y="121"/>
                </a:lnTo>
                <a:lnTo>
                  <a:pt x="0" y="119"/>
                </a:lnTo>
                <a:lnTo>
                  <a:pt x="1" y="117"/>
                </a:lnTo>
                <a:lnTo>
                  <a:pt x="1" y="116"/>
                </a:lnTo>
                <a:lnTo>
                  <a:pt x="2" y="114"/>
                </a:lnTo>
                <a:lnTo>
                  <a:pt x="4" y="113"/>
                </a:lnTo>
                <a:lnTo>
                  <a:pt x="6" y="112"/>
                </a:lnTo>
                <a:lnTo>
                  <a:pt x="8" y="112"/>
                </a:lnTo>
                <a:lnTo>
                  <a:pt x="10" y="112"/>
                </a:lnTo>
                <a:lnTo>
                  <a:pt x="11" y="112"/>
                </a:lnTo>
                <a:lnTo>
                  <a:pt x="14" y="114"/>
                </a:lnTo>
                <a:lnTo>
                  <a:pt x="18" y="116"/>
                </a:lnTo>
                <a:lnTo>
                  <a:pt x="23" y="120"/>
                </a:lnTo>
                <a:lnTo>
                  <a:pt x="28" y="123"/>
                </a:lnTo>
                <a:lnTo>
                  <a:pt x="31" y="123"/>
                </a:lnTo>
                <a:lnTo>
                  <a:pt x="35" y="123"/>
                </a:lnTo>
                <a:lnTo>
                  <a:pt x="38" y="123"/>
                </a:lnTo>
                <a:lnTo>
                  <a:pt x="42" y="123"/>
                </a:lnTo>
                <a:lnTo>
                  <a:pt x="43" y="121"/>
                </a:lnTo>
                <a:lnTo>
                  <a:pt x="45" y="120"/>
                </a:lnTo>
                <a:lnTo>
                  <a:pt x="46" y="119"/>
                </a:lnTo>
                <a:lnTo>
                  <a:pt x="48" y="117"/>
                </a:lnTo>
                <a:lnTo>
                  <a:pt x="51" y="116"/>
                </a:lnTo>
                <a:lnTo>
                  <a:pt x="56" y="113"/>
                </a:lnTo>
                <a:lnTo>
                  <a:pt x="58" y="112"/>
                </a:lnTo>
                <a:lnTo>
                  <a:pt x="59" y="110"/>
                </a:lnTo>
                <a:lnTo>
                  <a:pt x="61" y="108"/>
                </a:lnTo>
                <a:lnTo>
                  <a:pt x="62" y="106"/>
                </a:lnTo>
                <a:lnTo>
                  <a:pt x="66" y="102"/>
                </a:lnTo>
                <a:lnTo>
                  <a:pt x="70" y="99"/>
                </a:lnTo>
                <a:lnTo>
                  <a:pt x="74" y="97"/>
                </a:lnTo>
                <a:lnTo>
                  <a:pt x="79" y="96"/>
                </a:lnTo>
                <a:lnTo>
                  <a:pt x="84" y="92"/>
                </a:lnTo>
                <a:lnTo>
                  <a:pt x="89" y="87"/>
                </a:lnTo>
                <a:lnTo>
                  <a:pt x="94" y="83"/>
                </a:lnTo>
                <a:lnTo>
                  <a:pt x="99" y="79"/>
                </a:lnTo>
                <a:lnTo>
                  <a:pt x="102" y="78"/>
                </a:lnTo>
                <a:lnTo>
                  <a:pt x="103" y="76"/>
                </a:lnTo>
                <a:lnTo>
                  <a:pt x="106" y="76"/>
                </a:lnTo>
                <a:lnTo>
                  <a:pt x="108" y="76"/>
                </a:lnTo>
                <a:lnTo>
                  <a:pt x="110" y="75"/>
                </a:lnTo>
                <a:lnTo>
                  <a:pt x="112" y="75"/>
                </a:lnTo>
                <a:lnTo>
                  <a:pt x="114" y="73"/>
                </a:lnTo>
                <a:lnTo>
                  <a:pt x="116" y="72"/>
                </a:lnTo>
                <a:lnTo>
                  <a:pt x="121" y="68"/>
                </a:lnTo>
                <a:lnTo>
                  <a:pt x="126" y="63"/>
                </a:lnTo>
                <a:lnTo>
                  <a:pt x="129" y="60"/>
                </a:lnTo>
                <a:lnTo>
                  <a:pt x="131" y="58"/>
                </a:lnTo>
                <a:lnTo>
                  <a:pt x="134" y="58"/>
                </a:lnTo>
                <a:lnTo>
                  <a:pt x="135" y="57"/>
                </a:lnTo>
                <a:lnTo>
                  <a:pt x="137" y="56"/>
                </a:lnTo>
                <a:lnTo>
                  <a:pt x="139" y="5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0" name="îşļïḑe">
            <a:extLst>
              <a:ext uri="{FF2B5EF4-FFF2-40B4-BE49-F238E27FC236}">
                <a16:creationId xmlns:a16="http://schemas.microsoft.com/office/drawing/2014/main" id="{E941F97D-A851-4027-9744-4BF085D7332B}"/>
              </a:ext>
            </a:extLst>
          </p:cNvPr>
          <p:cNvSpPr>
            <a:spLocks noGrp="1"/>
          </p:cNvSpPr>
          <p:nvPr/>
        </p:nvSpPr>
        <p:spPr>
          <a:xfrm>
            <a:off x="1920240" y="629640"/>
            <a:ext cx="60480" cy="165600"/>
          </a:xfrm>
          <a:custGeom>
            <a:avLst/>
            <a:gdLst>
              <a:gd name="textAreaLeft" fmla="*/ 0 w 60480"/>
              <a:gd name="textAreaRight" fmla="*/ 60840 w 60480"/>
              <a:gd name="textAreaTop" fmla="*/ 0 h 165600"/>
              <a:gd name="textAreaBottom" fmla="*/ 165960 h 165600"/>
              <a:gd name="GluePoint1X" fmla="*/ 127 w 139"/>
              <a:gd name="GluePoint1Y" fmla="*/ 2 h 380"/>
              <a:gd name="GluePoint2X" fmla="*/ 135 w 139"/>
              <a:gd name="GluePoint2Y" fmla="*/ 15 h 380"/>
              <a:gd name="GluePoint3X" fmla="*/ 135 w 139"/>
              <a:gd name="GluePoint3Y" fmla="*/ 22 h 380"/>
              <a:gd name="GluePoint4X" fmla="*/ 123 w 139"/>
              <a:gd name="GluePoint4Y" fmla="*/ 50 h 380"/>
              <a:gd name="GluePoint5X" fmla="*/ 113 w 139"/>
              <a:gd name="GluePoint5Y" fmla="*/ 73 h 380"/>
              <a:gd name="GluePoint6X" fmla="*/ 107 w 139"/>
              <a:gd name="GluePoint6Y" fmla="*/ 106 h 380"/>
              <a:gd name="GluePoint7X" fmla="*/ 101 w 139"/>
              <a:gd name="GluePoint7Y" fmla="*/ 145 h 380"/>
              <a:gd name="GluePoint8X" fmla="*/ 103 w 139"/>
              <a:gd name="GluePoint8Y" fmla="*/ 178 h 380"/>
              <a:gd name="GluePoint9X" fmla="*/ 110 w 139"/>
              <a:gd name="GluePoint9Y" fmla="*/ 184 h 380"/>
              <a:gd name="GluePoint10X" fmla="*/ 117 w 139"/>
              <a:gd name="GluePoint10Y" fmla="*/ 196 h 380"/>
              <a:gd name="GluePoint11X" fmla="*/ 127 w 139"/>
              <a:gd name="GluePoint11Y" fmla="*/ 198 h 380"/>
              <a:gd name="GluePoint12X" fmla="*/ 133 w 139"/>
              <a:gd name="GluePoint12Y" fmla="*/ 194 h 380"/>
              <a:gd name="GluePoint13X" fmla="*/ 139 w 139"/>
              <a:gd name="GluePoint13Y" fmla="*/ 199 h 380"/>
              <a:gd name="GluePoint14X" fmla="*/ 135 w 139"/>
              <a:gd name="GluePoint14Y" fmla="*/ 216 h 380"/>
              <a:gd name="GluePoint15X" fmla="*/ 127 w 139"/>
              <a:gd name="GluePoint15Y" fmla="*/ 240 h 380"/>
              <a:gd name="GluePoint16X" fmla="*/ 119 w 139"/>
              <a:gd name="GluePoint16Y" fmla="*/ 255 h 380"/>
              <a:gd name="GluePoint17X" fmla="*/ 119 w 139"/>
              <a:gd name="GluePoint17Y" fmla="*/ 260 h 380"/>
              <a:gd name="GluePoint18X" fmla="*/ 108 w 139"/>
              <a:gd name="GluePoint18Y" fmla="*/ 268 h 380"/>
              <a:gd name="GluePoint19X" fmla="*/ 104 w 139"/>
              <a:gd name="GluePoint19Y" fmla="*/ 279 h 380"/>
              <a:gd name="GluePoint20X" fmla="*/ 98 w 139"/>
              <a:gd name="GluePoint20Y" fmla="*/ 290 h 380"/>
              <a:gd name="GluePoint21X" fmla="*/ 93 w 139"/>
              <a:gd name="GluePoint21Y" fmla="*/ 300 h 380"/>
              <a:gd name="GluePoint22X" fmla="*/ 92 w 139"/>
              <a:gd name="GluePoint22Y" fmla="*/ 311 h 380"/>
              <a:gd name="GluePoint23X" fmla="*/ 81 w 139"/>
              <a:gd name="GluePoint23Y" fmla="*/ 332 h 380"/>
              <a:gd name="GluePoint24X" fmla="*/ 79 w 139"/>
              <a:gd name="GluePoint24Y" fmla="*/ 341 h 380"/>
              <a:gd name="GluePoint25X" fmla="*/ 77 w 139"/>
              <a:gd name="GluePoint25Y" fmla="*/ 352 h 380"/>
              <a:gd name="GluePoint26X" fmla="*/ 72 w 139"/>
              <a:gd name="GluePoint26Y" fmla="*/ 360 h 380"/>
              <a:gd name="GluePoint27X" fmla="*/ 63 w 139"/>
              <a:gd name="GluePoint27Y" fmla="*/ 370 h 380"/>
              <a:gd name="GluePoint28X" fmla="*/ 52 w 139"/>
              <a:gd name="GluePoint28Y" fmla="*/ 376 h 380"/>
              <a:gd name="GluePoint29X" fmla="*/ 39 w 139"/>
              <a:gd name="GluePoint29Y" fmla="*/ 380 h 380"/>
              <a:gd name="GluePoint30X" fmla="*/ 15 w 139"/>
              <a:gd name="GluePoint30Y" fmla="*/ 376 h 380"/>
              <a:gd name="GluePoint31X" fmla="*/ 7 w 139"/>
              <a:gd name="GluePoint31Y" fmla="*/ 365 h 380"/>
              <a:gd name="GluePoint32X" fmla="*/ 7 w 139"/>
              <a:gd name="GluePoint32Y" fmla="*/ 356 h 380"/>
              <a:gd name="GluePoint33X" fmla="*/ 14 w 139"/>
              <a:gd name="GluePoint33Y" fmla="*/ 344 h 380"/>
              <a:gd name="GluePoint34X" fmla="*/ 19 w 139"/>
              <a:gd name="GluePoint34Y" fmla="*/ 330 h 380"/>
              <a:gd name="GluePoint35X" fmla="*/ 25 w 139"/>
              <a:gd name="GluePoint35Y" fmla="*/ 319 h 380"/>
              <a:gd name="GluePoint36X" fmla="*/ 47 w 139"/>
              <a:gd name="GluePoint36Y" fmla="*/ 280 h 380"/>
              <a:gd name="GluePoint37X" fmla="*/ 56 w 139"/>
              <a:gd name="GluePoint37Y" fmla="*/ 256 h 380"/>
              <a:gd name="GluePoint38X" fmla="*/ 43 w 139"/>
              <a:gd name="GluePoint38Y" fmla="*/ 248 h 380"/>
              <a:gd name="GluePoint39X" fmla="*/ 31 w 139"/>
              <a:gd name="GluePoint39Y" fmla="*/ 247 h 380"/>
              <a:gd name="GluePoint40X" fmla="*/ 19 w 139"/>
              <a:gd name="GluePoint40Y" fmla="*/ 251 h 380"/>
              <a:gd name="GluePoint41X" fmla="*/ 6 w 139"/>
              <a:gd name="GluePoint41Y" fmla="*/ 247 h 380"/>
              <a:gd name="GluePoint42X" fmla="*/ 0 w 139"/>
              <a:gd name="GluePoint42Y" fmla="*/ 239 h 380"/>
              <a:gd name="GluePoint43X" fmla="*/ 11 w 139"/>
              <a:gd name="GluePoint43Y" fmla="*/ 225 h 380"/>
              <a:gd name="GluePoint44X" fmla="*/ 38 w 139"/>
              <a:gd name="GluePoint44Y" fmla="*/ 208 h 380"/>
              <a:gd name="GluePoint45X" fmla="*/ 55 w 139"/>
              <a:gd name="GluePoint45Y" fmla="*/ 196 h 380"/>
              <a:gd name="GluePoint46X" fmla="*/ 67 w 139"/>
              <a:gd name="GluePoint46Y" fmla="*/ 183 h 380"/>
              <a:gd name="GluePoint47X" fmla="*/ 67 w 139"/>
              <a:gd name="GluePoint47Y" fmla="*/ 167 h 380"/>
              <a:gd name="GluePoint48X" fmla="*/ 66 w 139"/>
              <a:gd name="GluePoint48Y" fmla="*/ 140 h 380"/>
              <a:gd name="GluePoint49X" fmla="*/ 69 w 139"/>
              <a:gd name="GluePoint49Y" fmla="*/ 124 h 380"/>
              <a:gd name="GluePoint50X" fmla="*/ 71 w 139"/>
              <a:gd name="GluePoint50Y" fmla="*/ 97 h 380"/>
              <a:gd name="GluePoint51X" fmla="*/ 71 w 139"/>
              <a:gd name="GluePoint51Y" fmla="*/ 85 h 380"/>
              <a:gd name="GluePoint52X" fmla="*/ 68 w 139"/>
              <a:gd name="GluePoint52Y" fmla="*/ 81 h 380"/>
              <a:gd name="GluePoint53X" fmla="*/ 56 w 139"/>
              <a:gd name="GluePoint53Y" fmla="*/ 79 h 380"/>
              <a:gd name="GluePoint54X" fmla="*/ 39 w 139"/>
              <a:gd name="GluePoint54Y" fmla="*/ 83 h 380"/>
              <a:gd name="GluePoint55X" fmla="*/ 24 w 139"/>
              <a:gd name="GluePoint55Y" fmla="*/ 83 h 380"/>
              <a:gd name="GluePoint56X" fmla="*/ 11 w 139"/>
              <a:gd name="GluePoint56Y" fmla="*/ 79 h 380"/>
              <a:gd name="GluePoint57X" fmla="*/ 1 w 139"/>
              <a:gd name="GluePoint57Y" fmla="*/ 70 h 380"/>
              <a:gd name="GluePoint58X" fmla="*/ 10 w 139"/>
              <a:gd name="GluePoint58Y" fmla="*/ 59 h 380"/>
              <a:gd name="GluePoint59X" fmla="*/ 36 w 139"/>
              <a:gd name="GluePoint59Y" fmla="*/ 46 h 380"/>
              <a:gd name="GluePoint60X" fmla="*/ 55 w 139"/>
              <a:gd name="GluePoint60Y" fmla="*/ 37 h 380"/>
              <a:gd name="GluePoint61X" fmla="*/ 68 w 139"/>
              <a:gd name="GluePoint61Y" fmla="*/ 25 h 380"/>
              <a:gd name="GluePoint62X" fmla="*/ 85 w 139"/>
              <a:gd name="GluePoint62Y" fmla="*/ 16 h 380"/>
              <a:gd name="GluePoint63X" fmla="*/ 111 w 139"/>
              <a:gd name="GluePoint63Y" fmla="*/ 5 h 380"/>
            </a:gdLst>
            <a:ahLst/>
            <a:cxnLst/>
            <a:rect l="textAreaLeft" t="textAreaTop" r="textAreaRight" b="textAreaBottom"/>
            <a:pathLst>
              <a:path w="139" h="380">
                <a:moveTo>
                  <a:pt x="117" y="0"/>
                </a:moveTo>
                <a:lnTo>
                  <a:pt x="121" y="0"/>
                </a:lnTo>
                <a:lnTo>
                  <a:pt x="124" y="1"/>
                </a:lnTo>
                <a:lnTo>
                  <a:pt x="127" y="2"/>
                </a:lnTo>
                <a:lnTo>
                  <a:pt x="131" y="3"/>
                </a:lnTo>
                <a:lnTo>
                  <a:pt x="132" y="7"/>
                </a:lnTo>
                <a:lnTo>
                  <a:pt x="135" y="11"/>
                </a:lnTo>
                <a:lnTo>
                  <a:pt x="135" y="15"/>
                </a:lnTo>
                <a:lnTo>
                  <a:pt x="135" y="17"/>
                </a:lnTo>
                <a:lnTo>
                  <a:pt x="135" y="19"/>
                </a:lnTo>
                <a:lnTo>
                  <a:pt x="135" y="20"/>
                </a:lnTo>
                <a:lnTo>
                  <a:pt x="135" y="22"/>
                </a:lnTo>
                <a:lnTo>
                  <a:pt x="135" y="23"/>
                </a:lnTo>
                <a:lnTo>
                  <a:pt x="131" y="34"/>
                </a:lnTo>
                <a:lnTo>
                  <a:pt x="125" y="44"/>
                </a:lnTo>
                <a:lnTo>
                  <a:pt x="123" y="50"/>
                </a:lnTo>
                <a:lnTo>
                  <a:pt x="120" y="55"/>
                </a:lnTo>
                <a:lnTo>
                  <a:pt x="117" y="60"/>
                </a:lnTo>
                <a:lnTo>
                  <a:pt x="114" y="65"/>
                </a:lnTo>
                <a:lnTo>
                  <a:pt x="113" y="73"/>
                </a:lnTo>
                <a:lnTo>
                  <a:pt x="111" y="81"/>
                </a:lnTo>
                <a:lnTo>
                  <a:pt x="111" y="89"/>
                </a:lnTo>
                <a:lnTo>
                  <a:pt x="110" y="97"/>
                </a:lnTo>
                <a:lnTo>
                  <a:pt x="107" y="106"/>
                </a:lnTo>
                <a:lnTo>
                  <a:pt x="105" y="115"/>
                </a:lnTo>
                <a:lnTo>
                  <a:pt x="103" y="125"/>
                </a:lnTo>
                <a:lnTo>
                  <a:pt x="102" y="135"/>
                </a:lnTo>
                <a:lnTo>
                  <a:pt x="101" y="145"/>
                </a:lnTo>
                <a:lnTo>
                  <a:pt x="100" y="156"/>
                </a:lnTo>
                <a:lnTo>
                  <a:pt x="100" y="166"/>
                </a:lnTo>
                <a:lnTo>
                  <a:pt x="100" y="176"/>
                </a:lnTo>
                <a:lnTo>
                  <a:pt x="103" y="178"/>
                </a:lnTo>
                <a:lnTo>
                  <a:pt x="104" y="179"/>
                </a:lnTo>
                <a:lnTo>
                  <a:pt x="106" y="180"/>
                </a:lnTo>
                <a:lnTo>
                  <a:pt x="107" y="181"/>
                </a:lnTo>
                <a:lnTo>
                  <a:pt x="110" y="184"/>
                </a:lnTo>
                <a:lnTo>
                  <a:pt x="111" y="187"/>
                </a:lnTo>
                <a:lnTo>
                  <a:pt x="113" y="190"/>
                </a:lnTo>
                <a:lnTo>
                  <a:pt x="115" y="193"/>
                </a:lnTo>
                <a:lnTo>
                  <a:pt x="117" y="196"/>
                </a:lnTo>
                <a:lnTo>
                  <a:pt x="119" y="200"/>
                </a:lnTo>
                <a:lnTo>
                  <a:pt x="123" y="200"/>
                </a:lnTo>
                <a:lnTo>
                  <a:pt x="125" y="199"/>
                </a:lnTo>
                <a:lnTo>
                  <a:pt x="127" y="198"/>
                </a:lnTo>
                <a:lnTo>
                  <a:pt x="128" y="197"/>
                </a:lnTo>
                <a:lnTo>
                  <a:pt x="130" y="196"/>
                </a:lnTo>
                <a:lnTo>
                  <a:pt x="131" y="195"/>
                </a:lnTo>
                <a:lnTo>
                  <a:pt x="133" y="194"/>
                </a:lnTo>
                <a:lnTo>
                  <a:pt x="135" y="193"/>
                </a:lnTo>
                <a:lnTo>
                  <a:pt x="138" y="195"/>
                </a:lnTo>
                <a:lnTo>
                  <a:pt x="139" y="196"/>
                </a:lnTo>
                <a:lnTo>
                  <a:pt x="139" y="199"/>
                </a:lnTo>
                <a:lnTo>
                  <a:pt x="139" y="202"/>
                </a:lnTo>
                <a:lnTo>
                  <a:pt x="139" y="205"/>
                </a:lnTo>
                <a:lnTo>
                  <a:pt x="138" y="208"/>
                </a:lnTo>
                <a:lnTo>
                  <a:pt x="135" y="216"/>
                </a:lnTo>
                <a:lnTo>
                  <a:pt x="134" y="222"/>
                </a:lnTo>
                <a:lnTo>
                  <a:pt x="131" y="228"/>
                </a:lnTo>
                <a:lnTo>
                  <a:pt x="128" y="235"/>
                </a:lnTo>
                <a:lnTo>
                  <a:pt x="127" y="240"/>
                </a:lnTo>
                <a:lnTo>
                  <a:pt x="124" y="244"/>
                </a:lnTo>
                <a:lnTo>
                  <a:pt x="123" y="247"/>
                </a:lnTo>
                <a:lnTo>
                  <a:pt x="120" y="252"/>
                </a:lnTo>
                <a:lnTo>
                  <a:pt x="119" y="255"/>
                </a:lnTo>
                <a:lnTo>
                  <a:pt x="119" y="257"/>
                </a:lnTo>
                <a:lnTo>
                  <a:pt x="119" y="258"/>
                </a:lnTo>
                <a:lnTo>
                  <a:pt x="119" y="259"/>
                </a:lnTo>
                <a:lnTo>
                  <a:pt x="119" y="260"/>
                </a:lnTo>
                <a:lnTo>
                  <a:pt x="119" y="260"/>
                </a:lnTo>
                <a:lnTo>
                  <a:pt x="115" y="263"/>
                </a:lnTo>
                <a:lnTo>
                  <a:pt x="111" y="265"/>
                </a:lnTo>
                <a:lnTo>
                  <a:pt x="108" y="268"/>
                </a:lnTo>
                <a:lnTo>
                  <a:pt x="105" y="271"/>
                </a:lnTo>
                <a:lnTo>
                  <a:pt x="105" y="274"/>
                </a:lnTo>
                <a:lnTo>
                  <a:pt x="104" y="276"/>
                </a:lnTo>
                <a:lnTo>
                  <a:pt x="104" y="279"/>
                </a:lnTo>
                <a:lnTo>
                  <a:pt x="104" y="281"/>
                </a:lnTo>
                <a:lnTo>
                  <a:pt x="103" y="284"/>
                </a:lnTo>
                <a:lnTo>
                  <a:pt x="100" y="287"/>
                </a:lnTo>
                <a:lnTo>
                  <a:pt x="98" y="290"/>
                </a:lnTo>
                <a:lnTo>
                  <a:pt x="95" y="292"/>
                </a:lnTo>
                <a:lnTo>
                  <a:pt x="95" y="295"/>
                </a:lnTo>
                <a:lnTo>
                  <a:pt x="94" y="297"/>
                </a:lnTo>
                <a:lnTo>
                  <a:pt x="93" y="300"/>
                </a:lnTo>
                <a:lnTo>
                  <a:pt x="93" y="303"/>
                </a:lnTo>
                <a:lnTo>
                  <a:pt x="93" y="305"/>
                </a:lnTo>
                <a:lnTo>
                  <a:pt x="93" y="308"/>
                </a:lnTo>
                <a:lnTo>
                  <a:pt x="92" y="311"/>
                </a:lnTo>
                <a:lnTo>
                  <a:pt x="91" y="313"/>
                </a:lnTo>
                <a:lnTo>
                  <a:pt x="87" y="322"/>
                </a:lnTo>
                <a:lnTo>
                  <a:pt x="82" y="329"/>
                </a:lnTo>
                <a:lnTo>
                  <a:pt x="81" y="332"/>
                </a:lnTo>
                <a:lnTo>
                  <a:pt x="80" y="334"/>
                </a:lnTo>
                <a:lnTo>
                  <a:pt x="80" y="336"/>
                </a:lnTo>
                <a:lnTo>
                  <a:pt x="79" y="338"/>
                </a:lnTo>
                <a:lnTo>
                  <a:pt x="79" y="341"/>
                </a:lnTo>
                <a:lnTo>
                  <a:pt x="79" y="344"/>
                </a:lnTo>
                <a:lnTo>
                  <a:pt x="79" y="348"/>
                </a:lnTo>
                <a:lnTo>
                  <a:pt x="79" y="352"/>
                </a:lnTo>
                <a:lnTo>
                  <a:pt x="77" y="352"/>
                </a:lnTo>
                <a:lnTo>
                  <a:pt x="75" y="354"/>
                </a:lnTo>
                <a:lnTo>
                  <a:pt x="75" y="355"/>
                </a:lnTo>
                <a:lnTo>
                  <a:pt x="74" y="356"/>
                </a:lnTo>
                <a:lnTo>
                  <a:pt x="72" y="360"/>
                </a:lnTo>
                <a:lnTo>
                  <a:pt x="70" y="363"/>
                </a:lnTo>
                <a:lnTo>
                  <a:pt x="68" y="365"/>
                </a:lnTo>
                <a:lnTo>
                  <a:pt x="66" y="368"/>
                </a:lnTo>
                <a:lnTo>
                  <a:pt x="63" y="370"/>
                </a:lnTo>
                <a:lnTo>
                  <a:pt x="61" y="372"/>
                </a:lnTo>
                <a:lnTo>
                  <a:pt x="58" y="373"/>
                </a:lnTo>
                <a:lnTo>
                  <a:pt x="55" y="375"/>
                </a:lnTo>
                <a:lnTo>
                  <a:pt x="52" y="376"/>
                </a:lnTo>
                <a:lnTo>
                  <a:pt x="49" y="377"/>
                </a:lnTo>
                <a:lnTo>
                  <a:pt x="46" y="378"/>
                </a:lnTo>
                <a:lnTo>
                  <a:pt x="43" y="379"/>
                </a:lnTo>
                <a:lnTo>
                  <a:pt x="39" y="380"/>
                </a:lnTo>
                <a:lnTo>
                  <a:pt x="35" y="380"/>
                </a:lnTo>
                <a:lnTo>
                  <a:pt x="27" y="380"/>
                </a:lnTo>
                <a:lnTo>
                  <a:pt x="17" y="380"/>
                </a:lnTo>
                <a:lnTo>
                  <a:pt x="15" y="376"/>
                </a:lnTo>
                <a:lnTo>
                  <a:pt x="11" y="372"/>
                </a:lnTo>
                <a:lnTo>
                  <a:pt x="10" y="370"/>
                </a:lnTo>
                <a:lnTo>
                  <a:pt x="8" y="368"/>
                </a:lnTo>
                <a:lnTo>
                  <a:pt x="7" y="365"/>
                </a:lnTo>
                <a:lnTo>
                  <a:pt x="7" y="362"/>
                </a:lnTo>
                <a:lnTo>
                  <a:pt x="7" y="360"/>
                </a:lnTo>
                <a:lnTo>
                  <a:pt x="7" y="359"/>
                </a:lnTo>
                <a:lnTo>
                  <a:pt x="7" y="356"/>
                </a:lnTo>
                <a:lnTo>
                  <a:pt x="7" y="355"/>
                </a:lnTo>
                <a:lnTo>
                  <a:pt x="8" y="352"/>
                </a:lnTo>
                <a:lnTo>
                  <a:pt x="10" y="348"/>
                </a:lnTo>
                <a:lnTo>
                  <a:pt x="14" y="344"/>
                </a:lnTo>
                <a:lnTo>
                  <a:pt x="17" y="339"/>
                </a:lnTo>
                <a:lnTo>
                  <a:pt x="19" y="336"/>
                </a:lnTo>
                <a:lnTo>
                  <a:pt x="19" y="332"/>
                </a:lnTo>
                <a:lnTo>
                  <a:pt x="19" y="330"/>
                </a:lnTo>
                <a:lnTo>
                  <a:pt x="19" y="328"/>
                </a:lnTo>
                <a:lnTo>
                  <a:pt x="20" y="327"/>
                </a:lnTo>
                <a:lnTo>
                  <a:pt x="21" y="325"/>
                </a:lnTo>
                <a:lnTo>
                  <a:pt x="25" y="319"/>
                </a:lnTo>
                <a:lnTo>
                  <a:pt x="31" y="310"/>
                </a:lnTo>
                <a:lnTo>
                  <a:pt x="36" y="300"/>
                </a:lnTo>
                <a:lnTo>
                  <a:pt x="42" y="290"/>
                </a:lnTo>
                <a:lnTo>
                  <a:pt x="47" y="280"/>
                </a:lnTo>
                <a:lnTo>
                  <a:pt x="52" y="269"/>
                </a:lnTo>
                <a:lnTo>
                  <a:pt x="54" y="265"/>
                </a:lnTo>
                <a:lnTo>
                  <a:pt x="55" y="260"/>
                </a:lnTo>
                <a:lnTo>
                  <a:pt x="56" y="256"/>
                </a:lnTo>
                <a:lnTo>
                  <a:pt x="56" y="253"/>
                </a:lnTo>
                <a:lnTo>
                  <a:pt x="51" y="251"/>
                </a:lnTo>
                <a:lnTo>
                  <a:pt x="45" y="248"/>
                </a:lnTo>
                <a:lnTo>
                  <a:pt x="43" y="248"/>
                </a:lnTo>
                <a:lnTo>
                  <a:pt x="39" y="247"/>
                </a:lnTo>
                <a:lnTo>
                  <a:pt x="36" y="246"/>
                </a:lnTo>
                <a:lnTo>
                  <a:pt x="34" y="246"/>
                </a:lnTo>
                <a:lnTo>
                  <a:pt x="31" y="247"/>
                </a:lnTo>
                <a:lnTo>
                  <a:pt x="28" y="248"/>
                </a:lnTo>
                <a:lnTo>
                  <a:pt x="26" y="249"/>
                </a:lnTo>
                <a:lnTo>
                  <a:pt x="23" y="250"/>
                </a:lnTo>
                <a:lnTo>
                  <a:pt x="19" y="251"/>
                </a:lnTo>
                <a:lnTo>
                  <a:pt x="15" y="251"/>
                </a:lnTo>
                <a:lnTo>
                  <a:pt x="11" y="251"/>
                </a:lnTo>
                <a:lnTo>
                  <a:pt x="7" y="251"/>
                </a:lnTo>
                <a:lnTo>
                  <a:pt x="6" y="247"/>
                </a:lnTo>
                <a:lnTo>
                  <a:pt x="3" y="244"/>
                </a:lnTo>
                <a:lnTo>
                  <a:pt x="3" y="243"/>
                </a:lnTo>
                <a:lnTo>
                  <a:pt x="1" y="241"/>
                </a:lnTo>
                <a:lnTo>
                  <a:pt x="0" y="239"/>
                </a:lnTo>
                <a:lnTo>
                  <a:pt x="0" y="236"/>
                </a:lnTo>
                <a:lnTo>
                  <a:pt x="3" y="232"/>
                </a:lnTo>
                <a:lnTo>
                  <a:pt x="7" y="228"/>
                </a:lnTo>
                <a:lnTo>
                  <a:pt x="11" y="225"/>
                </a:lnTo>
                <a:lnTo>
                  <a:pt x="15" y="222"/>
                </a:lnTo>
                <a:lnTo>
                  <a:pt x="23" y="216"/>
                </a:lnTo>
                <a:lnTo>
                  <a:pt x="33" y="211"/>
                </a:lnTo>
                <a:lnTo>
                  <a:pt x="38" y="208"/>
                </a:lnTo>
                <a:lnTo>
                  <a:pt x="43" y="206"/>
                </a:lnTo>
                <a:lnTo>
                  <a:pt x="47" y="203"/>
                </a:lnTo>
                <a:lnTo>
                  <a:pt x="51" y="200"/>
                </a:lnTo>
                <a:lnTo>
                  <a:pt x="55" y="196"/>
                </a:lnTo>
                <a:lnTo>
                  <a:pt x="59" y="193"/>
                </a:lnTo>
                <a:lnTo>
                  <a:pt x="62" y="189"/>
                </a:lnTo>
                <a:lnTo>
                  <a:pt x="65" y="185"/>
                </a:lnTo>
                <a:lnTo>
                  <a:pt x="67" y="183"/>
                </a:lnTo>
                <a:lnTo>
                  <a:pt x="67" y="180"/>
                </a:lnTo>
                <a:lnTo>
                  <a:pt x="67" y="176"/>
                </a:lnTo>
                <a:lnTo>
                  <a:pt x="68" y="174"/>
                </a:lnTo>
                <a:lnTo>
                  <a:pt x="67" y="167"/>
                </a:lnTo>
                <a:lnTo>
                  <a:pt x="67" y="159"/>
                </a:lnTo>
                <a:lnTo>
                  <a:pt x="67" y="152"/>
                </a:lnTo>
                <a:lnTo>
                  <a:pt x="66" y="143"/>
                </a:lnTo>
                <a:lnTo>
                  <a:pt x="66" y="140"/>
                </a:lnTo>
                <a:lnTo>
                  <a:pt x="67" y="136"/>
                </a:lnTo>
                <a:lnTo>
                  <a:pt x="67" y="131"/>
                </a:lnTo>
                <a:lnTo>
                  <a:pt x="68" y="128"/>
                </a:lnTo>
                <a:lnTo>
                  <a:pt x="69" y="124"/>
                </a:lnTo>
                <a:lnTo>
                  <a:pt x="69" y="119"/>
                </a:lnTo>
                <a:lnTo>
                  <a:pt x="70" y="111"/>
                </a:lnTo>
                <a:lnTo>
                  <a:pt x="71" y="104"/>
                </a:lnTo>
                <a:lnTo>
                  <a:pt x="71" y="97"/>
                </a:lnTo>
                <a:lnTo>
                  <a:pt x="71" y="91"/>
                </a:lnTo>
                <a:lnTo>
                  <a:pt x="71" y="88"/>
                </a:lnTo>
                <a:lnTo>
                  <a:pt x="71" y="87"/>
                </a:lnTo>
                <a:lnTo>
                  <a:pt x="71" y="85"/>
                </a:lnTo>
                <a:lnTo>
                  <a:pt x="70" y="84"/>
                </a:lnTo>
                <a:lnTo>
                  <a:pt x="70" y="83"/>
                </a:lnTo>
                <a:lnTo>
                  <a:pt x="69" y="82"/>
                </a:lnTo>
                <a:lnTo>
                  <a:pt x="68" y="81"/>
                </a:lnTo>
                <a:lnTo>
                  <a:pt x="67" y="80"/>
                </a:lnTo>
                <a:lnTo>
                  <a:pt x="65" y="79"/>
                </a:lnTo>
                <a:lnTo>
                  <a:pt x="63" y="79"/>
                </a:lnTo>
                <a:lnTo>
                  <a:pt x="56" y="79"/>
                </a:lnTo>
                <a:lnTo>
                  <a:pt x="50" y="79"/>
                </a:lnTo>
                <a:lnTo>
                  <a:pt x="47" y="80"/>
                </a:lnTo>
                <a:lnTo>
                  <a:pt x="43" y="82"/>
                </a:lnTo>
                <a:lnTo>
                  <a:pt x="39" y="83"/>
                </a:lnTo>
                <a:lnTo>
                  <a:pt x="36" y="83"/>
                </a:lnTo>
                <a:lnTo>
                  <a:pt x="32" y="83"/>
                </a:lnTo>
                <a:lnTo>
                  <a:pt x="28" y="83"/>
                </a:lnTo>
                <a:lnTo>
                  <a:pt x="24" y="83"/>
                </a:lnTo>
                <a:lnTo>
                  <a:pt x="21" y="83"/>
                </a:lnTo>
                <a:lnTo>
                  <a:pt x="17" y="82"/>
                </a:lnTo>
                <a:lnTo>
                  <a:pt x="14" y="80"/>
                </a:lnTo>
                <a:lnTo>
                  <a:pt x="11" y="79"/>
                </a:lnTo>
                <a:lnTo>
                  <a:pt x="8" y="77"/>
                </a:lnTo>
                <a:lnTo>
                  <a:pt x="5" y="75"/>
                </a:lnTo>
                <a:lnTo>
                  <a:pt x="3" y="72"/>
                </a:lnTo>
                <a:lnTo>
                  <a:pt x="1" y="70"/>
                </a:lnTo>
                <a:lnTo>
                  <a:pt x="0" y="67"/>
                </a:lnTo>
                <a:lnTo>
                  <a:pt x="3" y="63"/>
                </a:lnTo>
                <a:lnTo>
                  <a:pt x="7" y="61"/>
                </a:lnTo>
                <a:lnTo>
                  <a:pt x="10" y="59"/>
                </a:lnTo>
                <a:lnTo>
                  <a:pt x="14" y="57"/>
                </a:lnTo>
                <a:lnTo>
                  <a:pt x="21" y="53"/>
                </a:lnTo>
                <a:lnTo>
                  <a:pt x="28" y="49"/>
                </a:lnTo>
                <a:lnTo>
                  <a:pt x="36" y="46"/>
                </a:lnTo>
                <a:lnTo>
                  <a:pt x="44" y="43"/>
                </a:lnTo>
                <a:lnTo>
                  <a:pt x="47" y="41"/>
                </a:lnTo>
                <a:lnTo>
                  <a:pt x="51" y="39"/>
                </a:lnTo>
                <a:lnTo>
                  <a:pt x="55" y="37"/>
                </a:lnTo>
                <a:lnTo>
                  <a:pt x="59" y="35"/>
                </a:lnTo>
                <a:lnTo>
                  <a:pt x="62" y="31"/>
                </a:lnTo>
                <a:lnTo>
                  <a:pt x="66" y="27"/>
                </a:lnTo>
                <a:lnTo>
                  <a:pt x="68" y="25"/>
                </a:lnTo>
                <a:lnTo>
                  <a:pt x="71" y="23"/>
                </a:lnTo>
                <a:lnTo>
                  <a:pt x="72" y="22"/>
                </a:lnTo>
                <a:lnTo>
                  <a:pt x="75" y="20"/>
                </a:lnTo>
                <a:lnTo>
                  <a:pt x="85" y="16"/>
                </a:lnTo>
                <a:lnTo>
                  <a:pt x="97" y="11"/>
                </a:lnTo>
                <a:lnTo>
                  <a:pt x="103" y="9"/>
                </a:lnTo>
                <a:lnTo>
                  <a:pt x="108" y="6"/>
                </a:lnTo>
                <a:lnTo>
                  <a:pt x="111" y="5"/>
                </a:lnTo>
                <a:lnTo>
                  <a:pt x="113" y="3"/>
                </a:lnTo>
                <a:lnTo>
                  <a:pt x="115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1" name="isľiďe">
            <a:extLst>
              <a:ext uri="{FF2B5EF4-FFF2-40B4-BE49-F238E27FC236}">
                <a16:creationId xmlns:a16="http://schemas.microsoft.com/office/drawing/2014/main" id="{4E65AAF6-B75B-485E-AD25-5F1AE85DCD9C}"/>
              </a:ext>
            </a:extLst>
          </p:cNvPr>
          <p:cNvSpPr>
            <a:spLocks noGrp="1"/>
          </p:cNvSpPr>
          <p:nvPr/>
        </p:nvSpPr>
        <p:spPr>
          <a:xfrm>
            <a:off x="2196720" y="647280"/>
            <a:ext cx="173880" cy="149760"/>
          </a:xfrm>
          <a:custGeom>
            <a:avLst/>
            <a:gdLst>
              <a:gd name="textAreaLeft" fmla="*/ 0 w 173880"/>
              <a:gd name="textAreaRight" fmla="*/ 174240 w 173880"/>
              <a:gd name="textAreaTop" fmla="*/ 0 h 149760"/>
              <a:gd name="textAreaBottom" fmla="*/ 150120 h 149760"/>
              <a:gd name="GluePoint1X" fmla="*/ 172 w 399"/>
              <a:gd name="GluePoint1Y" fmla="*/ 38 h 344"/>
              <a:gd name="GluePoint2X" fmla="*/ 170 w 399"/>
              <a:gd name="GluePoint2Y" fmla="*/ 19 h 344"/>
              <a:gd name="GluePoint3X" fmla="*/ 178 w 399"/>
              <a:gd name="GluePoint3Y" fmla="*/ 12 h 344"/>
              <a:gd name="GluePoint4X" fmla="*/ 192 w 399"/>
              <a:gd name="GluePoint4Y" fmla="*/ 15 h 344"/>
              <a:gd name="GluePoint5X" fmla="*/ 233 w 399"/>
              <a:gd name="GluePoint5Y" fmla="*/ 14 h 344"/>
              <a:gd name="GluePoint6X" fmla="*/ 286 w 399"/>
              <a:gd name="GluePoint6Y" fmla="*/ 4 h 344"/>
              <a:gd name="GluePoint7X" fmla="*/ 330 w 399"/>
              <a:gd name="GluePoint7Y" fmla="*/ 2 h 344"/>
              <a:gd name="GluePoint8X" fmla="*/ 351 w 399"/>
              <a:gd name="GluePoint8Y" fmla="*/ 2 h 344"/>
              <a:gd name="GluePoint9X" fmla="*/ 374 w 399"/>
              <a:gd name="GluePoint9Y" fmla="*/ 3 h 344"/>
              <a:gd name="GluePoint10X" fmla="*/ 394 w 399"/>
              <a:gd name="GluePoint10Y" fmla="*/ 20 h 344"/>
              <a:gd name="GluePoint11X" fmla="*/ 398 w 399"/>
              <a:gd name="GluePoint11Y" fmla="*/ 33 h 344"/>
              <a:gd name="GluePoint12X" fmla="*/ 394 w 399"/>
              <a:gd name="GluePoint12Y" fmla="*/ 49 h 344"/>
              <a:gd name="GluePoint13X" fmla="*/ 384 w 399"/>
              <a:gd name="GluePoint13Y" fmla="*/ 65 h 344"/>
              <a:gd name="GluePoint14X" fmla="*/ 363 w 399"/>
              <a:gd name="GluePoint14Y" fmla="*/ 87 h 344"/>
              <a:gd name="GluePoint15X" fmla="*/ 327 w 399"/>
              <a:gd name="GluePoint15Y" fmla="*/ 126 h 344"/>
              <a:gd name="GluePoint16X" fmla="*/ 304 w 399"/>
              <a:gd name="GluePoint16Y" fmla="*/ 146 h 344"/>
              <a:gd name="GluePoint17X" fmla="*/ 292 w 399"/>
              <a:gd name="GluePoint17Y" fmla="*/ 163 h 344"/>
              <a:gd name="GluePoint18X" fmla="*/ 278 w 399"/>
              <a:gd name="GluePoint18Y" fmla="*/ 178 h 344"/>
              <a:gd name="GluePoint19X" fmla="*/ 268 w 399"/>
              <a:gd name="GluePoint19Y" fmla="*/ 181 h 344"/>
              <a:gd name="GluePoint20X" fmla="*/ 263 w 399"/>
              <a:gd name="GluePoint20Y" fmla="*/ 199 h 344"/>
              <a:gd name="GluePoint21X" fmla="*/ 277 w 399"/>
              <a:gd name="GluePoint21Y" fmla="*/ 213 h 344"/>
              <a:gd name="GluePoint22X" fmla="*/ 310 w 399"/>
              <a:gd name="GluePoint22Y" fmla="*/ 203 h 344"/>
              <a:gd name="GluePoint23X" fmla="*/ 325 w 399"/>
              <a:gd name="GluePoint23Y" fmla="*/ 204 h 344"/>
              <a:gd name="GluePoint24X" fmla="*/ 334 w 399"/>
              <a:gd name="GluePoint24Y" fmla="*/ 211 h 344"/>
              <a:gd name="GluePoint25X" fmla="*/ 337 w 399"/>
              <a:gd name="GluePoint25Y" fmla="*/ 226 h 344"/>
              <a:gd name="GluePoint26X" fmla="*/ 324 w 399"/>
              <a:gd name="GluePoint26Y" fmla="*/ 241 h 344"/>
              <a:gd name="GluePoint27X" fmla="*/ 286 w 399"/>
              <a:gd name="GluePoint27Y" fmla="*/ 254 h 344"/>
              <a:gd name="GluePoint28X" fmla="*/ 252 w 399"/>
              <a:gd name="GluePoint28Y" fmla="*/ 258 h 344"/>
              <a:gd name="GluePoint29X" fmla="*/ 213 w 399"/>
              <a:gd name="GluePoint29Y" fmla="*/ 267 h 344"/>
              <a:gd name="GluePoint30X" fmla="*/ 191 w 399"/>
              <a:gd name="GluePoint30Y" fmla="*/ 282 h 344"/>
              <a:gd name="GluePoint31X" fmla="*/ 177 w 399"/>
              <a:gd name="GluePoint31Y" fmla="*/ 285 h 344"/>
              <a:gd name="GluePoint32X" fmla="*/ 144 w 399"/>
              <a:gd name="GluePoint32Y" fmla="*/ 305 h 344"/>
              <a:gd name="GluePoint33X" fmla="*/ 134 w 399"/>
              <a:gd name="GluePoint33Y" fmla="*/ 307 h 344"/>
              <a:gd name="GluePoint34X" fmla="*/ 118 w 399"/>
              <a:gd name="GluePoint34Y" fmla="*/ 321 h 344"/>
              <a:gd name="GluePoint35X" fmla="*/ 103 w 399"/>
              <a:gd name="GluePoint35Y" fmla="*/ 335 h 344"/>
              <a:gd name="GluePoint36X" fmla="*/ 77 w 399"/>
              <a:gd name="GluePoint36Y" fmla="*/ 343 h 344"/>
              <a:gd name="GluePoint37X" fmla="*/ 48 w 399"/>
              <a:gd name="GluePoint37Y" fmla="*/ 339 h 344"/>
              <a:gd name="GluePoint38X" fmla="*/ 39 w 399"/>
              <a:gd name="GluePoint38Y" fmla="*/ 331 h 344"/>
              <a:gd name="GluePoint39X" fmla="*/ 23 w 399"/>
              <a:gd name="GluePoint39Y" fmla="*/ 331 h 344"/>
              <a:gd name="GluePoint40X" fmla="*/ 0 w 399"/>
              <a:gd name="GluePoint40Y" fmla="*/ 303 h 344"/>
              <a:gd name="GluePoint41X" fmla="*/ 9 w 399"/>
              <a:gd name="GluePoint41Y" fmla="*/ 286 h 344"/>
              <a:gd name="GluePoint42X" fmla="*/ 27 w 399"/>
              <a:gd name="GluePoint42Y" fmla="*/ 279 h 344"/>
              <a:gd name="GluePoint43X" fmla="*/ 40 w 399"/>
              <a:gd name="GluePoint43Y" fmla="*/ 282 h 344"/>
              <a:gd name="GluePoint44X" fmla="*/ 84 w 399"/>
              <a:gd name="GluePoint44Y" fmla="*/ 267 h 344"/>
              <a:gd name="GluePoint45X" fmla="*/ 132 w 399"/>
              <a:gd name="GluePoint45Y" fmla="*/ 247 h 344"/>
              <a:gd name="GluePoint46X" fmla="*/ 164 w 399"/>
              <a:gd name="GluePoint46Y" fmla="*/ 237 h 344"/>
              <a:gd name="GluePoint47X" fmla="*/ 193 w 399"/>
              <a:gd name="GluePoint47Y" fmla="*/ 216 h 344"/>
              <a:gd name="GluePoint48X" fmla="*/ 209 w 399"/>
              <a:gd name="GluePoint48Y" fmla="*/ 185 h 344"/>
              <a:gd name="GluePoint49X" fmla="*/ 241 w 399"/>
              <a:gd name="GluePoint49Y" fmla="*/ 147 h 344"/>
              <a:gd name="GluePoint50X" fmla="*/ 264 w 399"/>
              <a:gd name="GluePoint50Y" fmla="*/ 119 h 344"/>
              <a:gd name="GluePoint51X" fmla="*/ 300 w 399"/>
              <a:gd name="GluePoint51Y" fmla="*/ 82 h 344"/>
              <a:gd name="GluePoint52X" fmla="*/ 316 w 399"/>
              <a:gd name="GluePoint52Y" fmla="*/ 58 h 344"/>
              <a:gd name="GluePoint53X" fmla="*/ 305 w 399"/>
              <a:gd name="GluePoint53Y" fmla="*/ 46 h 344"/>
              <a:gd name="GluePoint54X" fmla="*/ 292 w 399"/>
              <a:gd name="GluePoint54Y" fmla="*/ 46 h 344"/>
              <a:gd name="GluePoint55X" fmla="*/ 268 w 399"/>
              <a:gd name="GluePoint55Y" fmla="*/ 49 h 344"/>
              <a:gd name="GluePoint56X" fmla="*/ 240 w 399"/>
              <a:gd name="GluePoint56Y" fmla="*/ 62 h 344"/>
              <a:gd name="GluePoint57X" fmla="*/ 204 w 399"/>
              <a:gd name="GluePoint57Y" fmla="*/ 78 h 344"/>
              <a:gd name="GluePoint58X" fmla="*/ 191 w 399"/>
              <a:gd name="GluePoint58Y" fmla="*/ 78 h 344"/>
            </a:gdLst>
            <a:ahLst/>
            <a:cxnLst/>
            <a:rect l="textAreaLeft" t="textAreaTop" r="textAreaRight" b="textAreaBottom"/>
            <a:pathLst>
              <a:path w="399" h="344">
                <a:moveTo>
                  <a:pt x="184" y="73"/>
                </a:moveTo>
                <a:lnTo>
                  <a:pt x="182" y="68"/>
                </a:lnTo>
                <a:lnTo>
                  <a:pt x="180" y="61"/>
                </a:lnTo>
                <a:lnTo>
                  <a:pt x="176" y="52"/>
                </a:lnTo>
                <a:lnTo>
                  <a:pt x="174" y="42"/>
                </a:lnTo>
                <a:lnTo>
                  <a:pt x="172" y="38"/>
                </a:lnTo>
                <a:lnTo>
                  <a:pt x="171" y="34"/>
                </a:lnTo>
                <a:lnTo>
                  <a:pt x="170" y="30"/>
                </a:lnTo>
                <a:lnTo>
                  <a:pt x="170" y="26"/>
                </a:lnTo>
                <a:lnTo>
                  <a:pt x="170" y="22"/>
                </a:lnTo>
                <a:lnTo>
                  <a:pt x="170" y="20"/>
                </a:lnTo>
                <a:lnTo>
                  <a:pt x="170" y="19"/>
                </a:lnTo>
                <a:lnTo>
                  <a:pt x="171" y="18"/>
                </a:lnTo>
                <a:lnTo>
                  <a:pt x="172" y="18"/>
                </a:lnTo>
                <a:lnTo>
                  <a:pt x="172" y="17"/>
                </a:lnTo>
                <a:lnTo>
                  <a:pt x="174" y="14"/>
                </a:lnTo>
                <a:lnTo>
                  <a:pt x="176" y="13"/>
                </a:lnTo>
                <a:lnTo>
                  <a:pt x="178" y="12"/>
                </a:lnTo>
                <a:lnTo>
                  <a:pt x="180" y="11"/>
                </a:lnTo>
                <a:lnTo>
                  <a:pt x="180" y="11"/>
                </a:lnTo>
                <a:lnTo>
                  <a:pt x="182" y="11"/>
                </a:lnTo>
                <a:lnTo>
                  <a:pt x="185" y="12"/>
                </a:lnTo>
                <a:lnTo>
                  <a:pt x="188" y="13"/>
                </a:lnTo>
                <a:lnTo>
                  <a:pt x="192" y="15"/>
                </a:lnTo>
                <a:lnTo>
                  <a:pt x="196" y="17"/>
                </a:lnTo>
                <a:lnTo>
                  <a:pt x="200" y="18"/>
                </a:lnTo>
                <a:lnTo>
                  <a:pt x="205" y="17"/>
                </a:lnTo>
                <a:lnTo>
                  <a:pt x="212" y="17"/>
                </a:lnTo>
                <a:lnTo>
                  <a:pt x="220" y="16"/>
                </a:lnTo>
                <a:lnTo>
                  <a:pt x="233" y="14"/>
                </a:lnTo>
                <a:lnTo>
                  <a:pt x="244" y="13"/>
                </a:lnTo>
                <a:lnTo>
                  <a:pt x="252" y="10"/>
                </a:lnTo>
                <a:lnTo>
                  <a:pt x="260" y="9"/>
                </a:lnTo>
                <a:lnTo>
                  <a:pt x="268" y="6"/>
                </a:lnTo>
                <a:lnTo>
                  <a:pt x="279" y="5"/>
                </a:lnTo>
                <a:lnTo>
                  <a:pt x="286" y="4"/>
                </a:lnTo>
                <a:lnTo>
                  <a:pt x="293" y="3"/>
                </a:lnTo>
                <a:lnTo>
                  <a:pt x="300" y="3"/>
                </a:lnTo>
                <a:lnTo>
                  <a:pt x="308" y="2"/>
                </a:lnTo>
                <a:lnTo>
                  <a:pt x="316" y="2"/>
                </a:lnTo>
                <a:lnTo>
                  <a:pt x="324" y="2"/>
                </a:lnTo>
                <a:lnTo>
                  <a:pt x="330" y="2"/>
                </a:lnTo>
                <a:lnTo>
                  <a:pt x="337" y="0"/>
                </a:lnTo>
                <a:lnTo>
                  <a:pt x="340" y="0"/>
                </a:lnTo>
                <a:lnTo>
                  <a:pt x="342" y="0"/>
                </a:lnTo>
                <a:lnTo>
                  <a:pt x="344" y="0"/>
                </a:lnTo>
                <a:lnTo>
                  <a:pt x="346" y="1"/>
                </a:lnTo>
                <a:lnTo>
                  <a:pt x="351" y="2"/>
                </a:lnTo>
                <a:lnTo>
                  <a:pt x="354" y="2"/>
                </a:lnTo>
                <a:lnTo>
                  <a:pt x="358" y="2"/>
                </a:lnTo>
                <a:lnTo>
                  <a:pt x="362" y="2"/>
                </a:lnTo>
                <a:lnTo>
                  <a:pt x="366" y="2"/>
                </a:lnTo>
                <a:lnTo>
                  <a:pt x="369" y="1"/>
                </a:lnTo>
                <a:lnTo>
                  <a:pt x="374" y="3"/>
                </a:lnTo>
                <a:lnTo>
                  <a:pt x="378" y="6"/>
                </a:lnTo>
                <a:lnTo>
                  <a:pt x="384" y="10"/>
                </a:lnTo>
                <a:lnTo>
                  <a:pt x="388" y="14"/>
                </a:lnTo>
                <a:lnTo>
                  <a:pt x="390" y="16"/>
                </a:lnTo>
                <a:lnTo>
                  <a:pt x="392" y="18"/>
                </a:lnTo>
                <a:lnTo>
                  <a:pt x="394" y="20"/>
                </a:lnTo>
                <a:lnTo>
                  <a:pt x="396" y="22"/>
                </a:lnTo>
                <a:lnTo>
                  <a:pt x="396" y="25"/>
                </a:lnTo>
                <a:lnTo>
                  <a:pt x="398" y="27"/>
                </a:lnTo>
                <a:lnTo>
                  <a:pt x="398" y="30"/>
                </a:lnTo>
                <a:lnTo>
                  <a:pt x="399" y="31"/>
                </a:lnTo>
                <a:lnTo>
                  <a:pt x="398" y="33"/>
                </a:lnTo>
                <a:lnTo>
                  <a:pt x="397" y="34"/>
                </a:lnTo>
                <a:lnTo>
                  <a:pt x="396" y="35"/>
                </a:lnTo>
                <a:lnTo>
                  <a:pt x="396" y="37"/>
                </a:lnTo>
                <a:lnTo>
                  <a:pt x="395" y="41"/>
                </a:lnTo>
                <a:lnTo>
                  <a:pt x="395" y="45"/>
                </a:lnTo>
                <a:lnTo>
                  <a:pt x="394" y="49"/>
                </a:lnTo>
                <a:lnTo>
                  <a:pt x="393" y="52"/>
                </a:lnTo>
                <a:lnTo>
                  <a:pt x="392" y="55"/>
                </a:lnTo>
                <a:lnTo>
                  <a:pt x="391" y="58"/>
                </a:lnTo>
                <a:lnTo>
                  <a:pt x="389" y="61"/>
                </a:lnTo>
                <a:lnTo>
                  <a:pt x="387" y="62"/>
                </a:lnTo>
                <a:lnTo>
                  <a:pt x="384" y="65"/>
                </a:lnTo>
                <a:lnTo>
                  <a:pt x="381" y="66"/>
                </a:lnTo>
                <a:lnTo>
                  <a:pt x="376" y="70"/>
                </a:lnTo>
                <a:lnTo>
                  <a:pt x="372" y="74"/>
                </a:lnTo>
                <a:lnTo>
                  <a:pt x="368" y="78"/>
                </a:lnTo>
                <a:lnTo>
                  <a:pt x="366" y="82"/>
                </a:lnTo>
                <a:lnTo>
                  <a:pt x="363" y="87"/>
                </a:lnTo>
                <a:lnTo>
                  <a:pt x="360" y="91"/>
                </a:lnTo>
                <a:lnTo>
                  <a:pt x="354" y="96"/>
                </a:lnTo>
                <a:lnTo>
                  <a:pt x="348" y="103"/>
                </a:lnTo>
                <a:lnTo>
                  <a:pt x="343" y="108"/>
                </a:lnTo>
                <a:lnTo>
                  <a:pt x="337" y="114"/>
                </a:lnTo>
                <a:lnTo>
                  <a:pt x="327" y="126"/>
                </a:lnTo>
                <a:lnTo>
                  <a:pt x="316" y="138"/>
                </a:lnTo>
                <a:lnTo>
                  <a:pt x="313" y="139"/>
                </a:lnTo>
                <a:lnTo>
                  <a:pt x="312" y="141"/>
                </a:lnTo>
                <a:lnTo>
                  <a:pt x="309" y="143"/>
                </a:lnTo>
                <a:lnTo>
                  <a:pt x="306" y="145"/>
                </a:lnTo>
                <a:lnTo>
                  <a:pt x="304" y="146"/>
                </a:lnTo>
                <a:lnTo>
                  <a:pt x="302" y="147"/>
                </a:lnTo>
                <a:lnTo>
                  <a:pt x="300" y="150"/>
                </a:lnTo>
                <a:lnTo>
                  <a:pt x="297" y="151"/>
                </a:lnTo>
                <a:lnTo>
                  <a:pt x="296" y="156"/>
                </a:lnTo>
                <a:lnTo>
                  <a:pt x="295" y="161"/>
                </a:lnTo>
                <a:lnTo>
                  <a:pt x="292" y="163"/>
                </a:lnTo>
                <a:lnTo>
                  <a:pt x="289" y="164"/>
                </a:lnTo>
                <a:lnTo>
                  <a:pt x="286" y="166"/>
                </a:lnTo>
                <a:lnTo>
                  <a:pt x="283" y="167"/>
                </a:lnTo>
                <a:lnTo>
                  <a:pt x="281" y="172"/>
                </a:lnTo>
                <a:lnTo>
                  <a:pt x="279" y="177"/>
                </a:lnTo>
                <a:lnTo>
                  <a:pt x="278" y="178"/>
                </a:lnTo>
                <a:lnTo>
                  <a:pt x="276" y="179"/>
                </a:lnTo>
                <a:lnTo>
                  <a:pt x="276" y="179"/>
                </a:lnTo>
                <a:lnTo>
                  <a:pt x="275" y="179"/>
                </a:lnTo>
                <a:lnTo>
                  <a:pt x="272" y="179"/>
                </a:lnTo>
                <a:lnTo>
                  <a:pt x="270" y="180"/>
                </a:lnTo>
                <a:lnTo>
                  <a:pt x="268" y="181"/>
                </a:lnTo>
                <a:lnTo>
                  <a:pt x="268" y="182"/>
                </a:lnTo>
                <a:lnTo>
                  <a:pt x="267" y="183"/>
                </a:lnTo>
                <a:lnTo>
                  <a:pt x="266" y="186"/>
                </a:lnTo>
                <a:lnTo>
                  <a:pt x="264" y="189"/>
                </a:lnTo>
                <a:lnTo>
                  <a:pt x="264" y="194"/>
                </a:lnTo>
                <a:lnTo>
                  <a:pt x="263" y="199"/>
                </a:lnTo>
                <a:lnTo>
                  <a:pt x="262" y="203"/>
                </a:lnTo>
                <a:lnTo>
                  <a:pt x="262" y="207"/>
                </a:lnTo>
                <a:lnTo>
                  <a:pt x="263" y="210"/>
                </a:lnTo>
                <a:lnTo>
                  <a:pt x="268" y="211"/>
                </a:lnTo>
                <a:lnTo>
                  <a:pt x="274" y="213"/>
                </a:lnTo>
                <a:lnTo>
                  <a:pt x="277" y="213"/>
                </a:lnTo>
                <a:lnTo>
                  <a:pt x="280" y="213"/>
                </a:lnTo>
                <a:lnTo>
                  <a:pt x="284" y="213"/>
                </a:lnTo>
                <a:lnTo>
                  <a:pt x="288" y="212"/>
                </a:lnTo>
                <a:lnTo>
                  <a:pt x="296" y="208"/>
                </a:lnTo>
                <a:lnTo>
                  <a:pt x="308" y="203"/>
                </a:lnTo>
                <a:lnTo>
                  <a:pt x="310" y="203"/>
                </a:lnTo>
                <a:lnTo>
                  <a:pt x="313" y="202"/>
                </a:lnTo>
                <a:lnTo>
                  <a:pt x="316" y="202"/>
                </a:lnTo>
                <a:lnTo>
                  <a:pt x="319" y="202"/>
                </a:lnTo>
                <a:lnTo>
                  <a:pt x="321" y="202"/>
                </a:lnTo>
                <a:lnTo>
                  <a:pt x="324" y="203"/>
                </a:lnTo>
                <a:lnTo>
                  <a:pt x="325" y="204"/>
                </a:lnTo>
                <a:lnTo>
                  <a:pt x="326" y="205"/>
                </a:lnTo>
                <a:lnTo>
                  <a:pt x="328" y="206"/>
                </a:lnTo>
                <a:lnTo>
                  <a:pt x="328" y="207"/>
                </a:lnTo>
                <a:lnTo>
                  <a:pt x="330" y="208"/>
                </a:lnTo>
                <a:lnTo>
                  <a:pt x="332" y="210"/>
                </a:lnTo>
                <a:lnTo>
                  <a:pt x="334" y="211"/>
                </a:lnTo>
                <a:lnTo>
                  <a:pt x="335" y="213"/>
                </a:lnTo>
                <a:lnTo>
                  <a:pt x="336" y="215"/>
                </a:lnTo>
                <a:lnTo>
                  <a:pt x="336" y="217"/>
                </a:lnTo>
                <a:lnTo>
                  <a:pt x="337" y="219"/>
                </a:lnTo>
                <a:lnTo>
                  <a:pt x="337" y="221"/>
                </a:lnTo>
                <a:lnTo>
                  <a:pt x="337" y="226"/>
                </a:lnTo>
                <a:lnTo>
                  <a:pt x="336" y="231"/>
                </a:lnTo>
                <a:lnTo>
                  <a:pt x="335" y="235"/>
                </a:lnTo>
                <a:lnTo>
                  <a:pt x="333" y="239"/>
                </a:lnTo>
                <a:lnTo>
                  <a:pt x="330" y="239"/>
                </a:lnTo>
                <a:lnTo>
                  <a:pt x="328" y="240"/>
                </a:lnTo>
                <a:lnTo>
                  <a:pt x="324" y="241"/>
                </a:lnTo>
                <a:lnTo>
                  <a:pt x="322" y="241"/>
                </a:lnTo>
                <a:lnTo>
                  <a:pt x="316" y="243"/>
                </a:lnTo>
                <a:lnTo>
                  <a:pt x="311" y="245"/>
                </a:lnTo>
                <a:lnTo>
                  <a:pt x="300" y="250"/>
                </a:lnTo>
                <a:lnTo>
                  <a:pt x="290" y="254"/>
                </a:lnTo>
                <a:lnTo>
                  <a:pt x="286" y="254"/>
                </a:lnTo>
                <a:lnTo>
                  <a:pt x="281" y="254"/>
                </a:lnTo>
                <a:lnTo>
                  <a:pt x="276" y="254"/>
                </a:lnTo>
                <a:lnTo>
                  <a:pt x="272" y="254"/>
                </a:lnTo>
                <a:lnTo>
                  <a:pt x="265" y="255"/>
                </a:lnTo>
                <a:lnTo>
                  <a:pt x="259" y="256"/>
                </a:lnTo>
                <a:lnTo>
                  <a:pt x="252" y="258"/>
                </a:lnTo>
                <a:lnTo>
                  <a:pt x="244" y="259"/>
                </a:lnTo>
                <a:lnTo>
                  <a:pt x="236" y="259"/>
                </a:lnTo>
                <a:lnTo>
                  <a:pt x="229" y="261"/>
                </a:lnTo>
                <a:lnTo>
                  <a:pt x="222" y="263"/>
                </a:lnTo>
                <a:lnTo>
                  <a:pt x="216" y="265"/>
                </a:lnTo>
                <a:lnTo>
                  <a:pt x="213" y="267"/>
                </a:lnTo>
                <a:lnTo>
                  <a:pt x="210" y="268"/>
                </a:lnTo>
                <a:lnTo>
                  <a:pt x="208" y="271"/>
                </a:lnTo>
                <a:lnTo>
                  <a:pt x="204" y="273"/>
                </a:lnTo>
                <a:lnTo>
                  <a:pt x="198" y="278"/>
                </a:lnTo>
                <a:lnTo>
                  <a:pt x="192" y="281"/>
                </a:lnTo>
                <a:lnTo>
                  <a:pt x="191" y="282"/>
                </a:lnTo>
                <a:lnTo>
                  <a:pt x="188" y="283"/>
                </a:lnTo>
                <a:lnTo>
                  <a:pt x="186" y="283"/>
                </a:lnTo>
                <a:lnTo>
                  <a:pt x="184" y="283"/>
                </a:lnTo>
                <a:lnTo>
                  <a:pt x="181" y="284"/>
                </a:lnTo>
                <a:lnTo>
                  <a:pt x="179" y="284"/>
                </a:lnTo>
                <a:lnTo>
                  <a:pt x="177" y="285"/>
                </a:lnTo>
                <a:lnTo>
                  <a:pt x="175" y="287"/>
                </a:lnTo>
                <a:lnTo>
                  <a:pt x="168" y="291"/>
                </a:lnTo>
                <a:lnTo>
                  <a:pt x="161" y="295"/>
                </a:lnTo>
                <a:lnTo>
                  <a:pt x="154" y="300"/>
                </a:lnTo>
                <a:lnTo>
                  <a:pt x="146" y="304"/>
                </a:lnTo>
                <a:lnTo>
                  <a:pt x="144" y="305"/>
                </a:lnTo>
                <a:lnTo>
                  <a:pt x="143" y="306"/>
                </a:lnTo>
                <a:lnTo>
                  <a:pt x="140" y="306"/>
                </a:lnTo>
                <a:lnTo>
                  <a:pt x="139" y="306"/>
                </a:lnTo>
                <a:lnTo>
                  <a:pt x="137" y="306"/>
                </a:lnTo>
                <a:lnTo>
                  <a:pt x="136" y="306"/>
                </a:lnTo>
                <a:lnTo>
                  <a:pt x="134" y="307"/>
                </a:lnTo>
                <a:lnTo>
                  <a:pt x="132" y="307"/>
                </a:lnTo>
                <a:lnTo>
                  <a:pt x="129" y="311"/>
                </a:lnTo>
                <a:lnTo>
                  <a:pt x="127" y="316"/>
                </a:lnTo>
                <a:lnTo>
                  <a:pt x="124" y="318"/>
                </a:lnTo>
                <a:lnTo>
                  <a:pt x="120" y="319"/>
                </a:lnTo>
                <a:lnTo>
                  <a:pt x="118" y="321"/>
                </a:lnTo>
                <a:lnTo>
                  <a:pt x="115" y="322"/>
                </a:lnTo>
                <a:lnTo>
                  <a:pt x="113" y="324"/>
                </a:lnTo>
                <a:lnTo>
                  <a:pt x="111" y="327"/>
                </a:lnTo>
                <a:lnTo>
                  <a:pt x="109" y="330"/>
                </a:lnTo>
                <a:lnTo>
                  <a:pt x="107" y="333"/>
                </a:lnTo>
                <a:lnTo>
                  <a:pt x="103" y="335"/>
                </a:lnTo>
                <a:lnTo>
                  <a:pt x="96" y="339"/>
                </a:lnTo>
                <a:lnTo>
                  <a:pt x="88" y="342"/>
                </a:lnTo>
                <a:lnTo>
                  <a:pt x="83" y="344"/>
                </a:lnTo>
                <a:lnTo>
                  <a:pt x="81" y="343"/>
                </a:lnTo>
                <a:lnTo>
                  <a:pt x="80" y="343"/>
                </a:lnTo>
                <a:lnTo>
                  <a:pt x="77" y="343"/>
                </a:lnTo>
                <a:lnTo>
                  <a:pt x="76" y="342"/>
                </a:lnTo>
                <a:lnTo>
                  <a:pt x="71" y="342"/>
                </a:lnTo>
                <a:lnTo>
                  <a:pt x="67" y="342"/>
                </a:lnTo>
                <a:lnTo>
                  <a:pt x="58" y="342"/>
                </a:lnTo>
                <a:lnTo>
                  <a:pt x="49" y="342"/>
                </a:lnTo>
                <a:lnTo>
                  <a:pt x="48" y="339"/>
                </a:lnTo>
                <a:lnTo>
                  <a:pt x="47" y="336"/>
                </a:lnTo>
                <a:lnTo>
                  <a:pt x="46" y="334"/>
                </a:lnTo>
                <a:lnTo>
                  <a:pt x="44" y="333"/>
                </a:lnTo>
                <a:lnTo>
                  <a:pt x="43" y="332"/>
                </a:lnTo>
                <a:lnTo>
                  <a:pt x="42" y="331"/>
                </a:lnTo>
                <a:lnTo>
                  <a:pt x="39" y="331"/>
                </a:lnTo>
                <a:lnTo>
                  <a:pt x="38" y="331"/>
                </a:lnTo>
                <a:lnTo>
                  <a:pt x="35" y="331"/>
                </a:lnTo>
                <a:lnTo>
                  <a:pt x="30" y="331"/>
                </a:lnTo>
                <a:lnTo>
                  <a:pt x="28" y="331"/>
                </a:lnTo>
                <a:lnTo>
                  <a:pt x="26" y="331"/>
                </a:lnTo>
                <a:lnTo>
                  <a:pt x="23" y="331"/>
                </a:lnTo>
                <a:lnTo>
                  <a:pt x="22" y="330"/>
                </a:lnTo>
                <a:lnTo>
                  <a:pt x="18" y="327"/>
                </a:lnTo>
                <a:lnTo>
                  <a:pt x="11" y="319"/>
                </a:lnTo>
                <a:lnTo>
                  <a:pt x="4" y="311"/>
                </a:lnTo>
                <a:lnTo>
                  <a:pt x="0" y="307"/>
                </a:lnTo>
                <a:lnTo>
                  <a:pt x="0" y="303"/>
                </a:lnTo>
                <a:lnTo>
                  <a:pt x="0" y="299"/>
                </a:lnTo>
                <a:lnTo>
                  <a:pt x="0" y="295"/>
                </a:lnTo>
                <a:lnTo>
                  <a:pt x="0" y="291"/>
                </a:lnTo>
                <a:lnTo>
                  <a:pt x="2" y="290"/>
                </a:lnTo>
                <a:lnTo>
                  <a:pt x="5" y="287"/>
                </a:lnTo>
                <a:lnTo>
                  <a:pt x="9" y="286"/>
                </a:lnTo>
                <a:lnTo>
                  <a:pt x="13" y="283"/>
                </a:lnTo>
                <a:lnTo>
                  <a:pt x="18" y="282"/>
                </a:lnTo>
                <a:lnTo>
                  <a:pt x="22" y="280"/>
                </a:lnTo>
                <a:lnTo>
                  <a:pt x="24" y="279"/>
                </a:lnTo>
                <a:lnTo>
                  <a:pt x="26" y="279"/>
                </a:lnTo>
                <a:lnTo>
                  <a:pt x="27" y="279"/>
                </a:lnTo>
                <a:lnTo>
                  <a:pt x="28" y="279"/>
                </a:lnTo>
                <a:lnTo>
                  <a:pt x="31" y="280"/>
                </a:lnTo>
                <a:lnTo>
                  <a:pt x="34" y="281"/>
                </a:lnTo>
                <a:lnTo>
                  <a:pt x="36" y="282"/>
                </a:lnTo>
                <a:lnTo>
                  <a:pt x="38" y="282"/>
                </a:lnTo>
                <a:lnTo>
                  <a:pt x="40" y="282"/>
                </a:lnTo>
                <a:lnTo>
                  <a:pt x="42" y="281"/>
                </a:lnTo>
                <a:lnTo>
                  <a:pt x="50" y="278"/>
                </a:lnTo>
                <a:lnTo>
                  <a:pt x="59" y="275"/>
                </a:lnTo>
                <a:lnTo>
                  <a:pt x="67" y="272"/>
                </a:lnTo>
                <a:lnTo>
                  <a:pt x="76" y="270"/>
                </a:lnTo>
                <a:lnTo>
                  <a:pt x="84" y="267"/>
                </a:lnTo>
                <a:lnTo>
                  <a:pt x="93" y="264"/>
                </a:lnTo>
                <a:lnTo>
                  <a:pt x="102" y="262"/>
                </a:lnTo>
                <a:lnTo>
                  <a:pt x="110" y="259"/>
                </a:lnTo>
                <a:lnTo>
                  <a:pt x="117" y="255"/>
                </a:lnTo>
                <a:lnTo>
                  <a:pt x="125" y="251"/>
                </a:lnTo>
                <a:lnTo>
                  <a:pt x="132" y="247"/>
                </a:lnTo>
                <a:lnTo>
                  <a:pt x="137" y="244"/>
                </a:lnTo>
                <a:lnTo>
                  <a:pt x="142" y="243"/>
                </a:lnTo>
                <a:lnTo>
                  <a:pt x="146" y="243"/>
                </a:lnTo>
                <a:lnTo>
                  <a:pt x="151" y="242"/>
                </a:lnTo>
                <a:lnTo>
                  <a:pt x="155" y="241"/>
                </a:lnTo>
                <a:lnTo>
                  <a:pt x="164" y="237"/>
                </a:lnTo>
                <a:lnTo>
                  <a:pt x="174" y="232"/>
                </a:lnTo>
                <a:lnTo>
                  <a:pt x="178" y="230"/>
                </a:lnTo>
                <a:lnTo>
                  <a:pt x="183" y="227"/>
                </a:lnTo>
                <a:lnTo>
                  <a:pt x="187" y="224"/>
                </a:lnTo>
                <a:lnTo>
                  <a:pt x="190" y="221"/>
                </a:lnTo>
                <a:lnTo>
                  <a:pt x="193" y="216"/>
                </a:lnTo>
                <a:lnTo>
                  <a:pt x="196" y="211"/>
                </a:lnTo>
                <a:lnTo>
                  <a:pt x="199" y="206"/>
                </a:lnTo>
                <a:lnTo>
                  <a:pt x="201" y="201"/>
                </a:lnTo>
                <a:lnTo>
                  <a:pt x="204" y="195"/>
                </a:lnTo>
                <a:lnTo>
                  <a:pt x="206" y="190"/>
                </a:lnTo>
                <a:lnTo>
                  <a:pt x="209" y="185"/>
                </a:lnTo>
                <a:lnTo>
                  <a:pt x="212" y="180"/>
                </a:lnTo>
                <a:lnTo>
                  <a:pt x="216" y="173"/>
                </a:lnTo>
                <a:lnTo>
                  <a:pt x="222" y="167"/>
                </a:lnTo>
                <a:lnTo>
                  <a:pt x="228" y="159"/>
                </a:lnTo>
                <a:lnTo>
                  <a:pt x="235" y="153"/>
                </a:lnTo>
                <a:lnTo>
                  <a:pt x="241" y="147"/>
                </a:lnTo>
                <a:lnTo>
                  <a:pt x="248" y="141"/>
                </a:lnTo>
                <a:lnTo>
                  <a:pt x="254" y="135"/>
                </a:lnTo>
                <a:lnTo>
                  <a:pt x="260" y="128"/>
                </a:lnTo>
                <a:lnTo>
                  <a:pt x="261" y="126"/>
                </a:lnTo>
                <a:lnTo>
                  <a:pt x="263" y="123"/>
                </a:lnTo>
                <a:lnTo>
                  <a:pt x="264" y="119"/>
                </a:lnTo>
                <a:lnTo>
                  <a:pt x="265" y="117"/>
                </a:lnTo>
                <a:lnTo>
                  <a:pt x="270" y="111"/>
                </a:lnTo>
                <a:lnTo>
                  <a:pt x="278" y="104"/>
                </a:lnTo>
                <a:lnTo>
                  <a:pt x="287" y="95"/>
                </a:lnTo>
                <a:lnTo>
                  <a:pt x="296" y="86"/>
                </a:lnTo>
                <a:lnTo>
                  <a:pt x="300" y="82"/>
                </a:lnTo>
                <a:lnTo>
                  <a:pt x="304" y="77"/>
                </a:lnTo>
                <a:lnTo>
                  <a:pt x="308" y="72"/>
                </a:lnTo>
                <a:lnTo>
                  <a:pt x="311" y="68"/>
                </a:lnTo>
                <a:lnTo>
                  <a:pt x="314" y="63"/>
                </a:lnTo>
                <a:lnTo>
                  <a:pt x="316" y="59"/>
                </a:lnTo>
                <a:lnTo>
                  <a:pt x="316" y="58"/>
                </a:lnTo>
                <a:lnTo>
                  <a:pt x="317" y="55"/>
                </a:lnTo>
                <a:lnTo>
                  <a:pt x="318" y="54"/>
                </a:lnTo>
                <a:lnTo>
                  <a:pt x="318" y="52"/>
                </a:lnTo>
                <a:lnTo>
                  <a:pt x="312" y="50"/>
                </a:lnTo>
                <a:lnTo>
                  <a:pt x="308" y="46"/>
                </a:lnTo>
                <a:lnTo>
                  <a:pt x="305" y="46"/>
                </a:lnTo>
                <a:lnTo>
                  <a:pt x="302" y="45"/>
                </a:lnTo>
                <a:lnTo>
                  <a:pt x="299" y="45"/>
                </a:lnTo>
                <a:lnTo>
                  <a:pt x="296" y="45"/>
                </a:lnTo>
                <a:lnTo>
                  <a:pt x="295" y="46"/>
                </a:lnTo>
                <a:lnTo>
                  <a:pt x="294" y="46"/>
                </a:lnTo>
                <a:lnTo>
                  <a:pt x="292" y="46"/>
                </a:lnTo>
                <a:lnTo>
                  <a:pt x="291" y="46"/>
                </a:lnTo>
                <a:lnTo>
                  <a:pt x="288" y="47"/>
                </a:lnTo>
                <a:lnTo>
                  <a:pt x="283" y="47"/>
                </a:lnTo>
                <a:lnTo>
                  <a:pt x="278" y="48"/>
                </a:lnTo>
                <a:lnTo>
                  <a:pt x="273" y="48"/>
                </a:lnTo>
                <a:lnTo>
                  <a:pt x="268" y="49"/>
                </a:lnTo>
                <a:lnTo>
                  <a:pt x="265" y="50"/>
                </a:lnTo>
                <a:lnTo>
                  <a:pt x="262" y="50"/>
                </a:lnTo>
                <a:lnTo>
                  <a:pt x="258" y="52"/>
                </a:lnTo>
                <a:lnTo>
                  <a:pt x="254" y="54"/>
                </a:lnTo>
                <a:lnTo>
                  <a:pt x="250" y="57"/>
                </a:lnTo>
                <a:lnTo>
                  <a:pt x="240" y="62"/>
                </a:lnTo>
                <a:lnTo>
                  <a:pt x="229" y="68"/>
                </a:lnTo>
                <a:lnTo>
                  <a:pt x="224" y="70"/>
                </a:lnTo>
                <a:lnTo>
                  <a:pt x="218" y="73"/>
                </a:lnTo>
                <a:lnTo>
                  <a:pt x="213" y="75"/>
                </a:lnTo>
                <a:lnTo>
                  <a:pt x="208" y="78"/>
                </a:lnTo>
                <a:lnTo>
                  <a:pt x="204" y="78"/>
                </a:lnTo>
                <a:lnTo>
                  <a:pt x="199" y="79"/>
                </a:lnTo>
                <a:lnTo>
                  <a:pt x="197" y="79"/>
                </a:lnTo>
                <a:lnTo>
                  <a:pt x="195" y="79"/>
                </a:lnTo>
                <a:lnTo>
                  <a:pt x="193" y="79"/>
                </a:lnTo>
                <a:lnTo>
                  <a:pt x="192" y="78"/>
                </a:lnTo>
                <a:lnTo>
                  <a:pt x="191" y="78"/>
                </a:lnTo>
                <a:lnTo>
                  <a:pt x="190" y="78"/>
                </a:lnTo>
                <a:lnTo>
                  <a:pt x="189" y="77"/>
                </a:lnTo>
                <a:lnTo>
                  <a:pt x="188" y="76"/>
                </a:lnTo>
                <a:lnTo>
                  <a:pt x="185" y="74"/>
                </a:lnTo>
                <a:lnTo>
                  <a:pt x="184" y="73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2" name="íSľîďê">
            <a:extLst>
              <a:ext uri="{FF2B5EF4-FFF2-40B4-BE49-F238E27FC236}">
                <a16:creationId xmlns:a16="http://schemas.microsoft.com/office/drawing/2014/main" id="{F6A0D047-AE54-47C8-B6E5-76C074D0E858}"/>
              </a:ext>
            </a:extLst>
          </p:cNvPr>
          <p:cNvSpPr>
            <a:spLocks noGrp="1"/>
          </p:cNvSpPr>
          <p:nvPr/>
        </p:nvSpPr>
        <p:spPr>
          <a:xfrm>
            <a:off x="2446920" y="606240"/>
            <a:ext cx="164160" cy="220320"/>
          </a:xfrm>
          <a:custGeom>
            <a:avLst/>
            <a:gdLst>
              <a:gd name="textAreaLeft" fmla="*/ 0 w 164160"/>
              <a:gd name="textAreaRight" fmla="*/ 164520 w 164160"/>
              <a:gd name="textAreaTop" fmla="*/ 0 h 220320"/>
              <a:gd name="textAreaBottom" fmla="*/ 220680 h 220320"/>
              <a:gd name="GluePoint1X" fmla="*/ 311 w 377"/>
              <a:gd name="GluePoint1Y" fmla="*/ 8 h 505"/>
              <a:gd name="GluePoint2X" fmla="*/ 319 w 377"/>
              <a:gd name="GluePoint2Y" fmla="*/ 18 h 505"/>
              <a:gd name="GluePoint3X" fmla="*/ 333 w 377"/>
              <a:gd name="GluePoint3Y" fmla="*/ 28 h 505"/>
              <a:gd name="GluePoint4X" fmla="*/ 348 w 377"/>
              <a:gd name="GluePoint4Y" fmla="*/ 44 h 505"/>
              <a:gd name="GluePoint5X" fmla="*/ 343 w 377"/>
              <a:gd name="GluePoint5Y" fmla="*/ 72 h 505"/>
              <a:gd name="GluePoint6X" fmla="*/ 339 w 377"/>
              <a:gd name="GluePoint6Y" fmla="*/ 89 h 505"/>
              <a:gd name="GluePoint7X" fmla="*/ 343 w 377"/>
              <a:gd name="GluePoint7Y" fmla="*/ 113 h 505"/>
              <a:gd name="GluePoint8X" fmla="*/ 349 w 377"/>
              <a:gd name="GluePoint8Y" fmla="*/ 128 h 505"/>
              <a:gd name="GluePoint9X" fmla="*/ 366 w 377"/>
              <a:gd name="GluePoint9Y" fmla="*/ 130 h 505"/>
              <a:gd name="GluePoint10X" fmla="*/ 376 w 377"/>
              <a:gd name="GluePoint10Y" fmla="*/ 139 h 505"/>
              <a:gd name="GluePoint11X" fmla="*/ 377 w 377"/>
              <a:gd name="GluePoint11Y" fmla="*/ 151 h 505"/>
              <a:gd name="GluePoint12X" fmla="*/ 369 w 377"/>
              <a:gd name="GluePoint12Y" fmla="*/ 169 h 505"/>
              <a:gd name="GluePoint13X" fmla="*/ 339 w 377"/>
              <a:gd name="GluePoint13Y" fmla="*/ 189 h 505"/>
              <a:gd name="GluePoint14X" fmla="*/ 315 w 377"/>
              <a:gd name="GluePoint14Y" fmla="*/ 211 h 505"/>
              <a:gd name="GluePoint15X" fmla="*/ 301 w 377"/>
              <a:gd name="GluePoint15Y" fmla="*/ 235 h 505"/>
              <a:gd name="GluePoint16X" fmla="*/ 290 w 377"/>
              <a:gd name="GluePoint16Y" fmla="*/ 263 h 505"/>
              <a:gd name="GluePoint17X" fmla="*/ 270 w 377"/>
              <a:gd name="GluePoint17Y" fmla="*/ 293 h 505"/>
              <a:gd name="GluePoint18X" fmla="*/ 265 w 377"/>
              <a:gd name="GluePoint18Y" fmla="*/ 317 h 505"/>
              <a:gd name="GluePoint19X" fmla="*/ 245 w 377"/>
              <a:gd name="GluePoint19Y" fmla="*/ 339 h 505"/>
              <a:gd name="GluePoint20X" fmla="*/ 226 w 377"/>
              <a:gd name="GluePoint20Y" fmla="*/ 350 h 505"/>
              <a:gd name="GluePoint21X" fmla="*/ 210 w 377"/>
              <a:gd name="GluePoint21Y" fmla="*/ 374 h 505"/>
              <a:gd name="GluePoint22X" fmla="*/ 192 w 377"/>
              <a:gd name="GluePoint22Y" fmla="*/ 385 h 505"/>
              <a:gd name="GluePoint23X" fmla="*/ 179 w 377"/>
              <a:gd name="GluePoint23Y" fmla="*/ 392 h 505"/>
              <a:gd name="GluePoint24X" fmla="*/ 169 w 377"/>
              <a:gd name="GluePoint24Y" fmla="*/ 402 h 505"/>
              <a:gd name="GluePoint25X" fmla="*/ 159 w 377"/>
              <a:gd name="GluePoint25Y" fmla="*/ 405 h 505"/>
              <a:gd name="GluePoint26X" fmla="*/ 126 w 377"/>
              <a:gd name="GluePoint26Y" fmla="*/ 431 h 505"/>
              <a:gd name="GluePoint27X" fmla="*/ 101 w 377"/>
              <a:gd name="GluePoint27Y" fmla="*/ 442 h 505"/>
              <a:gd name="GluePoint28X" fmla="*/ 92 w 377"/>
              <a:gd name="GluePoint28Y" fmla="*/ 451 h 505"/>
              <a:gd name="GluePoint29X" fmla="*/ 79 w 377"/>
              <a:gd name="GluePoint29Y" fmla="*/ 456 h 505"/>
              <a:gd name="GluePoint30X" fmla="*/ 61 w 377"/>
              <a:gd name="GluePoint30Y" fmla="*/ 472 h 505"/>
              <a:gd name="GluePoint31X" fmla="*/ 49 w 377"/>
              <a:gd name="GluePoint31Y" fmla="*/ 478 h 505"/>
              <a:gd name="GluePoint32X" fmla="*/ 30 w 377"/>
              <a:gd name="GluePoint32Y" fmla="*/ 497 h 505"/>
              <a:gd name="GluePoint33X" fmla="*/ 9 w 377"/>
              <a:gd name="GluePoint33Y" fmla="*/ 505 h 505"/>
              <a:gd name="GluePoint34X" fmla="*/ 8 w 377"/>
              <a:gd name="GluePoint34Y" fmla="*/ 490 h 505"/>
              <a:gd name="GluePoint35X" fmla="*/ 38 w 377"/>
              <a:gd name="GluePoint35Y" fmla="*/ 465 h 505"/>
              <a:gd name="GluePoint36X" fmla="*/ 57 w 377"/>
              <a:gd name="GluePoint36Y" fmla="*/ 449 h 505"/>
              <a:gd name="GluePoint37X" fmla="*/ 81 w 377"/>
              <a:gd name="GluePoint37Y" fmla="*/ 433 h 505"/>
              <a:gd name="GluePoint38X" fmla="*/ 96 w 377"/>
              <a:gd name="GluePoint38Y" fmla="*/ 425 h 505"/>
              <a:gd name="GluePoint39X" fmla="*/ 112 w 377"/>
              <a:gd name="GluePoint39Y" fmla="*/ 413 h 505"/>
              <a:gd name="GluePoint40X" fmla="*/ 122 w 377"/>
              <a:gd name="GluePoint40Y" fmla="*/ 403 h 505"/>
              <a:gd name="GluePoint41X" fmla="*/ 141 w 377"/>
              <a:gd name="GluePoint41Y" fmla="*/ 387 h 505"/>
              <a:gd name="GluePoint42X" fmla="*/ 152 w 377"/>
              <a:gd name="GluePoint42Y" fmla="*/ 377 h 505"/>
              <a:gd name="GluePoint43X" fmla="*/ 191 w 377"/>
              <a:gd name="GluePoint43Y" fmla="*/ 346 h 505"/>
              <a:gd name="GluePoint44X" fmla="*/ 220 w 377"/>
              <a:gd name="GluePoint44Y" fmla="*/ 308 h 505"/>
              <a:gd name="GluePoint45X" fmla="*/ 228 w 377"/>
              <a:gd name="GluePoint45Y" fmla="*/ 284 h 505"/>
              <a:gd name="GluePoint46X" fmla="*/ 218 w 377"/>
              <a:gd name="GluePoint46Y" fmla="*/ 280 h 505"/>
              <a:gd name="GluePoint47X" fmla="*/ 193 w 377"/>
              <a:gd name="GluePoint47Y" fmla="*/ 289 h 505"/>
              <a:gd name="GluePoint48X" fmla="*/ 169 w 377"/>
              <a:gd name="GluePoint48Y" fmla="*/ 287 h 505"/>
              <a:gd name="GluePoint49X" fmla="*/ 149 w 377"/>
              <a:gd name="GluePoint49Y" fmla="*/ 277 h 505"/>
              <a:gd name="GluePoint50X" fmla="*/ 134 w 377"/>
              <a:gd name="GluePoint50Y" fmla="*/ 268 h 505"/>
              <a:gd name="GluePoint51X" fmla="*/ 132 w 377"/>
              <a:gd name="GluePoint51Y" fmla="*/ 258 h 505"/>
              <a:gd name="GluePoint52X" fmla="*/ 132 w 377"/>
              <a:gd name="GluePoint52Y" fmla="*/ 250 h 505"/>
              <a:gd name="GluePoint53X" fmla="*/ 152 w 377"/>
              <a:gd name="GluePoint53Y" fmla="*/ 234 h 505"/>
              <a:gd name="GluePoint54X" fmla="*/ 188 w 377"/>
              <a:gd name="GluePoint54Y" fmla="*/ 221 h 505"/>
              <a:gd name="GluePoint55X" fmla="*/ 207 w 377"/>
              <a:gd name="GluePoint55Y" fmla="*/ 212 h 505"/>
              <a:gd name="GluePoint56X" fmla="*/ 226 w 377"/>
              <a:gd name="GluePoint56Y" fmla="*/ 202 h 505"/>
              <a:gd name="GluePoint57X" fmla="*/ 248 w 377"/>
              <a:gd name="GluePoint57Y" fmla="*/ 193 h 505"/>
              <a:gd name="GluePoint58X" fmla="*/ 256 w 377"/>
              <a:gd name="GluePoint58Y" fmla="*/ 180 h 505"/>
              <a:gd name="GluePoint59X" fmla="*/ 273 w 377"/>
              <a:gd name="GluePoint59Y" fmla="*/ 171 h 505"/>
              <a:gd name="GluePoint60X" fmla="*/ 274 w 377"/>
              <a:gd name="GluePoint60Y" fmla="*/ 133 h 505"/>
              <a:gd name="GluePoint61X" fmla="*/ 279 w 377"/>
              <a:gd name="GluePoint61Y" fmla="*/ 83 h 505"/>
              <a:gd name="GluePoint62X" fmla="*/ 275 w 377"/>
              <a:gd name="GluePoint62Y" fmla="*/ 40 h 505"/>
              <a:gd name="GluePoint63X" fmla="*/ 280 w 377"/>
              <a:gd name="GluePoint63Y" fmla="*/ 7 h 505"/>
            </a:gdLst>
            <a:ahLst/>
            <a:cxnLst/>
            <a:rect l="textAreaLeft" t="textAreaTop" r="textAreaRight" b="textAreaBottom"/>
            <a:pathLst>
              <a:path w="377" h="505">
                <a:moveTo>
                  <a:pt x="289" y="0"/>
                </a:moveTo>
                <a:lnTo>
                  <a:pt x="294" y="1"/>
                </a:lnTo>
                <a:lnTo>
                  <a:pt x="302" y="3"/>
                </a:lnTo>
                <a:lnTo>
                  <a:pt x="305" y="4"/>
                </a:lnTo>
                <a:lnTo>
                  <a:pt x="309" y="6"/>
                </a:lnTo>
                <a:lnTo>
                  <a:pt x="311" y="8"/>
                </a:lnTo>
                <a:lnTo>
                  <a:pt x="313" y="9"/>
                </a:lnTo>
                <a:lnTo>
                  <a:pt x="315" y="11"/>
                </a:lnTo>
                <a:lnTo>
                  <a:pt x="316" y="12"/>
                </a:lnTo>
                <a:lnTo>
                  <a:pt x="317" y="14"/>
                </a:lnTo>
                <a:lnTo>
                  <a:pt x="317" y="16"/>
                </a:lnTo>
                <a:lnTo>
                  <a:pt x="319" y="18"/>
                </a:lnTo>
                <a:lnTo>
                  <a:pt x="320" y="20"/>
                </a:lnTo>
                <a:lnTo>
                  <a:pt x="321" y="22"/>
                </a:lnTo>
                <a:lnTo>
                  <a:pt x="322" y="23"/>
                </a:lnTo>
                <a:lnTo>
                  <a:pt x="326" y="25"/>
                </a:lnTo>
                <a:lnTo>
                  <a:pt x="329" y="27"/>
                </a:lnTo>
                <a:lnTo>
                  <a:pt x="333" y="28"/>
                </a:lnTo>
                <a:lnTo>
                  <a:pt x="336" y="29"/>
                </a:lnTo>
                <a:lnTo>
                  <a:pt x="339" y="31"/>
                </a:lnTo>
                <a:lnTo>
                  <a:pt x="342" y="32"/>
                </a:lnTo>
                <a:lnTo>
                  <a:pt x="345" y="35"/>
                </a:lnTo>
                <a:lnTo>
                  <a:pt x="348" y="38"/>
                </a:lnTo>
                <a:lnTo>
                  <a:pt x="348" y="44"/>
                </a:lnTo>
                <a:lnTo>
                  <a:pt x="348" y="50"/>
                </a:lnTo>
                <a:lnTo>
                  <a:pt x="347" y="55"/>
                </a:lnTo>
                <a:lnTo>
                  <a:pt x="346" y="60"/>
                </a:lnTo>
                <a:lnTo>
                  <a:pt x="345" y="64"/>
                </a:lnTo>
                <a:lnTo>
                  <a:pt x="345" y="68"/>
                </a:lnTo>
                <a:lnTo>
                  <a:pt x="343" y="72"/>
                </a:lnTo>
                <a:lnTo>
                  <a:pt x="341" y="76"/>
                </a:lnTo>
                <a:lnTo>
                  <a:pt x="341" y="77"/>
                </a:lnTo>
                <a:lnTo>
                  <a:pt x="340" y="79"/>
                </a:lnTo>
                <a:lnTo>
                  <a:pt x="340" y="81"/>
                </a:lnTo>
                <a:lnTo>
                  <a:pt x="340" y="84"/>
                </a:lnTo>
                <a:lnTo>
                  <a:pt x="339" y="89"/>
                </a:lnTo>
                <a:lnTo>
                  <a:pt x="340" y="95"/>
                </a:lnTo>
                <a:lnTo>
                  <a:pt x="340" y="100"/>
                </a:lnTo>
                <a:lnTo>
                  <a:pt x="341" y="105"/>
                </a:lnTo>
                <a:lnTo>
                  <a:pt x="341" y="108"/>
                </a:lnTo>
                <a:lnTo>
                  <a:pt x="343" y="111"/>
                </a:lnTo>
                <a:lnTo>
                  <a:pt x="343" y="113"/>
                </a:lnTo>
                <a:lnTo>
                  <a:pt x="342" y="117"/>
                </a:lnTo>
                <a:lnTo>
                  <a:pt x="341" y="121"/>
                </a:lnTo>
                <a:lnTo>
                  <a:pt x="341" y="124"/>
                </a:lnTo>
                <a:lnTo>
                  <a:pt x="344" y="126"/>
                </a:lnTo>
                <a:lnTo>
                  <a:pt x="346" y="128"/>
                </a:lnTo>
                <a:lnTo>
                  <a:pt x="349" y="128"/>
                </a:lnTo>
                <a:lnTo>
                  <a:pt x="351" y="129"/>
                </a:lnTo>
                <a:lnTo>
                  <a:pt x="354" y="129"/>
                </a:lnTo>
                <a:lnTo>
                  <a:pt x="357" y="130"/>
                </a:lnTo>
                <a:lnTo>
                  <a:pt x="361" y="130"/>
                </a:lnTo>
                <a:lnTo>
                  <a:pt x="366" y="130"/>
                </a:lnTo>
                <a:lnTo>
                  <a:pt x="366" y="130"/>
                </a:lnTo>
                <a:lnTo>
                  <a:pt x="367" y="130"/>
                </a:lnTo>
                <a:lnTo>
                  <a:pt x="369" y="132"/>
                </a:lnTo>
                <a:lnTo>
                  <a:pt x="373" y="135"/>
                </a:lnTo>
                <a:lnTo>
                  <a:pt x="374" y="136"/>
                </a:lnTo>
                <a:lnTo>
                  <a:pt x="375" y="137"/>
                </a:lnTo>
                <a:lnTo>
                  <a:pt x="376" y="139"/>
                </a:lnTo>
                <a:lnTo>
                  <a:pt x="376" y="141"/>
                </a:lnTo>
                <a:lnTo>
                  <a:pt x="377" y="142"/>
                </a:lnTo>
                <a:lnTo>
                  <a:pt x="377" y="144"/>
                </a:lnTo>
                <a:lnTo>
                  <a:pt x="377" y="145"/>
                </a:lnTo>
                <a:lnTo>
                  <a:pt x="377" y="147"/>
                </a:lnTo>
                <a:lnTo>
                  <a:pt x="377" y="151"/>
                </a:lnTo>
                <a:lnTo>
                  <a:pt x="376" y="155"/>
                </a:lnTo>
                <a:lnTo>
                  <a:pt x="375" y="159"/>
                </a:lnTo>
                <a:lnTo>
                  <a:pt x="373" y="162"/>
                </a:lnTo>
                <a:lnTo>
                  <a:pt x="373" y="165"/>
                </a:lnTo>
                <a:lnTo>
                  <a:pt x="371" y="167"/>
                </a:lnTo>
                <a:lnTo>
                  <a:pt x="369" y="169"/>
                </a:lnTo>
                <a:lnTo>
                  <a:pt x="367" y="172"/>
                </a:lnTo>
                <a:lnTo>
                  <a:pt x="365" y="173"/>
                </a:lnTo>
                <a:lnTo>
                  <a:pt x="361" y="176"/>
                </a:lnTo>
                <a:lnTo>
                  <a:pt x="357" y="179"/>
                </a:lnTo>
                <a:lnTo>
                  <a:pt x="350" y="182"/>
                </a:lnTo>
                <a:lnTo>
                  <a:pt x="339" y="189"/>
                </a:lnTo>
                <a:lnTo>
                  <a:pt x="328" y="195"/>
                </a:lnTo>
                <a:lnTo>
                  <a:pt x="325" y="197"/>
                </a:lnTo>
                <a:lnTo>
                  <a:pt x="322" y="199"/>
                </a:lnTo>
                <a:lnTo>
                  <a:pt x="321" y="201"/>
                </a:lnTo>
                <a:lnTo>
                  <a:pt x="318" y="205"/>
                </a:lnTo>
                <a:lnTo>
                  <a:pt x="315" y="211"/>
                </a:lnTo>
                <a:lnTo>
                  <a:pt x="311" y="216"/>
                </a:lnTo>
                <a:lnTo>
                  <a:pt x="309" y="220"/>
                </a:lnTo>
                <a:lnTo>
                  <a:pt x="309" y="224"/>
                </a:lnTo>
                <a:lnTo>
                  <a:pt x="308" y="228"/>
                </a:lnTo>
                <a:lnTo>
                  <a:pt x="306" y="232"/>
                </a:lnTo>
                <a:lnTo>
                  <a:pt x="301" y="235"/>
                </a:lnTo>
                <a:lnTo>
                  <a:pt x="297" y="238"/>
                </a:lnTo>
                <a:lnTo>
                  <a:pt x="297" y="242"/>
                </a:lnTo>
                <a:lnTo>
                  <a:pt x="296" y="247"/>
                </a:lnTo>
                <a:lnTo>
                  <a:pt x="295" y="251"/>
                </a:lnTo>
                <a:lnTo>
                  <a:pt x="294" y="255"/>
                </a:lnTo>
                <a:lnTo>
                  <a:pt x="290" y="263"/>
                </a:lnTo>
                <a:lnTo>
                  <a:pt x="285" y="272"/>
                </a:lnTo>
                <a:lnTo>
                  <a:pt x="279" y="280"/>
                </a:lnTo>
                <a:lnTo>
                  <a:pt x="273" y="287"/>
                </a:lnTo>
                <a:lnTo>
                  <a:pt x="273" y="289"/>
                </a:lnTo>
                <a:lnTo>
                  <a:pt x="271" y="291"/>
                </a:lnTo>
                <a:lnTo>
                  <a:pt x="270" y="293"/>
                </a:lnTo>
                <a:lnTo>
                  <a:pt x="269" y="295"/>
                </a:lnTo>
                <a:lnTo>
                  <a:pt x="269" y="300"/>
                </a:lnTo>
                <a:lnTo>
                  <a:pt x="268" y="305"/>
                </a:lnTo>
                <a:lnTo>
                  <a:pt x="267" y="309"/>
                </a:lnTo>
                <a:lnTo>
                  <a:pt x="265" y="314"/>
                </a:lnTo>
                <a:lnTo>
                  <a:pt x="265" y="317"/>
                </a:lnTo>
                <a:lnTo>
                  <a:pt x="264" y="318"/>
                </a:lnTo>
                <a:lnTo>
                  <a:pt x="263" y="320"/>
                </a:lnTo>
                <a:lnTo>
                  <a:pt x="262" y="322"/>
                </a:lnTo>
                <a:lnTo>
                  <a:pt x="259" y="325"/>
                </a:lnTo>
                <a:lnTo>
                  <a:pt x="252" y="333"/>
                </a:lnTo>
                <a:lnTo>
                  <a:pt x="245" y="339"/>
                </a:lnTo>
                <a:lnTo>
                  <a:pt x="241" y="343"/>
                </a:lnTo>
                <a:lnTo>
                  <a:pt x="236" y="345"/>
                </a:lnTo>
                <a:lnTo>
                  <a:pt x="232" y="345"/>
                </a:lnTo>
                <a:lnTo>
                  <a:pt x="230" y="347"/>
                </a:lnTo>
                <a:lnTo>
                  <a:pt x="228" y="349"/>
                </a:lnTo>
                <a:lnTo>
                  <a:pt x="226" y="350"/>
                </a:lnTo>
                <a:lnTo>
                  <a:pt x="224" y="353"/>
                </a:lnTo>
                <a:lnTo>
                  <a:pt x="222" y="357"/>
                </a:lnTo>
                <a:lnTo>
                  <a:pt x="219" y="361"/>
                </a:lnTo>
                <a:lnTo>
                  <a:pt x="216" y="366"/>
                </a:lnTo>
                <a:lnTo>
                  <a:pt x="213" y="370"/>
                </a:lnTo>
                <a:lnTo>
                  <a:pt x="210" y="374"/>
                </a:lnTo>
                <a:lnTo>
                  <a:pt x="207" y="378"/>
                </a:lnTo>
                <a:lnTo>
                  <a:pt x="203" y="379"/>
                </a:lnTo>
                <a:lnTo>
                  <a:pt x="200" y="381"/>
                </a:lnTo>
                <a:lnTo>
                  <a:pt x="196" y="381"/>
                </a:lnTo>
                <a:lnTo>
                  <a:pt x="192" y="382"/>
                </a:lnTo>
                <a:lnTo>
                  <a:pt x="192" y="385"/>
                </a:lnTo>
                <a:lnTo>
                  <a:pt x="191" y="387"/>
                </a:lnTo>
                <a:lnTo>
                  <a:pt x="187" y="387"/>
                </a:lnTo>
                <a:lnTo>
                  <a:pt x="183" y="387"/>
                </a:lnTo>
                <a:lnTo>
                  <a:pt x="181" y="389"/>
                </a:lnTo>
                <a:lnTo>
                  <a:pt x="180" y="390"/>
                </a:lnTo>
                <a:lnTo>
                  <a:pt x="179" y="392"/>
                </a:lnTo>
                <a:lnTo>
                  <a:pt x="177" y="394"/>
                </a:lnTo>
                <a:lnTo>
                  <a:pt x="176" y="396"/>
                </a:lnTo>
                <a:lnTo>
                  <a:pt x="174" y="398"/>
                </a:lnTo>
                <a:lnTo>
                  <a:pt x="172" y="400"/>
                </a:lnTo>
                <a:lnTo>
                  <a:pt x="171" y="401"/>
                </a:lnTo>
                <a:lnTo>
                  <a:pt x="169" y="402"/>
                </a:lnTo>
                <a:lnTo>
                  <a:pt x="168" y="403"/>
                </a:lnTo>
                <a:lnTo>
                  <a:pt x="166" y="403"/>
                </a:lnTo>
                <a:lnTo>
                  <a:pt x="164" y="404"/>
                </a:lnTo>
                <a:lnTo>
                  <a:pt x="163" y="404"/>
                </a:lnTo>
                <a:lnTo>
                  <a:pt x="161" y="404"/>
                </a:lnTo>
                <a:lnTo>
                  <a:pt x="159" y="405"/>
                </a:lnTo>
                <a:lnTo>
                  <a:pt x="157" y="405"/>
                </a:lnTo>
                <a:lnTo>
                  <a:pt x="152" y="411"/>
                </a:lnTo>
                <a:lnTo>
                  <a:pt x="144" y="417"/>
                </a:lnTo>
                <a:lnTo>
                  <a:pt x="137" y="422"/>
                </a:lnTo>
                <a:lnTo>
                  <a:pt x="129" y="429"/>
                </a:lnTo>
                <a:lnTo>
                  <a:pt x="126" y="431"/>
                </a:lnTo>
                <a:lnTo>
                  <a:pt x="122" y="434"/>
                </a:lnTo>
                <a:lnTo>
                  <a:pt x="117" y="437"/>
                </a:lnTo>
                <a:lnTo>
                  <a:pt x="113" y="439"/>
                </a:lnTo>
                <a:lnTo>
                  <a:pt x="109" y="441"/>
                </a:lnTo>
                <a:lnTo>
                  <a:pt x="105" y="441"/>
                </a:lnTo>
                <a:lnTo>
                  <a:pt x="101" y="442"/>
                </a:lnTo>
                <a:lnTo>
                  <a:pt x="97" y="443"/>
                </a:lnTo>
                <a:lnTo>
                  <a:pt x="96" y="445"/>
                </a:lnTo>
                <a:lnTo>
                  <a:pt x="96" y="447"/>
                </a:lnTo>
                <a:lnTo>
                  <a:pt x="95" y="449"/>
                </a:lnTo>
                <a:lnTo>
                  <a:pt x="94" y="450"/>
                </a:lnTo>
                <a:lnTo>
                  <a:pt x="92" y="451"/>
                </a:lnTo>
                <a:lnTo>
                  <a:pt x="91" y="452"/>
                </a:lnTo>
                <a:lnTo>
                  <a:pt x="89" y="453"/>
                </a:lnTo>
                <a:lnTo>
                  <a:pt x="88" y="453"/>
                </a:lnTo>
                <a:lnTo>
                  <a:pt x="84" y="454"/>
                </a:lnTo>
                <a:lnTo>
                  <a:pt x="81" y="455"/>
                </a:lnTo>
                <a:lnTo>
                  <a:pt x="79" y="456"/>
                </a:lnTo>
                <a:lnTo>
                  <a:pt x="77" y="457"/>
                </a:lnTo>
                <a:lnTo>
                  <a:pt x="76" y="457"/>
                </a:lnTo>
                <a:lnTo>
                  <a:pt x="74" y="459"/>
                </a:lnTo>
                <a:lnTo>
                  <a:pt x="70" y="463"/>
                </a:lnTo>
                <a:lnTo>
                  <a:pt x="66" y="467"/>
                </a:lnTo>
                <a:lnTo>
                  <a:pt x="61" y="472"/>
                </a:lnTo>
                <a:lnTo>
                  <a:pt x="57" y="476"/>
                </a:lnTo>
                <a:lnTo>
                  <a:pt x="56" y="477"/>
                </a:lnTo>
                <a:lnTo>
                  <a:pt x="54" y="477"/>
                </a:lnTo>
                <a:lnTo>
                  <a:pt x="52" y="477"/>
                </a:lnTo>
                <a:lnTo>
                  <a:pt x="51" y="478"/>
                </a:lnTo>
                <a:lnTo>
                  <a:pt x="49" y="478"/>
                </a:lnTo>
                <a:lnTo>
                  <a:pt x="48" y="479"/>
                </a:lnTo>
                <a:lnTo>
                  <a:pt x="46" y="480"/>
                </a:lnTo>
                <a:lnTo>
                  <a:pt x="45" y="481"/>
                </a:lnTo>
                <a:lnTo>
                  <a:pt x="40" y="487"/>
                </a:lnTo>
                <a:lnTo>
                  <a:pt x="33" y="494"/>
                </a:lnTo>
                <a:lnTo>
                  <a:pt x="30" y="497"/>
                </a:lnTo>
                <a:lnTo>
                  <a:pt x="28" y="501"/>
                </a:lnTo>
                <a:lnTo>
                  <a:pt x="24" y="503"/>
                </a:lnTo>
                <a:lnTo>
                  <a:pt x="21" y="505"/>
                </a:lnTo>
                <a:lnTo>
                  <a:pt x="16" y="505"/>
                </a:lnTo>
                <a:lnTo>
                  <a:pt x="12" y="505"/>
                </a:lnTo>
                <a:lnTo>
                  <a:pt x="9" y="505"/>
                </a:lnTo>
                <a:lnTo>
                  <a:pt x="5" y="505"/>
                </a:lnTo>
                <a:lnTo>
                  <a:pt x="3" y="502"/>
                </a:lnTo>
                <a:lnTo>
                  <a:pt x="0" y="500"/>
                </a:lnTo>
                <a:lnTo>
                  <a:pt x="0" y="498"/>
                </a:lnTo>
                <a:lnTo>
                  <a:pt x="0" y="496"/>
                </a:lnTo>
                <a:lnTo>
                  <a:pt x="8" y="490"/>
                </a:lnTo>
                <a:lnTo>
                  <a:pt x="15" y="483"/>
                </a:lnTo>
                <a:lnTo>
                  <a:pt x="21" y="477"/>
                </a:lnTo>
                <a:lnTo>
                  <a:pt x="28" y="470"/>
                </a:lnTo>
                <a:lnTo>
                  <a:pt x="31" y="469"/>
                </a:lnTo>
                <a:lnTo>
                  <a:pt x="35" y="466"/>
                </a:lnTo>
                <a:lnTo>
                  <a:pt x="38" y="465"/>
                </a:lnTo>
                <a:lnTo>
                  <a:pt x="41" y="463"/>
                </a:lnTo>
                <a:lnTo>
                  <a:pt x="44" y="461"/>
                </a:lnTo>
                <a:lnTo>
                  <a:pt x="48" y="459"/>
                </a:lnTo>
                <a:lnTo>
                  <a:pt x="51" y="457"/>
                </a:lnTo>
                <a:lnTo>
                  <a:pt x="53" y="454"/>
                </a:lnTo>
                <a:lnTo>
                  <a:pt x="57" y="449"/>
                </a:lnTo>
                <a:lnTo>
                  <a:pt x="60" y="445"/>
                </a:lnTo>
                <a:lnTo>
                  <a:pt x="64" y="444"/>
                </a:lnTo>
                <a:lnTo>
                  <a:pt x="70" y="443"/>
                </a:lnTo>
                <a:lnTo>
                  <a:pt x="73" y="440"/>
                </a:lnTo>
                <a:lnTo>
                  <a:pt x="77" y="436"/>
                </a:lnTo>
                <a:lnTo>
                  <a:pt x="81" y="433"/>
                </a:lnTo>
                <a:lnTo>
                  <a:pt x="85" y="429"/>
                </a:lnTo>
                <a:lnTo>
                  <a:pt x="89" y="429"/>
                </a:lnTo>
                <a:lnTo>
                  <a:pt x="93" y="429"/>
                </a:lnTo>
                <a:lnTo>
                  <a:pt x="94" y="428"/>
                </a:lnTo>
                <a:lnTo>
                  <a:pt x="96" y="426"/>
                </a:lnTo>
                <a:lnTo>
                  <a:pt x="96" y="425"/>
                </a:lnTo>
                <a:lnTo>
                  <a:pt x="98" y="423"/>
                </a:lnTo>
                <a:lnTo>
                  <a:pt x="100" y="420"/>
                </a:lnTo>
                <a:lnTo>
                  <a:pt x="104" y="417"/>
                </a:lnTo>
                <a:lnTo>
                  <a:pt x="107" y="417"/>
                </a:lnTo>
                <a:lnTo>
                  <a:pt x="111" y="415"/>
                </a:lnTo>
                <a:lnTo>
                  <a:pt x="112" y="413"/>
                </a:lnTo>
                <a:lnTo>
                  <a:pt x="115" y="412"/>
                </a:lnTo>
                <a:lnTo>
                  <a:pt x="116" y="410"/>
                </a:lnTo>
                <a:lnTo>
                  <a:pt x="117" y="408"/>
                </a:lnTo>
                <a:lnTo>
                  <a:pt x="119" y="406"/>
                </a:lnTo>
                <a:lnTo>
                  <a:pt x="120" y="404"/>
                </a:lnTo>
                <a:lnTo>
                  <a:pt x="122" y="403"/>
                </a:lnTo>
                <a:lnTo>
                  <a:pt x="124" y="401"/>
                </a:lnTo>
                <a:lnTo>
                  <a:pt x="128" y="399"/>
                </a:lnTo>
                <a:lnTo>
                  <a:pt x="132" y="396"/>
                </a:lnTo>
                <a:lnTo>
                  <a:pt x="136" y="393"/>
                </a:lnTo>
                <a:lnTo>
                  <a:pt x="140" y="389"/>
                </a:lnTo>
                <a:lnTo>
                  <a:pt x="141" y="387"/>
                </a:lnTo>
                <a:lnTo>
                  <a:pt x="142" y="385"/>
                </a:lnTo>
                <a:lnTo>
                  <a:pt x="143" y="383"/>
                </a:lnTo>
                <a:lnTo>
                  <a:pt x="144" y="382"/>
                </a:lnTo>
                <a:lnTo>
                  <a:pt x="144" y="381"/>
                </a:lnTo>
                <a:lnTo>
                  <a:pt x="145" y="381"/>
                </a:lnTo>
                <a:lnTo>
                  <a:pt x="152" y="377"/>
                </a:lnTo>
                <a:lnTo>
                  <a:pt x="158" y="372"/>
                </a:lnTo>
                <a:lnTo>
                  <a:pt x="164" y="368"/>
                </a:lnTo>
                <a:lnTo>
                  <a:pt x="171" y="363"/>
                </a:lnTo>
                <a:lnTo>
                  <a:pt x="178" y="357"/>
                </a:lnTo>
                <a:lnTo>
                  <a:pt x="184" y="352"/>
                </a:lnTo>
                <a:lnTo>
                  <a:pt x="191" y="346"/>
                </a:lnTo>
                <a:lnTo>
                  <a:pt x="197" y="340"/>
                </a:lnTo>
                <a:lnTo>
                  <a:pt x="204" y="333"/>
                </a:lnTo>
                <a:lnTo>
                  <a:pt x="209" y="326"/>
                </a:lnTo>
                <a:lnTo>
                  <a:pt x="214" y="319"/>
                </a:lnTo>
                <a:lnTo>
                  <a:pt x="218" y="312"/>
                </a:lnTo>
                <a:lnTo>
                  <a:pt x="220" y="308"/>
                </a:lnTo>
                <a:lnTo>
                  <a:pt x="222" y="304"/>
                </a:lnTo>
                <a:lnTo>
                  <a:pt x="224" y="300"/>
                </a:lnTo>
                <a:lnTo>
                  <a:pt x="225" y="296"/>
                </a:lnTo>
                <a:lnTo>
                  <a:pt x="227" y="293"/>
                </a:lnTo>
                <a:lnTo>
                  <a:pt x="228" y="289"/>
                </a:lnTo>
                <a:lnTo>
                  <a:pt x="228" y="284"/>
                </a:lnTo>
                <a:lnTo>
                  <a:pt x="229" y="280"/>
                </a:lnTo>
                <a:lnTo>
                  <a:pt x="228" y="280"/>
                </a:lnTo>
                <a:lnTo>
                  <a:pt x="228" y="278"/>
                </a:lnTo>
                <a:lnTo>
                  <a:pt x="224" y="279"/>
                </a:lnTo>
                <a:lnTo>
                  <a:pt x="220" y="279"/>
                </a:lnTo>
                <a:lnTo>
                  <a:pt x="218" y="280"/>
                </a:lnTo>
                <a:lnTo>
                  <a:pt x="216" y="281"/>
                </a:lnTo>
                <a:lnTo>
                  <a:pt x="211" y="283"/>
                </a:lnTo>
                <a:lnTo>
                  <a:pt x="207" y="285"/>
                </a:lnTo>
                <a:lnTo>
                  <a:pt x="202" y="286"/>
                </a:lnTo>
                <a:lnTo>
                  <a:pt x="198" y="288"/>
                </a:lnTo>
                <a:lnTo>
                  <a:pt x="193" y="289"/>
                </a:lnTo>
                <a:lnTo>
                  <a:pt x="189" y="289"/>
                </a:lnTo>
                <a:lnTo>
                  <a:pt x="185" y="289"/>
                </a:lnTo>
                <a:lnTo>
                  <a:pt x="181" y="289"/>
                </a:lnTo>
                <a:lnTo>
                  <a:pt x="177" y="289"/>
                </a:lnTo>
                <a:lnTo>
                  <a:pt x="173" y="289"/>
                </a:lnTo>
                <a:lnTo>
                  <a:pt x="169" y="287"/>
                </a:lnTo>
                <a:lnTo>
                  <a:pt x="166" y="286"/>
                </a:lnTo>
                <a:lnTo>
                  <a:pt x="162" y="285"/>
                </a:lnTo>
                <a:lnTo>
                  <a:pt x="159" y="283"/>
                </a:lnTo>
                <a:lnTo>
                  <a:pt x="156" y="281"/>
                </a:lnTo>
                <a:lnTo>
                  <a:pt x="152" y="280"/>
                </a:lnTo>
                <a:lnTo>
                  <a:pt x="149" y="277"/>
                </a:lnTo>
                <a:lnTo>
                  <a:pt x="146" y="276"/>
                </a:lnTo>
                <a:lnTo>
                  <a:pt x="141" y="273"/>
                </a:lnTo>
                <a:lnTo>
                  <a:pt x="136" y="270"/>
                </a:lnTo>
                <a:lnTo>
                  <a:pt x="136" y="269"/>
                </a:lnTo>
                <a:lnTo>
                  <a:pt x="135" y="269"/>
                </a:lnTo>
                <a:lnTo>
                  <a:pt x="134" y="268"/>
                </a:lnTo>
                <a:lnTo>
                  <a:pt x="133" y="266"/>
                </a:lnTo>
                <a:lnTo>
                  <a:pt x="133" y="265"/>
                </a:lnTo>
                <a:lnTo>
                  <a:pt x="132" y="264"/>
                </a:lnTo>
                <a:lnTo>
                  <a:pt x="132" y="261"/>
                </a:lnTo>
                <a:lnTo>
                  <a:pt x="132" y="259"/>
                </a:lnTo>
                <a:lnTo>
                  <a:pt x="132" y="258"/>
                </a:lnTo>
                <a:lnTo>
                  <a:pt x="131" y="257"/>
                </a:lnTo>
                <a:lnTo>
                  <a:pt x="131" y="255"/>
                </a:lnTo>
                <a:lnTo>
                  <a:pt x="131" y="254"/>
                </a:lnTo>
                <a:lnTo>
                  <a:pt x="131" y="253"/>
                </a:lnTo>
                <a:lnTo>
                  <a:pt x="132" y="252"/>
                </a:lnTo>
                <a:lnTo>
                  <a:pt x="132" y="250"/>
                </a:lnTo>
                <a:lnTo>
                  <a:pt x="132" y="249"/>
                </a:lnTo>
                <a:lnTo>
                  <a:pt x="135" y="246"/>
                </a:lnTo>
                <a:lnTo>
                  <a:pt x="138" y="244"/>
                </a:lnTo>
                <a:lnTo>
                  <a:pt x="141" y="241"/>
                </a:lnTo>
                <a:lnTo>
                  <a:pt x="144" y="239"/>
                </a:lnTo>
                <a:lnTo>
                  <a:pt x="152" y="234"/>
                </a:lnTo>
                <a:lnTo>
                  <a:pt x="160" y="230"/>
                </a:lnTo>
                <a:lnTo>
                  <a:pt x="167" y="227"/>
                </a:lnTo>
                <a:lnTo>
                  <a:pt x="172" y="225"/>
                </a:lnTo>
                <a:lnTo>
                  <a:pt x="177" y="224"/>
                </a:lnTo>
                <a:lnTo>
                  <a:pt x="183" y="222"/>
                </a:lnTo>
                <a:lnTo>
                  <a:pt x="188" y="221"/>
                </a:lnTo>
                <a:lnTo>
                  <a:pt x="195" y="220"/>
                </a:lnTo>
                <a:lnTo>
                  <a:pt x="198" y="219"/>
                </a:lnTo>
                <a:lnTo>
                  <a:pt x="200" y="217"/>
                </a:lnTo>
                <a:lnTo>
                  <a:pt x="203" y="216"/>
                </a:lnTo>
                <a:lnTo>
                  <a:pt x="205" y="213"/>
                </a:lnTo>
                <a:lnTo>
                  <a:pt x="207" y="212"/>
                </a:lnTo>
                <a:lnTo>
                  <a:pt x="209" y="209"/>
                </a:lnTo>
                <a:lnTo>
                  <a:pt x="212" y="208"/>
                </a:lnTo>
                <a:lnTo>
                  <a:pt x="215" y="206"/>
                </a:lnTo>
                <a:lnTo>
                  <a:pt x="218" y="205"/>
                </a:lnTo>
                <a:lnTo>
                  <a:pt x="222" y="204"/>
                </a:lnTo>
                <a:lnTo>
                  <a:pt x="226" y="202"/>
                </a:lnTo>
                <a:lnTo>
                  <a:pt x="230" y="201"/>
                </a:lnTo>
                <a:lnTo>
                  <a:pt x="235" y="200"/>
                </a:lnTo>
                <a:lnTo>
                  <a:pt x="239" y="198"/>
                </a:lnTo>
                <a:lnTo>
                  <a:pt x="242" y="197"/>
                </a:lnTo>
                <a:lnTo>
                  <a:pt x="246" y="195"/>
                </a:lnTo>
                <a:lnTo>
                  <a:pt x="248" y="193"/>
                </a:lnTo>
                <a:lnTo>
                  <a:pt x="249" y="191"/>
                </a:lnTo>
                <a:lnTo>
                  <a:pt x="250" y="189"/>
                </a:lnTo>
                <a:lnTo>
                  <a:pt x="252" y="187"/>
                </a:lnTo>
                <a:lnTo>
                  <a:pt x="253" y="184"/>
                </a:lnTo>
                <a:lnTo>
                  <a:pt x="254" y="182"/>
                </a:lnTo>
                <a:lnTo>
                  <a:pt x="256" y="180"/>
                </a:lnTo>
                <a:lnTo>
                  <a:pt x="257" y="179"/>
                </a:lnTo>
                <a:lnTo>
                  <a:pt x="261" y="176"/>
                </a:lnTo>
                <a:lnTo>
                  <a:pt x="266" y="175"/>
                </a:lnTo>
                <a:lnTo>
                  <a:pt x="269" y="173"/>
                </a:lnTo>
                <a:lnTo>
                  <a:pt x="270" y="172"/>
                </a:lnTo>
                <a:lnTo>
                  <a:pt x="273" y="171"/>
                </a:lnTo>
                <a:lnTo>
                  <a:pt x="273" y="169"/>
                </a:lnTo>
                <a:lnTo>
                  <a:pt x="273" y="160"/>
                </a:lnTo>
                <a:lnTo>
                  <a:pt x="273" y="152"/>
                </a:lnTo>
                <a:lnTo>
                  <a:pt x="273" y="144"/>
                </a:lnTo>
                <a:lnTo>
                  <a:pt x="273" y="136"/>
                </a:lnTo>
                <a:lnTo>
                  <a:pt x="274" y="133"/>
                </a:lnTo>
                <a:lnTo>
                  <a:pt x="275" y="127"/>
                </a:lnTo>
                <a:lnTo>
                  <a:pt x="276" y="118"/>
                </a:lnTo>
                <a:lnTo>
                  <a:pt x="277" y="108"/>
                </a:lnTo>
                <a:lnTo>
                  <a:pt x="278" y="98"/>
                </a:lnTo>
                <a:lnTo>
                  <a:pt x="279" y="90"/>
                </a:lnTo>
                <a:lnTo>
                  <a:pt x="279" y="83"/>
                </a:lnTo>
                <a:lnTo>
                  <a:pt x="279" y="79"/>
                </a:lnTo>
                <a:lnTo>
                  <a:pt x="278" y="76"/>
                </a:lnTo>
                <a:lnTo>
                  <a:pt x="278" y="70"/>
                </a:lnTo>
                <a:lnTo>
                  <a:pt x="277" y="60"/>
                </a:lnTo>
                <a:lnTo>
                  <a:pt x="276" y="50"/>
                </a:lnTo>
                <a:lnTo>
                  <a:pt x="275" y="40"/>
                </a:lnTo>
                <a:lnTo>
                  <a:pt x="274" y="31"/>
                </a:lnTo>
                <a:lnTo>
                  <a:pt x="274" y="24"/>
                </a:lnTo>
                <a:lnTo>
                  <a:pt x="273" y="22"/>
                </a:lnTo>
                <a:lnTo>
                  <a:pt x="276" y="17"/>
                </a:lnTo>
                <a:lnTo>
                  <a:pt x="277" y="12"/>
                </a:lnTo>
                <a:lnTo>
                  <a:pt x="280" y="7"/>
                </a:lnTo>
                <a:lnTo>
                  <a:pt x="281" y="1"/>
                </a:lnTo>
                <a:lnTo>
                  <a:pt x="285" y="2"/>
                </a:lnTo>
                <a:lnTo>
                  <a:pt x="286" y="1"/>
                </a:lnTo>
                <a:lnTo>
                  <a:pt x="287" y="1"/>
                </a:lnTo>
                <a:lnTo>
                  <a:pt x="289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3" name="íṩḷiḋe">
            <a:extLst>
              <a:ext uri="{FF2B5EF4-FFF2-40B4-BE49-F238E27FC236}">
                <a16:creationId xmlns:a16="http://schemas.microsoft.com/office/drawing/2014/main" id="{B8E5D179-53E1-4034-80CA-625A6A4B9E0F}"/>
              </a:ext>
            </a:extLst>
          </p:cNvPr>
          <p:cNvSpPr>
            <a:spLocks noGrp="1"/>
          </p:cNvSpPr>
          <p:nvPr/>
        </p:nvSpPr>
        <p:spPr>
          <a:xfrm>
            <a:off x="2581200" y="731520"/>
            <a:ext cx="68040" cy="63360"/>
          </a:xfrm>
          <a:custGeom>
            <a:avLst/>
            <a:gdLst>
              <a:gd name="textAreaLeft" fmla="*/ 0 w 68040"/>
              <a:gd name="textAreaRight" fmla="*/ 68400 w 68040"/>
              <a:gd name="textAreaTop" fmla="*/ 0 h 63360"/>
              <a:gd name="textAreaBottom" fmla="*/ 63720 h 63360"/>
              <a:gd name="GluePoint1X" fmla="*/ 5 w 157"/>
              <a:gd name="GluePoint1Y" fmla="*/ 0 h 146"/>
              <a:gd name="GluePoint2X" fmla="*/ 9 w 157"/>
              <a:gd name="GluePoint2Y" fmla="*/ 0 h 146"/>
              <a:gd name="GluePoint3X" fmla="*/ 11 w 157"/>
              <a:gd name="GluePoint3Y" fmla="*/ 2 h 146"/>
              <a:gd name="GluePoint4X" fmla="*/ 14 w 157"/>
              <a:gd name="GluePoint4Y" fmla="*/ 4 h 146"/>
              <a:gd name="GluePoint5X" fmla="*/ 17 w 157"/>
              <a:gd name="GluePoint5Y" fmla="*/ 7 h 146"/>
              <a:gd name="GluePoint6X" fmla="*/ 19 w 157"/>
              <a:gd name="GluePoint6Y" fmla="*/ 11 h 146"/>
              <a:gd name="GluePoint7X" fmla="*/ 27 w 157"/>
              <a:gd name="GluePoint7Y" fmla="*/ 19 h 146"/>
              <a:gd name="GluePoint8X" fmla="*/ 37 w 157"/>
              <a:gd name="GluePoint8Y" fmla="*/ 28 h 146"/>
              <a:gd name="GluePoint9X" fmla="*/ 45 w 157"/>
              <a:gd name="GluePoint9Y" fmla="*/ 38 h 146"/>
              <a:gd name="GluePoint10X" fmla="*/ 49 w 157"/>
              <a:gd name="GluePoint10Y" fmla="*/ 49 h 146"/>
              <a:gd name="GluePoint11X" fmla="*/ 54 w 157"/>
              <a:gd name="GluePoint11Y" fmla="*/ 56 h 146"/>
              <a:gd name="GluePoint12X" fmla="*/ 61 w 157"/>
              <a:gd name="GluePoint12Y" fmla="*/ 61 h 146"/>
              <a:gd name="GluePoint13X" fmla="*/ 64 w 157"/>
              <a:gd name="GluePoint13Y" fmla="*/ 66 h 146"/>
              <a:gd name="GluePoint14X" fmla="*/ 72 w 157"/>
              <a:gd name="GluePoint14Y" fmla="*/ 72 h 146"/>
              <a:gd name="GluePoint15X" fmla="*/ 85 w 157"/>
              <a:gd name="GluePoint15Y" fmla="*/ 81 h 146"/>
              <a:gd name="GluePoint16X" fmla="*/ 99 w 157"/>
              <a:gd name="GluePoint16Y" fmla="*/ 90 h 146"/>
              <a:gd name="GluePoint17X" fmla="*/ 113 w 157"/>
              <a:gd name="GluePoint17Y" fmla="*/ 98 h 146"/>
              <a:gd name="GluePoint18X" fmla="*/ 121 w 157"/>
              <a:gd name="GluePoint18Y" fmla="*/ 104 h 146"/>
              <a:gd name="GluePoint19X" fmla="*/ 124 w 157"/>
              <a:gd name="GluePoint19Y" fmla="*/ 104 h 146"/>
              <a:gd name="GluePoint20X" fmla="*/ 127 w 157"/>
              <a:gd name="GluePoint20Y" fmla="*/ 104 h 146"/>
              <a:gd name="GluePoint21X" fmla="*/ 131 w 157"/>
              <a:gd name="GluePoint21Y" fmla="*/ 104 h 146"/>
              <a:gd name="GluePoint22X" fmla="*/ 138 w 157"/>
              <a:gd name="GluePoint22Y" fmla="*/ 108 h 146"/>
              <a:gd name="GluePoint23X" fmla="*/ 148 w 157"/>
              <a:gd name="GluePoint23Y" fmla="*/ 114 h 146"/>
              <a:gd name="GluePoint24X" fmla="*/ 154 w 157"/>
              <a:gd name="GluePoint24Y" fmla="*/ 119 h 146"/>
              <a:gd name="GluePoint25X" fmla="*/ 157 w 157"/>
              <a:gd name="GluePoint25Y" fmla="*/ 125 h 146"/>
              <a:gd name="GluePoint26X" fmla="*/ 156 w 157"/>
              <a:gd name="GluePoint26Y" fmla="*/ 130 h 146"/>
              <a:gd name="GluePoint27X" fmla="*/ 155 w 157"/>
              <a:gd name="GluePoint27Y" fmla="*/ 135 h 146"/>
              <a:gd name="GluePoint28X" fmla="*/ 153 w 157"/>
              <a:gd name="GluePoint28Y" fmla="*/ 139 h 146"/>
              <a:gd name="GluePoint29X" fmla="*/ 149 w 157"/>
              <a:gd name="GluePoint29Y" fmla="*/ 141 h 146"/>
              <a:gd name="GluePoint30X" fmla="*/ 145 w 157"/>
              <a:gd name="GluePoint30Y" fmla="*/ 142 h 146"/>
              <a:gd name="GluePoint31X" fmla="*/ 136 w 157"/>
              <a:gd name="GluePoint31Y" fmla="*/ 142 h 146"/>
              <a:gd name="GluePoint32X" fmla="*/ 122 w 157"/>
              <a:gd name="GluePoint32Y" fmla="*/ 139 h 146"/>
              <a:gd name="GluePoint33X" fmla="*/ 112 w 157"/>
              <a:gd name="GluePoint33Y" fmla="*/ 137 h 146"/>
              <a:gd name="GluePoint34X" fmla="*/ 107 w 157"/>
              <a:gd name="GluePoint34Y" fmla="*/ 137 h 146"/>
              <a:gd name="GluePoint35X" fmla="*/ 104 w 157"/>
              <a:gd name="GluePoint35Y" fmla="*/ 138 h 146"/>
              <a:gd name="GluePoint36X" fmla="*/ 100 w 157"/>
              <a:gd name="GluePoint36Y" fmla="*/ 141 h 146"/>
              <a:gd name="GluePoint37X" fmla="*/ 94 w 157"/>
              <a:gd name="GluePoint37Y" fmla="*/ 144 h 146"/>
              <a:gd name="GluePoint38X" fmla="*/ 85 w 157"/>
              <a:gd name="GluePoint38Y" fmla="*/ 146 h 146"/>
              <a:gd name="GluePoint39X" fmla="*/ 76 w 157"/>
              <a:gd name="GluePoint39Y" fmla="*/ 146 h 146"/>
              <a:gd name="GluePoint40X" fmla="*/ 67 w 157"/>
              <a:gd name="GluePoint40Y" fmla="*/ 145 h 146"/>
              <a:gd name="GluePoint41X" fmla="*/ 61 w 157"/>
              <a:gd name="GluePoint41Y" fmla="*/ 140 h 146"/>
              <a:gd name="GluePoint42X" fmla="*/ 57 w 157"/>
              <a:gd name="GluePoint42Y" fmla="*/ 134 h 146"/>
              <a:gd name="GluePoint43X" fmla="*/ 51 w 157"/>
              <a:gd name="GluePoint43Y" fmla="*/ 128 h 146"/>
              <a:gd name="GluePoint44X" fmla="*/ 46 w 157"/>
              <a:gd name="GluePoint44Y" fmla="*/ 122 h 146"/>
              <a:gd name="GluePoint45X" fmla="*/ 41 w 157"/>
              <a:gd name="GluePoint45Y" fmla="*/ 115 h 146"/>
              <a:gd name="GluePoint46X" fmla="*/ 38 w 157"/>
              <a:gd name="GluePoint46Y" fmla="*/ 107 h 146"/>
              <a:gd name="GluePoint47X" fmla="*/ 33 w 157"/>
              <a:gd name="GluePoint47Y" fmla="*/ 93 h 146"/>
              <a:gd name="GluePoint48X" fmla="*/ 29 w 157"/>
              <a:gd name="GluePoint48Y" fmla="*/ 79 h 146"/>
              <a:gd name="GluePoint49X" fmla="*/ 25 w 157"/>
              <a:gd name="GluePoint49Y" fmla="*/ 70 h 146"/>
              <a:gd name="GluePoint50X" fmla="*/ 16 w 157"/>
              <a:gd name="GluePoint50Y" fmla="*/ 54 h 146"/>
              <a:gd name="GluePoint51X" fmla="*/ 7 w 157"/>
              <a:gd name="GluePoint51Y" fmla="*/ 38 h 146"/>
              <a:gd name="GluePoint52X" fmla="*/ 3 w 157"/>
              <a:gd name="GluePoint52Y" fmla="*/ 27 h 146"/>
              <a:gd name="GluePoint53X" fmla="*/ 0 w 157"/>
              <a:gd name="GluePoint53Y" fmla="*/ 17 h 146"/>
              <a:gd name="GluePoint54X" fmla="*/ 0 w 157"/>
              <a:gd name="GluePoint54Y" fmla="*/ 8 h 146"/>
              <a:gd name="GluePoint55X" fmla="*/ 0 w 157"/>
              <a:gd name="GluePoint55Y" fmla="*/ 3 h 146"/>
            </a:gdLst>
            <a:ahLst/>
            <a:cxnLst/>
            <a:rect l="textAreaLeft" t="textAreaTop" r="textAreaRight" b="textAreaBottom"/>
            <a:pathLst>
              <a:path w="157" h="146">
                <a:moveTo>
                  <a:pt x="1" y="0"/>
                </a:moveTo>
                <a:lnTo>
                  <a:pt x="5" y="0"/>
                </a:lnTo>
                <a:lnTo>
                  <a:pt x="8" y="0"/>
                </a:lnTo>
                <a:lnTo>
                  <a:pt x="9" y="0"/>
                </a:lnTo>
                <a:lnTo>
                  <a:pt x="10" y="1"/>
                </a:lnTo>
                <a:lnTo>
                  <a:pt x="11" y="2"/>
                </a:lnTo>
                <a:lnTo>
                  <a:pt x="13" y="3"/>
                </a:lnTo>
                <a:lnTo>
                  <a:pt x="14" y="4"/>
                </a:lnTo>
                <a:lnTo>
                  <a:pt x="15" y="6"/>
                </a:lnTo>
                <a:lnTo>
                  <a:pt x="17" y="7"/>
                </a:lnTo>
                <a:lnTo>
                  <a:pt x="17" y="8"/>
                </a:lnTo>
                <a:lnTo>
                  <a:pt x="19" y="11"/>
                </a:lnTo>
                <a:lnTo>
                  <a:pt x="21" y="14"/>
                </a:lnTo>
                <a:lnTo>
                  <a:pt x="27" y="19"/>
                </a:lnTo>
                <a:lnTo>
                  <a:pt x="33" y="24"/>
                </a:lnTo>
                <a:lnTo>
                  <a:pt x="37" y="28"/>
                </a:lnTo>
                <a:lnTo>
                  <a:pt x="42" y="33"/>
                </a:lnTo>
                <a:lnTo>
                  <a:pt x="45" y="38"/>
                </a:lnTo>
                <a:lnTo>
                  <a:pt x="47" y="43"/>
                </a:lnTo>
                <a:lnTo>
                  <a:pt x="49" y="49"/>
                </a:lnTo>
                <a:lnTo>
                  <a:pt x="51" y="54"/>
                </a:lnTo>
                <a:lnTo>
                  <a:pt x="54" y="56"/>
                </a:lnTo>
                <a:lnTo>
                  <a:pt x="57" y="58"/>
                </a:lnTo>
                <a:lnTo>
                  <a:pt x="61" y="61"/>
                </a:lnTo>
                <a:lnTo>
                  <a:pt x="63" y="63"/>
                </a:lnTo>
                <a:lnTo>
                  <a:pt x="64" y="66"/>
                </a:lnTo>
                <a:lnTo>
                  <a:pt x="65" y="68"/>
                </a:lnTo>
                <a:lnTo>
                  <a:pt x="72" y="72"/>
                </a:lnTo>
                <a:lnTo>
                  <a:pt x="78" y="77"/>
                </a:lnTo>
                <a:lnTo>
                  <a:pt x="85" y="81"/>
                </a:lnTo>
                <a:lnTo>
                  <a:pt x="92" y="85"/>
                </a:lnTo>
                <a:lnTo>
                  <a:pt x="99" y="90"/>
                </a:lnTo>
                <a:lnTo>
                  <a:pt x="106" y="94"/>
                </a:lnTo>
                <a:lnTo>
                  <a:pt x="113" y="98"/>
                </a:lnTo>
                <a:lnTo>
                  <a:pt x="119" y="102"/>
                </a:lnTo>
                <a:lnTo>
                  <a:pt x="121" y="104"/>
                </a:lnTo>
                <a:lnTo>
                  <a:pt x="122" y="104"/>
                </a:lnTo>
                <a:lnTo>
                  <a:pt x="124" y="104"/>
                </a:lnTo>
                <a:lnTo>
                  <a:pt x="125" y="104"/>
                </a:lnTo>
                <a:lnTo>
                  <a:pt x="127" y="104"/>
                </a:lnTo>
                <a:lnTo>
                  <a:pt x="129" y="104"/>
                </a:lnTo>
                <a:lnTo>
                  <a:pt x="131" y="104"/>
                </a:lnTo>
                <a:lnTo>
                  <a:pt x="133" y="105"/>
                </a:lnTo>
                <a:lnTo>
                  <a:pt x="138" y="108"/>
                </a:lnTo>
                <a:lnTo>
                  <a:pt x="145" y="113"/>
                </a:lnTo>
                <a:lnTo>
                  <a:pt x="148" y="114"/>
                </a:lnTo>
                <a:lnTo>
                  <a:pt x="151" y="117"/>
                </a:lnTo>
                <a:lnTo>
                  <a:pt x="154" y="119"/>
                </a:lnTo>
                <a:lnTo>
                  <a:pt x="156" y="122"/>
                </a:lnTo>
                <a:lnTo>
                  <a:pt x="157" y="125"/>
                </a:lnTo>
                <a:lnTo>
                  <a:pt x="157" y="128"/>
                </a:lnTo>
                <a:lnTo>
                  <a:pt x="156" y="130"/>
                </a:lnTo>
                <a:lnTo>
                  <a:pt x="156" y="133"/>
                </a:lnTo>
                <a:lnTo>
                  <a:pt x="155" y="135"/>
                </a:lnTo>
                <a:lnTo>
                  <a:pt x="154" y="137"/>
                </a:lnTo>
                <a:lnTo>
                  <a:pt x="153" y="139"/>
                </a:lnTo>
                <a:lnTo>
                  <a:pt x="151" y="140"/>
                </a:lnTo>
                <a:lnTo>
                  <a:pt x="149" y="141"/>
                </a:lnTo>
                <a:lnTo>
                  <a:pt x="147" y="142"/>
                </a:lnTo>
                <a:lnTo>
                  <a:pt x="145" y="142"/>
                </a:lnTo>
                <a:lnTo>
                  <a:pt x="142" y="142"/>
                </a:lnTo>
                <a:lnTo>
                  <a:pt x="136" y="142"/>
                </a:lnTo>
                <a:lnTo>
                  <a:pt x="129" y="141"/>
                </a:lnTo>
                <a:lnTo>
                  <a:pt x="122" y="139"/>
                </a:lnTo>
                <a:lnTo>
                  <a:pt x="117" y="138"/>
                </a:lnTo>
                <a:lnTo>
                  <a:pt x="112" y="137"/>
                </a:lnTo>
                <a:lnTo>
                  <a:pt x="109" y="136"/>
                </a:lnTo>
                <a:lnTo>
                  <a:pt x="107" y="137"/>
                </a:lnTo>
                <a:lnTo>
                  <a:pt x="105" y="137"/>
                </a:lnTo>
                <a:lnTo>
                  <a:pt x="104" y="138"/>
                </a:lnTo>
                <a:lnTo>
                  <a:pt x="103" y="139"/>
                </a:lnTo>
                <a:lnTo>
                  <a:pt x="100" y="141"/>
                </a:lnTo>
                <a:lnTo>
                  <a:pt x="98" y="142"/>
                </a:lnTo>
                <a:lnTo>
                  <a:pt x="94" y="144"/>
                </a:lnTo>
                <a:lnTo>
                  <a:pt x="90" y="145"/>
                </a:lnTo>
                <a:lnTo>
                  <a:pt x="85" y="146"/>
                </a:lnTo>
                <a:lnTo>
                  <a:pt x="81" y="146"/>
                </a:lnTo>
                <a:lnTo>
                  <a:pt x="76" y="146"/>
                </a:lnTo>
                <a:lnTo>
                  <a:pt x="72" y="146"/>
                </a:lnTo>
                <a:lnTo>
                  <a:pt x="67" y="145"/>
                </a:lnTo>
                <a:lnTo>
                  <a:pt x="63" y="144"/>
                </a:lnTo>
                <a:lnTo>
                  <a:pt x="61" y="140"/>
                </a:lnTo>
                <a:lnTo>
                  <a:pt x="59" y="136"/>
                </a:lnTo>
                <a:lnTo>
                  <a:pt x="57" y="134"/>
                </a:lnTo>
                <a:lnTo>
                  <a:pt x="54" y="130"/>
                </a:lnTo>
                <a:lnTo>
                  <a:pt x="51" y="128"/>
                </a:lnTo>
                <a:lnTo>
                  <a:pt x="49" y="125"/>
                </a:lnTo>
                <a:lnTo>
                  <a:pt x="46" y="122"/>
                </a:lnTo>
                <a:lnTo>
                  <a:pt x="44" y="118"/>
                </a:lnTo>
                <a:lnTo>
                  <a:pt x="41" y="115"/>
                </a:lnTo>
                <a:lnTo>
                  <a:pt x="40" y="111"/>
                </a:lnTo>
                <a:lnTo>
                  <a:pt x="38" y="107"/>
                </a:lnTo>
                <a:lnTo>
                  <a:pt x="37" y="102"/>
                </a:lnTo>
                <a:lnTo>
                  <a:pt x="33" y="93"/>
                </a:lnTo>
                <a:lnTo>
                  <a:pt x="31" y="84"/>
                </a:lnTo>
                <a:lnTo>
                  <a:pt x="29" y="79"/>
                </a:lnTo>
                <a:lnTo>
                  <a:pt x="27" y="74"/>
                </a:lnTo>
                <a:lnTo>
                  <a:pt x="25" y="70"/>
                </a:lnTo>
                <a:lnTo>
                  <a:pt x="21" y="65"/>
                </a:lnTo>
                <a:lnTo>
                  <a:pt x="16" y="54"/>
                </a:lnTo>
                <a:lnTo>
                  <a:pt x="9" y="44"/>
                </a:lnTo>
                <a:lnTo>
                  <a:pt x="7" y="38"/>
                </a:lnTo>
                <a:lnTo>
                  <a:pt x="5" y="33"/>
                </a:lnTo>
                <a:lnTo>
                  <a:pt x="3" y="27"/>
                </a:lnTo>
                <a:lnTo>
                  <a:pt x="1" y="22"/>
                </a:lnTo>
                <a:lnTo>
                  <a:pt x="0" y="17"/>
                </a:lnTo>
                <a:lnTo>
                  <a:pt x="0" y="11"/>
                </a:lnTo>
                <a:lnTo>
                  <a:pt x="0" y="8"/>
                </a:lnTo>
                <a:lnTo>
                  <a:pt x="0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720" rIns="90000" bIns="18720" anchor="ctr">
            <a:noAutofit/>
          </a:bodyPr>
          <a:lstStyle/>
          <a:p>
            <a:endParaRPr/>
          </a:p>
        </p:txBody>
      </p:sp>
      <p:sp>
        <p:nvSpPr>
          <p:cNvPr id="214" name="iš1iḑé">
            <a:extLst>
              <a:ext uri="{FF2B5EF4-FFF2-40B4-BE49-F238E27FC236}">
                <a16:creationId xmlns:a16="http://schemas.microsoft.com/office/drawing/2014/main" id="{1D9BD290-7A68-42A2-A1EB-9F7B94B0F28B}"/>
              </a:ext>
            </a:extLst>
          </p:cNvPr>
          <p:cNvSpPr>
            <a:spLocks noGrp="1"/>
          </p:cNvSpPr>
          <p:nvPr/>
        </p:nvSpPr>
        <p:spPr>
          <a:xfrm>
            <a:off x="1605960" y="568800"/>
            <a:ext cx="206280" cy="261720"/>
          </a:xfrm>
          <a:custGeom>
            <a:avLst/>
            <a:gdLst>
              <a:gd name="textAreaLeft" fmla="*/ 0 w 206280"/>
              <a:gd name="textAreaRight" fmla="*/ 206640 w 206280"/>
              <a:gd name="textAreaTop" fmla="*/ 0 h 261720"/>
              <a:gd name="textAreaBottom" fmla="*/ 262080 h 261720"/>
              <a:gd name="GluePoint1X" fmla="*/ 18 w 473"/>
              <a:gd name="GluePoint1Y" fmla="*/ 229 h 600"/>
              <a:gd name="GluePoint2X" fmla="*/ 1 w 473"/>
              <a:gd name="GluePoint2Y" fmla="*/ 209 h 600"/>
              <a:gd name="GluePoint3X" fmla="*/ 18 w 473"/>
              <a:gd name="GluePoint3Y" fmla="*/ 192 h 600"/>
              <a:gd name="GluePoint4X" fmla="*/ 62 w 473"/>
              <a:gd name="GluePoint4Y" fmla="*/ 187 h 600"/>
              <a:gd name="GluePoint5X" fmla="*/ 120 w 473"/>
              <a:gd name="GluePoint5Y" fmla="*/ 166 h 600"/>
              <a:gd name="GluePoint6X" fmla="*/ 197 w 473"/>
              <a:gd name="GluePoint6Y" fmla="*/ 132 h 600"/>
              <a:gd name="GluePoint7X" fmla="*/ 233 w 473"/>
              <a:gd name="GluePoint7Y" fmla="*/ 90 h 600"/>
              <a:gd name="GluePoint8X" fmla="*/ 246 w 473"/>
              <a:gd name="GluePoint8Y" fmla="*/ 42 h 600"/>
              <a:gd name="GluePoint9X" fmla="*/ 256 w 473"/>
              <a:gd name="GluePoint9Y" fmla="*/ 2 h 600"/>
              <a:gd name="GluePoint10X" fmla="*/ 289 w 473"/>
              <a:gd name="GluePoint10Y" fmla="*/ 38 h 600"/>
              <a:gd name="GluePoint11X" fmla="*/ 345 w 473"/>
              <a:gd name="GluePoint11Y" fmla="*/ 62 h 600"/>
              <a:gd name="GluePoint12X" fmla="*/ 350 w 473"/>
              <a:gd name="GluePoint12Y" fmla="*/ 83 h 600"/>
              <a:gd name="GluePoint13X" fmla="*/ 329 w 473"/>
              <a:gd name="GluePoint13Y" fmla="*/ 118 h 600"/>
              <a:gd name="GluePoint14X" fmla="*/ 276 w 473"/>
              <a:gd name="GluePoint14Y" fmla="*/ 146 h 600"/>
              <a:gd name="GluePoint15X" fmla="*/ 247 w 473"/>
              <a:gd name="GluePoint15Y" fmla="*/ 197 h 600"/>
              <a:gd name="GluePoint16X" fmla="*/ 195 w 473"/>
              <a:gd name="GluePoint16Y" fmla="*/ 260 h 600"/>
              <a:gd name="GluePoint17X" fmla="*/ 200 w 473"/>
              <a:gd name="GluePoint17Y" fmla="*/ 285 h 600"/>
              <a:gd name="GluePoint18X" fmla="*/ 242 w 473"/>
              <a:gd name="GluePoint18Y" fmla="*/ 261 h 600"/>
              <a:gd name="GluePoint19X" fmla="*/ 300 w 473"/>
              <a:gd name="GluePoint19Y" fmla="*/ 228 h 600"/>
              <a:gd name="GluePoint20X" fmla="*/ 388 w 473"/>
              <a:gd name="GluePoint20Y" fmla="*/ 162 h 600"/>
              <a:gd name="GluePoint21X" fmla="*/ 432 w 473"/>
              <a:gd name="GluePoint21Y" fmla="*/ 141 h 600"/>
              <a:gd name="GluePoint22X" fmla="*/ 473 w 473"/>
              <a:gd name="GluePoint22Y" fmla="*/ 158 h 600"/>
              <a:gd name="GluePoint23X" fmla="*/ 455 w 473"/>
              <a:gd name="GluePoint23Y" fmla="*/ 210 h 600"/>
              <a:gd name="GluePoint24X" fmla="*/ 440 w 473"/>
              <a:gd name="GluePoint24Y" fmla="*/ 283 h 600"/>
              <a:gd name="GluePoint25X" fmla="*/ 416 w 473"/>
              <a:gd name="GluePoint25Y" fmla="*/ 447 h 600"/>
              <a:gd name="GluePoint26X" fmla="*/ 408 w 473"/>
              <a:gd name="GluePoint26Y" fmla="*/ 524 h 600"/>
              <a:gd name="GluePoint27X" fmla="*/ 404 w 473"/>
              <a:gd name="GluePoint27Y" fmla="*/ 581 h 600"/>
              <a:gd name="GluePoint28X" fmla="*/ 382 w 473"/>
              <a:gd name="GluePoint28Y" fmla="*/ 600 h 600"/>
              <a:gd name="GluePoint29X" fmla="*/ 336 w 473"/>
              <a:gd name="GluePoint29Y" fmla="*/ 558 h 600"/>
              <a:gd name="GluePoint30X" fmla="*/ 307 w 473"/>
              <a:gd name="GluePoint30Y" fmla="*/ 535 h 600"/>
              <a:gd name="GluePoint31X" fmla="*/ 292 w 473"/>
              <a:gd name="GluePoint31Y" fmla="*/ 515 h 600"/>
              <a:gd name="GluePoint32X" fmla="*/ 302 w 473"/>
              <a:gd name="GluePoint32Y" fmla="*/ 501 h 600"/>
              <a:gd name="GluePoint33X" fmla="*/ 341 w 473"/>
              <a:gd name="GluePoint33Y" fmla="*/ 527 h 600"/>
              <a:gd name="GluePoint34X" fmla="*/ 371 w 473"/>
              <a:gd name="GluePoint34Y" fmla="*/ 515 h 600"/>
              <a:gd name="GluePoint35X" fmla="*/ 385 w 473"/>
              <a:gd name="GluePoint35Y" fmla="*/ 405 h 600"/>
              <a:gd name="GluePoint36X" fmla="*/ 389 w 473"/>
              <a:gd name="GluePoint36Y" fmla="*/ 351 h 600"/>
              <a:gd name="GluePoint37X" fmla="*/ 402 w 473"/>
              <a:gd name="GluePoint37Y" fmla="*/ 308 h 600"/>
              <a:gd name="GluePoint38X" fmla="*/ 415 w 473"/>
              <a:gd name="GluePoint38Y" fmla="*/ 246 h 600"/>
              <a:gd name="GluePoint39X" fmla="*/ 429 w 473"/>
              <a:gd name="GluePoint39Y" fmla="*/ 198 h 600"/>
              <a:gd name="GluePoint40X" fmla="*/ 430 w 473"/>
              <a:gd name="GluePoint40Y" fmla="*/ 166 h 600"/>
              <a:gd name="GluePoint41X" fmla="*/ 394 w 473"/>
              <a:gd name="GluePoint41Y" fmla="*/ 178 h 600"/>
              <a:gd name="GluePoint42X" fmla="*/ 356 w 473"/>
              <a:gd name="GluePoint42Y" fmla="*/ 220 h 600"/>
              <a:gd name="GluePoint43X" fmla="*/ 364 w 473"/>
              <a:gd name="GluePoint43Y" fmla="*/ 252 h 600"/>
              <a:gd name="GluePoint44X" fmla="*/ 334 w 473"/>
              <a:gd name="GluePoint44Y" fmla="*/ 279 h 600"/>
              <a:gd name="GluePoint45X" fmla="*/ 289 w 473"/>
              <a:gd name="GluePoint45Y" fmla="*/ 287 h 600"/>
              <a:gd name="GluePoint46X" fmla="*/ 256 w 473"/>
              <a:gd name="GluePoint46Y" fmla="*/ 303 h 600"/>
              <a:gd name="GluePoint47X" fmla="*/ 192 w 473"/>
              <a:gd name="GluePoint47Y" fmla="*/ 323 h 600"/>
              <a:gd name="GluePoint48X" fmla="*/ 157 w 473"/>
              <a:gd name="GluePoint48Y" fmla="*/ 348 h 600"/>
              <a:gd name="GluePoint49X" fmla="*/ 132 w 473"/>
              <a:gd name="GluePoint49Y" fmla="*/ 357 h 600"/>
              <a:gd name="GluePoint50X" fmla="*/ 107 w 473"/>
              <a:gd name="GluePoint50Y" fmla="*/ 354 h 600"/>
              <a:gd name="GluePoint51X" fmla="*/ 101 w 473"/>
              <a:gd name="GluePoint51Y" fmla="*/ 336 h 600"/>
              <a:gd name="GluePoint52X" fmla="*/ 148 w 473"/>
              <a:gd name="GluePoint52Y" fmla="*/ 318 h 600"/>
              <a:gd name="GluePoint53X" fmla="*/ 167 w 473"/>
              <a:gd name="GluePoint53Y" fmla="*/ 304 h 600"/>
              <a:gd name="GluePoint54X" fmla="*/ 168 w 473"/>
              <a:gd name="GluePoint54Y" fmla="*/ 263 h 600"/>
              <a:gd name="GluePoint55X" fmla="*/ 184 w 473"/>
              <a:gd name="GluePoint55Y" fmla="*/ 203 h 600"/>
              <a:gd name="GluePoint56X" fmla="*/ 159 w 473"/>
              <a:gd name="GluePoint56Y" fmla="*/ 206 h 600"/>
              <a:gd name="GluePoint57X" fmla="*/ 133 w 473"/>
              <a:gd name="GluePoint57Y" fmla="*/ 217 h 600"/>
              <a:gd name="GluePoint58X" fmla="*/ 83 w 473"/>
              <a:gd name="GluePoint58Y" fmla="*/ 248 h 600"/>
              <a:gd name="GluePoint59X" fmla="*/ 74 w 473"/>
              <a:gd name="GluePoint59Y" fmla="*/ 254 h 600"/>
              <a:gd name="GluePoint60X" fmla="*/ 46 w 473"/>
              <a:gd name="GluePoint60Y" fmla="*/ 255 h 600"/>
            </a:gdLst>
            <a:ahLst/>
            <a:cxnLst/>
            <a:rect l="textAreaLeft" t="textAreaTop" r="textAreaRight" b="textAreaBottom"/>
            <a:pathLst>
              <a:path w="473" h="600">
                <a:moveTo>
                  <a:pt x="40" y="250"/>
                </a:moveTo>
                <a:lnTo>
                  <a:pt x="39" y="249"/>
                </a:lnTo>
                <a:lnTo>
                  <a:pt x="35" y="244"/>
                </a:lnTo>
                <a:lnTo>
                  <a:pt x="32" y="241"/>
                </a:lnTo>
                <a:lnTo>
                  <a:pt x="28" y="238"/>
                </a:lnTo>
                <a:lnTo>
                  <a:pt x="26" y="235"/>
                </a:lnTo>
                <a:lnTo>
                  <a:pt x="24" y="234"/>
                </a:lnTo>
                <a:lnTo>
                  <a:pt x="21" y="233"/>
                </a:lnTo>
                <a:lnTo>
                  <a:pt x="20" y="232"/>
                </a:lnTo>
                <a:lnTo>
                  <a:pt x="19" y="230"/>
                </a:lnTo>
                <a:lnTo>
                  <a:pt x="18" y="229"/>
                </a:lnTo>
                <a:lnTo>
                  <a:pt x="16" y="226"/>
                </a:lnTo>
                <a:lnTo>
                  <a:pt x="15" y="222"/>
                </a:lnTo>
                <a:lnTo>
                  <a:pt x="12" y="220"/>
                </a:lnTo>
                <a:lnTo>
                  <a:pt x="10" y="218"/>
                </a:lnTo>
                <a:lnTo>
                  <a:pt x="8" y="216"/>
                </a:lnTo>
                <a:lnTo>
                  <a:pt x="5" y="215"/>
                </a:lnTo>
                <a:lnTo>
                  <a:pt x="4" y="214"/>
                </a:lnTo>
                <a:lnTo>
                  <a:pt x="4" y="213"/>
                </a:lnTo>
                <a:lnTo>
                  <a:pt x="3" y="211"/>
                </a:lnTo>
                <a:lnTo>
                  <a:pt x="2" y="210"/>
                </a:lnTo>
                <a:lnTo>
                  <a:pt x="1" y="209"/>
                </a:lnTo>
                <a:lnTo>
                  <a:pt x="1" y="206"/>
                </a:lnTo>
                <a:lnTo>
                  <a:pt x="0" y="204"/>
                </a:lnTo>
                <a:lnTo>
                  <a:pt x="0" y="202"/>
                </a:lnTo>
                <a:lnTo>
                  <a:pt x="4" y="199"/>
                </a:lnTo>
                <a:lnTo>
                  <a:pt x="6" y="197"/>
                </a:lnTo>
                <a:lnTo>
                  <a:pt x="7" y="196"/>
                </a:lnTo>
                <a:lnTo>
                  <a:pt x="8" y="194"/>
                </a:lnTo>
                <a:lnTo>
                  <a:pt x="10" y="194"/>
                </a:lnTo>
                <a:lnTo>
                  <a:pt x="12" y="193"/>
                </a:lnTo>
                <a:lnTo>
                  <a:pt x="15" y="193"/>
                </a:lnTo>
                <a:lnTo>
                  <a:pt x="18" y="192"/>
                </a:lnTo>
                <a:lnTo>
                  <a:pt x="21" y="191"/>
                </a:lnTo>
                <a:lnTo>
                  <a:pt x="24" y="191"/>
                </a:lnTo>
                <a:lnTo>
                  <a:pt x="30" y="191"/>
                </a:lnTo>
                <a:lnTo>
                  <a:pt x="36" y="191"/>
                </a:lnTo>
                <a:lnTo>
                  <a:pt x="42" y="191"/>
                </a:lnTo>
                <a:lnTo>
                  <a:pt x="48" y="191"/>
                </a:lnTo>
                <a:lnTo>
                  <a:pt x="50" y="190"/>
                </a:lnTo>
                <a:lnTo>
                  <a:pt x="53" y="190"/>
                </a:lnTo>
                <a:lnTo>
                  <a:pt x="56" y="189"/>
                </a:lnTo>
                <a:lnTo>
                  <a:pt x="58" y="187"/>
                </a:lnTo>
                <a:lnTo>
                  <a:pt x="62" y="187"/>
                </a:lnTo>
                <a:lnTo>
                  <a:pt x="65" y="187"/>
                </a:lnTo>
                <a:lnTo>
                  <a:pt x="71" y="185"/>
                </a:lnTo>
                <a:lnTo>
                  <a:pt x="76" y="182"/>
                </a:lnTo>
                <a:lnTo>
                  <a:pt x="84" y="179"/>
                </a:lnTo>
                <a:lnTo>
                  <a:pt x="89" y="176"/>
                </a:lnTo>
                <a:lnTo>
                  <a:pt x="92" y="176"/>
                </a:lnTo>
                <a:lnTo>
                  <a:pt x="95" y="176"/>
                </a:lnTo>
                <a:lnTo>
                  <a:pt x="98" y="176"/>
                </a:lnTo>
                <a:lnTo>
                  <a:pt x="100" y="176"/>
                </a:lnTo>
                <a:lnTo>
                  <a:pt x="110" y="171"/>
                </a:lnTo>
                <a:lnTo>
                  <a:pt x="120" y="166"/>
                </a:lnTo>
                <a:lnTo>
                  <a:pt x="130" y="162"/>
                </a:lnTo>
                <a:lnTo>
                  <a:pt x="141" y="157"/>
                </a:lnTo>
                <a:lnTo>
                  <a:pt x="151" y="152"/>
                </a:lnTo>
                <a:lnTo>
                  <a:pt x="161" y="147"/>
                </a:lnTo>
                <a:lnTo>
                  <a:pt x="166" y="145"/>
                </a:lnTo>
                <a:lnTo>
                  <a:pt x="171" y="142"/>
                </a:lnTo>
                <a:lnTo>
                  <a:pt x="175" y="139"/>
                </a:lnTo>
                <a:lnTo>
                  <a:pt x="179" y="137"/>
                </a:lnTo>
                <a:lnTo>
                  <a:pt x="184" y="137"/>
                </a:lnTo>
                <a:lnTo>
                  <a:pt x="188" y="137"/>
                </a:lnTo>
                <a:lnTo>
                  <a:pt x="197" y="132"/>
                </a:lnTo>
                <a:lnTo>
                  <a:pt x="209" y="124"/>
                </a:lnTo>
                <a:lnTo>
                  <a:pt x="216" y="121"/>
                </a:lnTo>
                <a:lnTo>
                  <a:pt x="220" y="117"/>
                </a:lnTo>
                <a:lnTo>
                  <a:pt x="225" y="114"/>
                </a:lnTo>
                <a:lnTo>
                  <a:pt x="228" y="111"/>
                </a:lnTo>
                <a:lnTo>
                  <a:pt x="229" y="108"/>
                </a:lnTo>
                <a:lnTo>
                  <a:pt x="231" y="105"/>
                </a:lnTo>
                <a:lnTo>
                  <a:pt x="232" y="101"/>
                </a:lnTo>
                <a:lnTo>
                  <a:pt x="232" y="97"/>
                </a:lnTo>
                <a:lnTo>
                  <a:pt x="232" y="94"/>
                </a:lnTo>
                <a:lnTo>
                  <a:pt x="233" y="90"/>
                </a:lnTo>
                <a:lnTo>
                  <a:pt x="233" y="86"/>
                </a:lnTo>
                <a:lnTo>
                  <a:pt x="235" y="82"/>
                </a:lnTo>
                <a:lnTo>
                  <a:pt x="237" y="79"/>
                </a:lnTo>
                <a:lnTo>
                  <a:pt x="238" y="74"/>
                </a:lnTo>
                <a:lnTo>
                  <a:pt x="240" y="70"/>
                </a:lnTo>
                <a:lnTo>
                  <a:pt x="241" y="66"/>
                </a:lnTo>
                <a:lnTo>
                  <a:pt x="243" y="62"/>
                </a:lnTo>
                <a:lnTo>
                  <a:pt x="244" y="58"/>
                </a:lnTo>
                <a:lnTo>
                  <a:pt x="244" y="52"/>
                </a:lnTo>
                <a:lnTo>
                  <a:pt x="245" y="48"/>
                </a:lnTo>
                <a:lnTo>
                  <a:pt x="246" y="42"/>
                </a:lnTo>
                <a:lnTo>
                  <a:pt x="246" y="38"/>
                </a:lnTo>
                <a:lnTo>
                  <a:pt x="247" y="33"/>
                </a:lnTo>
                <a:lnTo>
                  <a:pt x="247" y="28"/>
                </a:lnTo>
                <a:lnTo>
                  <a:pt x="246" y="23"/>
                </a:lnTo>
                <a:lnTo>
                  <a:pt x="246" y="18"/>
                </a:lnTo>
                <a:lnTo>
                  <a:pt x="245" y="14"/>
                </a:lnTo>
                <a:lnTo>
                  <a:pt x="244" y="10"/>
                </a:lnTo>
                <a:lnTo>
                  <a:pt x="248" y="4"/>
                </a:lnTo>
                <a:lnTo>
                  <a:pt x="253" y="0"/>
                </a:lnTo>
                <a:lnTo>
                  <a:pt x="254" y="1"/>
                </a:lnTo>
                <a:lnTo>
                  <a:pt x="256" y="2"/>
                </a:lnTo>
                <a:lnTo>
                  <a:pt x="256" y="4"/>
                </a:lnTo>
                <a:lnTo>
                  <a:pt x="259" y="6"/>
                </a:lnTo>
                <a:lnTo>
                  <a:pt x="264" y="9"/>
                </a:lnTo>
                <a:lnTo>
                  <a:pt x="268" y="13"/>
                </a:lnTo>
                <a:lnTo>
                  <a:pt x="273" y="16"/>
                </a:lnTo>
                <a:lnTo>
                  <a:pt x="279" y="19"/>
                </a:lnTo>
                <a:lnTo>
                  <a:pt x="283" y="22"/>
                </a:lnTo>
                <a:lnTo>
                  <a:pt x="286" y="25"/>
                </a:lnTo>
                <a:lnTo>
                  <a:pt x="287" y="30"/>
                </a:lnTo>
                <a:lnTo>
                  <a:pt x="288" y="34"/>
                </a:lnTo>
                <a:lnTo>
                  <a:pt x="289" y="38"/>
                </a:lnTo>
                <a:lnTo>
                  <a:pt x="290" y="42"/>
                </a:lnTo>
                <a:lnTo>
                  <a:pt x="294" y="47"/>
                </a:lnTo>
                <a:lnTo>
                  <a:pt x="300" y="56"/>
                </a:lnTo>
                <a:lnTo>
                  <a:pt x="305" y="64"/>
                </a:lnTo>
                <a:lnTo>
                  <a:pt x="309" y="70"/>
                </a:lnTo>
                <a:lnTo>
                  <a:pt x="315" y="70"/>
                </a:lnTo>
                <a:lnTo>
                  <a:pt x="320" y="69"/>
                </a:lnTo>
                <a:lnTo>
                  <a:pt x="325" y="68"/>
                </a:lnTo>
                <a:lnTo>
                  <a:pt x="329" y="67"/>
                </a:lnTo>
                <a:lnTo>
                  <a:pt x="337" y="64"/>
                </a:lnTo>
                <a:lnTo>
                  <a:pt x="345" y="62"/>
                </a:lnTo>
                <a:lnTo>
                  <a:pt x="346" y="63"/>
                </a:lnTo>
                <a:lnTo>
                  <a:pt x="347" y="65"/>
                </a:lnTo>
                <a:lnTo>
                  <a:pt x="348" y="66"/>
                </a:lnTo>
                <a:lnTo>
                  <a:pt x="349" y="67"/>
                </a:lnTo>
                <a:lnTo>
                  <a:pt x="351" y="69"/>
                </a:lnTo>
                <a:lnTo>
                  <a:pt x="353" y="71"/>
                </a:lnTo>
                <a:lnTo>
                  <a:pt x="353" y="74"/>
                </a:lnTo>
                <a:lnTo>
                  <a:pt x="353" y="76"/>
                </a:lnTo>
                <a:lnTo>
                  <a:pt x="353" y="78"/>
                </a:lnTo>
                <a:lnTo>
                  <a:pt x="353" y="82"/>
                </a:lnTo>
                <a:lnTo>
                  <a:pt x="350" y="83"/>
                </a:lnTo>
                <a:lnTo>
                  <a:pt x="347" y="85"/>
                </a:lnTo>
                <a:lnTo>
                  <a:pt x="345" y="87"/>
                </a:lnTo>
                <a:lnTo>
                  <a:pt x="343" y="90"/>
                </a:lnTo>
                <a:lnTo>
                  <a:pt x="341" y="93"/>
                </a:lnTo>
                <a:lnTo>
                  <a:pt x="340" y="95"/>
                </a:lnTo>
                <a:lnTo>
                  <a:pt x="339" y="98"/>
                </a:lnTo>
                <a:lnTo>
                  <a:pt x="337" y="102"/>
                </a:lnTo>
                <a:lnTo>
                  <a:pt x="336" y="107"/>
                </a:lnTo>
                <a:lnTo>
                  <a:pt x="333" y="113"/>
                </a:lnTo>
                <a:lnTo>
                  <a:pt x="331" y="116"/>
                </a:lnTo>
                <a:lnTo>
                  <a:pt x="329" y="118"/>
                </a:lnTo>
                <a:lnTo>
                  <a:pt x="328" y="121"/>
                </a:lnTo>
                <a:lnTo>
                  <a:pt x="325" y="122"/>
                </a:lnTo>
                <a:lnTo>
                  <a:pt x="319" y="126"/>
                </a:lnTo>
                <a:lnTo>
                  <a:pt x="309" y="132"/>
                </a:lnTo>
                <a:lnTo>
                  <a:pt x="300" y="138"/>
                </a:lnTo>
                <a:lnTo>
                  <a:pt x="293" y="141"/>
                </a:lnTo>
                <a:lnTo>
                  <a:pt x="288" y="142"/>
                </a:lnTo>
                <a:lnTo>
                  <a:pt x="284" y="144"/>
                </a:lnTo>
                <a:lnTo>
                  <a:pt x="281" y="145"/>
                </a:lnTo>
                <a:lnTo>
                  <a:pt x="279" y="145"/>
                </a:lnTo>
                <a:lnTo>
                  <a:pt x="276" y="146"/>
                </a:lnTo>
                <a:lnTo>
                  <a:pt x="274" y="148"/>
                </a:lnTo>
                <a:lnTo>
                  <a:pt x="272" y="151"/>
                </a:lnTo>
                <a:lnTo>
                  <a:pt x="268" y="155"/>
                </a:lnTo>
                <a:lnTo>
                  <a:pt x="265" y="160"/>
                </a:lnTo>
                <a:lnTo>
                  <a:pt x="261" y="166"/>
                </a:lnTo>
                <a:lnTo>
                  <a:pt x="255" y="178"/>
                </a:lnTo>
                <a:lnTo>
                  <a:pt x="250" y="186"/>
                </a:lnTo>
                <a:lnTo>
                  <a:pt x="248" y="189"/>
                </a:lnTo>
                <a:lnTo>
                  <a:pt x="248" y="191"/>
                </a:lnTo>
                <a:lnTo>
                  <a:pt x="248" y="194"/>
                </a:lnTo>
                <a:lnTo>
                  <a:pt x="247" y="197"/>
                </a:lnTo>
                <a:lnTo>
                  <a:pt x="244" y="201"/>
                </a:lnTo>
                <a:lnTo>
                  <a:pt x="240" y="206"/>
                </a:lnTo>
                <a:lnTo>
                  <a:pt x="236" y="210"/>
                </a:lnTo>
                <a:lnTo>
                  <a:pt x="231" y="214"/>
                </a:lnTo>
                <a:lnTo>
                  <a:pt x="221" y="224"/>
                </a:lnTo>
                <a:lnTo>
                  <a:pt x="212" y="234"/>
                </a:lnTo>
                <a:lnTo>
                  <a:pt x="208" y="240"/>
                </a:lnTo>
                <a:lnTo>
                  <a:pt x="203" y="246"/>
                </a:lnTo>
                <a:lnTo>
                  <a:pt x="200" y="251"/>
                </a:lnTo>
                <a:lnTo>
                  <a:pt x="196" y="257"/>
                </a:lnTo>
                <a:lnTo>
                  <a:pt x="195" y="260"/>
                </a:lnTo>
                <a:lnTo>
                  <a:pt x="193" y="263"/>
                </a:lnTo>
                <a:lnTo>
                  <a:pt x="192" y="266"/>
                </a:lnTo>
                <a:lnTo>
                  <a:pt x="191" y="269"/>
                </a:lnTo>
                <a:lnTo>
                  <a:pt x="190" y="273"/>
                </a:lnTo>
                <a:lnTo>
                  <a:pt x="189" y="275"/>
                </a:lnTo>
                <a:lnTo>
                  <a:pt x="189" y="279"/>
                </a:lnTo>
                <a:lnTo>
                  <a:pt x="189" y="282"/>
                </a:lnTo>
                <a:lnTo>
                  <a:pt x="191" y="283"/>
                </a:lnTo>
                <a:lnTo>
                  <a:pt x="192" y="285"/>
                </a:lnTo>
                <a:lnTo>
                  <a:pt x="196" y="285"/>
                </a:lnTo>
                <a:lnTo>
                  <a:pt x="200" y="285"/>
                </a:lnTo>
                <a:lnTo>
                  <a:pt x="203" y="284"/>
                </a:lnTo>
                <a:lnTo>
                  <a:pt x="206" y="284"/>
                </a:lnTo>
                <a:lnTo>
                  <a:pt x="212" y="282"/>
                </a:lnTo>
                <a:lnTo>
                  <a:pt x="217" y="280"/>
                </a:lnTo>
                <a:lnTo>
                  <a:pt x="222" y="278"/>
                </a:lnTo>
                <a:lnTo>
                  <a:pt x="227" y="275"/>
                </a:lnTo>
                <a:lnTo>
                  <a:pt x="231" y="272"/>
                </a:lnTo>
                <a:lnTo>
                  <a:pt x="235" y="269"/>
                </a:lnTo>
                <a:lnTo>
                  <a:pt x="237" y="265"/>
                </a:lnTo>
                <a:lnTo>
                  <a:pt x="240" y="262"/>
                </a:lnTo>
                <a:lnTo>
                  <a:pt x="242" y="261"/>
                </a:lnTo>
                <a:lnTo>
                  <a:pt x="244" y="261"/>
                </a:lnTo>
                <a:lnTo>
                  <a:pt x="245" y="261"/>
                </a:lnTo>
                <a:lnTo>
                  <a:pt x="247" y="261"/>
                </a:lnTo>
                <a:lnTo>
                  <a:pt x="248" y="261"/>
                </a:lnTo>
                <a:lnTo>
                  <a:pt x="250" y="261"/>
                </a:lnTo>
                <a:lnTo>
                  <a:pt x="252" y="260"/>
                </a:lnTo>
                <a:lnTo>
                  <a:pt x="253" y="259"/>
                </a:lnTo>
                <a:lnTo>
                  <a:pt x="265" y="252"/>
                </a:lnTo>
                <a:lnTo>
                  <a:pt x="276" y="244"/>
                </a:lnTo>
                <a:lnTo>
                  <a:pt x="288" y="236"/>
                </a:lnTo>
                <a:lnTo>
                  <a:pt x="300" y="228"/>
                </a:lnTo>
                <a:lnTo>
                  <a:pt x="312" y="221"/>
                </a:lnTo>
                <a:lnTo>
                  <a:pt x="323" y="213"/>
                </a:lnTo>
                <a:lnTo>
                  <a:pt x="336" y="206"/>
                </a:lnTo>
                <a:lnTo>
                  <a:pt x="348" y="198"/>
                </a:lnTo>
                <a:lnTo>
                  <a:pt x="353" y="195"/>
                </a:lnTo>
                <a:lnTo>
                  <a:pt x="357" y="192"/>
                </a:lnTo>
                <a:lnTo>
                  <a:pt x="362" y="188"/>
                </a:lnTo>
                <a:lnTo>
                  <a:pt x="367" y="183"/>
                </a:lnTo>
                <a:lnTo>
                  <a:pt x="377" y="174"/>
                </a:lnTo>
                <a:lnTo>
                  <a:pt x="385" y="166"/>
                </a:lnTo>
                <a:lnTo>
                  <a:pt x="388" y="162"/>
                </a:lnTo>
                <a:lnTo>
                  <a:pt x="390" y="158"/>
                </a:lnTo>
                <a:lnTo>
                  <a:pt x="393" y="155"/>
                </a:lnTo>
                <a:lnTo>
                  <a:pt x="397" y="153"/>
                </a:lnTo>
                <a:lnTo>
                  <a:pt x="401" y="151"/>
                </a:lnTo>
                <a:lnTo>
                  <a:pt x="405" y="150"/>
                </a:lnTo>
                <a:lnTo>
                  <a:pt x="409" y="147"/>
                </a:lnTo>
                <a:lnTo>
                  <a:pt x="413" y="146"/>
                </a:lnTo>
                <a:lnTo>
                  <a:pt x="418" y="145"/>
                </a:lnTo>
                <a:lnTo>
                  <a:pt x="423" y="143"/>
                </a:lnTo>
                <a:lnTo>
                  <a:pt x="427" y="142"/>
                </a:lnTo>
                <a:lnTo>
                  <a:pt x="432" y="141"/>
                </a:lnTo>
                <a:lnTo>
                  <a:pt x="437" y="141"/>
                </a:lnTo>
                <a:lnTo>
                  <a:pt x="442" y="140"/>
                </a:lnTo>
                <a:lnTo>
                  <a:pt x="448" y="139"/>
                </a:lnTo>
                <a:lnTo>
                  <a:pt x="453" y="139"/>
                </a:lnTo>
                <a:lnTo>
                  <a:pt x="458" y="139"/>
                </a:lnTo>
                <a:lnTo>
                  <a:pt x="464" y="139"/>
                </a:lnTo>
                <a:lnTo>
                  <a:pt x="467" y="145"/>
                </a:lnTo>
                <a:lnTo>
                  <a:pt x="471" y="150"/>
                </a:lnTo>
                <a:lnTo>
                  <a:pt x="472" y="152"/>
                </a:lnTo>
                <a:lnTo>
                  <a:pt x="473" y="155"/>
                </a:lnTo>
                <a:lnTo>
                  <a:pt x="473" y="158"/>
                </a:lnTo>
                <a:lnTo>
                  <a:pt x="473" y="162"/>
                </a:lnTo>
                <a:lnTo>
                  <a:pt x="470" y="166"/>
                </a:lnTo>
                <a:lnTo>
                  <a:pt x="468" y="169"/>
                </a:lnTo>
                <a:lnTo>
                  <a:pt x="466" y="172"/>
                </a:lnTo>
                <a:lnTo>
                  <a:pt x="464" y="176"/>
                </a:lnTo>
                <a:lnTo>
                  <a:pt x="463" y="180"/>
                </a:lnTo>
                <a:lnTo>
                  <a:pt x="461" y="184"/>
                </a:lnTo>
                <a:lnTo>
                  <a:pt x="460" y="188"/>
                </a:lnTo>
                <a:lnTo>
                  <a:pt x="459" y="192"/>
                </a:lnTo>
                <a:lnTo>
                  <a:pt x="457" y="201"/>
                </a:lnTo>
                <a:lnTo>
                  <a:pt x="455" y="210"/>
                </a:lnTo>
                <a:lnTo>
                  <a:pt x="454" y="214"/>
                </a:lnTo>
                <a:lnTo>
                  <a:pt x="453" y="217"/>
                </a:lnTo>
                <a:lnTo>
                  <a:pt x="452" y="221"/>
                </a:lnTo>
                <a:lnTo>
                  <a:pt x="450" y="224"/>
                </a:lnTo>
                <a:lnTo>
                  <a:pt x="450" y="229"/>
                </a:lnTo>
                <a:lnTo>
                  <a:pt x="450" y="233"/>
                </a:lnTo>
                <a:lnTo>
                  <a:pt x="450" y="237"/>
                </a:lnTo>
                <a:lnTo>
                  <a:pt x="450" y="241"/>
                </a:lnTo>
                <a:lnTo>
                  <a:pt x="446" y="254"/>
                </a:lnTo>
                <a:lnTo>
                  <a:pt x="443" y="268"/>
                </a:lnTo>
                <a:lnTo>
                  <a:pt x="440" y="283"/>
                </a:lnTo>
                <a:lnTo>
                  <a:pt x="437" y="297"/>
                </a:lnTo>
                <a:lnTo>
                  <a:pt x="434" y="311"/>
                </a:lnTo>
                <a:lnTo>
                  <a:pt x="432" y="327"/>
                </a:lnTo>
                <a:lnTo>
                  <a:pt x="429" y="341"/>
                </a:lnTo>
                <a:lnTo>
                  <a:pt x="428" y="356"/>
                </a:lnTo>
                <a:lnTo>
                  <a:pt x="425" y="371"/>
                </a:lnTo>
                <a:lnTo>
                  <a:pt x="424" y="387"/>
                </a:lnTo>
                <a:lnTo>
                  <a:pt x="421" y="402"/>
                </a:lnTo>
                <a:lnTo>
                  <a:pt x="420" y="417"/>
                </a:lnTo>
                <a:lnTo>
                  <a:pt x="417" y="432"/>
                </a:lnTo>
                <a:lnTo>
                  <a:pt x="416" y="447"/>
                </a:lnTo>
                <a:lnTo>
                  <a:pt x="413" y="462"/>
                </a:lnTo>
                <a:lnTo>
                  <a:pt x="410" y="477"/>
                </a:lnTo>
                <a:lnTo>
                  <a:pt x="411" y="480"/>
                </a:lnTo>
                <a:lnTo>
                  <a:pt x="411" y="483"/>
                </a:lnTo>
                <a:lnTo>
                  <a:pt x="411" y="487"/>
                </a:lnTo>
                <a:lnTo>
                  <a:pt x="412" y="491"/>
                </a:lnTo>
                <a:lnTo>
                  <a:pt x="410" y="498"/>
                </a:lnTo>
                <a:lnTo>
                  <a:pt x="409" y="504"/>
                </a:lnTo>
                <a:lnTo>
                  <a:pt x="409" y="511"/>
                </a:lnTo>
                <a:lnTo>
                  <a:pt x="409" y="518"/>
                </a:lnTo>
                <a:lnTo>
                  <a:pt x="408" y="524"/>
                </a:lnTo>
                <a:lnTo>
                  <a:pt x="408" y="531"/>
                </a:lnTo>
                <a:lnTo>
                  <a:pt x="406" y="536"/>
                </a:lnTo>
                <a:lnTo>
                  <a:pt x="405" y="542"/>
                </a:lnTo>
                <a:lnTo>
                  <a:pt x="405" y="545"/>
                </a:lnTo>
                <a:lnTo>
                  <a:pt x="405" y="548"/>
                </a:lnTo>
                <a:lnTo>
                  <a:pt x="405" y="551"/>
                </a:lnTo>
                <a:lnTo>
                  <a:pt x="404" y="555"/>
                </a:lnTo>
                <a:lnTo>
                  <a:pt x="404" y="562"/>
                </a:lnTo>
                <a:lnTo>
                  <a:pt x="405" y="568"/>
                </a:lnTo>
                <a:lnTo>
                  <a:pt x="405" y="575"/>
                </a:lnTo>
                <a:lnTo>
                  <a:pt x="404" y="581"/>
                </a:lnTo>
                <a:lnTo>
                  <a:pt x="403" y="584"/>
                </a:lnTo>
                <a:lnTo>
                  <a:pt x="402" y="587"/>
                </a:lnTo>
                <a:lnTo>
                  <a:pt x="401" y="590"/>
                </a:lnTo>
                <a:lnTo>
                  <a:pt x="400" y="592"/>
                </a:lnTo>
                <a:lnTo>
                  <a:pt x="398" y="594"/>
                </a:lnTo>
                <a:lnTo>
                  <a:pt x="397" y="595"/>
                </a:lnTo>
                <a:lnTo>
                  <a:pt x="394" y="596"/>
                </a:lnTo>
                <a:lnTo>
                  <a:pt x="391" y="598"/>
                </a:lnTo>
                <a:lnTo>
                  <a:pt x="389" y="599"/>
                </a:lnTo>
                <a:lnTo>
                  <a:pt x="385" y="599"/>
                </a:lnTo>
                <a:lnTo>
                  <a:pt x="382" y="600"/>
                </a:lnTo>
                <a:lnTo>
                  <a:pt x="380" y="600"/>
                </a:lnTo>
                <a:lnTo>
                  <a:pt x="376" y="594"/>
                </a:lnTo>
                <a:lnTo>
                  <a:pt x="372" y="588"/>
                </a:lnTo>
                <a:lnTo>
                  <a:pt x="367" y="583"/>
                </a:lnTo>
                <a:lnTo>
                  <a:pt x="362" y="579"/>
                </a:lnTo>
                <a:lnTo>
                  <a:pt x="357" y="575"/>
                </a:lnTo>
                <a:lnTo>
                  <a:pt x="352" y="570"/>
                </a:lnTo>
                <a:lnTo>
                  <a:pt x="346" y="566"/>
                </a:lnTo>
                <a:lnTo>
                  <a:pt x="340" y="562"/>
                </a:lnTo>
                <a:lnTo>
                  <a:pt x="337" y="560"/>
                </a:lnTo>
                <a:lnTo>
                  <a:pt x="336" y="558"/>
                </a:lnTo>
                <a:lnTo>
                  <a:pt x="334" y="555"/>
                </a:lnTo>
                <a:lnTo>
                  <a:pt x="333" y="553"/>
                </a:lnTo>
                <a:lnTo>
                  <a:pt x="331" y="551"/>
                </a:lnTo>
                <a:lnTo>
                  <a:pt x="329" y="549"/>
                </a:lnTo>
                <a:lnTo>
                  <a:pt x="327" y="547"/>
                </a:lnTo>
                <a:lnTo>
                  <a:pt x="325" y="545"/>
                </a:lnTo>
                <a:lnTo>
                  <a:pt x="323" y="543"/>
                </a:lnTo>
                <a:lnTo>
                  <a:pt x="319" y="541"/>
                </a:lnTo>
                <a:lnTo>
                  <a:pt x="315" y="539"/>
                </a:lnTo>
                <a:lnTo>
                  <a:pt x="311" y="537"/>
                </a:lnTo>
                <a:lnTo>
                  <a:pt x="307" y="535"/>
                </a:lnTo>
                <a:lnTo>
                  <a:pt x="303" y="533"/>
                </a:lnTo>
                <a:lnTo>
                  <a:pt x="300" y="531"/>
                </a:lnTo>
                <a:lnTo>
                  <a:pt x="297" y="529"/>
                </a:lnTo>
                <a:lnTo>
                  <a:pt x="296" y="527"/>
                </a:lnTo>
                <a:lnTo>
                  <a:pt x="296" y="526"/>
                </a:lnTo>
                <a:lnTo>
                  <a:pt x="296" y="524"/>
                </a:lnTo>
                <a:lnTo>
                  <a:pt x="295" y="522"/>
                </a:lnTo>
                <a:lnTo>
                  <a:pt x="295" y="520"/>
                </a:lnTo>
                <a:lnTo>
                  <a:pt x="294" y="519"/>
                </a:lnTo>
                <a:lnTo>
                  <a:pt x="293" y="516"/>
                </a:lnTo>
                <a:lnTo>
                  <a:pt x="292" y="515"/>
                </a:lnTo>
                <a:lnTo>
                  <a:pt x="288" y="511"/>
                </a:lnTo>
                <a:lnTo>
                  <a:pt x="283" y="507"/>
                </a:lnTo>
                <a:lnTo>
                  <a:pt x="283" y="503"/>
                </a:lnTo>
                <a:lnTo>
                  <a:pt x="283" y="501"/>
                </a:lnTo>
                <a:lnTo>
                  <a:pt x="286" y="499"/>
                </a:lnTo>
                <a:lnTo>
                  <a:pt x="289" y="496"/>
                </a:lnTo>
                <a:lnTo>
                  <a:pt x="293" y="496"/>
                </a:lnTo>
                <a:lnTo>
                  <a:pt x="297" y="496"/>
                </a:lnTo>
                <a:lnTo>
                  <a:pt x="299" y="498"/>
                </a:lnTo>
                <a:lnTo>
                  <a:pt x="300" y="499"/>
                </a:lnTo>
                <a:lnTo>
                  <a:pt x="302" y="501"/>
                </a:lnTo>
                <a:lnTo>
                  <a:pt x="304" y="503"/>
                </a:lnTo>
                <a:lnTo>
                  <a:pt x="308" y="504"/>
                </a:lnTo>
                <a:lnTo>
                  <a:pt x="312" y="507"/>
                </a:lnTo>
                <a:lnTo>
                  <a:pt x="315" y="508"/>
                </a:lnTo>
                <a:lnTo>
                  <a:pt x="319" y="511"/>
                </a:lnTo>
                <a:lnTo>
                  <a:pt x="324" y="512"/>
                </a:lnTo>
                <a:lnTo>
                  <a:pt x="328" y="515"/>
                </a:lnTo>
                <a:lnTo>
                  <a:pt x="332" y="519"/>
                </a:lnTo>
                <a:lnTo>
                  <a:pt x="336" y="523"/>
                </a:lnTo>
                <a:lnTo>
                  <a:pt x="338" y="526"/>
                </a:lnTo>
                <a:lnTo>
                  <a:pt x="341" y="527"/>
                </a:lnTo>
                <a:lnTo>
                  <a:pt x="343" y="530"/>
                </a:lnTo>
                <a:lnTo>
                  <a:pt x="345" y="531"/>
                </a:lnTo>
                <a:lnTo>
                  <a:pt x="349" y="531"/>
                </a:lnTo>
                <a:lnTo>
                  <a:pt x="353" y="531"/>
                </a:lnTo>
                <a:lnTo>
                  <a:pt x="357" y="531"/>
                </a:lnTo>
                <a:lnTo>
                  <a:pt x="361" y="531"/>
                </a:lnTo>
                <a:lnTo>
                  <a:pt x="364" y="528"/>
                </a:lnTo>
                <a:lnTo>
                  <a:pt x="365" y="525"/>
                </a:lnTo>
                <a:lnTo>
                  <a:pt x="367" y="522"/>
                </a:lnTo>
                <a:lnTo>
                  <a:pt x="369" y="518"/>
                </a:lnTo>
                <a:lnTo>
                  <a:pt x="371" y="515"/>
                </a:lnTo>
                <a:lnTo>
                  <a:pt x="372" y="511"/>
                </a:lnTo>
                <a:lnTo>
                  <a:pt x="373" y="507"/>
                </a:lnTo>
                <a:lnTo>
                  <a:pt x="374" y="503"/>
                </a:lnTo>
                <a:lnTo>
                  <a:pt x="377" y="493"/>
                </a:lnTo>
                <a:lnTo>
                  <a:pt x="378" y="484"/>
                </a:lnTo>
                <a:lnTo>
                  <a:pt x="379" y="475"/>
                </a:lnTo>
                <a:lnTo>
                  <a:pt x="380" y="465"/>
                </a:lnTo>
                <a:lnTo>
                  <a:pt x="382" y="444"/>
                </a:lnTo>
                <a:lnTo>
                  <a:pt x="383" y="424"/>
                </a:lnTo>
                <a:lnTo>
                  <a:pt x="384" y="415"/>
                </a:lnTo>
                <a:lnTo>
                  <a:pt x="385" y="405"/>
                </a:lnTo>
                <a:lnTo>
                  <a:pt x="385" y="396"/>
                </a:lnTo>
                <a:lnTo>
                  <a:pt x="386" y="387"/>
                </a:lnTo>
                <a:lnTo>
                  <a:pt x="386" y="381"/>
                </a:lnTo>
                <a:lnTo>
                  <a:pt x="386" y="375"/>
                </a:lnTo>
                <a:lnTo>
                  <a:pt x="386" y="369"/>
                </a:lnTo>
                <a:lnTo>
                  <a:pt x="385" y="362"/>
                </a:lnTo>
                <a:lnTo>
                  <a:pt x="387" y="359"/>
                </a:lnTo>
                <a:lnTo>
                  <a:pt x="388" y="356"/>
                </a:lnTo>
                <a:lnTo>
                  <a:pt x="389" y="355"/>
                </a:lnTo>
                <a:lnTo>
                  <a:pt x="389" y="353"/>
                </a:lnTo>
                <a:lnTo>
                  <a:pt x="389" y="351"/>
                </a:lnTo>
                <a:lnTo>
                  <a:pt x="389" y="348"/>
                </a:lnTo>
                <a:lnTo>
                  <a:pt x="389" y="345"/>
                </a:lnTo>
                <a:lnTo>
                  <a:pt x="389" y="341"/>
                </a:lnTo>
                <a:lnTo>
                  <a:pt x="388" y="338"/>
                </a:lnTo>
                <a:lnTo>
                  <a:pt x="388" y="334"/>
                </a:lnTo>
                <a:lnTo>
                  <a:pt x="389" y="331"/>
                </a:lnTo>
                <a:lnTo>
                  <a:pt x="391" y="327"/>
                </a:lnTo>
                <a:lnTo>
                  <a:pt x="393" y="324"/>
                </a:lnTo>
                <a:lnTo>
                  <a:pt x="395" y="321"/>
                </a:lnTo>
                <a:lnTo>
                  <a:pt x="398" y="315"/>
                </a:lnTo>
                <a:lnTo>
                  <a:pt x="402" y="308"/>
                </a:lnTo>
                <a:lnTo>
                  <a:pt x="402" y="303"/>
                </a:lnTo>
                <a:lnTo>
                  <a:pt x="402" y="299"/>
                </a:lnTo>
                <a:lnTo>
                  <a:pt x="404" y="293"/>
                </a:lnTo>
                <a:lnTo>
                  <a:pt x="405" y="287"/>
                </a:lnTo>
                <a:lnTo>
                  <a:pt x="406" y="280"/>
                </a:lnTo>
                <a:lnTo>
                  <a:pt x="408" y="275"/>
                </a:lnTo>
                <a:lnTo>
                  <a:pt x="409" y="268"/>
                </a:lnTo>
                <a:lnTo>
                  <a:pt x="409" y="262"/>
                </a:lnTo>
                <a:lnTo>
                  <a:pt x="412" y="255"/>
                </a:lnTo>
                <a:lnTo>
                  <a:pt x="413" y="249"/>
                </a:lnTo>
                <a:lnTo>
                  <a:pt x="415" y="246"/>
                </a:lnTo>
                <a:lnTo>
                  <a:pt x="416" y="244"/>
                </a:lnTo>
                <a:lnTo>
                  <a:pt x="417" y="242"/>
                </a:lnTo>
                <a:lnTo>
                  <a:pt x="419" y="239"/>
                </a:lnTo>
                <a:lnTo>
                  <a:pt x="421" y="237"/>
                </a:lnTo>
                <a:lnTo>
                  <a:pt x="423" y="234"/>
                </a:lnTo>
                <a:lnTo>
                  <a:pt x="424" y="232"/>
                </a:lnTo>
                <a:lnTo>
                  <a:pt x="425" y="230"/>
                </a:lnTo>
                <a:lnTo>
                  <a:pt x="426" y="222"/>
                </a:lnTo>
                <a:lnTo>
                  <a:pt x="427" y="214"/>
                </a:lnTo>
                <a:lnTo>
                  <a:pt x="429" y="206"/>
                </a:lnTo>
                <a:lnTo>
                  <a:pt x="429" y="198"/>
                </a:lnTo>
                <a:lnTo>
                  <a:pt x="432" y="190"/>
                </a:lnTo>
                <a:lnTo>
                  <a:pt x="434" y="183"/>
                </a:lnTo>
                <a:lnTo>
                  <a:pt x="436" y="180"/>
                </a:lnTo>
                <a:lnTo>
                  <a:pt x="437" y="176"/>
                </a:lnTo>
                <a:lnTo>
                  <a:pt x="437" y="172"/>
                </a:lnTo>
                <a:lnTo>
                  <a:pt x="437" y="167"/>
                </a:lnTo>
                <a:lnTo>
                  <a:pt x="435" y="167"/>
                </a:lnTo>
                <a:lnTo>
                  <a:pt x="434" y="167"/>
                </a:lnTo>
                <a:lnTo>
                  <a:pt x="433" y="166"/>
                </a:lnTo>
                <a:lnTo>
                  <a:pt x="432" y="166"/>
                </a:lnTo>
                <a:lnTo>
                  <a:pt x="430" y="166"/>
                </a:lnTo>
                <a:lnTo>
                  <a:pt x="429" y="166"/>
                </a:lnTo>
                <a:lnTo>
                  <a:pt x="425" y="166"/>
                </a:lnTo>
                <a:lnTo>
                  <a:pt x="421" y="166"/>
                </a:lnTo>
                <a:lnTo>
                  <a:pt x="417" y="167"/>
                </a:lnTo>
                <a:lnTo>
                  <a:pt x="413" y="167"/>
                </a:lnTo>
                <a:lnTo>
                  <a:pt x="410" y="169"/>
                </a:lnTo>
                <a:lnTo>
                  <a:pt x="409" y="169"/>
                </a:lnTo>
                <a:lnTo>
                  <a:pt x="405" y="171"/>
                </a:lnTo>
                <a:lnTo>
                  <a:pt x="401" y="173"/>
                </a:lnTo>
                <a:lnTo>
                  <a:pt x="397" y="176"/>
                </a:lnTo>
                <a:lnTo>
                  <a:pt x="394" y="178"/>
                </a:lnTo>
                <a:lnTo>
                  <a:pt x="388" y="185"/>
                </a:lnTo>
                <a:lnTo>
                  <a:pt x="381" y="191"/>
                </a:lnTo>
                <a:lnTo>
                  <a:pt x="374" y="198"/>
                </a:lnTo>
                <a:lnTo>
                  <a:pt x="369" y="203"/>
                </a:lnTo>
                <a:lnTo>
                  <a:pt x="365" y="206"/>
                </a:lnTo>
                <a:lnTo>
                  <a:pt x="362" y="208"/>
                </a:lnTo>
                <a:lnTo>
                  <a:pt x="359" y="210"/>
                </a:lnTo>
                <a:lnTo>
                  <a:pt x="356" y="211"/>
                </a:lnTo>
                <a:lnTo>
                  <a:pt x="356" y="214"/>
                </a:lnTo>
                <a:lnTo>
                  <a:pt x="356" y="217"/>
                </a:lnTo>
                <a:lnTo>
                  <a:pt x="356" y="220"/>
                </a:lnTo>
                <a:lnTo>
                  <a:pt x="357" y="222"/>
                </a:lnTo>
                <a:lnTo>
                  <a:pt x="358" y="226"/>
                </a:lnTo>
                <a:lnTo>
                  <a:pt x="361" y="230"/>
                </a:lnTo>
                <a:lnTo>
                  <a:pt x="363" y="235"/>
                </a:lnTo>
                <a:lnTo>
                  <a:pt x="365" y="239"/>
                </a:lnTo>
                <a:lnTo>
                  <a:pt x="365" y="242"/>
                </a:lnTo>
                <a:lnTo>
                  <a:pt x="366" y="244"/>
                </a:lnTo>
                <a:lnTo>
                  <a:pt x="367" y="247"/>
                </a:lnTo>
                <a:lnTo>
                  <a:pt x="367" y="250"/>
                </a:lnTo>
                <a:lnTo>
                  <a:pt x="365" y="251"/>
                </a:lnTo>
                <a:lnTo>
                  <a:pt x="364" y="252"/>
                </a:lnTo>
                <a:lnTo>
                  <a:pt x="361" y="254"/>
                </a:lnTo>
                <a:lnTo>
                  <a:pt x="360" y="255"/>
                </a:lnTo>
                <a:lnTo>
                  <a:pt x="357" y="258"/>
                </a:lnTo>
                <a:lnTo>
                  <a:pt x="354" y="262"/>
                </a:lnTo>
                <a:lnTo>
                  <a:pt x="352" y="266"/>
                </a:lnTo>
                <a:lnTo>
                  <a:pt x="349" y="270"/>
                </a:lnTo>
                <a:lnTo>
                  <a:pt x="345" y="273"/>
                </a:lnTo>
                <a:lnTo>
                  <a:pt x="342" y="275"/>
                </a:lnTo>
                <a:lnTo>
                  <a:pt x="340" y="277"/>
                </a:lnTo>
                <a:lnTo>
                  <a:pt x="337" y="278"/>
                </a:lnTo>
                <a:lnTo>
                  <a:pt x="334" y="279"/>
                </a:lnTo>
                <a:lnTo>
                  <a:pt x="332" y="279"/>
                </a:lnTo>
                <a:lnTo>
                  <a:pt x="325" y="279"/>
                </a:lnTo>
                <a:lnTo>
                  <a:pt x="320" y="279"/>
                </a:lnTo>
                <a:lnTo>
                  <a:pt x="313" y="279"/>
                </a:lnTo>
                <a:lnTo>
                  <a:pt x="307" y="279"/>
                </a:lnTo>
                <a:lnTo>
                  <a:pt x="304" y="279"/>
                </a:lnTo>
                <a:lnTo>
                  <a:pt x="301" y="280"/>
                </a:lnTo>
                <a:lnTo>
                  <a:pt x="298" y="280"/>
                </a:lnTo>
                <a:lnTo>
                  <a:pt x="296" y="282"/>
                </a:lnTo>
                <a:lnTo>
                  <a:pt x="292" y="284"/>
                </a:lnTo>
                <a:lnTo>
                  <a:pt x="289" y="287"/>
                </a:lnTo>
                <a:lnTo>
                  <a:pt x="284" y="290"/>
                </a:lnTo>
                <a:lnTo>
                  <a:pt x="278" y="291"/>
                </a:lnTo>
                <a:lnTo>
                  <a:pt x="275" y="293"/>
                </a:lnTo>
                <a:lnTo>
                  <a:pt x="272" y="294"/>
                </a:lnTo>
                <a:lnTo>
                  <a:pt x="269" y="295"/>
                </a:lnTo>
                <a:lnTo>
                  <a:pt x="267" y="297"/>
                </a:lnTo>
                <a:lnTo>
                  <a:pt x="266" y="299"/>
                </a:lnTo>
                <a:lnTo>
                  <a:pt x="265" y="302"/>
                </a:lnTo>
                <a:lnTo>
                  <a:pt x="262" y="303"/>
                </a:lnTo>
                <a:lnTo>
                  <a:pt x="259" y="303"/>
                </a:lnTo>
                <a:lnTo>
                  <a:pt x="256" y="303"/>
                </a:lnTo>
                <a:lnTo>
                  <a:pt x="253" y="304"/>
                </a:lnTo>
                <a:lnTo>
                  <a:pt x="243" y="311"/>
                </a:lnTo>
                <a:lnTo>
                  <a:pt x="233" y="319"/>
                </a:lnTo>
                <a:lnTo>
                  <a:pt x="228" y="323"/>
                </a:lnTo>
                <a:lnTo>
                  <a:pt x="224" y="327"/>
                </a:lnTo>
                <a:lnTo>
                  <a:pt x="219" y="331"/>
                </a:lnTo>
                <a:lnTo>
                  <a:pt x="215" y="336"/>
                </a:lnTo>
                <a:lnTo>
                  <a:pt x="208" y="331"/>
                </a:lnTo>
                <a:lnTo>
                  <a:pt x="200" y="327"/>
                </a:lnTo>
                <a:lnTo>
                  <a:pt x="196" y="325"/>
                </a:lnTo>
                <a:lnTo>
                  <a:pt x="192" y="323"/>
                </a:lnTo>
                <a:lnTo>
                  <a:pt x="189" y="323"/>
                </a:lnTo>
                <a:lnTo>
                  <a:pt x="187" y="323"/>
                </a:lnTo>
                <a:lnTo>
                  <a:pt x="184" y="323"/>
                </a:lnTo>
                <a:lnTo>
                  <a:pt x="181" y="323"/>
                </a:lnTo>
                <a:lnTo>
                  <a:pt x="180" y="324"/>
                </a:lnTo>
                <a:lnTo>
                  <a:pt x="179" y="327"/>
                </a:lnTo>
                <a:lnTo>
                  <a:pt x="176" y="329"/>
                </a:lnTo>
                <a:lnTo>
                  <a:pt x="174" y="332"/>
                </a:lnTo>
                <a:lnTo>
                  <a:pt x="169" y="338"/>
                </a:lnTo>
                <a:lnTo>
                  <a:pt x="164" y="343"/>
                </a:lnTo>
                <a:lnTo>
                  <a:pt x="157" y="348"/>
                </a:lnTo>
                <a:lnTo>
                  <a:pt x="151" y="353"/>
                </a:lnTo>
                <a:lnTo>
                  <a:pt x="148" y="355"/>
                </a:lnTo>
                <a:lnTo>
                  <a:pt x="146" y="357"/>
                </a:lnTo>
                <a:lnTo>
                  <a:pt x="143" y="358"/>
                </a:lnTo>
                <a:lnTo>
                  <a:pt x="141" y="359"/>
                </a:lnTo>
                <a:lnTo>
                  <a:pt x="140" y="360"/>
                </a:lnTo>
                <a:lnTo>
                  <a:pt x="138" y="360"/>
                </a:lnTo>
                <a:lnTo>
                  <a:pt x="137" y="359"/>
                </a:lnTo>
                <a:lnTo>
                  <a:pt x="136" y="359"/>
                </a:lnTo>
                <a:lnTo>
                  <a:pt x="134" y="358"/>
                </a:lnTo>
                <a:lnTo>
                  <a:pt x="132" y="357"/>
                </a:lnTo>
                <a:lnTo>
                  <a:pt x="129" y="356"/>
                </a:lnTo>
                <a:lnTo>
                  <a:pt x="126" y="356"/>
                </a:lnTo>
                <a:lnTo>
                  <a:pt x="124" y="356"/>
                </a:lnTo>
                <a:lnTo>
                  <a:pt x="121" y="356"/>
                </a:lnTo>
                <a:lnTo>
                  <a:pt x="117" y="356"/>
                </a:lnTo>
                <a:lnTo>
                  <a:pt x="114" y="356"/>
                </a:lnTo>
                <a:lnTo>
                  <a:pt x="113" y="356"/>
                </a:lnTo>
                <a:lnTo>
                  <a:pt x="112" y="356"/>
                </a:lnTo>
                <a:lnTo>
                  <a:pt x="110" y="356"/>
                </a:lnTo>
                <a:lnTo>
                  <a:pt x="108" y="355"/>
                </a:lnTo>
                <a:lnTo>
                  <a:pt x="107" y="354"/>
                </a:lnTo>
                <a:lnTo>
                  <a:pt x="105" y="352"/>
                </a:lnTo>
                <a:lnTo>
                  <a:pt x="103" y="351"/>
                </a:lnTo>
                <a:lnTo>
                  <a:pt x="100" y="347"/>
                </a:lnTo>
                <a:lnTo>
                  <a:pt x="98" y="346"/>
                </a:lnTo>
                <a:lnTo>
                  <a:pt x="97" y="345"/>
                </a:lnTo>
                <a:lnTo>
                  <a:pt x="96" y="345"/>
                </a:lnTo>
                <a:lnTo>
                  <a:pt x="96" y="343"/>
                </a:lnTo>
                <a:lnTo>
                  <a:pt x="96" y="343"/>
                </a:lnTo>
                <a:lnTo>
                  <a:pt x="96" y="340"/>
                </a:lnTo>
                <a:lnTo>
                  <a:pt x="98" y="339"/>
                </a:lnTo>
                <a:lnTo>
                  <a:pt x="101" y="336"/>
                </a:lnTo>
                <a:lnTo>
                  <a:pt x="104" y="334"/>
                </a:lnTo>
                <a:lnTo>
                  <a:pt x="107" y="331"/>
                </a:lnTo>
                <a:lnTo>
                  <a:pt x="111" y="330"/>
                </a:lnTo>
                <a:lnTo>
                  <a:pt x="115" y="328"/>
                </a:lnTo>
                <a:lnTo>
                  <a:pt x="119" y="327"/>
                </a:lnTo>
                <a:lnTo>
                  <a:pt x="122" y="325"/>
                </a:lnTo>
                <a:lnTo>
                  <a:pt x="131" y="323"/>
                </a:lnTo>
                <a:lnTo>
                  <a:pt x="138" y="320"/>
                </a:lnTo>
                <a:lnTo>
                  <a:pt x="141" y="319"/>
                </a:lnTo>
                <a:lnTo>
                  <a:pt x="144" y="319"/>
                </a:lnTo>
                <a:lnTo>
                  <a:pt x="148" y="318"/>
                </a:lnTo>
                <a:lnTo>
                  <a:pt x="152" y="318"/>
                </a:lnTo>
                <a:lnTo>
                  <a:pt x="155" y="317"/>
                </a:lnTo>
                <a:lnTo>
                  <a:pt x="158" y="316"/>
                </a:lnTo>
                <a:lnTo>
                  <a:pt x="160" y="315"/>
                </a:lnTo>
                <a:lnTo>
                  <a:pt x="160" y="315"/>
                </a:lnTo>
                <a:lnTo>
                  <a:pt x="162" y="315"/>
                </a:lnTo>
                <a:lnTo>
                  <a:pt x="163" y="314"/>
                </a:lnTo>
                <a:lnTo>
                  <a:pt x="165" y="311"/>
                </a:lnTo>
                <a:lnTo>
                  <a:pt x="166" y="309"/>
                </a:lnTo>
                <a:lnTo>
                  <a:pt x="167" y="307"/>
                </a:lnTo>
                <a:lnTo>
                  <a:pt x="167" y="304"/>
                </a:lnTo>
                <a:lnTo>
                  <a:pt x="167" y="303"/>
                </a:lnTo>
                <a:lnTo>
                  <a:pt x="167" y="299"/>
                </a:lnTo>
                <a:lnTo>
                  <a:pt x="167" y="297"/>
                </a:lnTo>
                <a:lnTo>
                  <a:pt x="166" y="295"/>
                </a:lnTo>
                <a:lnTo>
                  <a:pt x="165" y="288"/>
                </a:lnTo>
                <a:lnTo>
                  <a:pt x="164" y="283"/>
                </a:lnTo>
                <a:lnTo>
                  <a:pt x="164" y="279"/>
                </a:lnTo>
                <a:lnTo>
                  <a:pt x="164" y="276"/>
                </a:lnTo>
                <a:lnTo>
                  <a:pt x="164" y="274"/>
                </a:lnTo>
                <a:lnTo>
                  <a:pt x="165" y="270"/>
                </a:lnTo>
                <a:lnTo>
                  <a:pt x="168" y="263"/>
                </a:lnTo>
                <a:lnTo>
                  <a:pt x="172" y="254"/>
                </a:lnTo>
                <a:lnTo>
                  <a:pt x="176" y="246"/>
                </a:lnTo>
                <a:lnTo>
                  <a:pt x="180" y="238"/>
                </a:lnTo>
                <a:lnTo>
                  <a:pt x="184" y="230"/>
                </a:lnTo>
                <a:lnTo>
                  <a:pt x="188" y="221"/>
                </a:lnTo>
                <a:lnTo>
                  <a:pt x="189" y="217"/>
                </a:lnTo>
                <a:lnTo>
                  <a:pt x="190" y="214"/>
                </a:lnTo>
                <a:lnTo>
                  <a:pt x="191" y="210"/>
                </a:lnTo>
                <a:lnTo>
                  <a:pt x="191" y="206"/>
                </a:lnTo>
                <a:lnTo>
                  <a:pt x="188" y="205"/>
                </a:lnTo>
                <a:lnTo>
                  <a:pt x="184" y="203"/>
                </a:lnTo>
                <a:lnTo>
                  <a:pt x="182" y="201"/>
                </a:lnTo>
                <a:lnTo>
                  <a:pt x="179" y="200"/>
                </a:lnTo>
                <a:lnTo>
                  <a:pt x="178" y="199"/>
                </a:lnTo>
                <a:lnTo>
                  <a:pt x="176" y="199"/>
                </a:lnTo>
                <a:lnTo>
                  <a:pt x="175" y="199"/>
                </a:lnTo>
                <a:lnTo>
                  <a:pt x="174" y="199"/>
                </a:lnTo>
                <a:lnTo>
                  <a:pt x="172" y="200"/>
                </a:lnTo>
                <a:lnTo>
                  <a:pt x="169" y="201"/>
                </a:lnTo>
                <a:lnTo>
                  <a:pt x="166" y="204"/>
                </a:lnTo>
                <a:lnTo>
                  <a:pt x="163" y="206"/>
                </a:lnTo>
                <a:lnTo>
                  <a:pt x="159" y="206"/>
                </a:lnTo>
                <a:lnTo>
                  <a:pt x="155" y="207"/>
                </a:lnTo>
                <a:lnTo>
                  <a:pt x="151" y="208"/>
                </a:lnTo>
                <a:lnTo>
                  <a:pt x="147" y="209"/>
                </a:lnTo>
                <a:lnTo>
                  <a:pt x="144" y="212"/>
                </a:lnTo>
                <a:lnTo>
                  <a:pt x="142" y="216"/>
                </a:lnTo>
                <a:lnTo>
                  <a:pt x="140" y="217"/>
                </a:lnTo>
                <a:lnTo>
                  <a:pt x="139" y="217"/>
                </a:lnTo>
                <a:lnTo>
                  <a:pt x="138" y="217"/>
                </a:lnTo>
                <a:lnTo>
                  <a:pt x="136" y="217"/>
                </a:lnTo>
                <a:lnTo>
                  <a:pt x="135" y="217"/>
                </a:lnTo>
                <a:lnTo>
                  <a:pt x="133" y="217"/>
                </a:lnTo>
                <a:lnTo>
                  <a:pt x="132" y="217"/>
                </a:lnTo>
                <a:lnTo>
                  <a:pt x="130" y="218"/>
                </a:lnTo>
                <a:lnTo>
                  <a:pt x="115" y="229"/>
                </a:lnTo>
                <a:lnTo>
                  <a:pt x="106" y="235"/>
                </a:lnTo>
                <a:lnTo>
                  <a:pt x="101" y="238"/>
                </a:lnTo>
                <a:lnTo>
                  <a:pt x="100" y="239"/>
                </a:lnTo>
                <a:lnTo>
                  <a:pt x="96" y="241"/>
                </a:lnTo>
                <a:lnTo>
                  <a:pt x="92" y="243"/>
                </a:lnTo>
                <a:lnTo>
                  <a:pt x="90" y="243"/>
                </a:lnTo>
                <a:lnTo>
                  <a:pt x="87" y="246"/>
                </a:lnTo>
                <a:lnTo>
                  <a:pt x="83" y="248"/>
                </a:lnTo>
                <a:lnTo>
                  <a:pt x="79" y="250"/>
                </a:lnTo>
                <a:lnTo>
                  <a:pt x="80" y="250"/>
                </a:lnTo>
                <a:lnTo>
                  <a:pt x="80" y="250"/>
                </a:lnTo>
                <a:lnTo>
                  <a:pt x="80" y="251"/>
                </a:lnTo>
                <a:lnTo>
                  <a:pt x="79" y="251"/>
                </a:lnTo>
                <a:lnTo>
                  <a:pt x="78" y="252"/>
                </a:lnTo>
                <a:lnTo>
                  <a:pt x="77" y="253"/>
                </a:lnTo>
                <a:lnTo>
                  <a:pt x="76" y="254"/>
                </a:lnTo>
                <a:lnTo>
                  <a:pt x="75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69" y="255"/>
                </a:lnTo>
                <a:lnTo>
                  <a:pt x="64" y="257"/>
                </a:lnTo>
                <a:lnTo>
                  <a:pt x="63" y="257"/>
                </a:lnTo>
                <a:lnTo>
                  <a:pt x="58" y="257"/>
                </a:lnTo>
                <a:lnTo>
                  <a:pt x="53" y="258"/>
                </a:lnTo>
                <a:lnTo>
                  <a:pt x="52" y="257"/>
                </a:lnTo>
                <a:lnTo>
                  <a:pt x="50" y="257"/>
                </a:lnTo>
                <a:lnTo>
                  <a:pt x="48" y="256"/>
                </a:lnTo>
                <a:lnTo>
                  <a:pt x="46" y="255"/>
                </a:lnTo>
                <a:lnTo>
                  <a:pt x="44" y="254"/>
                </a:lnTo>
                <a:lnTo>
                  <a:pt x="42" y="252"/>
                </a:lnTo>
                <a:lnTo>
                  <a:pt x="40" y="25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15" name="iṣľíḍê">
            <a:extLst>
              <a:ext uri="{FF2B5EF4-FFF2-40B4-BE49-F238E27FC236}">
                <a16:creationId xmlns:a16="http://schemas.microsoft.com/office/drawing/2014/main" id="{57523B7B-690F-4DD6-9763-EBE0186B1C7E}"/>
              </a:ext>
            </a:extLst>
          </p:cNvPr>
          <p:cNvSpPr>
            <a:spLocks noGrp="1"/>
          </p:cNvSpPr>
          <p:nvPr/>
        </p:nvSpPr>
        <p:spPr>
          <a:xfrm>
            <a:off x="1691640" y="722160"/>
            <a:ext cx="40320" cy="18720"/>
          </a:xfrm>
          <a:custGeom>
            <a:avLst/>
            <a:gdLst>
              <a:gd name="textAreaLeft" fmla="*/ 0 w 40320"/>
              <a:gd name="textAreaRight" fmla="*/ 40680 w 40320"/>
              <a:gd name="textAreaTop" fmla="*/ 0 h 18720"/>
              <a:gd name="textAreaBottom" fmla="*/ 19080 h 18720"/>
              <a:gd name="GluePoint1X" fmla="*/ 68 w 93"/>
              <a:gd name="GluePoint1Y" fmla="*/ 0 h 44"/>
              <a:gd name="GluePoint2X" fmla="*/ 70 w 93"/>
              <a:gd name="GluePoint2Y" fmla="*/ 0 h 44"/>
              <a:gd name="GluePoint3X" fmla="*/ 72 w 93"/>
              <a:gd name="GluePoint3Y" fmla="*/ 0 h 44"/>
              <a:gd name="GluePoint4X" fmla="*/ 75 w 93"/>
              <a:gd name="GluePoint4Y" fmla="*/ 1 h 44"/>
              <a:gd name="GluePoint5X" fmla="*/ 76 w 93"/>
              <a:gd name="GluePoint5Y" fmla="*/ 1 h 44"/>
              <a:gd name="GluePoint6X" fmla="*/ 79 w 93"/>
              <a:gd name="GluePoint6Y" fmla="*/ 3 h 44"/>
              <a:gd name="GluePoint7X" fmla="*/ 81 w 93"/>
              <a:gd name="GluePoint7Y" fmla="*/ 4 h 44"/>
              <a:gd name="GluePoint8X" fmla="*/ 83 w 93"/>
              <a:gd name="GluePoint8Y" fmla="*/ 5 h 44"/>
              <a:gd name="GluePoint9X" fmla="*/ 85 w 93"/>
              <a:gd name="GluePoint9Y" fmla="*/ 7 h 44"/>
              <a:gd name="GluePoint10X" fmla="*/ 87 w 93"/>
              <a:gd name="GluePoint10Y" fmla="*/ 8 h 44"/>
              <a:gd name="GluePoint11X" fmla="*/ 88 w 93"/>
              <a:gd name="GluePoint11Y" fmla="*/ 10 h 44"/>
              <a:gd name="GluePoint12X" fmla="*/ 89 w 93"/>
              <a:gd name="GluePoint12Y" fmla="*/ 12 h 44"/>
              <a:gd name="GluePoint13X" fmla="*/ 91 w 93"/>
              <a:gd name="GluePoint13Y" fmla="*/ 14 h 44"/>
              <a:gd name="GluePoint14X" fmla="*/ 92 w 93"/>
              <a:gd name="GluePoint14Y" fmla="*/ 16 h 44"/>
              <a:gd name="GluePoint15X" fmla="*/ 93 w 93"/>
              <a:gd name="GluePoint15Y" fmla="*/ 18 h 44"/>
              <a:gd name="GluePoint16X" fmla="*/ 93 w 93"/>
              <a:gd name="GluePoint16Y" fmla="*/ 20 h 44"/>
              <a:gd name="GluePoint17X" fmla="*/ 93 w 93"/>
              <a:gd name="GluePoint17Y" fmla="*/ 22 h 44"/>
              <a:gd name="GluePoint18X" fmla="*/ 91 w 93"/>
              <a:gd name="GluePoint18Y" fmla="*/ 25 h 44"/>
              <a:gd name="GluePoint19X" fmla="*/ 88 w 93"/>
              <a:gd name="GluePoint19Y" fmla="*/ 30 h 44"/>
              <a:gd name="GluePoint20X" fmla="*/ 86 w 93"/>
              <a:gd name="GluePoint20Y" fmla="*/ 32 h 44"/>
              <a:gd name="GluePoint21X" fmla="*/ 84 w 93"/>
              <a:gd name="GluePoint21Y" fmla="*/ 33 h 44"/>
              <a:gd name="GluePoint22X" fmla="*/ 83 w 93"/>
              <a:gd name="GluePoint22Y" fmla="*/ 35 h 44"/>
              <a:gd name="GluePoint23X" fmla="*/ 81 w 93"/>
              <a:gd name="GluePoint23Y" fmla="*/ 36 h 44"/>
              <a:gd name="GluePoint24X" fmla="*/ 78 w 93"/>
              <a:gd name="GluePoint24Y" fmla="*/ 38 h 44"/>
              <a:gd name="GluePoint25X" fmla="*/ 72 w 93"/>
              <a:gd name="GluePoint25Y" fmla="*/ 39 h 44"/>
              <a:gd name="GluePoint26X" fmla="*/ 65 w 93"/>
              <a:gd name="GluePoint26Y" fmla="*/ 40 h 44"/>
              <a:gd name="GluePoint27X" fmla="*/ 57 w 93"/>
              <a:gd name="GluePoint27Y" fmla="*/ 42 h 44"/>
              <a:gd name="GluePoint28X" fmla="*/ 49 w 93"/>
              <a:gd name="GluePoint28Y" fmla="*/ 43 h 44"/>
              <a:gd name="GluePoint29X" fmla="*/ 42 w 93"/>
              <a:gd name="GluePoint29Y" fmla="*/ 44 h 44"/>
              <a:gd name="GluePoint30X" fmla="*/ 37 w 93"/>
              <a:gd name="GluePoint30Y" fmla="*/ 44 h 44"/>
              <a:gd name="GluePoint31X" fmla="*/ 35 w 93"/>
              <a:gd name="GluePoint31Y" fmla="*/ 44 h 44"/>
              <a:gd name="GluePoint32X" fmla="*/ 31 w 93"/>
              <a:gd name="GluePoint32Y" fmla="*/ 39 h 44"/>
              <a:gd name="GluePoint33X" fmla="*/ 28 w 93"/>
              <a:gd name="GluePoint33Y" fmla="*/ 34 h 44"/>
              <a:gd name="GluePoint34X" fmla="*/ 23 w 93"/>
              <a:gd name="GluePoint34Y" fmla="*/ 32 h 44"/>
              <a:gd name="GluePoint35X" fmla="*/ 18 w 93"/>
              <a:gd name="GluePoint35Y" fmla="*/ 30 h 44"/>
              <a:gd name="GluePoint36X" fmla="*/ 14 w 93"/>
              <a:gd name="GluePoint36Y" fmla="*/ 29 h 44"/>
              <a:gd name="GluePoint37X" fmla="*/ 10 w 93"/>
              <a:gd name="GluePoint37Y" fmla="*/ 28 h 44"/>
              <a:gd name="GluePoint38X" fmla="*/ 8 w 93"/>
              <a:gd name="GluePoint38Y" fmla="*/ 27 h 44"/>
              <a:gd name="GluePoint39X" fmla="*/ 6 w 93"/>
              <a:gd name="GluePoint39Y" fmla="*/ 25 h 44"/>
              <a:gd name="GluePoint40X" fmla="*/ 5 w 93"/>
              <a:gd name="GluePoint40Y" fmla="*/ 24 h 44"/>
              <a:gd name="GluePoint41X" fmla="*/ 4 w 93"/>
              <a:gd name="GluePoint41Y" fmla="*/ 22 h 44"/>
              <a:gd name="GluePoint42X" fmla="*/ 2 w 93"/>
              <a:gd name="GluePoint42Y" fmla="*/ 20 h 44"/>
              <a:gd name="GluePoint43X" fmla="*/ 1 w 93"/>
              <a:gd name="GluePoint43Y" fmla="*/ 17 h 44"/>
              <a:gd name="GluePoint44X" fmla="*/ 0 w 93"/>
              <a:gd name="GluePoint44Y" fmla="*/ 15 h 44"/>
              <a:gd name="GluePoint45X" fmla="*/ 0 w 93"/>
              <a:gd name="GluePoint45Y" fmla="*/ 11 h 44"/>
              <a:gd name="GluePoint46X" fmla="*/ 4 w 93"/>
              <a:gd name="GluePoint46Y" fmla="*/ 9 h 44"/>
              <a:gd name="GluePoint47X" fmla="*/ 8 w 93"/>
              <a:gd name="GluePoint47Y" fmla="*/ 8 h 44"/>
              <a:gd name="GluePoint48X" fmla="*/ 12 w 93"/>
              <a:gd name="GluePoint48Y" fmla="*/ 7 h 44"/>
              <a:gd name="GluePoint49X" fmla="*/ 17 w 93"/>
              <a:gd name="GluePoint49Y" fmla="*/ 7 h 44"/>
              <a:gd name="GluePoint50X" fmla="*/ 28 w 93"/>
              <a:gd name="GluePoint50Y" fmla="*/ 6 h 44"/>
              <a:gd name="GluePoint51X" fmla="*/ 39 w 93"/>
              <a:gd name="GluePoint51Y" fmla="*/ 6 h 44"/>
              <a:gd name="GluePoint52X" fmla="*/ 40 w 93"/>
              <a:gd name="GluePoint52Y" fmla="*/ 5 h 44"/>
              <a:gd name="GluePoint53X" fmla="*/ 41 w 93"/>
              <a:gd name="GluePoint53Y" fmla="*/ 4 h 44"/>
              <a:gd name="GluePoint54X" fmla="*/ 43 w 93"/>
              <a:gd name="GluePoint54Y" fmla="*/ 3 h 44"/>
              <a:gd name="GluePoint55X" fmla="*/ 45 w 93"/>
              <a:gd name="GluePoint55Y" fmla="*/ 3 h 44"/>
              <a:gd name="GluePoint56X" fmla="*/ 48 w 93"/>
              <a:gd name="GluePoint56Y" fmla="*/ 2 h 44"/>
              <a:gd name="GluePoint57X" fmla="*/ 53 w 93"/>
              <a:gd name="GluePoint57Y" fmla="*/ 2 h 44"/>
              <a:gd name="GluePoint58X" fmla="*/ 58 w 93"/>
              <a:gd name="GluePoint58Y" fmla="*/ 3 h 44"/>
              <a:gd name="GluePoint59X" fmla="*/ 62 w 93"/>
              <a:gd name="GluePoint59Y" fmla="*/ 2 h 44"/>
              <a:gd name="GluePoint60X" fmla="*/ 64 w 93"/>
              <a:gd name="GluePoint60Y" fmla="*/ 2 h 44"/>
              <a:gd name="GluePoint61X" fmla="*/ 65 w 93"/>
              <a:gd name="GluePoint61Y" fmla="*/ 1 h 44"/>
              <a:gd name="GluePoint62X" fmla="*/ 67 w 93"/>
              <a:gd name="GluePoint62Y" fmla="*/ 0 h 44"/>
              <a:gd name="GluePoint63X" fmla="*/ 68 w 93"/>
              <a:gd name="GluePoint63Y" fmla="*/ 0 h 44"/>
            </a:gdLst>
            <a:ahLst/>
            <a:cxnLst/>
            <a:rect l="textAreaLeft" t="textAreaTop" r="textAreaRight" b="textAreaBottom"/>
            <a:pathLst>
              <a:path w="93" h="44">
                <a:moveTo>
                  <a:pt x="68" y="0"/>
                </a:moveTo>
                <a:lnTo>
                  <a:pt x="70" y="0"/>
                </a:lnTo>
                <a:lnTo>
                  <a:pt x="72" y="0"/>
                </a:lnTo>
                <a:lnTo>
                  <a:pt x="75" y="1"/>
                </a:lnTo>
                <a:lnTo>
                  <a:pt x="76" y="1"/>
                </a:lnTo>
                <a:lnTo>
                  <a:pt x="79" y="3"/>
                </a:lnTo>
                <a:lnTo>
                  <a:pt x="81" y="4"/>
                </a:lnTo>
                <a:lnTo>
                  <a:pt x="83" y="5"/>
                </a:lnTo>
                <a:lnTo>
                  <a:pt x="85" y="7"/>
                </a:lnTo>
                <a:lnTo>
                  <a:pt x="87" y="8"/>
                </a:lnTo>
                <a:lnTo>
                  <a:pt x="88" y="10"/>
                </a:lnTo>
                <a:lnTo>
                  <a:pt x="89" y="12"/>
                </a:lnTo>
                <a:lnTo>
                  <a:pt x="91" y="14"/>
                </a:lnTo>
                <a:lnTo>
                  <a:pt x="92" y="16"/>
                </a:lnTo>
                <a:lnTo>
                  <a:pt x="93" y="18"/>
                </a:lnTo>
                <a:lnTo>
                  <a:pt x="93" y="20"/>
                </a:lnTo>
                <a:lnTo>
                  <a:pt x="93" y="22"/>
                </a:lnTo>
                <a:lnTo>
                  <a:pt x="91" y="25"/>
                </a:lnTo>
                <a:lnTo>
                  <a:pt x="88" y="30"/>
                </a:lnTo>
                <a:lnTo>
                  <a:pt x="86" y="32"/>
                </a:lnTo>
                <a:lnTo>
                  <a:pt x="84" y="33"/>
                </a:lnTo>
                <a:lnTo>
                  <a:pt x="83" y="35"/>
                </a:lnTo>
                <a:lnTo>
                  <a:pt x="81" y="36"/>
                </a:lnTo>
                <a:lnTo>
                  <a:pt x="78" y="38"/>
                </a:lnTo>
                <a:lnTo>
                  <a:pt x="72" y="39"/>
                </a:lnTo>
                <a:lnTo>
                  <a:pt x="65" y="40"/>
                </a:lnTo>
                <a:lnTo>
                  <a:pt x="57" y="42"/>
                </a:lnTo>
                <a:lnTo>
                  <a:pt x="49" y="43"/>
                </a:lnTo>
                <a:lnTo>
                  <a:pt x="42" y="44"/>
                </a:lnTo>
                <a:lnTo>
                  <a:pt x="37" y="44"/>
                </a:lnTo>
                <a:lnTo>
                  <a:pt x="35" y="44"/>
                </a:lnTo>
                <a:lnTo>
                  <a:pt x="31" y="39"/>
                </a:lnTo>
                <a:lnTo>
                  <a:pt x="28" y="34"/>
                </a:lnTo>
                <a:lnTo>
                  <a:pt x="23" y="32"/>
                </a:lnTo>
                <a:lnTo>
                  <a:pt x="18" y="30"/>
                </a:lnTo>
                <a:lnTo>
                  <a:pt x="14" y="29"/>
                </a:lnTo>
                <a:lnTo>
                  <a:pt x="10" y="28"/>
                </a:lnTo>
                <a:lnTo>
                  <a:pt x="8" y="27"/>
                </a:lnTo>
                <a:lnTo>
                  <a:pt x="6" y="25"/>
                </a:lnTo>
                <a:lnTo>
                  <a:pt x="5" y="24"/>
                </a:lnTo>
                <a:lnTo>
                  <a:pt x="4" y="22"/>
                </a:lnTo>
                <a:lnTo>
                  <a:pt x="2" y="20"/>
                </a:lnTo>
                <a:lnTo>
                  <a:pt x="1" y="17"/>
                </a:lnTo>
                <a:lnTo>
                  <a:pt x="0" y="15"/>
                </a:lnTo>
                <a:lnTo>
                  <a:pt x="0" y="11"/>
                </a:lnTo>
                <a:lnTo>
                  <a:pt x="4" y="9"/>
                </a:lnTo>
                <a:lnTo>
                  <a:pt x="8" y="8"/>
                </a:lnTo>
                <a:lnTo>
                  <a:pt x="12" y="7"/>
                </a:lnTo>
                <a:lnTo>
                  <a:pt x="17" y="7"/>
                </a:lnTo>
                <a:lnTo>
                  <a:pt x="28" y="6"/>
                </a:lnTo>
                <a:lnTo>
                  <a:pt x="39" y="6"/>
                </a:lnTo>
                <a:lnTo>
                  <a:pt x="40" y="5"/>
                </a:lnTo>
                <a:lnTo>
                  <a:pt x="41" y="4"/>
                </a:lnTo>
                <a:lnTo>
                  <a:pt x="43" y="3"/>
                </a:lnTo>
                <a:lnTo>
                  <a:pt x="45" y="3"/>
                </a:lnTo>
                <a:lnTo>
                  <a:pt x="48" y="2"/>
                </a:lnTo>
                <a:lnTo>
                  <a:pt x="53" y="2"/>
                </a:lnTo>
                <a:lnTo>
                  <a:pt x="58" y="3"/>
                </a:lnTo>
                <a:lnTo>
                  <a:pt x="62" y="2"/>
                </a:lnTo>
                <a:lnTo>
                  <a:pt x="64" y="2"/>
                </a:lnTo>
                <a:lnTo>
                  <a:pt x="65" y="1"/>
                </a:lnTo>
                <a:lnTo>
                  <a:pt x="67" y="0"/>
                </a:lnTo>
                <a:lnTo>
                  <a:pt x="68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endParaRPr/>
          </a:p>
        </p:txBody>
      </p:sp>
      <p:sp>
        <p:nvSpPr>
          <p:cNvPr id="216" name="ïsḻîďe">
            <a:extLst>
              <a:ext uri="{FF2B5EF4-FFF2-40B4-BE49-F238E27FC236}">
                <a16:creationId xmlns:a16="http://schemas.microsoft.com/office/drawing/2014/main" id="{9282123C-1481-449D-B774-49E9228CF026}"/>
              </a:ext>
            </a:extLst>
          </p:cNvPr>
          <p:cNvSpPr>
            <a:spLocks noGrp="1"/>
          </p:cNvSpPr>
          <p:nvPr/>
        </p:nvSpPr>
        <p:spPr>
          <a:xfrm>
            <a:off x="1624320" y="728640"/>
            <a:ext cx="24840" cy="77760"/>
          </a:xfrm>
          <a:custGeom>
            <a:avLst/>
            <a:gdLst>
              <a:gd name="textAreaLeft" fmla="*/ 0 w 24840"/>
              <a:gd name="textAreaRight" fmla="*/ 25200 w 24840"/>
              <a:gd name="textAreaTop" fmla="*/ 0 h 77760"/>
              <a:gd name="textAreaBottom" fmla="*/ 78120 h 77760"/>
              <a:gd name="GluePoint1X" fmla="*/ 28 w 58"/>
              <a:gd name="GluePoint1Y" fmla="*/ 1 h 179"/>
              <a:gd name="GluePoint2X" fmla="*/ 31 w 58"/>
              <a:gd name="GluePoint2Y" fmla="*/ 2 h 179"/>
              <a:gd name="GluePoint3X" fmla="*/ 33 w 58"/>
              <a:gd name="GluePoint3Y" fmla="*/ 6 h 179"/>
              <a:gd name="GluePoint4X" fmla="*/ 38 w 58"/>
              <a:gd name="GluePoint4Y" fmla="*/ 14 h 179"/>
              <a:gd name="GluePoint5X" fmla="*/ 43 w 58"/>
              <a:gd name="GluePoint5Y" fmla="*/ 22 h 179"/>
              <a:gd name="GluePoint6X" fmla="*/ 46 w 58"/>
              <a:gd name="GluePoint6Y" fmla="*/ 29 h 179"/>
              <a:gd name="GluePoint7X" fmla="*/ 47 w 58"/>
              <a:gd name="GluePoint7Y" fmla="*/ 40 h 179"/>
              <a:gd name="GluePoint8X" fmla="*/ 49 w 58"/>
              <a:gd name="GluePoint8Y" fmla="*/ 49 h 179"/>
              <a:gd name="GluePoint9X" fmla="*/ 49 w 58"/>
              <a:gd name="GluePoint9Y" fmla="*/ 55 h 179"/>
              <a:gd name="GluePoint10X" fmla="*/ 51 w 58"/>
              <a:gd name="GluePoint10Y" fmla="*/ 65 h 179"/>
              <a:gd name="GluePoint11X" fmla="*/ 55 w 58"/>
              <a:gd name="GluePoint11Y" fmla="*/ 79 h 179"/>
              <a:gd name="GluePoint12X" fmla="*/ 58 w 58"/>
              <a:gd name="GluePoint12Y" fmla="*/ 96 h 179"/>
              <a:gd name="GluePoint13X" fmla="*/ 58 w 58"/>
              <a:gd name="GluePoint13Y" fmla="*/ 113 h 179"/>
              <a:gd name="GluePoint14X" fmla="*/ 57 w 58"/>
              <a:gd name="GluePoint14Y" fmla="*/ 131 h 179"/>
              <a:gd name="GluePoint15X" fmla="*/ 54 w 58"/>
              <a:gd name="GluePoint15Y" fmla="*/ 148 h 179"/>
              <a:gd name="GluePoint16X" fmla="*/ 50 w 58"/>
              <a:gd name="GluePoint16Y" fmla="*/ 159 h 179"/>
              <a:gd name="GluePoint17X" fmla="*/ 46 w 58"/>
              <a:gd name="GluePoint17Y" fmla="*/ 166 h 179"/>
              <a:gd name="GluePoint18X" fmla="*/ 42 w 58"/>
              <a:gd name="GluePoint18Y" fmla="*/ 172 h 179"/>
              <a:gd name="GluePoint19X" fmla="*/ 38 w 58"/>
              <a:gd name="GluePoint19Y" fmla="*/ 177 h 179"/>
              <a:gd name="GluePoint20X" fmla="*/ 33 w 58"/>
              <a:gd name="GluePoint20Y" fmla="*/ 179 h 179"/>
              <a:gd name="GluePoint21X" fmla="*/ 27 w 58"/>
              <a:gd name="GluePoint21Y" fmla="*/ 179 h 179"/>
              <a:gd name="GluePoint22X" fmla="*/ 22 w 58"/>
              <a:gd name="GluePoint22Y" fmla="*/ 176 h 179"/>
              <a:gd name="GluePoint23X" fmla="*/ 16 w 58"/>
              <a:gd name="GluePoint23Y" fmla="*/ 170 h 179"/>
              <a:gd name="GluePoint24X" fmla="*/ 10 w 58"/>
              <a:gd name="GluePoint24Y" fmla="*/ 165 h 179"/>
              <a:gd name="GluePoint25X" fmla="*/ 5 w 58"/>
              <a:gd name="GluePoint25Y" fmla="*/ 159 h 179"/>
              <a:gd name="GluePoint26X" fmla="*/ 2 w 58"/>
              <a:gd name="GluePoint26Y" fmla="*/ 154 h 179"/>
              <a:gd name="GluePoint27X" fmla="*/ 1 w 58"/>
              <a:gd name="GluePoint27Y" fmla="*/ 151 h 179"/>
              <a:gd name="GluePoint28X" fmla="*/ 0 w 58"/>
              <a:gd name="GluePoint28Y" fmla="*/ 144 h 179"/>
              <a:gd name="GluePoint29X" fmla="*/ 2 w 58"/>
              <a:gd name="GluePoint29Y" fmla="*/ 131 h 179"/>
              <a:gd name="GluePoint30X" fmla="*/ 4 w 58"/>
              <a:gd name="GluePoint30Y" fmla="*/ 117 h 179"/>
              <a:gd name="GluePoint31X" fmla="*/ 10 w 58"/>
              <a:gd name="GluePoint31Y" fmla="*/ 96 h 179"/>
              <a:gd name="GluePoint32X" fmla="*/ 17 w 58"/>
              <a:gd name="GluePoint32Y" fmla="*/ 72 h 179"/>
              <a:gd name="GluePoint33X" fmla="*/ 20 w 58"/>
              <a:gd name="GluePoint33Y" fmla="*/ 61 h 179"/>
              <a:gd name="GluePoint34X" fmla="*/ 21 w 58"/>
              <a:gd name="GluePoint34Y" fmla="*/ 53 h 179"/>
              <a:gd name="GluePoint35X" fmla="*/ 19 w 58"/>
              <a:gd name="GluePoint35Y" fmla="*/ 39 h 179"/>
              <a:gd name="GluePoint36X" fmla="*/ 18 w 58"/>
              <a:gd name="GluePoint36Y" fmla="*/ 25 h 179"/>
              <a:gd name="GluePoint37X" fmla="*/ 17 w 58"/>
              <a:gd name="GluePoint37Y" fmla="*/ 17 h 179"/>
              <a:gd name="GluePoint38X" fmla="*/ 18 w 58"/>
              <a:gd name="GluePoint38Y" fmla="*/ 9 h 179"/>
              <a:gd name="GluePoint39X" fmla="*/ 18 w 58"/>
              <a:gd name="GluePoint39Y" fmla="*/ 5 h 179"/>
              <a:gd name="GluePoint40X" fmla="*/ 20 w 58"/>
              <a:gd name="GluePoint40Y" fmla="*/ 3 h 179"/>
              <a:gd name="GluePoint41X" fmla="*/ 22 w 58"/>
              <a:gd name="GluePoint41Y" fmla="*/ 1 h 179"/>
              <a:gd name="GluePoint42X" fmla="*/ 24 w 58"/>
              <a:gd name="GluePoint42Y" fmla="*/ 1 h 179"/>
            </a:gdLst>
            <a:ahLst/>
            <a:cxnLst/>
            <a:rect l="textAreaLeft" t="textAreaTop" r="textAreaRight" b="textAreaBottom"/>
            <a:pathLst>
              <a:path w="58" h="179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1" y="2"/>
                </a:lnTo>
                <a:lnTo>
                  <a:pt x="32" y="4"/>
                </a:lnTo>
                <a:lnTo>
                  <a:pt x="33" y="6"/>
                </a:lnTo>
                <a:lnTo>
                  <a:pt x="35" y="10"/>
                </a:lnTo>
                <a:lnTo>
                  <a:pt x="38" y="14"/>
                </a:lnTo>
                <a:lnTo>
                  <a:pt x="41" y="18"/>
                </a:lnTo>
                <a:lnTo>
                  <a:pt x="43" y="22"/>
                </a:lnTo>
                <a:lnTo>
                  <a:pt x="44" y="25"/>
                </a:lnTo>
                <a:lnTo>
                  <a:pt x="46" y="29"/>
                </a:lnTo>
                <a:lnTo>
                  <a:pt x="46" y="34"/>
                </a:lnTo>
                <a:lnTo>
                  <a:pt x="47" y="40"/>
                </a:lnTo>
                <a:lnTo>
                  <a:pt x="49" y="46"/>
                </a:lnTo>
                <a:lnTo>
                  <a:pt x="49" y="49"/>
                </a:lnTo>
                <a:lnTo>
                  <a:pt x="49" y="53"/>
                </a:lnTo>
                <a:lnTo>
                  <a:pt x="49" y="55"/>
                </a:lnTo>
                <a:lnTo>
                  <a:pt x="49" y="58"/>
                </a:lnTo>
                <a:lnTo>
                  <a:pt x="51" y="65"/>
                </a:lnTo>
                <a:lnTo>
                  <a:pt x="54" y="72"/>
                </a:lnTo>
                <a:lnTo>
                  <a:pt x="55" y="79"/>
                </a:lnTo>
                <a:lnTo>
                  <a:pt x="56" y="87"/>
                </a:lnTo>
                <a:lnTo>
                  <a:pt x="58" y="96"/>
                </a:lnTo>
                <a:lnTo>
                  <a:pt x="58" y="105"/>
                </a:lnTo>
                <a:lnTo>
                  <a:pt x="58" y="113"/>
                </a:lnTo>
                <a:lnTo>
                  <a:pt x="58" y="122"/>
                </a:lnTo>
                <a:lnTo>
                  <a:pt x="57" y="131"/>
                </a:lnTo>
                <a:lnTo>
                  <a:pt x="55" y="140"/>
                </a:lnTo>
                <a:lnTo>
                  <a:pt x="54" y="148"/>
                </a:lnTo>
                <a:lnTo>
                  <a:pt x="50" y="156"/>
                </a:lnTo>
                <a:lnTo>
                  <a:pt x="50" y="159"/>
                </a:lnTo>
                <a:lnTo>
                  <a:pt x="48" y="163"/>
                </a:lnTo>
                <a:lnTo>
                  <a:pt x="46" y="166"/>
                </a:lnTo>
                <a:lnTo>
                  <a:pt x="45" y="169"/>
                </a:lnTo>
                <a:lnTo>
                  <a:pt x="42" y="172"/>
                </a:lnTo>
                <a:lnTo>
                  <a:pt x="41" y="174"/>
                </a:lnTo>
                <a:lnTo>
                  <a:pt x="38" y="177"/>
                </a:lnTo>
                <a:lnTo>
                  <a:pt x="36" y="179"/>
                </a:lnTo>
                <a:lnTo>
                  <a:pt x="33" y="179"/>
                </a:lnTo>
                <a:lnTo>
                  <a:pt x="30" y="179"/>
                </a:lnTo>
                <a:lnTo>
                  <a:pt x="27" y="179"/>
                </a:lnTo>
                <a:lnTo>
                  <a:pt x="24" y="179"/>
                </a:lnTo>
                <a:lnTo>
                  <a:pt x="22" y="176"/>
                </a:lnTo>
                <a:lnTo>
                  <a:pt x="19" y="173"/>
                </a:lnTo>
                <a:lnTo>
                  <a:pt x="16" y="170"/>
                </a:lnTo>
                <a:lnTo>
                  <a:pt x="14" y="168"/>
                </a:lnTo>
                <a:lnTo>
                  <a:pt x="10" y="165"/>
                </a:lnTo>
                <a:lnTo>
                  <a:pt x="8" y="162"/>
                </a:lnTo>
                <a:lnTo>
                  <a:pt x="5" y="159"/>
                </a:lnTo>
                <a:lnTo>
                  <a:pt x="2" y="156"/>
                </a:lnTo>
                <a:lnTo>
                  <a:pt x="2" y="154"/>
                </a:lnTo>
                <a:lnTo>
                  <a:pt x="1" y="153"/>
                </a:lnTo>
                <a:lnTo>
                  <a:pt x="1" y="151"/>
                </a:lnTo>
                <a:lnTo>
                  <a:pt x="1" y="149"/>
                </a:lnTo>
                <a:lnTo>
                  <a:pt x="0" y="144"/>
                </a:lnTo>
                <a:lnTo>
                  <a:pt x="1" y="137"/>
                </a:lnTo>
                <a:lnTo>
                  <a:pt x="2" y="131"/>
                </a:lnTo>
                <a:lnTo>
                  <a:pt x="2" y="125"/>
                </a:lnTo>
                <a:lnTo>
                  <a:pt x="4" y="117"/>
                </a:lnTo>
                <a:lnTo>
                  <a:pt x="6" y="110"/>
                </a:lnTo>
                <a:lnTo>
                  <a:pt x="10" y="96"/>
                </a:lnTo>
                <a:lnTo>
                  <a:pt x="14" y="83"/>
                </a:lnTo>
                <a:lnTo>
                  <a:pt x="17" y="72"/>
                </a:lnTo>
                <a:lnTo>
                  <a:pt x="19" y="65"/>
                </a:lnTo>
                <a:lnTo>
                  <a:pt x="20" y="61"/>
                </a:lnTo>
                <a:lnTo>
                  <a:pt x="21" y="57"/>
                </a:lnTo>
                <a:lnTo>
                  <a:pt x="21" y="53"/>
                </a:lnTo>
                <a:lnTo>
                  <a:pt x="21" y="49"/>
                </a:lnTo>
                <a:lnTo>
                  <a:pt x="19" y="39"/>
                </a:lnTo>
                <a:lnTo>
                  <a:pt x="18" y="29"/>
                </a:lnTo>
                <a:lnTo>
                  <a:pt x="18" y="25"/>
                </a:lnTo>
                <a:lnTo>
                  <a:pt x="18" y="21"/>
                </a:lnTo>
                <a:lnTo>
                  <a:pt x="17" y="17"/>
                </a:lnTo>
                <a:lnTo>
                  <a:pt x="17" y="13"/>
                </a:lnTo>
                <a:lnTo>
                  <a:pt x="18" y="9"/>
                </a:lnTo>
                <a:lnTo>
                  <a:pt x="18" y="7"/>
                </a:lnTo>
                <a:lnTo>
                  <a:pt x="18" y="5"/>
                </a:lnTo>
                <a:lnTo>
                  <a:pt x="19" y="5"/>
                </a:lnTo>
                <a:lnTo>
                  <a:pt x="20" y="3"/>
                </a:lnTo>
                <a:lnTo>
                  <a:pt x="21" y="3"/>
                </a:lnTo>
                <a:lnTo>
                  <a:pt x="22" y="1"/>
                </a:lnTo>
                <a:lnTo>
                  <a:pt x="23" y="1"/>
                </a:lnTo>
                <a:lnTo>
                  <a:pt x="24" y="1"/>
                </a:lnTo>
                <a:lnTo>
                  <a:pt x="2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3120" rIns="90000" bIns="33120" anchor="ctr">
            <a:noAutofit/>
          </a:bodyPr>
          <a:lstStyle/>
          <a:p>
            <a:endParaRPr/>
          </a:p>
        </p:txBody>
      </p:sp>
      <p:sp>
        <p:nvSpPr>
          <p:cNvPr id="217" name="íşḻïḓe">
            <a:extLst>
              <a:ext uri="{FF2B5EF4-FFF2-40B4-BE49-F238E27FC236}">
                <a16:creationId xmlns:a16="http://schemas.microsoft.com/office/drawing/2014/main" id="{C9447754-F3E2-4D16-912F-DFC14CDCB171}"/>
              </a:ext>
            </a:extLst>
          </p:cNvPr>
          <p:cNvSpPr>
            <a:spLocks noGrp="1"/>
          </p:cNvSpPr>
          <p:nvPr/>
        </p:nvSpPr>
        <p:spPr>
          <a:xfrm>
            <a:off x="1679760" y="746280"/>
            <a:ext cx="57600" cy="66960"/>
          </a:xfrm>
          <a:custGeom>
            <a:avLst/>
            <a:gdLst>
              <a:gd name="textAreaLeft" fmla="*/ 0 w 57600"/>
              <a:gd name="textAreaRight" fmla="*/ 57960 w 57600"/>
              <a:gd name="textAreaTop" fmla="*/ 0 h 66960"/>
              <a:gd name="textAreaBottom" fmla="*/ 67320 h 66960"/>
              <a:gd name="GluePoint1X" fmla="*/ 126 w 133"/>
              <a:gd name="GluePoint1Y" fmla="*/ 1 h 154"/>
              <a:gd name="GluePoint2X" fmla="*/ 133 w 133"/>
              <a:gd name="GluePoint2Y" fmla="*/ 5 h 154"/>
              <a:gd name="GluePoint3X" fmla="*/ 131 w 133"/>
              <a:gd name="GluePoint3Y" fmla="*/ 11 h 154"/>
              <a:gd name="GluePoint4X" fmla="*/ 125 w 133"/>
              <a:gd name="GluePoint4Y" fmla="*/ 23 h 154"/>
              <a:gd name="GluePoint5X" fmla="*/ 115 w 133"/>
              <a:gd name="GluePoint5Y" fmla="*/ 33 h 154"/>
              <a:gd name="GluePoint6X" fmla="*/ 96 w 133"/>
              <a:gd name="GluePoint6Y" fmla="*/ 49 h 154"/>
              <a:gd name="GluePoint7X" fmla="*/ 89 w 133"/>
              <a:gd name="GluePoint7Y" fmla="*/ 58 h 154"/>
              <a:gd name="GluePoint8X" fmla="*/ 89 w 133"/>
              <a:gd name="GluePoint8Y" fmla="*/ 67 h 154"/>
              <a:gd name="GluePoint9X" fmla="*/ 84 w 133"/>
              <a:gd name="GluePoint9Y" fmla="*/ 74 h 154"/>
              <a:gd name="GluePoint10X" fmla="*/ 85 w 133"/>
              <a:gd name="GluePoint10Y" fmla="*/ 85 h 154"/>
              <a:gd name="GluePoint11X" fmla="*/ 82 w 133"/>
              <a:gd name="GluePoint11Y" fmla="*/ 95 h 154"/>
              <a:gd name="GluePoint12X" fmla="*/ 80 w 133"/>
              <a:gd name="GluePoint12Y" fmla="*/ 108 h 154"/>
              <a:gd name="GluePoint13X" fmla="*/ 84 w 133"/>
              <a:gd name="GluePoint13Y" fmla="*/ 128 h 154"/>
              <a:gd name="GluePoint14X" fmla="*/ 86 w 133"/>
              <a:gd name="GluePoint14Y" fmla="*/ 139 h 154"/>
              <a:gd name="GluePoint15X" fmla="*/ 85 w 133"/>
              <a:gd name="GluePoint15Y" fmla="*/ 145 h 154"/>
              <a:gd name="GluePoint16X" fmla="*/ 83 w 133"/>
              <a:gd name="GluePoint16Y" fmla="*/ 149 h 154"/>
              <a:gd name="GluePoint17X" fmla="*/ 78 w 133"/>
              <a:gd name="GluePoint17Y" fmla="*/ 153 h 154"/>
              <a:gd name="GluePoint18X" fmla="*/ 71 w 133"/>
              <a:gd name="GluePoint18Y" fmla="*/ 154 h 154"/>
              <a:gd name="GluePoint19X" fmla="*/ 59 w 133"/>
              <a:gd name="GluePoint19Y" fmla="*/ 152 h 154"/>
              <a:gd name="GluePoint20X" fmla="*/ 51 w 133"/>
              <a:gd name="GluePoint20Y" fmla="*/ 149 h 154"/>
              <a:gd name="GluePoint21X" fmla="*/ 44 w 133"/>
              <a:gd name="GluePoint21Y" fmla="*/ 146 h 154"/>
              <a:gd name="GluePoint22X" fmla="*/ 39 w 133"/>
              <a:gd name="GluePoint22Y" fmla="*/ 141 h 154"/>
              <a:gd name="GluePoint23X" fmla="*/ 36 w 133"/>
              <a:gd name="GluePoint23Y" fmla="*/ 137 h 154"/>
              <a:gd name="GluePoint24X" fmla="*/ 34 w 133"/>
              <a:gd name="GluePoint24Y" fmla="*/ 123 h 154"/>
              <a:gd name="GluePoint25X" fmla="*/ 34 w 133"/>
              <a:gd name="GluePoint25Y" fmla="*/ 107 h 154"/>
              <a:gd name="GluePoint26X" fmla="*/ 33 w 133"/>
              <a:gd name="GluePoint26Y" fmla="*/ 83 h 154"/>
              <a:gd name="GluePoint27X" fmla="*/ 27 w 133"/>
              <a:gd name="GluePoint27Y" fmla="*/ 81 h 154"/>
              <a:gd name="GluePoint28X" fmla="*/ 18 w 133"/>
              <a:gd name="GluePoint28Y" fmla="*/ 85 h 154"/>
              <a:gd name="GluePoint29X" fmla="*/ 7 w 133"/>
              <a:gd name="GluePoint29Y" fmla="*/ 77 h 154"/>
              <a:gd name="GluePoint30X" fmla="*/ 1 w 133"/>
              <a:gd name="GluePoint30Y" fmla="*/ 69 h 154"/>
              <a:gd name="GluePoint31X" fmla="*/ 3 w 133"/>
              <a:gd name="GluePoint31Y" fmla="*/ 65 h 154"/>
              <a:gd name="GluePoint32X" fmla="*/ 8 w 133"/>
              <a:gd name="GluePoint32Y" fmla="*/ 61 h 154"/>
              <a:gd name="GluePoint33X" fmla="*/ 19 w 133"/>
              <a:gd name="GluePoint33Y" fmla="*/ 61 h 154"/>
              <a:gd name="GluePoint34X" fmla="*/ 27 w 133"/>
              <a:gd name="GluePoint34Y" fmla="*/ 60 h 154"/>
              <a:gd name="GluePoint35X" fmla="*/ 34 w 133"/>
              <a:gd name="GluePoint35Y" fmla="*/ 55 h 154"/>
              <a:gd name="GluePoint36X" fmla="*/ 40 w 133"/>
              <a:gd name="GluePoint36Y" fmla="*/ 46 h 154"/>
              <a:gd name="GluePoint37X" fmla="*/ 43 w 133"/>
              <a:gd name="GluePoint37Y" fmla="*/ 41 h 154"/>
              <a:gd name="GluePoint38X" fmla="*/ 43 w 133"/>
              <a:gd name="GluePoint38Y" fmla="*/ 28 h 154"/>
              <a:gd name="GluePoint39X" fmla="*/ 44 w 133"/>
              <a:gd name="GluePoint39Y" fmla="*/ 21 h 154"/>
              <a:gd name="GluePoint40X" fmla="*/ 48 w 133"/>
              <a:gd name="GluePoint40Y" fmla="*/ 17 h 154"/>
              <a:gd name="GluePoint41X" fmla="*/ 51 w 133"/>
              <a:gd name="GluePoint41Y" fmla="*/ 14 h 154"/>
              <a:gd name="GluePoint42X" fmla="*/ 59 w 133"/>
              <a:gd name="GluePoint42Y" fmla="*/ 15 h 154"/>
              <a:gd name="GluePoint43X" fmla="*/ 63 w 133"/>
              <a:gd name="GluePoint43Y" fmla="*/ 19 h 154"/>
              <a:gd name="GluePoint44X" fmla="*/ 75 w 133"/>
              <a:gd name="GluePoint44Y" fmla="*/ 25 h 154"/>
              <a:gd name="GluePoint45X" fmla="*/ 89 w 133"/>
              <a:gd name="GluePoint45Y" fmla="*/ 28 h 154"/>
              <a:gd name="GluePoint46X" fmla="*/ 99 w 133"/>
              <a:gd name="GluePoint46Y" fmla="*/ 17 h 154"/>
              <a:gd name="GluePoint47X" fmla="*/ 111 w 133"/>
              <a:gd name="GluePoint47Y" fmla="*/ 8 h 154"/>
              <a:gd name="GluePoint48X" fmla="*/ 116 w 133"/>
              <a:gd name="GluePoint48Y" fmla="*/ 2 h 154"/>
            </a:gdLst>
            <a:ahLst/>
            <a:cxnLst/>
            <a:rect l="textAreaLeft" t="textAreaTop" r="textAreaRight" b="textAreaBottom"/>
            <a:pathLst>
              <a:path w="133" h="154">
                <a:moveTo>
                  <a:pt x="117" y="0"/>
                </a:moveTo>
                <a:lnTo>
                  <a:pt x="122" y="0"/>
                </a:lnTo>
                <a:lnTo>
                  <a:pt x="126" y="1"/>
                </a:lnTo>
                <a:lnTo>
                  <a:pt x="130" y="1"/>
                </a:lnTo>
                <a:lnTo>
                  <a:pt x="133" y="2"/>
                </a:lnTo>
                <a:lnTo>
                  <a:pt x="133" y="5"/>
                </a:lnTo>
                <a:lnTo>
                  <a:pt x="133" y="7"/>
                </a:lnTo>
                <a:lnTo>
                  <a:pt x="132" y="9"/>
                </a:lnTo>
                <a:lnTo>
                  <a:pt x="131" y="11"/>
                </a:lnTo>
                <a:lnTo>
                  <a:pt x="130" y="15"/>
                </a:lnTo>
                <a:lnTo>
                  <a:pt x="127" y="19"/>
                </a:lnTo>
                <a:lnTo>
                  <a:pt x="125" y="23"/>
                </a:lnTo>
                <a:lnTo>
                  <a:pt x="122" y="27"/>
                </a:lnTo>
                <a:lnTo>
                  <a:pt x="119" y="30"/>
                </a:lnTo>
                <a:lnTo>
                  <a:pt x="115" y="33"/>
                </a:lnTo>
                <a:lnTo>
                  <a:pt x="107" y="40"/>
                </a:lnTo>
                <a:lnTo>
                  <a:pt x="99" y="45"/>
                </a:lnTo>
                <a:lnTo>
                  <a:pt x="96" y="49"/>
                </a:lnTo>
                <a:lnTo>
                  <a:pt x="94" y="52"/>
                </a:lnTo>
                <a:lnTo>
                  <a:pt x="91" y="55"/>
                </a:lnTo>
                <a:lnTo>
                  <a:pt x="89" y="58"/>
                </a:lnTo>
                <a:lnTo>
                  <a:pt x="89" y="61"/>
                </a:lnTo>
                <a:lnTo>
                  <a:pt x="89" y="64"/>
                </a:lnTo>
                <a:lnTo>
                  <a:pt x="89" y="67"/>
                </a:lnTo>
                <a:lnTo>
                  <a:pt x="89" y="69"/>
                </a:lnTo>
                <a:lnTo>
                  <a:pt x="87" y="72"/>
                </a:lnTo>
                <a:lnTo>
                  <a:pt x="84" y="74"/>
                </a:lnTo>
                <a:lnTo>
                  <a:pt x="85" y="78"/>
                </a:lnTo>
                <a:lnTo>
                  <a:pt x="85" y="81"/>
                </a:lnTo>
                <a:lnTo>
                  <a:pt x="85" y="85"/>
                </a:lnTo>
                <a:lnTo>
                  <a:pt x="86" y="89"/>
                </a:lnTo>
                <a:lnTo>
                  <a:pt x="83" y="92"/>
                </a:lnTo>
                <a:lnTo>
                  <a:pt x="82" y="95"/>
                </a:lnTo>
                <a:lnTo>
                  <a:pt x="81" y="99"/>
                </a:lnTo>
                <a:lnTo>
                  <a:pt x="80" y="104"/>
                </a:lnTo>
                <a:lnTo>
                  <a:pt x="80" y="108"/>
                </a:lnTo>
                <a:lnTo>
                  <a:pt x="81" y="112"/>
                </a:lnTo>
                <a:lnTo>
                  <a:pt x="83" y="121"/>
                </a:lnTo>
                <a:lnTo>
                  <a:pt x="84" y="128"/>
                </a:lnTo>
                <a:lnTo>
                  <a:pt x="85" y="132"/>
                </a:lnTo>
                <a:lnTo>
                  <a:pt x="86" y="136"/>
                </a:lnTo>
                <a:lnTo>
                  <a:pt x="86" y="139"/>
                </a:lnTo>
                <a:lnTo>
                  <a:pt x="86" y="142"/>
                </a:lnTo>
                <a:lnTo>
                  <a:pt x="85" y="144"/>
                </a:lnTo>
                <a:lnTo>
                  <a:pt x="85" y="145"/>
                </a:lnTo>
                <a:lnTo>
                  <a:pt x="84" y="146"/>
                </a:lnTo>
                <a:lnTo>
                  <a:pt x="83" y="148"/>
                </a:lnTo>
                <a:lnTo>
                  <a:pt x="83" y="149"/>
                </a:lnTo>
                <a:lnTo>
                  <a:pt x="81" y="150"/>
                </a:lnTo>
                <a:lnTo>
                  <a:pt x="79" y="152"/>
                </a:lnTo>
                <a:lnTo>
                  <a:pt x="78" y="153"/>
                </a:lnTo>
                <a:lnTo>
                  <a:pt x="75" y="153"/>
                </a:lnTo>
                <a:lnTo>
                  <a:pt x="73" y="154"/>
                </a:lnTo>
                <a:lnTo>
                  <a:pt x="71" y="154"/>
                </a:lnTo>
                <a:lnTo>
                  <a:pt x="69" y="154"/>
                </a:lnTo>
                <a:lnTo>
                  <a:pt x="64" y="153"/>
                </a:lnTo>
                <a:lnTo>
                  <a:pt x="59" y="152"/>
                </a:lnTo>
                <a:lnTo>
                  <a:pt x="56" y="151"/>
                </a:lnTo>
                <a:lnTo>
                  <a:pt x="54" y="150"/>
                </a:lnTo>
                <a:lnTo>
                  <a:pt x="51" y="149"/>
                </a:lnTo>
                <a:lnTo>
                  <a:pt x="48" y="149"/>
                </a:lnTo>
                <a:lnTo>
                  <a:pt x="46" y="148"/>
                </a:lnTo>
                <a:lnTo>
                  <a:pt x="44" y="146"/>
                </a:lnTo>
                <a:lnTo>
                  <a:pt x="43" y="145"/>
                </a:lnTo>
                <a:lnTo>
                  <a:pt x="41" y="143"/>
                </a:lnTo>
                <a:lnTo>
                  <a:pt x="39" y="141"/>
                </a:lnTo>
                <a:lnTo>
                  <a:pt x="39" y="140"/>
                </a:lnTo>
                <a:lnTo>
                  <a:pt x="37" y="138"/>
                </a:lnTo>
                <a:lnTo>
                  <a:pt x="36" y="137"/>
                </a:lnTo>
                <a:lnTo>
                  <a:pt x="35" y="132"/>
                </a:lnTo>
                <a:lnTo>
                  <a:pt x="35" y="128"/>
                </a:lnTo>
                <a:lnTo>
                  <a:pt x="34" y="123"/>
                </a:lnTo>
                <a:lnTo>
                  <a:pt x="34" y="118"/>
                </a:lnTo>
                <a:lnTo>
                  <a:pt x="34" y="113"/>
                </a:lnTo>
                <a:lnTo>
                  <a:pt x="34" y="107"/>
                </a:lnTo>
                <a:lnTo>
                  <a:pt x="35" y="96"/>
                </a:lnTo>
                <a:lnTo>
                  <a:pt x="35" y="84"/>
                </a:lnTo>
                <a:lnTo>
                  <a:pt x="33" y="83"/>
                </a:lnTo>
                <a:lnTo>
                  <a:pt x="31" y="82"/>
                </a:lnTo>
                <a:lnTo>
                  <a:pt x="30" y="81"/>
                </a:lnTo>
                <a:lnTo>
                  <a:pt x="27" y="81"/>
                </a:lnTo>
                <a:lnTo>
                  <a:pt x="23" y="82"/>
                </a:lnTo>
                <a:lnTo>
                  <a:pt x="21" y="84"/>
                </a:lnTo>
                <a:lnTo>
                  <a:pt x="18" y="85"/>
                </a:lnTo>
                <a:lnTo>
                  <a:pt x="15" y="85"/>
                </a:lnTo>
                <a:lnTo>
                  <a:pt x="11" y="81"/>
                </a:lnTo>
                <a:lnTo>
                  <a:pt x="7" y="77"/>
                </a:lnTo>
                <a:lnTo>
                  <a:pt x="4" y="75"/>
                </a:lnTo>
                <a:lnTo>
                  <a:pt x="3" y="73"/>
                </a:lnTo>
                <a:lnTo>
                  <a:pt x="1" y="69"/>
                </a:lnTo>
                <a:lnTo>
                  <a:pt x="0" y="67"/>
                </a:lnTo>
                <a:lnTo>
                  <a:pt x="2" y="66"/>
                </a:lnTo>
                <a:lnTo>
                  <a:pt x="3" y="65"/>
                </a:lnTo>
                <a:lnTo>
                  <a:pt x="5" y="65"/>
                </a:lnTo>
                <a:lnTo>
                  <a:pt x="6" y="64"/>
                </a:lnTo>
                <a:lnTo>
                  <a:pt x="8" y="61"/>
                </a:lnTo>
                <a:lnTo>
                  <a:pt x="11" y="61"/>
                </a:lnTo>
                <a:lnTo>
                  <a:pt x="15" y="61"/>
                </a:lnTo>
                <a:lnTo>
                  <a:pt x="19" y="61"/>
                </a:lnTo>
                <a:lnTo>
                  <a:pt x="22" y="61"/>
                </a:lnTo>
                <a:lnTo>
                  <a:pt x="26" y="61"/>
                </a:lnTo>
                <a:lnTo>
                  <a:pt x="27" y="60"/>
                </a:lnTo>
                <a:lnTo>
                  <a:pt x="30" y="58"/>
                </a:lnTo>
                <a:lnTo>
                  <a:pt x="31" y="57"/>
                </a:lnTo>
                <a:lnTo>
                  <a:pt x="34" y="55"/>
                </a:lnTo>
                <a:lnTo>
                  <a:pt x="37" y="51"/>
                </a:lnTo>
                <a:lnTo>
                  <a:pt x="40" y="48"/>
                </a:lnTo>
                <a:lnTo>
                  <a:pt x="40" y="46"/>
                </a:lnTo>
                <a:lnTo>
                  <a:pt x="41" y="45"/>
                </a:lnTo>
                <a:lnTo>
                  <a:pt x="42" y="42"/>
                </a:lnTo>
                <a:lnTo>
                  <a:pt x="43" y="41"/>
                </a:lnTo>
                <a:lnTo>
                  <a:pt x="43" y="36"/>
                </a:lnTo>
                <a:lnTo>
                  <a:pt x="43" y="32"/>
                </a:lnTo>
                <a:lnTo>
                  <a:pt x="43" y="28"/>
                </a:lnTo>
                <a:lnTo>
                  <a:pt x="43" y="24"/>
                </a:lnTo>
                <a:lnTo>
                  <a:pt x="43" y="22"/>
                </a:lnTo>
                <a:lnTo>
                  <a:pt x="44" y="21"/>
                </a:lnTo>
                <a:lnTo>
                  <a:pt x="46" y="19"/>
                </a:lnTo>
                <a:lnTo>
                  <a:pt x="47" y="18"/>
                </a:lnTo>
                <a:lnTo>
                  <a:pt x="48" y="17"/>
                </a:lnTo>
                <a:lnTo>
                  <a:pt x="49" y="16"/>
                </a:lnTo>
                <a:lnTo>
                  <a:pt x="50" y="15"/>
                </a:lnTo>
                <a:lnTo>
                  <a:pt x="51" y="14"/>
                </a:lnTo>
                <a:lnTo>
                  <a:pt x="55" y="13"/>
                </a:lnTo>
                <a:lnTo>
                  <a:pt x="59" y="13"/>
                </a:lnTo>
                <a:lnTo>
                  <a:pt x="59" y="15"/>
                </a:lnTo>
                <a:lnTo>
                  <a:pt x="61" y="16"/>
                </a:lnTo>
                <a:lnTo>
                  <a:pt x="62" y="17"/>
                </a:lnTo>
                <a:lnTo>
                  <a:pt x="63" y="19"/>
                </a:lnTo>
                <a:lnTo>
                  <a:pt x="67" y="21"/>
                </a:lnTo>
                <a:lnTo>
                  <a:pt x="71" y="23"/>
                </a:lnTo>
                <a:lnTo>
                  <a:pt x="75" y="25"/>
                </a:lnTo>
                <a:lnTo>
                  <a:pt x="80" y="26"/>
                </a:lnTo>
                <a:lnTo>
                  <a:pt x="85" y="27"/>
                </a:lnTo>
                <a:lnTo>
                  <a:pt x="89" y="28"/>
                </a:lnTo>
                <a:lnTo>
                  <a:pt x="91" y="24"/>
                </a:lnTo>
                <a:lnTo>
                  <a:pt x="95" y="21"/>
                </a:lnTo>
                <a:lnTo>
                  <a:pt x="99" y="17"/>
                </a:lnTo>
                <a:lnTo>
                  <a:pt x="103" y="15"/>
                </a:lnTo>
                <a:lnTo>
                  <a:pt x="107" y="11"/>
                </a:lnTo>
                <a:lnTo>
                  <a:pt x="111" y="8"/>
                </a:lnTo>
                <a:lnTo>
                  <a:pt x="113" y="6"/>
                </a:lnTo>
                <a:lnTo>
                  <a:pt x="115" y="4"/>
                </a:lnTo>
                <a:lnTo>
                  <a:pt x="116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320" rIns="90000" bIns="22320" anchor="ctr">
            <a:noAutofit/>
          </a:bodyPr>
          <a:lstStyle/>
          <a:p>
            <a:endParaRPr/>
          </a:p>
        </p:txBody>
      </p:sp>
      <p:sp>
        <p:nvSpPr>
          <p:cNvPr id="219" name="ïşļïḍè">
            <a:extLst>
              <a:ext uri="{FF2B5EF4-FFF2-40B4-BE49-F238E27FC236}">
                <a16:creationId xmlns:a16="http://schemas.microsoft.com/office/drawing/2014/main" id="{7FDCE348-5A35-4E70-A233-384AC02AC49C}"/>
              </a:ext>
            </a:extLst>
          </p:cNvPr>
          <p:cNvSpPr>
            <a:spLocks noGrp="1"/>
          </p:cNvSpPr>
          <p:nvPr/>
        </p:nvSpPr>
        <p:spPr>
          <a:xfrm>
            <a:off x="1317240" y="936000"/>
            <a:ext cx="38520" cy="64440"/>
          </a:xfrm>
          <a:custGeom>
            <a:avLst/>
            <a:gdLst>
              <a:gd name="textAreaLeft" fmla="*/ 0 w 38520"/>
              <a:gd name="textAreaRight" fmla="*/ 38880 w 38520"/>
              <a:gd name="textAreaTop" fmla="*/ 0 h 64440"/>
              <a:gd name="textAreaBottom" fmla="*/ 64800 h 64440"/>
              <a:gd name="GluePoint1X" fmla="*/ 87 w 89"/>
              <a:gd name="GluePoint1Y" fmla="*/ 91 h 148"/>
              <a:gd name="GluePoint2X" fmla="*/ 82 w 89"/>
              <a:gd name="GluePoint2Y" fmla="*/ 82 h 148"/>
              <a:gd name="GluePoint3X" fmla="*/ 74 w 89"/>
              <a:gd name="GluePoint3Y" fmla="*/ 74 h 148"/>
              <a:gd name="GluePoint4X" fmla="*/ 63 w 89"/>
              <a:gd name="GluePoint4Y" fmla="*/ 66 h 148"/>
              <a:gd name="GluePoint5X" fmla="*/ 51 w 89"/>
              <a:gd name="GluePoint5Y" fmla="*/ 58 h 148"/>
              <a:gd name="GluePoint6X" fmla="*/ 35 w 89"/>
              <a:gd name="GluePoint6Y" fmla="*/ 49 h 148"/>
              <a:gd name="GluePoint7X" fmla="*/ 27 w 89"/>
              <a:gd name="GluePoint7Y" fmla="*/ 40 h 148"/>
              <a:gd name="GluePoint8X" fmla="*/ 26 w 89"/>
              <a:gd name="GluePoint8Y" fmla="*/ 35 h 148"/>
              <a:gd name="GluePoint9X" fmla="*/ 26 w 89"/>
              <a:gd name="GluePoint9Y" fmla="*/ 29 h 148"/>
              <a:gd name="GluePoint10X" fmla="*/ 27 w 89"/>
              <a:gd name="GluePoint10Y" fmla="*/ 22 h 148"/>
              <a:gd name="GluePoint11X" fmla="*/ 31 w 89"/>
              <a:gd name="GluePoint11Y" fmla="*/ 18 h 148"/>
              <a:gd name="GluePoint12X" fmla="*/ 36 w 89"/>
              <a:gd name="GluePoint12Y" fmla="*/ 14 h 148"/>
              <a:gd name="GluePoint13X" fmla="*/ 43 w 89"/>
              <a:gd name="GluePoint13Y" fmla="*/ 13 h 148"/>
              <a:gd name="GluePoint14X" fmla="*/ 52 w 89"/>
              <a:gd name="GluePoint14Y" fmla="*/ 12 h 148"/>
              <a:gd name="GluePoint15X" fmla="*/ 63 w 89"/>
              <a:gd name="GluePoint15Y" fmla="*/ 17 h 148"/>
              <a:gd name="GluePoint16X" fmla="*/ 71 w 89"/>
              <a:gd name="GluePoint16Y" fmla="*/ 26 h 148"/>
              <a:gd name="GluePoint17X" fmla="*/ 75 w 89"/>
              <a:gd name="GluePoint17Y" fmla="*/ 29 h 148"/>
              <a:gd name="GluePoint18X" fmla="*/ 79 w 89"/>
              <a:gd name="GluePoint18Y" fmla="*/ 20 h 148"/>
              <a:gd name="GluePoint19X" fmla="*/ 82 w 89"/>
              <a:gd name="GluePoint19Y" fmla="*/ 12 h 148"/>
              <a:gd name="GluePoint20X" fmla="*/ 75 w 89"/>
              <a:gd name="GluePoint20Y" fmla="*/ 6 h 148"/>
              <a:gd name="GluePoint21X" fmla="*/ 63 w 89"/>
              <a:gd name="GluePoint21Y" fmla="*/ 2 h 148"/>
              <a:gd name="GluePoint22X" fmla="*/ 49 w 89"/>
              <a:gd name="GluePoint22Y" fmla="*/ 0 h 148"/>
              <a:gd name="GluePoint23X" fmla="*/ 33 w 89"/>
              <a:gd name="GluePoint23Y" fmla="*/ 2 h 148"/>
              <a:gd name="GluePoint24X" fmla="*/ 21 w 89"/>
              <a:gd name="GluePoint24Y" fmla="*/ 7 h 148"/>
              <a:gd name="GluePoint25X" fmla="*/ 11 w 89"/>
              <a:gd name="GluePoint25Y" fmla="*/ 15 h 148"/>
              <a:gd name="GluePoint26X" fmla="*/ 5 w 89"/>
              <a:gd name="GluePoint26Y" fmla="*/ 26 h 148"/>
              <a:gd name="GluePoint27X" fmla="*/ 1 w 89"/>
              <a:gd name="GluePoint27Y" fmla="*/ 39 h 148"/>
              <a:gd name="GluePoint28X" fmla="*/ 2 w 89"/>
              <a:gd name="GluePoint28Y" fmla="*/ 50 h 148"/>
              <a:gd name="GluePoint29X" fmla="*/ 5 w 89"/>
              <a:gd name="GluePoint29Y" fmla="*/ 61 h 148"/>
              <a:gd name="GluePoint30X" fmla="*/ 10 w 89"/>
              <a:gd name="GluePoint30Y" fmla="*/ 70 h 148"/>
              <a:gd name="GluePoint31X" fmla="*/ 18 w 89"/>
              <a:gd name="GluePoint31Y" fmla="*/ 78 h 148"/>
              <a:gd name="GluePoint32X" fmla="*/ 28 w 89"/>
              <a:gd name="GluePoint32Y" fmla="*/ 85 h 148"/>
              <a:gd name="GluePoint33X" fmla="*/ 43 w 89"/>
              <a:gd name="GluePoint33Y" fmla="*/ 92 h 148"/>
              <a:gd name="GluePoint34X" fmla="*/ 56 w 89"/>
              <a:gd name="GluePoint34Y" fmla="*/ 102 h 148"/>
              <a:gd name="GluePoint35X" fmla="*/ 60 w 89"/>
              <a:gd name="GluePoint35Y" fmla="*/ 107 h 148"/>
              <a:gd name="GluePoint36X" fmla="*/ 63 w 89"/>
              <a:gd name="GluePoint36Y" fmla="*/ 112 h 148"/>
              <a:gd name="GluePoint37X" fmla="*/ 63 w 89"/>
              <a:gd name="GluePoint37Y" fmla="*/ 119 h 148"/>
              <a:gd name="GluePoint38X" fmla="*/ 61 w 89"/>
              <a:gd name="GluePoint38Y" fmla="*/ 125 h 148"/>
              <a:gd name="GluePoint39X" fmla="*/ 58 w 89"/>
              <a:gd name="GluePoint39Y" fmla="*/ 130 h 148"/>
              <a:gd name="GluePoint40X" fmla="*/ 53 w 89"/>
              <a:gd name="GluePoint40Y" fmla="*/ 134 h 148"/>
              <a:gd name="GluePoint41X" fmla="*/ 47 w 89"/>
              <a:gd name="GluePoint41Y" fmla="*/ 136 h 148"/>
              <a:gd name="GluePoint42X" fmla="*/ 39 w 89"/>
              <a:gd name="GluePoint42Y" fmla="*/ 137 h 148"/>
              <a:gd name="GluePoint43X" fmla="*/ 31 w 89"/>
              <a:gd name="GluePoint43Y" fmla="*/ 136 h 148"/>
              <a:gd name="GluePoint44X" fmla="*/ 23 w 89"/>
              <a:gd name="GluePoint44Y" fmla="*/ 134 h 148"/>
              <a:gd name="GluePoint45X" fmla="*/ 18 w 89"/>
              <a:gd name="GluePoint45Y" fmla="*/ 130 h 148"/>
              <a:gd name="GluePoint46X" fmla="*/ 14 w 89"/>
              <a:gd name="GluePoint46Y" fmla="*/ 124 h 148"/>
              <a:gd name="GluePoint47X" fmla="*/ 11 w 89"/>
              <a:gd name="GluePoint47Y" fmla="*/ 117 h 148"/>
              <a:gd name="GluePoint48X" fmla="*/ 5 w 89"/>
              <a:gd name="GluePoint48Y" fmla="*/ 121 h 148"/>
              <a:gd name="GluePoint49X" fmla="*/ 0 w 89"/>
              <a:gd name="GluePoint49Y" fmla="*/ 141 h 148"/>
              <a:gd name="GluePoint50X" fmla="*/ 12 w 89"/>
              <a:gd name="GluePoint50Y" fmla="*/ 146 h 148"/>
              <a:gd name="GluePoint51X" fmla="*/ 25 w 89"/>
              <a:gd name="GluePoint51Y" fmla="*/ 147 h 148"/>
              <a:gd name="GluePoint52X" fmla="*/ 40 w 89"/>
              <a:gd name="GluePoint52Y" fmla="*/ 148 h 148"/>
              <a:gd name="GluePoint53X" fmla="*/ 57 w 89"/>
              <a:gd name="GluePoint53Y" fmla="*/ 145 h 148"/>
              <a:gd name="GluePoint54X" fmla="*/ 70 w 89"/>
              <a:gd name="GluePoint54Y" fmla="*/ 139 h 148"/>
              <a:gd name="GluePoint55X" fmla="*/ 80 w 89"/>
              <a:gd name="GluePoint55Y" fmla="*/ 130 h 148"/>
              <a:gd name="GluePoint56X" fmla="*/ 86 w 89"/>
              <a:gd name="GluePoint56Y" fmla="*/ 118 h 148"/>
              <a:gd name="GluePoint57X" fmla="*/ 89 w 89"/>
              <a:gd name="GluePoint57Y" fmla="*/ 103 h 148"/>
            </a:gdLst>
            <a:ahLst/>
            <a:cxnLst/>
            <a:rect l="textAreaLeft" t="textAreaTop" r="textAreaRight" b="textAreaBottom"/>
            <a:pathLst>
              <a:path w="89" h="148">
                <a:moveTo>
                  <a:pt x="88" y="97"/>
                </a:moveTo>
                <a:lnTo>
                  <a:pt x="87" y="94"/>
                </a:lnTo>
                <a:lnTo>
                  <a:pt x="87" y="91"/>
                </a:lnTo>
                <a:lnTo>
                  <a:pt x="85" y="88"/>
                </a:lnTo>
                <a:lnTo>
                  <a:pt x="83" y="85"/>
                </a:lnTo>
                <a:lnTo>
                  <a:pt x="82" y="82"/>
                </a:lnTo>
                <a:lnTo>
                  <a:pt x="79" y="79"/>
                </a:lnTo>
                <a:lnTo>
                  <a:pt x="77" y="77"/>
                </a:lnTo>
                <a:lnTo>
                  <a:pt x="74" y="74"/>
                </a:lnTo>
                <a:lnTo>
                  <a:pt x="71" y="71"/>
                </a:lnTo>
                <a:lnTo>
                  <a:pt x="67" y="69"/>
                </a:lnTo>
                <a:lnTo>
                  <a:pt x="63" y="66"/>
                </a:lnTo>
                <a:lnTo>
                  <a:pt x="59" y="63"/>
                </a:lnTo>
                <a:lnTo>
                  <a:pt x="55" y="61"/>
                </a:lnTo>
                <a:lnTo>
                  <a:pt x="51" y="58"/>
                </a:lnTo>
                <a:lnTo>
                  <a:pt x="45" y="55"/>
                </a:lnTo>
                <a:lnTo>
                  <a:pt x="40" y="52"/>
                </a:lnTo>
                <a:lnTo>
                  <a:pt x="35" y="49"/>
                </a:lnTo>
                <a:lnTo>
                  <a:pt x="32" y="46"/>
                </a:lnTo>
                <a:lnTo>
                  <a:pt x="29" y="42"/>
                </a:lnTo>
                <a:lnTo>
                  <a:pt x="27" y="40"/>
                </a:lnTo>
                <a:lnTo>
                  <a:pt x="27" y="38"/>
                </a:lnTo>
                <a:lnTo>
                  <a:pt x="26" y="36"/>
                </a:lnTo>
                <a:lnTo>
                  <a:pt x="26" y="35"/>
                </a:lnTo>
                <a:lnTo>
                  <a:pt x="26" y="34"/>
                </a:lnTo>
                <a:lnTo>
                  <a:pt x="26" y="30"/>
                </a:lnTo>
                <a:lnTo>
                  <a:pt x="26" y="29"/>
                </a:lnTo>
                <a:lnTo>
                  <a:pt x="27" y="26"/>
                </a:lnTo>
                <a:lnTo>
                  <a:pt x="27" y="25"/>
                </a:lnTo>
                <a:lnTo>
                  <a:pt x="27" y="22"/>
                </a:lnTo>
                <a:lnTo>
                  <a:pt x="29" y="21"/>
                </a:lnTo>
                <a:lnTo>
                  <a:pt x="30" y="19"/>
                </a:lnTo>
                <a:lnTo>
                  <a:pt x="31" y="18"/>
                </a:lnTo>
                <a:lnTo>
                  <a:pt x="33" y="17"/>
                </a:lnTo>
                <a:lnTo>
                  <a:pt x="35" y="15"/>
                </a:lnTo>
                <a:lnTo>
                  <a:pt x="36" y="14"/>
                </a:lnTo>
                <a:lnTo>
                  <a:pt x="39" y="14"/>
                </a:lnTo>
                <a:lnTo>
                  <a:pt x="40" y="13"/>
                </a:lnTo>
                <a:lnTo>
                  <a:pt x="43" y="13"/>
                </a:lnTo>
                <a:lnTo>
                  <a:pt x="46" y="12"/>
                </a:lnTo>
                <a:lnTo>
                  <a:pt x="48" y="12"/>
                </a:lnTo>
                <a:lnTo>
                  <a:pt x="52" y="12"/>
                </a:lnTo>
                <a:lnTo>
                  <a:pt x="56" y="14"/>
                </a:lnTo>
                <a:lnTo>
                  <a:pt x="59" y="14"/>
                </a:lnTo>
                <a:lnTo>
                  <a:pt x="63" y="17"/>
                </a:lnTo>
                <a:lnTo>
                  <a:pt x="66" y="19"/>
                </a:lnTo>
                <a:lnTo>
                  <a:pt x="68" y="22"/>
                </a:lnTo>
                <a:lnTo>
                  <a:pt x="71" y="26"/>
                </a:lnTo>
                <a:lnTo>
                  <a:pt x="73" y="30"/>
                </a:lnTo>
                <a:lnTo>
                  <a:pt x="75" y="30"/>
                </a:lnTo>
                <a:lnTo>
                  <a:pt x="75" y="29"/>
                </a:lnTo>
                <a:lnTo>
                  <a:pt x="77" y="26"/>
                </a:lnTo>
                <a:lnTo>
                  <a:pt x="77" y="24"/>
                </a:lnTo>
                <a:lnTo>
                  <a:pt x="79" y="20"/>
                </a:lnTo>
                <a:lnTo>
                  <a:pt x="79" y="18"/>
                </a:lnTo>
                <a:lnTo>
                  <a:pt x="81" y="14"/>
                </a:lnTo>
                <a:lnTo>
                  <a:pt x="82" y="12"/>
                </a:lnTo>
                <a:lnTo>
                  <a:pt x="83" y="10"/>
                </a:lnTo>
                <a:lnTo>
                  <a:pt x="79" y="8"/>
                </a:lnTo>
                <a:lnTo>
                  <a:pt x="75" y="6"/>
                </a:lnTo>
                <a:lnTo>
                  <a:pt x="71" y="4"/>
                </a:lnTo>
                <a:lnTo>
                  <a:pt x="67" y="2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9" y="0"/>
                </a:lnTo>
                <a:lnTo>
                  <a:pt x="43" y="1"/>
                </a:lnTo>
                <a:lnTo>
                  <a:pt x="38" y="1"/>
                </a:lnTo>
                <a:lnTo>
                  <a:pt x="33" y="2"/>
                </a:lnTo>
                <a:lnTo>
                  <a:pt x="29" y="3"/>
                </a:lnTo>
                <a:lnTo>
                  <a:pt x="25" y="6"/>
                </a:lnTo>
                <a:lnTo>
                  <a:pt x="21" y="7"/>
                </a:lnTo>
                <a:lnTo>
                  <a:pt x="17" y="10"/>
                </a:lnTo>
                <a:lnTo>
                  <a:pt x="14" y="12"/>
                </a:lnTo>
                <a:lnTo>
                  <a:pt x="11" y="15"/>
                </a:lnTo>
                <a:lnTo>
                  <a:pt x="8" y="18"/>
                </a:lnTo>
                <a:lnTo>
                  <a:pt x="7" y="22"/>
                </a:lnTo>
                <a:lnTo>
                  <a:pt x="5" y="26"/>
                </a:lnTo>
                <a:lnTo>
                  <a:pt x="3" y="30"/>
                </a:lnTo>
                <a:lnTo>
                  <a:pt x="3" y="34"/>
                </a:lnTo>
                <a:lnTo>
                  <a:pt x="1" y="39"/>
                </a:lnTo>
                <a:lnTo>
                  <a:pt x="1" y="44"/>
                </a:lnTo>
                <a:lnTo>
                  <a:pt x="1" y="47"/>
                </a:lnTo>
                <a:lnTo>
                  <a:pt x="2" y="50"/>
                </a:lnTo>
                <a:lnTo>
                  <a:pt x="3" y="54"/>
                </a:lnTo>
                <a:lnTo>
                  <a:pt x="3" y="58"/>
                </a:lnTo>
                <a:lnTo>
                  <a:pt x="5" y="61"/>
                </a:lnTo>
                <a:lnTo>
                  <a:pt x="6" y="64"/>
                </a:lnTo>
                <a:lnTo>
                  <a:pt x="8" y="66"/>
                </a:lnTo>
                <a:lnTo>
                  <a:pt x="10" y="70"/>
                </a:lnTo>
                <a:lnTo>
                  <a:pt x="12" y="72"/>
                </a:lnTo>
                <a:lnTo>
                  <a:pt x="15" y="75"/>
                </a:lnTo>
                <a:lnTo>
                  <a:pt x="18" y="78"/>
                </a:lnTo>
                <a:lnTo>
                  <a:pt x="21" y="80"/>
                </a:lnTo>
                <a:lnTo>
                  <a:pt x="24" y="82"/>
                </a:lnTo>
                <a:lnTo>
                  <a:pt x="28" y="85"/>
                </a:lnTo>
                <a:lnTo>
                  <a:pt x="32" y="86"/>
                </a:lnTo>
                <a:lnTo>
                  <a:pt x="36" y="89"/>
                </a:lnTo>
                <a:lnTo>
                  <a:pt x="43" y="92"/>
                </a:lnTo>
                <a:lnTo>
                  <a:pt x="48" y="95"/>
                </a:lnTo>
                <a:lnTo>
                  <a:pt x="53" y="99"/>
                </a:lnTo>
                <a:lnTo>
                  <a:pt x="56" y="102"/>
                </a:lnTo>
                <a:lnTo>
                  <a:pt x="58" y="103"/>
                </a:lnTo>
                <a:lnTo>
                  <a:pt x="59" y="105"/>
                </a:lnTo>
                <a:lnTo>
                  <a:pt x="60" y="107"/>
                </a:lnTo>
                <a:lnTo>
                  <a:pt x="62" y="109"/>
                </a:lnTo>
                <a:lnTo>
                  <a:pt x="62" y="111"/>
                </a:lnTo>
                <a:lnTo>
                  <a:pt x="63" y="112"/>
                </a:lnTo>
                <a:lnTo>
                  <a:pt x="63" y="114"/>
                </a:lnTo>
                <a:lnTo>
                  <a:pt x="63" y="115"/>
                </a:lnTo>
                <a:lnTo>
                  <a:pt x="63" y="119"/>
                </a:lnTo>
                <a:lnTo>
                  <a:pt x="63" y="121"/>
                </a:lnTo>
                <a:lnTo>
                  <a:pt x="62" y="123"/>
                </a:lnTo>
                <a:lnTo>
                  <a:pt x="61" y="125"/>
                </a:lnTo>
                <a:lnTo>
                  <a:pt x="60" y="127"/>
                </a:lnTo>
                <a:lnTo>
                  <a:pt x="59" y="128"/>
                </a:lnTo>
                <a:lnTo>
                  <a:pt x="58" y="130"/>
                </a:lnTo>
                <a:lnTo>
                  <a:pt x="56" y="131"/>
                </a:lnTo>
                <a:lnTo>
                  <a:pt x="55" y="132"/>
                </a:lnTo>
                <a:lnTo>
                  <a:pt x="53" y="134"/>
                </a:lnTo>
                <a:lnTo>
                  <a:pt x="51" y="135"/>
                </a:lnTo>
                <a:lnTo>
                  <a:pt x="49" y="135"/>
                </a:lnTo>
                <a:lnTo>
                  <a:pt x="47" y="136"/>
                </a:lnTo>
                <a:lnTo>
                  <a:pt x="44" y="136"/>
                </a:lnTo>
                <a:lnTo>
                  <a:pt x="42" y="137"/>
                </a:lnTo>
                <a:lnTo>
                  <a:pt x="39" y="137"/>
                </a:lnTo>
                <a:lnTo>
                  <a:pt x="36" y="137"/>
                </a:lnTo>
                <a:lnTo>
                  <a:pt x="33" y="136"/>
                </a:lnTo>
                <a:lnTo>
                  <a:pt x="31" y="136"/>
                </a:lnTo>
                <a:lnTo>
                  <a:pt x="28" y="135"/>
                </a:lnTo>
                <a:lnTo>
                  <a:pt x="26" y="135"/>
                </a:lnTo>
                <a:lnTo>
                  <a:pt x="23" y="134"/>
                </a:lnTo>
                <a:lnTo>
                  <a:pt x="21" y="132"/>
                </a:lnTo>
                <a:lnTo>
                  <a:pt x="19" y="131"/>
                </a:lnTo>
                <a:lnTo>
                  <a:pt x="18" y="130"/>
                </a:lnTo>
                <a:lnTo>
                  <a:pt x="16" y="128"/>
                </a:lnTo>
                <a:lnTo>
                  <a:pt x="15" y="126"/>
                </a:lnTo>
                <a:lnTo>
                  <a:pt x="14" y="124"/>
                </a:lnTo>
                <a:lnTo>
                  <a:pt x="12" y="122"/>
                </a:lnTo>
                <a:lnTo>
                  <a:pt x="11" y="119"/>
                </a:lnTo>
                <a:lnTo>
                  <a:pt x="11" y="117"/>
                </a:lnTo>
                <a:lnTo>
                  <a:pt x="10" y="114"/>
                </a:lnTo>
                <a:lnTo>
                  <a:pt x="6" y="114"/>
                </a:lnTo>
                <a:lnTo>
                  <a:pt x="5" y="121"/>
                </a:lnTo>
                <a:lnTo>
                  <a:pt x="3" y="128"/>
                </a:lnTo>
                <a:lnTo>
                  <a:pt x="3" y="135"/>
                </a:lnTo>
                <a:lnTo>
                  <a:pt x="0" y="141"/>
                </a:lnTo>
                <a:lnTo>
                  <a:pt x="4" y="143"/>
                </a:lnTo>
                <a:lnTo>
                  <a:pt x="8" y="144"/>
                </a:lnTo>
                <a:lnTo>
                  <a:pt x="12" y="146"/>
                </a:lnTo>
                <a:lnTo>
                  <a:pt x="17" y="147"/>
                </a:lnTo>
                <a:lnTo>
                  <a:pt x="21" y="147"/>
                </a:lnTo>
                <a:lnTo>
                  <a:pt x="25" y="147"/>
                </a:lnTo>
                <a:lnTo>
                  <a:pt x="29" y="148"/>
                </a:lnTo>
                <a:lnTo>
                  <a:pt x="34" y="148"/>
                </a:lnTo>
                <a:lnTo>
                  <a:pt x="40" y="148"/>
                </a:lnTo>
                <a:lnTo>
                  <a:pt x="46" y="147"/>
                </a:lnTo>
                <a:lnTo>
                  <a:pt x="51" y="146"/>
                </a:lnTo>
                <a:lnTo>
                  <a:pt x="57" y="145"/>
                </a:lnTo>
                <a:lnTo>
                  <a:pt x="62" y="143"/>
                </a:lnTo>
                <a:lnTo>
                  <a:pt x="66" y="141"/>
                </a:lnTo>
                <a:lnTo>
                  <a:pt x="70" y="139"/>
                </a:lnTo>
                <a:lnTo>
                  <a:pt x="74" y="136"/>
                </a:lnTo>
                <a:lnTo>
                  <a:pt x="77" y="133"/>
                </a:lnTo>
                <a:lnTo>
                  <a:pt x="80" y="130"/>
                </a:lnTo>
                <a:lnTo>
                  <a:pt x="83" y="127"/>
                </a:lnTo>
                <a:lnTo>
                  <a:pt x="84" y="123"/>
                </a:lnTo>
                <a:lnTo>
                  <a:pt x="86" y="118"/>
                </a:lnTo>
                <a:lnTo>
                  <a:pt x="87" y="114"/>
                </a:lnTo>
                <a:lnTo>
                  <a:pt x="88" y="109"/>
                </a:lnTo>
                <a:lnTo>
                  <a:pt x="89" y="103"/>
                </a:lnTo>
                <a:lnTo>
                  <a:pt x="89" y="100"/>
                </a:lnTo>
                <a:lnTo>
                  <a:pt x="88" y="9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220" name="ïśḷíḓé">
            <a:extLst>
              <a:ext uri="{FF2B5EF4-FFF2-40B4-BE49-F238E27FC236}">
                <a16:creationId xmlns:a16="http://schemas.microsoft.com/office/drawing/2014/main" id="{10400B2B-D341-4BE7-A070-2B71B29E167E}"/>
              </a:ext>
            </a:extLst>
          </p:cNvPr>
          <p:cNvSpPr>
            <a:spLocks noGrp="1"/>
          </p:cNvSpPr>
          <p:nvPr/>
        </p:nvSpPr>
        <p:spPr>
          <a:xfrm>
            <a:off x="136728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7 w 102"/>
              <a:gd name="GluePoint2Y" fmla="*/ 25 h 103"/>
              <a:gd name="GluePoint3X" fmla="*/ 92 w 102"/>
              <a:gd name="GluePoint3Y" fmla="*/ 17 h 103"/>
              <a:gd name="GluePoint4X" fmla="*/ 85 w 102"/>
              <a:gd name="GluePoint4Y" fmla="*/ 10 h 103"/>
              <a:gd name="GluePoint5X" fmla="*/ 77 w 102"/>
              <a:gd name="GluePoint5Y" fmla="*/ 6 h 103"/>
              <a:gd name="GluePoint6X" fmla="*/ 68 w 102"/>
              <a:gd name="GluePoint6Y" fmla="*/ 2 h 103"/>
              <a:gd name="GluePoint7X" fmla="*/ 57 w 102"/>
              <a:gd name="GluePoint7Y" fmla="*/ 1 h 103"/>
              <a:gd name="GluePoint8X" fmla="*/ 45 w 102"/>
              <a:gd name="GluePoint8Y" fmla="*/ 1 h 103"/>
              <a:gd name="GluePoint9X" fmla="*/ 34 w 102"/>
              <a:gd name="GluePoint9Y" fmla="*/ 2 h 103"/>
              <a:gd name="GluePoint10X" fmla="*/ 25 w 102"/>
              <a:gd name="GluePoint10Y" fmla="*/ 6 h 103"/>
              <a:gd name="GluePoint11X" fmla="*/ 17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2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2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7 w 102"/>
              <a:gd name="GluePoint20Y" fmla="*/ 94 h 103"/>
              <a:gd name="GluePoint21X" fmla="*/ 25 w 102"/>
              <a:gd name="GluePoint21Y" fmla="*/ 98 h 103"/>
              <a:gd name="GluePoint22X" fmla="*/ 34 w 102"/>
              <a:gd name="GluePoint22Y" fmla="*/ 102 h 103"/>
              <a:gd name="GluePoint23X" fmla="*/ 45 w 102"/>
              <a:gd name="GluePoint23Y" fmla="*/ 103 h 103"/>
              <a:gd name="GluePoint24X" fmla="*/ 57 w 102"/>
              <a:gd name="GluePoint24Y" fmla="*/ 103 h 103"/>
              <a:gd name="GluePoint25X" fmla="*/ 68 w 102"/>
              <a:gd name="GluePoint25Y" fmla="*/ 102 h 103"/>
              <a:gd name="GluePoint26X" fmla="*/ 77 w 102"/>
              <a:gd name="GluePoint26Y" fmla="*/ 98 h 103"/>
              <a:gd name="GluePoint27X" fmla="*/ 85 w 102"/>
              <a:gd name="GluePoint27Y" fmla="*/ 92 h 103"/>
              <a:gd name="GluePoint28X" fmla="*/ 92 w 102"/>
              <a:gd name="GluePoint28Y" fmla="*/ 86 h 103"/>
              <a:gd name="GluePoint29X" fmla="*/ 97 w 102"/>
              <a:gd name="GluePoint29Y" fmla="*/ 78 h 103"/>
              <a:gd name="GluePoint30X" fmla="*/ 100 w 102"/>
              <a:gd name="GluePoint30Y" fmla="*/ 68 h 103"/>
              <a:gd name="GluePoint31X" fmla="*/ 102 w 102"/>
              <a:gd name="GluePoint31Y" fmla="*/ 56 h 103"/>
              <a:gd name="GluePoint32X" fmla="*/ 102 w 102"/>
              <a:gd name="GluePoint32Y" fmla="*/ 44 h 103"/>
              <a:gd name="GluePoint33X" fmla="*/ 71 w 102"/>
              <a:gd name="GluePoint33Y" fmla="*/ 58 h 103"/>
              <a:gd name="GluePoint34X" fmla="*/ 69 w 102"/>
              <a:gd name="GluePoint34Y" fmla="*/ 72 h 103"/>
              <a:gd name="GluePoint35X" fmla="*/ 67 w 102"/>
              <a:gd name="GluePoint35Y" fmla="*/ 79 h 103"/>
              <a:gd name="GluePoint36X" fmla="*/ 65 w 102"/>
              <a:gd name="GluePoint36Y" fmla="*/ 86 h 103"/>
              <a:gd name="GluePoint37X" fmla="*/ 61 w 102"/>
              <a:gd name="GluePoint37Y" fmla="*/ 91 h 103"/>
              <a:gd name="GluePoint38X" fmla="*/ 57 w 102"/>
              <a:gd name="GluePoint38Y" fmla="*/ 94 h 103"/>
              <a:gd name="GluePoint39X" fmla="*/ 53 w 102"/>
              <a:gd name="GluePoint39Y" fmla="*/ 95 h 103"/>
              <a:gd name="GluePoint40X" fmla="*/ 49 w 102"/>
              <a:gd name="GluePoint40Y" fmla="*/ 95 h 103"/>
              <a:gd name="GluePoint41X" fmla="*/ 45 w 102"/>
              <a:gd name="GluePoint41Y" fmla="*/ 94 h 103"/>
              <a:gd name="GluePoint42X" fmla="*/ 41 w 102"/>
              <a:gd name="GluePoint42Y" fmla="*/ 91 h 103"/>
              <a:gd name="GluePoint43X" fmla="*/ 37 w 102"/>
              <a:gd name="GluePoint43Y" fmla="*/ 87 h 103"/>
              <a:gd name="GluePoint44X" fmla="*/ 35 w 102"/>
              <a:gd name="GluePoint44Y" fmla="*/ 83 h 103"/>
              <a:gd name="GluePoint45X" fmla="*/ 33 w 102"/>
              <a:gd name="GluePoint45Y" fmla="*/ 75 h 103"/>
              <a:gd name="GluePoint46X" fmla="*/ 32 w 102"/>
              <a:gd name="GluePoint46Y" fmla="*/ 68 h 103"/>
              <a:gd name="GluePoint47X" fmla="*/ 31 w 102"/>
              <a:gd name="GluePoint47Y" fmla="*/ 59 h 103"/>
              <a:gd name="GluePoint48X" fmla="*/ 31 w 102"/>
              <a:gd name="GluePoint48Y" fmla="*/ 49 h 103"/>
              <a:gd name="GluePoint49X" fmla="*/ 32 w 102"/>
              <a:gd name="GluePoint49Y" fmla="*/ 38 h 103"/>
              <a:gd name="GluePoint50X" fmla="*/ 33 w 102"/>
              <a:gd name="GluePoint50Y" fmla="*/ 30 h 103"/>
              <a:gd name="GluePoint51X" fmla="*/ 35 w 102"/>
              <a:gd name="GluePoint51Y" fmla="*/ 23 h 103"/>
              <a:gd name="GluePoint52X" fmla="*/ 37 w 102"/>
              <a:gd name="GluePoint52Y" fmla="*/ 18 h 103"/>
              <a:gd name="GluePoint53X" fmla="*/ 41 w 102"/>
              <a:gd name="GluePoint53Y" fmla="*/ 14 h 103"/>
              <a:gd name="GluePoint54X" fmla="*/ 45 w 102"/>
              <a:gd name="GluePoint54Y" fmla="*/ 10 h 103"/>
              <a:gd name="GluePoint55X" fmla="*/ 49 w 102"/>
              <a:gd name="GluePoint55Y" fmla="*/ 9 h 103"/>
              <a:gd name="GluePoint56X" fmla="*/ 54 w 102"/>
              <a:gd name="GluePoint56Y" fmla="*/ 9 h 103"/>
              <a:gd name="GluePoint57X" fmla="*/ 58 w 102"/>
              <a:gd name="GluePoint57Y" fmla="*/ 10 h 103"/>
              <a:gd name="GluePoint58X" fmla="*/ 62 w 102"/>
              <a:gd name="GluePoint58Y" fmla="*/ 13 h 103"/>
              <a:gd name="GluePoint59X" fmla="*/ 65 w 102"/>
              <a:gd name="GluePoint59Y" fmla="*/ 16 h 103"/>
              <a:gd name="GluePoint60X" fmla="*/ 68 w 102"/>
              <a:gd name="GluePoint60Y" fmla="*/ 22 h 103"/>
              <a:gd name="GluePoint61X" fmla="*/ 69 w 102"/>
              <a:gd name="GluePoint61Y" fmla="*/ 27 h 103"/>
              <a:gd name="GluePoint62X" fmla="*/ 71 w 102"/>
              <a:gd name="GluePoint62Y" fmla="*/ 38 h 103"/>
              <a:gd name="GluePoint63X" fmla="*/ 71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1" y="38"/>
                </a:moveTo>
                <a:lnTo>
                  <a:pt x="100" y="34"/>
                </a:lnTo>
                <a:lnTo>
                  <a:pt x="98" y="29"/>
                </a:lnTo>
                <a:lnTo>
                  <a:pt x="97" y="25"/>
                </a:lnTo>
                <a:lnTo>
                  <a:pt x="94" y="21"/>
                </a:lnTo>
                <a:lnTo>
                  <a:pt x="92" y="17"/>
                </a:lnTo>
                <a:lnTo>
                  <a:pt x="89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1" y="0"/>
                </a:lnTo>
                <a:lnTo>
                  <a:pt x="45" y="1"/>
                </a:lnTo>
                <a:lnTo>
                  <a:pt x="40" y="1"/>
                </a:lnTo>
                <a:lnTo>
                  <a:pt x="34" y="2"/>
                </a:lnTo>
                <a:lnTo>
                  <a:pt x="29" y="4"/>
                </a:lnTo>
                <a:lnTo>
                  <a:pt x="25" y="6"/>
                </a:lnTo>
                <a:lnTo>
                  <a:pt x="21" y="9"/>
                </a:lnTo>
                <a:lnTo>
                  <a:pt x="17" y="12"/>
                </a:lnTo>
                <a:lnTo>
                  <a:pt x="13" y="14"/>
                </a:lnTo>
                <a:lnTo>
                  <a:pt x="10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0" y="87"/>
                </a:lnTo>
                <a:lnTo>
                  <a:pt x="13" y="91"/>
                </a:lnTo>
                <a:lnTo>
                  <a:pt x="17" y="94"/>
                </a:lnTo>
                <a:lnTo>
                  <a:pt x="21" y="96"/>
                </a:lnTo>
                <a:lnTo>
                  <a:pt x="25" y="98"/>
                </a:lnTo>
                <a:lnTo>
                  <a:pt x="29" y="100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1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9" y="90"/>
                </a:lnTo>
                <a:lnTo>
                  <a:pt x="92" y="86"/>
                </a:lnTo>
                <a:lnTo>
                  <a:pt x="94" y="82"/>
                </a:lnTo>
                <a:lnTo>
                  <a:pt x="97" y="78"/>
                </a:lnTo>
                <a:lnTo>
                  <a:pt x="98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2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69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5" y="83"/>
                </a:lnTo>
                <a:lnTo>
                  <a:pt x="65" y="86"/>
                </a:lnTo>
                <a:lnTo>
                  <a:pt x="63" y="88"/>
                </a:lnTo>
                <a:lnTo>
                  <a:pt x="61" y="91"/>
                </a:lnTo>
                <a:lnTo>
                  <a:pt x="59" y="92"/>
                </a:lnTo>
                <a:lnTo>
                  <a:pt x="57" y="94"/>
                </a:lnTo>
                <a:lnTo>
                  <a:pt x="56" y="95"/>
                </a:lnTo>
                <a:lnTo>
                  <a:pt x="53" y="95"/>
                </a:lnTo>
                <a:lnTo>
                  <a:pt x="51" y="95"/>
                </a:lnTo>
                <a:lnTo>
                  <a:pt x="49" y="95"/>
                </a:lnTo>
                <a:lnTo>
                  <a:pt x="46" y="95"/>
                </a:lnTo>
                <a:lnTo>
                  <a:pt x="45" y="94"/>
                </a:lnTo>
                <a:lnTo>
                  <a:pt x="42" y="93"/>
                </a:lnTo>
                <a:lnTo>
                  <a:pt x="41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3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3" y="27"/>
                </a:lnTo>
                <a:lnTo>
                  <a:pt x="35" y="23"/>
                </a:lnTo>
                <a:lnTo>
                  <a:pt x="36" y="21"/>
                </a:lnTo>
                <a:lnTo>
                  <a:pt x="37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7" y="10"/>
                </a:lnTo>
                <a:lnTo>
                  <a:pt x="49" y="9"/>
                </a:lnTo>
                <a:lnTo>
                  <a:pt x="52" y="9"/>
                </a:lnTo>
                <a:lnTo>
                  <a:pt x="54" y="9"/>
                </a:lnTo>
                <a:lnTo>
                  <a:pt x="57" y="10"/>
                </a:lnTo>
                <a:lnTo>
                  <a:pt x="58" y="10"/>
                </a:lnTo>
                <a:lnTo>
                  <a:pt x="61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9" y="24"/>
                </a:lnTo>
                <a:lnTo>
                  <a:pt x="69" y="27"/>
                </a:lnTo>
                <a:lnTo>
                  <a:pt x="70" y="30"/>
                </a:lnTo>
                <a:lnTo>
                  <a:pt x="71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221" name="ïSļïďè">
            <a:extLst>
              <a:ext uri="{FF2B5EF4-FFF2-40B4-BE49-F238E27FC236}">
                <a16:creationId xmlns:a16="http://schemas.microsoft.com/office/drawing/2014/main" id="{AEFA0946-5813-4E15-9AD6-EBF6DFD83AD5}"/>
              </a:ext>
            </a:extLst>
          </p:cNvPr>
          <p:cNvSpPr>
            <a:spLocks noGrp="1"/>
          </p:cNvSpPr>
          <p:nvPr/>
        </p:nvSpPr>
        <p:spPr>
          <a:xfrm>
            <a:off x="1423800" y="956160"/>
            <a:ext cx="41040" cy="43920"/>
          </a:xfrm>
          <a:custGeom>
            <a:avLst/>
            <a:gdLst>
              <a:gd name="textAreaLeft" fmla="*/ 0 w 41040"/>
              <a:gd name="textAreaRight" fmla="*/ 41400 w 41040"/>
              <a:gd name="textAreaTop" fmla="*/ 0 h 43920"/>
              <a:gd name="textAreaBottom" fmla="*/ 44280 h 43920"/>
              <a:gd name="GluePoint1X" fmla="*/ 84 w 95"/>
              <a:gd name="GluePoint1Y" fmla="*/ 0 h 101"/>
              <a:gd name="GluePoint2X" fmla="*/ 76 w 95"/>
              <a:gd name="GluePoint2Y" fmla="*/ 0 h 101"/>
              <a:gd name="GluePoint3X" fmla="*/ 69 w 95"/>
              <a:gd name="GluePoint3Y" fmla="*/ 0 h 101"/>
              <a:gd name="GluePoint4X" fmla="*/ 66 w 95"/>
              <a:gd name="GluePoint4Y" fmla="*/ 54 h 101"/>
              <a:gd name="GluePoint5X" fmla="*/ 66 w 95"/>
              <a:gd name="GluePoint5Y" fmla="*/ 62 h 101"/>
              <a:gd name="GluePoint6X" fmla="*/ 65 w 95"/>
              <a:gd name="GluePoint6Y" fmla="*/ 68 h 101"/>
              <a:gd name="GluePoint7X" fmla="*/ 64 w 95"/>
              <a:gd name="GluePoint7Y" fmla="*/ 73 h 101"/>
              <a:gd name="GluePoint8X" fmla="*/ 61 w 95"/>
              <a:gd name="GluePoint8Y" fmla="*/ 78 h 101"/>
              <a:gd name="GluePoint9X" fmla="*/ 59 w 95"/>
              <a:gd name="GluePoint9Y" fmla="*/ 81 h 101"/>
              <a:gd name="GluePoint10X" fmla="*/ 56 w 95"/>
              <a:gd name="GluePoint10Y" fmla="*/ 84 h 101"/>
              <a:gd name="GluePoint11X" fmla="*/ 52 w 95"/>
              <a:gd name="GluePoint11Y" fmla="*/ 85 h 101"/>
              <a:gd name="GluePoint12X" fmla="*/ 47 w 95"/>
              <a:gd name="GluePoint12Y" fmla="*/ 85 h 101"/>
              <a:gd name="GluePoint13X" fmla="*/ 43 w 95"/>
              <a:gd name="GluePoint13Y" fmla="*/ 85 h 101"/>
              <a:gd name="GluePoint14X" fmla="*/ 39 w 95"/>
              <a:gd name="GluePoint14Y" fmla="*/ 83 h 101"/>
              <a:gd name="GluePoint15X" fmla="*/ 35 w 95"/>
              <a:gd name="GluePoint15Y" fmla="*/ 80 h 101"/>
              <a:gd name="GluePoint16X" fmla="*/ 32 w 95"/>
              <a:gd name="GluePoint16Y" fmla="*/ 75 h 101"/>
              <a:gd name="GluePoint17X" fmla="*/ 31 w 95"/>
              <a:gd name="GluePoint17Y" fmla="*/ 68 h 101"/>
              <a:gd name="GluePoint18X" fmla="*/ 30 w 95"/>
              <a:gd name="GluePoint18Y" fmla="*/ 57 h 101"/>
              <a:gd name="GluePoint19X" fmla="*/ 26 w 95"/>
              <a:gd name="GluePoint19Y" fmla="*/ 0 h 101"/>
              <a:gd name="GluePoint20X" fmla="*/ 20 w 95"/>
              <a:gd name="GluePoint20Y" fmla="*/ 0 h 101"/>
              <a:gd name="GluePoint21X" fmla="*/ 12 w 95"/>
              <a:gd name="GluePoint21Y" fmla="*/ 0 h 101"/>
              <a:gd name="GluePoint22X" fmla="*/ 5 w 95"/>
              <a:gd name="GluePoint22Y" fmla="*/ 0 h 101"/>
              <a:gd name="GluePoint23X" fmla="*/ 2 w 95"/>
              <a:gd name="GluePoint23Y" fmla="*/ 57 h 101"/>
              <a:gd name="GluePoint24X" fmla="*/ 0 w 95"/>
              <a:gd name="GluePoint24Y" fmla="*/ 61 h 101"/>
              <a:gd name="GluePoint25X" fmla="*/ 1 w 95"/>
              <a:gd name="GluePoint25Y" fmla="*/ 71 h 101"/>
              <a:gd name="GluePoint26X" fmla="*/ 2 w 95"/>
              <a:gd name="GluePoint26Y" fmla="*/ 79 h 101"/>
              <a:gd name="GluePoint27X" fmla="*/ 4 w 95"/>
              <a:gd name="GluePoint27Y" fmla="*/ 85 h 101"/>
              <a:gd name="GluePoint28X" fmla="*/ 8 w 95"/>
              <a:gd name="GluePoint28Y" fmla="*/ 90 h 101"/>
              <a:gd name="GluePoint29X" fmla="*/ 12 w 95"/>
              <a:gd name="GluePoint29Y" fmla="*/ 95 h 101"/>
              <a:gd name="GluePoint30X" fmla="*/ 18 w 95"/>
              <a:gd name="GluePoint30Y" fmla="*/ 98 h 101"/>
              <a:gd name="GluePoint31X" fmla="*/ 26 w 95"/>
              <a:gd name="GluePoint31Y" fmla="*/ 101 h 101"/>
              <a:gd name="GluePoint32X" fmla="*/ 35 w 95"/>
              <a:gd name="GluePoint32Y" fmla="*/ 101 h 101"/>
              <a:gd name="GluePoint33X" fmla="*/ 43 w 95"/>
              <a:gd name="GluePoint33Y" fmla="*/ 101 h 101"/>
              <a:gd name="GluePoint34X" fmla="*/ 51 w 95"/>
              <a:gd name="GluePoint34Y" fmla="*/ 98 h 101"/>
              <a:gd name="GluePoint35X" fmla="*/ 59 w 95"/>
              <a:gd name="GluePoint35Y" fmla="*/ 93 h 101"/>
              <a:gd name="GluePoint36X" fmla="*/ 67 w 95"/>
              <a:gd name="GluePoint36Y" fmla="*/ 86 h 101"/>
              <a:gd name="GluePoint37X" fmla="*/ 70 w 95"/>
              <a:gd name="GluePoint37Y" fmla="*/ 100 h 101"/>
              <a:gd name="GluePoint38X" fmla="*/ 77 w 95"/>
              <a:gd name="GluePoint38Y" fmla="*/ 100 h 101"/>
              <a:gd name="GluePoint39X" fmla="*/ 84 w 95"/>
              <a:gd name="GluePoint39Y" fmla="*/ 100 h 101"/>
              <a:gd name="GluePoint40X" fmla="*/ 91 w 95"/>
              <a:gd name="GluePoint40Y" fmla="*/ 100 h 101"/>
              <a:gd name="GluePoint41X" fmla="*/ 95 w 95"/>
              <a:gd name="GluePoint41Y" fmla="*/ 0 h 101"/>
              <a:gd name="GluePoint42X" fmla="*/ 87 w 95"/>
              <a:gd name="GluePoint42Y" fmla="*/ 0 h 101"/>
            </a:gdLst>
            <a:ahLst/>
            <a:cxnLst/>
            <a:rect l="textAreaLeft" t="textAreaTop" r="textAreaRight" b="textAreaBottom"/>
            <a:pathLst>
              <a:path w="95" h="101">
                <a:moveTo>
                  <a:pt x="87" y="0"/>
                </a:moveTo>
                <a:lnTo>
                  <a:pt x="84" y="0"/>
                </a:lnTo>
                <a:lnTo>
                  <a:pt x="80" y="0"/>
                </a:lnTo>
                <a:lnTo>
                  <a:pt x="76" y="0"/>
                </a:lnTo>
                <a:lnTo>
                  <a:pt x="72" y="0"/>
                </a:lnTo>
                <a:lnTo>
                  <a:pt x="69" y="0"/>
                </a:lnTo>
                <a:lnTo>
                  <a:pt x="66" y="0"/>
                </a:lnTo>
                <a:lnTo>
                  <a:pt x="66" y="54"/>
                </a:lnTo>
                <a:lnTo>
                  <a:pt x="66" y="58"/>
                </a:lnTo>
                <a:lnTo>
                  <a:pt x="66" y="62"/>
                </a:lnTo>
                <a:lnTo>
                  <a:pt x="65" y="65"/>
                </a:lnTo>
                <a:lnTo>
                  <a:pt x="65" y="68"/>
                </a:lnTo>
                <a:lnTo>
                  <a:pt x="64" y="71"/>
                </a:lnTo>
                <a:lnTo>
                  <a:pt x="64" y="73"/>
                </a:lnTo>
                <a:lnTo>
                  <a:pt x="63" y="76"/>
                </a:lnTo>
                <a:lnTo>
                  <a:pt x="61" y="78"/>
                </a:lnTo>
                <a:lnTo>
                  <a:pt x="60" y="80"/>
                </a:lnTo>
                <a:lnTo>
                  <a:pt x="59" y="81"/>
                </a:lnTo>
                <a:lnTo>
                  <a:pt x="57" y="83"/>
                </a:lnTo>
                <a:lnTo>
                  <a:pt x="56" y="84"/>
                </a:lnTo>
                <a:lnTo>
                  <a:pt x="54" y="85"/>
                </a:lnTo>
                <a:lnTo>
                  <a:pt x="52" y="85"/>
                </a:lnTo>
                <a:lnTo>
                  <a:pt x="50" y="85"/>
                </a:lnTo>
                <a:lnTo>
                  <a:pt x="47" y="85"/>
                </a:lnTo>
                <a:lnTo>
                  <a:pt x="44" y="85"/>
                </a:lnTo>
                <a:lnTo>
                  <a:pt x="43" y="85"/>
                </a:lnTo>
                <a:lnTo>
                  <a:pt x="40" y="85"/>
                </a:lnTo>
                <a:lnTo>
                  <a:pt x="39" y="83"/>
                </a:lnTo>
                <a:lnTo>
                  <a:pt x="37" y="81"/>
                </a:lnTo>
                <a:lnTo>
                  <a:pt x="35" y="80"/>
                </a:lnTo>
                <a:lnTo>
                  <a:pt x="34" y="77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0" y="63"/>
                </a:lnTo>
                <a:lnTo>
                  <a:pt x="30" y="57"/>
                </a:lnTo>
                <a:lnTo>
                  <a:pt x="30" y="0"/>
                </a:lnTo>
                <a:lnTo>
                  <a:pt x="26" y="0"/>
                </a:lnTo>
                <a:lnTo>
                  <a:pt x="23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9" y="0"/>
                </a:lnTo>
                <a:lnTo>
                  <a:pt x="5" y="0"/>
                </a:lnTo>
                <a:lnTo>
                  <a:pt x="2" y="0"/>
                </a:lnTo>
                <a:lnTo>
                  <a:pt x="2" y="57"/>
                </a:lnTo>
                <a:lnTo>
                  <a:pt x="1" y="59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2" y="75"/>
                </a:lnTo>
                <a:lnTo>
                  <a:pt x="2" y="79"/>
                </a:lnTo>
                <a:lnTo>
                  <a:pt x="4" y="83"/>
                </a:lnTo>
                <a:lnTo>
                  <a:pt x="4" y="85"/>
                </a:lnTo>
                <a:lnTo>
                  <a:pt x="5" y="89"/>
                </a:lnTo>
                <a:lnTo>
                  <a:pt x="8" y="90"/>
                </a:lnTo>
                <a:lnTo>
                  <a:pt x="9" y="93"/>
                </a:lnTo>
                <a:lnTo>
                  <a:pt x="12" y="95"/>
                </a:lnTo>
                <a:lnTo>
                  <a:pt x="15" y="97"/>
                </a:lnTo>
                <a:lnTo>
                  <a:pt x="18" y="98"/>
                </a:lnTo>
                <a:lnTo>
                  <a:pt x="21" y="100"/>
                </a:lnTo>
                <a:lnTo>
                  <a:pt x="26" y="101"/>
                </a:lnTo>
                <a:lnTo>
                  <a:pt x="30" y="101"/>
                </a:lnTo>
                <a:lnTo>
                  <a:pt x="35" y="101"/>
                </a:lnTo>
                <a:lnTo>
                  <a:pt x="39" y="101"/>
                </a:lnTo>
                <a:lnTo>
                  <a:pt x="43" y="101"/>
                </a:lnTo>
                <a:lnTo>
                  <a:pt x="47" y="100"/>
                </a:lnTo>
                <a:lnTo>
                  <a:pt x="51" y="98"/>
                </a:lnTo>
                <a:lnTo>
                  <a:pt x="55" y="96"/>
                </a:lnTo>
                <a:lnTo>
                  <a:pt x="59" y="93"/>
                </a:lnTo>
                <a:lnTo>
                  <a:pt x="63" y="90"/>
                </a:lnTo>
                <a:lnTo>
                  <a:pt x="67" y="86"/>
                </a:lnTo>
                <a:lnTo>
                  <a:pt x="67" y="100"/>
                </a:lnTo>
                <a:lnTo>
                  <a:pt x="70" y="100"/>
                </a:lnTo>
                <a:lnTo>
                  <a:pt x="73" y="100"/>
                </a:lnTo>
                <a:lnTo>
                  <a:pt x="77" y="100"/>
                </a:lnTo>
                <a:lnTo>
                  <a:pt x="80" y="100"/>
                </a:lnTo>
                <a:lnTo>
                  <a:pt x="84" y="100"/>
                </a:lnTo>
                <a:lnTo>
                  <a:pt x="88" y="100"/>
                </a:lnTo>
                <a:lnTo>
                  <a:pt x="91" y="100"/>
                </a:lnTo>
                <a:lnTo>
                  <a:pt x="95" y="100"/>
                </a:lnTo>
                <a:lnTo>
                  <a:pt x="95" y="0"/>
                </a:lnTo>
                <a:lnTo>
                  <a:pt x="91" y="0"/>
                </a:lnTo>
                <a:lnTo>
                  <a:pt x="8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720" rIns="90000" bIns="-720" anchor="ctr">
            <a:noAutofit/>
          </a:bodyPr>
          <a:lstStyle/>
          <a:p>
            <a:endParaRPr/>
          </a:p>
        </p:txBody>
      </p:sp>
      <p:sp>
        <p:nvSpPr>
          <p:cNvPr id="222" name="îšļîḑê">
            <a:extLst>
              <a:ext uri="{FF2B5EF4-FFF2-40B4-BE49-F238E27FC236}">
                <a16:creationId xmlns:a16="http://schemas.microsoft.com/office/drawing/2014/main" id="{B62B0125-48C6-4F62-B358-60844D9E3002}"/>
              </a:ext>
            </a:extLst>
          </p:cNvPr>
          <p:cNvSpPr>
            <a:spLocks noGrp="1"/>
          </p:cNvSpPr>
          <p:nvPr/>
        </p:nvSpPr>
        <p:spPr>
          <a:xfrm>
            <a:off x="147708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7 w 62"/>
              <a:gd name="GluePoint1Y" fmla="*/ 129 h 138"/>
              <a:gd name="GluePoint2X" fmla="*/ 54 w 62"/>
              <a:gd name="GluePoint2Y" fmla="*/ 129 h 138"/>
              <a:gd name="GluePoint3X" fmla="*/ 53 w 62"/>
              <a:gd name="GluePoint3Y" fmla="*/ 129 h 138"/>
              <a:gd name="GluePoint4X" fmla="*/ 50 w 62"/>
              <a:gd name="GluePoint4Y" fmla="*/ 129 h 138"/>
              <a:gd name="GluePoint5X" fmla="*/ 49 w 62"/>
              <a:gd name="GluePoint5Y" fmla="*/ 129 h 138"/>
              <a:gd name="GluePoint6X" fmla="*/ 47 w 62"/>
              <a:gd name="GluePoint6Y" fmla="*/ 128 h 138"/>
              <a:gd name="GluePoint7X" fmla="*/ 46 w 62"/>
              <a:gd name="GluePoint7Y" fmla="*/ 127 h 138"/>
              <a:gd name="GluePoint8X" fmla="*/ 45 w 62"/>
              <a:gd name="GluePoint8Y" fmla="*/ 126 h 138"/>
              <a:gd name="GluePoint9X" fmla="*/ 44 w 62"/>
              <a:gd name="GluePoint9Y" fmla="*/ 124 h 138"/>
              <a:gd name="GluePoint10X" fmla="*/ 43 w 62"/>
              <a:gd name="GluePoint10Y" fmla="*/ 122 h 138"/>
              <a:gd name="GluePoint11X" fmla="*/ 43 w 62"/>
              <a:gd name="GluePoint11Y" fmla="*/ 120 h 138"/>
              <a:gd name="GluePoint12X" fmla="*/ 42 w 62"/>
              <a:gd name="GluePoint12Y" fmla="*/ 118 h 138"/>
              <a:gd name="GluePoint13X" fmla="*/ 42 w 62"/>
              <a:gd name="GluePoint13Y" fmla="*/ 115 h 138"/>
              <a:gd name="GluePoint14X" fmla="*/ 42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0 w 62"/>
              <a:gd name="GluePoint18Y" fmla="*/ 47 h 138"/>
              <a:gd name="GluePoint19X" fmla="*/ 60 w 62"/>
              <a:gd name="GluePoint19Y" fmla="*/ 44 h 138"/>
              <a:gd name="GluePoint20X" fmla="*/ 60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5 w 62"/>
              <a:gd name="GluePoint24Y" fmla="*/ 4 h 138"/>
              <a:gd name="GluePoint25X" fmla="*/ 28 w 62"/>
              <a:gd name="GluePoint25Y" fmla="*/ 7 h 138"/>
              <a:gd name="GluePoint26X" fmla="*/ 21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0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4 w 62"/>
              <a:gd name="GluePoint38Y" fmla="*/ 118 h 138"/>
              <a:gd name="GluePoint39X" fmla="*/ 15 w 62"/>
              <a:gd name="GluePoint39Y" fmla="*/ 121 h 138"/>
              <a:gd name="GluePoint40X" fmla="*/ 16 w 62"/>
              <a:gd name="GluePoint40Y" fmla="*/ 123 h 138"/>
              <a:gd name="GluePoint41X" fmla="*/ 17 w 62"/>
              <a:gd name="GluePoint41Y" fmla="*/ 126 h 138"/>
              <a:gd name="GluePoint42X" fmla="*/ 18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8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7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59 w 62"/>
              <a:gd name="GluePoint59Y" fmla="*/ 128 h 138"/>
              <a:gd name="GluePoint60X" fmla="*/ 57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7" y="129"/>
                </a:moveTo>
                <a:lnTo>
                  <a:pt x="54" y="129"/>
                </a:lnTo>
                <a:lnTo>
                  <a:pt x="53" y="129"/>
                </a:lnTo>
                <a:lnTo>
                  <a:pt x="50" y="129"/>
                </a:lnTo>
                <a:lnTo>
                  <a:pt x="49" y="129"/>
                </a:lnTo>
                <a:lnTo>
                  <a:pt x="47" y="128"/>
                </a:lnTo>
                <a:lnTo>
                  <a:pt x="46" y="127"/>
                </a:lnTo>
                <a:lnTo>
                  <a:pt x="45" y="126"/>
                </a:lnTo>
                <a:lnTo>
                  <a:pt x="44" y="124"/>
                </a:lnTo>
                <a:lnTo>
                  <a:pt x="43" y="122"/>
                </a:lnTo>
                <a:lnTo>
                  <a:pt x="43" y="120"/>
                </a:lnTo>
                <a:lnTo>
                  <a:pt x="42" y="118"/>
                </a:lnTo>
                <a:lnTo>
                  <a:pt x="42" y="115"/>
                </a:lnTo>
                <a:lnTo>
                  <a:pt x="42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0" y="47"/>
                </a:lnTo>
                <a:lnTo>
                  <a:pt x="60" y="44"/>
                </a:lnTo>
                <a:lnTo>
                  <a:pt x="60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5" y="4"/>
                </a:lnTo>
                <a:lnTo>
                  <a:pt x="28" y="7"/>
                </a:lnTo>
                <a:lnTo>
                  <a:pt x="21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0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4" y="118"/>
                </a:lnTo>
                <a:lnTo>
                  <a:pt x="15" y="121"/>
                </a:lnTo>
                <a:lnTo>
                  <a:pt x="16" y="123"/>
                </a:lnTo>
                <a:lnTo>
                  <a:pt x="17" y="126"/>
                </a:lnTo>
                <a:lnTo>
                  <a:pt x="18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8" y="137"/>
                </a:lnTo>
                <a:lnTo>
                  <a:pt x="31" y="138"/>
                </a:lnTo>
                <a:lnTo>
                  <a:pt x="34" y="138"/>
                </a:lnTo>
                <a:lnTo>
                  <a:pt x="37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59" y="128"/>
                </a:lnTo>
                <a:lnTo>
                  <a:pt x="57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223" name="ïṧļîḓe">
            <a:extLst>
              <a:ext uri="{FF2B5EF4-FFF2-40B4-BE49-F238E27FC236}">
                <a16:creationId xmlns:a16="http://schemas.microsoft.com/office/drawing/2014/main" id="{44F7228E-2263-4D0D-B73A-94CFCE3A1075}"/>
              </a:ext>
            </a:extLst>
          </p:cNvPr>
          <p:cNvSpPr>
            <a:spLocks noGrp="1"/>
          </p:cNvSpPr>
          <p:nvPr/>
        </p:nvSpPr>
        <p:spPr>
          <a:xfrm>
            <a:off x="151596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3 w 93"/>
              <a:gd name="GluePoint5Y" fmla="*/ 57 h 157"/>
              <a:gd name="GluePoint6X" fmla="*/ 67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8 w 93"/>
              <a:gd name="GluePoint11Y" fmla="*/ 71 h 157"/>
              <a:gd name="GluePoint12X" fmla="*/ 25 w 93"/>
              <a:gd name="GluePoint12Y" fmla="*/ 0 h 157"/>
              <a:gd name="GluePoint13X" fmla="*/ 17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1 w 93"/>
              <a:gd name="GluePoint20Y" fmla="*/ 157 h 157"/>
              <a:gd name="GluePoint21X" fmla="*/ 28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29 w 93"/>
              <a:gd name="GluePoint24Y" fmla="*/ 89 h 157"/>
              <a:gd name="GluePoint25X" fmla="*/ 30 w 93"/>
              <a:gd name="GluePoint25Y" fmla="*/ 84 h 157"/>
              <a:gd name="GluePoint26X" fmla="*/ 33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49 w 93"/>
              <a:gd name="GluePoint30Y" fmla="*/ 72 h 157"/>
              <a:gd name="GluePoint31X" fmla="*/ 53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1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4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5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1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1" y="79"/>
                </a:moveTo>
                <a:lnTo>
                  <a:pt x="90" y="75"/>
                </a:lnTo>
                <a:lnTo>
                  <a:pt x="89" y="73"/>
                </a:lnTo>
                <a:lnTo>
                  <a:pt x="88" y="69"/>
                </a:lnTo>
                <a:lnTo>
                  <a:pt x="85" y="67"/>
                </a:lnTo>
                <a:lnTo>
                  <a:pt x="84" y="65"/>
                </a:lnTo>
                <a:lnTo>
                  <a:pt x="81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7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8" y="71"/>
                </a:lnTo>
                <a:lnTo>
                  <a:pt x="28" y="0"/>
                </a:lnTo>
                <a:lnTo>
                  <a:pt x="25" y="0"/>
                </a:lnTo>
                <a:lnTo>
                  <a:pt x="21" y="1"/>
                </a:ln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1" y="157"/>
                </a:lnTo>
                <a:lnTo>
                  <a:pt x="25" y="157"/>
                </a:lnTo>
                <a:lnTo>
                  <a:pt x="28" y="157"/>
                </a:lnTo>
                <a:lnTo>
                  <a:pt x="28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7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49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7" y="75"/>
                </a:lnTo>
                <a:lnTo>
                  <a:pt x="57" y="77"/>
                </a:lnTo>
                <a:lnTo>
                  <a:pt x="59" y="78"/>
                </a:lnTo>
                <a:lnTo>
                  <a:pt x="60" y="81"/>
                </a:lnTo>
                <a:lnTo>
                  <a:pt x="61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1" y="157"/>
                </a:lnTo>
                <a:lnTo>
                  <a:pt x="85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lnTo>
                  <a:pt x="91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224" name="í$1idé">
            <a:extLst>
              <a:ext uri="{FF2B5EF4-FFF2-40B4-BE49-F238E27FC236}">
                <a16:creationId xmlns:a16="http://schemas.microsoft.com/office/drawing/2014/main" id="{5C966C5A-CD7E-49D9-954D-73C1C25A7584}"/>
              </a:ext>
            </a:extLst>
          </p:cNvPr>
          <p:cNvSpPr>
            <a:spLocks noGrp="1"/>
          </p:cNvSpPr>
          <p:nvPr/>
        </p:nvSpPr>
        <p:spPr>
          <a:xfrm>
            <a:off x="1589400" y="936000"/>
            <a:ext cx="54720" cy="64440"/>
          </a:xfrm>
          <a:custGeom>
            <a:avLst/>
            <a:gdLst>
              <a:gd name="textAreaLeft" fmla="*/ 0 w 54720"/>
              <a:gd name="textAreaRight" fmla="*/ 55080 w 54720"/>
              <a:gd name="textAreaTop" fmla="*/ 0 h 64440"/>
              <a:gd name="textAreaBottom" fmla="*/ 64800 h 64440"/>
              <a:gd name="GluePoint1X" fmla="*/ 106 w 126"/>
              <a:gd name="GluePoint1Y" fmla="*/ 3 h 148"/>
              <a:gd name="GluePoint2X" fmla="*/ 89 w 126"/>
              <a:gd name="GluePoint2Y" fmla="*/ 0 h 148"/>
              <a:gd name="GluePoint3X" fmla="*/ 64 w 126"/>
              <a:gd name="GluePoint3Y" fmla="*/ 2 h 148"/>
              <a:gd name="GluePoint4X" fmla="*/ 51 w 126"/>
              <a:gd name="GluePoint4Y" fmla="*/ 5 h 148"/>
              <a:gd name="GluePoint5X" fmla="*/ 40 w 126"/>
              <a:gd name="GluePoint5Y" fmla="*/ 10 h 148"/>
              <a:gd name="GluePoint6X" fmla="*/ 30 w 126"/>
              <a:gd name="GluePoint6Y" fmla="*/ 15 h 148"/>
              <a:gd name="GluePoint7X" fmla="*/ 22 w 126"/>
              <a:gd name="GluePoint7Y" fmla="*/ 22 h 148"/>
              <a:gd name="GluePoint8X" fmla="*/ 14 w 126"/>
              <a:gd name="GluePoint8Y" fmla="*/ 30 h 148"/>
              <a:gd name="GluePoint9X" fmla="*/ 9 w 126"/>
              <a:gd name="GluePoint9Y" fmla="*/ 39 h 148"/>
              <a:gd name="GluePoint10X" fmla="*/ 5 w 126"/>
              <a:gd name="GluePoint10Y" fmla="*/ 50 h 148"/>
              <a:gd name="GluePoint11X" fmla="*/ 2 w 126"/>
              <a:gd name="GluePoint11Y" fmla="*/ 62 h 148"/>
              <a:gd name="GluePoint12X" fmla="*/ 0 w 126"/>
              <a:gd name="GluePoint12Y" fmla="*/ 74 h 148"/>
              <a:gd name="GluePoint13X" fmla="*/ 2 w 126"/>
              <a:gd name="GluePoint13Y" fmla="*/ 95 h 148"/>
              <a:gd name="GluePoint14X" fmla="*/ 5 w 126"/>
              <a:gd name="GluePoint14Y" fmla="*/ 105 h 148"/>
              <a:gd name="GluePoint15X" fmla="*/ 9 w 126"/>
              <a:gd name="GluePoint15Y" fmla="*/ 115 h 148"/>
              <a:gd name="GluePoint16X" fmla="*/ 14 w 126"/>
              <a:gd name="GluePoint16Y" fmla="*/ 123 h 148"/>
              <a:gd name="GluePoint17X" fmla="*/ 22 w 126"/>
              <a:gd name="GluePoint17Y" fmla="*/ 130 h 148"/>
              <a:gd name="GluePoint18X" fmla="*/ 29 w 126"/>
              <a:gd name="GluePoint18Y" fmla="*/ 136 h 148"/>
              <a:gd name="GluePoint19X" fmla="*/ 38 w 126"/>
              <a:gd name="GluePoint19Y" fmla="*/ 141 h 148"/>
              <a:gd name="GluePoint20X" fmla="*/ 53 w 126"/>
              <a:gd name="GluePoint20Y" fmla="*/ 146 h 148"/>
              <a:gd name="GluePoint21X" fmla="*/ 78 w 126"/>
              <a:gd name="GluePoint21Y" fmla="*/ 148 h 148"/>
              <a:gd name="GluePoint22X" fmla="*/ 94 w 126"/>
              <a:gd name="GluePoint22Y" fmla="*/ 147 h 148"/>
              <a:gd name="GluePoint23X" fmla="*/ 110 w 126"/>
              <a:gd name="GluePoint23Y" fmla="*/ 144 h 148"/>
              <a:gd name="GluePoint24X" fmla="*/ 124 w 126"/>
              <a:gd name="GluePoint24Y" fmla="*/ 123 h 148"/>
              <a:gd name="GluePoint25X" fmla="*/ 112 w 126"/>
              <a:gd name="GluePoint25Y" fmla="*/ 128 h 148"/>
              <a:gd name="GluePoint26X" fmla="*/ 98 w 126"/>
              <a:gd name="GluePoint26Y" fmla="*/ 135 h 148"/>
              <a:gd name="GluePoint27X" fmla="*/ 84 w 126"/>
              <a:gd name="GluePoint27Y" fmla="*/ 137 h 148"/>
              <a:gd name="GluePoint28X" fmla="*/ 68 w 126"/>
              <a:gd name="GluePoint28Y" fmla="*/ 135 h 148"/>
              <a:gd name="GluePoint29X" fmla="*/ 54 w 126"/>
              <a:gd name="GluePoint29Y" fmla="*/ 128 h 148"/>
              <a:gd name="GluePoint30X" fmla="*/ 45 w 126"/>
              <a:gd name="GluePoint30Y" fmla="*/ 117 h 148"/>
              <a:gd name="GluePoint31X" fmla="*/ 38 w 126"/>
              <a:gd name="GluePoint31Y" fmla="*/ 103 h 148"/>
              <a:gd name="GluePoint32X" fmla="*/ 34 w 126"/>
              <a:gd name="GluePoint32Y" fmla="*/ 84 h 148"/>
              <a:gd name="GluePoint33X" fmla="*/ 35 w 126"/>
              <a:gd name="GluePoint33Y" fmla="*/ 62 h 148"/>
              <a:gd name="GluePoint34X" fmla="*/ 40 w 126"/>
              <a:gd name="GluePoint34Y" fmla="*/ 43 h 148"/>
              <a:gd name="GluePoint35X" fmla="*/ 47 w 126"/>
              <a:gd name="GluePoint35Y" fmla="*/ 30 h 148"/>
              <a:gd name="GluePoint36X" fmla="*/ 58 w 126"/>
              <a:gd name="GluePoint36Y" fmla="*/ 19 h 148"/>
              <a:gd name="GluePoint37X" fmla="*/ 72 w 126"/>
              <a:gd name="GluePoint37Y" fmla="*/ 14 h 148"/>
              <a:gd name="GluePoint38X" fmla="*/ 88 w 126"/>
              <a:gd name="GluePoint38Y" fmla="*/ 13 h 148"/>
              <a:gd name="GluePoint39X" fmla="*/ 102 w 126"/>
              <a:gd name="GluePoint39Y" fmla="*/ 18 h 148"/>
              <a:gd name="GluePoint40X" fmla="*/ 114 w 126"/>
              <a:gd name="GluePoint40Y" fmla="*/ 27 h 148"/>
              <a:gd name="GluePoint41X" fmla="*/ 121 w 126"/>
              <a:gd name="GluePoint41Y" fmla="*/ 29 h 148"/>
              <a:gd name="GluePoint42X" fmla="*/ 123 w 126"/>
              <a:gd name="GluePoint42Y" fmla="*/ 17 h 148"/>
              <a:gd name="GluePoint43X" fmla="*/ 121 w 126"/>
              <a:gd name="GluePoint43Y" fmla="*/ 8 h 148"/>
            </a:gdLst>
            <a:ahLst/>
            <a:cxnLst/>
            <a:rect l="textAreaLeft" t="textAreaTop" r="textAreaRight" b="textAreaBottom"/>
            <a:pathLst>
              <a:path w="126" h="148">
                <a:moveTo>
                  <a:pt x="116" y="6"/>
                </a:moveTo>
                <a:lnTo>
                  <a:pt x="111" y="4"/>
                </a:lnTo>
                <a:lnTo>
                  <a:pt x="106" y="3"/>
                </a:lnTo>
                <a:lnTo>
                  <a:pt x="101" y="2"/>
                </a:lnTo>
                <a:lnTo>
                  <a:pt x="95" y="1"/>
                </a:lnTo>
                <a:lnTo>
                  <a:pt x="89" y="0"/>
                </a:lnTo>
                <a:lnTo>
                  <a:pt x="83" y="0"/>
                </a:lnTo>
                <a:lnTo>
                  <a:pt x="74" y="1"/>
                </a:lnTo>
                <a:lnTo>
                  <a:pt x="64" y="2"/>
                </a:lnTo>
                <a:lnTo>
                  <a:pt x="60" y="2"/>
                </a:lnTo>
                <a:lnTo>
                  <a:pt x="55" y="4"/>
                </a:lnTo>
                <a:lnTo>
                  <a:pt x="51" y="5"/>
                </a:lnTo>
                <a:lnTo>
                  <a:pt x="47" y="6"/>
                </a:lnTo>
                <a:lnTo>
                  <a:pt x="44" y="8"/>
                </a:lnTo>
                <a:lnTo>
                  <a:pt x="40" y="10"/>
                </a:lnTo>
                <a:lnTo>
                  <a:pt x="37" y="11"/>
                </a:lnTo>
                <a:lnTo>
                  <a:pt x="34" y="13"/>
                </a:lnTo>
                <a:lnTo>
                  <a:pt x="30" y="15"/>
                </a:lnTo>
                <a:lnTo>
                  <a:pt x="27" y="17"/>
                </a:lnTo>
                <a:lnTo>
                  <a:pt x="25" y="19"/>
                </a:lnTo>
                <a:lnTo>
                  <a:pt x="22" y="22"/>
                </a:lnTo>
                <a:lnTo>
                  <a:pt x="19" y="24"/>
                </a:lnTo>
                <a:lnTo>
                  <a:pt x="17" y="26"/>
                </a:lnTo>
                <a:lnTo>
                  <a:pt x="14" y="30"/>
                </a:lnTo>
                <a:lnTo>
                  <a:pt x="13" y="33"/>
                </a:lnTo>
                <a:lnTo>
                  <a:pt x="10" y="36"/>
                </a:lnTo>
                <a:lnTo>
                  <a:pt x="9" y="39"/>
                </a:lnTo>
                <a:lnTo>
                  <a:pt x="7" y="42"/>
                </a:lnTo>
                <a:lnTo>
                  <a:pt x="6" y="46"/>
                </a:lnTo>
                <a:lnTo>
                  <a:pt x="5" y="50"/>
                </a:lnTo>
                <a:lnTo>
                  <a:pt x="3" y="54"/>
                </a:lnTo>
                <a:lnTo>
                  <a:pt x="2" y="58"/>
                </a:lnTo>
                <a:lnTo>
                  <a:pt x="2" y="62"/>
                </a:lnTo>
                <a:lnTo>
                  <a:pt x="1" y="66"/>
                </a:lnTo>
                <a:lnTo>
                  <a:pt x="1" y="70"/>
                </a:lnTo>
                <a:lnTo>
                  <a:pt x="0" y="74"/>
                </a:lnTo>
                <a:lnTo>
                  <a:pt x="0" y="79"/>
                </a:lnTo>
                <a:lnTo>
                  <a:pt x="1" y="87"/>
                </a:lnTo>
                <a:lnTo>
                  <a:pt x="2" y="95"/>
                </a:lnTo>
                <a:lnTo>
                  <a:pt x="3" y="99"/>
                </a:lnTo>
                <a:lnTo>
                  <a:pt x="3" y="102"/>
                </a:lnTo>
                <a:lnTo>
                  <a:pt x="5" y="105"/>
                </a:lnTo>
                <a:lnTo>
                  <a:pt x="6" y="108"/>
                </a:lnTo>
                <a:lnTo>
                  <a:pt x="7" y="112"/>
                </a:lnTo>
                <a:lnTo>
                  <a:pt x="9" y="115"/>
                </a:lnTo>
                <a:lnTo>
                  <a:pt x="10" y="118"/>
                </a:lnTo>
                <a:lnTo>
                  <a:pt x="12" y="120"/>
                </a:lnTo>
                <a:lnTo>
                  <a:pt x="14" y="123"/>
                </a:lnTo>
                <a:lnTo>
                  <a:pt x="17" y="125"/>
                </a:lnTo>
                <a:lnTo>
                  <a:pt x="18" y="127"/>
                </a:lnTo>
                <a:lnTo>
                  <a:pt x="22" y="130"/>
                </a:lnTo>
                <a:lnTo>
                  <a:pt x="23" y="132"/>
                </a:lnTo>
                <a:lnTo>
                  <a:pt x="26" y="134"/>
                </a:lnTo>
                <a:lnTo>
                  <a:pt x="29" y="136"/>
                </a:lnTo>
                <a:lnTo>
                  <a:pt x="32" y="138"/>
                </a:lnTo>
                <a:lnTo>
                  <a:pt x="35" y="139"/>
                </a:lnTo>
                <a:lnTo>
                  <a:pt x="38" y="141"/>
                </a:lnTo>
                <a:lnTo>
                  <a:pt x="42" y="142"/>
                </a:lnTo>
                <a:lnTo>
                  <a:pt x="46" y="143"/>
                </a:lnTo>
                <a:lnTo>
                  <a:pt x="53" y="146"/>
                </a:lnTo>
                <a:lnTo>
                  <a:pt x="61" y="147"/>
                </a:lnTo>
                <a:lnTo>
                  <a:pt x="69" y="148"/>
                </a:lnTo>
                <a:lnTo>
                  <a:pt x="78" y="148"/>
                </a:lnTo>
                <a:lnTo>
                  <a:pt x="84" y="148"/>
                </a:lnTo>
                <a:lnTo>
                  <a:pt x="90" y="147"/>
                </a:lnTo>
                <a:lnTo>
                  <a:pt x="94" y="147"/>
                </a:lnTo>
                <a:lnTo>
                  <a:pt x="100" y="147"/>
                </a:lnTo>
                <a:lnTo>
                  <a:pt x="105" y="146"/>
                </a:lnTo>
                <a:lnTo>
                  <a:pt x="110" y="144"/>
                </a:lnTo>
                <a:lnTo>
                  <a:pt x="115" y="143"/>
                </a:lnTo>
                <a:lnTo>
                  <a:pt x="120" y="141"/>
                </a:lnTo>
                <a:lnTo>
                  <a:pt x="124" y="123"/>
                </a:lnTo>
                <a:lnTo>
                  <a:pt x="122" y="122"/>
                </a:lnTo>
                <a:lnTo>
                  <a:pt x="117" y="125"/>
                </a:lnTo>
                <a:lnTo>
                  <a:pt x="112" y="128"/>
                </a:lnTo>
                <a:lnTo>
                  <a:pt x="108" y="131"/>
                </a:lnTo>
                <a:lnTo>
                  <a:pt x="103" y="133"/>
                </a:lnTo>
                <a:lnTo>
                  <a:pt x="98" y="135"/>
                </a:lnTo>
                <a:lnTo>
                  <a:pt x="94" y="136"/>
                </a:lnTo>
                <a:lnTo>
                  <a:pt x="89" y="137"/>
                </a:lnTo>
                <a:lnTo>
                  <a:pt x="84" y="137"/>
                </a:lnTo>
                <a:lnTo>
                  <a:pt x="78" y="137"/>
                </a:lnTo>
                <a:lnTo>
                  <a:pt x="73" y="136"/>
                </a:lnTo>
                <a:lnTo>
                  <a:pt x="68" y="135"/>
                </a:lnTo>
                <a:lnTo>
                  <a:pt x="62" y="132"/>
                </a:lnTo>
                <a:lnTo>
                  <a:pt x="58" y="131"/>
                </a:lnTo>
                <a:lnTo>
                  <a:pt x="54" y="128"/>
                </a:lnTo>
                <a:lnTo>
                  <a:pt x="51" y="125"/>
                </a:lnTo>
                <a:lnTo>
                  <a:pt x="47" y="121"/>
                </a:lnTo>
                <a:lnTo>
                  <a:pt x="45" y="117"/>
                </a:lnTo>
                <a:lnTo>
                  <a:pt x="42" y="113"/>
                </a:lnTo>
                <a:lnTo>
                  <a:pt x="40" y="108"/>
                </a:lnTo>
                <a:lnTo>
                  <a:pt x="38" y="103"/>
                </a:lnTo>
                <a:lnTo>
                  <a:pt x="36" y="97"/>
                </a:lnTo>
                <a:lnTo>
                  <a:pt x="35" y="91"/>
                </a:lnTo>
                <a:lnTo>
                  <a:pt x="34" y="84"/>
                </a:lnTo>
                <a:lnTo>
                  <a:pt x="34" y="77"/>
                </a:lnTo>
                <a:lnTo>
                  <a:pt x="34" y="69"/>
                </a:lnTo>
                <a:lnTo>
                  <a:pt x="35" y="62"/>
                </a:lnTo>
                <a:lnTo>
                  <a:pt x="37" y="55"/>
                </a:lnTo>
                <a:lnTo>
                  <a:pt x="38" y="49"/>
                </a:lnTo>
                <a:lnTo>
                  <a:pt x="40" y="43"/>
                </a:lnTo>
                <a:lnTo>
                  <a:pt x="42" y="38"/>
                </a:lnTo>
                <a:lnTo>
                  <a:pt x="45" y="34"/>
                </a:lnTo>
                <a:lnTo>
                  <a:pt x="47" y="30"/>
                </a:lnTo>
                <a:lnTo>
                  <a:pt x="51" y="26"/>
                </a:lnTo>
                <a:lnTo>
                  <a:pt x="54" y="22"/>
                </a:lnTo>
                <a:lnTo>
                  <a:pt x="58" y="19"/>
                </a:lnTo>
                <a:lnTo>
                  <a:pt x="62" y="17"/>
                </a:lnTo>
                <a:lnTo>
                  <a:pt x="67" y="15"/>
                </a:lnTo>
                <a:lnTo>
                  <a:pt x="72" y="14"/>
                </a:lnTo>
                <a:lnTo>
                  <a:pt x="78" y="13"/>
                </a:lnTo>
                <a:lnTo>
                  <a:pt x="83" y="12"/>
                </a:lnTo>
                <a:lnTo>
                  <a:pt x="88" y="13"/>
                </a:lnTo>
                <a:lnTo>
                  <a:pt x="93" y="14"/>
                </a:lnTo>
                <a:lnTo>
                  <a:pt x="98" y="15"/>
                </a:lnTo>
                <a:lnTo>
                  <a:pt x="102" y="18"/>
                </a:lnTo>
                <a:lnTo>
                  <a:pt x="106" y="21"/>
                </a:lnTo>
                <a:lnTo>
                  <a:pt x="110" y="24"/>
                </a:lnTo>
                <a:lnTo>
                  <a:pt x="114" y="27"/>
                </a:lnTo>
                <a:lnTo>
                  <a:pt x="118" y="32"/>
                </a:lnTo>
                <a:lnTo>
                  <a:pt x="121" y="32"/>
                </a:lnTo>
                <a:lnTo>
                  <a:pt x="121" y="29"/>
                </a:lnTo>
                <a:lnTo>
                  <a:pt x="122" y="25"/>
                </a:lnTo>
                <a:lnTo>
                  <a:pt x="122" y="21"/>
                </a:lnTo>
                <a:lnTo>
                  <a:pt x="123" y="17"/>
                </a:lnTo>
                <a:lnTo>
                  <a:pt x="124" y="14"/>
                </a:lnTo>
                <a:lnTo>
                  <a:pt x="126" y="10"/>
                </a:lnTo>
                <a:lnTo>
                  <a:pt x="121" y="8"/>
                </a:lnTo>
                <a:lnTo>
                  <a:pt x="116" y="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225" name="i$lïḍe">
            <a:extLst>
              <a:ext uri="{FF2B5EF4-FFF2-40B4-BE49-F238E27FC236}">
                <a16:creationId xmlns:a16="http://schemas.microsoft.com/office/drawing/2014/main" id="{85D0CD20-D46F-42A9-8303-F8F825260814}"/>
              </a:ext>
            </a:extLst>
          </p:cNvPr>
          <p:cNvSpPr>
            <a:spLocks noGrp="1"/>
          </p:cNvSpPr>
          <p:nvPr/>
        </p:nvSpPr>
        <p:spPr>
          <a:xfrm>
            <a:off x="165744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1 w 93"/>
              <a:gd name="GluePoint1Y" fmla="*/ 79 h 157"/>
              <a:gd name="GluePoint2X" fmla="*/ 90 w 93"/>
              <a:gd name="GluePoint2Y" fmla="*/ 73 h 157"/>
              <a:gd name="GluePoint3X" fmla="*/ 86 w 93"/>
              <a:gd name="GluePoint3Y" fmla="*/ 67 h 157"/>
              <a:gd name="GluePoint4X" fmla="*/ 82 w 93"/>
              <a:gd name="GluePoint4Y" fmla="*/ 62 h 157"/>
              <a:gd name="GluePoint5X" fmla="*/ 76 w 93"/>
              <a:gd name="GluePoint5Y" fmla="*/ 59 h 157"/>
              <a:gd name="GluePoint6X" fmla="*/ 70 w 93"/>
              <a:gd name="GluePoint6Y" fmla="*/ 56 h 157"/>
              <a:gd name="GluePoint7X" fmla="*/ 63 w 93"/>
              <a:gd name="GluePoint7Y" fmla="*/ 55 h 157"/>
              <a:gd name="GluePoint8X" fmla="*/ 55 w 93"/>
              <a:gd name="GluePoint8Y" fmla="*/ 55 h 157"/>
              <a:gd name="GluePoint9X" fmla="*/ 47 w 93"/>
              <a:gd name="GluePoint9Y" fmla="*/ 57 h 157"/>
              <a:gd name="GluePoint10X" fmla="*/ 39 w 93"/>
              <a:gd name="GluePoint10Y" fmla="*/ 61 h 157"/>
              <a:gd name="GluePoint11X" fmla="*/ 32 w 93"/>
              <a:gd name="GluePoint11Y" fmla="*/ 68 h 157"/>
              <a:gd name="GluePoint12X" fmla="*/ 29 w 93"/>
              <a:gd name="GluePoint12Y" fmla="*/ 0 h 157"/>
              <a:gd name="GluePoint13X" fmla="*/ 22 w 93"/>
              <a:gd name="GluePoint13Y" fmla="*/ 1 h 157"/>
              <a:gd name="GluePoint14X" fmla="*/ 14 w 93"/>
              <a:gd name="GluePoint14Y" fmla="*/ 1 h 157"/>
              <a:gd name="GluePoint15X" fmla="*/ 11 w 93"/>
              <a:gd name="GluePoint15Y" fmla="*/ 1 h 157"/>
              <a:gd name="GluePoint16X" fmla="*/ 7 w 93"/>
              <a:gd name="GluePoint16Y" fmla="*/ 1 h 157"/>
              <a:gd name="GluePoint17X" fmla="*/ 0 w 93"/>
              <a:gd name="GluePoint17Y" fmla="*/ 0 h 157"/>
              <a:gd name="GluePoint18X" fmla="*/ 3 w 93"/>
              <a:gd name="GluePoint18Y" fmla="*/ 157 h 157"/>
              <a:gd name="GluePoint19X" fmla="*/ 11 w 93"/>
              <a:gd name="GluePoint19Y" fmla="*/ 157 h 157"/>
              <a:gd name="GluePoint20X" fmla="*/ 18 w 93"/>
              <a:gd name="GluePoint20Y" fmla="*/ 157 h 157"/>
              <a:gd name="GluePoint21X" fmla="*/ 25 w 93"/>
              <a:gd name="GluePoint21Y" fmla="*/ 157 h 157"/>
              <a:gd name="GluePoint22X" fmla="*/ 29 w 93"/>
              <a:gd name="GluePoint22Y" fmla="*/ 110 h 157"/>
              <a:gd name="GluePoint23X" fmla="*/ 28 w 93"/>
              <a:gd name="GluePoint23Y" fmla="*/ 101 h 157"/>
              <a:gd name="GluePoint24X" fmla="*/ 29 w 93"/>
              <a:gd name="GluePoint24Y" fmla="*/ 93 h 157"/>
              <a:gd name="GluePoint25X" fmla="*/ 30 w 93"/>
              <a:gd name="GluePoint25Y" fmla="*/ 87 h 157"/>
              <a:gd name="GluePoint26X" fmla="*/ 32 w 93"/>
              <a:gd name="GluePoint26Y" fmla="*/ 81 h 157"/>
              <a:gd name="GluePoint27X" fmla="*/ 34 w 93"/>
              <a:gd name="GluePoint27Y" fmla="*/ 77 h 157"/>
              <a:gd name="GluePoint28X" fmla="*/ 38 w 93"/>
              <a:gd name="GluePoint28Y" fmla="*/ 74 h 157"/>
              <a:gd name="GluePoint29X" fmla="*/ 42 w 93"/>
              <a:gd name="GluePoint29Y" fmla="*/ 73 h 157"/>
              <a:gd name="GluePoint30X" fmla="*/ 47 w 93"/>
              <a:gd name="GluePoint30Y" fmla="*/ 72 h 157"/>
              <a:gd name="GluePoint31X" fmla="*/ 51 w 93"/>
              <a:gd name="GluePoint31Y" fmla="*/ 73 h 157"/>
              <a:gd name="GluePoint32X" fmla="*/ 55 w 93"/>
              <a:gd name="GluePoint32Y" fmla="*/ 74 h 157"/>
              <a:gd name="GluePoint33X" fmla="*/ 58 w 93"/>
              <a:gd name="GluePoint33Y" fmla="*/ 77 h 157"/>
              <a:gd name="GluePoint34X" fmla="*/ 60 w 93"/>
              <a:gd name="GluePoint34Y" fmla="*/ 81 h 157"/>
              <a:gd name="GluePoint35X" fmla="*/ 62 w 93"/>
              <a:gd name="GluePoint35Y" fmla="*/ 85 h 157"/>
              <a:gd name="GluePoint36X" fmla="*/ 64 w 93"/>
              <a:gd name="GluePoint36Y" fmla="*/ 91 h 157"/>
              <a:gd name="GluePoint37X" fmla="*/ 64 w 93"/>
              <a:gd name="GluePoint37Y" fmla="*/ 106 h 157"/>
              <a:gd name="GluePoint38X" fmla="*/ 67 w 93"/>
              <a:gd name="GluePoint38Y" fmla="*/ 157 h 157"/>
              <a:gd name="GluePoint39X" fmla="*/ 74 w 93"/>
              <a:gd name="GluePoint39Y" fmla="*/ 157 h 157"/>
              <a:gd name="GluePoint40X" fmla="*/ 82 w 93"/>
              <a:gd name="GluePoint40Y" fmla="*/ 157 h 157"/>
              <a:gd name="GluePoint41X" fmla="*/ 90 w 93"/>
              <a:gd name="GluePoint41Y" fmla="*/ 157 h 157"/>
              <a:gd name="GluePoint42X" fmla="*/ 93 w 93"/>
              <a:gd name="GluePoint42Y" fmla="*/ 91 h 157"/>
              <a:gd name="GluePoint43X" fmla="*/ 92 w 93"/>
              <a:gd name="GluePoint43Y" fmla="*/ 82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82"/>
                </a:moveTo>
                <a:lnTo>
                  <a:pt x="91" y="79"/>
                </a:ln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2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9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6" y="75"/>
                </a:lnTo>
                <a:lnTo>
                  <a:pt x="58" y="77"/>
                </a:lnTo>
                <a:lnTo>
                  <a:pt x="59" y="78"/>
                </a:lnTo>
                <a:lnTo>
                  <a:pt x="60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4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90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226" name="iṥľiḓê">
            <a:extLst>
              <a:ext uri="{FF2B5EF4-FFF2-40B4-BE49-F238E27FC236}">
                <a16:creationId xmlns:a16="http://schemas.microsoft.com/office/drawing/2014/main" id="{3741A36B-C4A2-4B03-8188-76835A8022D2}"/>
              </a:ext>
            </a:extLst>
          </p:cNvPr>
          <p:cNvSpPr>
            <a:spLocks noGrp="1"/>
          </p:cNvSpPr>
          <p:nvPr/>
        </p:nvSpPr>
        <p:spPr>
          <a:xfrm>
            <a:off x="1714320" y="956160"/>
            <a:ext cx="12240" cy="43200"/>
          </a:xfrm>
          <a:custGeom>
            <a:avLst/>
            <a:gdLst>
              <a:gd name="textAreaLeft" fmla="*/ 0 w 12240"/>
              <a:gd name="textAreaRight" fmla="*/ 12600 w 12240"/>
              <a:gd name="textAreaTop" fmla="*/ 0 h 43200"/>
              <a:gd name="textAreaBottom" fmla="*/ 43560 h 43200"/>
              <a:gd name="GluePoint1X" fmla="*/ 21 w 29"/>
              <a:gd name="GluePoint1Y" fmla="*/ 0 h 100"/>
              <a:gd name="GluePoint2X" fmla="*/ 18 w 29"/>
              <a:gd name="GluePoint2Y" fmla="*/ 0 h 100"/>
              <a:gd name="GluePoint3X" fmla="*/ 16 w 29"/>
              <a:gd name="GluePoint3Y" fmla="*/ 0 h 100"/>
              <a:gd name="GluePoint4X" fmla="*/ 12 w 29"/>
              <a:gd name="GluePoint4Y" fmla="*/ 0 h 100"/>
              <a:gd name="GluePoint5X" fmla="*/ 8 w 29"/>
              <a:gd name="GluePoint5Y" fmla="*/ 0 h 100"/>
              <a:gd name="GluePoint6X" fmla="*/ 4 w 29"/>
              <a:gd name="GluePoint6Y" fmla="*/ 0 h 100"/>
              <a:gd name="GluePoint7X" fmla="*/ 0 w 29"/>
              <a:gd name="GluePoint7Y" fmla="*/ 0 h 100"/>
              <a:gd name="GluePoint8X" fmla="*/ 0 w 29"/>
              <a:gd name="GluePoint8Y" fmla="*/ 100 h 100"/>
              <a:gd name="GluePoint9X" fmla="*/ 4 w 29"/>
              <a:gd name="GluePoint9Y" fmla="*/ 100 h 100"/>
              <a:gd name="GluePoint10X" fmla="*/ 8 w 29"/>
              <a:gd name="GluePoint10Y" fmla="*/ 100 h 100"/>
              <a:gd name="GluePoint11X" fmla="*/ 12 w 29"/>
              <a:gd name="GluePoint11Y" fmla="*/ 100 h 100"/>
              <a:gd name="GluePoint12X" fmla="*/ 16 w 29"/>
              <a:gd name="GluePoint12Y" fmla="*/ 100 h 100"/>
              <a:gd name="GluePoint13X" fmla="*/ 18 w 29"/>
              <a:gd name="GluePoint13Y" fmla="*/ 100 h 100"/>
              <a:gd name="GluePoint14X" fmla="*/ 21 w 29"/>
              <a:gd name="GluePoint14Y" fmla="*/ 100 h 100"/>
              <a:gd name="GluePoint15X" fmla="*/ 25 w 29"/>
              <a:gd name="GluePoint15Y" fmla="*/ 100 h 100"/>
              <a:gd name="GluePoint16X" fmla="*/ 29 w 29"/>
              <a:gd name="GluePoint16Y" fmla="*/ 100 h 100"/>
              <a:gd name="GluePoint17X" fmla="*/ 29 w 29"/>
              <a:gd name="GluePoint17Y" fmla="*/ 0 h 100"/>
              <a:gd name="GluePoint18X" fmla="*/ 25 w 29"/>
              <a:gd name="GluePoint18Y" fmla="*/ 0 h 100"/>
              <a:gd name="GluePoint19X" fmla="*/ 21 w 29"/>
              <a:gd name="GluePoint19Y" fmla="*/ 0 h 100"/>
            </a:gdLst>
            <a:ahLst/>
            <a:cxnLst/>
            <a:rect l="textAreaLeft" t="textAreaTop" r="textAreaRight" b="textAreaBottom"/>
            <a:pathLst>
              <a:path w="29" h="100">
                <a:moveTo>
                  <a:pt x="21" y="0"/>
                </a:moveTo>
                <a:lnTo>
                  <a:pt x="18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0" y="100"/>
                </a:lnTo>
                <a:lnTo>
                  <a:pt x="4" y="100"/>
                </a:lnTo>
                <a:lnTo>
                  <a:pt x="8" y="100"/>
                </a:lnTo>
                <a:lnTo>
                  <a:pt x="12" y="100"/>
                </a:lnTo>
                <a:lnTo>
                  <a:pt x="16" y="100"/>
                </a:lnTo>
                <a:lnTo>
                  <a:pt x="18" y="100"/>
                </a:lnTo>
                <a:lnTo>
                  <a:pt x="21" y="100"/>
                </a:lnTo>
                <a:lnTo>
                  <a:pt x="25" y="100"/>
                </a:lnTo>
                <a:lnTo>
                  <a:pt x="29" y="100"/>
                </a:lnTo>
                <a:lnTo>
                  <a:pt x="29" y="0"/>
                </a:lnTo>
                <a:lnTo>
                  <a:pt x="25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227" name="îŝ1îḋê">
            <a:extLst>
              <a:ext uri="{FF2B5EF4-FFF2-40B4-BE49-F238E27FC236}">
                <a16:creationId xmlns:a16="http://schemas.microsoft.com/office/drawing/2014/main" id="{67B168AC-D8B6-483F-B979-071AB863C26A}"/>
              </a:ext>
            </a:extLst>
          </p:cNvPr>
          <p:cNvSpPr>
            <a:spLocks noGrp="1"/>
          </p:cNvSpPr>
          <p:nvPr/>
        </p:nvSpPr>
        <p:spPr>
          <a:xfrm>
            <a:off x="1713600" y="932040"/>
            <a:ext cx="14400" cy="13680"/>
          </a:xfrm>
          <a:custGeom>
            <a:avLst/>
            <a:gdLst>
              <a:gd name="textAreaLeft" fmla="*/ 0 w 14400"/>
              <a:gd name="textAreaRight" fmla="*/ 14760 w 14400"/>
              <a:gd name="textAreaTop" fmla="*/ 0 h 13680"/>
              <a:gd name="textAreaBottom" fmla="*/ 14040 h 13680"/>
              <a:gd name="GluePoint1X" fmla="*/ 32 w 34"/>
              <a:gd name="GluePoint1Y" fmla="*/ 10 h 32"/>
              <a:gd name="GluePoint2X" fmla="*/ 30 w 34"/>
              <a:gd name="GluePoint2Y" fmla="*/ 7 h 32"/>
              <a:gd name="GluePoint3X" fmla="*/ 28 w 34"/>
              <a:gd name="GluePoint3Y" fmla="*/ 5 h 32"/>
              <a:gd name="GluePoint4X" fmla="*/ 26 w 34"/>
              <a:gd name="GluePoint4Y" fmla="*/ 3 h 32"/>
              <a:gd name="GluePoint5X" fmla="*/ 23 w 34"/>
              <a:gd name="GluePoint5Y" fmla="*/ 2 h 32"/>
              <a:gd name="GluePoint6X" fmla="*/ 20 w 34"/>
              <a:gd name="GluePoint6Y" fmla="*/ 0 h 32"/>
              <a:gd name="GluePoint7X" fmla="*/ 16 w 34"/>
              <a:gd name="GluePoint7Y" fmla="*/ 0 h 32"/>
              <a:gd name="GluePoint8X" fmla="*/ 13 w 34"/>
              <a:gd name="GluePoint8Y" fmla="*/ 0 h 32"/>
              <a:gd name="GluePoint9X" fmla="*/ 10 w 34"/>
              <a:gd name="GluePoint9Y" fmla="*/ 2 h 32"/>
              <a:gd name="GluePoint10X" fmla="*/ 7 w 34"/>
              <a:gd name="GluePoint10Y" fmla="*/ 3 h 32"/>
              <a:gd name="GluePoint11X" fmla="*/ 5 w 34"/>
              <a:gd name="GluePoint11Y" fmla="*/ 5 h 32"/>
              <a:gd name="GluePoint12X" fmla="*/ 3 w 34"/>
              <a:gd name="GluePoint12Y" fmla="*/ 7 h 32"/>
              <a:gd name="GluePoint13X" fmla="*/ 2 w 34"/>
              <a:gd name="GluePoint13Y" fmla="*/ 10 h 32"/>
              <a:gd name="GluePoint14X" fmla="*/ 1 w 34"/>
              <a:gd name="GluePoint14Y" fmla="*/ 13 h 32"/>
              <a:gd name="GluePoint15X" fmla="*/ 0 w 34"/>
              <a:gd name="GluePoint15Y" fmla="*/ 16 h 32"/>
              <a:gd name="GluePoint16X" fmla="*/ 1 w 34"/>
              <a:gd name="GluePoint16Y" fmla="*/ 20 h 32"/>
              <a:gd name="GluePoint17X" fmla="*/ 2 w 34"/>
              <a:gd name="GluePoint17Y" fmla="*/ 23 h 32"/>
              <a:gd name="GluePoint18X" fmla="*/ 2 w 34"/>
              <a:gd name="GluePoint18Y" fmla="*/ 26 h 32"/>
              <a:gd name="GluePoint19X" fmla="*/ 5 w 34"/>
              <a:gd name="GluePoint19Y" fmla="*/ 28 h 32"/>
              <a:gd name="GluePoint20X" fmla="*/ 6 w 34"/>
              <a:gd name="GluePoint20Y" fmla="*/ 30 h 32"/>
              <a:gd name="GluePoint21X" fmla="*/ 10 w 34"/>
              <a:gd name="GluePoint21Y" fmla="*/ 31 h 32"/>
              <a:gd name="GluePoint22X" fmla="*/ 13 w 34"/>
              <a:gd name="GluePoint22Y" fmla="*/ 32 h 32"/>
              <a:gd name="GluePoint23X" fmla="*/ 16 w 34"/>
              <a:gd name="GluePoint23Y" fmla="*/ 32 h 32"/>
              <a:gd name="GluePoint24X" fmla="*/ 20 w 34"/>
              <a:gd name="GluePoint24Y" fmla="*/ 32 h 32"/>
              <a:gd name="GluePoint25X" fmla="*/ 23 w 34"/>
              <a:gd name="GluePoint25Y" fmla="*/ 31 h 32"/>
              <a:gd name="GluePoint26X" fmla="*/ 26 w 34"/>
              <a:gd name="GluePoint26Y" fmla="*/ 30 h 32"/>
              <a:gd name="GluePoint27X" fmla="*/ 28 w 34"/>
              <a:gd name="GluePoint27Y" fmla="*/ 27 h 32"/>
              <a:gd name="GluePoint28X" fmla="*/ 30 w 34"/>
              <a:gd name="GluePoint28Y" fmla="*/ 25 h 32"/>
              <a:gd name="GluePoint29X" fmla="*/ 32 w 34"/>
              <a:gd name="GluePoint29Y" fmla="*/ 23 h 32"/>
              <a:gd name="GluePoint30X" fmla="*/ 33 w 34"/>
              <a:gd name="GluePoint30Y" fmla="*/ 19 h 32"/>
              <a:gd name="GluePoint31X" fmla="*/ 34 w 34"/>
              <a:gd name="GluePoint31Y" fmla="*/ 16 h 32"/>
              <a:gd name="GluePoint32X" fmla="*/ 33 w 34"/>
              <a:gd name="GluePoint32Y" fmla="*/ 13 h 32"/>
              <a:gd name="GluePoint33X" fmla="*/ 32 w 34"/>
              <a:gd name="GluePoint33Y" fmla="*/ 10 h 32"/>
            </a:gdLst>
            <a:ahLst/>
            <a:cxnLst/>
            <a:rect l="textAreaLeft" t="textAreaTop" r="textAreaRight" b="textAreaBottom"/>
            <a:pathLst>
              <a:path w="34" h="32">
                <a:moveTo>
                  <a:pt x="32" y="10"/>
                </a:moveTo>
                <a:lnTo>
                  <a:pt x="30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1" y="20"/>
                </a:lnTo>
                <a:lnTo>
                  <a:pt x="2" y="23"/>
                </a:lnTo>
                <a:lnTo>
                  <a:pt x="2" y="26"/>
                </a:lnTo>
                <a:lnTo>
                  <a:pt x="5" y="28"/>
                </a:lnTo>
                <a:lnTo>
                  <a:pt x="6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0" y="25"/>
                </a:lnTo>
                <a:lnTo>
                  <a:pt x="32" y="23"/>
                </a:lnTo>
                <a:lnTo>
                  <a:pt x="33" y="19"/>
                </a:lnTo>
                <a:lnTo>
                  <a:pt x="34" y="16"/>
                </a:lnTo>
                <a:lnTo>
                  <a:pt x="33" y="13"/>
                </a:lnTo>
                <a:lnTo>
                  <a:pt x="32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228" name="íśľîdé">
            <a:extLst>
              <a:ext uri="{FF2B5EF4-FFF2-40B4-BE49-F238E27FC236}">
                <a16:creationId xmlns:a16="http://schemas.microsoft.com/office/drawing/2014/main" id="{5F6EE0CA-0F39-4CBD-A741-C3E1C202C087}"/>
              </a:ext>
            </a:extLst>
          </p:cNvPr>
          <p:cNvSpPr>
            <a:spLocks noGrp="1"/>
          </p:cNvSpPr>
          <p:nvPr/>
        </p:nvSpPr>
        <p:spPr>
          <a:xfrm>
            <a:off x="174348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4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4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59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8" y="4"/>
                </a:lnTo>
                <a:lnTo>
                  <a:pt x="74" y="2"/>
                </a:lnTo>
                <a:lnTo>
                  <a:pt x="72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6" y="0"/>
                </a:lnTo>
                <a:lnTo>
                  <a:pt x="51" y="1"/>
                </a:lnTo>
                <a:lnTo>
                  <a:pt x="46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6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8" y="19"/>
                </a:lnTo>
                <a:lnTo>
                  <a:pt x="41" y="18"/>
                </a:lnTo>
                <a:lnTo>
                  <a:pt x="42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1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8" y="22"/>
                </a:lnTo>
                <a:lnTo>
                  <a:pt x="59" y="23"/>
                </a:lnTo>
                <a:lnTo>
                  <a:pt x="61" y="26"/>
                </a:lnTo>
                <a:lnTo>
                  <a:pt x="62" y="27"/>
                </a:lnTo>
                <a:lnTo>
                  <a:pt x="62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4" y="102"/>
                </a:lnTo>
                <a:lnTo>
                  <a:pt x="78" y="102"/>
                </a:lnTo>
                <a:lnTo>
                  <a:pt x="82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229" name="ïśļîḋé">
            <a:extLst>
              <a:ext uri="{FF2B5EF4-FFF2-40B4-BE49-F238E27FC236}">
                <a16:creationId xmlns:a16="http://schemas.microsoft.com/office/drawing/2014/main" id="{5BA7F723-6A6C-420A-8F61-CAEB8BF2C95C}"/>
              </a:ext>
            </a:extLst>
          </p:cNvPr>
          <p:cNvSpPr>
            <a:spLocks noGrp="1"/>
          </p:cNvSpPr>
          <p:nvPr/>
        </p:nvSpPr>
        <p:spPr>
          <a:xfrm>
            <a:off x="1796400" y="955440"/>
            <a:ext cx="41400" cy="44640"/>
          </a:xfrm>
          <a:custGeom>
            <a:avLst/>
            <a:gdLst>
              <a:gd name="textAreaLeft" fmla="*/ 0 w 41400"/>
              <a:gd name="textAreaRight" fmla="*/ 41760 w 41400"/>
              <a:gd name="textAreaTop" fmla="*/ 0 h 44640"/>
              <a:gd name="textAreaBottom" fmla="*/ 45000 h 44640"/>
              <a:gd name="GluePoint1X" fmla="*/ 88 w 96"/>
              <a:gd name="GluePoint1Y" fmla="*/ 93 h 103"/>
              <a:gd name="GluePoint2X" fmla="*/ 85 w 96"/>
              <a:gd name="GluePoint2Y" fmla="*/ 87 h 103"/>
              <a:gd name="GluePoint3X" fmla="*/ 85 w 96"/>
              <a:gd name="GluePoint3Y" fmla="*/ 25 h 103"/>
              <a:gd name="GluePoint4X" fmla="*/ 82 w 96"/>
              <a:gd name="GluePoint4Y" fmla="*/ 16 h 103"/>
              <a:gd name="GluePoint5X" fmla="*/ 77 w 96"/>
              <a:gd name="GluePoint5Y" fmla="*/ 10 h 103"/>
              <a:gd name="GluePoint6X" fmla="*/ 69 w 96"/>
              <a:gd name="GluePoint6Y" fmla="*/ 5 h 103"/>
              <a:gd name="GluePoint7X" fmla="*/ 59 w 96"/>
              <a:gd name="GluePoint7Y" fmla="*/ 2 h 103"/>
              <a:gd name="GluePoint8X" fmla="*/ 45 w 96"/>
              <a:gd name="GluePoint8Y" fmla="*/ 0 h 103"/>
              <a:gd name="GluePoint9X" fmla="*/ 29 w 96"/>
              <a:gd name="GluePoint9Y" fmla="*/ 2 h 103"/>
              <a:gd name="GluePoint10X" fmla="*/ 15 w 96"/>
              <a:gd name="GluePoint10Y" fmla="*/ 8 h 103"/>
              <a:gd name="GluePoint11X" fmla="*/ 9 w 96"/>
              <a:gd name="GluePoint11Y" fmla="*/ 26 h 103"/>
              <a:gd name="GluePoint12X" fmla="*/ 17 w 96"/>
              <a:gd name="GluePoint12Y" fmla="*/ 21 h 103"/>
              <a:gd name="GluePoint13X" fmla="*/ 25 w 96"/>
              <a:gd name="GluePoint13Y" fmla="*/ 15 h 103"/>
              <a:gd name="GluePoint14X" fmla="*/ 37 w 96"/>
              <a:gd name="GluePoint14Y" fmla="*/ 13 h 103"/>
              <a:gd name="GluePoint15X" fmla="*/ 48 w 96"/>
              <a:gd name="GluePoint15Y" fmla="*/ 17 h 103"/>
              <a:gd name="GluePoint16X" fmla="*/ 55 w 96"/>
              <a:gd name="GluePoint16Y" fmla="*/ 25 h 103"/>
              <a:gd name="GluePoint17X" fmla="*/ 57 w 96"/>
              <a:gd name="GluePoint17Y" fmla="*/ 34 h 103"/>
              <a:gd name="GluePoint18X" fmla="*/ 53 w 96"/>
              <a:gd name="GluePoint18Y" fmla="*/ 40 h 103"/>
              <a:gd name="GluePoint19X" fmla="*/ 46 w 96"/>
              <a:gd name="GluePoint19Y" fmla="*/ 44 h 103"/>
              <a:gd name="GluePoint20X" fmla="*/ 38 w 96"/>
              <a:gd name="GluePoint20Y" fmla="*/ 46 h 103"/>
              <a:gd name="GluePoint21X" fmla="*/ 24 w 96"/>
              <a:gd name="GluePoint21Y" fmla="*/ 49 h 103"/>
              <a:gd name="GluePoint22X" fmla="*/ 13 w 96"/>
              <a:gd name="GluePoint22Y" fmla="*/ 54 h 103"/>
              <a:gd name="GluePoint23X" fmla="*/ 5 w 96"/>
              <a:gd name="GluePoint23Y" fmla="*/ 59 h 103"/>
              <a:gd name="GluePoint24X" fmla="*/ 1 w 96"/>
              <a:gd name="GluePoint24Y" fmla="*/ 67 h 103"/>
              <a:gd name="GluePoint25X" fmla="*/ 0 w 96"/>
              <a:gd name="GluePoint25Y" fmla="*/ 75 h 103"/>
              <a:gd name="GluePoint26X" fmla="*/ 1 w 96"/>
              <a:gd name="GluePoint26Y" fmla="*/ 83 h 103"/>
              <a:gd name="GluePoint27X" fmla="*/ 3 w 96"/>
              <a:gd name="GluePoint27Y" fmla="*/ 91 h 103"/>
              <a:gd name="GluePoint28X" fmla="*/ 8 w 96"/>
              <a:gd name="GluePoint28Y" fmla="*/ 96 h 103"/>
              <a:gd name="GluePoint29X" fmla="*/ 14 w 96"/>
              <a:gd name="GluePoint29Y" fmla="*/ 100 h 103"/>
              <a:gd name="GluePoint30X" fmla="*/ 23 w 96"/>
              <a:gd name="GluePoint30Y" fmla="*/ 103 h 103"/>
              <a:gd name="GluePoint31X" fmla="*/ 34 w 96"/>
              <a:gd name="GluePoint31Y" fmla="*/ 103 h 103"/>
              <a:gd name="GluePoint32X" fmla="*/ 46 w 96"/>
              <a:gd name="GluePoint32Y" fmla="*/ 99 h 103"/>
              <a:gd name="GluePoint33X" fmla="*/ 54 w 96"/>
              <a:gd name="GluePoint33Y" fmla="*/ 93 h 103"/>
              <a:gd name="GluePoint34X" fmla="*/ 60 w 96"/>
              <a:gd name="GluePoint34Y" fmla="*/ 95 h 103"/>
              <a:gd name="GluePoint35X" fmla="*/ 67 w 96"/>
              <a:gd name="GluePoint35Y" fmla="*/ 102 h 103"/>
              <a:gd name="GluePoint36X" fmla="*/ 77 w 96"/>
              <a:gd name="GluePoint36Y" fmla="*/ 103 h 103"/>
              <a:gd name="GluePoint37X" fmla="*/ 88 w 96"/>
              <a:gd name="GluePoint37Y" fmla="*/ 103 h 103"/>
              <a:gd name="GluePoint38X" fmla="*/ 96 w 96"/>
              <a:gd name="GluePoint38Y" fmla="*/ 99 h 103"/>
              <a:gd name="GluePoint39X" fmla="*/ 91 w 96"/>
              <a:gd name="GluePoint39Y" fmla="*/ 95 h 103"/>
              <a:gd name="GluePoint40X" fmla="*/ 55 w 96"/>
              <a:gd name="GluePoint40Y" fmla="*/ 79 h 103"/>
              <a:gd name="GluePoint41X" fmla="*/ 53 w 96"/>
              <a:gd name="GluePoint41Y" fmla="*/ 85 h 103"/>
              <a:gd name="GluePoint42X" fmla="*/ 50 w 96"/>
              <a:gd name="GluePoint42Y" fmla="*/ 88 h 103"/>
              <a:gd name="GluePoint43X" fmla="*/ 45 w 96"/>
              <a:gd name="GluePoint43Y" fmla="*/ 91 h 103"/>
              <a:gd name="GluePoint44X" fmla="*/ 41 w 96"/>
              <a:gd name="GluePoint44Y" fmla="*/ 91 h 103"/>
              <a:gd name="GluePoint45X" fmla="*/ 33 w 96"/>
              <a:gd name="GluePoint45Y" fmla="*/ 89 h 103"/>
              <a:gd name="GluePoint46X" fmla="*/ 30 w 96"/>
              <a:gd name="GluePoint46Y" fmla="*/ 82 h 103"/>
              <a:gd name="GluePoint47X" fmla="*/ 29 w 96"/>
              <a:gd name="GluePoint47Y" fmla="*/ 71 h 103"/>
              <a:gd name="GluePoint48X" fmla="*/ 30 w 96"/>
              <a:gd name="GluePoint48Y" fmla="*/ 65 h 103"/>
              <a:gd name="GluePoint49X" fmla="*/ 34 w 96"/>
              <a:gd name="GluePoint49Y" fmla="*/ 59 h 103"/>
              <a:gd name="GluePoint50X" fmla="*/ 41 w 96"/>
              <a:gd name="GluePoint50Y" fmla="*/ 54 h 103"/>
              <a:gd name="GluePoint51X" fmla="*/ 54 w 96"/>
              <a:gd name="GluePoint51Y" fmla="*/ 50 h 103"/>
            </a:gdLst>
            <a:ahLst/>
            <a:cxnLst/>
            <a:rect l="textAreaLeft" t="textAreaTop" r="textAreaRight" b="textAreaBottom"/>
            <a:pathLst>
              <a:path w="96" h="103">
                <a:moveTo>
                  <a:pt x="91" y="95"/>
                </a:moveTo>
                <a:lnTo>
                  <a:pt x="89" y="94"/>
                </a:lnTo>
                <a:lnTo>
                  <a:pt x="88" y="93"/>
                </a:lnTo>
                <a:lnTo>
                  <a:pt x="87" y="91"/>
                </a:lnTo>
                <a:lnTo>
                  <a:pt x="86" y="90"/>
                </a:lnTo>
                <a:lnTo>
                  <a:pt x="85" y="87"/>
                </a:lnTo>
                <a:lnTo>
                  <a:pt x="85" y="85"/>
                </a:lnTo>
                <a:lnTo>
                  <a:pt x="85" y="27"/>
                </a:lnTo>
                <a:lnTo>
                  <a:pt x="85" y="25"/>
                </a:lnTo>
                <a:lnTo>
                  <a:pt x="85" y="22"/>
                </a:lnTo>
                <a:lnTo>
                  <a:pt x="84" y="19"/>
                </a:lnTo>
                <a:lnTo>
                  <a:pt x="82" y="16"/>
                </a:lnTo>
                <a:lnTo>
                  <a:pt x="81" y="14"/>
                </a:lnTo>
                <a:lnTo>
                  <a:pt x="79" y="12"/>
                </a:lnTo>
                <a:lnTo>
                  <a:pt x="77" y="10"/>
                </a:lnTo>
                <a:lnTo>
                  <a:pt x="75" y="8"/>
                </a:lnTo>
                <a:lnTo>
                  <a:pt x="72" y="6"/>
                </a:lnTo>
                <a:lnTo>
                  <a:pt x="69" y="5"/>
                </a:lnTo>
                <a:lnTo>
                  <a:pt x="66" y="4"/>
                </a:lnTo>
                <a:lnTo>
                  <a:pt x="62" y="2"/>
                </a:lnTo>
                <a:lnTo>
                  <a:pt x="59" y="2"/>
                </a:lnTo>
                <a:lnTo>
                  <a:pt x="54" y="1"/>
                </a:lnTo>
                <a:lnTo>
                  <a:pt x="50" y="0"/>
                </a:lnTo>
                <a:lnTo>
                  <a:pt x="45" y="0"/>
                </a:lnTo>
                <a:lnTo>
                  <a:pt x="40" y="0"/>
                </a:lnTo>
                <a:lnTo>
                  <a:pt x="34" y="1"/>
                </a:lnTo>
                <a:lnTo>
                  <a:pt x="29" y="2"/>
                </a:lnTo>
                <a:lnTo>
                  <a:pt x="24" y="4"/>
                </a:lnTo>
                <a:lnTo>
                  <a:pt x="20" y="6"/>
                </a:lnTo>
                <a:lnTo>
                  <a:pt x="15" y="8"/>
                </a:lnTo>
                <a:lnTo>
                  <a:pt x="11" y="10"/>
                </a:lnTo>
                <a:lnTo>
                  <a:pt x="7" y="14"/>
                </a:lnTo>
                <a:lnTo>
                  <a:pt x="9" y="26"/>
                </a:lnTo>
                <a:lnTo>
                  <a:pt x="11" y="26"/>
                </a:lnTo>
                <a:lnTo>
                  <a:pt x="14" y="23"/>
                </a:lnTo>
                <a:lnTo>
                  <a:pt x="17" y="21"/>
                </a:lnTo>
                <a:lnTo>
                  <a:pt x="20" y="18"/>
                </a:lnTo>
                <a:lnTo>
                  <a:pt x="22" y="17"/>
                </a:lnTo>
                <a:lnTo>
                  <a:pt x="25" y="15"/>
                </a:lnTo>
                <a:lnTo>
                  <a:pt x="29" y="14"/>
                </a:lnTo>
                <a:lnTo>
                  <a:pt x="33" y="14"/>
                </a:lnTo>
                <a:lnTo>
                  <a:pt x="37" y="13"/>
                </a:lnTo>
                <a:lnTo>
                  <a:pt x="41" y="14"/>
                </a:lnTo>
                <a:lnTo>
                  <a:pt x="45" y="15"/>
                </a:lnTo>
                <a:lnTo>
                  <a:pt x="48" y="17"/>
                </a:lnTo>
                <a:lnTo>
                  <a:pt x="50" y="19"/>
                </a:lnTo>
                <a:lnTo>
                  <a:pt x="53" y="22"/>
                </a:lnTo>
                <a:lnTo>
                  <a:pt x="55" y="25"/>
                </a:lnTo>
                <a:lnTo>
                  <a:pt x="56" y="28"/>
                </a:lnTo>
                <a:lnTo>
                  <a:pt x="57" y="32"/>
                </a:lnTo>
                <a:lnTo>
                  <a:pt x="57" y="34"/>
                </a:lnTo>
                <a:lnTo>
                  <a:pt x="56" y="36"/>
                </a:lnTo>
                <a:lnTo>
                  <a:pt x="55" y="38"/>
                </a:lnTo>
                <a:lnTo>
                  <a:pt x="53" y="40"/>
                </a:lnTo>
                <a:lnTo>
                  <a:pt x="52" y="42"/>
                </a:lnTo>
                <a:lnTo>
                  <a:pt x="49" y="42"/>
                </a:lnTo>
                <a:lnTo>
                  <a:pt x="46" y="44"/>
                </a:lnTo>
                <a:lnTo>
                  <a:pt x="42" y="45"/>
                </a:lnTo>
                <a:lnTo>
                  <a:pt x="40" y="46"/>
                </a:lnTo>
                <a:lnTo>
                  <a:pt x="38" y="46"/>
                </a:lnTo>
                <a:lnTo>
                  <a:pt x="33" y="47"/>
                </a:lnTo>
                <a:lnTo>
                  <a:pt x="29" y="47"/>
                </a:lnTo>
                <a:lnTo>
                  <a:pt x="24" y="49"/>
                </a:lnTo>
                <a:lnTo>
                  <a:pt x="20" y="51"/>
                </a:lnTo>
                <a:lnTo>
                  <a:pt x="17" y="52"/>
                </a:lnTo>
                <a:lnTo>
                  <a:pt x="13" y="54"/>
                </a:lnTo>
                <a:lnTo>
                  <a:pt x="10" y="55"/>
                </a:lnTo>
                <a:lnTo>
                  <a:pt x="8" y="57"/>
                </a:lnTo>
                <a:lnTo>
                  <a:pt x="5" y="59"/>
                </a:lnTo>
                <a:lnTo>
                  <a:pt x="4" y="62"/>
                </a:lnTo>
                <a:lnTo>
                  <a:pt x="2" y="64"/>
                </a:lnTo>
                <a:lnTo>
                  <a:pt x="1" y="67"/>
                </a:lnTo>
                <a:lnTo>
                  <a:pt x="0" y="69"/>
                </a:lnTo>
                <a:lnTo>
                  <a:pt x="0" y="71"/>
                </a:lnTo>
                <a:lnTo>
                  <a:pt x="0" y="75"/>
                </a:lnTo>
                <a:lnTo>
                  <a:pt x="0" y="78"/>
                </a:lnTo>
                <a:lnTo>
                  <a:pt x="0" y="81"/>
                </a:lnTo>
                <a:lnTo>
                  <a:pt x="1" y="83"/>
                </a:lnTo>
                <a:lnTo>
                  <a:pt x="1" y="86"/>
                </a:lnTo>
                <a:lnTo>
                  <a:pt x="2" y="88"/>
                </a:lnTo>
                <a:lnTo>
                  <a:pt x="3" y="91"/>
                </a:lnTo>
                <a:lnTo>
                  <a:pt x="5" y="93"/>
                </a:lnTo>
                <a:lnTo>
                  <a:pt x="6" y="95"/>
                </a:lnTo>
                <a:lnTo>
                  <a:pt x="8" y="96"/>
                </a:lnTo>
                <a:lnTo>
                  <a:pt x="9" y="98"/>
                </a:lnTo>
                <a:lnTo>
                  <a:pt x="12" y="99"/>
                </a:lnTo>
                <a:lnTo>
                  <a:pt x="14" y="100"/>
                </a:lnTo>
                <a:lnTo>
                  <a:pt x="17" y="102"/>
                </a:lnTo>
                <a:lnTo>
                  <a:pt x="20" y="103"/>
                </a:lnTo>
                <a:lnTo>
                  <a:pt x="23" y="103"/>
                </a:lnTo>
                <a:lnTo>
                  <a:pt x="26" y="103"/>
                </a:lnTo>
                <a:lnTo>
                  <a:pt x="30" y="103"/>
                </a:lnTo>
                <a:lnTo>
                  <a:pt x="34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99"/>
                </a:lnTo>
                <a:lnTo>
                  <a:pt x="49" y="98"/>
                </a:lnTo>
                <a:lnTo>
                  <a:pt x="52" y="95"/>
                </a:lnTo>
                <a:lnTo>
                  <a:pt x="54" y="93"/>
                </a:lnTo>
                <a:lnTo>
                  <a:pt x="57" y="90"/>
                </a:lnTo>
                <a:lnTo>
                  <a:pt x="58" y="93"/>
                </a:lnTo>
                <a:lnTo>
                  <a:pt x="60" y="95"/>
                </a:lnTo>
                <a:lnTo>
                  <a:pt x="62" y="98"/>
                </a:lnTo>
                <a:lnTo>
                  <a:pt x="65" y="99"/>
                </a:lnTo>
                <a:lnTo>
                  <a:pt x="67" y="102"/>
                </a:lnTo>
                <a:lnTo>
                  <a:pt x="70" y="103"/>
                </a:lnTo>
                <a:lnTo>
                  <a:pt x="73" y="103"/>
                </a:lnTo>
                <a:lnTo>
                  <a:pt x="77" y="103"/>
                </a:lnTo>
                <a:lnTo>
                  <a:pt x="80" y="103"/>
                </a:lnTo>
                <a:lnTo>
                  <a:pt x="84" y="103"/>
                </a:lnTo>
                <a:lnTo>
                  <a:pt x="88" y="103"/>
                </a:lnTo>
                <a:lnTo>
                  <a:pt x="93" y="102"/>
                </a:lnTo>
                <a:lnTo>
                  <a:pt x="94" y="100"/>
                </a:lnTo>
                <a:lnTo>
                  <a:pt x="96" y="99"/>
                </a:lnTo>
                <a:lnTo>
                  <a:pt x="96" y="95"/>
                </a:lnTo>
                <a:lnTo>
                  <a:pt x="93" y="95"/>
                </a:lnTo>
                <a:lnTo>
                  <a:pt x="91" y="95"/>
                </a:lnTo>
                <a:close/>
                <a:moveTo>
                  <a:pt x="57" y="68"/>
                </a:moveTo>
                <a:lnTo>
                  <a:pt x="57" y="74"/>
                </a:lnTo>
                <a:lnTo>
                  <a:pt x="55" y="79"/>
                </a:lnTo>
                <a:lnTo>
                  <a:pt x="55" y="81"/>
                </a:lnTo>
                <a:lnTo>
                  <a:pt x="53" y="83"/>
                </a:lnTo>
                <a:lnTo>
                  <a:pt x="53" y="85"/>
                </a:lnTo>
                <a:lnTo>
                  <a:pt x="52" y="87"/>
                </a:lnTo>
                <a:lnTo>
                  <a:pt x="51" y="87"/>
                </a:lnTo>
                <a:lnTo>
                  <a:pt x="50" y="88"/>
                </a:lnTo>
                <a:lnTo>
                  <a:pt x="49" y="90"/>
                </a:lnTo>
                <a:lnTo>
                  <a:pt x="47" y="91"/>
                </a:lnTo>
                <a:lnTo>
                  <a:pt x="45" y="91"/>
                </a:lnTo>
                <a:lnTo>
                  <a:pt x="45" y="91"/>
                </a:lnTo>
                <a:lnTo>
                  <a:pt x="42" y="91"/>
                </a:lnTo>
                <a:lnTo>
                  <a:pt x="41" y="91"/>
                </a:lnTo>
                <a:lnTo>
                  <a:pt x="38" y="91"/>
                </a:lnTo>
                <a:lnTo>
                  <a:pt x="36" y="91"/>
                </a:lnTo>
                <a:lnTo>
                  <a:pt x="33" y="89"/>
                </a:lnTo>
                <a:lnTo>
                  <a:pt x="32" y="87"/>
                </a:lnTo>
                <a:lnTo>
                  <a:pt x="31" y="85"/>
                </a:lnTo>
                <a:lnTo>
                  <a:pt x="30" y="82"/>
                </a:lnTo>
                <a:lnTo>
                  <a:pt x="29" y="79"/>
                </a:lnTo>
                <a:lnTo>
                  <a:pt x="29" y="75"/>
                </a:lnTo>
                <a:lnTo>
                  <a:pt x="29" y="71"/>
                </a:lnTo>
                <a:lnTo>
                  <a:pt x="29" y="70"/>
                </a:lnTo>
                <a:lnTo>
                  <a:pt x="29" y="67"/>
                </a:lnTo>
                <a:lnTo>
                  <a:pt x="30" y="65"/>
                </a:lnTo>
                <a:lnTo>
                  <a:pt x="31" y="63"/>
                </a:lnTo>
                <a:lnTo>
                  <a:pt x="33" y="61"/>
                </a:lnTo>
                <a:lnTo>
                  <a:pt x="34" y="59"/>
                </a:lnTo>
                <a:lnTo>
                  <a:pt x="36" y="57"/>
                </a:lnTo>
                <a:lnTo>
                  <a:pt x="38" y="55"/>
                </a:lnTo>
                <a:lnTo>
                  <a:pt x="41" y="54"/>
                </a:lnTo>
                <a:lnTo>
                  <a:pt x="45" y="52"/>
                </a:lnTo>
                <a:lnTo>
                  <a:pt x="50" y="51"/>
                </a:lnTo>
                <a:lnTo>
                  <a:pt x="54" y="50"/>
                </a:lnTo>
                <a:lnTo>
                  <a:pt x="57" y="48"/>
                </a:lnTo>
                <a:lnTo>
                  <a:pt x="57" y="6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230" name="îŝḻïḓé">
            <a:extLst>
              <a:ext uri="{FF2B5EF4-FFF2-40B4-BE49-F238E27FC236}">
                <a16:creationId xmlns:a16="http://schemas.microsoft.com/office/drawing/2014/main" id="{26463347-EF00-485E-9A46-1E0C3332D3A2}"/>
              </a:ext>
            </a:extLst>
          </p:cNvPr>
          <p:cNvSpPr>
            <a:spLocks noGrp="1"/>
          </p:cNvSpPr>
          <p:nvPr/>
        </p:nvSpPr>
        <p:spPr>
          <a:xfrm>
            <a:off x="1873440" y="937800"/>
            <a:ext cx="54720" cy="62640"/>
          </a:xfrm>
          <a:custGeom>
            <a:avLst/>
            <a:gdLst>
              <a:gd name="textAreaLeft" fmla="*/ 0 w 54720"/>
              <a:gd name="textAreaRight" fmla="*/ 55080 w 54720"/>
              <a:gd name="textAreaTop" fmla="*/ 0 h 62640"/>
              <a:gd name="textAreaBottom" fmla="*/ 63000 h 62640"/>
              <a:gd name="GluePoint1X" fmla="*/ 121 w 126"/>
              <a:gd name="GluePoint1Y" fmla="*/ 0 h 144"/>
              <a:gd name="GluePoint2X" fmla="*/ 113 w 126"/>
              <a:gd name="GluePoint2Y" fmla="*/ 0 h 144"/>
              <a:gd name="GluePoint3X" fmla="*/ 109 w 126"/>
              <a:gd name="GluePoint3Y" fmla="*/ 63 h 144"/>
              <a:gd name="GluePoint4X" fmla="*/ 107 w 126"/>
              <a:gd name="GluePoint4Y" fmla="*/ 91 h 144"/>
              <a:gd name="GluePoint5X" fmla="*/ 106 w 126"/>
              <a:gd name="GluePoint5Y" fmla="*/ 100 h 144"/>
              <a:gd name="GluePoint6X" fmla="*/ 105 w 126"/>
              <a:gd name="GluePoint6Y" fmla="*/ 107 h 144"/>
              <a:gd name="GluePoint7X" fmla="*/ 102 w 126"/>
              <a:gd name="GluePoint7Y" fmla="*/ 112 h 144"/>
              <a:gd name="GluePoint8X" fmla="*/ 98 w 126"/>
              <a:gd name="GluePoint8Y" fmla="*/ 118 h 144"/>
              <a:gd name="GluePoint9X" fmla="*/ 94 w 126"/>
              <a:gd name="GluePoint9Y" fmla="*/ 123 h 144"/>
              <a:gd name="GluePoint10X" fmla="*/ 90 w 126"/>
              <a:gd name="GluePoint10Y" fmla="*/ 126 h 144"/>
              <a:gd name="GluePoint11X" fmla="*/ 86 w 126"/>
              <a:gd name="GluePoint11Y" fmla="*/ 128 h 144"/>
              <a:gd name="GluePoint12X" fmla="*/ 80 w 126"/>
              <a:gd name="GluePoint12Y" fmla="*/ 131 h 144"/>
              <a:gd name="GluePoint13X" fmla="*/ 74 w 126"/>
              <a:gd name="GluePoint13Y" fmla="*/ 131 h 144"/>
              <a:gd name="GluePoint14X" fmla="*/ 68 w 126"/>
              <a:gd name="GluePoint14Y" fmla="*/ 131 h 144"/>
              <a:gd name="GluePoint15X" fmla="*/ 61 w 126"/>
              <a:gd name="GluePoint15Y" fmla="*/ 131 h 144"/>
              <a:gd name="GluePoint16X" fmla="*/ 54 w 126"/>
              <a:gd name="GluePoint16Y" fmla="*/ 130 h 144"/>
              <a:gd name="GluePoint17X" fmla="*/ 49 w 126"/>
              <a:gd name="GluePoint17Y" fmla="*/ 127 h 144"/>
              <a:gd name="GluePoint18X" fmla="*/ 45 w 126"/>
              <a:gd name="GluePoint18Y" fmla="*/ 123 h 144"/>
              <a:gd name="GluePoint19X" fmla="*/ 40 w 126"/>
              <a:gd name="GluePoint19Y" fmla="*/ 119 h 144"/>
              <a:gd name="GluePoint20X" fmla="*/ 37 w 126"/>
              <a:gd name="GluePoint20Y" fmla="*/ 113 h 144"/>
              <a:gd name="GluePoint21X" fmla="*/ 34 w 126"/>
              <a:gd name="GluePoint21Y" fmla="*/ 107 h 144"/>
              <a:gd name="GluePoint22X" fmla="*/ 33 w 126"/>
              <a:gd name="GluePoint22Y" fmla="*/ 99 h 144"/>
              <a:gd name="GluePoint23X" fmla="*/ 31 w 126"/>
              <a:gd name="GluePoint23Y" fmla="*/ 83 h 144"/>
              <a:gd name="GluePoint24X" fmla="*/ 31 w 126"/>
              <a:gd name="GluePoint24Y" fmla="*/ 58 h 144"/>
              <a:gd name="GluePoint25X" fmla="*/ 28 w 126"/>
              <a:gd name="GluePoint25Y" fmla="*/ 0 h 144"/>
              <a:gd name="GluePoint26X" fmla="*/ 21 w 126"/>
              <a:gd name="GluePoint26Y" fmla="*/ 1 h 144"/>
              <a:gd name="GluePoint27X" fmla="*/ 17 w 126"/>
              <a:gd name="GluePoint27Y" fmla="*/ 1 h 144"/>
              <a:gd name="GluePoint28X" fmla="*/ 13 w 126"/>
              <a:gd name="GluePoint28Y" fmla="*/ 1 h 144"/>
              <a:gd name="GluePoint29X" fmla="*/ 9 w 126"/>
              <a:gd name="GluePoint29Y" fmla="*/ 1 h 144"/>
              <a:gd name="GluePoint30X" fmla="*/ 3 w 126"/>
              <a:gd name="GluePoint30Y" fmla="*/ 0 h 144"/>
              <a:gd name="GluePoint31X" fmla="*/ 0 w 126"/>
              <a:gd name="GluePoint31Y" fmla="*/ 85 h 144"/>
              <a:gd name="GluePoint32X" fmla="*/ 1 w 126"/>
              <a:gd name="GluePoint32Y" fmla="*/ 99 h 144"/>
              <a:gd name="GluePoint33X" fmla="*/ 4 w 126"/>
              <a:gd name="GluePoint33Y" fmla="*/ 111 h 144"/>
              <a:gd name="GluePoint34X" fmla="*/ 6 w 126"/>
              <a:gd name="GluePoint34Y" fmla="*/ 119 h 144"/>
              <a:gd name="GluePoint35X" fmla="*/ 10 w 126"/>
              <a:gd name="GluePoint35Y" fmla="*/ 125 h 144"/>
              <a:gd name="GluePoint36X" fmla="*/ 16 w 126"/>
              <a:gd name="GluePoint36Y" fmla="*/ 131 h 144"/>
              <a:gd name="GluePoint37X" fmla="*/ 23 w 126"/>
              <a:gd name="GluePoint37Y" fmla="*/ 136 h 144"/>
              <a:gd name="GluePoint38X" fmla="*/ 31 w 126"/>
              <a:gd name="GluePoint38Y" fmla="*/ 139 h 144"/>
              <a:gd name="GluePoint39X" fmla="*/ 41 w 126"/>
              <a:gd name="GluePoint39Y" fmla="*/ 142 h 144"/>
              <a:gd name="GluePoint40X" fmla="*/ 52 w 126"/>
              <a:gd name="GluePoint40Y" fmla="*/ 143 h 144"/>
              <a:gd name="GluePoint41X" fmla="*/ 64 w 126"/>
              <a:gd name="GluePoint41Y" fmla="*/ 144 h 144"/>
              <a:gd name="GluePoint42X" fmla="*/ 74 w 126"/>
              <a:gd name="GluePoint42Y" fmla="*/ 143 h 144"/>
              <a:gd name="GluePoint43X" fmla="*/ 85 w 126"/>
              <a:gd name="GluePoint43Y" fmla="*/ 142 h 144"/>
              <a:gd name="GluePoint44X" fmla="*/ 94 w 126"/>
              <a:gd name="GluePoint44Y" fmla="*/ 139 h 144"/>
              <a:gd name="GluePoint45X" fmla="*/ 103 w 126"/>
              <a:gd name="GluePoint45Y" fmla="*/ 135 h 144"/>
              <a:gd name="GluePoint46X" fmla="*/ 109 w 126"/>
              <a:gd name="GluePoint46Y" fmla="*/ 131 h 144"/>
              <a:gd name="GluePoint47X" fmla="*/ 114 w 126"/>
              <a:gd name="GluePoint47Y" fmla="*/ 126 h 144"/>
              <a:gd name="GluePoint48X" fmla="*/ 118 w 126"/>
              <a:gd name="GluePoint48Y" fmla="*/ 119 h 144"/>
              <a:gd name="GluePoint49X" fmla="*/ 121 w 126"/>
              <a:gd name="GluePoint49Y" fmla="*/ 113 h 144"/>
              <a:gd name="GluePoint50X" fmla="*/ 123 w 126"/>
              <a:gd name="GluePoint50Y" fmla="*/ 104 h 144"/>
              <a:gd name="GluePoint51X" fmla="*/ 125 w 126"/>
              <a:gd name="GluePoint51Y" fmla="*/ 95 h 144"/>
              <a:gd name="GluePoint52X" fmla="*/ 126 w 126"/>
              <a:gd name="GluePoint52Y" fmla="*/ 86 h 144"/>
              <a:gd name="GluePoint53X" fmla="*/ 125 w 126"/>
              <a:gd name="GluePoint53Y" fmla="*/ 74 h 144"/>
            </a:gdLst>
            <a:ahLst/>
            <a:cxnLst/>
            <a:rect l="textAreaLeft" t="textAreaTop" r="textAreaRight" b="textAreaBottom"/>
            <a:pathLst>
              <a:path w="126" h="144">
                <a:moveTo>
                  <a:pt x="125" y="0"/>
                </a:moveTo>
                <a:lnTo>
                  <a:pt x="121" y="0"/>
                </a:lnTo>
                <a:lnTo>
                  <a:pt x="117" y="0"/>
                </a:lnTo>
                <a:lnTo>
                  <a:pt x="113" y="0"/>
                </a:lnTo>
                <a:lnTo>
                  <a:pt x="109" y="0"/>
                </a:lnTo>
                <a:lnTo>
                  <a:pt x="109" y="63"/>
                </a:lnTo>
                <a:lnTo>
                  <a:pt x="109" y="78"/>
                </a:lnTo>
                <a:lnTo>
                  <a:pt x="107" y="91"/>
                </a:lnTo>
                <a:lnTo>
                  <a:pt x="107" y="96"/>
                </a:lnTo>
                <a:lnTo>
                  <a:pt x="106" y="100"/>
                </a:lnTo>
                <a:lnTo>
                  <a:pt x="106" y="103"/>
                </a:lnTo>
                <a:lnTo>
                  <a:pt x="105" y="107"/>
                </a:lnTo>
                <a:lnTo>
                  <a:pt x="103" y="110"/>
                </a:lnTo>
                <a:lnTo>
                  <a:pt x="102" y="112"/>
                </a:lnTo>
                <a:lnTo>
                  <a:pt x="100" y="115"/>
                </a:lnTo>
                <a:lnTo>
                  <a:pt x="98" y="118"/>
                </a:lnTo>
                <a:lnTo>
                  <a:pt x="97" y="120"/>
                </a:lnTo>
                <a:lnTo>
                  <a:pt x="94" y="123"/>
                </a:lnTo>
                <a:lnTo>
                  <a:pt x="93" y="124"/>
                </a:lnTo>
                <a:lnTo>
                  <a:pt x="90" y="126"/>
                </a:lnTo>
                <a:lnTo>
                  <a:pt x="88" y="127"/>
                </a:lnTo>
                <a:lnTo>
                  <a:pt x="86" y="128"/>
                </a:lnTo>
                <a:lnTo>
                  <a:pt x="83" y="130"/>
                </a:lnTo>
                <a:lnTo>
                  <a:pt x="80" y="131"/>
                </a:lnTo>
                <a:lnTo>
                  <a:pt x="78" y="131"/>
                </a:lnTo>
                <a:lnTo>
                  <a:pt x="74" y="131"/>
                </a:lnTo>
                <a:lnTo>
                  <a:pt x="71" y="131"/>
                </a:lnTo>
                <a:lnTo>
                  <a:pt x="68" y="131"/>
                </a:lnTo>
                <a:lnTo>
                  <a:pt x="65" y="131"/>
                </a:lnTo>
                <a:lnTo>
                  <a:pt x="61" y="131"/>
                </a:lnTo>
                <a:lnTo>
                  <a:pt x="57" y="131"/>
                </a:lnTo>
                <a:lnTo>
                  <a:pt x="54" y="130"/>
                </a:lnTo>
                <a:lnTo>
                  <a:pt x="52" y="128"/>
                </a:lnTo>
                <a:lnTo>
                  <a:pt x="49" y="127"/>
                </a:lnTo>
                <a:lnTo>
                  <a:pt x="46" y="125"/>
                </a:lnTo>
                <a:lnTo>
                  <a:pt x="45" y="123"/>
                </a:lnTo>
                <a:lnTo>
                  <a:pt x="42" y="121"/>
                </a:lnTo>
                <a:lnTo>
                  <a:pt x="40" y="119"/>
                </a:lnTo>
                <a:lnTo>
                  <a:pt x="38" y="115"/>
                </a:lnTo>
                <a:lnTo>
                  <a:pt x="37" y="113"/>
                </a:lnTo>
                <a:lnTo>
                  <a:pt x="35" y="110"/>
                </a:lnTo>
                <a:lnTo>
                  <a:pt x="34" y="107"/>
                </a:lnTo>
                <a:lnTo>
                  <a:pt x="33" y="103"/>
                </a:lnTo>
                <a:lnTo>
                  <a:pt x="33" y="99"/>
                </a:lnTo>
                <a:lnTo>
                  <a:pt x="32" y="92"/>
                </a:lnTo>
                <a:lnTo>
                  <a:pt x="31" y="83"/>
                </a:lnTo>
                <a:lnTo>
                  <a:pt x="31" y="72"/>
                </a:lnTo>
                <a:lnTo>
                  <a:pt x="31" y="58"/>
                </a:lnTo>
                <a:lnTo>
                  <a:pt x="31" y="0"/>
                </a:lnTo>
                <a:lnTo>
                  <a:pt x="28" y="0"/>
                </a:lnTo>
                <a:lnTo>
                  <a:pt x="23" y="1"/>
                </a:lnTo>
                <a:lnTo>
                  <a:pt x="21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3" y="1"/>
                </a:lnTo>
                <a:lnTo>
                  <a:pt x="12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85"/>
                </a:lnTo>
                <a:lnTo>
                  <a:pt x="0" y="92"/>
                </a:lnTo>
                <a:lnTo>
                  <a:pt x="1" y="99"/>
                </a:lnTo>
                <a:lnTo>
                  <a:pt x="1" y="106"/>
                </a:lnTo>
                <a:lnTo>
                  <a:pt x="4" y="111"/>
                </a:lnTo>
                <a:lnTo>
                  <a:pt x="5" y="115"/>
                </a:lnTo>
                <a:lnTo>
                  <a:pt x="6" y="119"/>
                </a:lnTo>
                <a:lnTo>
                  <a:pt x="8" y="123"/>
                </a:lnTo>
                <a:lnTo>
                  <a:pt x="10" y="125"/>
                </a:lnTo>
                <a:lnTo>
                  <a:pt x="13" y="128"/>
                </a:lnTo>
                <a:lnTo>
                  <a:pt x="16" y="131"/>
                </a:lnTo>
                <a:lnTo>
                  <a:pt x="19" y="134"/>
                </a:lnTo>
                <a:lnTo>
                  <a:pt x="23" y="136"/>
                </a:lnTo>
                <a:lnTo>
                  <a:pt x="27" y="138"/>
                </a:lnTo>
                <a:lnTo>
                  <a:pt x="31" y="139"/>
                </a:lnTo>
                <a:lnTo>
                  <a:pt x="36" y="141"/>
                </a:lnTo>
                <a:lnTo>
                  <a:pt x="41" y="142"/>
                </a:lnTo>
                <a:lnTo>
                  <a:pt x="46" y="143"/>
                </a:lnTo>
                <a:lnTo>
                  <a:pt x="52" y="143"/>
                </a:lnTo>
                <a:lnTo>
                  <a:pt x="57" y="144"/>
                </a:lnTo>
                <a:lnTo>
                  <a:pt x="64" y="144"/>
                </a:lnTo>
                <a:lnTo>
                  <a:pt x="70" y="144"/>
                </a:lnTo>
                <a:lnTo>
                  <a:pt x="74" y="143"/>
                </a:lnTo>
                <a:lnTo>
                  <a:pt x="80" y="143"/>
                </a:lnTo>
                <a:lnTo>
                  <a:pt x="85" y="142"/>
                </a:lnTo>
                <a:lnTo>
                  <a:pt x="90" y="140"/>
                </a:lnTo>
                <a:lnTo>
                  <a:pt x="94" y="139"/>
                </a:lnTo>
                <a:lnTo>
                  <a:pt x="98" y="137"/>
                </a:lnTo>
                <a:lnTo>
                  <a:pt x="103" y="135"/>
                </a:lnTo>
                <a:lnTo>
                  <a:pt x="106" y="133"/>
                </a:lnTo>
                <a:lnTo>
                  <a:pt x="109" y="131"/>
                </a:lnTo>
                <a:lnTo>
                  <a:pt x="111" y="128"/>
                </a:lnTo>
                <a:lnTo>
                  <a:pt x="114" y="126"/>
                </a:lnTo>
                <a:lnTo>
                  <a:pt x="116" y="123"/>
                </a:lnTo>
                <a:lnTo>
                  <a:pt x="118" y="119"/>
                </a:lnTo>
                <a:lnTo>
                  <a:pt x="119" y="116"/>
                </a:lnTo>
                <a:lnTo>
                  <a:pt x="121" y="113"/>
                </a:lnTo>
                <a:lnTo>
                  <a:pt x="122" y="109"/>
                </a:lnTo>
                <a:lnTo>
                  <a:pt x="123" y="104"/>
                </a:lnTo>
                <a:lnTo>
                  <a:pt x="124" y="100"/>
                </a:lnTo>
                <a:lnTo>
                  <a:pt x="125" y="95"/>
                </a:lnTo>
                <a:lnTo>
                  <a:pt x="125" y="91"/>
                </a:lnTo>
                <a:lnTo>
                  <a:pt x="126" y="86"/>
                </a:lnTo>
                <a:lnTo>
                  <a:pt x="126" y="80"/>
                </a:lnTo>
                <a:lnTo>
                  <a:pt x="125" y="74"/>
                </a:lnTo>
                <a:lnTo>
                  <a:pt x="125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0" rIns="90000" bIns="18000" anchor="ctr">
            <a:noAutofit/>
          </a:bodyPr>
          <a:lstStyle/>
          <a:p>
            <a:endParaRPr/>
          </a:p>
        </p:txBody>
      </p:sp>
      <p:sp>
        <p:nvSpPr>
          <p:cNvPr id="231" name="iṧľîḑê">
            <a:extLst>
              <a:ext uri="{FF2B5EF4-FFF2-40B4-BE49-F238E27FC236}">
                <a16:creationId xmlns:a16="http://schemas.microsoft.com/office/drawing/2014/main" id="{76CC3FB6-DF02-4E1B-8DD6-0289417F7E07}"/>
              </a:ext>
            </a:extLst>
          </p:cNvPr>
          <p:cNvSpPr>
            <a:spLocks noGrp="1"/>
          </p:cNvSpPr>
          <p:nvPr/>
        </p:nvSpPr>
        <p:spPr>
          <a:xfrm>
            <a:off x="194616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5 w 93"/>
              <a:gd name="GluePoint3Y" fmla="*/ 10 h 102"/>
              <a:gd name="GluePoint4X" fmla="*/ 80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7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8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3 w 93"/>
              <a:gd name="GluePoint25Y" fmla="*/ 24 h 102"/>
              <a:gd name="GluePoint26X" fmla="*/ 37 w 93"/>
              <a:gd name="GluePoint26Y" fmla="*/ 21 h 102"/>
              <a:gd name="GluePoint27X" fmla="*/ 40 w 93"/>
              <a:gd name="GluePoint27Y" fmla="*/ 18 h 102"/>
              <a:gd name="GluePoint28X" fmla="*/ 44 w 93"/>
              <a:gd name="GluePoint28Y" fmla="*/ 18 h 102"/>
              <a:gd name="GluePoint29X" fmla="*/ 49 w 93"/>
              <a:gd name="GluePoint29Y" fmla="*/ 17 h 102"/>
              <a:gd name="GluePoint30X" fmla="*/ 53 w 93"/>
              <a:gd name="GluePoint30Y" fmla="*/ 18 h 102"/>
              <a:gd name="GluePoint31X" fmla="*/ 56 w 93"/>
              <a:gd name="GluePoint31Y" fmla="*/ 20 h 102"/>
              <a:gd name="GluePoint32X" fmla="*/ 59 w 93"/>
              <a:gd name="GluePoint32Y" fmla="*/ 23 h 102"/>
              <a:gd name="GluePoint33X" fmla="*/ 61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4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5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5" y="10"/>
                </a:lnTo>
                <a:lnTo>
                  <a:pt x="83" y="8"/>
                </a:lnTo>
                <a:lnTo>
                  <a:pt x="80" y="6"/>
                </a:lnTo>
                <a:lnTo>
                  <a:pt x="78" y="4"/>
                </a:lnTo>
                <a:lnTo>
                  <a:pt x="75" y="2"/>
                </a:lnTo>
                <a:lnTo>
                  <a:pt x="71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5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7" y="17"/>
                </a:lnTo>
                <a:lnTo>
                  <a:pt x="27" y="2"/>
                </a:lnTo>
                <a:lnTo>
                  <a:pt x="24" y="2"/>
                </a:lnTo>
                <a:lnTo>
                  <a:pt x="20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8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3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0" y="18"/>
                </a:lnTo>
                <a:lnTo>
                  <a:pt x="43" y="18"/>
                </a:lnTo>
                <a:lnTo>
                  <a:pt x="44" y="18"/>
                </a:lnTo>
                <a:lnTo>
                  <a:pt x="47" y="17"/>
                </a:lnTo>
                <a:lnTo>
                  <a:pt x="49" y="17"/>
                </a:lnTo>
                <a:lnTo>
                  <a:pt x="51" y="18"/>
                </a:lnTo>
                <a:lnTo>
                  <a:pt x="53" y="18"/>
                </a:lnTo>
                <a:lnTo>
                  <a:pt x="55" y="19"/>
                </a:lnTo>
                <a:lnTo>
                  <a:pt x="56" y="20"/>
                </a:lnTo>
                <a:lnTo>
                  <a:pt x="58" y="22"/>
                </a:lnTo>
                <a:lnTo>
                  <a:pt x="59" y="23"/>
                </a:lnTo>
                <a:lnTo>
                  <a:pt x="60" y="26"/>
                </a:lnTo>
                <a:lnTo>
                  <a:pt x="61" y="27"/>
                </a:lnTo>
                <a:lnTo>
                  <a:pt x="63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4" y="51"/>
                </a:lnTo>
                <a:lnTo>
                  <a:pt x="64" y="102"/>
                </a:lnTo>
                <a:lnTo>
                  <a:pt x="67" y="102"/>
                </a:lnTo>
                <a:lnTo>
                  <a:pt x="71" y="102"/>
                </a:lnTo>
                <a:lnTo>
                  <a:pt x="75" y="102"/>
                </a:lnTo>
                <a:lnTo>
                  <a:pt x="78" y="102"/>
                </a:lnTo>
                <a:lnTo>
                  <a:pt x="82" y="102"/>
                </a:lnTo>
                <a:lnTo>
                  <a:pt x="85" y="102"/>
                </a:lnTo>
                <a:lnTo>
                  <a:pt x="89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2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232" name="îŝ1îde">
            <a:extLst>
              <a:ext uri="{FF2B5EF4-FFF2-40B4-BE49-F238E27FC236}">
                <a16:creationId xmlns:a16="http://schemas.microsoft.com/office/drawing/2014/main" id="{0BCE20AD-CFEE-4EF0-AE11-3BF84076FC97}"/>
              </a:ext>
            </a:extLst>
          </p:cNvPr>
          <p:cNvSpPr>
            <a:spLocks noGrp="1"/>
          </p:cNvSpPr>
          <p:nvPr/>
        </p:nvSpPr>
        <p:spPr>
          <a:xfrm>
            <a:off x="200340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0 w 28"/>
              <a:gd name="GluePoint1Y" fmla="*/ 0 h 100"/>
              <a:gd name="GluePoint2X" fmla="*/ 17 w 28"/>
              <a:gd name="GluePoint2Y" fmla="*/ 0 h 100"/>
              <a:gd name="GluePoint3X" fmla="*/ 14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4 w 28"/>
              <a:gd name="GluePoint12Y" fmla="*/ 100 h 100"/>
              <a:gd name="GluePoint13X" fmla="*/ 17 w 28"/>
              <a:gd name="GluePoint13Y" fmla="*/ 100 h 100"/>
              <a:gd name="GluePoint14X" fmla="*/ 20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0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0" y="0"/>
                </a:moveTo>
                <a:lnTo>
                  <a:pt x="17" y="0"/>
                </a:lnTo>
                <a:lnTo>
                  <a:pt x="14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4" y="100"/>
                </a:lnTo>
                <a:lnTo>
                  <a:pt x="17" y="100"/>
                </a:lnTo>
                <a:lnTo>
                  <a:pt x="20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233" name="iṣḻiḓê">
            <a:extLst>
              <a:ext uri="{FF2B5EF4-FFF2-40B4-BE49-F238E27FC236}">
                <a16:creationId xmlns:a16="http://schemas.microsoft.com/office/drawing/2014/main" id="{CAD49C3F-85BB-43DC-AC51-A05A2A353050}"/>
              </a:ext>
            </a:extLst>
          </p:cNvPr>
          <p:cNvSpPr>
            <a:spLocks noGrp="1"/>
          </p:cNvSpPr>
          <p:nvPr/>
        </p:nvSpPr>
        <p:spPr>
          <a:xfrm>
            <a:off x="200232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31 w 33"/>
              <a:gd name="GluePoint2Y" fmla="*/ 7 h 32"/>
              <a:gd name="GluePoint3X" fmla="*/ 28 w 33"/>
              <a:gd name="GluePoint3Y" fmla="*/ 5 h 32"/>
              <a:gd name="GluePoint4X" fmla="*/ 26 w 33"/>
              <a:gd name="GluePoint4Y" fmla="*/ 3 h 32"/>
              <a:gd name="GluePoint5X" fmla="*/ 23 w 33"/>
              <a:gd name="GluePoint5Y" fmla="*/ 2 h 32"/>
              <a:gd name="GluePoint6X" fmla="*/ 20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10 w 33"/>
              <a:gd name="GluePoint9Y" fmla="*/ 2 h 32"/>
              <a:gd name="GluePoint10X" fmla="*/ 7 w 33"/>
              <a:gd name="GluePoint10Y" fmla="*/ 3 h 32"/>
              <a:gd name="GluePoint11X" fmla="*/ 5 w 33"/>
              <a:gd name="GluePoint11Y" fmla="*/ 5 h 32"/>
              <a:gd name="GluePoint12X" fmla="*/ 3 w 33"/>
              <a:gd name="GluePoint12Y" fmla="*/ 7 h 32"/>
              <a:gd name="GluePoint13X" fmla="*/ 2 w 33"/>
              <a:gd name="GluePoint13Y" fmla="*/ 10 h 32"/>
              <a:gd name="GluePoint14X" fmla="*/ 1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2 w 33"/>
              <a:gd name="GluePoint17Y" fmla="*/ 23 h 32"/>
              <a:gd name="GluePoint18X" fmla="*/ 3 w 33"/>
              <a:gd name="GluePoint18Y" fmla="*/ 26 h 32"/>
              <a:gd name="GluePoint19X" fmla="*/ 4 w 33"/>
              <a:gd name="GluePoint19Y" fmla="*/ 28 h 32"/>
              <a:gd name="GluePoint20X" fmla="*/ 7 w 33"/>
              <a:gd name="GluePoint20Y" fmla="*/ 30 h 32"/>
              <a:gd name="GluePoint21X" fmla="*/ 10 w 33"/>
              <a:gd name="GluePoint21Y" fmla="*/ 31 h 32"/>
              <a:gd name="GluePoint22X" fmla="*/ 13 w 33"/>
              <a:gd name="GluePoint22Y" fmla="*/ 32 h 32"/>
              <a:gd name="GluePoint23X" fmla="*/ 16 w 33"/>
              <a:gd name="GluePoint23Y" fmla="*/ 32 h 32"/>
              <a:gd name="GluePoint24X" fmla="*/ 20 w 33"/>
              <a:gd name="GluePoint24Y" fmla="*/ 32 h 32"/>
              <a:gd name="GluePoint25X" fmla="*/ 23 w 33"/>
              <a:gd name="GluePoint25Y" fmla="*/ 31 h 32"/>
              <a:gd name="GluePoint26X" fmla="*/ 26 w 33"/>
              <a:gd name="GluePoint26Y" fmla="*/ 30 h 32"/>
              <a:gd name="GluePoint27X" fmla="*/ 28 w 33"/>
              <a:gd name="GluePoint27Y" fmla="*/ 27 h 32"/>
              <a:gd name="GluePoint28X" fmla="*/ 31 w 33"/>
              <a:gd name="GluePoint28Y" fmla="*/ 25 h 32"/>
              <a:gd name="GluePoint29X" fmla="*/ 31 w 33"/>
              <a:gd name="GluePoint29Y" fmla="*/ 23 h 32"/>
              <a:gd name="GluePoint30X" fmla="*/ 33 w 33"/>
              <a:gd name="GluePoint30Y" fmla="*/ 19 h 32"/>
              <a:gd name="GluePoint31X" fmla="*/ 33 w 33"/>
              <a:gd name="GluePoint31Y" fmla="*/ 16 h 32"/>
              <a:gd name="GluePoint32X" fmla="*/ 33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31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0" y="20"/>
                </a:lnTo>
                <a:lnTo>
                  <a:pt x="2" y="23"/>
                </a:lnTo>
                <a:lnTo>
                  <a:pt x="3" y="26"/>
                </a:lnTo>
                <a:lnTo>
                  <a:pt x="4" y="28"/>
                </a:lnTo>
                <a:lnTo>
                  <a:pt x="7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1" y="25"/>
                </a:lnTo>
                <a:lnTo>
                  <a:pt x="31" y="23"/>
                </a:lnTo>
                <a:lnTo>
                  <a:pt x="33" y="19"/>
                </a:lnTo>
                <a:lnTo>
                  <a:pt x="33" y="16"/>
                </a:lnTo>
                <a:lnTo>
                  <a:pt x="33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234" name="iṡ1îde">
            <a:extLst>
              <a:ext uri="{FF2B5EF4-FFF2-40B4-BE49-F238E27FC236}">
                <a16:creationId xmlns:a16="http://schemas.microsoft.com/office/drawing/2014/main" id="{11C3E8F6-F185-4EF5-A717-44183A5C8F0B}"/>
              </a:ext>
            </a:extLst>
          </p:cNvPr>
          <p:cNvSpPr>
            <a:spLocks noGrp="1"/>
          </p:cNvSpPr>
          <p:nvPr/>
        </p:nvSpPr>
        <p:spPr>
          <a:xfrm>
            <a:off x="2028960" y="956160"/>
            <a:ext cx="42480" cy="43200"/>
          </a:xfrm>
          <a:custGeom>
            <a:avLst/>
            <a:gdLst>
              <a:gd name="textAreaLeft" fmla="*/ 0 w 42480"/>
              <a:gd name="textAreaRight" fmla="*/ 42840 w 42480"/>
              <a:gd name="textAreaTop" fmla="*/ 0 h 43200"/>
              <a:gd name="textAreaBottom" fmla="*/ 43560 h 43200"/>
              <a:gd name="GluePoint1X" fmla="*/ 91 w 98"/>
              <a:gd name="GluePoint1Y" fmla="*/ 0 h 100"/>
              <a:gd name="GluePoint2X" fmla="*/ 87 w 98"/>
              <a:gd name="GluePoint2Y" fmla="*/ 0 h 100"/>
              <a:gd name="GluePoint3X" fmla="*/ 82 w 98"/>
              <a:gd name="GluePoint3Y" fmla="*/ 0 h 100"/>
              <a:gd name="GluePoint4X" fmla="*/ 78 w 98"/>
              <a:gd name="GluePoint4Y" fmla="*/ 8 h 100"/>
              <a:gd name="GluePoint5X" fmla="*/ 71 w 98"/>
              <a:gd name="GluePoint5Y" fmla="*/ 28 h 100"/>
              <a:gd name="GluePoint6X" fmla="*/ 65 w 98"/>
              <a:gd name="GluePoint6Y" fmla="*/ 45 h 100"/>
              <a:gd name="GluePoint7X" fmla="*/ 58 w 98"/>
              <a:gd name="GluePoint7Y" fmla="*/ 64 h 100"/>
              <a:gd name="GluePoint8X" fmla="*/ 32 w 98"/>
              <a:gd name="GluePoint8Y" fmla="*/ 0 h 100"/>
              <a:gd name="GluePoint9X" fmla="*/ 24 w 98"/>
              <a:gd name="GluePoint9Y" fmla="*/ 0 h 100"/>
              <a:gd name="GluePoint10X" fmla="*/ 16 w 98"/>
              <a:gd name="GluePoint10Y" fmla="*/ 0 h 100"/>
              <a:gd name="GluePoint11X" fmla="*/ 8 w 98"/>
              <a:gd name="GluePoint11Y" fmla="*/ 0 h 100"/>
              <a:gd name="GluePoint12X" fmla="*/ 0 w 98"/>
              <a:gd name="GluePoint12Y" fmla="*/ 0 h 100"/>
              <a:gd name="GluePoint13X" fmla="*/ 6 w 98"/>
              <a:gd name="GluePoint13Y" fmla="*/ 17 h 100"/>
              <a:gd name="GluePoint14X" fmla="*/ 14 w 98"/>
              <a:gd name="GluePoint14Y" fmla="*/ 38 h 100"/>
              <a:gd name="GluePoint15X" fmla="*/ 22 w 98"/>
              <a:gd name="GluePoint15Y" fmla="*/ 61 h 100"/>
              <a:gd name="GluePoint16X" fmla="*/ 32 w 98"/>
              <a:gd name="GluePoint16Y" fmla="*/ 89 h 100"/>
              <a:gd name="GluePoint17X" fmla="*/ 34 w 98"/>
              <a:gd name="GluePoint17Y" fmla="*/ 95 h 100"/>
              <a:gd name="GluePoint18X" fmla="*/ 36 w 98"/>
              <a:gd name="GluePoint18Y" fmla="*/ 100 h 100"/>
              <a:gd name="GluePoint19X" fmla="*/ 42 w 98"/>
              <a:gd name="GluePoint19Y" fmla="*/ 100 h 100"/>
              <a:gd name="GluePoint20X" fmla="*/ 47 w 98"/>
              <a:gd name="GluePoint20Y" fmla="*/ 100 h 100"/>
              <a:gd name="GluePoint21X" fmla="*/ 52 w 98"/>
              <a:gd name="GluePoint21Y" fmla="*/ 100 h 100"/>
              <a:gd name="GluePoint22X" fmla="*/ 58 w 98"/>
              <a:gd name="GluePoint22Y" fmla="*/ 100 h 100"/>
              <a:gd name="GluePoint23X" fmla="*/ 62 w 98"/>
              <a:gd name="GluePoint23Y" fmla="*/ 88 h 100"/>
              <a:gd name="GluePoint24X" fmla="*/ 66 w 98"/>
              <a:gd name="GluePoint24Y" fmla="*/ 73 h 100"/>
              <a:gd name="GluePoint25X" fmla="*/ 74 w 98"/>
              <a:gd name="GluePoint25Y" fmla="*/ 57 h 100"/>
              <a:gd name="GluePoint26X" fmla="*/ 82 w 98"/>
              <a:gd name="GluePoint26Y" fmla="*/ 39 h 100"/>
              <a:gd name="GluePoint27X" fmla="*/ 85 w 98"/>
              <a:gd name="GluePoint27Y" fmla="*/ 29 h 100"/>
              <a:gd name="GluePoint28X" fmla="*/ 90 w 98"/>
              <a:gd name="GluePoint28Y" fmla="*/ 16 h 100"/>
              <a:gd name="GluePoint29X" fmla="*/ 96 w 98"/>
              <a:gd name="GluePoint29Y" fmla="*/ 4 h 100"/>
              <a:gd name="GluePoint30X" fmla="*/ 96 w 98"/>
              <a:gd name="GluePoint30Y" fmla="*/ 3 h 100"/>
              <a:gd name="GluePoint31X" fmla="*/ 98 w 98"/>
              <a:gd name="GluePoint31Y" fmla="*/ 1 h 100"/>
              <a:gd name="GluePoint32X" fmla="*/ 95 w 98"/>
              <a:gd name="GluePoint32Y" fmla="*/ 0 h 100"/>
            </a:gdLst>
            <a:ahLst/>
            <a:cxnLst/>
            <a:rect l="textAreaLeft" t="textAreaTop" r="textAreaRight" b="textAreaBottom"/>
            <a:pathLst>
              <a:path w="98" h="100">
                <a:moveTo>
                  <a:pt x="93" y="0"/>
                </a:moveTo>
                <a:lnTo>
                  <a:pt x="91" y="0"/>
                </a:lnTo>
                <a:lnTo>
                  <a:pt x="90" y="0"/>
                </a:lnTo>
                <a:lnTo>
                  <a:pt x="87" y="0"/>
                </a:lnTo>
                <a:lnTo>
                  <a:pt x="85" y="0"/>
                </a:lnTo>
                <a:lnTo>
                  <a:pt x="82" y="0"/>
                </a:lnTo>
                <a:lnTo>
                  <a:pt x="80" y="0"/>
                </a:lnTo>
                <a:lnTo>
                  <a:pt x="78" y="8"/>
                </a:lnTo>
                <a:lnTo>
                  <a:pt x="74" y="18"/>
                </a:lnTo>
                <a:lnTo>
                  <a:pt x="71" y="28"/>
                </a:lnTo>
                <a:lnTo>
                  <a:pt x="68" y="36"/>
                </a:lnTo>
                <a:lnTo>
                  <a:pt x="65" y="45"/>
                </a:lnTo>
                <a:lnTo>
                  <a:pt x="62" y="55"/>
                </a:lnTo>
                <a:lnTo>
                  <a:pt x="58" y="64"/>
                </a:lnTo>
                <a:lnTo>
                  <a:pt x="55" y="73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3" y="0"/>
                </a:lnTo>
                <a:lnTo>
                  <a:pt x="0" y="0"/>
                </a:lnTo>
                <a:lnTo>
                  <a:pt x="2" y="8"/>
                </a:lnTo>
                <a:lnTo>
                  <a:pt x="6" y="17"/>
                </a:lnTo>
                <a:lnTo>
                  <a:pt x="10" y="27"/>
                </a:lnTo>
                <a:lnTo>
                  <a:pt x="14" y="38"/>
                </a:lnTo>
                <a:lnTo>
                  <a:pt x="18" y="49"/>
                </a:lnTo>
                <a:lnTo>
                  <a:pt x="22" y="61"/>
                </a:lnTo>
                <a:lnTo>
                  <a:pt x="27" y="75"/>
                </a:lnTo>
                <a:lnTo>
                  <a:pt x="32" y="89"/>
                </a:lnTo>
                <a:lnTo>
                  <a:pt x="33" y="92"/>
                </a:lnTo>
                <a:lnTo>
                  <a:pt x="34" y="95"/>
                </a:lnTo>
                <a:lnTo>
                  <a:pt x="35" y="97"/>
                </a:lnTo>
                <a:lnTo>
                  <a:pt x="36" y="100"/>
                </a:lnTo>
                <a:lnTo>
                  <a:pt x="39" y="100"/>
                </a:lnTo>
                <a:lnTo>
                  <a:pt x="42" y="100"/>
                </a:lnTo>
                <a:lnTo>
                  <a:pt x="44" y="100"/>
                </a:lnTo>
                <a:lnTo>
                  <a:pt x="47" y="100"/>
                </a:lnTo>
                <a:lnTo>
                  <a:pt x="50" y="100"/>
                </a:lnTo>
                <a:lnTo>
                  <a:pt x="52" y="100"/>
                </a:lnTo>
                <a:lnTo>
                  <a:pt x="55" y="100"/>
                </a:lnTo>
                <a:lnTo>
                  <a:pt x="58" y="100"/>
                </a:lnTo>
                <a:lnTo>
                  <a:pt x="59" y="94"/>
                </a:lnTo>
                <a:lnTo>
                  <a:pt x="62" y="88"/>
                </a:lnTo>
                <a:lnTo>
                  <a:pt x="64" y="81"/>
                </a:lnTo>
                <a:lnTo>
                  <a:pt x="66" y="73"/>
                </a:lnTo>
                <a:lnTo>
                  <a:pt x="70" y="66"/>
                </a:lnTo>
                <a:lnTo>
                  <a:pt x="74" y="57"/>
                </a:lnTo>
                <a:lnTo>
                  <a:pt x="77" y="49"/>
                </a:lnTo>
                <a:lnTo>
                  <a:pt x="82" y="39"/>
                </a:lnTo>
                <a:lnTo>
                  <a:pt x="83" y="33"/>
                </a:lnTo>
                <a:lnTo>
                  <a:pt x="85" y="29"/>
                </a:lnTo>
                <a:lnTo>
                  <a:pt x="87" y="23"/>
                </a:lnTo>
                <a:lnTo>
                  <a:pt x="90" y="16"/>
                </a:lnTo>
                <a:lnTo>
                  <a:pt x="93" y="11"/>
                </a:lnTo>
                <a:lnTo>
                  <a:pt x="96" y="4"/>
                </a:lnTo>
                <a:lnTo>
                  <a:pt x="96" y="4"/>
                </a:lnTo>
                <a:lnTo>
                  <a:pt x="96" y="3"/>
                </a:lnTo>
                <a:lnTo>
                  <a:pt x="97" y="2"/>
                </a:lnTo>
                <a:lnTo>
                  <a:pt x="98" y="1"/>
                </a:lnTo>
                <a:lnTo>
                  <a:pt x="98" y="0"/>
                </a:lnTo>
                <a:lnTo>
                  <a:pt x="95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235" name="îṥľïḑê">
            <a:extLst>
              <a:ext uri="{FF2B5EF4-FFF2-40B4-BE49-F238E27FC236}">
                <a16:creationId xmlns:a16="http://schemas.microsoft.com/office/drawing/2014/main" id="{A44589F2-50BD-42AA-A530-353647D3B893}"/>
              </a:ext>
            </a:extLst>
          </p:cNvPr>
          <p:cNvSpPr>
            <a:spLocks noGrp="1"/>
          </p:cNvSpPr>
          <p:nvPr/>
        </p:nvSpPr>
        <p:spPr>
          <a:xfrm>
            <a:off x="208116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87 w 91"/>
              <a:gd name="GluePoint1Y" fmla="*/ 26 h 103"/>
              <a:gd name="GluePoint2X" fmla="*/ 83 w 91"/>
              <a:gd name="GluePoint2Y" fmla="*/ 18 h 103"/>
              <a:gd name="GluePoint3X" fmla="*/ 79 w 91"/>
              <a:gd name="GluePoint3Y" fmla="*/ 10 h 103"/>
              <a:gd name="GluePoint4X" fmla="*/ 71 w 91"/>
              <a:gd name="GluePoint4Y" fmla="*/ 6 h 103"/>
              <a:gd name="GluePoint5X" fmla="*/ 63 w 91"/>
              <a:gd name="GluePoint5Y" fmla="*/ 2 h 103"/>
              <a:gd name="GluePoint6X" fmla="*/ 54 w 91"/>
              <a:gd name="GluePoint6Y" fmla="*/ 0 h 103"/>
              <a:gd name="GluePoint7X" fmla="*/ 43 w 91"/>
              <a:gd name="GluePoint7Y" fmla="*/ 1 h 103"/>
              <a:gd name="GluePoint8X" fmla="*/ 32 w 91"/>
              <a:gd name="GluePoint8Y" fmla="*/ 2 h 103"/>
              <a:gd name="GluePoint9X" fmla="*/ 23 w 91"/>
              <a:gd name="GluePoint9Y" fmla="*/ 6 h 103"/>
              <a:gd name="GluePoint10X" fmla="*/ 15 w 91"/>
              <a:gd name="GluePoint10Y" fmla="*/ 10 h 103"/>
              <a:gd name="GluePoint11X" fmla="*/ 10 w 91"/>
              <a:gd name="GluePoint11Y" fmla="*/ 17 h 103"/>
              <a:gd name="GluePoint12X" fmla="*/ 5 w 91"/>
              <a:gd name="GluePoint12Y" fmla="*/ 25 h 103"/>
              <a:gd name="GluePoint13X" fmla="*/ 2 w 91"/>
              <a:gd name="GluePoint13Y" fmla="*/ 34 h 103"/>
              <a:gd name="GluePoint14X" fmla="*/ 0 w 91"/>
              <a:gd name="GluePoint14Y" fmla="*/ 44 h 103"/>
              <a:gd name="GluePoint15X" fmla="*/ 0 w 91"/>
              <a:gd name="GluePoint15Y" fmla="*/ 56 h 103"/>
              <a:gd name="GluePoint16X" fmla="*/ 2 w 91"/>
              <a:gd name="GluePoint16Y" fmla="*/ 68 h 103"/>
              <a:gd name="GluePoint17X" fmla="*/ 5 w 91"/>
              <a:gd name="GluePoint17Y" fmla="*/ 78 h 103"/>
              <a:gd name="GluePoint18X" fmla="*/ 10 w 91"/>
              <a:gd name="GluePoint18Y" fmla="*/ 86 h 103"/>
              <a:gd name="GluePoint19X" fmla="*/ 17 w 91"/>
              <a:gd name="GluePoint19Y" fmla="*/ 92 h 103"/>
              <a:gd name="GluePoint20X" fmla="*/ 25 w 91"/>
              <a:gd name="GluePoint20Y" fmla="*/ 98 h 103"/>
              <a:gd name="GluePoint21X" fmla="*/ 35 w 91"/>
              <a:gd name="GluePoint21Y" fmla="*/ 102 h 103"/>
              <a:gd name="GluePoint22X" fmla="*/ 46 w 91"/>
              <a:gd name="GluePoint22Y" fmla="*/ 103 h 103"/>
              <a:gd name="GluePoint23X" fmla="*/ 56 w 91"/>
              <a:gd name="GluePoint23Y" fmla="*/ 103 h 103"/>
              <a:gd name="GluePoint24X" fmla="*/ 64 w 91"/>
              <a:gd name="GluePoint24Y" fmla="*/ 102 h 103"/>
              <a:gd name="GluePoint25X" fmla="*/ 72 w 91"/>
              <a:gd name="GluePoint25Y" fmla="*/ 100 h 103"/>
              <a:gd name="GluePoint26X" fmla="*/ 79 w 91"/>
              <a:gd name="GluePoint26Y" fmla="*/ 97 h 103"/>
              <a:gd name="GluePoint27X" fmla="*/ 87 w 91"/>
              <a:gd name="GluePoint27Y" fmla="*/ 84 h 103"/>
              <a:gd name="GluePoint28X" fmla="*/ 81 w 91"/>
              <a:gd name="GluePoint28Y" fmla="*/ 84 h 103"/>
              <a:gd name="GluePoint29X" fmla="*/ 75 w 91"/>
              <a:gd name="GluePoint29Y" fmla="*/ 87 h 103"/>
              <a:gd name="GluePoint30X" fmla="*/ 69 w 91"/>
              <a:gd name="GluePoint30Y" fmla="*/ 91 h 103"/>
              <a:gd name="GluePoint31X" fmla="*/ 63 w 91"/>
              <a:gd name="GluePoint31Y" fmla="*/ 91 h 103"/>
              <a:gd name="GluePoint32X" fmla="*/ 56 w 91"/>
              <a:gd name="GluePoint32Y" fmla="*/ 91 h 103"/>
              <a:gd name="GluePoint33X" fmla="*/ 49 w 91"/>
              <a:gd name="GluePoint33Y" fmla="*/ 91 h 103"/>
              <a:gd name="GluePoint34X" fmla="*/ 43 w 91"/>
              <a:gd name="GluePoint34Y" fmla="*/ 87 h 103"/>
              <a:gd name="GluePoint35X" fmla="*/ 39 w 91"/>
              <a:gd name="GluePoint35Y" fmla="*/ 84 h 103"/>
              <a:gd name="GluePoint36X" fmla="*/ 35 w 91"/>
              <a:gd name="GluePoint36Y" fmla="*/ 79 h 103"/>
              <a:gd name="GluePoint37X" fmla="*/ 33 w 91"/>
              <a:gd name="GluePoint37Y" fmla="*/ 73 h 103"/>
              <a:gd name="GluePoint38X" fmla="*/ 31 w 91"/>
              <a:gd name="GluePoint38Y" fmla="*/ 66 h 103"/>
              <a:gd name="GluePoint39X" fmla="*/ 31 w 91"/>
              <a:gd name="GluePoint39Y" fmla="*/ 57 h 103"/>
              <a:gd name="GluePoint40X" fmla="*/ 91 w 91"/>
              <a:gd name="GluePoint40Y" fmla="*/ 52 h 103"/>
              <a:gd name="GluePoint41X" fmla="*/ 91 w 91"/>
              <a:gd name="GluePoint41Y" fmla="*/ 40 h 103"/>
              <a:gd name="GluePoint42X" fmla="*/ 89 w 91"/>
              <a:gd name="GluePoint42Y" fmla="*/ 30 h 103"/>
              <a:gd name="GluePoint43X" fmla="*/ 31 w 91"/>
              <a:gd name="GluePoint43Y" fmla="*/ 34 h 103"/>
              <a:gd name="GluePoint44X" fmla="*/ 32 w 91"/>
              <a:gd name="GluePoint44Y" fmla="*/ 26 h 103"/>
              <a:gd name="GluePoint45X" fmla="*/ 34 w 91"/>
              <a:gd name="GluePoint45Y" fmla="*/ 20 h 103"/>
              <a:gd name="GluePoint46X" fmla="*/ 36 w 91"/>
              <a:gd name="GluePoint46Y" fmla="*/ 16 h 103"/>
              <a:gd name="GluePoint47X" fmla="*/ 39 w 91"/>
              <a:gd name="GluePoint47Y" fmla="*/ 12 h 103"/>
              <a:gd name="GluePoint48X" fmla="*/ 42 w 91"/>
              <a:gd name="GluePoint48Y" fmla="*/ 10 h 103"/>
              <a:gd name="GluePoint49X" fmla="*/ 46 w 91"/>
              <a:gd name="GluePoint49Y" fmla="*/ 9 h 103"/>
              <a:gd name="GluePoint50X" fmla="*/ 50 w 91"/>
              <a:gd name="GluePoint50Y" fmla="*/ 9 h 103"/>
              <a:gd name="GluePoint51X" fmla="*/ 52 w 91"/>
              <a:gd name="GluePoint51Y" fmla="*/ 10 h 103"/>
              <a:gd name="GluePoint52X" fmla="*/ 55 w 91"/>
              <a:gd name="GluePoint52Y" fmla="*/ 12 h 103"/>
              <a:gd name="GluePoint53X" fmla="*/ 57 w 91"/>
              <a:gd name="GluePoint53Y" fmla="*/ 16 h 103"/>
              <a:gd name="GluePoint54X" fmla="*/ 59 w 91"/>
              <a:gd name="GluePoint54Y" fmla="*/ 22 h 103"/>
              <a:gd name="GluePoint55X" fmla="*/ 62 w 91"/>
              <a:gd name="GluePoint55Y" fmla="*/ 34 h 103"/>
              <a:gd name="GluePoint56X" fmla="*/ 31 w 91"/>
              <a:gd name="GluePoint56Y" fmla="*/ 42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89" y="30"/>
                </a:moveTo>
                <a:lnTo>
                  <a:pt x="87" y="26"/>
                </a:lnTo>
                <a:lnTo>
                  <a:pt x="86" y="21"/>
                </a:lnTo>
                <a:lnTo>
                  <a:pt x="83" y="18"/>
                </a:lnTo>
                <a:lnTo>
                  <a:pt x="81" y="14"/>
                </a:lnTo>
                <a:lnTo>
                  <a:pt x="79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8" y="0"/>
                </a:lnTo>
                <a:lnTo>
                  <a:pt x="43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5" y="10"/>
                </a:lnTo>
                <a:lnTo>
                  <a:pt x="13" y="14"/>
                </a:lnTo>
                <a:lnTo>
                  <a:pt x="10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7" y="82"/>
                </a:lnTo>
                <a:lnTo>
                  <a:pt x="10" y="86"/>
                </a:lnTo>
                <a:lnTo>
                  <a:pt x="14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30" y="99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9" y="97"/>
                </a:lnTo>
                <a:lnTo>
                  <a:pt x="82" y="95"/>
                </a:lnTo>
                <a:lnTo>
                  <a:pt x="87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6" y="91"/>
                </a:lnTo>
                <a:lnTo>
                  <a:pt x="63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7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5" y="79"/>
                </a:lnTo>
                <a:lnTo>
                  <a:pt x="34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1" y="57"/>
                </a:lnTo>
                <a:lnTo>
                  <a:pt x="31" y="52"/>
                </a:lnTo>
                <a:lnTo>
                  <a:pt x="91" y="52"/>
                </a:lnTo>
                <a:lnTo>
                  <a:pt x="91" y="46"/>
                </a:lnTo>
                <a:lnTo>
                  <a:pt x="91" y="40"/>
                </a:lnTo>
                <a:lnTo>
                  <a:pt x="90" y="34"/>
                </a:lnTo>
                <a:lnTo>
                  <a:pt x="89" y="30"/>
                </a:lnTo>
                <a:close/>
                <a:moveTo>
                  <a:pt x="31" y="42"/>
                </a:moveTo>
                <a:lnTo>
                  <a:pt x="31" y="34"/>
                </a:lnTo>
                <a:lnTo>
                  <a:pt x="32" y="28"/>
                </a:lnTo>
                <a:lnTo>
                  <a:pt x="32" y="26"/>
                </a:lnTo>
                <a:lnTo>
                  <a:pt x="33" y="22"/>
                </a:lnTo>
                <a:lnTo>
                  <a:pt x="34" y="20"/>
                </a:lnTo>
                <a:lnTo>
                  <a:pt x="35" y="18"/>
                </a:lnTo>
                <a:lnTo>
                  <a:pt x="36" y="16"/>
                </a:lnTo>
                <a:lnTo>
                  <a:pt x="38" y="14"/>
                </a:lnTo>
                <a:lnTo>
                  <a:pt x="39" y="12"/>
                </a:lnTo>
                <a:lnTo>
                  <a:pt x="40" y="11"/>
                </a:lnTo>
                <a:lnTo>
                  <a:pt x="42" y="10"/>
                </a:lnTo>
                <a:lnTo>
                  <a:pt x="44" y="10"/>
                </a:lnTo>
                <a:lnTo>
                  <a:pt x="46" y="9"/>
                </a:lnTo>
                <a:lnTo>
                  <a:pt x="48" y="9"/>
                </a:lnTo>
                <a:lnTo>
                  <a:pt x="50" y="9"/>
                </a:lnTo>
                <a:lnTo>
                  <a:pt x="51" y="10"/>
                </a:lnTo>
                <a:lnTo>
                  <a:pt x="52" y="10"/>
                </a:lnTo>
                <a:lnTo>
                  <a:pt x="54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8" y="18"/>
                </a:lnTo>
                <a:lnTo>
                  <a:pt x="59" y="22"/>
                </a:lnTo>
                <a:lnTo>
                  <a:pt x="61" y="28"/>
                </a:lnTo>
                <a:lnTo>
                  <a:pt x="62" y="34"/>
                </a:lnTo>
                <a:lnTo>
                  <a:pt x="62" y="42"/>
                </a:lnTo>
                <a:lnTo>
                  <a:pt x="31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236" name="iŝḻíḑè">
            <a:extLst>
              <a:ext uri="{FF2B5EF4-FFF2-40B4-BE49-F238E27FC236}">
                <a16:creationId xmlns:a16="http://schemas.microsoft.com/office/drawing/2014/main" id="{5DD3EE08-0D3C-44B7-A402-002B2BBCE969}"/>
              </a:ext>
            </a:extLst>
          </p:cNvPr>
          <p:cNvSpPr>
            <a:spLocks noGrp="1"/>
          </p:cNvSpPr>
          <p:nvPr/>
        </p:nvSpPr>
        <p:spPr>
          <a:xfrm>
            <a:off x="2134800" y="955440"/>
            <a:ext cx="26640" cy="44280"/>
          </a:xfrm>
          <a:custGeom>
            <a:avLst/>
            <a:gdLst>
              <a:gd name="textAreaLeft" fmla="*/ 0 w 26640"/>
              <a:gd name="textAreaRight" fmla="*/ 27000 w 26640"/>
              <a:gd name="textAreaTop" fmla="*/ 0 h 44280"/>
              <a:gd name="textAreaBottom" fmla="*/ 44640 h 44280"/>
              <a:gd name="GluePoint1X" fmla="*/ 56 w 62"/>
              <a:gd name="GluePoint1Y" fmla="*/ 0 h 102"/>
              <a:gd name="GluePoint2X" fmla="*/ 53 w 62"/>
              <a:gd name="GluePoint2Y" fmla="*/ 1 h 102"/>
              <a:gd name="GluePoint3X" fmla="*/ 50 w 62"/>
              <a:gd name="GluePoint3Y" fmla="*/ 2 h 102"/>
              <a:gd name="GluePoint4X" fmla="*/ 48 w 62"/>
              <a:gd name="GluePoint4Y" fmla="*/ 2 h 102"/>
              <a:gd name="GluePoint5X" fmla="*/ 45 w 62"/>
              <a:gd name="GluePoint5Y" fmla="*/ 4 h 102"/>
              <a:gd name="GluePoint6X" fmla="*/ 43 w 62"/>
              <a:gd name="GluePoint6Y" fmla="*/ 5 h 102"/>
              <a:gd name="GluePoint7X" fmla="*/ 40 w 62"/>
              <a:gd name="GluePoint7Y" fmla="*/ 6 h 102"/>
              <a:gd name="GluePoint8X" fmla="*/ 39 w 62"/>
              <a:gd name="GluePoint8Y" fmla="*/ 9 h 102"/>
              <a:gd name="GluePoint9X" fmla="*/ 36 w 62"/>
              <a:gd name="GluePoint9Y" fmla="*/ 10 h 102"/>
              <a:gd name="GluePoint10X" fmla="*/ 35 w 62"/>
              <a:gd name="GluePoint10Y" fmla="*/ 13 h 102"/>
              <a:gd name="GluePoint11X" fmla="*/ 33 w 62"/>
              <a:gd name="GluePoint11Y" fmla="*/ 16 h 102"/>
              <a:gd name="GluePoint12X" fmla="*/ 32 w 62"/>
              <a:gd name="GluePoint12Y" fmla="*/ 18 h 102"/>
              <a:gd name="GluePoint13X" fmla="*/ 30 w 62"/>
              <a:gd name="GluePoint13Y" fmla="*/ 22 h 102"/>
              <a:gd name="GluePoint14X" fmla="*/ 29 w 62"/>
              <a:gd name="GluePoint14Y" fmla="*/ 24 h 102"/>
              <a:gd name="GluePoint15X" fmla="*/ 28 w 62"/>
              <a:gd name="GluePoint15Y" fmla="*/ 27 h 102"/>
              <a:gd name="GluePoint16X" fmla="*/ 28 w 62"/>
              <a:gd name="GluePoint16Y" fmla="*/ 2 h 102"/>
              <a:gd name="GluePoint17X" fmla="*/ 24 w 62"/>
              <a:gd name="GluePoint17Y" fmla="*/ 2 h 102"/>
              <a:gd name="GluePoint18X" fmla="*/ 21 w 62"/>
              <a:gd name="GluePoint18Y" fmla="*/ 2 h 102"/>
              <a:gd name="GluePoint19X" fmla="*/ 18 w 62"/>
              <a:gd name="GluePoint19Y" fmla="*/ 2 h 102"/>
              <a:gd name="GluePoint20X" fmla="*/ 14 w 62"/>
              <a:gd name="GluePoint20Y" fmla="*/ 2 h 102"/>
              <a:gd name="GluePoint21X" fmla="*/ 11 w 62"/>
              <a:gd name="GluePoint21Y" fmla="*/ 2 h 102"/>
              <a:gd name="GluePoint22X" fmla="*/ 7 w 62"/>
              <a:gd name="GluePoint22Y" fmla="*/ 2 h 102"/>
              <a:gd name="GluePoint23X" fmla="*/ 3 w 62"/>
              <a:gd name="GluePoint23Y" fmla="*/ 2 h 102"/>
              <a:gd name="GluePoint24X" fmla="*/ 0 w 62"/>
              <a:gd name="GluePoint24Y" fmla="*/ 2 h 102"/>
              <a:gd name="GluePoint25X" fmla="*/ 0 w 62"/>
              <a:gd name="GluePoint25Y" fmla="*/ 102 h 102"/>
              <a:gd name="GluePoint26X" fmla="*/ 3 w 62"/>
              <a:gd name="GluePoint26Y" fmla="*/ 102 h 102"/>
              <a:gd name="GluePoint27X" fmla="*/ 7 w 62"/>
              <a:gd name="GluePoint27Y" fmla="*/ 102 h 102"/>
              <a:gd name="GluePoint28X" fmla="*/ 11 w 62"/>
              <a:gd name="GluePoint28Y" fmla="*/ 102 h 102"/>
              <a:gd name="GluePoint29X" fmla="*/ 14 w 62"/>
              <a:gd name="GluePoint29Y" fmla="*/ 102 h 102"/>
              <a:gd name="GluePoint30X" fmla="*/ 18 w 62"/>
              <a:gd name="GluePoint30Y" fmla="*/ 102 h 102"/>
              <a:gd name="GluePoint31X" fmla="*/ 21 w 62"/>
              <a:gd name="GluePoint31Y" fmla="*/ 102 h 102"/>
              <a:gd name="GluePoint32X" fmla="*/ 24 w 62"/>
              <a:gd name="GluePoint32Y" fmla="*/ 102 h 102"/>
              <a:gd name="GluePoint33X" fmla="*/ 28 w 62"/>
              <a:gd name="GluePoint33Y" fmla="*/ 102 h 102"/>
              <a:gd name="GluePoint34X" fmla="*/ 28 w 62"/>
              <a:gd name="GluePoint34Y" fmla="*/ 65 h 102"/>
              <a:gd name="GluePoint35X" fmla="*/ 28 w 62"/>
              <a:gd name="GluePoint35Y" fmla="*/ 57 h 102"/>
              <a:gd name="GluePoint36X" fmla="*/ 28 w 62"/>
              <a:gd name="GluePoint36Y" fmla="*/ 51 h 102"/>
              <a:gd name="GluePoint37X" fmla="*/ 28 w 62"/>
              <a:gd name="GluePoint37Y" fmla="*/ 45 h 102"/>
              <a:gd name="GluePoint38X" fmla="*/ 29 w 62"/>
              <a:gd name="GluePoint38Y" fmla="*/ 41 h 102"/>
              <a:gd name="GluePoint39X" fmla="*/ 31 w 62"/>
              <a:gd name="GluePoint39Y" fmla="*/ 38 h 102"/>
              <a:gd name="GluePoint40X" fmla="*/ 32 w 62"/>
              <a:gd name="GluePoint40Y" fmla="*/ 35 h 102"/>
              <a:gd name="GluePoint41X" fmla="*/ 34 w 62"/>
              <a:gd name="GluePoint41Y" fmla="*/ 33 h 102"/>
              <a:gd name="GluePoint42X" fmla="*/ 36 w 62"/>
              <a:gd name="GluePoint42Y" fmla="*/ 31 h 102"/>
              <a:gd name="GluePoint43X" fmla="*/ 39 w 62"/>
              <a:gd name="GluePoint43Y" fmla="*/ 29 h 102"/>
              <a:gd name="GluePoint44X" fmla="*/ 42 w 62"/>
              <a:gd name="GluePoint44Y" fmla="*/ 28 h 102"/>
              <a:gd name="GluePoint45X" fmla="*/ 45 w 62"/>
              <a:gd name="GluePoint45Y" fmla="*/ 27 h 102"/>
              <a:gd name="GluePoint46X" fmla="*/ 49 w 62"/>
              <a:gd name="GluePoint46Y" fmla="*/ 27 h 102"/>
              <a:gd name="GluePoint47X" fmla="*/ 52 w 62"/>
              <a:gd name="GluePoint47Y" fmla="*/ 27 h 102"/>
              <a:gd name="GluePoint48X" fmla="*/ 54 w 62"/>
              <a:gd name="GluePoint48Y" fmla="*/ 27 h 102"/>
              <a:gd name="GluePoint49X" fmla="*/ 57 w 62"/>
              <a:gd name="GluePoint49Y" fmla="*/ 29 h 102"/>
              <a:gd name="GluePoint50X" fmla="*/ 60 w 62"/>
              <a:gd name="GluePoint50Y" fmla="*/ 30 h 102"/>
              <a:gd name="GluePoint51X" fmla="*/ 61 w 62"/>
              <a:gd name="GluePoint51Y" fmla="*/ 29 h 102"/>
              <a:gd name="GluePoint52X" fmla="*/ 61 w 62"/>
              <a:gd name="GluePoint52Y" fmla="*/ 22 h 102"/>
              <a:gd name="GluePoint53X" fmla="*/ 61 w 62"/>
              <a:gd name="GluePoint53Y" fmla="*/ 14 h 102"/>
              <a:gd name="GluePoint54X" fmla="*/ 61 w 62"/>
              <a:gd name="GluePoint54Y" fmla="*/ 7 h 102"/>
              <a:gd name="GluePoint55X" fmla="*/ 62 w 62"/>
              <a:gd name="GluePoint55Y" fmla="*/ 0 h 102"/>
              <a:gd name="GluePoint56X" fmla="*/ 59 w 62"/>
              <a:gd name="GluePoint56Y" fmla="*/ 0 h 102"/>
              <a:gd name="GluePoint57X" fmla="*/ 56 w 62"/>
              <a:gd name="GluePoint57Y" fmla="*/ 0 h 102"/>
            </a:gdLst>
            <a:ahLst/>
            <a:cxnLst/>
            <a:rect l="textAreaLeft" t="textAreaTop" r="textAreaRight" b="textAreaBottom"/>
            <a:pathLst>
              <a:path w="62" h="102">
                <a:moveTo>
                  <a:pt x="56" y="0"/>
                </a:moveTo>
                <a:lnTo>
                  <a:pt x="53" y="1"/>
                </a:lnTo>
                <a:lnTo>
                  <a:pt x="50" y="2"/>
                </a:lnTo>
                <a:lnTo>
                  <a:pt x="48" y="2"/>
                </a:lnTo>
                <a:lnTo>
                  <a:pt x="45" y="4"/>
                </a:lnTo>
                <a:lnTo>
                  <a:pt x="43" y="5"/>
                </a:lnTo>
                <a:lnTo>
                  <a:pt x="40" y="6"/>
                </a:lnTo>
                <a:lnTo>
                  <a:pt x="39" y="9"/>
                </a:lnTo>
                <a:lnTo>
                  <a:pt x="36" y="10"/>
                </a:lnTo>
                <a:lnTo>
                  <a:pt x="35" y="13"/>
                </a:lnTo>
                <a:lnTo>
                  <a:pt x="33" y="16"/>
                </a:lnTo>
                <a:lnTo>
                  <a:pt x="32" y="18"/>
                </a:lnTo>
                <a:lnTo>
                  <a:pt x="30" y="22"/>
                </a:lnTo>
                <a:lnTo>
                  <a:pt x="29" y="24"/>
                </a:lnTo>
                <a:lnTo>
                  <a:pt x="28" y="2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8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1" y="102"/>
                </a:lnTo>
                <a:lnTo>
                  <a:pt x="24" y="102"/>
                </a:lnTo>
                <a:lnTo>
                  <a:pt x="28" y="102"/>
                </a:lnTo>
                <a:lnTo>
                  <a:pt x="28" y="65"/>
                </a:lnTo>
                <a:lnTo>
                  <a:pt x="28" y="57"/>
                </a:lnTo>
                <a:lnTo>
                  <a:pt x="28" y="51"/>
                </a:lnTo>
                <a:lnTo>
                  <a:pt x="28" y="45"/>
                </a:lnTo>
                <a:lnTo>
                  <a:pt x="29" y="41"/>
                </a:lnTo>
                <a:lnTo>
                  <a:pt x="31" y="38"/>
                </a:lnTo>
                <a:lnTo>
                  <a:pt x="32" y="35"/>
                </a:lnTo>
                <a:lnTo>
                  <a:pt x="34" y="33"/>
                </a:lnTo>
                <a:lnTo>
                  <a:pt x="36" y="31"/>
                </a:lnTo>
                <a:lnTo>
                  <a:pt x="39" y="29"/>
                </a:lnTo>
                <a:lnTo>
                  <a:pt x="42" y="28"/>
                </a:lnTo>
                <a:lnTo>
                  <a:pt x="45" y="27"/>
                </a:lnTo>
                <a:lnTo>
                  <a:pt x="49" y="27"/>
                </a:lnTo>
                <a:lnTo>
                  <a:pt x="52" y="27"/>
                </a:lnTo>
                <a:lnTo>
                  <a:pt x="54" y="27"/>
                </a:lnTo>
                <a:lnTo>
                  <a:pt x="57" y="29"/>
                </a:lnTo>
                <a:lnTo>
                  <a:pt x="60" y="30"/>
                </a:lnTo>
                <a:lnTo>
                  <a:pt x="61" y="29"/>
                </a:lnTo>
                <a:lnTo>
                  <a:pt x="61" y="22"/>
                </a:lnTo>
                <a:lnTo>
                  <a:pt x="61" y="14"/>
                </a:lnTo>
                <a:lnTo>
                  <a:pt x="61" y="7"/>
                </a:lnTo>
                <a:lnTo>
                  <a:pt x="62" y="0"/>
                </a:lnTo>
                <a:lnTo>
                  <a:pt x="59" y="0"/>
                </a:lnTo>
                <a:lnTo>
                  <a:pt x="5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237" name="íṧḷídè">
            <a:extLst>
              <a:ext uri="{FF2B5EF4-FFF2-40B4-BE49-F238E27FC236}">
                <a16:creationId xmlns:a16="http://schemas.microsoft.com/office/drawing/2014/main" id="{566F2A09-A91A-4FF5-8766-0B5358EF8130}"/>
              </a:ext>
            </a:extLst>
          </p:cNvPr>
          <p:cNvSpPr>
            <a:spLocks noGrp="1"/>
          </p:cNvSpPr>
          <p:nvPr/>
        </p:nvSpPr>
        <p:spPr>
          <a:xfrm>
            <a:off x="2171520" y="955440"/>
            <a:ext cx="29880" cy="44640"/>
          </a:xfrm>
          <a:custGeom>
            <a:avLst/>
            <a:gdLst>
              <a:gd name="textAreaLeft" fmla="*/ 0 w 29880"/>
              <a:gd name="textAreaRight" fmla="*/ 30240 w 29880"/>
              <a:gd name="textAreaTop" fmla="*/ 0 h 44640"/>
              <a:gd name="textAreaBottom" fmla="*/ 45000 h 44640"/>
              <a:gd name="GluePoint1X" fmla="*/ 67 w 69"/>
              <a:gd name="GluePoint1Y" fmla="*/ 59 h 103"/>
              <a:gd name="GluePoint2X" fmla="*/ 62 w 69"/>
              <a:gd name="GluePoint2Y" fmla="*/ 52 h 103"/>
              <a:gd name="GluePoint3X" fmla="*/ 55 w 69"/>
              <a:gd name="GluePoint3Y" fmla="*/ 47 h 103"/>
              <a:gd name="GluePoint4X" fmla="*/ 46 w 69"/>
              <a:gd name="GluePoint4Y" fmla="*/ 42 h 103"/>
              <a:gd name="GluePoint5X" fmla="*/ 34 w 69"/>
              <a:gd name="GluePoint5Y" fmla="*/ 37 h 103"/>
              <a:gd name="GluePoint6X" fmla="*/ 25 w 69"/>
              <a:gd name="GluePoint6Y" fmla="*/ 31 h 103"/>
              <a:gd name="GluePoint7X" fmla="*/ 21 w 69"/>
              <a:gd name="GluePoint7Y" fmla="*/ 25 h 103"/>
              <a:gd name="GluePoint8X" fmla="*/ 21 w 69"/>
              <a:gd name="GluePoint8Y" fmla="*/ 18 h 103"/>
              <a:gd name="GluePoint9X" fmla="*/ 27 w 69"/>
              <a:gd name="GluePoint9Y" fmla="*/ 13 h 103"/>
              <a:gd name="GluePoint10X" fmla="*/ 36 w 69"/>
              <a:gd name="GluePoint10Y" fmla="*/ 10 h 103"/>
              <a:gd name="GluePoint11X" fmla="*/ 45 w 69"/>
              <a:gd name="GluePoint11Y" fmla="*/ 14 h 103"/>
              <a:gd name="GluePoint12X" fmla="*/ 53 w 69"/>
              <a:gd name="GluePoint12Y" fmla="*/ 21 h 103"/>
              <a:gd name="GluePoint13X" fmla="*/ 61 w 69"/>
              <a:gd name="GluePoint13Y" fmla="*/ 27 h 103"/>
              <a:gd name="GluePoint14X" fmla="*/ 65 w 69"/>
              <a:gd name="GluePoint14Y" fmla="*/ 14 h 103"/>
              <a:gd name="GluePoint15X" fmla="*/ 60 w 69"/>
              <a:gd name="GluePoint15Y" fmla="*/ 6 h 103"/>
              <a:gd name="GluePoint16X" fmla="*/ 48 w 69"/>
              <a:gd name="GluePoint16Y" fmla="*/ 2 h 103"/>
              <a:gd name="GluePoint17X" fmla="*/ 36 w 69"/>
              <a:gd name="GluePoint17Y" fmla="*/ 0 h 103"/>
              <a:gd name="GluePoint18X" fmla="*/ 24 w 69"/>
              <a:gd name="GluePoint18Y" fmla="*/ 2 h 103"/>
              <a:gd name="GluePoint19X" fmla="*/ 15 w 69"/>
              <a:gd name="GluePoint19Y" fmla="*/ 6 h 103"/>
              <a:gd name="GluePoint20X" fmla="*/ 8 w 69"/>
              <a:gd name="GluePoint20Y" fmla="*/ 12 h 103"/>
              <a:gd name="GluePoint21X" fmla="*/ 3 w 69"/>
              <a:gd name="GluePoint21Y" fmla="*/ 20 h 103"/>
              <a:gd name="GluePoint22X" fmla="*/ 1 w 69"/>
              <a:gd name="GluePoint22Y" fmla="*/ 30 h 103"/>
              <a:gd name="GluePoint23X" fmla="*/ 1 w 69"/>
              <a:gd name="GluePoint23Y" fmla="*/ 38 h 103"/>
              <a:gd name="GluePoint24X" fmla="*/ 3 w 69"/>
              <a:gd name="GluePoint24Y" fmla="*/ 46 h 103"/>
              <a:gd name="GluePoint25X" fmla="*/ 8 w 69"/>
              <a:gd name="GluePoint25Y" fmla="*/ 52 h 103"/>
              <a:gd name="GluePoint26X" fmla="*/ 14 w 69"/>
              <a:gd name="GluePoint26Y" fmla="*/ 58 h 103"/>
              <a:gd name="GluePoint27X" fmla="*/ 23 w 69"/>
              <a:gd name="GluePoint27Y" fmla="*/ 63 h 103"/>
              <a:gd name="GluePoint28X" fmla="*/ 34 w 69"/>
              <a:gd name="GluePoint28Y" fmla="*/ 68 h 103"/>
              <a:gd name="GluePoint29X" fmla="*/ 44 w 69"/>
              <a:gd name="GluePoint29Y" fmla="*/ 74 h 103"/>
              <a:gd name="GluePoint30X" fmla="*/ 48 w 69"/>
              <a:gd name="GluePoint30Y" fmla="*/ 79 h 103"/>
              <a:gd name="GluePoint31X" fmla="*/ 47 w 69"/>
              <a:gd name="GluePoint31Y" fmla="*/ 87 h 103"/>
              <a:gd name="GluePoint32X" fmla="*/ 41 w 69"/>
              <a:gd name="GluePoint32Y" fmla="*/ 92 h 103"/>
              <a:gd name="GluePoint33X" fmla="*/ 32 w 69"/>
              <a:gd name="GluePoint33Y" fmla="*/ 95 h 103"/>
              <a:gd name="GluePoint34X" fmla="*/ 21 w 69"/>
              <a:gd name="GluePoint34Y" fmla="*/ 92 h 103"/>
              <a:gd name="GluePoint35X" fmla="*/ 12 w 69"/>
              <a:gd name="GluePoint35Y" fmla="*/ 85 h 103"/>
              <a:gd name="GluePoint36X" fmla="*/ 4 w 69"/>
              <a:gd name="GluePoint36Y" fmla="*/ 77 h 103"/>
              <a:gd name="GluePoint37X" fmla="*/ 1 w 69"/>
              <a:gd name="GluePoint37Y" fmla="*/ 92 h 103"/>
              <a:gd name="GluePoint38X" fmla="*/ 7 w 69"/>
              <a:gd name="GluePoint38Y" fmla="*/ 99 h 103"/>
              <a:gd name="GluePoint39X" fmla="*/ 17 w 69"/>
              <a:gd name="GluePoint39Y" fmla="*/ 103 h 103"/>
              <a:gd name="GluePoint40X" fmla="*/ 29 w 69"/>
              <a:gd name="GluePoint40Y" fmla="*/ 103 h 103"/>
              <a:gd name="GluePoint41X" fmla="*/ 42 w 69"/>
              <a:gd name="GluePoint41Y" fmla="*/ 102 h 103"/>
              <a:gd name="GluePoint42X" fmla="*/ 52 w 69"/>
              <a:gd name="GluePoint42Y" fmla="*/ 99 h 103"/>
              <a:gd name="GluePoint43X" fmla="*/ 60 w 69"/>
              <a:gd name="GluePoint43Y" fmla="*/ 93 h 103"/>
              <a:gd name="GluePoint44X" fmla="*/ 66 w 69"/>
              <a:gd name="GluePoint44Y" fmla="*/ 85 h 103"/>
              <a:gd name="GluePoint45X" fmla="*/ 69 w 69"/>
              <a:gd name="GluePoint45Y" fmla="*/ 75 h 103"/>
              <a:gd name="GluePoint46X" fmla="*/ 69 w 69"/>
              <a:gd name="GluePoint46Y" fmla="*/ 67 h 103"/>
            </a:gdLst>
            <a:ahLst/>
            <a:cxnLst/>
            <a:rect l="textAreaLeft" t="textAreaTop" r="textAreaRight" b="textAreaBottom"/>
            <a:pathLst>
              <a:path w="69" h="103">
                <a:moveTo>
                  <a:pt x="68" y="64"/>
                </a:moveTo>
                <a:lnTo>
                  <a:pt x="68" y="62"/>
                </a:lnTo>
                <a:lnTo>
                  <a:pt x="67" y="59"/>
                </a:lnTo>
                <a:lnTo>
                  <a:pt x="65" y="57"/>
                </a:lnTo>
                <a:lnTo>
                  <a:pt x="64" y="55"/>
                </a:lnTo>
                <a:lnTo>
                  <a:pt x="62" y="52"/>
                </a:lnTo>
                <a:lnTo>
                  <a:pt x="60" y="51"/>
                </a:lnTo>
                <a:lnTo>
                  <a:pt x="57" y="48"/>
                </a:lnTo>
                <a:lnTo>
                  <a:pt x="55" y="47"/>
                </a:lnTo>
                <a:lnTo>
                  <a:pt x="52" y="45"/>
                </a:lnTo>
                <a:lnTo>
                  <a:pt x="49" y="43"/>
                </a:lnTo>
                <a:lnTo>
                  <a:pt x="46" y="42"/>
                </a:lnTo>
                <a:lnTo>
                  <a:pt x="42" y="40"/>
                </a:lnTo>
                <a:lnTo>
                  <a:pt x="39" y="38"/>
                </a:lnTo>
                <a:lnTo>
                  <a:pt x="34" y="37"/>
                </a:lnTo>
                <a:lnTo>
                  <a:pt x="31" y="34"/>
                </a:lnTo>
                <a:lnTo>
                  <a:pt x="28" y="33"/>
                </a:lnTo>
                <a:lnTo>
                  <a:pt x="25" y="31"/>
                </a:lnTo>
                <a:lnTo>
                  <a:pt x="24" y="29"/>
                </a:lnTo>
                <a:lnTo>
                  <a:pt x="22" y="27"/>
                </a:lnTo>
                <a:lnTo>
                  <a:pt x="21" y="25"/>
                </a:lnTo>
                <a:lnTo>
                  <a:pt x="20" y="23"/>
                </a:lnTo>
                <a:lnTo>
                  <a:pt x="21" y="20"/>
                </a:lnTo>
                <a:lnTo>
                  <a:pt x="21" y="18"/>
                </a:lnTo>
                <a:lnTo>
                  <a:pt x="23" y="16"/>
                </a:lnTo>
                <a:lnTo>
                  <a:pt x="24" y="14"/>
                </a:lnTo>
                <a:lnTo>
                  <a:pt x="27" y="13"/>
                </a:lnTo>
                <a:lnTo>
                  <a:pt x="29" y="12"/>
                </a:lnTo>
                <a:lnTo>
                  <a:pt x="32" y="11"/>
                </a:lnTo>
                <a:lnTo>
                  <a:pt x="36" y="10"/>
                </a:lnTo>
                <a:lnTo>
                  <a:pt x="39" y="11"/>
                </a:lnTo>
                <a:lnTo>
                  <a:pt x="43" y="12"/>
                </a:lnTo>
                <a:lnTo>
                  <a:pt x="45" y="14"/>
                </a:lnTo>
                <a:lnTo>
                  <a:pt x="48" y="16"/>
                </a:lnTo>
                <a:lnTo>
                  <a:pt x="51" y="18"/>
                </a:lnTo>
                <a:lnTo>
                  <a:pt x="53" y="21"/>
                </a:lnTo>
                <a:lnTo>
                  <a:pt x="55" y="24"/>
                </a:lnTo>
                <a:lnTo>
                  <a:pt x="56" y="27"/>
                </a:lnTo>
                <a:lnTo>
                  <a:pt x="61" y="27"/>
                </a:lnTo>
                <a:lnTo>
                  <a:pt x="63" y="23"/>
                </a:lnTo>
                <a:lnTo>
                  <a:pt x="64" y="19"/>
                </a:lnTo>
                <a:lnTo>
                  <a:pt x="65" y="14"/>
                </a:lnTo>
                <a:lnTo>
                  <a:pt x="66" y="10"/>
                </a:lnTo>
                <a:lnTo>
                  <a:pt x="63" y="8"/>
                </a:lnTo>
                <a:lnTo>
                  <a:pt x="60" y="6"/>
                </a:lnTo>
                <a:lnTo>
                  <a:pt x="56" y="4"/>
                </a:lnTo>
                <a:lnTo>
                  <a:pt x="52" y="3"/>
                </a:lnTo>
                <a:lnTo>
                  <a:pt x="48" y="2"/>
                </a:lnTo>
                <a:lnTo>
                  <a:pt x="44" y="1"/>
                </a:lnTo>
                <a:lnTo>
                  <a:pt x="40" y="0"/>
                </a:lnTo>
                <a:lnTo>
                  <a:pt x="36" y="0"/>
                </a:lnTo>
                <a:lnTo>
                  <a:pt x="32" y="0"/>
                </a:lnTo>
                <a:lnTo>
                  <a:pt x="28" y="1"/>
                </a:lnTo>
                <a:lnTo>
                  <a:pt x="24" y="2"/>
                </a:lnTo>
                <a:lnTo>
                  <a:pt x="21" y="3"/>
                </a:lnTo>
                <a:lnTo>
                  <a:pt x="18" y="4"/>
                </a:lnTo>
                <a:lnTo>
                  <a:pt x="15" y="6"/>
                </a:lnTo>
                <a:lnTo>
                  <a:pt x="12" y="7"/>
                </a:lnTo>
                <a:lnTo>
                  <a:pt x="10" y="10"/>
                </a:lnTo>
                <a:lnTo>
                  <a:pt x="8" y="12"/>
                </a:lnTo>
                <a:lnTo>
                  <a:pt x="6" y="14"/>
                </a:lnTo>
                <a:lnTo>
                  <a:pt x="4" y="17"/>
                </a:lnTo>
                <a:lnTo>
                  <a:pt x="3" y="20"/>
                </a:lnTo>
                <a:lnTo>
                  <a:pt x="2" y="22"/>
                </a:lnTo>
                <a:lnTo>
                  <a:pt x="1" y="26"/>
                </a:lnTo>
                <a:lnTo>
                  <a:pt x="1" y="30"/>
                </a:lnTo>
                <a:lnTo>
                  <a:pt x="0" y="34"/>
                </a:lnTo>
                <a:lnTo>
                  <a:pt x="0" y="36"/>
                </a:lnTo>
                <a:lnTo>
                  <a:pt x="1" y="38"/>
                </a:lnTo>
                <a:lnTo>
                  <a:pt x="1" y="41"/>
                </a:lnTo>
                <a:lnTo>
                  <a:pt x="2" y="43"/>
                </a:lnTo>
                <a:lnTo>
                  <a:pt x="3" y="46"/>
                </a:lnTo>
                <a:lnTo>
                  <a:pt x="4" y="48"/>
                </a:lnTo>
                <a:lnTo>
                  <a:pt x="6" y="51"/>
                </a:lnTo>
                <a:lnTo>
                  <a:pt x="8" y="52"/>
                </a:lnTo>
                <a:lnTo>
                  <a:pt x="10" y="55"/>
                </a:lnTo>
                <a:lnTo>
                  <a:pt x="12" y="56"/>
                </a:lnTo>
                <a:lnTo>
                  <a:pt x="14" y="58"/>
                </a:lnTo>
                <a:lnTo>
                  <a:pt x="17" y="60"/>
                </a:lnTo>
                <a:lnTo>
                  <a:pt x="20" y="62"/>
                </a:lnTo>
                <a:lnTo>
                  <a:pt x="23" y="63"/>
                </a:lnTo>
                <a:lnTo>
                  <a:pt x="26" y="65"/>
                </a:lnTo>
                <a:lnTo>
                  <a:pt x="30" y="67"/>
                </a:lnTo>
                <a:lnTo>
                  <a:pt x="34" y="68"/>
                </a:lnTo>
                <a:lnTo>
                  <a:pt x="38" y="70"/>
                </a:lnTo>
                <a:lnTo>
                  <a:pt x="41" y="71"/>
                </a:lnTo>
                <a:lnTo>
                  <a:pt x="44" y="74"/>
                </a:lnTo>
                <a:lnTo>
                  <a:pt x="46" y="75"/>
                </a:lnTo>
                <a:lnTo>
                  <a:pt x="48" y="78"/>
                </a:lnTo>
                <a:lnTo>
                  <a:pt x="48" y="79"/>
                </a:lnTo>
                <a:lnTo>
                  <a:pt x="48" y="82"/>
                </a:lnTo>
                <a:lnTo>
                  <a:pt x="48" y="84"/>
                </a:lnTo>
                <a:lnTo>
                  <a:pt x="47" y="87"/>
                </a:lnTo>
                <a:lnTo>
                  <a:pt x="45" y="89"/>
                </a:lnTo>
                <a:lnTo>
                  <a:pt x="44" y="91"/>
                </a:lnTo>
                <a:lnTo>
                  <a:pt x="41" y="92"/>
                </a:lnTo>
                <a:lnTo>
                  <a:pt x="39" y="93"/>
                </a:lnTo>
                <a:lnTo>
                  <a:pt x="36" y="94"/>
                </a:lnTo>
                <a:lnTo>
                  <a:pt x="32" y="95"/>
                </a:lnTo>
                <a:lnTo>
                  <a:pt x="28" y="95"/>
                </a:lnTo>
                <a:lnTo>
                  <a:pt x="24" y="94"/>
                </a:lnTo>
                <a:lnTo>
                  <a:pt x="21" y="92"/>
                </a:lnTo>
                <a:lnTo>
                  <a:pt x="18" y="91"/>
                </a:lnTo>
                <a:lnTo>
                  <a:pt x="16" y="87"/>
                </a:lnTo>
                <a:lnTo>
                  <a:pt x="12" y="85"/>
                </a:lnTo>
                <a:lnTo>
                  <a:pt x="10" y="81"/>
                </a:lnTo>
                <a:lnTo>
                  <a:pt x="8" y="77"/>
                </a:lnTo>
                <a:lnTo>
                  <a:pt x="4" y="77"/>
                </a:lnTo>
                <a:lnTo>
                  <a:pt x="3" y="81"/>
                </a:lnTo>
                <a:lnTo>
                  <a:pt x="2" y="87"/>
                </a:lnTo>
                <a:lnTo>
                  <a:pt x="1" y="92"/>
                </a:lnTo>
                <a:lnTo>
                  <a:pt x="0" y="96"/>
                </a:lnTo>
                <a:lnTo>
                  <a:pt x="3" y="98"/>
                </a:lnTo>
                <a:lnTo>
                  <a:pt x="7" y="99"/>
                </a:lnTo>
                <a:lnTo>
                  <a:pt x="10" y="100"/>
                </a:lnTo>
                <a:lnTo>
                  <a:pt x="13" y="102"/>
                </a:lnTo>
                <a:lnTo>
                  <a:pt x="17" y="103"/>
                </a:lnTo>
                <a:lnTo>
                  <a:pt x="20" y="103"/>
                </a:lnTo>
                <a:lnTo>
                  <a:pt x="25" y="103"/>
                </a:lnTo>
                <a:lnTo>
                  <a:pt x="29" y="103"/>
                </a:lnTo>
                <a:lnTo>
                  <a:pt x="33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101"/>
                </a:lnTo>
                <a:lnTo>
                  <a:pt x="49" y="100"/>
                </a:lnTo>
                <a:lnTo>
                  <a:pt x="52" y="99"/>
                </a:lnTo>
                <a:lnTo>
                  <a:pt x="56" y="97"/>
                </a:lnTo>
                <a:lnTo>
                  <a:pt x="59" y="95"/>
                </a:lnTo>
                <a:lnTo>
                  <a:pt x="60" y="93"/>
                </a:lnTo>
                <a:lnTo>
                  <a:pt x="63" y="91"/>
                </a:lnTo>
                <a:lnTo>
                  <a:pt x="64" y="88"/>
                </a:lnTo>
                <a:lnTo>
                  <a:pt x="66" y="85"/>
                </a:lnTo>
                <a:lnTo>
                  <a:pt x="68" y="83"/>
                </a:lnTo>
                <a:lnTo>
                  <a:pt x="68" y="79"/>
                </a:lnTo>
                <a:lnTo>
                  <a:pt x="69" y="75"/>
                </a:lnTo>
                <a:lnTo>
                  <a:pt x="69" y="71"/>
                </a:lnTo>
                <a:lnTo>
                  <a:pt x="69" y="69"/>
                </a:lnTo>
                <a:lnTo>
                  <a:pt x="69" y="67"/>
                </a:lnTo>
                <a:lnTo>
                  <a:pt x="68" y="64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238" name="î$líḋé">
            <a:extLst>
              <a:ext uri="{FF2B5EF4-FFF2-40B4-BE49-F238E27FC236}">
                <a16:creationId xmlns:a16="http://schemas.microsoft.com/office/drawing/2014/main" id="{9A2ECEFD-B3ED-4D22-ABDF-69175EBF34C0}"/>
              </a:ext>
            </a:extLst>
          </p:cNvPr>
          <p:cNvSpPr>
            <a:spLocks noGrp="1"/>
          </p:cNvSpPr>
          <p:nvPr/>
        </p:nvSpPr>
        <p:spPr>
          <a:xfrm>
            <a:off x="221580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1 w 28"/>
              <a:gd name="GluePoint1Y" fmla="*/ 0 h 100"/>
              <a:gd name="GluePoint2X" fmla="*/ 18 w 28"/>
              <a:gd name="GluePoint2Y" fmla="*/ 0 h 100"/>
              <a:gd name="GluePoint3X" fmla="*/ 15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5 w 28"/>
              <a:gd name="GluePoint12Y" fmla="*/ 100 h 100"/>
              <a:gd name="GluePoint13X" fmla="*/ 18 w 28"/>
              <a:gd name="GluePoint13Y" fmla="*/ 100 h 100"/>
              <a:gd name="GluePoint14X" fmla="*/ 21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1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1" y="0"/>
                </a:moveTo>
                <a:lnTo>
                  <a:pt x="18" y="0"/>
                </a:lnTo>
                <a:lnTo>
                  <a:pt x="15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5" y="100"/>
                </a:lnTo>
                <a:lnTo>
                  <a:pt x="18" y="100"/>
                </a:lnTo>
                <a:lnTo>
                  <a:pt x="21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239" name="îṩḻïḓè">
            <a:extLst>
              <a:ext uri="{FF2B5EF4-FFF2-40B4-BE49-F238E27FC236}">
                <a16:creationId xmlns:a16="http://schemas.microsoft.com/office/drawing/2014/main" id="{5F408485-C405-4144-9067-C640A211D0B0}"/>
              </a:ext>
            </a:extLst>
          </p:cNvPr>
          <p:cNvSpPr>
            <a:spLocks noGrp="1"/>
          </p:cNvSpPr>
          <p:nvPr/>
        </p:nvSpPr>
        <p:spPr>
          <a:xfrm>
            <a:off x="221472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29 w 33"/>
              <a:gd name="GluePoint2Y" fmla="*/ 7 h 32"/>
              <a:gd name="GluePoint3X" fmla="*/ 28 w 33"/>
              <a:gd name="GluePoint3Y" fmla="*/ 5 h 32"/>
              <a:gd name="GluePoint4X" fmla="*/ 25 w 33"/>
              <a:gd name="GluePoint4Y" fmla="*/ 3 h 32"/>
              <a:gd name="GluePoint5X" fmla="*/ 22 w 33"/>
              <a:gd name="GluePoint5Y" fmla="*/ 2 h 32"/>
              <a:gd name="GluePoint6X" fmla="*/ 19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9 w 33"/>
              <a:gd name="GluePoint9Y" fmla="*/ 2 h 32"/>
              <a:gd name="GluePoint10X" fmla="*/ 6 w 33"/>
              <a:gd name="GluePoint10Y" fmla="*/ 3 h 32"/>
              <a:gd name="GluePoint11X" fmla="*/ 4 w 33"/>
              <a:gd name="GluePoint11Y" fmla="*/ 5 h 32"/>
              <a:gd name="GluePoint12X" fmla="*/ 2 w 33"/>
              <a:gd name="GluePoint12Y" fmla="*/ 7 h 32"/>
              <a:gd name="GluePoint13X" fmla="*/ 1 w 33"/>
              <a:gd name="GluePoint13Y" fmla="*/ 10 h 32"/>
              <a:gd name="GluePoint14X" fmla="*/ 0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1 w 33"/>
              <a:gd name="GluePoint17Y" fmla="*/ 23 h 32"/>
              <a:gd name="GluePoint18X" fmla="*/ 2 w 33"/>
              <a:gd name="GluePoint18Y" fmla="*/ 26 h 32"/>
              <a:gd name="GluePoint19X" fmla="*/ 4 w 33"/>
              <a:gd name="GluePoint19Y" fmla="*/ 28 h 32"/>
              <a:gd name="GluePoint20X" fmla="*/ 6 w 33"/>
              <a:gd name="GluePoint20Y" fmla="*/ 30 h 32"/>
              <a:gd name="GluePoint21X" fmla="*/ 9 w 33"/>
              <a:gd name="GluePoint21Y" fmla="*/ 31 h 32"/>
              <a:gd name="GluePoint22X" fmla="*/ 12 w 33"/>
              <a:gd name="GluePoint22Y" fmla="*/ 32 h 32"/>
              <a:gd name="GluePoint23X" fmla="*/ 16 w 33"/>
              <a:gd name="GluePoint23Y" fmla="*/ 32 h 32"/>
              <a:gd name="GluePoint24X" fmla="*/ 19 w 33"/>
              <a:gd name="GluePoint24Y" fmla="*/ 32 h 32"/>
              <a:gd name="GluePoint25X" fmla="*/ 22 w 33"/>
              <a:gd name="GluePoint25Y" fmla="*/ 31 h 32"/>
              <a:gd name="GluePoint26X" fmla="*/ 25 w 33"/>
              <a:gd name="GluePoint26Y" fmla="*/ 30 h 32"/>
              <a:gd name="GluePoint27X" fmla="*/ 28 w 33"/>
              <a:gd name="GluePoint27Y" fmla="*/ 27 h 32"/>
              <a:gd name="GluePoint28X" fmla="*/ 29 w 33"/>
              <a:gd name="GluePoint28Y" fmla="*/ 25 h 32"/>
              <a:gd name="GluePoint29X" fmla="*/ 31 w 33"/>
              <a:gd name="GluePoint29Y" fmla="*/ 23 h 32"/>
              <a:gd name="GluePoint30X" fmla="*/ 32 w 33"/>
              <a:gd name="GluePoint30Y" fmla="*/ 19 h 32"/>
              <a:gd name="GluePoint31X" fmla="*/ 33 w 33"/>
              <a:gd name="GluePoint31Y" fmla="*/ 16 h 32"/>
              <a:gd name="GluePoint32X" fmla="*/ 32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29" y="7"/>
                </a:lnTo>
                <a:lnTo>
                  <a:pt x="28" y="5"/>
                </a:lnTo>
                <a:lnTo>
                  <a:pt x="25" y="3"/>
                </a:lnTo>
                <a:lnTo>
                  <a:pt x="22" y="2"/>
                </a:lnTo>
                <a:lnTo>
                  <a:pt x="19" y="0"/>
                </a:lnTo>
                <a:lnTo>
                  <a:pt x="16" y="0"/>
                </a:lnTo>
                <a:lnTo>
                  <a:pt x="13" y="0"/>
                </a:lnTo>
                <a:lnTo>
                  <a:pt x="9" y="2"/>
                </a:lnTo>
                <a:lnTo>
                  <a:pt x="6" y="3"/>
                </a:lnTo>
                <a:lnTo>
                  <a:pt x="4" y="5"/>
                </a:lnTo>
                <a:lnTo>
                  <a:pt x="2" y="7"/>
                </a:lnTo>
                <a:lnTo>
                  <a:pt x="1" y="10"/>
                </a:lnTo>
                <a:lnTo>
                  <a:pt x="0" y="13"/>
                </a:lnTo>
                <a:lnTo>
                  <a:pt x="0" y="16"/>
                </a:lnTo>
                <a:lnTo>
                  <a:pt x="0" y="20"/>
                </a:lnTo>
                <a:lnTo>
                  <a:pt x="1" y="23"/>
                </a:lnTo>
                <a:lnTo>
                  <a:pt x="2" y="26"/>
                </a:lnTo>
                <a:lnTo>
                  <a:pt x="4" y="28"/>
                </a:lnTo>
                <a:lnTo>
                  <a:pt x="6" y="30"/>
                </a:lnTo>
                <a:lnTo>
                  <a:pt x="9" y="31"/>
                </a:lnTo>
                <a:lnTo>
                  <a:pt x="12" y="32"/>
                </a:lnTo>
                <a:lnTo>
                  <a:pt x="16" y="32"/>
                </a:lnTo>
                <a:lnTo>
                  <a:pt x="19" y="32"/>
                </a:lnTo>
                <a:lnTo>
                  <a:pt x="22" y="31"/>
                </a:lnTo>
                <a:lnTo>
                  <a:pt x="25" y="30"/>
                </a:lnTo>
                <a:lnTo>
                  <a:pt x="28" y="27"/>
                </a:lnTo>
                <a:lnTo>
                  <a:pt x="29" y="25"/>
                </a:lnTo>
                <a:lnTo>
                  <a:pt x="31" y="23"/>
                </a:lnTo>
                <a:lnTo>
                  <a:pt x="32" y="19"/>
                </a:lnTo>
                <a:lnTo>
                  <a:pt x="33" y="16"/>
                </a:lnTo>
                <a:lnTo>
                  <a:pt x="32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240" name="îṥḷíde">
            <a:extLst>
              <a:ext uri="{FF2B5EF4-FFF2-40B4-BE49-F238E27FC236}">
                <a16:creationId xmlns:a16="http://schemas.microsoft.com/office/drawing/2014/main" id="{A0C20537-749B-44C2-9C18-189BBD31BB5C}"/>
              </a:ext>
            </a:extLst>
          </p:cNvPr>
          <p:cNvSpPr>
            <a:spLocks noGrp="1"/>
          </p:cNvSpPr>
          <p:nvPr/>
        </p:nvSpPr>
        <p:spPr>
          <a:xfrm>
            <a:off x="224100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8 w 62"/>
              <a:gd name="GluePoint1Y" fmla="*/ 129 h 138"/>
              <a:gd name="GluePoint2X" fmla="*/ 55 w 62"/>
              <a:gd name="GluePoint2Y" fmla="*/ 129 h 138"/>
              <a:gd name="GluePoint3X" fmla="*/ 54 w 62"/>
              <a:gd name="GluePoint3Y" fmla="*/ 129 h 138"/>
              <a:gd name="GluePoint4X" fmla="*/ 51 w 62"/>
              <a:gd name="GluePoint4Y" fmla="*/ 129 h 138"/>
              <a:gd name="GluePoint5X" fmla="*/ 50 w 62"/>
              <a:gd name="GluePoint5Y" fmla="*/ 129 h 138"/>
              <a:gd name="GluePoint6X" fmla="*/ 48 w 62"/>
              <a:gd name="GluePoint6Y" fmla="*/ 128 h 138"/>
              <a:gd name="GluePoint7X" fmla="*/ 46 w 62"/>
              <a:gd name="GluePoint7Y" fmla="*/ 127 h 138"/>
              <a:gd name="GluePoint8X" fmla="*/ 46 w 62"/>
              <a:gd name="GluePoint8Y" fmla="*/ 126 h 138"/>
              <a:gd name="GluePoint9X" fmla="*/ 45 w 62"/>
              <a:gd name="GluePoint9Y" fmla="*/ 124 h 138"/>
              <a:gd name="GluePoint10X" fmla="*/ 44 w 62"/>
              <a:gd name="GluePoint10Y" fmla="*/ 122 h 138"/>
              <a:gd name="GluePoint11X" fmla="*/ 43 w 62"/>
              <a:gd name="GluePoint11Y" fmla="*/ 120 h 138"/>
              <a:gd name="GluePoint12X" fmla="*/ 43 w 62"/>
              <a:gd name="GluePoint12Y" fmla="*/ 118 h 138"/>
              <a:gd name="GluePoint13X" fmla="*/ 43 w 62"/>
              <a:gd name="GluePoint13Y" fmla="*/ 115 h 138"/>
              <a:gd name="GluePoint14X" fmla="*/ 43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1 w 62"/>
              <a:gd name="GluePoint18Y" fmla="*/ 47 h 138"/>
              <a:gd name="GluePoint19X" fmla="*/ 61 w 62"/>
              <a:gd name="GluePoint19Y" fmla="*/ 44 h 138"/>
              <a:gd name="GluePoint20X" fmla="*/ 61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6 w 62"/>
              <a:gd name="GluePoint24Y" fmla="*/ 4 h 138"/>
              <a:gd name="GluePoint25X" fmla="*/ 29 w 62"/>
              <a:gd name="GluePoint25Y" fmla="*/ 7 h 138"/>
              <a:gd name="GluePoint26X" fmla="*/ 22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1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5 w 62"/>
              <a:gd name="GluePoint38Y" fmla="*/ 118 h 138"/>
              <a:gd name="GluePoint39X" fmla="*/ 16 w 62"/>
              <a:gd name="GluePoint39Y" fmla="*/ 121 h 138"/>
              <a:gd name="GluePoint40X" fmla="*/ 17 w 62"/>
              <a:gd name="GluePoint40Y" fmla="*/ 123 h 138"/>
              <a:gd name="GluePoint41X" fmla="*/ 18 w 62"/>
              <a:gd name="GluePoint41Y" fmla="*/ 126 h 138"/>
              <a:gd name="GluePoint42X" fmla="*/ 19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9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8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60 w 62"/>
              <a:gd name="GluePoint59Y" fmla="*/ 128 h 138"/>
              <a:gd name="GluePoint60X" fmla="*/ 58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8" y="129"/>
                </a:moveTo>
                <a:lnTo>
                  <a:pt x="55" y="129"/>
                </a:lnTo>
                <a:lnTo>
                  <a:pt x="54" y="129"/>
                </a:lnTo>
                <a:lnTo>
                  <a:pt x="51" y="129"/>
                </a:lnTo>
                <a:lnTo>
                  <a:pt x="50" y="129"/>
                </a:lnTo>
                <a:lnTo>
                  <a:pt x="48" y="128"/>
                </a:lnTo>
                <a:lnTo>
                  <a:pt x="46" y="127"/>
                </a:lnTo>
                <a:lnTo>
                  <a:pt x="46" y="126"/>
                </a:lnTo>
                <a:lnTo>
                  <a:pt x="45" y="124"/>
                </a:lnTo>
                <a:lnTo>
                  <a:pt x="44" y="122"/>
                </a:lnTo>
                <a:lnTo>
                  <a:pt x="43" y="120"/>
                </a:lnTo>
                <a:lnTo>
                  <a:pt x="43" y="118"/>
                </a:lnTo>
                <a:lnTo>
                  <a:pt x="43" y="115"/>
                </a:lnTo>
                <a:lnTo>
                  <a:pt x="43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1" y="47"/>
                </a:lnTo>
                <a:lnTo>
                  <a:pt x="61" y="44"/>
                </a:lnTo>
                <a:lnTo>
                  <a:pt x="61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6" y="4"/>
                </a:lnTo>
                <a:lnTo>
                  <a:pt x="29" y="7"/>
                </a:lnTo>
                <a:lnTo>
                  <a:pt x="22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1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5" y="118"/>
                </a:lnTo>
                <a:lnTo>
                  <a:pt x="16" y="121"/>
                </a:lnTo>
                <a:lnTo>
                  <a:pt x="17" y="123"/>
                </a:lnTo>
                <a:lnTo>
                  <a:pt x="18" y="126"/>
                </a:lnTo>
                <a:lnTo>
                  <a:pt x="19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9" y="137"/>
                </a:lnTo>
                <a:lnTo>
                  <a:pt x="31" y="138"/>
                </a:lnTo>
                <a:lnTo>
                  <a:pt x="34" y="138"/>
                </a:lnTo>
                <a:lnTo>
                  <a:pt x="38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60" y="128"/>
                </a:lnTo>
                <a:lnTo>
                  <a:pt x="58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241" name="îŝ1iḑè">
            <a:extLst>
              <a:ext uri="{FF2B5EF4-FFF2-40B4-BE49-F238E27FC236}">
                <a16:creationId xmlns:a16="http://schemas.microsoft.com/office/drawing/2014/main" id="{C58E0AD0-DCA1-41AA-8584-3234B0D78FF0}"/>
              </a:ext>
            </a:extLst>
          </p:cNvPr>
          <p:cNvSpPr>
            <a:spLocks noGrp="1"/>
          </p:cNvSpPr>
          <p:nvPr/>
        </p:nvSpPr>
        <p:spPr>
          <a:xfrm>
            <a:off x="2277000" y="956160"/>
            <a:ext cx="42120" cy="66600"/>
          </a:xfrm>
          <a:custGeom>
            <a:avLst/>
            <a:gdLst>
              <a:gd name="textAreaLeft" fmla="*/ 0 w 42120"/>
              <a:gd name="textAreaRight" fmla="*/ 42480 w 42120"/>
              <a:gd name="textAreaTop" fmla="*/ 0 h 66600"/>
              <a:gd name="textAreaBottom" fmla="*/ 66960 h 66600"/>
              <a:gd name="GluePoint1X" fmla="*/ 93 w 97"/>
              <a:gd name="GluePoint1Y" fmla="*/ 0 h 153"/>
              <a:gd name="GluePoint2X" fmla="*/ 91 w 97"/>
              <a:gd name="GluePoint2Y" fmla="*/ 0 h 153"/>
              <a:gd name="GluePoint3X" fmla="*/ 88 w 97"/>
              <a:gd name="GluePoint3Y" fmla="*/ 0 h 153"/>
              <a:gd name="GluePoint4X" fmla="*/ 87 w 97"/>
              <a:gd name="GluePoint4Y" fmla="*/ 0 h 153"/>
              <a:gd name="GluePoint5X" fmla="*/ 84 w 97"/>
              <a:gd name="GluePoint5Y" fmla="*/ 0 h 153"/>
              <a:gd name="GluePoint6X" fmla="*/ 83 w 97"/>
              <a:gd name="GluePoint6Y" fmla="*/ 0 h 153"/>
              <a:gd name="GluePoint7X" fmla="*/ 80 w 97"/>
              <a:gd name="GluePoint7Y" fmla="*/ 0 h 153"/>
              <a:gd name="GluePoint8X" fmla="*/ 76 w 97"/>
              <a:gd name="GluePoint8Y" fmla="*/ 11 h 153"/>
              <a:gd name="GluePoint9X" fmla="*/ 72 w 97"/>
              <a:gd name="GluePoint9Y" fmla="*/ 21 h 153"/>
              <a:gd name="GluePoint10X" fmla="*/ 68 w 97"/>
              <a:gd name="GluePoint10Y" fmla="*/ 32 h 153"/>
              <a:gd name="GluePoint11X" fmla="*/ 64 w 97"/>
              <a:gd name="GluePoint11Y" fmla="*/ 44 h 153"/>
              <a:gd name="GluePoint12X" fmla="*/ 56 w 97"/>
              <a:gd name="GluePoint12Y" fmla="*/ 65 h 153"/>
              <a:gd name="GluePoint13X" fmla="*/ 55 w 97"/>
              <a:gd name="GluePoint13Y" fmla="*/ 62 h 153"/>
              <a:gd name="GluePoint14X" fmla="*/ 53 w 97"/>
              <a:gd name="GluePoint14Y" fmla="*/ 59 h 153"/>
              <a:gd name="GluePoint15X" fmla="*/ 52 w 97"/>
              <a:gd name="GluePoint15Y" fmla="*/ 55 h 153"/>
              <a:gd name="GluePoint16X" fmla="*/ 49 w 97"/>
              <a:gd name="GluePoint16Y" fmla="*/ 50 h 153"/>
              <a:gd name="GluePoint17X" fmla="*/ 47 w 97"/>
              <a:gd name="GluePoint17Y" fmla="*/ 42 h 153"/>
              <a:gd name="GluePoint18X" fmla="*/ 44 w 97"/>
              <a:gd name="GluePoint18Y" fmla="*/ 35 h 153"/>
              <a:gd name="GluePoint19X" fmla="*/ 41 w 97"/>
              <a:gd name="GluePoint19Y" fmla="*/ 28 h 153"/>
              <a:gd name="GluePoint20X" fmla="*/ 39 w 97"/>
              <a:gd name="GluePoint20Y" fmla="*/ 21 h 153"/>
              <a:gd name="GluePoint21X" fmla="*/ 36 w 97"/>
              <a:gd name="GluePoint21Y" fmla="*/ 15 h 153"/>
              <a:gd name="GluePoint22X" fmla="*/ 35 w 97"/>
              <a:gd name="GluePoint22Y" fmla="*/ 9 h 153"/>
              <a:gd name="GluePoint23X" fmla="*/ 33 w 97"/>
              <a:gd name="GluePoint23Y" fmla="*/ 4 h 153"/>
              <a:gd name="GluePoint24X" fmla="*/ 32 w 97"/>
              <a:gd name="GluePoint24Y" fmla="*/ 0 h 153"/>
              <a:gd name="GluePoint25X" fmla="*/ 28 w 97"/>
              <a:gd name="GluePoint25Y" fmla="*/ 0 h 153"/>
              <a:gd name="GluePoint26X" fmla="*/ 24 w 97"/>
              <a:gd name="GluePoint26Y" fmla="*/ 0 h 153"/>
              <a:gd name="GluePoint27X" fmla="*/ 20 w 97"/>
              <a:gd name="GluePoint27Y" fmla="*/ 0 h 153"/>
              <a:gd name="GluePoint28X" fmla="*/ 16 w 97"/>
              <a:gd name="GluePoint28Y" fmla="*/ 0 h 153"/>
              <a:gd name="GluePoint29X" fmla="*/ 12 w 97"/>
              <a:gd name="GluePoint29Y" fmla="*/ 0 h 153"/>
              <a:gd name="GluePoint30X" fmla="*/ 8 w 97"/>
              <a:gd name="GluePoint30Y" fmla="*/ 0 h 153"/>
              <a:gd name="GluePoint31X" fmla="*/ 4 w 97"/>
              <a:gd name="GluePoint31Y" fmla="*/ 0 h 153"/>
              <a:gd name="GluePoint32X" fmla="*/ 0 w 97"/>
              <a:gd name="GluePoint32Y" fmla="*/ 0 h 153"/>
              <a:gd name="GluePoint33X" fmla="*/ 42 w 97"/>
              <a:gd name="GluePoint33Y" fmla="*/ 100 h 153"/>
              <a:gd name="GluePoint34X" fmla="*/ 16 w 97"/>
              <a:gd name="GluePoint34Y" fmla="*/ 153 h 153"/>
              <a:gd name="GluePoint35X" fmla="*/ 20 w 97"/>
              <a:gd name="GluePoint35Y" fmla="*/ 153 h 153"/>
              <a:gd name="GluePoint36X" fmla="*/ 24 w 97"/>
              <a:gd name="GluePoint36Y" fmla="*/ 153 h 153"/>
              <a:gd name="GluePoint37X" fmla="*/ 28 w 97"/>
              <a:gd name="GluePoint37Y" fmla="*/ 153 h 153"/>
              <a:gd name="GluePoint38X" fmla="*/ 33 w 97"/>
              <a:gd name="GluePoint38Y" fmla="*/ 153 h 153"/>
              <a:gd name="GluePoint39X" fmla="*/ 37 w 97"/>
              <a:gd name="GluePoint39Y" fmla="*/ 141 h 153"/>
              <a:gd name="GluePoint40X" fmla="*/ 41 w 97"/>
              <a:gd name="GluePoint40Y" fmla="*/ 130 h 153"/>
              <a:gd name="GluePoint41X" fmla="*/ 46 w 97"/>
              <a:gd name="GluePoint41Y" fmla="*/ 118 h 153"/>
              <a:gd name="GluePoint42X" fmla="*/ 52 w 97"/>
              <a:gd name="GluePoint42Y" fmla="*/ 105 h 153"/>
              <a:gd name="GluePoint43X" fmla="*/ 57 w 97"/>
              <a:gd name="GluePoint43Y" fmla="*/ 92 h 153"/>
              <a:gd name="GluePoint44X" fmla="*/ 63 w 97"/>
              <a:gd name="GluePoint44Y" fmla="*/ 77 h 153"/>
              <a:gd name="GluePoint45X" fmla="*/ 70 w 97"/>
              <a:gd name="GluePoint45Y" fmla="*/ 63 h 153"/>
              <a:gd name="GluePoint46X" fmla="*/ 76 w 97"/>
              <a:gd name="GluePoint46Y" fmla="*/ 48 h 153"/>
              <a:gd name="GluePoint47X" fmla="*/ 97 w 97"/>
              <a:gd name="GluePoint47Y" fmla="*/ 0 h 153"/>
              <a:gd name="GluePoint48X" fmla="*/ 96 w 97"/>
              <a:gd name="GluePoint48Y" fmla="*/ 0 h 153"/>
              <a:gd name="GluePoint49X" fmla="*/ 93 w 97"/>
              <a:gd name="GluePoint49Y" fmla="*/ 0 h 153"/>
            </a:gdLst>
            <a:ahLst/>
            <a:cxnLst/>
            <a:rect l="textAreaLeft" t="textAreaTop" r="textAreaRight" b="textAreaBottom"/>
            <a:pathLst>
              <a:path w="97" h="153">
                <a:moveTo>
                  <a:pt x="93" y="0"/>
                </a:moveTo>
                <a:lnTo>
                  <a:pt x="91" y="0"/>
                </a:lnTo>
                <a:lnTo>
                  <a:pt x="88" y="0"/>
                </a:lnTo>
                <a:lnTo>
                  <a:pt x="87" y="0"/>
                </a:lnTo>
                <a:lnTo>
                  <a:pt x="84" y="0"/>
                </a:lnTo>
                <a:lnTo>
                  <a:pt x="83" y="0"/>
                </a:lnTo>
                <a:lnTo>
                  <a:pt x="80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49" y="50"/>
                </a:lnTo>
                <a:lnTo>
                  <a:pt x="47" y="42"/>
                </a:lnTo>
                <a:lnTo>
                  <a:pt x="44" y="35"/>
                </a:lnTo>
                <a:lnTo>
                  <a:pt x="41" y="28"/>
                </a:lnTo>
                <a:lnTo>
                  <a:pt x="39" y="21"/>
                </a:lnTo>
                <a:lnTo>
                  <a:pt x="36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2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1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3" y="77"/>
                </a:lnTo>
                <a:lnTo>
                  <a:pt x="70" y="63"/>
                </a:lnTo>
                <a:lnTo>
                  <a:pt x="76" y="48"/>
                </a:lnTo>
                <a:lnTo>
                  <a:pt x="97" y="0"/>
                </a:lnTo>
                <a:lnTo>
                  <a:pt x="96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242" name="iş1îḓê">
            <a:extLst>
              <a:ext uri="{FF2B5EF4-FFF2-40B4-BE49-F238E27FC236}">
                <a16:creationId xmlns:a16="http://schemas.microsoft.com/office/drawing/2014/main" id="{2B7532D4-179A-4E10-AA2C-60999443D088}"/>
              </a:ext>
            </a:extLst>
          </p:cNvPr>
          <p:cNvSpPr>
            <a:spLocks noGrp="1"/>
          </p:cNvSpPr>
          <p:nvPr/>
        </p:nvSpPr>
        <p:spPr>
          <a:xfrm>
            <a:off x="2348640" y="955440"/>
            <a:ext cx="45000" cy="44640"/>
          </a:xfrm>
          <a:custGeom>
            <a:avLst/>
            <a:gdLst>
              <a:gd name="textAreaLeft" fmla="*/ 0 w 45000"/>
              <a:gd name="textAreaRight" fmla="*/ 45360 w 45000"/>
              <a:gd name="textAreaTop" fmla="*/ 0 h 44640"/>
              <a:gd name="textAreaBottom" fmla="*/ 45000 h 44640"/>
              <a:gd name="GluePoint1X" fmla="*/ 101 w 104"/>
              <a:gd name="GluePoint1Y" fmla="*/ 34 h 103"/>
              <a:gd name="GluePoint2X" fmla="*/ 97 w 104"/>
              <a:gd name="GluePoint2Y" fmla="*/ 25 h 103"/>
              <a:gd name="GluePoint3X" fmla="*/ 92 w 104"/>
              <a:gd name="GluePoint3Y" fmla="*/ 17 h 103"/>
              <a:gd name="GluePoint4X" fmla="*/ 86 w 104"/>
              <a:gd name="GluePoint4Y" fmla="*/ 10 h 103"/>
              <a:gd name="GluePoint5X" fmla="*/ 78 w 104"/>
              <a:gd name="GluePoint5Y" fmla="*/ 6 h 103"/>
              <a:gd name="GluePoint6X" fmla="*/ 68 w 104"/>
              <a:gd name="GluePoint6Y" fmla="*/ 2 h 103"/>
              <a:gd name="GluePoint7X" fmla="*/ 58 w 104"/>
              <a:gd name="GluePoint7Y" fmla="*/ 1 h 103"/>
              <a:gd name="GluePoint8X" fmla="*/ 46 w 104"/>
              <a:gd name="GluePoint8Y" fmla="*/ 1 h 103"/>
              <a:gd name="GluePoint9X" fmla="*/ 35 w 104"/>
              <a:gd name="GluePoint9Y" fmla="*/ 2 h 103"/>
              <a:gd name="GluePoint10X" fmla="*/ 26 w 104"/>
              <a:gd name="GluePoint10Y" fmla="*/ 6 h 103"/>
              <a:gd name="GluePoint11X" fmla="*/ 18 w 104"/>
              <a:gd name="GluePoint11Y" fmla="*/ 12 h 103"/>
              <a:gd name="GluePoint12X" fmla="*/ 12 w 104"/>
              <a:gd name="GluePoint12Y" fmla="*/ 18 h 103"/>
              <a:gd name="GluePoint13X" fmla="*/ 6 w 104"/>
              <a:gd name="GluePoint13Y" fmla="*/ 27 h 103"/>
              <a:gd name="GluePoint14X" fmla="*/ 3 w 104"/>
              <a:gd name="GluePoint14Y" fmla="*/ 37 h 103"/>
              <a:gd name="GluePoint15X" fmla="*/ 1 w 104"/>
              <a:gd name="GluePoint15Y" fmla="*/ 48 h 103"/>
              <a:gd name="GluePoint16X" fmla="*/ 1 w 104"/>
              <a:gd name="GluePoint16Y" fmla="*/ 61 h 103"/>
              <a:gd name="GluePoint17X" fmla="*/ 3 w 104"/>
              <a:gd name="GluePoint17Y" fmla="*/ 71 h 103"/>
              <a:gd name="GluePoint18X" fmla="*/ 6 w 104"/>
              <a:gd name="GluePoint18Y" fmla="*/ 80 h 103"/>
              <a:gd name="GluePoint19X" fmla="*/ 12 w 104"/>
              <a:gd name="GluePoint19Y" fmla="*/ 87 h 103"/>
              <a:gd name="GluePoint20X" fmla="*/ 18 w 104"/>
              <a:gd name="GluePoint20Y" fmla="*/ 94 h 103"/>
              <a:gd name="GluePoint21X" fmla="*/ 26 w 104"/>
              <a:gd name="GluePoint21Y" fmla="*/ 98 h 103"/>
              <a:gd name="GluePoint22X" fmla="*/ 35 w 104"/>
              <a:gd name="GluePoint22Y" fmla="*/ 102 h 103"/>
              <a:gd name="GluePoint23X" fmla="*/ 46 w 104"/>
              <a:gd name="GluePoint23Y" fmla="*/ 103 h 103"/>
              <a:gd name="GluePoint24X" fmla="*/ 58 w 104"/>
              <a:gd name="GluePoint24Y" fmla="*/ 103 h 103"/>
              <a:gd name="GluePoint25X" fmla="*/ 68 w 104"/>
              <a:gd name="GluePoint25Y" fmla="*/ 102 h 103"/>
              <a:gd name="GluePoint26X" fmla="*/ 78 w 104"/>
              <a:gd name="GluePoint26Y" fmla="*/ 98 h 103"/>
              <a:gd name="GluePoint27X" fmla="*/ 86 w 104"/>
              <a:gd name="GluePoint27Y" fmla="*/ 92 h 103"/>
              <a:gd name="GluePoint28X" fmla="*/ 92 w 104"/>
              <a:gd name="GluePoint28Y" fmla="*/ 86 h 103"/>
              <a:gd name="GluePoint29X" fmla="*/ 97 w 104"/>
              <a:gd name="GluePoint29Y" fmla="*/ 78 h 103"/>
              <a:gd name="GluePoint30X" fmla="*/ 101 w 104"/>
              <a:gd name="GluePoint30Y" fmla="*/ 68 h 103"/>
              <a:gd name="GluePoint31X" fmla="*/ 103 w 104"/>
              <a:gd name="GluePoint31Y" fmla="*/ 56 h 103"/>
              <a:gd name="GluePoint32X" fmla="*/ 103 w 104"/>
              <a:gd name="GluePoint32Y" fmla="*/ 44 h 103"/>
              <a:gd name="GluePoint33X" fmla="*/ 72 w 104"/>
              <a:gd name="GluePoint33Y" fmla="*/ 58 h 103"/>
              <a:gd name="GluePoint34X" fmla="*/ 70 w 104"/>
              <a:gd name="GluePoint34Y" fmla="*/ 72 h 103"/>
              <a:gd name="GluePoint35X" fmla="*/ 68 w 104"/>
              <a:gd name="GluePoint35Y" fmla="*/ 79 h 103"/>
              <a:gd name="GluePoint36X" fmla="*/ 65 w 104"/>
              <a:gd name="GluePoint36Y" fmla="*/ 86 h 103"/>
              <a:gd name="GluePoint37X" fmla="*/ 62 w 104"/>
              <a:gd name="GluePoint37Y" fmla="*/ 91 h 103"/>
              <a:gd name="GluePoint38X" fmla="*/ 58 w 104"/>
              <a:gd name="GluePoint38Y" fmla="*/ 94 h 103"/>
              <a:gd name="GluePoint39X" fmla="*/ 54 w 104"/>
              <a:gd name="GluePoint39Y" fmla="*/ 95 h 103"/>
              <a:gd name="GluePoint40X" fmla="*/ 49 w 104"/>
              <a:gd name="GluePoint40Y" fmla="*/ 95 h 103"/>
              <a:gd name="GluePoint41X" fmla="*/ 45 w 104"/>
              <a:gd name="GluePoint41Y" fmla="*/ 94 h 103"/>
              <a:gd name="GluePoint42X" fmla="*/ 41 w 104"/>
              <a:gd name="GluePoint42Y" fmla="*/ 91 h 103"/>
              <a:gd name="GluePoint43X" fmla="*/ 38 w 104"/>
              <a:gd name="GluePoint43Y" fmla="*/ 87 h 103"/>
              <a:gd name="GluePoint44X" fmla="*/ 36 w 104"/>
              <a:gd name="GluePoint44Y" fmla="*/ 83 h 103"/>
              <a:gd name="GluePoint45X" fmla="*/ 33 w 104"/>
              <a:gd name="GluePoint45Y" fmla="*/ 75 h 103"/>
              <a:gd name="GluePoint46X" fmla="*/ 32 w 104"/>
              <a:gd name="GluePoint46Y" fmla="*/ 68 h 103"/>
              <a:gd name="GluePoint47X" fmla="*/ 32 w 104"/>
              <a:gd name="GluePoint47Y" fmla="*/ 59 h 103"/>
              <a:gd name="GluePoint48X" fmla="*/ 32 w 104"/>
              <a:gd name="GluePoint48Y" fmla="*/ 49 h 103"/>
              <a:gd name="GluePoint49X" fmla="*/ 32 w 104"/>
              <a:gd name="GluePoint49Y" fmla="*/ 38 h 103"/>
              <a:gd name="GluePoint50X" fmla="*/ 33 w 104"/>
              <a:gd name="GluePoint50Y" fmla="*/ 30 h 103"/>
              <a:gd name="GluePoint51X" fmla="*/ 36 w 104"/>
              <a:gd name="GluePoint51Y" fmla="*/ 23 h 103"/>
              <a:gd name="GluePoint52X" fmla="*/ 38 w 104"/>
              <a:gd name="GluePoint52Y" fmla="*/ 18 h 103"/>
              <a:gd name="GluePoint53X" fmla="*/ 41 w 104"/>
              <a:gd name="GluePoint53Y" fmla="*/ 14 h 103"/>
              <a:gd name="GluePoint54X" fmla="*/ 46 w 104"/>
              <a:gd name="GluePoint54Y" fmla="*/ 10 h 103"/>
              <a:gd name="GluePoint55X" fmla="*/ 50 w 104"/>
              <a:gd name="GluePoint55Y" fmla="*/ 9 h 103"/>
              <a:gd name="GluePoint56X" fmla="*/ 55 w 104"/>
              <a:gd name="GluePoint56Y" fmla="*/ 9 h 103"/>
              <a:gd name="GluePoint57X" fmla="*/ 60 w 104"/>
              <a:gd name="GluePoint57Y" fmla="*/ 10 h 103"/>
              <a:gd name="GluePoint58X" fmla="*/ 63 w 104"/>
              <a:gd name="GluePoint58Y" fmla="*/ 13 h 103"/>
              <a:gd name="GluePoint59X" fmla="*/ 66 w 104"/>
              <a:gd name="GluePoint59Y" fmla="*/ 16 h 103"/>
              <a:gd name="GluePoint60X" fmla="*/ 68 w 104"/>
              <a:gd name="GluePoint60Y" fmla="*/ 22 h 103"/>
              <a:gd name="GluePoint61X" fmla="*/ 70 w 104"/>
              <a:gd name="GluePoint61Y" fmla="*/ 27 h 103"/>
              <a:gd name="GluePoint62X" fmla="*/ 72 w 104"/>
              <a:gd name="GluePoint62Y" fmla="*/ 38 h 103"/>
              <a:gd name="GluePoint63X" fmla="*/ 72 w 104"/>
              <a:gd name="GluePoint63Y" fmla="*/ 58 h 103"/>
            </a:gdLst>
            <a:ahLst/>
            <a:cxnLst/>
            <a:rect l="textAreaLeft" t="textAreaTop" r="textAreaRight" b="textAreaBottom"/>
            <a:pathLst>
              <a:path w="104" h="103">
                <a:moveTo>
                  <a:pt x="102" y="38"/>
                </a:moveTo>
                <a:lnTo>
                  <a:pt x="101" y="34"/>
                </a:lnTo>
                <a:lnTo>
                  <a:pt x="100" y="29"/>
                </a:lnTo>
                <a:lnTo>
                  <a:pt x="97" y="25"/>
                </a:lnTo>
                <a:lnTo>
                  <a:pt x="95" y="21"/>
                </a:lnTo>
                <a:lnTo>
                  <a:pt x="92" y="17"/>
                </a:lnTo>
                <a:lnTo>
                  <a:pt x="89" y="14"/>
                </a:lnTo>
                <a:lnTo>
                  <a:pt x="86" y="10"/>
                </a:lnTo>
                <a:lnTo>
                  <a:pt x="82" y="8"/>
                </a:lnTo>
                <a:lnTo>
                  <a:pt x="78" y="6"/>
                </a:lnTo>
                <a:lnTo>
                  <a:pt x="74" y="4"/>
                </a:lnTo>
                <a:lnTo>
                  <a:pt x="68" y="2"/>
                </a:lnTo>
                <a:lnTo>
                  <a:pt x="64" y="1"/>
                </a:lnTo>
                <a:lnTo>
                  <a:pt x="58" y="1"/>
                </a:lnTo>
                <a:lnTo>
                  <a:pt x="52" y="0"/>
                </a:lnTo>
                <a:lnTo>
                  <a:pt x="46" y="1"/>
                </a:lnTo>
                <a:lnTo>
                  <a:pt x="40" y="1"/>
                </a:lnTo>
                <a:lnTo>
                  <a:pt x="35" y="2"/>
                </a:lnTo>
                <a:lnTo>
                  <a:pt x="30" y="4"/>
                </a:lnTo>
                <a:lnTo>
                  <a:pt x="26" y="6"/>
                </a:lnTo>
                <a:lnTo>
                  <a:pt x="21" y="9"/>
                </a:lnTo>
                <a:lnTo>
                  <a:pt x="18" y="12"/>
                </a:lnTo>
                <a:lnTo>
                  <a:pt x="14" y="14"/>
                </a:lnTo>
                <a:lnTo>
                  <a:pt x="12" y="18"/>
                </a:lnTo>
                <a:lnTo>
                  <a:pt x="8" y="22"/>
                </a:lnTo>
                <a:lnTo>
                  <a:pt x="6" y="27"/>
                </a:lnTo>
                <a:lnTo>
                  <a:pt x="4" y="31"/>
                </a:lnTo>
                <a:lnTo>
                  <a:pt x="3" y="37"/>
                </a:lnTo>
                <a:lnTo>
                  <a:pt x="2" y="42"/>
                </a:lnTo>
                <a:lnTo>
                  <a:pt x="1" y="48"/>
                </a:lnTo>
                <a:lnTo>
                  <a:pt x="0" y="55"/>
                </a:lnTo>
                <a:lnTo>
                  <a:pt x="1" y="61"/>
                </a:lnTo>
                <a:lnTo>
                  <a:pt x="2" y="66"/>
                </a:lnTo>
                <a:lnTo>
                  <a:pt x="3" y="71"/>
                </a:lnTo>
                <a:lnTo>
                  <a:pt x="4" y="75"/>
                </a:lnTo>
                <a:lnTo>
                  <a:pt x="6" y="80"/>
                </a:lnTo>
                <a:lnTo>
                  <a:pt x="8" y="84"/>
                </a:lnTo>
                <a:lnTo>
                  <a:pt x="12" y="87"/>
                </a:lnTo>
                <a:lnTo>
                  <a:pt x="14" y="91"/>
                </a:lnTo>
                <a:lnTo>
                  <a:pt x="18" y="94"/>
                </a:lnTo>
                <a:lnTo>
                  <a:pt x="21" y="96"/>
                </a:lnTo>
                <a:lnTo>
                  <a:pt x="26" y="98"/>
                </a:lnTo>
                <a:lnTo>
                  <a:pt x="30" y="100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8" y="103"/>
                </a:lnTo>
                <a:lnTo>
                  <a:pt x="64" y="103"/>
                </a:lnTo>
                <a:lnTo>
                  <a:pt x="68" y="102"/>
                </a:lnTo>
                <a:lnTo>
                  <a:pt x="74" y="99"/>
                </a:lnTo>
                <a:lnTo>
                  <a:pt x="78" y="98"/>
                </a:lnTo>
                <a:lnTo>
                  <a:pt x="82" y="95"/>
                </a:lnTo>
                <a:lnTo>
                  <a:pt x="86" y="92"/>
                </a:lnTo>
                <a:lnTo>
                  <a:pt x="89" y="90"/>
                </a:lnTo>
                <a:lnTo>
                  <a:pt x="92" y="86"/>
                </a:lnTo>
                <a:lnTo>
                  <a:pt x="95" y="82"/>
                </a:lnTo>
                <a:lnTo>
                  <a:pt x="97" y="78"/>
                </a:lnTo>
                <a:lnTo>
                  <a:pt x="100" y="73"/>
                </a:lnTo>
                <a:lnTo>
                  <a:pt x="101" y="68"/>
                </a:lnTo>
                <a:lnTo>
                  <a:pt x="102" y="63"/>
                </a:lnTo>
                <a:lnTo>
                  <a:pt x="103" y="56"/>
                </a:lnTo>
                <a:lnTo>
                  <a:pt x="104" y="50"/>
                </a:lnTo>
                <a:lnTo>
                  <a:pt x="103" y="44"/>
                </a:lnTo>
                <a:lnTo>
                  <a:pt x="102" y="38"/>
                </a:lnTo>
                <a:close/>
                <a:moveTo>
                  <a:pt x="72" y="58"/>
                </a:moveTo>
                <a:lnTo>
                  <a:pt x="71" y="68"/>
                </a:lnTo>
                <a:lnTo>
                  <a:pt x="70" y="72"/>
                </a:lnTo>
                <a:lnTo>
                  <a:pt x="68" y="76"/>
                </a:lnTo>
                <a:lnTo>
                  <a:pt x="68" y="79"/>
                </a:lnTo>
                <a:lnTo>
                  <a:pt x="67" y="83"/>
                </a:lnTo>
                <a:lnTo>
                  <a:pt x="65" y="86"/>
                </a:lnTo>
                <a:lnTo>
                  <a:pt x="64" y="88"/>
                </a:lnTo>
                <a:lnTo>
                  <a:pt x="62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4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5" y="94"/>
                </a:lnTo>
                <a:lnTo>
                  <a:pt x="43" y="93"/>
                </a:lnTo>
                <a:lnTo>
                  <a:pt x="41" y="91"/>
                </a:lnTo>
                <a:lnTo>
                  <a:pt x="40" y="90"/>
                </a:lnTo>
                <a:lnTo>
                  <a:pt x="38" y="87"/>
                </a:lnTo>
                <a:lnTo>
                  <a:pt x="36" y="85"/>
                </a:lnTo>
                <a:lnTo>
                  <a:pt x="36" y="83"/>
                </a:lnTo>
                <a:lnTo>
                  <a:pt x="35" y="79"/>
                </a:lnTo>
                <a:lnTo>
                  <a:pt x="33" y="75"/>
                </a:lnTo>
                <a:lnTo>
                  <a:pt x="33" y="72"/>
                </a:lnTo>
                <a:lnTo>
                  <a:pt x="32" y="68"/>
                </a:lnTo>
                <a:lnTo>
                  <a:pt x="32" y="63"/>
                </a:lnTo>
                <a:lnTo>
                  <a:pt x="32" y="59"/>
                </a:lnTo>
                <a:lnTo>
                  <a:pt x="32" y="54"/>
                </a:lnTo>
                <a:lnTo>
                  <a:pt x="32" y="49"/>
                </a:lnTo>
                <a:lnTo>
                  <a:pt x="32" y="43"/>
                </a:lnTo>
                <a:lnTo>
                  <a:pt x="32" y="38"/>
                </a:lnTo>
                <a:lnTo>
                  <a:pt x="33" y="34"/>
                </a:lnTo>
                <a:lnTo>
                  <a:pt x="33" y="30"/>
                </a:lnTo>
                <a:lnTo>
                  <a:pt x="35" y="27"/>
                </a:lnTo>
                <a:lnTo>
                  <a:pt x="36" y="23"/>
                </a:lnTo>
                <a:lnTo>
                  <a:pt x="37" y="21"/>
                </a:lnTo>
                <a:lnTo>
                  <a:pt x="38" y="18"/>
                </a:lnTo>
                <a:lnTo>
                  <a:pt x="40" y="16"/>
                </a:lnTo>
                <a:lnTo>
                  <a:pt x="41" y="14"/>
                </a:lnTo>
                <a:lnTo>
                  <a:pt x="44" y="12"/>
                </a:lnTo>
                <a:lnTo>
                  <a:pt x="46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7" y="10"/>
                </a:lnTo>
                <a:lnTo>
                  <a:pt x="60" y="10"/>
                </a:lnTo>
                <a:lnTo>
                  <a:pt x="61" y="11"/>
                </a:lnTo>
                <a:lnTo>
                  <a:pt x="63" y="13"/>
                </a:lnTo>
                <a:lnTo>
                  <a:pt x="64" y="14"/>
                </a:lnTo>
                <a:lnTo>
                  <a:pt x="66" y="16"/>
                </a:lnTo>
                <a:lnTo>
                  <a:pt x="67" y="18"/>
                </a:lnTo>
                <a:lnTo>
                  <a:pt x="68" y="22"/>
                </a:lnTo>
                <a:lnTo>
                  <a:pt x="69" y="24"/>
                </a:lnTo>
                <a:lnTo>
                  <a:pt x="70" y="27"/>
                </a:lnTo>
                <a:lnTo>
                  <a:pt x="71" y="30"/>
                </a:lnTo>
                <a:lnTo>
                  <a:pt x="72" y="38"/>
                </a:lnTo>
                <a:lnTo>
                  <a:pt x="72" y="47"/>
                </a:lnTo>
                <a:lnTo>
                  <a:pt x="72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243" name="iṧlïdê">
            <a:extLst>
              <a:ext uri="{FF2B5EF4-FFF2-40B4-BE49-F238E27FC236}">
                <a16:creationId xmlns:a16="http://schemas.microsoft.com/office/drawing/2014/main" id="{23E102D8-0CF0-4330-9023-65086050885E}"/>
              </a:ext>
            </a:extLst>
          </p:cNvPr>
          <p:cNvSpPr>
            <a:spLocks noGrp="1"/>
          </p:cNvSpPr>
          <p:nvPr/>
        </p:nvSpPr>
        <p:spPr>
          <a:xfrm>
            <a:off x="2402280" y="930960"/>
            <a:ext cx="30240" cy="68760"/>
          </a:xfrm>
          <a:custGeom>
            <a:avLst/>
            <a:gdLst>
              <a:gd name="textAreaLeft" fmla="*/ 0 w 30240"/>
              <a:gd name="textAreaRight" fmla="*/ 30600 w 30240"/>
              <a:gd name="textAreaTop" fmla="*/ 0 h 68760"/>
              <a:gd name="textAreaBottom" fmla="*/ 69120 h 68760"/>
              <a:gd name="GluePoint1X" fmla="*/ 70 w 70"/>
              <a:gd name="GluePoint1Y" fmla="*/ 2 h 158"/>
              <a:gd name="GluePoint2X" fmla="*/ 63 w 70"/>
              <a:gd name="GluePoint2Y" fmla="*/ 0 h 158"/>
              <a:gd name="GluePoint3X" fmla="*/ 56 w 70"/>
              <a:gd name="GluePoint3Y" fmla="*/ 1 h 158"/>
              <a:gd name="GluePoint4X" fmla="*/ 50 w 70"/>
              <a:gd name="GluePoint4Y" fmla="*/ 2 h 158"/>
              <a:gd name="GluePoint5X" fmla="*/ 44 w 70"/>
              <a:gd name="GluePoint5Y" fmla="*/ 4 h 158"/>
              <a:gd name="GluePoint6X" fmla="*/ 39 w 70"/>
              <a:gd name="GluePoint6Y" fmla="*/ 7 h 158"/>
              <a:gd name="GluePoint7X" fmla="*/ 34 w 70"/>
              <a:gd name="GluePoint7Y" fmla="*/ 11 h 158"/>
              <a:gd name="GluePoint8X" fmla="*/ 30 w 70"/>
              <a:gd name="GluePoint8Y" fmla="*/ 17 h 158"/>
              <a:gd name="GluePoint9X" fmla="*/ 27 w 70"/>
              <a:gd name="GluePoint9Y" fmla="*/ 23 h 158"/>
              <a:gd name="GluePoint10X" fmla="*/ 23 w 70"/>
              <a:gd name="GluePoint10Y" fmla="*/ 30 h 158"/>
              <a:gd name="GluePoint11X" fmla="*/ 20 w 70"/>
              <a:gd name="GluePoint11Y" fmla="*/ 38 h 158"/>
              <a:gd name="GluePoint12X" fmla="*/ 18 w 70"/>
              <a:gd name="GluePoint12Y" fmla="*/ 48 h 158"/>
              <a:gd name="GluePoint13X" fmla="*/ 16 w 70"/>
              <a:gd name="GluePoint13Y" fmla="*/ 58 h 158"/>
              <a:gd name="GluePoint14X" fmla="*/ 1 w 70"/>
              <a:gd name="GluePoint14Y" fmla="*/ 61 h 158"/>
              <a:gd name="GluePoint15X" fmla="*/ 1 w 70"/>
              <a:gd name="GluePoint15Y" fmla="*/ 68 h 158"/>
              <a:gd name="GluePoint16X" fmla="*/ 16 w 70"/>
              <a:gd name="GluePoint16Y" fmla="*/ 71 h 158"/>
              <a:gd name="GluePoint17X" fmla="*/ 19 w 70"/>
              <a:gd name="GluePoint17Y" fmla="*/ 158 h 158"/>
              <a:gd name="GluePoint18X" fmla="*/ 27 w 70"/>
              <a:gd name="GluePoint18Y" fmla="*/ 158 h 158"/>
              <a:gd name="GluePoint19X" fmla="*/ 34 w 70"/>
              <a:gd name="GluePoint19Y" fmla="*/ 158 h 158"/>
              <a:gd name="GluePoint20X" fmla="*/ 42 w 70"/>
              <a:gd name="GluePoint20Y" fmla="*/ 158 h 158"/>
              <a:gd name="GluePoint21X" fmla="*/ 46 w 70"/>
              <a:gd name="GluePoint21Y" fmla="*/ 71 h 158"/>
              <a:gd name="GluePoint22X" fmla="*/ 64 w 70"/>
              <a:gd name="GluePoint22Y" fmla="*/ 68 h 158"/>
              <a:gd name="GluePoint23X" fmla="*/ 64 w 70"/>
              <a:gd name="GluePoint23Y" fmla="*/ 61 h 158"/>
              <a:gd name="GluePoint24X" fmla="*/ 44 w 70"/>
              <a:gd name="GluePoint24Y" fmla="*/ 58 h 158"/>
              <a:gd name="GluePoint25X" fmla="*/ 40 w 70"/>
              <a:gd name="GluePoint25Y" fmla="*/ 50 h 158"/>
              <a:gd name="GluePoint26X" fmla="*/ 37 w 70"/>
              <a:gd name="GluePoint26Y" fmla="*/ 42 h 158"/>
              <a:gd name="GluePoint27X" fmla="*/ 35 w 70"/>
              <a:gd name="GluePoint27Y" fmla="*/ 36 h 158"/>
              <a:gd name="GluePoint28X" fmla="*/ 34 w 70"/>
              <a:gd name="GluePoint28Y" fmla="*/ 30 h 158"/>
              <a:gd name="GluePoint29X" fmla="*/ 35 w 70"/>
              <a:gd name="GluePoint29Y" fmla="*/ 27 h 158"/>
              <a:gd name="GluePoint30X" fmla="*/ 37 w 70"/>
              <a:gd name="GluePoint30Y" fmla="*/ 26 h 158"/>
              <a:gd name="GluePoint31X" fmla="*/ 38 w 70"/>
              <a:gd name="GluePoint31Y" fmla="*/ 25 h 158"/>
              <a:gd name="GluePoint32X" fmla="*/ 41 w 70"/>
              <a:gd name="GluePoint32Y" fmla="*/ 24 h 158"/>
              <a:gd name="GluePoint33X" fmla="*/ 48 w 70"/>
              <a:gd name="GluePoint33Y" fmla="*/ 23 h 158"/>
              <a:gd name="GluePoint34X" fmla="*/ 58 w 70"/>
              <a:gd name="GluePoint34Y" fmla="*/ 25 h 158"/>
              <a:gd name="GluePoint35X" fmla="*/ 66 w 70"/>
              <a:gd name="GluePoint35Y" fmla="*/ 29 h 158"/>
              <a:gd name="GluePoint36X" fmla="*/ 69 w 70"/>
              <a:gd name="GluePoint36Y" fmla="*/ 22 h 158"/>
              <a:gd name="GluePoint37X" fmla="*/ 70 w 70"/>
              <a:gd name="GluePoint37Y" fmla="*/ 8 h 158"/>
            </a:gdLst>
            <a:ahLst/>
            <a:cxnLst/>
            <a:rect l="textAreaLeft" t="textAreaTop" r="textAreaRight" b="textAreaBottom"/>
            <a:pathLst>
              <a:path w="70" h="158">
                <a:moveTo>
                  <a:pt x="70" y="8"/>
                </a:moveTo>
                <a:lnTo>
                  <a:pt x="70" y="2"/>
                </a:lnTo>
                <a:lnTo>
                  <a:pt x="66" y="1"/>
                </a:lnTo>
                <a:lnTo>
                  <a:pt x="63" y="0"/>
                </a:lnTo>
                <a:lnTo>
                  <a:pt x="59" y="0"/>
                </a:lnTo>
                <a:lnTo>
                  <a:pt x="56" y="1"/>
                </a:lnTo>
                <a:lnTo>
                  <a:pt x="53" y="1"/>
                </a:lnTo>
                <a:lnTo>
                  <a:pt x="50" y="2"/>
                </a:lnTo>
                <a:lnTo>
                  <a:pt x="47" y="2"/>
                </a:lnTo>
                <a:lnTo>
                  <a:pt x="44" y="4"/>
                </a:lnTo>
                <a:lnTo>
                  <a:pt x="42" y="6"/>
                </a:lnTo>
                <a:lnTo>
                  <a:pt x="39" y="7"/>
                </a:lnTo>
                <a:lnTo>
                  <a:pt x="37" y="9"/>
                </a:lnTo>
                <a:lnTo>
                  <a:pt x="34" y="11"/>
                </a:lnTo>
                <a:lnTo>
                  <a:pt x="33" y="14"/>
                </a:lnTo>
                <a:lnTo>
                  <a:pt x="30" y="17"/>
                </a:lnTo>
                <a:lnTo>
                  <a:pt x="29" y="20"/>
                </a:lnTo>
                <a:lnTo>
                  <a:pt x="27" y="23"/>
                </a:lnTo>
                <a:lnTo>
                  <a:pt x="25" y="27"/>
                </a:lnTo>
                <a:lnTo>
                  <a:pt x="23" y="30"/>
                </a:lnTo>
                <a:lnTo>
                  <a:pt x="22" y="34"/>
                </a:lnTo>
                <a:lnTo>
                  <a:pt x="20" y="38"/>
                </a:lnTo>
                <a:lnTo>
                  <a:pt x="18" y="43"/>
                </a:lnTo>
                <a:lnTo>
                  <a:pt x="18" y="48"/>
                </a:lnTo>
                <a:lnTo>
                  <a:pt x="17" y="53"/>
                </a:lnTo>
                <a:lnTo>
                  <a:pt x="16" y="58"/>
                </a:lnTo>
                <a:lnTo>
                  <a:pt x="0" y="58"/>
                </a:lnTo>
                <a:lnTo>
                  <a:pt x="1" y="61"/>
                </a:lnTo>
                <a:lnTo>
                  <a:pt x="1" y="65"/>
                </a:lnTo>
                <a:lnTo>
                  <a:pt x="1" y="68"/>
                </a:lnTo>
                <a:lnTo>
                  <a:pt x="0" y="71"/>
                </a:lnTo>
                <a:lnTo>
                  <a:pt x="16" y="71"/>
                </a:lnTo>
                <a:lnTo>
                  <a:pt x="16" y="158"/>
                </a:lnTo>
                <a:lnTo>
                  <a:pt x="19" y="158"/>
                </a:lnTo>
                <a:lnTo>
                  <a:pt x="23" y="158"/>
                </a:lnTo>
                <a:lnTo>
                  <a:pt x="27" y="158"/>
                </a:lnTo>
                <a:lnTo>
                  <a:pt x="30" y="158"/>
                </a:lnTo>
                <a:lnTo>
                  <a:pt x="34" y="158"/>
                </a:lnTo>
                <a:lnTo>
                  <a:pt x="38" y="158"/>
                </a:lnTo>
                <a:lnTo>
                  <a:pt x="42" y="158"/>
                </a:lnTo>
                <a:lnTo>
                  <a:pt x="46" y="158"/>
                </a:lnTo>
                <a:lnTo>
                  <a:pt x="46" y="71"/>
                </a:lnTo>
                <a:lnTo>
                  <a:pt x="65" y="71"/>
                </a:lnTo>
                <a:lnTo>
                  <a:pt x="64" y="68"/>
                </a:lnTo>
                <a:lnTo>
                  <a:pt x="64" y="65"/>
                </a:lnTo>
                <a:lnTo>
                  <a:pt x="64" y="61"/>
                </a:lnTo>
                <a:lnTo>
                  <a:pt x="65" y="58"/>
                </a:lnTo>
                <a:lnTo>
                  <a:pt x="44" y="58"/>
                </a:lnTo>
                <a:lnTo>
                  <a:pt x="42" y="54"/>
                </a:lnTo>
                <a:lnTo>
                  <a:pt x="40" y="50"/>
                </a:lnTo>
                <a:lnTo>
                  <a:pt x="38" y="46"/>
                </a:lnTo>
                <a:lnTo>
                  <a:pt x="37" y="42"/>
                </a:lnTo>
                <a:lnTo>
                  <a:pt x="36" y="39"/>
                </a:lnTo>
                <a:lnTo>
                  <a:pt x="35" y="36"/>
                </a:lnTo>
                <a:lnTo>
                  <a:pt x="35" y="33"/>
                </a:lnTo>
                <a:lnTo>
                  <a:pt x="34" y="30"/>
                </a:lnTo>
                <a:lnTo>
                  <a:pt x="35" y="29"/>
                </a:lnTo>
                <a:lnTo>
                  <a:pt x="35" y="27"/>
                </a:lnTo>
                <a:lnTo>
                  <a:pt x="36" y="26"/>
                </a:lnTo>
                <a:lnTo>
                  <a:pt x="37" y="26"/>
                </a:lnTo>
                <a:lnTo>
                  <a:pt x="38" y="26"/>
                </a:lnTo>
                <a:lnTo>
                  <a:pt x="38" y="25"/>
                </a:lnTo>
                <a:lnTo>
                  <a:pt x="39" y="24"/>
                </a:lnTo>
                <a:lnTo>
                  <a:pt x="41" y="24"/>
                </a:lnTo>
                <a:lnTo>
                  <a:pt x="44" y="23"/>
                </a:lnTo>
                <a:lnTo>
                  <a:pt x="48" y="23"/>
                </a:lnTo>
                <a:lnTo>
                  <a:pt x="53" y="24"/>
                </a:lnTo>
                <a:lnTo>
                  <a:pt x="58" y="25"/>
                </a:lnTo>
                <a:lnTo>
                  <a:pt x="62" y="27"/>
                </a:lnTo>
                <a:lnTo>
                  <a:pt x="66" y="29"/>
                </a:lnTo>
                <a:lnTo>
                  <a:pt x="70" y="28"/>
                </a:lnTo>
                <a:lnTo>
                  <a:pt x="69" y="22"/>
                </a:lnTo>
                <a:lnTo>
                  <a:pt x="69" y="14"/>
                </a:lnTo>
                <a:lnTo>
                  <a:pt x="70" y="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4120" rIns="90000" bIns="24120" anchor="ctr">
            <a:noAutofit/>
          </a:bodyPr>
          <a:lstStyle/>
          <a:p>
            <a:endParaRPr/>
          </a:p>
        </p:txBody>
      </p:sp>
      <p:sp>
        <p:nvSpPr>
          <p:cNvPr id="244" name="ïSlïḋe">
            <a:extLst>
              <a:ext uri="{FF2B5EF4-FFF2-40B4-BE49-F238E27FC236}">
                <a16:creationId xmlns:a16="http://schemas.microsoft.com/office/drawing/2014/main" id="{91153BD8-470F-40CB-8094-3F1464FCF942}"/>
              </a:ext>
            </a:extLst>
          </p:cNvPr>
          <p:cNvSpPr>
            <a:spLocks noGrp="1"/>
          </p:cNvSpPr>
          <p:nvPr/>
        </p:nvSpPr>
        <p:spPr>
          <a:xfrm>
            <a:off x="2457360" y="937800"/>
            <a:ext cx="46800" cy="61560"/>
          </a:xfrm>
          <a:custGeom>
            <a:avLst/>
            <a:gdLst>
              <a:gd name="textAreaLeft" fmla="*/ 0 w 46800"/>
              <a:gd name="textAreaRight" fmla="*/ 47160 w 46800"/>
              <a:gd name="textAreaTop" fmla="*/ 0 h 61560"/>
              <a:gd name="textAreaBottom" fmla="*/ 61920 h 61560"/>
              <a:gd name="GluePoint1X" fmla="*/ 107 w 108"/>
              <a:gd name="GluePoint1Y" fmla="*/ 2 h 142"/>
              <a:gd name="GluePoint2X" fmla="*/ 108 w 108"/>
              <a:gd name="GluePoint2Y" fmla="*/ 0 h 142"/>
              <a:gd name="GluePoint3X" fmla="*/ 0 w 108"/>
              <a:gd name="GluePoint3Y" fmla="*/ 0 h 142"/>
              <a:gd name="GluePoint4X" fmla="*/ 0 w 108"/>
              <a:gd name="GluePoint4Y" fmla="*/ 4 h 142"/>
              <a:gd name="GluePoint5X" fmla="*/ 1 w 108"/>
              <a:gd name="GluePoint5Y" fmla="*/ 8 h 142"/>
              <a:gd name="GluePoint6X" fmla="*/ 0 w 108"/>
              <a:gd name="GluePoint6Y" fmla="*/ 14 h 142"/>
              <a:gd name="GluePoint7X" fmla="*/ 0 w 108"/>
              <a:gd name="GluePoint7Y" fmla="*/ 17 h 142"/>
              <a:gd name="GluePoint8X" fmla="*/ 3 w 108"/>
              <a:gd name="GluePoint8Y" fmla="*/ 17 h 142"/>
              <a:gd name="GluePoint9X" fmla="*/ 7 w 108"/>
              <a:gd name="GluePoint9Y" fmla="*/ 17 h 142"/>
              <a:gd name="GluePoint10X" fmla="*/ 16 w 108"/>
              <a:gd name="GluePoint10Y" fmla="*/ 16 h 142"/>
              <a:gd name="GluePoint11X" fmla="*/ 25 w 108"/>
              <a:gd name="GluePoint11Y" fmla="*/ 15 h 142"/>
              <a:gd name="GluePoint12X" fmla="*/ 32 w 108"/>
              <a:gd name="GluePoint12Y" fmla="*/ 15 h 142"/>
              <a:gd name="GluePoint13X" fmla="*/ 39 w 108"/>
              <a:gd name="GluePoint13Y" fmla="*/ 14 h 142"/>
              <a:gd name="GluePoint14X" fmla="*/ 39 w 108"/>
              <a:gd name="GluePoint14Y" fmla="*/ 142 h 142"/>
              <a:gd name="GluePoint15X" fmla="*/ 43 w 108"/>
              <a:gd name="GluePoint15Y" fmla="*/ 142 h 142"/>
              <a:gd name="GluePoint16X" fmla="*/ 47 w 108"/>
              <a:gd name="GluePoint16Y" fmla="*/ 142 h 142"/>
              <a:gd name="GluePoint17X" fmla="*/ 51 w 108"/>
              <a:gd name="GluePoint17Y" fmla="*/ 142 h 142"/>
              <a:gd name="GluePoint18X" fmla="*/ 55 w 108"/>
              <a:gd name="GluePoint18Y" fmla="*/ 142 h 142"/>
              <a:gd name="GluePoint19X" fmla="*/ 58 w 108"/>
              <a:gd name="GluePoint19Y" fmla="*/ 142 h 142"/>
              <a:gd name="GluePoint20X" fmla="*/ 62 w 108"/>
              <a:gd name="GluePoint20Y" fmla="*/ 142 h 142"/>
              <a:gd name="GluePoint21X" fmla="*/ 66 w 108"/>
              <a:gd name="GluePoint21Y" fmla="*/ 142 h 142"/>
              <a:gd name="GluePoint22X" fmla="*/ 70 w 108"/>
              <a:gd name="GluePoint22Y" fmla="*/ 142 h 142"/>
              <a:gd name="GluePoint23X" fmla="*/ 70 w 108"/>
              <a:gd name="GluePoint23Y" fmla="*/ 14 h 142"/>
              <a:gd name="GluePoint24X" fmla="*/ 75 w 108"/>
              <a:gd name="GluePoint24Y" fmla="*/ 15 h 142"/>
              <a:gd name="GluePoint25X" fmla="*/ 81 w 108"/>
              <a:gd name="GluePoint25Y" fmla="*/ 15 h 142"/>
              <a:gd name="GluePoint26X" fmla="*/ 88 w 108"/>
              <a:gd name="GluePoint26Y" fmla="*/ 15 h 142"/>
              <a:gd name="GluePoint27X" fmla="*/ 96 w 108"/>
              <a:gd name="GluePoint27Y" fmla="*/ 16 h 142"/>
              <a:gd name="GluePoint28X" fmla="*/ 98 w 108"/>
              <a:gd name="GluePoint28Y" fmla="*/ 17 h 142"/>
              <a:gd name="GluePoint29X" fmla="*/ 101 w 108"/>
              <a:gd name="GluePoint29Y" fmla="*/ 17 h 142"/>
              <a:gd name="GluePoint30X" fmla="*/ 104 w 108"/>
              <a:gd name="GluePoint30Y" fmla="*/ 17 h 142"/>
              <a:gd name="GluePoint31X" fmla="*/ 108 w 108"/>
              <a:gd name="GluePoint31Y" fmla="*/ 17 h 142"/>
              <a:gd name="GluePoint32X" fmla="*/ 107 w 108"/>
              <a:gd name="GluePoint32Y" fmla="*/ 15 h 142"/>
              <a:gd name="GluePoint33X" fmla="*/ 107 w 108"/>
              <a:gd name="GluePoint33Y" fmla="*/ 14 h 142"/>
              <a:gd name="GluePoint34X" fmla="*/ 107 w 108"/>
              <a:gd name="GluePoint34Y" fmla="*/ 11 h 142"/>
              <a:gd name="GluePoint35X" fmla="*/ 107 w 108"/>
              <a:gd name="GluePoint35Y" fmla="*/ 8 h 142"/>
              <a:gd name="GluePoint36X" fmla="*/ 107 w 108"/>
              <a:gd name="GluePoint36Y" fmla="*/ 6 h 142"/>
              <a:gd name="GluePoint37X" fmla="*/ 107 w 108"/>
              <a:gd name="GluePoint37Y" fmla="*/ 4 h 142"/>
              <a:gd name="GluePoint38X" fmla="*/ 107 w 108"/>
              <a:gd name="GluePoint38Y" fmla="*/ 2 h 142"/>
            </a:gdLst>
            <a:ahLst/>
            <a:cxnLst/>
            <a:rect l="textAreaLeft" t="textAreaTop" r="textAreaRight" b="textAreaBottom"/>
            <a:pathLst>
              <a:path w="108" h="142">
                <a:moveTo>
                  <a:pt x="107" y="2"/>
                </a:moveTo>
                <a:lnTo>
                  <a:pt x="108" y="0"/>
                </a:lnTo>
                <a:lnTo>
                  <a:pt x="0" y="0"/>
                </a:lnTo>
                <a:lnTo>
                  <a:pt x="0" y="4"/>
                </a:lnTo>
                <a:lnTo>
                  <a:pt x="1" y="8"/>
                </a:lnTo>
                <a:lnTo>
                  <a:pt x="0" y="14"/>
                </a:lnTo>
                <a:lnTo>
                  <a:pt x="0" y="17"/>
                </a:lnTo>
                <a:lnTo>
                  <a:pt x="3" y="17"/>
                </a:lnTo>
                <a:lnTo>
                  <a:pt x="7" y="17"/>
                </a:lnTo>
                <a:lnTo>
                  <a:pt x="16" y="16"/>
                </a:lnTo>
                <a:lnTo>
                  <a:pt x="25" y="15"/>
                </a:lnTo>
                <a:lnTo>
                  <a:pt x="32" y="15"/>
                </a:lnTo>
                <a:lnTo>
                  <a:pt x="39" y="14"/>
                </a:lnTo>
                <a:lnTo>
                  <a:pt x="39" y="142"/>
                </a:lnTo>
                <a:lnTo>
                  <a:pt x="43" y="142"/>
                </a:lnTo>
                <a:lnTo>
                  <a:pt x="47" y="142"/>
                </a:lnTo>
                <a:lnTo>
                  <a:pt x="51" y="142"/>
                </a:lnTo>
                <a:lnTo>
                  <a:pt x="55" y="142"/>
                </a:lnTo>
                <a:lnTo>
                  <a:pt x="58" y="142"/>
                </a:lnTo>
                <a:lnTo>
                  <a:pt x="62" y="142"/>
                </a:lnTo>
                <a:lnTo>
                  <a:pt x="66" y="142"/>
                </a:lnTo>
                <a:lnTo>
                  <a:pt x="70" y="142"/>
                </a:lnTo>
                <a:lnTo>
                  <a:pt x="70" y="14"/>
                </a:lnTo>
                <a:lnTo>
                  <a:pt x="75" y="15"/>
                </a:lnTo>
                <a:lnTo>
                  <a:pt x="81" y="15"/>
                </a:lnTo>
                <a:lnTo>
                  <a:pt x="88" y="15"/>
                </a:lnTo>
                <a:lnTo>
                  <a:pt x="96" y="16"/>
                </a:lnTo>
                <a:lnTo>
                  <a:pt x="98" y="17"/>
                </a:lnTo>
                <a:lnTo>
                  <a:pt x="101" y="17"/>
                </a:lnTo>
                <a:lnTo>
                  <a:pt x="104" y="17"/>
                </a:lnTo>
                <a:lnTo>
                  <a:pt x="108" y="17"/>
                </a:lnTo>
                <a:lnTo>
                  <a:pt x="107" y="15"/>
                </a:lnTo>
                <a:lnTo>
                  <a:pt x="107" y="14"/>
                </a:lnTo>
                <a:lnTo>
                  <a:pt x="107" y="11"/>
                </a:lnTo>
                <a:lnTo>
                  <a:pt x="107" y="8"/>
                </a:lnTo>
                <a:lnTo>
                  <a:pt x="107" y="6"/>
                </a:lnTo>
                <a:lnTo>
                  <a:pt x="107" y="4"/>
                </a:lnTo>
                <a:lnTo>
                  <a:pt x="107" y="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920" rIns="90000" bIns="16920" anchor="ctr">
            <a:noAutofit/>
          </a:bodyPr>
          <a:lstStyle/>
          <a:p>
            <a:endParaRPr/>
          </a:p>
        </p:txBody>
      </p:sp>
      <p:sp>
        <p:nvSpPr>
          <p:cNvPr id="245" name="iS1îḓê">
            <a:extLst>
              <a:ext uri="{FF2B5EF4-FFF2-40B4-BE49-F238E27FC236}">
                <a16:creationId xmlns:a16="http://schemas.microsoft.com/office/drawing/2014/main" id="{DCF496EE-48FE-4BFC-8B41-5960CD46F917}"/>
              </a:ext>
            </a:extLst>
          </p:cNvPr>
          <p:cNvSpPr>
            <a:spLocks noGrp="1"/>
          </p:cNvSpPr>
          <p:nvPr/>
        </p:nvSpPr>
        <p:spPr>
          <a:xfrm>
            <a:off x="2514600" y="955440"/>
            <a:ext cx="38880" cy="44640"/>
          </a:xfrm>
          <a:custGeom>
            <a:avLst/>
            <a:gdLst>
              <a:gd name="textAreaLeft" fmla="*/ 0 w 38880"/>
              <a:gd name="textAreaRight" fmla="*/ 39240 w 38880"/>
              <a:gd name="textAreaTop" fmla="*/ 0 h 44640"/>
              <a:gd name="textAreaBottom" fmla="*/ 45000 h 44640"/>
              <a:gd name="GluePoint1X" fmla="*/ 89 w 90"/>
              <a:gd name="GluePoint1Y" fmla="*/ 30 h 103"/>
              <a:gd name="GluePoint2X" fmla="*/ 85 w 90"/>
              <a:gd name="GluePoint2Y" fmla="*/ 21 h 103"/>
              <a:gd name="GluePoint3X" fmla="*/ 81 w 90"/>
              <a:gd name="GluePoint3Y" fmla="*/ 14 h 103"/>
              <a:gd name="GluePoint4X" fmla="*/ 75 w 90"/>
              <a:gd name="GluePoint4Y" fmla="*/ 8 h 103"/>
              <a:gd name="GluePoint5X" fmla="*/ 67 w 90"/>
              <a:gd name="GluePoint5Y" fmla="*/ 4 h 103"/>
              <a:gd name="GluePoint6X" fmla="*/ 58 w 90"/>
              <a:gd name="GluePoint6Y" fmla="*/ 1 h 103"/>
              <a:gd name="GluePoint7X" fmla="*/ 48 w 90"/>
              <a:gd name="GluePoint7Y" fmla="*/ 0 h 103"/>
              <a:gd name="GluePoint8X" fmla="*/ 37 w 90"/>
              <a:gd name="GluePoint8Y" fmla="*/ 1 h 103"/>
              <a:gd name="GluePoint9X" fmla="*/ 27 w 90"/>
              <a:gd name="GluePoint9Y" fmla="*/ 4 h 103"/>
              <a:gd name="GluePoint10X" fmla="*/ 19 w 90"/>
              <a:gd name="GluePoint10Y" fmla="*/ 8 h 103"/>
              <a:gd name="GluePoint11X" fmla="*/ 13 w 90"/>
              <a:gd name="GluePoint11Y" fmla="*/ 14 h 103"/>
              <a:gd name="GluePoint12X" fmla="*/ 7 w 90"/>
              <a:gd name="GluePoint12Y" fmla="*/ 21 h 103"/>
              <a:gd name="GluePoint13X" fmla="*/ 3 w 90"/>
              <a:gd name="GluePoint13Y" fmla="*/ 29 h 103"/>
              <a:gd name="GluePoint14X" fmla="*/ 1 w 90"/>
              <a:gd name="GluePoint14Y" fmla="*/ 38 h 103"/>
              <a:gd name="GluePoint15X" fmla="*/ 0 w 90"/>
              <a:gd name="GluePoint15Y" fmla="*/ 50 h 103"/>
              <a:gd name="GluePoint16X" fmla="*/ 1 w 90"/>
              <a:gd name="GluePoint16Y" fmla="*/ 63 h 103"/>
              <a:gd name="GluePoint17X" fmla="*/ 3 w 90"/>
              <a:gd name="GluePoint17Y" fmla="*/ 73 h 103"/>
              <a:gd name="GluePoint18X" fmla="*/ 8 w 90"/>
              <a:gd name="GluePoint18Y" fmla="*/ 82 h 103"/>
              <a:gd name="GluePoint19X" fmla="*/ 13 w 90"/>
              <a:gd name="GluePoint19Y" fmla="*/ 90 h 103"/>
              <a:gd name="GluePoint20X" fmla="*/ 21 w 90"/>
              <a:gd name="GluePoint20Y" fmla="*/ 95 h 103"/>
              <a:gd name="GluePoint21X" fmla="*/ 29 w 90"/>
              <a:gd name="GluePoint21Y" fmla="*/ 99 h 103"/>
              <a:gd name="GluePoint22X" fmla="*/ 40 w 90"/>
              <a:gd name="GluePoint22Y" fmla="*/ 103 h 103"/>
              <a:gd name="GluePoint23X" fmla="*/ 52 w 90"/>
              <a:gd name="GluePoint23Y" fmla="*/ 103 h 103"/>
              <a:gd name="GluePoint24X" fmla="*/ 60 w 90"/>
              <a:gd name="GluePoint24Y" fmla="*/ 103 h 103"/>
              <a:gd name="GluePoint25X" fmla="*/ 68 w 90"/>
              <a:gd name="GluePoint25Y" fmla="*/ 102 h 103"/>
              <a:gd name="GluePoint26X" fmla="*/ 75 w 90"/>
              <a:gd name="GluePoint26Y" fmla="*/ 99 h 103"/>
              <a:gd name="GluePoint27X" fmla="*/ 82 w 90"/>
              <a:gd name="GluePoint27Y" fmla="*/ 95 h 103"/>
              <a:gd name="GluePoint28X" fmla="*/ 84 w 90"/>
              <a:gd name="GluePoint28Y" fmla="*/ 82 h 103"/>
              <a:gd name="GluePoint29X" fmla="*/ 78 w 90"/>
              <a:gd name="GluePoint29Y" fmla="*/ 86 h 103"/>
              <a:gd name="GluePoint30X" fmla="*/ 72 w 90"/>
              <a:gd name="GluePoint30Y" fmla="*/ 89 h 103"/>
              <a:gd name="GluePoint31X" fmla="*/ 65 w 90"/>
              <a:gd name="GluePoint31Y" fmla="*/ 91 h 103"/>
              <a:gd name="GluePoint32X" fmla="*/ 59 w 90"/>
              <a:gd name="GluePoint32Y" fmla="*/ 91 h 103"/>
              <a:gd name="GluePoint33X" fmla="*/ 52 w 90"/>
              <a:gd name="GluePoint33Y" fmla="*/ 91 h 103"/>
              <a:gd name="GluePoint34X" fmla="*/ 46 w 90"/>
              <a:gd name="GluePoint34Y" fmla="*/ 89 h 103"/>
              <a:gd name="GluePoint35X" fmla="*/ 41 w 90"/>
              <a:gd name="GluePoint35Y" fmla="*/ 86 h 103"/>
              <a:gd name="GluePoint36X" fmla="*/ 37 w 90"/>
              <a:gd name="GluePoint36Y" fmla="*/ 82 h 103"/>
              <a:gd name="GluePoint37X" fmla="*/ 33 w 90"/>
              <a:gd name="GluePoint37Y" fmla="*/ 76 h 103"/>
              <a:gd name="GluePoint38X" fmla="*/ 32 w 90"/>
              <a:gd name="GluePoint38Y" fmla="*/ 70 h 103"/>
              <a:gd name="GluePoint39X" fmla="*/ 31 w 90"/>
              <a:gd name="GluePoint39Y" fmla="*/ 62 h 103"/>
              <a:gd name="GluePoint40X" fmla="*/ 30 w 90"/>
              <a:gd name="GluePoint40Y" fmla="*/ 52 h 103"/>
              <a:gd name="GluePoint41X" fmla="*/ 90 w 90"/>
              <a:gd name="GluePoint41Y" fmla="*/ 46 h 103"/>
              <a:gd name="GluePoint42X" fmla="*/ 89 w 90"/>
              <a:gd name="GluePoint42Y" fmla="*/ 34 h 103"/>
              <a:gd name="GluePoint43X" fmla="*/ 31 w 90"/>
              <a:gd name="GluePoint43Y" fmla="*/ 34 h 103"/>
              <a:gd name="GluePoint44X" fmla="*/ 33 w 90"/>
              <a:gd name="GluePoint44Y" fmla="*/ 26 h 103"/>
              <a:gd name="GluePoint45X" fmla="*/ 33 w 90"/>
              <a:gd name="GluePoint45Y" fmla="*/ 20 h 103"/>
              <a:gd name="GluePoint46X" fmla="*/ 36 w 90"/>
              <a:gd name="GluePoint46Y" fmla="*/ 16 h 103"/>
              <a:gd name="GluePoint47X" fmla="*/ 39 w 90"/>
              <a:gd name="GluePoint47Y" fmla="*/ 12 h 103"/>
              <a:gd name="GluePoint48X" fmla="*/ 42 w 90"/>
              <a:gd name="GluePoint48Y" fmla="*/ 10 h 103"/>
              <a:gd name="GluePoint49X" fmla="*/ 45 w 90"/>
              <a:gd name="GluePoint49Y" fmla="*/ 9 h 103"/>
              <a:gd name="GluePoint50X" fmla="*/ 49 w 90"/>
              <a:gd name="GluePoint50Y" fmla="*/ 9 h 103"/>
              <a:gd name="GluePoint51X" fmla="*/ 52 w 90"/>
              <a:gd name="GluePoint51Y" fmla="*/ 10 h 103"/>
              <a:gd name="GluePoint52X" fmla="*/ 55 w 90"/>
              <a:gd name="GluePoint52Y" fmla="*/ 12 h 103"/>
              <a:gd name="GluePoint53X" fmla="*/ 57 w 90"/>
              <a:gd name="GluePoint53Y" fmla="*/ 16 h 103"/>
              <a:gd name="GluePoint54X" fmla="*/ 60 w 90"/>
              <a:gd name="GluePoint54Y" fmla="*/ 22 h 103"/>
              <a:gd name="GluePoint55X" fmla="*/ 61 w 90"/>
              <a:gd name="GluePoint55Y" fmla="*/ 34 h 103"/>
              <a:gd name="GluePoint56X" fmla="*/ 30 w 90"/>
              <a:gd name="GluePoint56Y" fmla="*/ 42 h 103"/>
            </a:gdLst>
            <a:ahLst/>
            <a:cxnLst/>
            <a:rect l="textAreaLeft" t="textAreaTop" r="textAreaRight" b="textAreaBottom"/>
            <a:pathLst>
              <a:path w="90" h="103">
                <a:moveTo>
                  <a:pt x="89" y="34"/>
                </a:moveTo>
                <a:lnTo>
                  <a:pt x="89" y="30"/>
                </a:lnTo>
                <a:lnTo>
                  <a:pt x="87" y="26"/>
                </a:lnTo>
                <a:lnTo>
                  <a:pt x="85" y="21"/>
                </a:lnTo>
                <a:lnTo>
                  <a:pt x="83" y="18"/>
                </a:lnTo>
                <a:lnTo>
                  <a:pt x="81" y="14"/>
                </a:lnTo>
                <a:lnTo>
                  <a:pt x="78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8" y="1"/>
                </a:lnTo>
                <a:lnTo>
                  <a:pt x="53" y="0"/>
                </a:lnTo>
                <a:lnTo>
                  <a:pt x="48" y="0"/>
                </a:lnTo>
                <a:lnTo>
                  <a:pt x="42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6" y="10"/>
                </a:lnTo>
                <a:lnTo>
                  <a:pt x="13" y="14"/>
                </a:lnTo>
                <a:lnTo>
                  <a:pt x="9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8" y="82"/>
                </a:lnTo>
                <a:lnTo>
                  <a:pt x="10" y="86"/>
                </a:lnTo>
                <a:lnTo>
                  <a:pt x="13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29" y="99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8" y="97"/>
                </a:lnTo>
                <a:lnTo>
                  <a:pt x="82" y="95"/>
                </a:lnTo>
                <a:lnTo>
                  <a:pt x="86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6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6" y="79"/>
                </a:lnTo>
                <a:lnTo>
                  <a:pt x="33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0" y="57"/>
                </a:lnTo>
                <a:lnTo>
                  <a:pt x="30" y="52"/>
                </a:lnTo>
                <a:lnTo>
                  <a:pt x="90" y="52"/>
                </a:lnTo>
                <a:lnTo>
                  <a:pt x="90" y="46"/>
                </a:lnTo>
                <a:lnTo>
                  <a:pt x="90" y="40"/>
                </a:lnTo>
                <a:lnTo>
                  <a:pt x="89" y="34"/>
                </a:lnTo>
                <a:close/>
                <a:moveTo>
                  <a:pt x="30" y="42"/>
                </a:moveTo>
                <a:lnTo>
                  <a:pt x="31" y="34"/>
                </a:lnTo>
                <a:lnTo>
                  <a:pt x="32" y="28"/>
                </a:lnTo>
                <a:lnTo>
                  <a:pt x="33" y="26"/>
                </a:lnTo>
                <a:lnTo>
                  <a:pt x="33" y="22"/>
                </a:lnTo>
                <a:lnTo>
                  <a:pt x="33" y="20"/>
                </a:lnTo>
                <a:lnTo>
                  <a:pt x="35" y="18"/>
                </a:lnTo>
                <a:lnTo>
                  <a:pt x="36" y="16"/>
                </a:lnTo>
                <a:lnTo>
                  <a:pt x="37" y="14"/>
                </a:lnTo>
                <a:lnTo>
                  <a:pt x="39" y="12"/>
                </a:lnTo>
                <a:lnTo>
                  <a:pt x="41" y="11"/>
                </a:lnTo>
                <a:lnTo>
                  <a:pt x="42" y="10"/>
                </a:lnTo>
                <a:lnTo>
                  <a:pt x="44" y="10"/>
                </a:lnTo>
                <a:lnTo>
                  <a:pt x="45" y="9"/>
                </a:lnTo>
                <a:lnTo>
                  <a:pt x="48" y="9"/>
                </a:lnTo>
                <a:lnTo>
                  <a:pt x="49" y="9"/>
                </a:lnTo>
                <a:lnTo>
                  <a:pt x="51" y="10"/>
                </a:lnTo>
                <a:lnTo>
                  <a:pt x="52" y="10"/>
                </a:lnTo>
                <a:lnTo>
                  <a:pt x="53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7" y="18"/>
                </a:lnTo>
                <a:lnTo>
                  <a:pt x="60" y="22"/>
                </a:lnTo>
                <a:lnTo>
                  <a:pt x="61" y="28"/>
                </a:lnTo>
                <a:lnTo>
                  <a:pt x="61" y="34"/>
                </a:lnTo>
                <a:lnTo>
                  <a:pt x="61" y="42"/>
                </a:lnTo>
                <a:lnTo>
                  <a:pt x="30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246" name="îsḷîḓè">
            <a:extLst>
              <a:ext uri="{FF2B5EF4-FFF2-40B4-BE49-F238E27FC236}">
                <a16:creationId xmlns:a16="http://schemas.microsoft.com/office/drawing/2014/main" id="{FE658464-B8EB-41B9-BD2B-34F43989F803}"/>
              </a:ext>
            </a:extLst>
          </p:cNvPr>
          <p:cNvSpPr>
            <a:spLocks noGrp="1"/>
          </p:cNvSpPr>
          <p:nvPr/>
        </p:nvSpPr>
        <p:spPr>
          <a:xfrm>
            <a:off x="256608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32 w 91"/>
              <a:gd name="GluePoint1Y" fmla="*/ 41 h 103"/>
              <a:gd name="GluePoint2X" fmla="*/ 33 w 91"/>
              <a:gd name="GluePoint2Y" fmla="*/ 33 h 103"/>
              <a:gd name="GluePoint3X" fmla="*/ 36 w 91"/>
              <a:gd name="GluePoint3Y" fmla="*/ 26 h 103"/>
              <a:gd name="GluePoint4X" fmla="*/ 38 w 91"/>
              <a:gd name="GluePoint4Y" fmla="*/ 20 h 103"/>
              <a:gd name="GluePoint5X" fmla="*/ 42 w 91"/>
              <a:gd name="GluePoint5Y" fmla="*/ 16 h 103"/>
              <a:gd name="GluePoint6X" fmla="*/ 46 w 91"/>
              <a:gd name="GluePoint6Y" fmla="*/ 12 h 103"/>
              <a:gd name="GluePoint7X" fmla="*/ 51 w 91"/>
              <a:gd name="GluePoint7Y" fmla="*/ 10 h 103"/>
              <a:gd name="GluePoint8X" fmla="*/ 56 w 91"/>
              <a:gd name="GluePoint8Y" fmla="*/ 9 h 103"/>
              <a:gd name="GluePoint9X" fmla="*/ 64 w 91"/>
              <a:gd name="GluePoint9Y" fmla="*/ 10 h 103"/>
              <a:gd name="GluePoint10X" fmla="*/ 68 w 91"/>
              <a:gd name="GluePoint10Y" fmla="*/ 13 h 103"/>
              <a:gd name="GluePoint11X" fmla="*/ 70 w 91"/>
              <a:gd name="GluePoint11Y" fmla="*/ 15 h 103"/>
              <a:gd name="GluePoint12X" fmla="*/ 75 w 91"/>
              <a:gd name="GluePoint12Y" fmla="*/ 22 h 103"/>
              <a:gd name="GluePoint13X" fmla="*/ 78 w 91"/>
              <a:gd name="GluePoint13Y" fmla="*/ 31 h 103"/>
              <a:gd name="GluePoint14X" fmla="*/ 91 w 91"/>
              <a:gd name="GluePoint14Y" fmla="*/ 9 h 103"/>
              <a:gd name="GluePoint15X" fmla="*/ 84 w 91"/>
              <a:gd name="GluePoint15Y" fmla="*/ 5 h 103"/>
              <a:gd name="GluePoint16X" fmla="*/ 75 w 91"/>
              <a:gd name="GluePoint16Y" fmla="*/ 2 h 103"/>
              <a:gd name="GluePoint17X" fmla="*/ 65 w 91"/>
              <a:gd name="GluePoint17Y" fmla="*/ 1 h 103"/>
              <a:gd name="GluePoint18X" fmla="*/ 55 w 91"/>
              <a:gd name="GluePoint18Y" fmla="*/ 0 h 103"/>
              <a:gd name="GluePoint19X" fmla="*/ 43 w 91"/>
              <a:gd name="GluePoint19Y" fmla="*/ 2 h 103"/>
              <a:gd name="GluePoint20X" fmla="*/ 32 w 91"/>
              <a:gd name="GluePoint20Y" fmla="*/ 5 h 103"/>
              <a:gd name="GluePoint21X" fmla="*/ 23 w 91"/>
              <a:gd name="GluePoint21Y" fmla="*/ 9 h 103"/>
              <a:gd name="GluePoint22X" fmla="*/ 15 w 91"/>
              <a:gd name="GluePoint22Y" fmla="*/ 15 h 103"/>
              <a:gd name="GluePoint23X" fmla="*/ 9 w 91"/>
              <a:gd name="GluePoint23Y" fmla="*/ 22 h 103"/>
              <a:gd name="GluePoint24X" fmla="*/ 4 w 91"/>
              <a:gd name="GluePoint24Y" fmla="*/ 31 h 103"/>
              <a:gd name="GluePoint25X" fmla="*/ 1 w 91"/>
              <a:gd name="GluePoint25Y" fmla="*/ 42 h 103"/>
              <a:gd name="GluePoint26X" fmla="*/ 0 w 91"/>
              <a:gd name="GluePoint26Y" fmla="*/ 54 h 103"/>
              <a:gd name="GluePoint27X" fmla="*/ 1 w 91"/>
              <a:gd name="GluePoint27Y" fmla="*/ 65 h 103"/>
              <a:gd name="GluePoint28X" fmla="*/ 4 w 91"/>
              <a:gd name="GluePoint28Y" fmla="*/ 75 h 103"/>
              <a:gd name="GluePoint29X" fmla="*/ 8 w 91"/>
              <a:gd name="GluePoint29Y" fmla="*/ 83 h 103"/>
              <a:gd name="GluePoint30X" fmla="*/ 14 w 91"/>
              <a:gd name="GluePoint30Y" fmla="*/ 91 h 103"/>
              <a:gd name="GluePoint31X" fmla="*/ 22 w 91"/>
              <a:gd name="GluePoint31Y" fmla="*/ 96 h 103"/>
              <a:gd name="GluePoint32X" fmla="*/ 32 w 91"/>
              <a:gd name="GluePoint32Y" fmla="*/ 100 h 103"/>
              <a:gd name="GluePoint33X" fmla="*/ 42 w 91"/>
              <a:gd name="GluePoint33Y" fmla="*/ 103 h 103"/>
              <a:gd name="GluePoint34X" fmla="*/ 55 w 91"/>
              <a:gd name="GluePoint34Y" fmla="*/ 103 h 103"/>
              <a:gd name="GluePoint35X" fmla="*/ 72 w 91"/>
              <a:gd name="GluePoint35Y" fmla="*/ 102 h 103"/>
              <a:gd name="GluePoint36X" fmla="*/ 77 w 91"/>
              <a:gd name="GluePoint36Y" fmla="*/ 99 h 103"/>
              <a:gd name="GluePoint37X" fmla="*/ 83 w 91"/>
              <a:gd name="GluePoint37Y" fmla="*/ 97 h 103"/>
              <a:gd name="GluePoint38X" fmla="*/ 84 w 91"/>
              <a:gd name="GluePoint38Y" fmla="*/ 82 h 103"/>
              <a:gd name="GluePoint39X" fmla="*/ 80 w 91"/>
              <a:gd name="GluePoint39Y" fmla="*/ 86 h 103"/>
              <a:gd name="GluePoint40X" fmla="*/ 74 w 91"/>
              <a:gd name="GluePoint40Y" fmla="*/ 89 h 103"/>
              <a:gd name="GluePoint41X" fmla="*/ 68 w 91"/>
              <a:gd name="GluePoint41Y" fmla="*/ 91 h 103"/>
              <a:gd name="GluePoint42X" fmla="*/ 62 w 91"/>
              <a:gd name="GluePoint42Y" fmla="*/ 91 h 103"/>
              <a:gd name="GluePoint43X" fmla="*/ 55 w 91"/>
              <a:gd name="GluePoint43Y" fmla="*/ 91 h 103"/>
              <a:gd name="GluePoint44X" fmla="*/ 48 w 91"/>
              <a:gd name="GluePoint44Y" fmla="*/ 89 h 103"/>
              <a:gd name="GluePoint45X" fmla="*/ 43 w 91"/>
              <a:gd name="GluePoint45Y" fmla="*/ 86 h 103"/>
              <a:gd name="GluePoint46X" fmla="*/ 38 w 91"/>
              <a:gd name="GluePoint46Y" fmla="*/ 81 h 103"/>
              <a:gd name="GluePoint47X" fmla="*/ 35 w 91"/>
              <a:gd name="GluePoint47Y" fmla="*/ 75 h 103"/>
              <a:gd name="GluePoint48X" fmla="*/ 32 w 91"/>
              <a:gd name="GluePoint48Y" fmla="*/ 68 h 103"/>
              <a:gd name="GluePoint49X" fmla="*/ 31 w 91"/>
              <a:gd name="GluePoint49Y" fmla="*/ 60 h 103"/>
              <a:gd name="GluePoint50X" fmla="*/ 31 w 91"/>
              <a:gd name="GluePoint50Y" fmla="*/ 51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31" y="46"/>
                </a:moveTo>
                <a:lnTo>
                  <a:pt x="32" y="41"/>
                </a:lnTo>
                <a:lnTo>
                  <a:pt x="32" y="37"/>
                </a:lnTo>
                <a:lnTo>
                  <a:pt x="33" y="33"/>
                </a:lnTo>
                <a:lnTo>
                  <a:pt x="34" y="29"/>
                </a:lnTo>
                <a:lnTo>
                  <a:pt x="36" y="26"/>
                </a:lnTo>
                <a:lnTo>
                  <a:pt x="36" y="23"/>
                </a:lnTo>
                <a:lnTo>
                  <a:pt x="38" y="20"/>
                </a:lnTo>
                <a:lnTo>
                  <a:pt x="40" y="18"/>
                </a:lnTo>
                <a:lnTo>
                  <a:pt x="42" y="16"/>
                </a:lnTo>
                <a:lnTo>
                  <a:pt x="44" y="14"/>
                </a:lnTo>
                <a:lnTo>
                  <a:pt x="46" y="12"/>
                </a:lnTo>
                <a:lnTo>
                  <a:pt x="48" y="10"/>
                </a:lnTo>
                <a:lnTo>
                  <a:pt x="51" y="10"/>
                </a:lnTo>
                <a:lnTo>
                  <a:pt x="53" y="9"/>
                </a:lnTo>
                <a:lnTo>
                  <a:pt x="56" y="9"/>
                </a:lnTo>
                <a:lnTo>
                  <a:pt x="60" y="10"/>
                </a:lnTo>
                <a:lnTo>
                  <a:pt x="64" y="10"/>
                </a:lnTo>
                <a:lnTo>
                  <a:pt x="66" y="12"/>
                </a:lnTo>
                <a:lnTo>
                  <a:pt x="68" y="13"/>
                </a:lnTo>
                <a:lnTo>
                  <a:pt x="68" y="14"/>
                </a:lnTo>
                <a:lnTo>
                  <a:pt x="70" y="15"/>
                </a:lnTo>
                <a:lnTo>
                  <a:pt x="72" y="18"/>
                </a:lnTo>
                <a:lnTo>
                  <a:pt x="75" y="22"/>
                </a:lnTo>
                <a:lnTo>
                  <a:pt x="76" y="26"/>
                </a:lnTo>
                <a:lnTo>
                  <a:pt x="78" y="31"/>
                </a:lnTo>
                <a:lnTo>
                  <a:pt x="83" y="31"/>
                </a:lnTo>
                <a:lnTo>
                  <a:pt x="91" y="9"/>
                </a:lnTo>
                <a:lnTo>
                  <a:pt x="88" y="7"/>
                </a:lnTo>
                <a:lnTo>
                  <a:pt x="84" y="5"/>
                </a:lnTo>
                <a:lnTo>
                  <a:pt x="79" y="4"/>
                </a:lnTo>
                <a:lnTo>
                  <a:pt x="75" y="2"/>
                </a:lnTo>
                <a:lnTo>
                  <a:pt x="70" y="2"/>
                </a:lnTo>
                <a:lnTo>
                  <a:pt x="65" y="1"/>
                </a:lnTo>
                <a:lnTo>
                  <a:pt x="60" y="0"/>
                </a:lnTo>
                <a:lnTo>
                  <a:pt x="55" y="0"/>
                </a:lnTo>
                <a:lnTo>
                  <a:pt x="48" y="1"/>
                </a:lnTo>
                <a:lnTo>
                  <a:pt x="43" y="2"/>
                </a:lnTo>
                <a:lnTo>
                  <a:pt x="37" y="3"/>
                </a:lnTo>
                <a:lnTo>
                  <a:pt x="32" y="5"/>
                </a:lnTo>
                <a:lnTo>
                  <a:pt x="27" y="6"/>
                </a:lnTo>
                <a:lnTo>
                  <a:pt x="23" y="9"/>
                </a:lnTo>
                <a:lnTo>
                  <a:pt x="19" y="12"/>
                </a:lnTo>
                <a:lnTo>
                  <a:pt x="15" y="15"/>
                </a:lnTo>
                <a:lnTo>
                  <a:pt x="12" y="18"/>
                </a:lnTo>
                <a:lnTo>
                  <a:pt x="9" y="22"/>
                </a:lnTo>
                <a:lnTo>
                  <a:pt x="7" y="27"/>
                </a:lnTo>
                <a:lnTo>
                  <a:pt x="4" y="31"/>
                </a:lnTo>
                <a:lnTo>
                  <a:pt x="3" y="36"/>
                </a:lnTo>
                <a:lnTo>
                  <a:pt x="1" y="42"/>
                </a:lnTo>
                <a:lnTo>
                  <a:pt x="1" y="47"/>
                </a:lnTo>
                <a:lnTo>
                  <a:pt x="0" y="54"/>
                </a:lnTo>
                <a:lnTo>
                  <a:pt x="0" y="60"/>
                </a:lnTo>
                <a:lnTo>
                  <a:pt x="1" y="65"/>
                </a:lnTo>
                <a:lnTo>
                  <a:pt x="3" y="71"/>
                </a:lnTo>
                <a:lnTo>
                  <a:pt x="4" y="75"/>
                </a:lnTo>
                <a:lnTo>
                  <a:pt x="6" y="79"/>
                </a:lnTo>
                <a:lnTo>
                  <a:pt x="8" y="83"/>
                </a:lnTo>
                <a:lnTo>
                  <a:pt x="11" y="87"/>
                </a:lnTo>
                <a:lnTo>
                  <a:pt x="14" y="91"/>
                </a:lnTo>
                <a:lnTo>
                  <a:pt x="18" y="94"/>
                </a:lnTo>
                <a:lnTo>
                  <a:pt x="22" y="96"/>
                </a:lnTo>
                <a:lnTo>
                  <a:pt x="27" y="98"/>
                </a:lnTo>
                <a:lnTo>
                  <a:pt x="32" y="100"/>
                </a:lnTo>
                <a:lnTo>
                  <a:pt x="36" y="102"/>
                </a:lnTo>
                <a:lnTo>
                  <a:pt x="42" y="103"/>
                </a:lnTo>
                <a:lnTo>
                  <a:pt x="48" y="103"/>
                </a:lnTo>
                <a:lnTo>
                  <a:pt x="55" y="103"/>
                </a:lnTo>
                <a:lnTo>
                  <a:pt x="64" y="103"/>
                </a:lnTo>
                <a:lnTo>
                  <a:pt x="72" y="102"/>
                </a:lnTo>
                <a:lnTo>
                  <a:pt x="75" y="100"/>
                </a:lnTo>
                <a:lnTo>
                  <a:pt x="77" y="99"/>
                </a:lnTo>
                <a:lnTo>
                  <a:pt x="80" y="99"/>
                </a:lnTo>
                <a:lnTo>
                  <a:pt x="83" y="97"/>
                </a:lnTo>
                <a:lnTo>
                  <a:pt x="88" y="84"/>
                </a:lnTo>
                <a:lnTo>
                  <a:pt x="84" y="82"/>
                </a:lnTo>
                <a:lnTo>
                  <a:pt x="82" y="84"/>
                </a:lnTo>
                <a:lnTo>
                  <a:pt x="80" y="86"/>
                </a:lnTo>
                <a:lnTo>
                  <a:pt x="77" y="87"/>
                </a:lnTo>
                <a:lnTo>
                  <a:pt x="74" y="89"/>
                </a:lnTo>
                <a:lnTo>
                  <a:pt x="72" y="91"/>
                </a:lnTo>
                <a:lnTo>
                  <a:pt x="68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5" y="91"/>
                </a:lnTo>
                <a:lnTo>
                  <a:pt x="52" y="90"/>
                </a:lnTo>
                <a:lnTo>
                  <a:pt x="48" y="89"/>
                </a:lnTo>
                <a:lnTo>
                  <a:pt x="46" y="87"/>
                </a:lnTo>
                <a:lnTo>
                  <a:pt x="43" y="86"/>
                </a:lnTo>
                <a:lnTo>
                  <a:pt x="40" y="83"/>
                </a:lnTo>
                <a:lnTo>
                  <a:pt x="38" y="81"/>
                </a:lnTo>
                <a:lnTo>
                  <a:pt x="36" y="79"/>
                </a:lnTo>
                <a:lnTo>
                  <a:pt x="35" y="75"/>
                </a:lnTo>
                <a:lnTo>
                  <a:pt x="33" y="72"/>
                </a:lnTo>
                <a:lnTo>
                  <a:pt x="32" y="68"/>
                </a:lnTo>
                <a:lnTo>
                  <a:pt x="32" y="64"/>
                </a:lnTo>
                <a:lnTo>
                  <a:pt x="31" y="60"/>
                </a:lnTo>
                <a:lnTo>
                  <a:pt x="31" y="55"/>
                </a:lnTo>
                <a:lnTo>
                  <a:pt x="31" y="51"/>
                </a:lnTo>
                <a:lnTo>
                  <a:pt x="31" y="4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247" name="iṩļiḍè">
            <a:extLst>
              <a:ext uri="{FF2B5EF4-FFF2-40B4-BE49-F238E27FC236}">
                <a16:creationId xmlns:a16="http://schemas.microsoft.com/office/drawing/2014/main" id="{00FBB67D-AC4F-43E2-A80C-70C1995AA532}"/>
              </a:ext>
            </a:extLst>
          </p:cNvPr>
          <p:cNvSpPr>
            <a:spLocks noGrp="1"/>
          </p:cNvSpPr>
          <p:nvPr/>
        </p:nvSpPr>
        <p:spPr>
          <a:xfrm>
            <a:off x="261756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4 w 93"/>
              <a:gd name="GluePoint5Y" fmla="*/ 57 h 157"/>
              <a:gd name="GluePoint6X" fmla="*/ 66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9 w 93"/>
              <a:gd name="GluePoint11Y" fmla="*/ 71 h 157"/>
              <a:gd name="GluePoint12X" fmla="*/ 26 w 93"/>
              <a:gd name="GluePoint12Y" fmla="*/ 0 h 157"/>
              <a:gd name="GluePoint13X" fmla="*/ 18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2 w 93"/>
              <a:gd name="GluePoint20Y" fmla="*/ 157 h 157"/>
              <a:gd name="GluePoint21X" fmla="*/ 29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30 w 93"/>
              <a:gd name="GluePoint24Y" fmla="*/ 89 h 157"/>
              <a:gd name="GluePoint25X" fmla="*/ 31 w 93"/>
              <a:gd name="GluePoint25Y" fmla="*/ 84 h 157"/>
              <a:gd name="GluePoint26X" fmla="*/ 34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50 w 93"/>
              <a:gd name="GluePoint30Y" fmla="*/ 72 h 157"/>
              <a:gd name="GluePoint31X" fmla="*/ 54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2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5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6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2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79"/>
                </a:move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4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40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30" y="89"/>
                </a:lnTo>
                <a:lnTo>
                  <a:pt x="30" y="87"/>
                </a:lnTo>
                <a:lnTo>
                  <a:pt x="31" y="84"/>
                </a:lnTo>
                <a:lnTo>
                  <a:pt x="32" y="81"/>
                </a:lnTo>
                <a:lnTo>
                  <a:pt x="34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4" y="73"/>
                </a:lnTo>
                <a:lnTo>
                  <a:pt x="55" y="74"/>
                </a:lnTo>
                <a:lnTo>
                  <a:pt x="57" y="75"/>
                </a:lnTo>
                <a:lnTo>
                  <a:pt x="58" y="77"/>
                </a:lnTo>
                <a:lnTo>
                  <a:pt x="59" y="78"/>
                </a:lnTo>
                <a:lnTo>
                  <a:pt x="61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5" y="106"/>
                </a:lnTo>
                <a:lnTo>
                  <a:pt x="65" y="157"/>
                </a:lnTo>
                <a:lnTo>
                  <a:pt x="68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3" y="82"/>
                </a:lnTo>
                <a:lnTo>
                  <a:pt x="92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248" name="íSļiḓê">
            <a:extLst>
              <a:ext uri="{FF2B5EF4-FFF2-40B4-BE49-F238E27FC236}">
                <a16:creationId xmlns:a16="http://schemas.microsoft.com/office/drawing/2014/main" id="{69950A0D-5554-4794-A5B2-8ED36833BFD6}"/>
              </a:ext>
            </a:extLst>
          </p:cNvPr>
          <p:cNvSpPr>
            <a:spLocks noGrp="1"/>
          </p:cNvSpPr>
          <p:nvPr/>
        </p:nvSpPr>
        <p:spPr>
          <a:xfrm>
            <a:off x="267300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1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1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9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60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5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9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1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9" y="4"/>
                </a:lnTo>
                <a:lnTo>
                  <a:pt x="75" y="2"/>
                </a:lnTo>
                <a:lnTo>
                  <a:pt x="72" y="2"/>
                </a:lnTo>
                <a:lnTo>
                  <a:pt x="68" y="1"/>
                </a:lnTo>
                <a:lnTo>
                  <a:pt x="65" y="0"/>
                </a:lnTo>
                <a:lnTo>
                  <a:pt x="61" y="0"/>
                </a:lnTo>
                <a:lnTo>
                  <a:pt x="56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6" y="102"/>
                </a:lnTo>
                <a:lnTo>
                  <a:pt x="29" y="102"/>
                </a:lnTo>
                <a:lnTo>
                  <a:pt x="29" y="55"/>
                </a:lnTo>
                <a:lnTo>
                  <a:pt x="28" y="51"/>
                </a:lnTo>
                <a:lnTo>
                  <a:pt x="29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1" y="32"/>
                </a:lnTo>
                <a:lnTo>
                  <a:pt x="31" y="29"/>
                </a:lnTo>
                <a:lnTo>
                  <a:pt x="33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1" y="18"/>
                </a:lnTo>
                <a:lnTo>
                  <a:pt x="43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2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9" y="22"/>
                </a:lnTo>
                <a:lnTo>
                  <a:pt x="60" y="23"/>
                </a:lnTo>
                <a:lnTo>
                  <a:pt x="61" y="26"/>
                </a:lnTo>
                <a:lnTo>
                  <a:pt x="62" y="27"/>
                </a:lnTo>
                <a:lnTo>
                  <a:pt x="63" y="30"/>
                </a:lnTo>
                <a:lnTo>
                  <a:pt x="63" y="33"/>
                </a:lnTo>
                <a:lnTo>
                  <a:pt x="64" y="36"/>
                </a:lnTo>
                <a:lnTo>
                  <a:pt x="65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5" y="102"/>
                </a:lnTo>
                <a:lnTo>
                  <a:pt x="79" y="102"/>
                </a:lnTo>
                <a:lnTo>
                  <a:pt x="83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249" name="iṧļïḑe">
            <a:extLst>
              <a:ext uri="{FF2B5EF4-FFF2-40B4-BE49-F238E27FC236}">
                <a16:creationId xmlns:a16="http://schemas.microsoft.com/office/drawing/2014/main" id="{FA071300-8FA1-48DF-BBA7-D0C9E7AE5574}"/>
              </a:ext>
            </a:extLst>
          </p:cNvPr>
          <p:cNvSpPr>
            <a:spLocks noGrp="1"/>
          </p:cNvSpPr>
          <p:nvPr/>
        </p:nvSpPr>
        <p:spPr>
          <a:xfrm>
            <a:off x="272736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6 w 102"/>
              <a:gd name="GluePoint2Y" fmla="*/ 25 h 103"/>
              <a:gd name="GluePoint3X" fmla="*/ 91 w 102"/>
              <a:gd name="GluePoint3Y" fmla="*/ 17 h 103"/>
              <a:gd name="GluePoint4X" fmla="*/ 84 w 102"/>
              <a:gd name="GluePoint4Y" fmla="*/ 10 h 103"/>
              <a:gd name="GluePoint5X" fmla="*/ 76 w 102"/>
              <a:gd name="GluePoint5Y" fmla="*/ 6 h 103"/>
              <a:gd name="GluePoint6X" fmla="*/ 67 w 102"/>
              <a:gd name="GluePoint6Y" fmla="*/ 2 h 103"/>
              <a:gd name="GluePoint7X" fmla="*/ 56 w 102"/>
              <a:gd name="GluePoint7Y" fmla="*/ 1 h 103"/>
              <a:gd name="GluePoint8X" fmla="*/ 44 w 102"/>
              <a:gd name="GluePoint8Y" fmla="*/ 1 h 103"/>
              <a:gd name="GluePoint9X" fmla="*/ 33 w 102"/>
              <a:gd name="GluePoint9Y" fmla="*/ 2 h 103"/>
              <a:gd name="GluePoint10X" fmla="*/ 24 w 102"/>
              <a:gd name="GluePoint10Y" fmla="*/ 6 h 103"/>
              <a:gd name="GluePoint11X" fmla="*/ 16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1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1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6 w 102"/>
              <a:gd name="GluePoint20Y" fmla="*/ 94 h 103"/>
              <a:gd name="GluePoint21X" fmla="*/ 24 w 102"/>
              <a:gd name="GluePoint21Y" fmla="*/ 98 h 103"/>
              <a:gd name="GluePoint22X" fmla="*/ 33 w 102"/>
              <a:gd name="GluePoint22Y" fmla="*/ 102 h 103"/>
              <a:gd name="GluePoint23X" fmla="*/ 44 w 102"/>
              <a:gd name="GluePoint23Y" fmla="*/ 103 h 103"/>
              <a:gd name="GluePoint24X" fmla="*/ 56 w 102"/>
              <a:gd name="GluePoint24Y" fmla="*/ 103 h 103"/>
              <a:gd name="GluePoint25X" fmla="*/ 67 w 102"/>
              <a:gd name="GluePoint25Y" fmla="*/ 102 h 103"/>
              <a:gd name="GluePoint26X" fmla="*/ 76 w 102"/>
              <a:gd name="GluePoint26Y" fmla="*/ 98 h 103"/>
              <a:gd name="GluePoint27X" fmla="*/ 84 w 102"/>
              <a:gd name="GluePoint27Y" fmla="*/ 92 h 103"/>
              <a:gd name="GluePoint28X" fmla="*/ 91 w 102"/>
              <a:gd name="GluePoint28Y" fmla="*/ 86 h 103"/>
              <a:gd name="GluePoint29X" fmla="*/ 96 w 102"/>
              <a:gd name="GluePoint29Y" fmla="*/ 78 h 103"/>
              <a:gd name="GluePoint30X" fmla="*/ 100 w 102"/>
              <a:gd name="GluePoint30Y" fmla="*/ 68 h 103"/>
              <a:gd name="GluePoint31X" fmla="*/ 101 w 102"/>
              <a:gd name="GluePoint31Y" fmla="*/ 56 h 103"/>
              <a:gd name="GluePoint32X" fmla="*/ 101 w 102"/>
              <a:gd name="GluePoint32Y" fmla="*/ 44 h 103"/>
              <a:gd name="GluePoint33X" fmla="*/ 70 w 102"/>
              <a:gd name="GluePoint33Y" fmla="*/ 58 h 103"/>
              <a:gd name="GluePoint34X" fmla="*/ 68 w 102"/>
              <a:gd name="GluePoint34Y" fmla="*/ 72 h 103"/>
              <a:gd name="GluePoint35X" fmla="*/ 66 w 102"/>
              <a:gd name="GluePoint35Y" fmla="*/ 79 h 103"/>
              <a:gd name="GluePoint36X" fmla="*/ 64 w 102"/>
              <a:gd name="GluePoint36Y" fmla="*/ 86 h 103"/>
              <a:gd name="GluePoint37X" fmla="*/ 60 w 102"/>
              <a:gd name="GluePoint37Y" fmla="*/ 91 h 103"/>
              <a:gd name="GluePoint38X" fmla="*/ 56 w 102"/>
              <a:gd name="GluePoint38Y" fmla="*/ 94 h 103"/>
              <a:gd name="GluePoint39X" fmla="*/ 53 w 102"/>
              <a:gd name="GluePoint39Y" fmla="*/ 95 h 103"/>
              <a:gd name="GluePoint40X" fmla="*/ 48 w 102"/>
              <a:gd name="GluePoint40Y" fmla="*/ 95 h 103"/>
              <a:gd name="GluePoint41X" fmla="*/ 44 w 102"/>
              <a:gd name="GluePoint41Y" fmla="*/ 94 h 103"/>
              <a:gd name="GluePoint42X" fmla="*/ 40 w 102"/>
              <a:gd name="GluePoint42Y" fmla="*/ 91 h 103"/>
              <a:gd name="GluePoint43X" fmla="*/ 36 w 102"/>
              <a:gd name="GluePoint43Y" fmla="*/ 87 h 103"/>
              <a:gd name="GluePoint44X" fmla="*/ 34 w 102"/>
              <a:gd name="GluePoint44Y" fmla="*/ 83 h 103"/>
              <a:gd name="GluePoint45X" fmla="*/ 32 w 102"/>
              <a:gd name="GluePoint45Y" fmla="*/ 75 h 103"/>
              <a:gd name="GluePoint46X" fmla="*/ 31 w 102"/>
              <a:gd name="GluePoint46Y" fmla="*/ 68 h 103"/>
              <a:gd name="GluePoint47X" fmla="*/ 30 w 102"/>
              <a:gd name="GluePoint47Y" fmla="*/ 59 h 103"/>
              <a:gd name="GluePoint48X" fmla="*/ 30 w 102"/>
              <a:gd name="GluePoint48Y" fmla="*/ 49 h 103"/>
              <a:gd name="GluePoint49X" fmla="*/ 31 w 102"/>
              <a:gd name="GluePoint49Y" fmla="*/ 38 h 103"/>
              <a:gd name="GluePoint50X" fmla="*/ 32 w 102"/>
              <a:gd name="GluePoint50Y" fmla="*/ 30 h 103"/>
              <a:gd name="GluePoint51X" fmla="*/ 34 w 102"/>
              <a:gd name="GluePoint51Y" fmla="*/ 23 h 103"/>
              <a:gd name="GluePoint52X" fmla="*/ 36 w 102"/>
              <a:gd name="GluePoint52Y" fmla="*/ 18 h 103"/>
              <a:gd name="GluePoint53X" fmla="*/ 40 w 102"/>
              <a:gd name="GluePoint53Y" fmla="*/ 14 h 103"/>
              <a:gd name="GluePoint54X" fmla="*/ 44 w 102"/>
              <a:gd name="GluePoint54Y" fmla="*/ 10 h 103"/>
              <a:gd name="GluePoint55X" fmla="*/ 48 w 102"/>
              <a:gd name="GluePoint55Y" fmla="*/ 9 h 103"/>
              <a:gd name="GluePoint56X" fmla="*/ 53 w 102"/>
              <a:gd name="GluePoint56Y" fmla="*/ 9 h 103"/>
              <a:gd name="GluePoint57X" fmla="*/ 58 w 102"/>
              <a:gd name="GluePoint57Y" fmla="*/ 10 h 103"/>
              <a:gd name="GluePoint58X" fmla="*/ 61 w 102"/>
              <a:gd name="GluePoint58Y" fmla="*/ 13 h 103"/>
              <a:gd name="GluePoint59X" fmla="*/ 64 w 102"/>
              <a:gd name="GluePoint59Y" fmla="*/ 16 h 103"/>
              <a:gd name="GluePoint60X" fmla="*/ 67 w 102"/>
              <a:gd name="GluePoint60Y" fmla="*/ 22 h 103"/>
              <a:gd name="GluePoint61X" fmla="*/ 68 w 102"/>
              <a:gd name="GluePoint61Y" fmla="*/ 27 h 103"/>
              <a:gd name="GluePoint62X" fmla="*/ 70 w 102"/>
              <a:gd name="GluePoint62Y" fmla="*/ 38 h 103"/>
              <a:gd name="GluePoint63X" fmla="*/ 70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0" y="38"/>
                </a:moveTo>
                <a:lnTo>
                  <a:pt x="100" y="34"/>
                </a:lnTo>
                <a:lnTo>
                  <a:pt x="97" y="29"/>
                </a:lnTo>
                <a:lnTo>
                  <a:pt x="96" y="25"/>
                </a:lnTo>
                <a:lnTo>
                  <a:pt x="93" y="21"/>
                </a:lnTo>
                <a:lnTo>
                  <a:pt x="91" y="17"/>
                </a:lnTo>
                <a:lnTo>
                  <a:pt x="88" y="14"/>
                </a:lnTo>
                <a:lnTo>
                  <a:pt x="84" y="10"/>
                </a:lnTo>
                <a:lnTo>
                  <a:pt x="80" y="8"/>
                </a:lnTo>
                <a:lnTo>
                  <a:pt x="76" y="6"/>
                </a:lnTo>
                <a:lnTo>
                  <a:pt x="72" y="4"/>
                </a:lnTo>
                <a:lnTo>
                  <a:pt x="67" y="2"/>
                </a:lnTo>
                <a:lnTo>
                  <a:pt x="62" y="1"/>
                </a:lnTo>
                <a:lnTo>
                  <a:pt x="56" y="1"/>
                </a:lnTo>
                <a:lnTo>
                  <a:pt x="51" y="0"/>
                </a:lnTo>
                <a:lnTo>
                  <a:pt x="44" y="1"/>
                </a:lnTo>
                <a:lnTo>
                  <a:pt x="39" y="1"/>
                </a:lnTo>
                <a:lnTo>
                  <a:pt x="33" y="2"/>
                </a:lnTo>
                <a:lnTo>
                  <a:pt x="28" y="4"/>
                </a:lnTo>
                <a:lnTo>
                  <a:pt x="24" y="6"/>
                </a:lnTo>
                <a:lnTo>
                  <a:pt x="20" y="9"/>
                </a:lnTo>
                <a:lnTo>
                  <a:pt x="16" y="12"/>
                </a:lnTo>
                <a:lnTo>
                  <a:pt x="12" y="14"/>
                </a:lnTo>
                <a:lnTo>
                  <a:pt x="10" y="18"/>
                </a:lnTo>
                <a:lnTo>
                  <a:pt x="7" y="22"/>
                </a:lnTo>
                <a:lnTo>
                  <a:pt x="5" y="27"/>
                </a:lnTo>
                <a:lnTo>
                  <a:pt x="3" y="31"/>
                </a:lnTo>
                <a:lnTo>
                  <a:pt x="1" y="37"/>
                </a:lnTo>
                <a:lnTo>
                  <a:pt x="0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3" y="75"/>
                </a:lnTo>
                <a:lnTo>
                  <a:pt x="5" y="80"/>
                </a:lnTo>
                <a:lnTo>
                  <a:pt x="7" y="84"/>
                </a:lnTo>
                <a:lnTo>
                  <a:pt x="10" y="87"/>
                </a:lnTo>
                <a:lnTo>
                  <a:pt x="12" y="91"/>
                </a:lnTo>
                <a:lnTo>
                  <a:pt x="16" y="94"/>
                </a:lnTo>
                <a:lnTo>
                  <a:pt x="20" y="96"/>
                </a:lnTo>
                <a:lnTo>
                  <a:pt x="24" y="98"/>
                </a:lnTo>
                <a:lnTo>
                  <a:pt x="28" y="100"/>
                </a:lnTo>
                <a:lnTo>
                  <a:pt x="33" y="102"/>
                </a:lnTo>
                <a:lnTo>
                  <a:pt x="39" y="103"/>
                </a:lnTo>
                <a:lnTo>
                  <a:pt x="44" y="103"/>
                </a:lnTo>
                <a:lnTo>
                  <a:pt x="51" y="103"/>
                </a:lnTo>
                <a:lnTo>
                  <a:pt x="56" y="103"/>
                </a:lnTo>
                <a:lnTo>
                  <a:pt x="62" y="103"/>
                </a:lnTo>
                <a:lnTo>
                  <a:pt x="67" y="102"/>
                </a:lnTo>
                <a:lnTo>
                  <a:pt x="72" y="99"/>
                </a:lnTo>
                <a:lnTo>
                  <a:pt x="76" y="98"/>
                </a:lnTo>
                <a:lnTo>
                  <a:pt x="80" y="95"/>
                </a:lnTo>
                <a:lnTo>
                  <a:pt x="84" y="92"/>
                </a:lnTo>
                <a:lnTo>
                  <a:pt x="88" y="90"/>
                </a:lnTo>
                <a:lnTo>
                  <a:pt x="91" y="86"/>
                </a:lnTo>
                <a:lnTo>
                  <a:pt x="93" y="82"/>
                </a:lnTo>
                <a:lnTo>
                  <a:pt x="96" y="78"/>
                </a:lnTo>
                <a:lnTo>
                  <a:pt x="97" y="73"/>
                </a:lnTo>
                <a:lnTo>
                  <a:pt x="100" y="68"/>
                </a:lnTo>
                <a:lnTo>
                  <a:pt x="100" y="63"/>
                </a:lnTo>
                <a:lnTo>
                  <a:pt x="101" y="56"/>
                </a:lnTo>
                <a:lnTo>
                  <a:pt x="102" y="50"/>
                </a:lnTo>
                <a:lnTo>
                  <a:pt x="101" y="44"/>
                </a:lnTo>
                <a:lnTo>
                  <a:pt x="100" y="38"/>
                </a:lnTo>
                <a:close/>
                <a:moveTo>
                  <a:pt x="70" y="58"/>
                </a:moveTo>
                <a:lnTo>
                  <a:pt x="69" y="68"/>
                </a:lnTo>
                <a:lnTo>
                  <a:pt x="68" y="72"/>
                </a:lnTo>
                <a:lnTo>
                  <a:pt x="68" y="76"/>
                </a:lnTo>
                <a:lnTo>
                  <a:pt x="66" y="79"/>
                </a:lnTo>
                <a:lnTo>
                  <a:pt x="65" y="83"/>
                </a:lnTo>
                <a:lnTo>
                  <a:pt x="64" y="86"/>
                </a:lnTo>
                <a:lnTo>
                  <a:pt x="62" y="88"/>
                </a:lnTo>
                <a:lnTo>
                  <a:pt x="60" y="91"/>
                </a:lnTo>
                <a:lnTo>
                  <a:pt x="59" y="92"/>
                </a:lnTo>
                <a:lnTo>
                  <a:pt x="56" y="94"/>
                </a:lnTo>
                <a:lnTo>
                  <a:pt x="55" y="95"/>
                </a:lnTo>
                <a:lnTo>
                  <a:pt x="53" y="95"/>
                </a:lnTo>
                <a:lnTo>
                  <a:pt x="51" y="95"/>
                </a:lnTo>
                <a:lnTo>
                  <a:pt x="48" y="95"/>
                </a:lnTo>
                <a:lnTo>
                  <a:pt x="45" y="95"/>
                </a:lnTo>
                <a:lnTo>
                  <a:pt x="44" y="94"/>
                </a:lnTo>
                <a:lnTo>
                  <a:pt x="41" y="93"/>
                </a:lnTo>
                <a:lnTo>
                  <a:pt x="40" y="91"/>
                </a:lnTo>
                <a:lnTo>
                  <a:pt x="38" y="90"/>
                </a:lnTo>
                <a:lnTo>
                  <a:pt x="36" y="87"/>
                </a:lnTo>
                <a:lnTo>
                  <a:pt x="35" y="85"/>
                </a:lnTo>
                <a:lnTo>
                  <a:pt x="34" y="83"/>
                </a:lnTo>
                <a:lnTo>
                  <a:pt x="32" y="79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1" y="63"/>
                </a:lnTo>
                <a:lnTo>
                  <a:pt x="30" y="59"/>
                </a:lnTo>
                <a:lnTo>
                  <a:pt x="30" y="54"/>
                </a:lnTo>
                <a:lnTo>
                  <a:pt x="30" y="49"/>
                </a:lnTo>
                <a:lnTo>
                  <a:pt x="31" y="43"/>
                </a:lnTo>
                <a:lnTo>
                  <a:pt x="31" y="38"/>
                </a:lnTo>
                <a:lnTo>
                  <a:pt x="32" y="34"/>
                </a:lnTo>
                <a:lnTo>
                  <a:pt x="32" y="30"/>
                </a:lnTo>
                <a:lnTo>
                  <a:pt x="33" y="27"/>
                </a:lnTo>
                <a:lnTo>
                  <a:pt x="34" y="23"/>
                </a:lnTo>
                <a:lnTo>
                  <a:pt x="36" y="21"/>
                </a:lnTo>
                <a:lnTo>
                  <a:pt x="36" y="18"/>
                </a:lnTo>
                <a:lnTo>
                  <a:pt x="38" y="16"/>
                </a:lnTo>
                <a:lnTo>
                  <a:pt x="40" y="14"/>
                </a:lnTo>
                <a:lnTo>
                  <a:pt x="42" y="12"/>
                </a:lnTo>
                <a:lnTo>
                  <a:pt x="44" y="10"/>
                </a:lnTo>
                <a:lnTo>
                  <a:pt x="46" y="10"/>
                </a:lnTo>
                <a:lnTo>
                  <a:pt x="48" y="9"/>
                </a:lnTo>
                <a:lnTo>
                  <a:pt x="51" y="9"/>
                </a:lnTo>
                <a:lnTo>
                  <a:pt x="53" y="9"/>
                </a:lnTo>
                <a:lnTo>
                  <a:pt x="56" y="10"/>
                </a:lnTo>
                <a:lnTo>
                  <a:pt x="58" y="10"/>
                </a:lnTo>
                <a:lnTo>
                  <a:pt x="60" y="11"/>
                </a:lnTo>
                <a:lnTo>
                  <a:pt x="61" y="13"/>
                </a:lnTo>
                <a:lnTo>
                  <a:pt x="63" y="14"/>
                </a:lnTo>
                <a:lnTo>
                  <a:pt x="64" y="16"/>
                </a:lnTo>
                <a:lnTo>
                  <a:pt x="66" y="18"/>
                </a:lnTo>
                <a:lnTo>
                  <a:pt x="67" y="22"/>
                </a:lnTo>
                <a:lnTo>
                  <a:pt x="68" y="24"/>
                </a:lnTo>
                <a:lnTo>
                  <a:pt x="68" y="27"/>
                </a:lnTo>
                <a:lnTo>
                  <a:pt x="69" y="30"/>
                </a:lnTo>
                <a:lnTo>
                  <a:pt x="70" y="38"/>
                </a:lnTo>
                <a:lnTo>
                  <a:pt x="71" y="47"/>
                </a:lnTo>
                <a:lnTo>
                  <a:pt x="70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250" name="ïṧļïdé">
            <a:extLst>
              <a:ext uri="{FF2B5EF4-FFF2-40B4-BE49-F238E27FC236}">
                <a16:creationId xmlns:a16="http://schemas.microsoft.com/office/drawing/2014/main" id="{14696EF5-F60B-40C4-A5FA-992AC87956F6}"/>
              </a:ext>
            </a:extLst>
          </p:cNvPr>
          <p:cNvSpPr>
            <a:spLocks noGrp="1"/>
          </p:cNvSpPr>
          <p:nvPr/>
        </p:nvSpPr>
        <p:spPr>
          <a:xfrm>
            <a:off x="2786040" y="931320"/>
            <a:ext cx="11880" cy="68040"/>
          </a:xfrm>
          <a:custGeom>
            <a:avLst/>
            <a:gdLst>
              <a:gd name="textAreaLeft" fmla="*/ 0 w 11880"/>
              <a:gd name="textAreaRight" fmla="*/ 12240 w 11880"/>
              <a:gd name="textAreaTop" fmla="*/ 0 h 68040"/>
              <a:gd name="textAreaBottom" fmla="*/ 68400 h 68040"/>
              <a:gd name="GluePoint1X" fmla="*/ 20 w 28"/>
              <a:gd name="GluePoint1Y" fmla="*/ 1 h 157"/>
              <a:gd name="GluePoint2X" fmla="*/ 17 w 28"/>
              <a:gd name="GluePoint2Y" fmla="*/ 1 h 157"/>
              <a:gd name="GluePoint3X" fmla="*/ 14 w 28"/>
              <a:gd name="GluePoint3Y" fmla="*/ 1 h 157"/>
              <a:gd name="GluePoint4X" fmla="*/ 13 w 28"/>
              <a:gd name="GluePoint4Y" fmla="*/ 1 h 157"/>
              <a:gd name="GluePoint5X" fmla="*/ 11 w 28"/>
              <a:gd name="GluePoint5Y" fmla="*/ 1 h 157"/>
              <a:gd name="GluePoint6X" fmla="*/ 9 w 28"/>
              <a:gd name="GluePoint6Y" fmla="*/ 1 h 157"/>
              <a:gd name="GluePoint7X" fmla="*/ 7 w 28"/>
              <a:gd name="GluePoint7Y" fmla="*/ 1 h 157"/>
              <a:gd name="GluePoint8X" fmla="*/ 3 w 28"/>
              <a:gd name="GluePoint8Y" fmla="*/ 0 h 157"/>
              <a:gd name="GluePoint9X" fmla="*/ 0 w 28"/>
              <a:gd name="GluePoint9Y" fmla="*/ 0 h 157"/>
              <a:gd name="GluePoint10X" fmla="*/ 0 w 28"/>
              <a:gd name="GluePoint10Y" fmla="*/ 157 h 157"/>
              <a:gd name="GluePoint11X" fmla="*/ 3 w 28"/>
              <a:gd name="GluePoint11Y" fmla="*/ 157 h 157"/>
              <a:gd name="GluePoint12X" fmla="*/ 7 w 28"/>
              <a:gd name="GluePoint12Y" fmla="*/ 157 h 157"/>
              <a:gd name="GluePoint13X" fmla="*/ 11 w 28"/>
              <a:gd name="GluePoint13Y" fmla="*/ 157 h 157"/>
              <a:gd name="GluePoint14X" fmla="*/ 14 w 28"/>
              <a:gd name="GluePoint14Y" fmla="*/ 157 h 157"/>
              <a:gd name="GluePoint15X" fmla="*/ 17 w 28"/>
              <a:gd name="GluePoint15Y" fmla="*/ 157 h 157"/>
              <a:gd name="GluePoint16X" fmla="*/ 21 w 28"/>
              <a:gd name="GluePoint16Y" fmla="*/ 157 h 157"/>
              <a:gd name="GluePoint17X" fmla="*/ 24 w 28"/>
              <a:gd name="GluePoint17Y" fmla="*/ 157 h 157"/>
              <a:gd name="GluePoint18X" fmla="*/ 28 w 28"/>
              <a:gd name="GluePoint18Y" fmla="*/ 157 h 157"/>
              <a:gd name="GluePoint19X" fmla="*/ 28 w 28"/>
              <a:gd name="GluePoint19Y" fmla="*/ 0 h 157"/>
              <a:gd name="GluePoint20X" fmla="*/ 25 w 28"/>
              <a:gd name="GluePoint20Y" fmla="*/ 0 h 157"/>
              <a:gd name="GluePoint21X" fmla="*/ 20 w 28"/>
              <a:gd name="GluePoint21Y" fmla="*/ 1 h 157"/>
            </a:gdLst>
            <a:ahLst/>
            <a:cxnLst/>
            <a:rect l="textAreaLeft" t="textAreaTop" r="textAreaRight" b="textAreaBottom"/>
            <a:pathLst>
              <a:path w="28" h="157">
                <a:moveTo>
                  <a:pt x="20" y="1"/>
                </a:move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7" y="157"/>
                </a:lnTo>
                <a:lnTo>
                  <a:pt x="21" y="157"/>
                </a:lnTo>
                <a:lnTo>
                  <a:pt x="24" y="157"/>
                </a:lnTo>
                <a:lnTo>
                  <a:pt x="28" y="157"/>
                </a:lnTo>
                <a:lnTo>
                  <a:pt x="28" y="0"/>
                </a:lnTo>
                <a:lnTo>
                  <a:pt x="25" y="0"/>
                </a:lnTo>
                <a:lnTo>
                  <a:pt x="20" y="1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251" name="íṩliďé">
            <a:extLst>
              <a:ext uri="{FF2B5EF4-FFF2-40B4-BE49-F238E27FC236}">
                <a16:creationId xmlns:a16="http://schemas.microsoft.com/office/drawing/2014/main" id="{FEAFC29B-4E8F-480F-9229-6566E5322E91}"/>
              </a:ext>
            </a:extLst>
          </p:cNvPr>
          <p:cNvSpPr>
            <a:spLocks noGrp="1"/>
          </p:cNvSpPr>
          <p:nvPr/>
        </p:nvSpPr>
        <p:spPr>
          <a:xfrm>
            <a:off x="2812680" y="955440"/>
            <a:ext cx="44640" cy="44640"/>
          </a:xfrm>
          <a:custGeom>
            <a:avLst/>
            <a:gdLst>
              <a:gd name="textAreaLeft" fmla="*/ 0 w 44640"/>
              <a:gd name="textAreaRight" fmla="*/ 45000 w 44640"/>
              <a:gd name="textAreaTop" fmla="*/ 0 h 44640"/>
              <a:gd name="textAreaBottom" fmla="*/ 45000 h 44640"/>
              <a:gd name="GluePoint1X" fmla="*/ 100 w 103"/>
              <a:gd name="GluePoint1Y" fmla="*/ 34 h 103"/>
              <a:gd name="GluePoint2X" fmla="*/ 96 w 103"/>
              <a:gd name="GluePoint2Y" fmla="*/ 25 h 103"/>
              <a:gd name="GluePoint3X" fmla="*/ 92 w 103"/>
              <a:gd name="GluePoint3Y" fmla="*/ 17 h 103"/>
              <a:gd name="GluePoint4X" fmla="*/ 85 w 103"/>
              <a:gd name="GluePoint4Y" fmla="*/ 10 h 103"/>
              <a:gd name="GluePoint5X" fmla="*/ 77 w 103"/>
              <a:gd name="GluePoint5Y" fmla="*/ 6 h 103"/>
              <a:gd name="GluePoint6X" fmla="*/ 68 w 103"/>
              <a:gd name="GluePoint6Y" fmla="*/ 2 h 103"/>
              <a:gd name="GluePoint7X" fmla="*/ 57 w 103"/>
              <a:gd name="GluePoint7Y" fmla="*/ 1 h 103"/>
              <a:gd name="GluePoint8X" fmla="*/ 45 w 103"/>
              <a:gd name="GluePoint8Y" fmla="*/ 1 h 103"/>
              <a:gd name="GluePoint9X" fmla="*/ 35 w 103"/>
              <a:gd name="GluePoint9Y" fmla="*/ 2 h 103"/>
              <a:gd name="GluePoint10X" fmla="*/ 25 w 103"/>
              <a:gd name="GluePoint10Y" fmla="*/ 6 h 103"/>
              <a:gd name="GluePoint11X" fmla="*/ 17 w 103"/>
              <a:gd name="GluePoint11Y" fmla="*/ 12 h 103"/>
              <a:gd name="GluePoint12X" fmla="*/ 11 w 103"/>
              <a:gd name="GluePoint12Y" fmla="*/ 18 h 103"/>
              <a:gd name="GluePoint13X" fmla="*/ 5 w 103"/>
              <a:gd name="GluePoint13Y" fmla="*/ 27 h 103"/>
              <a:gd name="GluePoint14X" fmla="*/ 2 w 103"/>
              <a:gd name="GluePoint14Y" fmla="*/ 37 h 103"/>
              <a:gd name="GluePoint15X" fmla="*/ 0 w 103"/>
              <a:gd name="GluePoint15Y" fmla="*/ 48 h 103"/>
              <a:gd name="GluePoint16X" fmla="*/ 0 w 103"/>
              <a:gd name="GluePoint16Y" fmla="*/ 61 h 103"/>
              <a:gd name="GluePoint17X" fmla="*/ 2 w 103"/>
              <a:gd name="GluePoint17Y" fmla="*/ 71 h 103"/>
              <a:gd name="GluePoint18X" fmla="*/ 5 w 103"/>
              <a:gd name="GluePoint18Y" fmla="*/ 80 h 103"/>
              <a:gd name="GluePoint19X" fmla="*/ 11 w 103"/>
              <a:gd name="GluePoint19Y" fmla="*/ 87 h 103"/>
              <a:gd name="GluePoint20X" fmla="*/ 17 w 103"/>
              <a:gd name="GluePoint20Y" fmla="*/ 94 h 103"/>
              <a:gd name="GluePoint21X" fmla="*/ 25 w 103"/>
              <a:gd name="GluePoint21Y" fmla="*/ 98 h 103"/>
              <a:gd name="GluePoint22X" fmla="*/ 35 w 103"/>
              <a:gd name="GluePoint22Y" fmla="*/ 102 h 103"/>
              <a:gd name="GluePoint23X" fmla="*/ 45 w 103"/>
              <a:gd name="GluePoint23Y" fmla="*/ 103 h 103"/>
              <a:gd name="GluePoint24X" fmla="*/ 57 w 103"/>
              <a:gd name="GluePoint24Y" fmla="*/ 103 h 103"/>
              <a:gd name="GluePoint25X" fmla="*/ 68 w 103"/>
              <a:gd name="GluePoint25Y" fmla="*/ 102 h 103"/>
              <a:gd name="GluePoint26X" fmla="*/ 77 w 103"/>
              <a:gd name="GluePoint26Y" fmla="*/ 98 h 103"/>
              <a:gd name="GluePoint27X" fmla="*/ 85 w 103"/>
              <a:gd name="GluePoint27Y" fmla="*/ 92 h 103"/>
              <a:gd name="GluePoint28X" fmla="*/ 92 w 103"/>
              <a:gd name="GluePoint28Y" fmla="*/ 86 h 103"/>
              <a:gd name="GluePoint29X" fmla="*/ 96 w 103"/>
              <a:gd name="GluePoint29Y" fmla="*/ 78 h 103"/>
              <a:gd name="GluePoint30X" fmla="*/ 100 w 103"/>
              <a:gd name="GluePoint30Y" fmla="*/ 68 h 103"/>
              <a:gd name="GluePoint31X" fmla="*/ 102 w 103"/>
              <a:gd name="GluePoint31Y" fmla="*/ 56 h 103"/>
              <a:gd name="GluePoint32X" fmla="*/ 102 w 103"/>
              <a:gd name="GluePoint32Y" fmla="*/ 44 h 103"/>
              <a:gd name="GluePoint33X" fmla="*/ 71 w 103"/>
              <a:gd name="GluePoint33Y" fmla="*/ 58 h 103"/>
              <a:gd name="GluePoint34X" fmla="*/ 69 w 103"/>
              <a:gd name="GluePoint34Y" fmla="*/ 72 h 103"/>
              <a:gd name="GluePoint35X" fmla="*/ 67 w 103"/>
              <a:gd name="GluePoint35Y" fmla="*/ 79 h 103"/>
              <a:gd name="GluePoint36X" fmla="*/ 64 w 103"/>
              <a:gd name="GluePoint36Y" fmla="*/ 86 h 103"/>
              <a:gd name="GluePoint37X" fmla="*/ 61 w 103"/>
              <a:gd name="GluePoint37Y" fmla="*/ 91 h 103"/>
              <a:gd name="GluePoint38X" fmla="*/ 58 w 103"/>
              <a:gd name="GluePoint38Y" fmla="*/ 94 h 103"/>
              <a:gd name="GluePoint39X" fmla="*/ 53 w 103"/>
              <a:gd name="GluePoint39Y" fmla="*/ 95 h 103"/>
              <a:gd name="GluePoint40X" fmla="*/ 49 w 103"/>
              <a:gd name="GluePoint40Y" fmla="*/ 95 h 103"/>
              <a:gd name="GluePoint41X" fmla="*/ 44 w 103"/>
              <a:gd name="GluePoint41Y" fmla="*/ 94 h 103"/>
              <a:gd name="GluePoint42X" fmla="*/ 40 w 103"/>
              <a:gd name="GluePoint42Y" fmla="*/ 91 h 103"/>
              <a:gd name="GluePoint43X" fmla="*/ 37 w 103"/>
              <a:gd name="GluePoint43Y" fmla="*/ 87 h 103"/>
              <a:gd name="GluePoint44X" fmla="*/ 35 w 103"/>
              <a:gd name="GluePoint44Y" fmla="*/ 83 h 103"/>
              <a:gd name="GluePoint45X" fmla="*/ 33 w 103"/>
              <a:gd name="GluePoint45Y" fmla="*/ 75 h 103"/>
              <a:gd name="GluePoint46X" fmla="*/ 32 w 103"/>
              <a:gd name="GluePoint46Y" fmla="*/ 68 h 103"/>
              <a:gd name="GluePoint47X" fmla="*/ 31 w 103"/>
              <a:gd name="GluePoint47Y" fmla="*/ 59 h 103"/>
              <a:gd name="GluePoint48X" fmla="*/ 31 w 103"/>
              <a:gd name="GluePoint48Y" fmla="*/ 49 h 103"/>
              <a:gd name="GluePoint49X" fmla="*/ 32 w 103"/>
              <a:gd name="GluePoint49Y" fmla="*/ 38 h 103"/>
              <a:gd name="GluePoint50X" fmla="*/ 33 w 103"/>
              <a:gd name="GluePoint50Y" fmla="*/ 30 h 103"/>
              <a:gd name="GluePoint51X" fmla="*/ 35 w 103"/>
              <a:gd name="GluePoint51Y" fmla="*/ 23 h 103"/>
              <a:gd name="GluePoint52X" fmla="*/ 38 w 103"/>
              <a:gd name="GluePoint52Y" fmla="*/ 18 h 103"/>
              <a:gd name="GluePoint53X" fmla="*/ 41 w 103"/>
              <a:gd name="GluePoint53Y" fmla="*/ 14 h 103"/>
              <a:gd name="GluePoint54X" fmla="*/ 45 w 103"/>
              <a:gd name="GluePoint54Y" fmla="*/ 10 h 103"/>
              <a:gd name="GluePoint55X" fmla="*/ 50 w 103"/>
              <a:gd name="GluePoint55Y" fmla="*/ 9 h 103"/>
              <a:gd name="GluePoint56X" fmla="*/ 55 w 103"/>
              <a:gd name="GluePoint56Y" fmla="*/ 9 h 103"/>
              <a:gd name="GluePoint57X" fmla="*/ 59 w 103"/>
              <a:gd name="GluePoint57Y" fmla="*/ 10 h 103"/>
              <a:gd name="GluePoint58X" fmla="*/ 62 w 103"/>
              <a:gd name="GluePoint58Y" fmla="*/ 13 h 103"/>
              <a:gd name="GluePoint59X" fmla="*/ 65 w 103"/>
              <a:gd name="GluePoint59Y" fmla="*/ 16 h 103"/>
              <a:gd name="GluePoint60X" fmla="*/ 68 w 103"/>
              <a:gd name="GluePoint60Y" fmla="*/ 22 h 103"/>
              <a:gd name="GluePoint61X" fmla="*/ 69 w 103"/>
              <a:gd name="GluePoint61Y" fmla="*/ 27 h 103"/>
              <a:gd name="GluePoint62X" fmla="*/ 72 w 103"/>
              <a:gd name="GluePoint62Y" fmla="*/ 38 h 103"/>
              <a:gd name="GluePoint63X" fmla="*/ 71 w 103"/>
              <a:gd name="GluePoint63Y" fmla="*/ 58 h 103"/>
            </a:gdLst>
            <a:ahLst/>
            <a:cxnLst/>
            <a:rect l="textAreaLeft" t="textAreaTop" r="textAreaRight" b="textAreaBottom"/>
            <a:pathLst>
              <a:path w="103" h="103">
                <a:moveTo>
                  <a:pt x="101" y="38"/>
                </a:moveTo>
                <a:lnTo>
                  <a:pt x="100" y="34"/>
                </a:lnTo>
                <a:lnTo>
                  <a:pt x="99" y="29"/>
                </a:lnTo>
                <a:lnTo>
                  <a:pt x="96" y="25"/>
                </a:lnTo>
                <a:lnTo>
                  <a:pt x="94" y="21"/>
                </a:lnTo>
                <a:lnTo>
                  <a:pt x="92" y="17"/>
                </a:lnTo>
                <a:lnTo>
                  <a:pt x="88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2" y="0"/>
                </a:lnTo>
                <a:lnTo>
                  <a:pt x="45" y="1"/>
                </a:lnTo>
                <a:lnTo>
                  <a:pt x="40" y="1"/>
                </a:lnTo>
                <a:lnTo>
                  <a:pt x="35" y="2"/>
                </a:lnTo>
                <a:lnTo>
                  <a:pt x="29" y="4"/>
                </a:lnTo>
                <a:lnTo>
                  <a:pt x="25" y="6"/>
                </a:lnTo>
                <a:lnTo>
                  <a:pt x="20" y="9"/>
                </a:lnTo>
                <a:lnTo>
                  <a:pt x="17" y="12"/>
                </a:lnTo>
                <a:lnTo>
                  <a:pt x="14" y="14"/>
                </a:lnTo>
                <a:lnTo>
                  <a:pt x="11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1" y="87"/>
                </a:lnTo>
                <a:lnTo>
                  <a:pt x="14" y="91"/>
                </a:lnTo>
                <a:lnTo>
                  <a:pt x="17" y="94"/>
                </a:lnTo>
                <a:lnTo>
                  <a:pt x="20" y="96"/>
                </a:lnTo>
                <a:lnTo>
                  <a:pt x="25" y="98"/>
                </a:lnTo>
                <a:lnTo>
                  <a:pt x="29" y="100"/>
                </a:lnTo>
                <a:lnTo>
                  <a:pt x="35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8" y="90"/>
                </a:lnTo>
                <a:lnTo>
                  <a:pt x="92" y="86"/>
                </a:lnTo>
                <a:lnTo>
                  <a:pt x="94" y="82"/>
                </a:lnTo>
                <a:lnTo>
                  <a:pt x="96" y="78"/>
                </a:lnTo>
                <a:lnTo>
                  <a:pt x="99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3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70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6" y="83"/>
                </a:lnTo>
                <a:lnTo>
                  <a:pt x="64" y="86"/>
                </a:lnTo>
                <a:lnTo>
                  <a:pt x="63" y="88"/>
                </a:lnTo>
                <a:lnTo>
                  <a:pt x="61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3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4" y="94"/>
                </a:lnTo>
                <a:lnTo>
                  <a:pt x="42" y="93"/>
                </a:lnTo>
                <a:lnTo>
                  <a:pt x="40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4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4" y="27"/>
                </a:lnTo>
                <a:lnTo>
                  <a:pt x="35" y="23"/>
                </a:lnTo>
                <a:lnTo>
                  <a:pt x="36" y="21"/>
                </a:lnTo>
                <a:lnTo>
                  <a:pt x="38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6" y="10"/>
                </a:lnTo>
                <a:lnTo>
                  <a:pt x="59" y="10"/>
                </a:lnTo>
                <a:lnTo>
                  <a:pt x="60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8" y="24"/>
                </a:lnTo>
                <a:lnTo>
                  <a:pt x="69" y="27"/>
                </a:lnTo>
                <a:lnTo>
                  <a:pt x="70" y="30"/>
                </a:lnTo>
                <a:lnTo>
                  <a:pt x="72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252" name="iṩ1ïḑé">
            <a:extLst>
              <a:ext uri="{FF2B5EF4-FFF2-40B4-BE49-F238E27FC236}">
                <a16:creationId xmlns:a16="http://schemas.microsoft.com/office/drawing/2014/main" id="{E14F7AAA-19AD-4979-9ADE-09859D732DE5}"/>
              </a:ext>
            </a:extLst>
          </p:cNvPr>
          <p:cNvSpPr>
            <a:spLocks noGrp="1"/>
          </p:cNvSpPr>
          <p:nvPr/>
        </p:nvSpPr>
        <p:spPr>
          <a:xfrm>
            <a:off x="2868480" y="955440"/>
            <a:ext cx="41400" cy="67680"/>
          </a:xfrm>
          <a:custGeom>
            <a:avLst/>
            <a:gdLst>
              <a:gd name="textAreaLeft" fmla="*/ 0 w 41400"/>
              <a:gd name="textAreaRight" fmla="*/ 41760 w 41400"/>
              <a:gd name="textAreaTop" fmla="*/ 0 h 67680"/>
              <a:gd name="textAreaBottom" fmla="*/ 68040 h 67680"/>
              <a:gd name="GluePoint1X" fmla="*/ 90 w 96"/>
              <a:gd name="GluePoint1Y" fmla="*/ 95 h 156"/>
              <a:gd name="GluePoint2X" fmla="*/ 79 w 96"/>
              <a:gd name="GluePoint2Y" fmla="*/ 88 h 156"/>
              <a:gd name="GluePoint3X" fmla="*/ 48 w 96"/>
              <a:gd name="GluePoint3Y" fmla="*/ 85 h 156"/>
              <a:gd name="GluePoint4X" fmla="*/ 34 w 96"/>
              <a:gd name="GluePoint4Y" fmla="*/ 82 h 156"/>
              <a:gd name="GluePoint5X" fmla="*/ 30 w 96"/>
              <a:gd name="GluePoint5Y" fmla="*/ 75 h 156"/>
              <a:gd name="GluePoint6X" fmla="*/ 33 w 96"/>
              <a:gd name="GluePoint6Y" fmla="*/ 70 h 156"/>
              <a:gd name="GluePoint7X" fmla="*/ 41 w 96"/>
              <a:gd name="GluePoint7Y" fmla="*/ 67 h 156"/>
              <a:gd name="GluePoint8X" fmla="*/ 57 w 96"/>
              <a:gd name="GluePoint8Y" fmla="*/ 66 h 156"/>
              <a:gd name="GluePoint9X" fmla="*/ 74 w 96"/>
              <a:gd name="GluePoint9Y" fmla="*/ 58 h 156"/>
              <a:gd name="GluePoint10X" fmla="*/ 84 w 96"/>
              <a:gd name="GluePoint10Y" fmla="*/ 44 h 156"/>
              <a:gd name="GluePoint11X" fmla="*/ 86 w 96"/>
              <a:gd name="GluePoint11Y" fmla="*/ 26 h 156"/>
              <a:gd name="GluePoint12X" fmla="*/ 78 w 96"/>
              <a:gd name="GluePoint12Y" fmla="*/ 12 h 156"/>
              <a:gd name="GluePoint13X" fmla="*/ 64 w 96"/>
              <a:gd name="GluePoint13Y" fmla="*/ 1 h 156"/>
              <a:gd name="GluePoint14X" fmla="*/ 48 w 96"/>
              <a:gd name="GluePoint14Y" fmla="*/ 0 h 156"/>
              <a:gd name="GluePoint15X" fmla="*/ 23 w 96"/>
              <a:gd name="GluePoint15Y" fmla="*/ 3 h 156"/>
              <a:gd name="GluePoint16X" fmla="*/ 7 w 96"/>
              <a:gd name="GluePoint16Y" fmla="*/ 12 h 156"/>
              <a:gd name="GluePoint17X" fmla="*/ 1 w 96"/>
              <a:gd name="GluePoint17Y" fmla="*/ 28 h 156"/>
              <a:gd name="GluePoint18X" fmla="*/ 2 w 96"/>
              <a:gd name="GluePoint18Y" fmla="*/ 44 h 156"/>
              <a:gd name="GluePoint19X" fmla="*/ 9 w 96"/>
              <a:gd name="GluePoint19Y" fmla="*/ 56 h 156"/>
              <a:gd name="GluePoint20X" fmla="*/ 21 w 96"/>
              <a:gd name="GluePoint20Y" fmla="*/ 63 h 156"/>
              <a:gd name="GluePoint21X" fmla="*/ 17 w 96"/>
              <a:gd name="GluePoint21Y" fmla="*/ 70 h 156"/>
              <a:gd name="GluePoint22X" fmla="*/ 8 w 96"/>
              <a:gd name="GluePoint22Y" fmla="*/ 84 h 156"/>
              <a:gd name="GluePoint23X" fmla="*/ 10 w 96"/>
              <a:gd name="GluePoint23Y" fmla="*/ 97 h 156"/>
              <a:gd name="GluePoint24X" fmla="*/ 20 w 96"/>
              <a:gd name="GluePoint24Y" fmla="*/ 103 h 156"/>
              <a:gd name="GluePoint25X" fmla="*/ 4 w 96"/>
              <a:gd name="GluePoint25Y" fmla="*/ 113 h 156"/>
              <a:gd name="GluePoint26X" fmla="*/ 0 w 96"/>
              <a:gd name="GluePoint26Y" fmla="*/ 131 h 156"/>
              <a:gd name="GluePoint27X" fmla="*/ 6 w 96"/>
              <a:gd name="GluePoint27Y" fmla="*/ 144 h 156"/>
              <a:gd name="GluePoint28X" fmla="*/ 20 w 96"/>
              <a:gd name="GluePoint28Y" fmla="*/ 152 h 156"/>
              <a:gd name="GluePoint29X" fmla="*/ 42 w 96"/>
              <a:gd name="GluePoint29Y" fmla="*/ 156 h 156"/>
              <a:gd name="GluePoint30X" fmla="*/ 70 w 96"/>
              <a:gd name="GluePoint30Y" fmla="*/ 150 h 156"/>
              <a:gd name="GluePoint31X" fmla="*/ 87 w 96"/>
              <a:gd name="GluePoint31Y" fmla="*/ 137 h 156"/>
              <a:gd name="GluePoint32X" fmla="*/ 95 w 96"/>
              <a:gd name="GluePoint32Y" fmla="*/ 116 h 156"/>
              <a:gd name="GluePoint33X" fmla="*/ 30 w 96"/>
              <a:gd name="GluePoint33Y" fmla="*/ 29 h 156"/>
              <a:gd name="GluePoint34X" fmla="*/ 34 w 96"/>
              <a:gd name="GluePoint34Y" fmla="*/ 14 h 156"/>
              <a:gd name="GluePoint35X" fmla="*/ 40 w 96"/>
              <a:gd name="GluePoint35Y" fmla="*/ 9 h 156"/>
              <a:gd name="GluePoint36X" fmla="*/ 47 w 96"/>
              <a:gd name="GluePoint36Y" fmla="*/ 8 h 156"/>
              <a:gd name="GluePoint37X" fmla="*/ 53 w 96"/>
              <a:gd name="GluePoint37Y" fmla="*/ 12 h 156"/>
              <a:gd name="GluePoint38X" fmla="*/ 58 w 96"/>
              <a:gd name="GluePoint38Y" fmla="*/ 31 h 156"/>
              <a:gd name="GluePoint39X" fmla="*/ 53 w 96"/>
              <a:gd name="GluePoint39Y" fmla="*/ 55 h 156"/>
              <a:gd name="GluePoint40X" fmla="*/ 47 w 96"/>
              <a:gd name="GluePoint40Y" fmla="*/ 59 h 156"/>
              <a:gd name="GluePoint41X" fmla="*/ 39 w 96"/>
              <a:gd name="GluePoint41Y" fmla="*/ 59 h 156"/>
              <a:gd name="GluePoint42X" fmla="*/ 34 w 96"/>
              <a:gd name="GluePoint42Y" fmla="*/ 54 h 156"/>
              <a:gd name="GluePoint43X" fmla="*/ 30 w 96"/>
              <a:gd name="GluePoint43Y" fmla="*/ 29 h 156"/>
              <a:gd name="GluePoint44X" fmla="*/ 70 w 96"/>
              <a:gd name="GluePoint44Y" fmla="*/ 131 h 156"/>
              <a:gd name="GluePoint45X" fmla="*/ 64 w 96"/>
              <a:gd name="GluePoint45Y" fmla="*/ 140 h 156"/>
              <a:gd name="GluePoint46X" fmla="*/ 54 w 96"/>
              <a:gd name="GluePoint46Y" fmla="*/ 146 h 156"/>
              <a:gd name="GluePoint47X" fmla="*/ 41 w 96"/>
              <a:gd name="GluePoint47Y" fmla="*/ 146 h 156"/>
              <a:gd name="GluePoint48X" fmla="*/ 28 w 96"/>
              <a:gd name="GluePoint48Y" fmla="*/ 142 h 156"/>
              <a:gd name="GluePoint49X" fmla="*/ 21 w 96"/>
              <a:gd name="GluePoint49Y" fmla="*/ 133 h 156"/>
              <a:gd name="GluePoint50X" fmla="*/ 18 w 96"/>
              <a:gd name="GluePoint50Y" fmla="*/ 121 h 156"/>
              <a:gd name="GluePoint51X" fmla="*/ 20 w 96"/>
              <a:gd name="GluePoint51Y" fmla="*/ 112 h 156"/>
              <a:gd name="GluePoint52X" fmla="*/ 25 w 96"/>
              <a:gd name="GluePoint52Y" fmla="*/ 107 h 156"/>
              <a:gd name="GluePoint53X" fmla="*/ 42 w 96"/>
              <a:gd name="GluePoint53Y" fmla="*/ 103 h 156"/>
              <a:gd name="GluePoint54X" fmla="*/ 58 w 96"/>
              <a:gd name="GluePoint54Y" fmla="*/ 105 h 156"/>
              <a:gd name="GluePoint55X" fmla="*/ 68 w 96"/>
              <a:gd name="GluePoint55Y" fmla="*/ 111 h 156"/>
              <a:gd name="GluePoint56X" fmla="*/ 72 w 96"/>
              <a:gd name="GluePoint56Y" fmla="*/ 122 h 156"/>
            </a:gdLst>
            <a:ahLst/>
            <a:cxnLst/>
            <a:rect l="textAreaLeft" t="textAreaTop" r="textAreaRight" b="textAreaBottom"/>
            <a:pathLst>
              <a:path w="96" h="156">
                <a:moveTo>
                  <a:pt x="95" y="103"/>
                </a:moveTo>
                <a:lnTo>
                  <a:pt x="94" y="101"/>
                </a:lnTo>
                <a:lnTo>
                  <a:pt x="93" y="99"/>
                </a:lnTo>
                <a:lnTo>
                  <a:pt x="91" y="96"/>
                </a:lnTo>
                <a:lnTo>
                  <a:pt x="90" y="95"/>
                </a:lnTo>
                <a:lnTo>
                  <a:pt x="88" y="93"/>
                </a:lnTo>
                <a:lnTo>
                  <a:pt x="86" y="91"/>
                </a:lnTo>
                <a:lnTo>
                  <a:pt x="84" y="91"/>
                </a:lnTo>
                <a:lnTo>
                  <a:pt x="82" y="89"/>
                </a:lnTo>
                <a:lnTo>
                  <a:pt x="79" y="88"/>
                </a:lnTo>
                <a:lnTo>
                  <a:pt x="76" y="87"/>
                </a:lnTo>
                <a:lnTo>
                  <a:pt x="73" y="87"/>
                </a:lnTo>
                <a:lnTo>
                  <a:pt x="70" y="86"/>
                </a:lnTo>
                <a:lnTo>
                  <a:pt x="66" y="86"/>
                </a:lnTo>
                <a:lnTo>
                  <a:pt x="48" y="85"/>
                </a:lnTo>
                <a:lnTo>
                  <a:pt x="43" y="85"/>
                </a:lnTo>
                <a:lnTo>
                  <a:pt x="40" y="85"/>
                </a:lnTo>
                <a:lnTo>
                  <a:pt x="37" y="84"/>
                </a:lnTo>
                <a:lnTo>
                  <a:pt x="34" y="83"/>
                </a:lnTo>
                <a:lnTo>
                  <a:pt x="34" y="82"/>
                </a:lnTo>
                <a:lnTo>
                  <a:pt x="33" y="81"/>
                </a:lnTo>
                <a:lnTo>
                  <a:pt x="32" y="80"/>
                </a:lnTo>
                <a:lnTo>
                  <a:pt x="31" y="79"/>
                </a:lnTo>
                <a:lnTo>
                  <a:pt x="30" y="77"/>
                </a:lnTo>
                <a:lnTo>
                  <a:pt x="30" y="75"/>
                </a:lnTo>
                <a:lnTo>
                  <a:pt x="30" y="74"/>
                </a:lnTo>
                <a:lnTo>
                  <a:pt x="30" y="72"/>
                </a:lnTo>
                <a:lnTo>
                  <a:pt x="31" y="71"/>
                </a:lnTo>
                <a:lnTo>
                  <a:pt x="32" y="70"/>
                </a:lnTo>
                <a:lnTo>
                  <a:pt x="33" y="70"/>
                </a:lnTo>
                <a:lnTo>
                  <a:pt x="33" y="68"/>
                </a:lnTo>
                <a:lnTo>
                  <a:pt x="34" y="68"/>
                </a:lnTo>
                <a:lnTo>
                  <a:pt x="35" y="67"/>
                </a:lnTo>
                <a:lnTo>
                  <a:pt x="38" y="67"/>
                </a:lnTo>
                <a:lnTo>
                  <a:pt x="41" y="67"/>
                </a:lnTo>
                <a:lnTo>
                  <a:pt x="42" y="67"/>
                </a:lnTo>
                <a:lnTo>
                  <a:pt x="42" y="67"/>
                </a:lnTo>
                <a:lnTo>
                  <a:pt x="47" y="67"/>
                </a:lnTo>
                <a:lnTo>
                  <a:pt x="52" y="67"/>
                </a:lnTo>
                <a:lnTo>
                  <a:pt x="57" y="66"/>
                </a:lnTo>
                <a:lnTo>
                  <a:pt x="61" y="64"/>
                </a:lnTo>
                <a:lnTo>
                  <a:pt x="65" y="63"/>
                </a:lnTo>
                <a:lnTo>
                  <a:pt x="68" y="62"/>
                </a:lnTo>
                <a:lnTo>
                  <a:pt x="71" y="60"/>
                </a:lnTo>
                <a:lnTo>
                  <a:pt x="74" y="58"/>
                </a:lnTo>
                <a:lnTo>
                  <a:pt x="77" y="55"/>
                </a:lnTo>
                <a:lnTo>
                  <a:pt x="79" y="53"/>
                </a:lnTo>
                <a:lnTo>
                  <a:pt x="81" y="51"/>
                </a:lnTo>
                <a:lnTo>
                  <a:pt x="82" y="47"/>
                </a:lnTo>
                <a:lnTo>
                  <a:pt x="84" y="44"/>
                </a:lnTo>
                <a:lnTo>
                  <a:pt x="85" y="40"/>
                </a:lnTo>
                <a:lnTo>
                  <a:pt x="86" y="37"/>
                </a:lnTo>
                <a:lnTo>
                  <a:pt x="86" y="33"/>
                </a:lnTo>
                <a:lnTo>
                  <a:pt x="86" y="29"/>
                </a:lnTo>
                <a:lnTo>
                  <a:pt x="86" y="26"/>
                </a:lnTo>
                <a:lnTo>
                  <a:pt x="85" y="23"/>
                </a:lnTo>
                <a:lnTo>
                  <a:pt x="84" y="20"/>
                </a:lnTo>
                <a:lnTo>
                  <a:pt x="82" y="17"/>
                </a:lnTo>
                <a:lnTo>
                  <a:pt x="80" y="14"/>
                </a:lnTo>
                <a:lnTo>
                  <a:pt x="78" y="12"/>
                </a:lnTo>
                <a:lnTo>
                  <a:pt x="75" y="10"/>
                </a:lnTo>
                <a:lnTo>
                  <a:pt x="94" y="10"/>
                </a:lnTo>
                <a:lnTo>
                  <a:pt x="94" y="1"/>
                </a:lnTo>
                <a:lnTo>
                  <a:pt x="70" y="1"/>
                </a:lnTo>
                <a:lnTo>
                  <a:pt x="64" y="1"/>
                </a:lnTo>
                <a:lnTo>
                  <a:pt x="59" y="1"/>
                </a:lnTo>
                <a:lnTo>
                  <a:pt x="57" y="1"/>
                </a:lnTo>
                <a:lnTo>
                  <a:pt x="54" y="0"/>
                </a:lnTo>
                <a:lnTo>
                  <a:pt x="51" y="0"/>
                </a:lnTo>
                <a:lnTo>
                  <a:pt x="48" y="0"/>
                </a:lnTo>
                <a:lnTo>
                  <a:pt x="42" y="0"/>
                </a:lnTo>
                <a:lnTo>
                  <a:pt x="37" y="1"/>
                </a:lnTo>
                <a:lnTo>
                  <a:pt x="32" y="1"/>
                </a:lnTo>
                <a:lnTo>
                  <a:pt x="27" y="2"/>
                </a:lnTo>
                <a:lnTo>
                  <a:pt x="23" y="3"/>
                </a:lnTo>
                <a:lnTo>
                  <a:pt x="19" y="5"/>
                </a:lnTo>
                <a:lnTo>
                  <a:pt x="15" y="6"/>
                </a:lnTo>
                <a:lnTo>
                  <a:pt x="13" y="8"/>
                </a:lnTo>
                <a:lnTo>
                  <a:pt x="10" y="10"/>
                </a:lnTo>
                <a:lnTo>
                  <a:pt x="7" y="12"/>
                </a:lnTo>
                <a:lnTo>
                  <a:pt x="5" y="15"/>
                </a:lnTo>
                <a:lnTo>
                  <a:pt x="4" y="18"/>
                </a:lnTo>
                <a:lnTo>
                  <a:pt x="2" y="21"/>
                </a:lnTo>
                <a:lnTo>
                  <a:pt x="1" y="24"/>
                </a:lnTo>
                <a:lnTo>
                  <a:pt x="1" y="28"/>
                </a:lnTo>
                <a:lnTo>
                  <a:pt x="1" y="32"/>
                </a:lnTo>
                <a:lnTo>
                  <a:pt x="1" y="35"/>
                </a:lnTo>
                <a:lnTo>
                  <a:pt x="1" y="38"/>
                </a:lnTo>
                <a:lnTo>
                  <a:pt x="2" y="42"/>
                </a:lnTo>
                <a:lnTo>
                  <a:pt x="2" y="44"/>
                </a:lnTo>
                <a:lnTo>
                  <a:pt x="3" y="47"/>
                </a:lnTo>
                <a:lnTo>
                  <a:pt x="5" y="50"/>
                </a:lnTo>
                <a:lnTo>
                  <a:pt x="6" y="52"/>
                </a:lnTo>
                <a:lnTo>
                  <a:pt x="7" y="54"/>
                </a:lnTo>
                <a:lnTo>
                  <a:pt x="9" y="56"/>
                </a:lnTo>
                <a:lnTo>
                  <a:pt x="11" y="58"/>
                </a:lnTo>
                <a:lnTo>
                  <a:pt x="13" y="59"/>
                </a:lnTo>
                <a:lnTo>
                  <a:pt x="15" y="61"/>
                </a:lnTo>
                <a:lnTo>
                  <a:pt x="18" y="63"/>
                </a:lnTo>
                <a:lnTo>
                  <a:pt x="21" y="63"/>
                </a:lnTo>
                <a:lnTo>
                  <a:pt x="24" y="64"/>
                </a:lnTo>
                <a:lnTo>
                  <a:pt x="27" y="65"/>
                </a:lnTo>
                <a:lnTo>
                  <a:pt x="24" y="67"/>
                </a:lnTo>
                <a:lnTo>
                  <a:pt x="21" y="68"/>
                </a:lnTo>
                <a:lnTo>
                  <a:pt x="17" y="70"/>
                </a:lnTo>
                <a:lnTo>
                  <a:pt x="14" y="72"/>
                </a:lnTo>
                <a:lnTo>
                  <a:pt x="12" y="75"/>
                </a:lnTo>
                <a:lnTo>
                  <a:pt x="10" y="78"/>
                </a:lnTo>
                <a:lnTo>
                  <a:pt x="9" y="81"/>
                </a:lnTo>
                <a:lnTo>
                  <a:pt x="8" y="84"/>
                </a:lnTo>
                <a:lnTo>
                  <a:pt x="8" y="87"/>
                </a:lnTo>
                <a:lnTo>
                  <a:pt x="8" y="91"/>
                </a:lnTo>
                <a:lnTo>
                  <a:pt x="9" y="93"/>
                </a:lnTo>
                <a:lnTo>
                  <a:pt x="9" y="95"/>
                </a:lnTo>
                <a:lnTo>
                  <a:pt x="10" y="97"/>
                </a:lnTo>
                <a:lnTo>
                  <a:pt x="12" y="99"/>
                </a:lnTo>
                <a:lnTo>
                  <a:pt x="13" y="100"/>
                </a:lnTo>
                <a:lnTo>
                  <a:pt x="16" y="102"/>
                </a:lnTo>
                <a:lnTo>
                  <a:pt x="18" y="102"/>
                </a:lnTo>
                <a:lnTo>
                  <a:pt x="20" y="103"/>
                </a:lnTo>
                <a:lnTo>
                  <a:pt x="17" y="104"/>
                </a:lnTo>
                <a:lnTo>
                  <a:pt x="13" y="106"/>
                </a:lnTo>
                <a:lnTo>
                  <a:pt x="9" y="108"/>
                </a:lnTo>
                <a:lnTo>
                  <a:pt x="6" y="111"/>
                </a:lnTo>
                <a:lnTo>
                  <a:pt x="4" y="113"/>
                </a:lnTo>
                <a:lnTo>
                  <a:pt x="2" y="116"/>
                </a:lnTo>
                <a:lnTo>
                  <a:pt x="1" y="120"/>
                </a:lnTo>
                <a:lnTo>
                  <a:pt x="0" y="123"/>
                </a:lnTo>
                <a:lnTo>
                  <a:pt x="0" y="128"/>
                </a:lnTo>
                <a:lnTo>
                  <a:pt x="0" y="131"/>
                </a:lnTo>
                <a:lnTo>
                  <a:pt x="1" y="135"/>
                </a:lnTo>
                <a:lnTo>
                  <a:pt x="1" y="137"/>
                </a:lnTo>
                <a:lnTo>
                  <a:pt x="2" y="139"/>
                </a:lnTo>
                <a:lnTo>
                  <a:pt x="4" y="142"/>
                </a:lnTo>
                <a:lnTo>
                  <a:pt x="6" y="144"/>
                </a:lnTo>
                <a:lnTo>
                  <a:pt x="8" y="146"/>
                </a:lnTo>
                <a:lnTo>
                  <a:pt x="10" y="147"/>
                </a:lnTo>
                <a:lnTo>
                  <a:pt x="13" y="150"/>
                </a:lnTo>
                <a:lnTo>
                  <a:pt x="16" y="151"/>
                </a:lnTo>
                <a:lnTo>
                  <a:pt x="20" y="152"/>
                </a:lnTo>
                <a:lnTo>
                  <a:pt x="23" y="153"/>
                </a:lnTo>
                <a:lnTo>
                  <a:pt x="27" y="155"/>
                </a:lnTo>
                <a:lnTo>
                  <a:pt x="32" y="155"/>
                </a:lnTo>
                <a:lnTo>
                  <a:pt x="36" y="155"/>
                </a:lnTo>
                <a:lnTo>
                  <a:pt x="42" y="156"/>
                </a:lnTo>
                <a:lnTo>
                  <a:pt x="47" y="155"/>
                </a:lnTo>
                <a:lnTo>
                  <a:pt x="54" y="155"/>
                </a:lnTo>
                <a:lnTo>
                  <a:pt x="59" y="153"/>
                </a:lnTo>
                <a:lnTo>
                  <a:pt x="64" y="151"/>
                </a:lnTo>
                <a:lnTo>
                  <a:pt x="70" y="150"/>
                </a:lnTo>
                <a:lnTo>
                  <a:pt x="74" y="148"/>
                </a:lnTo>
                <a:lnTo>
                  <a:pt x="78" y="146"/>
                </a:lnTo>
                <a:lnTo>
                  <a:pt x="81" y="143"/>
                </a:lnTo>
                <a:lnTo>
                  <a:pt x="84" y="140"/>
                </a:lnTo>
                <a:lnTo>
                  <a:pt x="87" y="137"/>
                </a:lnTo>
                <a:lnTo>
                  <a:pt x="90" y="133"/>
                </a:lnTo>
                <a:lnTo>
                  <a:pt x="91" y="129"/>
                </a:lnTo>
                <a:lnTo>
                  <a:pt x="94" y="126"/>
                </a:lnTo>
                <a:lnTo>
                  <a:pt x="94" y="121"/>
                </a:lnTo>
                <a:lnTo>
                  <a:pt x="95" y="116"/>
                </a:lnTo>
                <a:lnTo>
                  <a:pt x="96" y="111"/>
                </a:lnTo>
                <a:lnTo>
                  <a:pt x="96" y="108"/>
                </a:lnTo>
                <a:lnTo>
                  <a:pt x="95" y="105"/>
                </a:lnTo>
                <a:lnTo>
                  <a:pt x="95" y="103"/>
                </a:lnTo>
                <a:close/>
                <a:moveTo>
                  <a:pt x="30" y="29"/>
                </a:moveTo>
                <a:lnTo>
                  <a:pt x="31" y="23"/>
                </a:lnTo>
                <a:lnTo>
                  <a:pt x="32" y="21"/>
                </a:lnTo>
                <a:lnTo>
                  <a:pt x="32" y="18"/>
                </a:lnTo>
                <a:lnTo>
                  <a:pt x="33" y="16"/>
                </a:lnTo>
                <a:lnTo>
                  <a:pt x="34" y="14"/>
                </a:lnTo>
                <a:lnTo>
                  <a:pt x="34" y="13"/>
                </a:lnTo>
                <a:lnTo>
                  <a:pt x="36" y="11"/>
                </a:lnTo>
                <a:lnTo>
                  <a:pt x="37" y="10"/>
                </a:lnTo>
                <a:lnTo>
                  <a:pt x="38" y="10"/>
                </a:lnTo>
                <a:lnTo>
                  <a:pt x="40" y="9"/>
                </a:lnTo>
                <a:lnTo>
                  <a:pt x="42" y="8"/>
                </a:lnTo>
                <a:lnTo>
                  <a:pt x="43" y="7"/>
                </a:lnTo>
                <a:lnTo>
                  <a:pt x="45" y="7"/>
                </a:lnTo>
                <a:lnTo>
                  <a:pt x="46" y="7"/>
                </a:lnTo>
                <a:lnTo>
                  <a:pt x="47" y="8"/>
                </a:lnTo>
                <a:lnTo>
                  <a:pt x="49" y="9"/>
                </a:lnTo>
                <a:lnTo>
                  <a:pt x="50" y="9"/>
                </a:lnTo>
                <a:lnTo>
                  <a:pt x="51" y="10"/>
                </a:lnTo>
                <a:lnTo>
                  <a:pt x="52" y="11"/>
                </a:lnTo>
                <a:lnTo>
                  <a:pt x="53" y="12"/>
                </a:lnTo>
                <a:lnTo>
                  <a:pt x="54" y="14"/>
                </a:lnTo>
                <a:lnTo>
                  <a:pt x="55" y="17"/>
                </a:lnTo>
                <a:lnTo>
                  <a:pt x="56" y="21"/>
                </a:lnTo>
                <a:lnTo>
                  <a:pt x="58" y="26"/>
                </a:lnTo>
                <a:lnTo>
                  <a:pt x="58" y="31"/>
                </a:lnTo>
                <a:lnTo>
                  <a:pt x="58" y="38"/>
                </a:lnTo>
                <a:lnTo>
                  <a:pt x="57" y="43"/>
                </a:lnTo>
                <a:lnTo>
                  <a:pt x="56" y="48"/>
                </a:lnTo>
                <a:lnTo>
                  <a:pt x="54" y="52"/>
                </a:lnTo>
                <a:lnTo>
                  <a:pt x="53" y="55"/>
                </a:lnTo>
                <a:lnTo>
                  <a:pt x="52" y="55"/>
                </a:lnTo>
                <a:lnTo>
                  <a:pt x="51" y="57"/>
                </a:lnTo>
                <a:lnTo>
                  <a:pt x="50" y="58"/>
                </a:lnTo>
                <a:lnTo>
                  <a:pt x="49" y="59"/>
                </a:lnTo>
                <a:lnTo>
                  <a:pt x="47" y="59"/>
                </a:lnTo>
                <a:lnTo>
                  <a:pt x="46" y="59"/>
                </a:lnTo>
                <a:lnTo>
                  <a:pt x="44" y="59"/>
                </a:lnTo>
                <a:lnTo>
                  <a:pt x="42" y="59"/>
                </a:lnTo>
                <a:lnTo>
                  <a:pt x="41" y="59"/>
                </a:lnTo>
                <a:lnTo>
                  <a:pt x="39" y="59"/>
                </a:lnTo>
                <a:lnTo>
                  <a:pt x="38" y="58"/>
                </a:lnTo>
                <a:lnTo>
                  <a:pt x="37" y="57"/>
                </a:lnTo>
                <a:lnTo>
                  <a:pt x="36" y="56"/>
                </a:lnTo>
                <a:lnTo>
                  <a:pt x="35" y="55"/>
                </a:lnTo>
                <a:lnTo>
                  <a:pt x="34" y="54"/>
                </a:lnTo>
                <a:lnTo>
                  <a:pt x="33" y="50"/>
                </a:lnTo>
                <a:lnTo>
                  <a:pt x="32" y="46"/>
                </a:lnTo>
                <a:lnTo>
                  <a:pt x="31" y="41"/>
                </a:lnTo>
                <a:lnTo>
                  <a:pt x="30" y="35"/>
                </a:lnTo>
                <a:lnTo>
                  <a:pt x="30" y="29"/>
                </a:lnTo>
                <a:close/>
                <a:moveTo>
                  <a:pt x="72" y="122"/>
                </a:moveTo>
                <a:lnTo>
                  <a:pt x="72" y="124"/>
                </a:lnTo>
                <a:lnTo>
                  <a:pt x="72" y="127"/>
                </a:lnTo>
                <a:lnTo>
                  <a:pt x="71" y="129"/>
                </a:lnTo>
                <a:lnTo>
                  <a:pt x="70" y="131"/>
                </a:lnTo>
                <a:lnTo>
                  <a:pt x="70" y="133"/>
                </a:lnTo>
                <a:lnTo>
                  <a:pt x="69" y="135"/>
                </a:lnTo>
                <a:lnTo>
                  <a:pt x="67" y="137"/>
                </a:lnTo>
                <a:lnTo>
                  <a:pt x="66" y="139"/>
                </a:lnTo>
                <a:lnTo>
                  <a:pt x="64" y="140"/>
                </a:lnTo>
                <a:lnTo>
                  <a:pt x="62" y="142"/>
                </a:lnTo>
                <a:lnTo>
                  <a:pt x="61" y="143"/>
                </a:lnTo>
                <a:lnTo>
                  <a:pt x="59" y="143"/>
                </a:lnTo>
                <a:lnTo>
                  <a:pt x="57" y="144"/>
                </a:lnTo>
                <a:lnTo>
                  <a:pt x="54" y="146"/>
                </a:lnTo>
                <a:lnTo>
                  <a:pt x="52" y="146"/>
                </a:lnTo>
                <a:lnTo>
                  <a:pt x="50" y="147"/>
                </a:lnTo>
                <a:lnTo>
                  <a:pt x="47" y="147"/>
                </a:lnTo>
                <a:lnTo>
                  <a:pt x="43" y="147"/>
                </a:lnTo>
                <a:lnTo>
                  <a:pt x="41" y="146"/>
                </a:lnTo>
                <a:lnTo>
                  <a:pt x="38" y="146"/>
                </a:lnTo>
                <a:lnTo>
                  <a:pt x="35" y="145"/>
                </a:lnTo>
                <a:lnTo>
                  <a:pt x="32" y="144"/>
                </a:lnTo>
                <a:lnTo>
                  <a:pt x="30" y="143"/>
                </a:lnTo>
                <a:lnTo>
                  <a:pt x="28" y="142"/>
                </a:lnTo>
                <a:lnTo>
                  <a:pt x="26" y="140"/>
                </a:lnTo>
                <a:lnTo>
                  <a:pt x="25" y="139"/>
                </a:lnTo>
                <a:lnTo>
                  <a:pt x="23" y="137"/>
                </a:lnTo>
                <a:lnTo>
                  <a:pt x="21" y="135"/>
                </a:lnTo>
                <a:lnTo>
                  <a:pt x="21" y="133"/>
                </a:lnTo>
                <a:lnTo>
                  <a:pt x="20" y="131"/>
                </a:lnTo>
                <a:lnTo>
                  <a:pt x="19" y="128"/>
                </a:lnTo>
                <a:lnTo>
                  <a:pt x="18" y="126"/>
                </a:lnTo>
                <a:lnTo>
                  <a:pt x="18" y="123"/>
                </a:lnTo>
                <a:lnTo>
                  <a:pt x="18" y="121"/>
                </a:lnTo>
                <a:lnTo>
                  <a:pt x="18" y="119"/>
                </a:lnTo>
                <a:lnTo>
                  <a:pt x="18" y="118"/>
                </a:lnTo>
                <a:lnTo>
                  <a:pt x="19" y="116"/>
                </a:lnTo>
                <a:lnTo>
                  <a:pt x="19" y="115"/>
                </a:lnTo>
                <a:lnTo>
                  <a:pt x="20" y="112"/>
                </a:lnTo>
                <a:lnTo>
                  <a:pt x="21" y="111"/>
                </a:lnTo>
                <a:lnTo>
                  <a:pt x="21" y="110"/>
                </a:lnTo>
                <a:lnTo>
                  <a:pt x="22" y="109"/>
                </a:lnTo>
                <a:lnTo>
                  <a:pt x="23" y="107"/>
                </a:lnTo>
                <a:lnTo>
                  <a:pt x="25" y="107"/>
                </a:lnTo>
                <a:lnTo>
                  <a:pt x="26" y="106"/>
                </a:lnTo>
                <a:lnTo>
                  <a:pt x="29" y="105"/>
                </a:lnTo>
                <a:lnTo>
                  <a:pt x="33" y="104"/>
                </a:lnTo>
                <a:lnTo>
                  <a:pt x="37" y="103"/>
                </a:lnTo>
                <a:lnTo>
                  <a:pt x="42" y="103"/>
                </a:lnTo>
                <a:lnTo>
                  <a:pt x="46" y="103"/>
                </a:lnTo>
                <a:lnTo>
                  <a:pt x="49" y="103"/>
                </a:lnTo>
                <a:lnTo>
                  <a:pt x="52" y="104"/>
                </a:lnTo>
                <a:lnTo>
                  <a:pt x="55" y="104"/>
                </a:lnTo>
                <a:lnTo>
                  <a:pt x="58" y="105"/>
                </a:lnTo>
                <a:lnTo>
                  <a:pt x="61" y="106"/>
                </a:lnTo>
                <a:lnTo>
                  <a:pt x="63" y="107"/>
                </a:lnTo>
                <a:lnTo>
                  <a:pt x="65" y="108"/>
                </a:lnTo>
                <a:lnTo>
                  <a:pt x="67" y="109"/>
                </a:lnTo>
                <a:lnTo>
                  <a:pt x="68" y="111"/>
                </a:lnTo>
                <a:lnTo>
                  <a:pt x="70" y="112"/>
                </a:lnTo>
                <a:lnTo>
                  <a:pt x="71" y="115"/>
                </a:lnTo>
                <a:lnTo>
                  <a:pt x="71" y="117"/>
                </a:lnTo>
                <a:lnTo>
                  <a:pt x="72" y="119"/>
                </a:lnTo>
                <a:lnTo>
                  <a:pt x="72" y="12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040" rIns="90000" bIns="23040" anchor="ctr">
            <a:noAutofit/>
          </a:bodyPr>
          <a:lstStyle/>
          <a:p>
            <a:endParaRPr/>
          </a:p>
        </p:txBody>
      </p:sp>
      <p:sp>
        <p:nvSpPr>
          <p:cNvPr id="253" name="iṧḷïḍe">
            <a:extLst>
              <a:ext uri="{FF2B5EF4-FFF2-40B4-BE49-F238E27FC236}">
                <a16:creationId xmlns:a16="http://schemas.microsoft.com/office/drawing/2014/main" id="{024A9D34-F04E-445C-B483-6D76A51851CB}"/>
              </a:ext>
            </a:extLst>
          </p:cNvPr>
          <p:cNvSpPr>
            <a:spLocks noGrp="1"/>
          </p:cNvSpPr>
          <p:nvPr/>
        </p:nvSpPr>
        <p:spPr>
          <a:xfrm>
            <a:off x="2918160" y="956160"/>
            <a:ext cx="42480" cy="66600"/>
          </a:xfrm>
          <a:custGeom>
            <a:avLst/>
            <a:gdLst>
              <a:gd name="textAreaLeft" fmla="*/ 0 w 42480"/>
              <a:gd name="textAreaRight" fmla="*/ 42840 w 42480"/>
              <a:gd name="textAreaTop" fmla="*/ 0 h 66600"/>
              <a:gd name="textAreaBottom" fmla="*/ 66960 h 66600"/>
              <a:gd name="GluePoint1X" fmla="*/ 96 w 98"/>
              <a:gd name="GluePoint1Y" fmla="*/ 0 h 153"/>
              <a:gd name="GluePoint2X" fmla="*/ 93 w 98"/>
              <a:gd name="GluePoint2Y" fmla="*/ 0 h 153"/>
              <a:gd name="GluePoint3X" fmla="*/ 91 w 98"/>
              <a:gd name="GluePoint3Y" fmla="*/ 0 h 153"/>
              <a:gd name="GluePoint4X" fmla="*/ 89 w 98"/>
              <a:gd name="GluePoint4Y" fmla="*/ 0 h 153"/>
              <a:gd name="GluePoint5X" fmla="*/ 87 w 98"/>
              <a:gd name="GluePoint5Y" fmla="*/ 0 h 153"/>
              <a:gd name="GluePoint6X" fmla="*/ 85 w 98"/>
              <a:gd name="GluePoint6Y" fmla="*/ 0 h 153"/>
              <a:gd name="GluePoint7X" fmla="*/ 83 w 98"/>
              <a:gd name="GluePoint7Y" fmla="*/ 0 h 153"/>
              <a:gd name="GluePoint8X" fmla="*/ 81 w 98"/>
              <a:gd name="GluePoint8Y" fmla="*/ 0 h 153"/>
              <a:gd name="GluePoint9X" fmla="*/ 76 w 98"/>
              <a:gd name="GluePoint9Y" fmla="*/ 11 h 153"/>
              <a:gd name="GluePoint10X" fmla="*/ 72 w 98"/>
              <a:gd name="GluePoint10Y" fmla="*/ 21 h 153"/>
              <a:gd name="GluePoint11X" fmla="*/ 68 w 98"/>
              <a:gd name="GluePoint11Y" fmla="*/ 32 h 153"/>
              <a:gd name="GluePoint12X" fmla="*/ 64 w 98"/>
              <a:gd name="GluePoint12Y" fmla="*/ 44 h 153"/>
              <a:gd name="GluePoint13X" fmla="*/ 56 w 98"/>
              <a:gd name="GluePoint13Y" fmla="*/ 65 h 153"/>
              <a:gd name="GluePoint14X" fmla="*/ 55 w 98"/>
              <a:gd name="GluePoint14Y" fmla="*/ 62 h 153"/>
              <a:gd name="GluePoint15X" fmla="*/ 53 w 98"/>
              <a:gd name="GluePoint15Y" fmla="*/ 59 h 153"/>
              <a:gd name="GluePoint16X" fmla="*/ 52 w 98"/>
              <a:gd name="GluePoint16Y" fmla="*/ 55 h 153"/>
              <a:gd name="GluePoint17X" fmla="*/ 50 w 98"/>
              <a:gd name="GluePoint17Y" fmla="*/ 50 h 153"/>
              <a:gd name="GluePoint18X" fmla="*/ 47 w 98"/>
              <a:gd name="GluePoint18Y" fmla="*/ 42 h 153"/>
              <a:gd name="GluePoint19X" fmla="*/ 44 w 98"/>
              <a:gd name="GluePoint19Y" fmla="*/ 35 h 153"/>
              <a:gd name="GluePoint20X" fmla="*/ 42 w 98"/>
              <a:gd name="GluePoint20Y" fmla="*/ 28 h 153"/>
              <a:gd name="GluePoint21X" fmla="*/ 39 w 98"/>
              <a:gd name="GluePoint21Y" fmla="*/ 21 h 153"/>
              <a:gd name="GluePoint22X" fmla="*/ 37 w 98"/>
              <a:gd name="GluePoint22Y" fmla="*/ 15 h 153"/>
              <a:gd name="GluePoint23X" fmla="*/ 35 w 98"/>
              <a:gd name="GluePoint23Y" fmla="*/ 9 h 153"/>
              <a:gd name="GluePoint24X" fmla="*/ 33 w 98"/>
              <a:gd name="GluePoint24Y" fmla="*/ 4 h 153"/>
              <a:gd name="GluePoint25X" fmla="*/ 32 w 98"/>
              <a:gd name="GluePoint25Y" fmla="*/ 0 h 153"/>
              <a:gd name="GluePoint26X" fmla="*/ 28 w 98"/>
              <a:gd name="GluePoint26Y" fmla="*/ 0 h 153"/>
              <a:gd name="GluePoint27X" fmla="*/ 24 w 98"/>
              <a:gd name="GluePoint27Y" fmla="*/ 0 h 153"/>
              <a:gd name="GluePoint28X" fmla="*/ 20 w 98"/>
              <a:gd name="GluePoint28Y" fmla="*/ 0 h 153"/>
              <a:gd name="GluePoint29X" fmla="*/ 16 w 98"/>
              <a:gd name="GluePoint29Y" fmla="*/ 0 h 153"/>
              <a:gd name="GluePoint30X" fmla="*/ 12 w 98"/>
              <a:gd name="GluePoint30Y" fmla="*/ 0 h 153"/>
              <a:gd name="GluePoint31X" fmla="*/ 8 w 98"/>
              <a:gd name="GluePoint31Y" fmla="*/ 0 h 153"/>
              <a:gd name="GluePoint32X" fmla="*/ 4 w 98"/>
              <a:gd name="GluePoint32Y" fmla="*/ 0 h 153"/>
              <a:gd name="GluePoint33X" fmla="*/ 0 w 98"/>
              <a:gd name="GluePoint33Y" fmla="*/ 0 h 153"/>
              <a:gd name="GluePoint34X" fmla="*/ 43 w 98"/>
              <a:gd name="GluePoint34Y" fmla="*/ 100 h 153"/>
              <a:gd name="GluePoint35X" fmla="*/ 16 w 98"/>
              <a:gd name="GluePoint35Y" fmla="*/ 153 h 153"/>
              <a:gd name="GluePoint36X" fmla="*/ 20 w 98"/>
              <a:gd name="GluePoint36Y" fmla="*/ 153 h 153"/>
              <a:gd name="GluePoint37X" fmla="*/ 24 w 98"/>
              <a:gd name="GluePoint37Y" fmla="*/ 153 h 153"/>
              <a:gd name="GluePoint38X" fmla="*/ 28 w 98"/>
              <a:gd name="GluePoint38Y" fmla="*/ 153 h 153"/>
              <a:gd name="GluePoint39X" fmla="*/ 33 w 98"/>
              <a:gd name="GluePoint39Y" fmla="*/ 153 h 153"/>
              <a:gd name="GluePoint40X" fmla="*/ 37 w 98"/>
              <a:gd name="GluePoint40Y" fmla="*/ 141 h 153"/>
              <a:gd name="GluePoint41X" fmla="*/ 42 w 98"/>
              <a:gd name="GluePoint41Y" fmla="*/ 130 h 153"/>
              <a:gd name="GluePoint42X" fmla="*/ 46 w 98"/>
              <a:gd name="GluePoint42Y" fmla="*/ 118 h 153"/>
              <a:gd name="GluePoint43X" fmla="*/ 52 w 98"/>
              <a:gd name="GluePoint43Y" fmla="*/ 105 h 153"/>
              <a:gd name="GluePoint44X" fmla="*/ 57 w 98"/>
              <a:gd name="GluePoint44Y" fmla="*/ 92 h 153"/>
              <a:gd name="GluePoint45X" fmla="*/ 64 w 98"/>
              <a:gd name="GluePoint45Y" fmla="*/ 77 h 153"/>
              <a:gd name="GluePoint46X" fmla="*/ 70 w 98"/>
              <a:gd name="GluePoint46Y" fmla="*/ 63 h 153"/>
              <a:gd name="GluePoint47X" fmla="*/ 76 w 98"/>
              <a:gd name="GluePoint47Y" fmla="*/ 48 h 153"/>
              <a:gd name="GluePoint48X" fmla="*/ 98 w 98"/>
              <a:gd name="GluePoint48Y" fmla="*/ 0 h 153"/>
              <a:gd name="GluePoint49X" fmla="*/ 96 w 98"/>
              <a:gd name="GluePoint49Y" fmla="*/ 0 h 153"/>
            </a:gdLst>
            <a:ahLst/>
            <a:cxnLst/>
            <a:rect l="textAreaLeft" t="textAreaTop" r="textAreaRight" b="textAreaBottom"/>
            <a:pathLst>
              <a:path w="98" h="153">
                <a:moveTo>
                  <a:pt x="96" y="0"/>
                </a:moveTo>
                <a:lnTo>
                  <a:pt x="93" y="0"/>
                </a:lnTo>
                <a:lnTo>
                  <a:pt x="91" y="0"/>
                </a:lnTo>
                <a:lnTo>
                  <a:pt x="89" y="0"/>
                </a:lnTo>
                <a:lnTo>
                  <a:pt x="87" y="0"/>
                </a:lnTo>
                <a:lnTo>
                  <a:pt x="85" y="0"/>
                </a:lnTo>
                <a:lnTo>
                  <a:pt x="83" y="0"/>
                </a:lnTo>
                <a:lnTo>
                  <a:pt x="81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50" y="50"/>
                </a:lnTo>
                <a:lnTo>
                  <a:pt x="47" y="42"/>
                </a:lnTo>
                <a:lnTo>
                  <a:pt x="44" y="35"/>
                </a:lnTo>
                <a:lnTo>
                  <a:pt x="42" y="28"/>
                </a:lnTo>
                <a:lnTo>
                  <a:pt x="39" y="21"/>
                </a:lnTo>
                <a:lnTo>
                  <a:pt x="37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3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2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4" y="77"/>
                </a:lnTo>
                <a:lnTo>
                  <a:pt x="70" y="63"/>
                </a:lnTo>
                <a:lnTo>
                  <a:pt x="76" y="48"/>
                </a:lnTo>
                <a:lnTo>
                  <a:pt x="98" y="0"/>
                </a:lnTo>
                <a:lnTo>
                  <a:pt x="9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254" name="PlaceHolder 3">
            <a:extLst>
              <a:ext uri="{FF2B5EF4-FFF2-40B4-BE49-F238E27FC236}">
                <a16:creationId xmlns:a16="http://schemas.microsoft.com/office/drawing/2014/main" id="{EBF8A572-C769-4339-A697-8D8E3CA6B00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60240" y="1929600"/>
            <a:ext cx="1656000" cy="159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15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55" name="PlaceHolder 4">
            <a:extLst>
              <a:ext uri="{FF2B5EF4-FFF2-40B4-BE49-F238E27FC236}">
                <a16:creationId xmlns:a16="http://schemas.microsoft.com/office/drawing/2014/main" id="{9A2A72F6-3DE8-47C7-8570-6D96570C258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60240" y="3462840"/>
            <a:ext cx="6886800" cy="56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8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8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编辑母版文本样式</a:t>
            </a:r>
          </a:p>
        </p:txBody>
      </p:sp>
      <p:sp>
        <p:nvSpPr>
          <p:cNvPr id="256" name="PlaceHolder 5">
            <a:extLst>
              <a:ext uri="{FF2B5EF4-FFF2-40B4-BE49-F238E27FC236}">
                <a16:creationId xmlns:a16="http://schemas.microsoft.com/office/drawing/2014/main" id="{6D2DFC3F-3683-4BCD-BEB1-4C705DFC77E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60240" y="4082760"/>
            <a:ext cx="6886800" cy="39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/>
          </a:p>
        </p:txBody>
      </p:sp>
      <p:sp>
        <p:nvSpPr>
          <p:cNvPr id="257" name="PlaceHolder 6">
            <a:extLst>
              <a:ext uri="{FF2B5EF4-FFF2-40B4-BE49-F238E27FC236}">
                <a16:creationId xmlns:a16="http://schemas.microsoft.com/office/drawing/2014/main" id="{B2776141-F722-48B6-B019-20DCA231B6D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  <a:lvl2pPr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矩形 1">
            <a:extLst>
              <a:ext uri="{FF2B5EF4-FFF2-40B4-BE49-F238E27FC236}">
                <a16:creationId xmlns:a16="http://schemas.microsoft.com/office/drawing/2014/main" id="{343EA7DE-8B8F-44C5-90D2-B1DB97D315D9}"/>
              </a:ext>
            </a:extLst>
          </p:cNvPr>
          <p:cNvSpPr>
            <a:spLocks noGrp="1"/>
          </p:cNvSpPr>
          <p:nvPr/>
        </p:nvSpPr>
        <p:spPr>
          <a:xfrm>
            <a:off x="572400" y="780480"/>
            <a:ext cx="11046960" cy="5296680"/>
          </a:xfrm>
          <a:prstGeom prst="rect">
            <a:avLst/>
          </a:prstGeom>
          <a:solidFill>
            <a:srgbClr val="FFFFFF"/>
          </a:solidFill>
          <a:ln w="28440">
            <a:solidFill>
              <a:schemeClr val="dk1">
                <a:lumMod val="75000"/>
                <a:lumOff val="25000"/>
              </a:schemeClr>
            </a:solidFill>
          </a:ln>
          <a:effectLst>
            <a:outerShdw dist="101314" dir="2700000" rotWithShape="0">
              <a:srgbClr val="00000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680" tIns="24840" rIns="49680" bIns="24840" anchor="ctr">
            <a:noAutofit/>
          </a:bodyPr>
          <a:lstStyle/>
          <a:p>
            <a:endParaRPr/>
          </a:p>
        </p:txBody>
      </p:sp>
      <p:sp>
        <p:nvSpPr>
          <p:cNvPr id="260" name="直角三角形 3">
            <a:extLst>
              <a:ext uri="{FF2B5EF4-FFF2-40B4-BE49-F238E27FC236}">
                <a16:creationId xmlns:a16="http://schemas.microsoft.com/office/drawing/2014/main" id="{AA708B12-89F4-4D91-BAE5-F8BEF1AE3F4A}"/>
              </a:ext>
            </a:extLst>
          </p:cNvPr>
          <p:cNvSpPr>
            <a:spLocks noGrp="1"/>
          </p:cNvSpPr>
          <p:nvPr/>
        </p:nvSpPr>
        <p:spPr>
          <a:xfrm flipH="1">
            <a:off x="1168920" y="576360"/>
            <a:ext cx="141120" cy="190440"/>
          </a:xfrm>
          <a:prstGeom prst="rtTriangle">
            <a:avLst/>
          </a:prstGeom>
          <a:solidFill>
            <a:srgbClr val="656B6E"/>
          </a:solidFill>
          <a:ln w="28440">
            <a:solidFill>
              <a:schemeClr val="dk1">
                <a:lumMod val="75000"/>
                <a:lumOff val="25000"/>
              </a:schemeClr>
            </a:solidFill>
          </a:ln>
          <a:effectLst>
            <a:outerShdw dist="63130" dir="2700000" rotWithShape="0">
              <a:srgbClr val="00000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680" tIns="24840" rIns="49680" bIns="24840" anchor="ctr">
            <a:noAutofit/>
          </a:bodyPr>
          <a:lstStyle/>
          <a:p>
            <a:endParaRPr/>
          </a:p>
        </p:txBody>
      </p:sp>
      <p:sp>
        <p:nvSpPr>
          <p:cNvPr id="261" name="矩形 4">
            <a:extLst>
              <a:ext uri="{FF2B5EF4-FFF2-40B4-BE49-F238E27FC236}">
                <a16:creationId xmlns:a16="http://schemas.microsoft.com/office/drawing/2014/main" id="{B05B9BD7-31CF-4526-A3CA-8601F9B6E201}"/>
              </a:ext>
            </a:extLst>
          </p:cNvPr>
          <p:cNvSpPr>
            <a:spLocks noGrp="1"/>
          </p:cNvSpPr>
          <p:nvPr/>
        </p:nvSpPr>
        <p:spPr>
          <a:xfrm>
            <a:off x="1320120" y="547560"/>
            <a:ext cx="2377800" cy="810720"/>
          </a:xfrm>
          <a:prstGeom prst="rect">
            <a:avLst/>
          </a:prstGeom>
          <a:solidFill>
            <a:srgbClr val="808C94"/>
          </a:solidFill>
          <a:ln w="28440">
            <a:solidFill>
              <a:schemeClr val="dk1">
                <a:lumMod val="75000"/>
                <a:lumOff val="25000"/>
              </a:schemeClr>
            </a:solidFill>
          </a:ln>
          <a:effectLst>
            <a:outerShdw dist="63130" dir="2700000" rotWithShape="0">
              <a:srgbClr val="00000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680" tIns="24840" rIns="49680" bIns="24840" anchor="ctr">
            <a:noAutofit/>
          </a:bodyPr>
          <a:lstStyle/>
          <a:p>
            <a:endParaRPr/>
          </a:p>
        </p:txBody>
      </p:sp>
      <p:sp>
        <p:nvSpPr>
          <p:cNvPr id="264" name="Freeform 51">
            <a:extLst>
              <a:ext uri="{FF2B5EF4-FFF2-40B4-BE49-F238E27FC236}">
                <a16:creationId xmlns:a16="http://schemas.microsoft.com/office/drawing/2014/main" id="{070D4F0E-A294-4A81-ACDA-91069E8117A3}"/>
              </a:ext>
            </a:extLst>
          </p:cNvPr>
          <p:cNvSpPr>
            <a:spLocks noGrp="1"/>
          </p:cNvSpPr>
          <p:nvPr/>
        </p:nvSpPr>
        <p:spPr>
          <a:xfrm>
            <a:off x="5137920" y="6396120"/>
            <a:ext cx="152280" cy="255600"/>
          </a:xfrm>
          <a:custGeom>
            <a:avLst/>
            <a:gdLst>
              <a:gd name="textAreaLeft" fmla="*/ 0 w 152280"/>
              <a:gd name="textAreaRight" fmla="*/ 152640 w 152280"/>
              <a:gd name="textAreaTop" fmla="*/ 0 h 255600"/>
              <a:gd name="textAreaBottom" fmla="*/ 255960 h 255600"/>
              <a:gd name="GluePoint1X" fmla="*/ 83 w 83"/>
              <a:gd name="GluePoint1Y" fmla="*/ 46 h 139"/>
              <a:gd name="GluePoint2X" fmla="*/ 50 w 83"/>
              <a:gd name="GluePoint2Y" fmla="*/ 46 h 139"/>
              <a:gd name="GluePoint3X" fmla="*/ 50 w 83"/>
              <a:gd name="GluePoint3Y" fmla="*/ 0 h 139"/>
              <a:gd name="GluePoint4X" fmla="*/ 33 w 83"/>
              <a:gd name="GluePoint4Y" fmla="*/ 0 h 139"/>
              <a:gd name="GluePoint5X" fmla="*/ 33 w 83"/>
              <a:gd name="GluePoint5Y" fmla="*/ 46 h 139"/>
              <a:gd name="GluePoint6X" fmla="*/ 0 w 83"/>
              <a:gd name="GluePoint6Y" fmla="*/ 46 h 139"/>
              <a:gd name="GluePoint7X" fmla="*/ 0 w 83"/>
              <a:gd name="GluePoint7Y" fmla="*/ 62 h 139"/>
              <a:gd name="GluePoint8X" fmla="*/ 33 w 83"/>
              <a:gd name="GluePoint8Y" fmla="*/ 62 h 139"/>
              <a:gd name="GluePoint9X" fmla="*/ 33 w 83"/>
              <a:gd name="GluePoint9Y" fmla="*/ 139 h 139"/>
              <a:gd name="GluePoint10X" fmla="*/ 50 w 83"/>
              <a:gd name="GluePoint10Y" fmla="*/ 139 h 139"/>
              <a:gd name="GluePoint11X" fmla="*/ 50 w 83"/>
              <a:gd name="GluePoint11Y" fmla="*/ 62 h 139"/>
              <a:gd name="GluePoint12X" fmla="*/ 83 w 83"/>
              <a:gd name="GluePoint12Y" fmla="*/ 62 h 139"/>
              <a:gd name="GluePoint13X" fmla="*/ 83 w 83"/>
              <a:gd name="GluePoint13Y" fmla="*/ 46 h 139"/>
            </a:gdLst>
            <a:ahLst/>
            <a:cxnLst/>
            <a:rect l="textAreaLeft" t="textAreaTop" r="textAreaRight" b="textAreaBottom"/>
            <a:pathLst>
              <a:path w="83" h="139">
                <a:moveTo>
                  <a:pt x="83" y="46"/>
                </a:moveTo>
                <a:lnTo>
                  <a:pt x="50" y="46"/>
                </a:lnTo>
                <a:lnTo>
                  <a:pt x="50" y="0"/>
                </a:lnTo>
                <a:lnTo>
                  <a:pt x="33" y="0"/>
                </a:lnTo>
                <a:lnTo>
                  <a:pt x="33" y="46"/>
                </a:lnTo>
                <a:lnTo>
                  <a:pt x="0" y="46"/>
                </a:lnTo>
                <a:lnTo>
                  <a:pt x="0" y="62"/>
                </a:lnTo>
                <a:lnTo>
                  <a:pt x="33" y="62"/>
                </a:lnTo>
                <a:lnTo>
                  <a:pt x="33" y="139"/>
                </a:lnTo>
                <a:lnTo>
                  <a:pt x="50" y="139"/>
                </a:lnTo>
                <a:lnTo>
                  <a:pt x="50" y="62"/>
                </a:lnTo>
                <a:lnTo>
                  <a:pt x="83" y="62"/>
                </a:lnTo>
                <a:lnTo>
                  <a:pt x="83" y="46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265" name="Freeform 52">
            <a:extLst>
              <a:ext uri="{FF2B5EF4-FFF2-40B4-BE49-F238E27FC236}">
                <a16:creationId xmlns:a16="http://schemas.microsoft.com/office/drawing/2014/main" id="{A3572232-AF93-4664-8990-E59BF90FB943}"/>
              </a:ext>
            </a:extLst>
          </p:cNvPr>
          <p:cNvSpPr>
            <a:spLocks noGrp="1"/>
          </p:cNvSpPr>
          <p:nvPr/>
        </p:nvSpPr>
        <p:spPr>
          <a:xfrm>
            <a:off x="5031000" y="6397920"/>
            <a:ext cx="91800" cy="253440"/>
          </a:xfrm>
          <a:custGeom>
            <a:avLst/>
            <a:gdLst>
              <a:gd name="textAreaLeft" fmla="*/ 0 w 91800"/>
              <a:gd name="textAreaRight" fmla="*/ 92160 w 91800"/>
              <a:gd name="textAreaTop" fmla="*/ 0 h 253440"/>
              <a:gd name="textAreaBottom" fmla="*/ 253800 h 253440"/>
              <a:gd name="GluePoint1X" fmla="*/ 0 w 50"/>
              <a:gd name="GluePoint1Y" fmla="*/ 0 h 138"/>
              <a:gd name="GluePoint2X" fmla="*/ 0 w 50"/>
              <a:gd name="GluePoint2Y" fmla="*/ 13 h 138"/>
              <a:gd name="GluePoint3X" fmla="*/ 0 w 50"/>
              <a:gd name="GluePoint3Y" fmla="*/ 124 h 138"/>
              <a:gd name="GluePoint4X" fmla="*/ 0 w 50"/>
              <a:gd name="GluePoint4Y" fmla="*/ 138 h 138"/>
              <a:gd name="GluePoint5X" fmla="*/ 14 w 50"/>
              <a:gd name="GluePoint5Y" fmla="*/ 138 h 138"/>
              <a:gd name="GluePoint6X" fmla="*/ 35 w 50"/>
              <a:gd name="GluePoint6Y" fmla="*/ 138 h 138"/>
              <a:gd name="GluePoint7X" fmla="*/ 50 w 50"/>
              <a:gd name="GluePoint7Y" fmla="*/ 138 h 138"/>
              <a:gd name="GluePoint8X" fmla="*/ 50 w 50"/>
              <a:gd name="GluePoint8Y" fmla="*/ 124 h 138"/>
              <a:gd name="GluePoint9X" fmla="*/ 50 w 50"/>
              <a:gd name="GluePoint9Y" fmla="*/ 13 h 138"/>
              <a:gd name="GluePoint10X" fmla="*/ 50 w 50"/>
              <a:gd name="GluePoint10Y" fmla="*/ 0 h 138"/>
              <a:gd name="GluePoint11X" fmla="*/ 50 w 50"/>
              <a:gd name="GluePoint11Y" fmla="*/ 0 h 138"/>
              <a:gd name="GluePoint12X" fmla="*/ 0 w 50"/>
              <a:gd name="GluePoint12Y" fmla="*/ 0 h 138"/>
              <a:gd name="GluePoint13X" fmla="*/ 0 w 50"/>
              <a:gd name="GluePoint13Y" fmla="*/ 0 h 138"/>
              <a:gd name="GluePoint14X" fmla="*/ 35 w 50"/>
              <a:gd name="GluePoint14Y" fmla="*/ 124 h 138"/>
              <a:gd name="GluePoint15X" fmla="*/ 14 w 50"/>
              <a:gd name="GluePoint15Y" fmla="*/ 124 h 138"/>
              <a:gd name="GluePoint16X" fmla="*/ 14 w 50"/>
              <a:gd name="GluePoint16Y" fmla="*/ 13 h 138"/>
              <a:gd name="GluePoint17X" fmla="*/ 35 w 50"/>
              <a:gd name="GluePoint17Y" fmla="*/ 13 h 138"/>
              <a:gd name="GluePoint18X" fmla="*/ 35 w 50"/>
              <a:gd name="GluePoint18Y" fmla="*/ 124 h 138"/>
            </a:gdLst>
            <a:ahLst/>
            <a:cxnLst/>
            <a:rect l="textAreaLeft" t="textAreaTop" r="textAreaRight" b="textAreaBottom"/>
            <a:pathLst>
              <a:path w="50" h="138">
                <a:moveTo>
                  <a:pt x="0" y="0"/>
                </a:moveTo>
                <a:lnTo>
                  <a:pt x="0" y="13"/>
                </a:lnTo>
                <a:lnTo>
                  <a:pt x="0" y="124"/>
                </a:lnTo>
                <a:lnTo>
                  <a:pt x="0" y="138"/>
                </a:lnTo>
                <a:lnTo>
                  <a:pt x="14" y="138"/>
                </a:lnTo>
                <a:lnTo>
                  <a:pt x="35" y="138"/>
                </a:lnTo>
                <a:lnTo>
                  <a:pt x="50" y="138"/>
                </a:lnTo>
                <a:lnTo>
                  <a:pt x="50" y="124"/>
                </a:lnTo>
                <a:lnTo>
                  <a:pt x="50" y="13"/>
                </a:lnTo>
                <a:lnTo>
                  <a:pt x="50" y="0"/>
                </a:lnTo>
                <a:lnTo>
                  <a:pt x="5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35" y="124"/>
                </a:moveTo>
                <a:lnTo>
                  <a:pt x="14" y="124"/>
                </a:lnTo>
                <a:lnTo>
                  <a:pt x="14" y="13"/>
                </a:lnTo>
                <a:lnTo>
                  <a:pt x="35" y="13"/>
                </a:lnTo>
                <a:lnTo>
                  <a:pt x="35" y="124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266" name="Freeform 53">
            <a:extLst>
              <a:ext uri="{FF2B5EF4-FFF2-40B4-BE49-F238E27FC236}">
                <a16:creationId xmlns:a16="http://schemas.microsoft.com/office/drawing/2014/main" id="{FF4DA51F-8BC8-4E27-A39F-8012A0DB8391}"/>
              </a:ext>
            </a:extLst>
          </p:cNvPr>
          <p:cNvSpPr>
            <a:spLocks noGrp="1"/>
          </p:cNvSpPr>
          <p:nvPr/>
        </p:nvSpPr>
        <p:spPr>
          <a:xfrm>
            <a:off x="5137920" y="6396120"/>
            <a:ext cx="152280" cy="255600"/>
          </a:xfrm>
          <a:custGeom>
            <a:avLst/>
            <a:gdLst>
              <a:gd name="textAreaLeft" fmla="*/ 0 w 152280"/>
              <a:gd name="textAreaRight" fmla="*/ 152640 w 152280"/>
              <a:gd name="textAreaTop" fmla="*/ 0 h 255600"/>
              <a:gd name="textAreaBottom" fmla="*/ 255960 h 255600"/>
              <a:gd name="GluePoint1X" fmla="*/ 83 w 83"/>
              <a:gd name="GluePoint1Y" fmla="*/ 46 h 139"/>
              <a:gd name="GluePoint2X" fmla="*/ 50 w 83"/>
              <a:gd name="GluePoint2Y" fmla="*/ 46 h 139"/>
              <a:gd name="GluePoint3X" fmla="*/ 50 w 83"/>
              <a:gd name="GluePoint3Y" fmla="*/ 0 h 139"/>
              <a:gd name="GluePoint4X" fmla="*/ 33 w 83"/>
              <a:gd name="GluePoint4Y" fmla="*/ 0 h 139"/>
              <a:gd name="GluePoint5X" fmla="*/ 33 w 83"/>
              <a:gd name="GluePoint5Y" fmla="*/ 46 h 139"/>
              <a:gd name="GluePoint6X" fmla="*/ 0 w 83"/>
              <a:gd name="GluePoint6Y" fmla="*/ 46 h 139"/>
              <a:gd name="GluePoint7X" fmla="*/ 0 w 83"/>
              <a:gd name="GluePoint7Y" fmla="*/ 62 h 139"/>
              <a:gd name="GluePoint8X" fmla="*/ 33 w 83"/>
              <a:gd name="GluePoint8Y" fmla="*/ 62 h 139"/>
              <a:gd name="GluePoint9X" fmla="*/ 33 w 83"/>
              <a:gd name="GluePoint9Y" fmla="*/ 139 h 139"/>
              <a:gd name="GluePoint10X" fmla="*/ 50 w 83"/>
              <a:gd name="GluePoint10Y" fmla="*/ 139 h 139"/>
              <a:gd name="GluePoint11X" fmla="*/ 50 w 83"/>
              <a:gd name="GluePoint11Y" fmla="*/ 62 h 139"/>
              <a:gd name="GluePoint12X" fmla="*/ 83 w 83"/>
              <a:gd name="GluePoint12Y" fmla="*/ 62 h 139"/>
              <a:gd name="GluePoint13X" fmla="*/ 83 w 83"/>
              <a:gd name="GluePoint13Y" fmla="*/ 46 h 139"/>
            </a:gdLst>
            <a:ahLst/>
            <a:cxnLst/>
            <a:rect l="textAreaLeft" t="textAreaTop" r="textAreaRight" b="textAreaBottom"/>
            <a:pathLst>
              <a:path w="83" h="139">
                <a:moveTo>
                  <a:pt x="83" y="46"/>
                </a:moveTo>
                <a:lnTo>
                  <a:pt x="50" y="46"/>
                </a:lnTo>
                <a:lnTo>
                  <a:pt x="50" y="0"/>
                </a:lnTo>
                <a:lnTo>
                  <a:pt x="33" y="0"/>
                </a:lnTo>
                <a:lnTo>
                  <a:pt x="33" y="46"/>
                </a:lnTo>
                <a:lnTo>
                  <a:pt x="0" y="46"/>
                </a:lnTo>
                <a:lnTo>
                  <a:pt x="0" y="62"/>
                </a:lnTo>
                <a:lnTo>
                  <a:pt x="33" y="62"/>
                </a:lnTo>
                <a:lnTo>
                  <a:pt x="33" y="139"/>
                </a:lnTo>
                <a:lnTo>
                  <a:pt x="50" y="139"/>
                </a:lnTo>
                <a:lnTo>
                  <a:pt x="50" y="62"/>
                </a:lnTo>
                <a:lnTo>
                  <a:pt x="83" y="62"/>
                </a:lnTo>
                <a:lnTo>
                  <a:pt x="83" y="46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267" name="Freeform 54">
            <a:extLst>
              <a:ext uri="{FF2B5EF4-FFF2-40B4-BE49-F238E27FC236}">
                <a16:creationId xmlns:a16="http://schemas.microsoft.com/office/drawing/2014/main" id="{D0DC5C62-5461-4958-B7C4-97A98392E4CF}"/>
              </a:ext>
            </a:extLst>
          </p:cNvPr>
          <p:cNvSpPr>
            <a:spLocks noGrp="1"/>
          </p:cNvSpPr>
          <p:nvPr/>
        </p:nvSpPr>
        <p:spPr>
          <a:xfrm>
            <a:off x="5031000" y="6397920"/>
            <a:ext cx="91800" cy="253440"/>
          </a:xfrm>
          <a:custGeom>
            <a:avLst/>
            <a:gdLst>
              <a:gd name="textAreaLeft" fmla="*/ 0 w 91800"/>
              <a:gd name="textAreaRight" fmla="*/ 92160 w 91800"/>
              <a:gd name="textAreaTop" fmla="*/ 0 h 253440"/>
              <a:gd name="textAreaBottom" fmla="*/ 253800 h 253440"/>
              <a:gd name="GluePoint1X" fmla="*/ 0 w 50"/>
              <a:gd name="GluePoint1Y" fmla="*/ 0 h 138"/>
              <a:gd name="GluePoint2X" fmla="*/ 0 w 50"/>
              <a:gd name="GluePoint2Y" fmla="*/ 13 h 138"/>
              <a:gd name="GluePoint3X" fmla="*/ 0 w 50"/>
              <a:gd name="GluePoint3Y" fmla="*/ 124 h 138"/>
              <a:gd name="GluePoint4X" fmla="*/ 0 w 50"/>
              <a:gd name="GluePoint4Y" fmla="*/ 138 h 138"/>
              <a:gd name="GluePoint5X" fmla="*/ 14 w 50"/>
              <a:gd name="GluePoint5Y" fmla="*/ 138 h 138"/>
              <a:gd name="GluePoint6X" fmla="*/ 35 w 50"/>
              <a:gd name="GluePoint6Y" fmla="*/ 138 h 138"/>
              <a:gd name="GluePoint7X" fmla="*/ 50 w 50"/>
              <a:gd name="GluePoint7Y" fmla="*/ 138 h 138"/>
              <a:gd name="GluePoint8X" fmla="*/ 50 w 50"/>
              <a:gd name="GluePoint8Y" fmla="*/ 124 h 138"/>
              <a:gd name="GluePoint9X" fmla="*/ 50 w 50"/>
              <a:gd name="GluePoint9Y" fmla="*/ 13 h 138"/>
              <a:gd name="GluePoint10X" fmla="*/ 50 w 50"/>
              <a:gd name="GluePoint10Y" fmla="*/ 0 h 138"/>
              <a:gd name="GluePoint11X" fmla="*/ 50 w 50"/>
              <a:gd name="GluePoint11Y" fmla="*/ 0 h 138"/>
              <a:gd name="GluePoint12X" fmla="*/ 0 w 50"/>
              <a:gd name="GluePoint12Y" fmla="*/ 0 h 138"/>
              <a:gd name="GluePoint13X" fmla="*/ 0 w 50"/>
              <a:gd name="GluePoint13Y" fmla="*/ 0 h 138"/>
              <a:gd name="GluePoint14X" fmla="*/ 35 w 50"/>
              <a:gd name="GluePoint14Y" fmla="*/ 124 h 138"/>
              <a:gd name="GluePoint15X" fmla="*/ 14 w 50"/>
              <a:gd name="GluePoint15Y" fmla="*/ 124 h 138"/>
              <a:gd name="GluePoint16X" fmla="*/ 14 w 50"/>
              <a:gd name="GluePoint16Y" fmla="*/ 13 h 138"/>
              <a:gd name="GluePoint17X" fmla="*/ 35 w 50"/>
              <a:gd name="GluePoint17Y" fmla="*/ 13 h 138"/>
              <a:gd name="GluePoint18X" fmla="*/ 35 w 50"/>
              <a:gd name="GluePoint18Y" fmla="*/ 124 h 138"/>
            </a:gdLst>
            <a:ahLst/>
            <a:cxnLst/>
            <a:rect l="textAreaLeft" t="textAreaTop" r="textAreaRight" b="textAreaBottom"/>
            <a:pathLst>
              <a:path w="50" h="138">
                <a:moveTo>
                  <a:pt x="0" y="0"/>
                </a:moveTo>
                <a:lnTo>
                  <a:pt x="0" y="13"/>
                </a:lnTo>
                <a:lnTo>
                  <a:pt x="0" y="124"/>
                </a:lnTo>
                <a:lnTo>
                  <a:pt x="0" y="138"/>
                </a:lnTo>
                <a:lnTo>
                  <a:pt x="14" y="138"/>
                </a:lnTo>
                <a:lnTo>
                  <a:pt x="35" y="138"/>
                </a:lnTo>
                <a:lnTo>
                  <a:pt x="50" y="138"/>
                </a:lnTo>
                <a:lnTo>
                  <a:pt x="50" y="124"/>
                </a:lnTo>
                <a:lnTo>
                  <a:pt x="50" y="13"/>
                </a:lnTo>
                <a:lnTo>
                  <a:pt x="50" y="0"/>
                </a:lnTo>
                <a:lnTo>
                  <a:pt x="5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35" y="124"/>
                </a:moveTo>
                <a:lnTo>
                  <a:pt x="14" y="124"/>
                </a:lnTo>
                <a:lnTo>
                  <a:pt x="14" y="13"/>
                </a:lnTo>
                <a:lnTo>
                  <a:pt x="35" y="13"/>
                </a:lnTo>
                <a:lnTo>
                  <a:pt x="35" y="124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268" name="Freeform 55">
            <a:extLst>
              <a:ext uri="{FF2B5EF4-FFF2-40B4-BE49-F238E27FC236}">
                <a16:creationId xmlns:a16="http://schemas.microsoft.com/office/drawing/2014/main" id="{673D96CF-6864-40B9-B28E-0CAC8C6E1E56}"/>
              </a:ext>
            </a:extLst>
          </p:cNvPr>
          <p:cNvSpPr>
            <a:spLocks noGrp="1"/>
          </p:cNvSpPr>
          <p:nvPr/>
        </p:nvSpPr>
        <p:spPr>
          <a:xfrm>
            <a:off x="4813920" y="6397920"/>
            <a:ext cx="108360" cy="253440"/>
          </a:xfrm>
          <a:custGeom>
            <a:avLst/>
            <a:gdLst>
              <a:gd name="textAreaLeft" fmla="*/ 0 w 108360"/>
              <a:gd name="textAreaRight" fmla="*/ 108720 w 108360"/>
              <a:gd name="textAreaTop" fmla="*/ 0 h 253440"/>
              <a:gd name="textAreaBottom" fmla="*/ 253800 h 253440"/>
              <a:gd name="GluePoint1X" fmla="*/ 59 w 59"/>
              <a:gd name="GluePoint1Y" fmla="*/ 93 h 138"/>
              <a:gd name="GluePoint2X" fmla="*/ 59 w 59"/>
              <a:gd name="GluePoint2Y" fmla="*/ 93 h 138"/>
              <a:gd name="GluePoint3X" fmla="*/ 59 w 59"/>
              <a:gd name="GluePoint3Y" fmla="*/ 0 h 138"/>
              <a:gd name="GluePoint4X" fmla="*/ 43 w 59"/>
              <a:gd name="GluePoint4Y" fmla="*/ 0 h 138"/>
              <a:gd name="GluePoint5X" fmla="*/ 43 w 59"/>
              <a:gd name="GluePoint5Y" fmla="*/ 88 h 138"/>
              <a:gd name="GluePoint6X" fmla="*/ 0 w 59"/>
              <a:gd name="GluePoint6Y" fmla="*/ 138 h 138"/>
              <a:gd name="GluePoint7X" fmla="*/ 22 w 59"/>
              <a:gd name="GluePoint7Y" fmla="*/ 138 h 138"/>
              <a:gd name="GluePoint8X" fmla="*/ 59 w 59"/>
              <a:gd name="GluePoint8Y" fmla="*/ 93 h 138"/>
              <a:gd name="GluePoint9X" fmla="*/ 59 w 59"/>
              <a:gd name="GluePoint9Y" fmla="*/ 93 h 138"/>
            </a:gdLst>
            <a:ahLst/>
            <a:cxnLst/>
            <a:rect l="textAreaLeft" t="textAreaTop" r="textAreaRight" b="textAreaBottom"/>
            <a:pathLst>
              <a:path w="59" h="138">
                <a:moveTo>
                  <a:pt x="59" y="93"/>
                </a:moveTo>
                <a:lnTo>
                  <a:pt x="59" y="93"/>
                </a:lnTo>
                <a:lnTo>
                  <a:pt x="59" y="0"/>
                </a:lnTo>
                <a:lnTo>
                  <a:pt x="43" y="0"/>
                </a:lnTo>
                <a:lnTo>
                  <a:pt x="43" y="88"/>
                </a:lnTo>
                <a:lnTo>
                  <a:pt x="0" y="138"/>
                </a:lnTo>
                <a:lnTo>
                  <a:pt x="22" y="138"/>
                </a:lnTo>
                <a:lnTo>
                  <a:pt x="59" y="93"/>
                </a:lnTo>
                <a:lnTo>
                  <a:pt x="59" y="93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269" name="Freeform 56">
            <a:extLst>
              <a:ext uri="{FF2B5EF4-FFF2-40B4-BE49-F238E27FC236}">
                <a16:creationId xmlns:a16="http://schemas.microsoft.com/office/drawing/2014/main" id="{7F672C47-DB50-48FA-B196-D1FBAF8C0D27}"/>
              </a:ext>
            </a:extLst>
          </p:cNvPr>
          <p:cNvSpPr>
            <a:spLocks noGrp="1"/>
          </p:cNvSpPr>
          <p:nvPr/>
        </p:nvSpPr>
        <p:spPr>
          <a:xfrm>
            <a:off x="4913280" y="6572880"/>
            <a:ext cx="86040" cy="78840"/>
          </a:xfrm>
          <a:custGeom>
            <a:avLst/>
            <a:gdLst>
              <a:gd name="textAreaLeft" fmla="*/ 0 w 86040"/>
              <a:gd name="textAreaRight" fmla="*/ 86400 w 86040"/>
              <a:gd name="textAreaTop" fmla="*/ 0 h 78840"/>
              <a:gd name="textAreaBottom" fmla="*/ 79200 h 78840"/>
              <a:gd name="GluePoint1X" fmla="*/ 9 w 47"/>
              <a:gd name="GluePoint1Y" fmla="*/ 0 h 43"/>
              <a:gd name="GluePoint2X" fmla="*/ 0 w 47"/>
              <a:gd name="GluePoint2Y" fmla="*/ 11 h 43"/>
              <a:gd name="GluePoint3X" fmla="*/ 27 w 47"/>
              <a:gd name="GluePoint3Y" fmla="*/ 43 h 43"/>
              <a:gd name="GluePoint4X" fmla="*/ 47 w 47"/>
              <a:gd name="GluePoint4Y" fmla="*/ 43 h 43"/>
              <a:gd name="GluePoint5X" fmla="*/ 9 w 47"/>
              <a:gd name="GluePoint5Y" fmla="*/ 0 h 43"/>
            </a:gdLst>
            <a:ahLst/>
            <a:cxnLst/>
            <a:rect l="textAreaLeft" t="textAreaTop" r="textAreaRight" b="textAreaBottom"/>
            <a:pathLst>
              <a:path w="47" h="43">
                <a:moveTo>
                  <a:pt x="9" y="0"/>
                </a:moveTo>
                <a:lnTo>
                  <a:pt x="0" y="11"/>
                </a:lnTo>
                <a:lnTo>
                  <a:pt x="27" y="43"/>
                </a:lnTo>
                <a:lnTo>
                  <a:pt x="47" y="43"/>
                </a:lnTo>
                <a:lnTo>
                  <a:pt x="9" y="0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270" name="Rectangle 57">
            <a:extLst>
              <a:ext uri="{FF2B5EF4-FFF2-40B4-BE49-F238E27FC236}">
                <a16:creationId xmlns:a16="http://schemas.microsoft.com/office/drawing/2014/main" id="{8B4B2598-5E98-4D47-88A0-BF79F1991B64}"/>
              </a:ext>
            </a:extLst>
          </p:cNvPr>
          <p:cNvSpPr>
            <a:spLocks noGrp="1"/>
          </p:cNvSpPr>
          <p:nvPr/>
        </p:nvSpPr>
        <p:spPr>
          <a:xfrm>
            <a:off x="4718160" y="6504840"/>
            <a:ext cx="30960" cy="146880"/>
          </a:xfrm>
          <a:prstGeom prst="rect">
            <a:avLst/>
          </a:pr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360" tIns="34200" rIns="45360" bIns="34200" anchor="t">
            <a:noAutofit/>
          </a:bodyPr>
          <a:lstStyle/>
          <a:p>
            <a:endParaRPr/>
          </a:p>
        </p:txBody>
      </p:sp>
      <p:sp>
        <p:nvSpPr>
          <p:cNvPr id="271" name="Rectangle 58">
            <a:extLst>
              <a:ext uri="{FF2B5EF4-FFF2-40B4-BE49-F238E27FC236}">
                <a16:creationId xmlns:a16="http://schemas.microsoft.com/office/drawing/2014/main" id="{4DC55032-D04C-4346-918B-C31371A62AFD}"/>
              </a:ext>
            </a:extLst>
          </p:cNvPr>
          <p:cNvSpPr>
            <a:spLocks noGrp="1"/>
          </p:cNvSpPr>
          <p:nvPr/>
        </p:nvSpPr>
        <p:spPr>
          <a:xfrm>
            <a:off x="4837680" y="6397920"/>
            <a:ext cx="27360" cy="143280"/>
          </a:xfrm>
          <a:prstGeom prst="rect">
            <a:avLst/>
          </a:pr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960" tIns="34200" rIns="39960" bIns="34200" anchor="t">
            <a:noAutofit/>
          </a:bodyPr>
          <a:lstStyle/>
          <a:p>
            <a:endParaRPr/>
          </a:p>
        </p:txBody>
      </p:sp>
      <p:sp>
        <p:nvSpPr>
          <p:cNvPr id="272" name="Rectangle 59">
            <a:extLst>
              <a:ext uri="{FF2B5EF4-FFF2-40B4-BE49-F238E27FC236}">
                <a16:creationId xmlns:a16="http://schemas.microsoft.com/office/drawing/2014/main" id="{67A4D8D0-C118-4D27-8A3F-8BE8B660BA3E}"/>
              </a:ext>
            </a:extLst>
          </p:cNvPr>
          <p:cNvSpPr>
            <a:spLocks noGrp="1"/>
          </p:cNvSpPr>
          <p:nvPr/>
        </p:nvSpPr>
        <p:spPr>
          <a:xfrm>
            <a:off x="4946400" y="6397920"/>
            <a:ext cx="29160" cy="143280"/>
          </a:xfrm>
          <a:prstGeom prst="rect">
            <a:avLst/>
          </a:pr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2840" tIns="34200" rIns="42840" bIns="34200" anchor="t">
            <a:noAutofit/>
          </a:bodyPr>
          <a:lstStyle/>
          <a:p>
            <a:endParaRPr/>
          </a:p>
        </p:txBody>
      </p:sp>
      <p:sp>
        <p:nvSpPr>
          <p:cNvPr id="273" name="Freeform 60">
            <a:extLst>
              <a:ext uri="{FF2B5EF4-FFF2-40B4-BE49-F238E27FC236}">
                <a16:creationId xmlns:a16="http://schemas.microsoft.com/office/drawing/2014/main" id="{60A0320A-8B8D-4457-B8C9-384B1282E642}"/>
              </a:ext>
            </a:extLst>
          </p:cNvPr>
          <p:cNvSpPr>
            <a:spLocks noGrp="1"/>
          </p:cNvSpPr>
          <p:nvPr/>
        </p:nvSpPr>
        <p:spPr>
          <a:xfrm>
            <a:off x="4718160" y="6397920"/>
            <a:ext cx="95400" cy="253440"/>
          </a:xfrm>
          <a:custGeom>
            <a:avLst/>
            <a:gdLst>
              <a:gd name="textAreaLeft" fmla="*/ 0 w 95400"/>
              <a:gd name="textAreaRight" fmla="*/ 95760 w 95400"/>
              <a:gd name="textAreaTop" fmla="*/ 0 h 253440"/>
              <a:gd name="textAreaBottom" fmla="*/ 253800 h 253440"/>
              <a:gd name="GluePoint1X" fmla="*/ 52 w 52"/>
              <a:gd name="GluePoint1Y" fmla="*/ 92 h 138"/>
              <a:gd name="GluePoint2X" fmla="*/ 52 w 52"/>
              <a:gd name="GluePoint2Y" fmla="*/ 78 h 138"/>
              <a:gd name="GluePoint3X" fmla="*/ 45 w 52"/>
              <a:gd name="GluePoint3Y" fmla="*/ 78 h 138"/>
              <a:gd name="GluePoint4X" fmla="*/ 45 w 52"/>
              <a:gd name="GluePoint4Y" fmla="*/ 49 h 138"/>
              <a:gd name="GluePoint5X" fmla="*/ 52 w 52"/>
              <a:gd name="GluePoint5Y" fmla="*/ 49 h 138"/>
              <a:gd name="GluePoint6X" fmla="*/ 52 w 52"/>
              <a:gd name="GluePoint6Y" fmla="*/ 35 h 138"/>
              <a:gd name="GluePoint7X" fmla="*/ 45 w 52"/>
              <a:gd name="GluePoint7Y" fmla="*/ 35 h 138"/>
              <a:gd name="GluePoint8X" fmla="*/ 45 w 52"/>
              <a:gd name="GluePoint8Y" fmla="*/ 13 h 138"/>
              <a:gd name="GluePoint9X" fmla="*/ 52 w 52"/>
              <a:gd name="GluePoint9Y" fmla="*/ 13 h 138"/>
              <a:gd name="GluePoint10X" fmla="*/ 52 w 52"/>
              <a:gd name="GluePoint10Y" fmla="*/ 0 h 138"/>
              <a:gd name="GluePoint11X" fmla="*/ 45 w 52"/>
              <a:gd name="GluePoint11Y" fmla="*/ 0 h 138"/>
              <a:gd name="GluePoint12X" fmla="*/ 29 w 52"/>
              <a:gd name="GluePoint12Y" fmla="*/ 0 h 138"/>
              <a:gd name="GluePoint13X" fmla="*/ 0 w 52"/>
              <a:gd name="GluePoint13Y" fmla="*/ 0 h 138"/>
              <a:gd name="GluePoint14X" fmla="*/ 0 w 52"/>
              <a:gd name="GluePoint14Y" fmla="*/ 13 h 138"/>
              <a:gd name="GluePoint15X" fmla="*/ 29 w 52"/>
              <a:gd name="GluePoint15Y" fmla="*/ 13 h 138"/>
              <a:gd name="GluePoint16X" fmla="*/ 29 w 52"/>
              <a:gd name="GluePoint16Y" fmla="*/ 35 h 138"/>
              <a:gd name="GluePoint17X" fmla="*/ 0 w 52"/>
              <a:gd name="GluePoint17Y" fmla="*/ 35 h 138"/>
              <a:gd name="GluePoint18X" fmla="*/ 0 w 52"/>
              <a:gd name="GluePoint18Y" fmla="*/ 49 h 138"/>
              <a:gd name="GluePoint19X" fmla="*/ 29 w 52"/>
              <a:gd name="GluePoint19Y" fmla="*/ 49 h 138"/>
              <a:gd name="GluePoint20X" fmla="*/ 29 w 52"/>
              <a:gd name="GluePoint20Y" fmla="*/ 78 h 138"/>
              <a:gd name="GluePoint21X" fmla="*/ 29 w 52"/>
              <a:gd name="GluePoint21Y" fmla="*/ 92 h 138"/>
              <a:gd name="GluePoint22X" fmla="*/ 29 w 52"/>
              <a:gd name="GluePoint22Y" fmla="*/ 138 h 138"/>
              <a:gd name="GluePoint23X" fmla="*/ 45 w 52"/>
              <a:gd name="GluePoint23Y" fmla="*/ 138 h 138"/>
              <a:gd name="GluePoint24X" fmla="*/ 45 w 52"/>
              <a:gd name="GluePoint24Y" fmla="*/ 92 h 138"/>
              <a:gd name="GluePoint25X" fmla="*/ 52 w 52"/>
              <a:gd name="GluePoint25Y" fmla="*/ 92 h 138"/>
            </a:gdLst>
            <a:ahLst/>
            <a:cxnLst/>
            <a:rect l="textAreaLeft" t="textAreaTop" r="textAreaRight" b="textAreaBottom"/>
            <a:pathLst>
              <a:path w="52" h="138">
                <a:moveTo>
                  <a:pt x="52" y="92"/>
                </a:moveTo>
                <a:lnTo>
                  <a:pt x="52" y="78"/>
                </a:lnTo>
                <a:lnTo>
                  <a:pt x="45" y="78"/>
                </a:lnTo>
                <a:lnTo>
                  <a:pt x="45" y="49"/>
                </a:lnTo>
                <a:lnTo>
                  <a:pt x="52" y="49"/>
                </a:lnTo>
                <a:lnTo>
                  <a:pt x="52" y="35"/>
                </a:lnTo>
                <a:lnTo>
                  <a:pt x="45" y="35"/>
                </a:lnTo>
                <a:lnTo>
                  <a:pt x="45" y="13"/>
                </a:lnTo>
                <a:lnTo>
                  <a:pt x="52" y="13"/>
                </a:lnTo>
                <a:lnTo>
                  <a:pt x="52" y="0"/>
                </a:lnTo>
                <a:lnTo>
                  <a:pt x="45" y="0"/>
                </a:lnTo>
                <a:lnTo>
                  <a:pt x="29" y="0"/>
                </a:lnTo>
                <a:lnTo>
                  <a:pt x="0" y="0"/>
                </a:lnTo>
                <a:lnTo>
                  <a:pt x="0" y="13"/>
                </a:lnTo>
                <a:lnTo>
                  <a:pt x="29" y="13"/>
                </a:lnTo>
                <a:lnTo>
                  <a:pt x="29" y="35"/>
                </a:lnTo>
                <a:lnTo>
                  <a:pt x="0" y="35"/>
                </a:lnTo>
                <a:lnTo>
                  <a:pt x="0" y="49"/>
                </a:lnTo>
                <a:lnTo>
                  <a:pt x="29" y="49"/>
                </a:lnTo>
                <a:lnTo>
                  <a:pt x="29" y="78"/>
                </a:lnTo>
                <a:lnTo>
                  <a:pt x="29" y="92"/>
                </a:lnTo>
                <a:lnTo>
                  <a:pt x="29" y="138"/>
                </a:lnTo>
                <a:lnTo>
                  <a:pt x="45" y="138"/>
                </a:lnTo>
                <a:lnTo>
                  <a:pt x="45" y="92"/>
                </a:lnTo>
                <a:lnTo>
                  <a:pt x="52" y="92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274" name="Freeform 61">
            <a:extLst>
              <a:ext uri="{FF2B5EF4-FFF2-40B4-BE49-F238E27FC236}">
                <a16:creationId xmlns:a16="http://schemas.microsoft.com/office/drawing/2014/main" id="{7617F335-2067-45B6-B816-E90DF31D1199}"/>
              </a:ext>
            </a:extLst>
          </p:cNvPr>
          <p:cNvSpPr>
            <a:spLocks noGrp="1"/>
          </p:cNvSpPr>
          <p:nvPr/>
        </p:nvSpPr>
        <p:spPr>
          <a:xfrm>
            <a:off x="5325480" y="6388920"/>
            <a:ext cx="128520" cy="132120"/>
          </a:xfrm>
          <a:custGeom>
            <a:avLst/>
            <a:gdLst>
              <a:gd name="textAreaLeft" fmla="*/ 0 w 128520"/>
              <a:gd name="textAreaRight" fmla="*/ 128880 w 128520"/>
              <a:gd name="textAreaTop" fmla="*/ 0 h 132120"/>
              <a:gd name="textAreaBottom" fmla="*/ 132480 h 132120"/>
              <a:gd name="GluePoint1X" fmla="*/ 26 w 51"/>
              <a:gd name="GluePoint1Y" fmla="*/ 52 h 52"/>
              <a:gd name="GluePoint2X" fmla="*/ 7 w 51"/>
              <a:gd name="GluePoint2Y" fmla="*/ 44 h 52"/>
              <a:gd name="GluePoint3X" fmla="*/ 0 w 51"/>
              <a:gd name="GluePoint3Y" fmla="*/ 26 h 52"/>
              <a:gd name="GluePoint4X" fmla="*/ 7 w 51"/>
              <a:gd name="GluePoint4Y" fmla="*/ 8 h 52"/>
              <a:gd name="GluePoint5X" fmla="*/ 26 w 51"/>
              <a:gd name="GluePoint5Y" fmla="*/ 0 h 52"/>
              <a:gd name="GluePoint6X" fmla="*/ 44 w 51"/>
              <a:gd name="GluePoint6Y" fmla="*/ 8 h 52"/>
              <a:gd name="GluePoint7X" fmla="*/ 51 w 51"/>
              <a:gd name="GluePoint7Y" fmla="*/ 26 h 52"/>
              <a:gd name="GluePoint8X" fmla="*/ 44 w 51"/>
              <a:gd name="GluePoint8Y" fmla="*/ 44 h 52"/>
              <a:gd name="GluePoint9X" fmla="*/ 26 w 51"/>
              <a:gd name="GluePoint9Y" fmla="*/ 52 h 52"/>
              <a:gd name="GluePoint10X" fmla="*/ 26 w 51"/>
              <a:gd name="GluePoint10Y" fmla="*/ 4 h 52"/>
              <a:gd name="GluePoint11X" fmla="*/ 10 w 51"/>
              <a:gd name="GluePoint11Y" fmla="*/ 11 h 52"/>
              <a:gd name="GluePoint12X" fmla="*/ 4 w 51"/>
              <a:gd name="GluePoint12Y" fmla="*/ 26 h 52"/>
              <a:gd name="GluePoint13X" fmla="*/ 10 w 51"/>
              <a:gd name="GluePoint13Y" fmla="*/ 41 h 52"/>
              <a:gd name="GluePoint14X" fmla="*/ 26 w 51"/>
              <a:gd name="GluePoint14Y" fmla="*/ 48 h 52"/>
              <a:gd name="GluePoint15X" fmla="*/ 41 w 51"/>
              <a:gd name="GluePoint15Y" fmla="*/ 41 h 52"/>
              <a:gd name="GluePoint16X" fmla="*/ 47 w 51"/>
              <a:gd name="GluePoint16Y" fmla="*/ 26 h 52"/>
              <a:gd name="GluePoint17X" fmla="*/ 41 w 51"/>
              <a:gd name="GluePoint17Y" fmla="*/ 11 h 52"/>
              <a:gd name="GluePoint18X" fmla="*/ 26 w 51"/>
              <a:gd name="GluePoint18Y" fmla="*/ 4 h 52"/>
              <a:gd name="GluePoint19X" fmla="*/ 38 w 51"/>
              <a:gd name="GluePoint19Y" fmla="*/ 42 h 52"/>
              <a:gd name="GluePoint20X" fmla="*/ 32 w 51"/>
              <a:gd name="GluePoint20Y" fmla="*/ 42 h 52"/>
              <a:gd name="GluePoint21X" fmla="*/ 29 w 51"/>
              <a:gd name="GluePoint21Y" fmla="*/ 34 h 52"/>
              <a:gd name="GluePoint22X" fmla="*/ 23 w 51"/>
              <a:gd name="GluePoint22Y" fmla="*/ 28 h 52"/>
              <a:gd name="GluePoint23X" fmla="*/ 21 w 51"/>
              <a:gd name="GluePoint23Y" fmla="*/ 28 h 52"/>
              <a:gd name="GluePoint24X" fmla="*/ 21 w 51"/>
              <a:gd name="GluePoint24Y" fmla="*/ 42 h 52"/>
              <a:gd name="GluePoint25X" fmla="*/ 15 w 51"/>
              <a:gd name="GluePoint25Y" fmla="*/ 42 h 52"/>
              <a:gd name="GluePoint26X" fmla="*/ 15 w 51"/>
              <a:gd name="GluePoint26Y" fmla="*/ 9 h 52"/>
              <a:gd name="GluePoint27X" fmla="*/ 25 w 51"/>
              <a:gd name="GluePoint27Y" fmla="*/ 9 h 52"/>
              <a:gd name="GluePoint28X" fmla="*/ 34 w 51"/>
              <a:gd name="GluePoint28Y" fmla="*/ 12 h 52"/>
              <a:gd name="GluePoint29X" fmla="*/ 37 w 51"/>
              <a:gd name="GluePoint29Y" fmla="*/ 18 h 52"/>
              <a:gd name="GluePoint30X" fmla="*/ 35 w 51"/>
              <a:gd name="GluePoint30Y" fmla="*/ 24 h 52"/>
              <a:gd name="GluePoint31X" fmla="*/ 28 w 51"/>
              <a:gd name="GluePoint31Y" fmla="*/ 27 h 52"/>
              <a:gd name="GluePoint32X" fmla="*/ 28 w 51"/>
              <a:gd name="GluePoint32Y" fmla="*/ 27 h 52"/>
              <a:gd name="GluePoint33X" fmla="*/ 34 w 51"/>
              <a:gd name="GluePoint33Y" fmla="*/ 33 h 52"/>
              <a:gd name="GluePoint34X" fmla="*/ 38 w 51"/>
              <a:gd name="GluePoint34Y" fmla="*/ 42 h 52"/>
              <a:gd name="GluePoint35X" fmla="*/ 21 w 51"/>
              <a:gd name="GluePoint35Y" fmla="*/ 14 h 52"/>
              <a:gd name="GluePoint36X" fmla="*/ 21 w 51"/>
              <a:gd name="GluePoint36Y" fmla="*/ 24 h 52"/>
              <a:gd name="GluePoint37X" fmla="*/ 25 w 51"/>
              <a:gd name="GluePoint37Y" fmla="*/ 24 h 52"/>
              <a:gd name="GluePoint38X" fmla="*/ 31 w 51"/>
              <a:gd name="GluePoint38Y" fmla="*/ 19 h 52"/>
              <a:gd name="GluePoint39X" fmla="*/ 30 w 51"/>
              <a:gd name="GluePoint39Y" fmla="*/ 15 h 52"/>
              <a:gd name="GluePoint40X" fmla="*/ 24 w 51"/>
              <a:gd name="GluePoint40Y" fmla="*/ 14 h 52"/>
              <a:gd name="GluePoint41X" fmla="*/ 21 w 51"/>
              <a:gd name="GluePoint41Y" fmla="*/ 14 h 52"/>
            </a:gdLst>
            <a:ahLst/>
            <a:cxnLst/>
            <a:rect l="textAreaLeft" t="textAreaTop" r="textAreaRight" b="textAreaBottom"/>
            <a:pathLst>
              <a:path w="51" h="52">
                <a:moveTo>
                  <a:pt x="26" y="52"/>
                </a:moveTo>
                <a:cubicBezTo>
                  <a:pt x="18" y="52"/>
                  <a:pt x="12" y="49"/>
                  <a:pt x="7" y="44"/>
                </a:cubicBezTo>
                <a:cubicBezTo>
                  <a:pt x="2" y="39"/>
                  <a:pt x="0" y="33"/>
                  <a:pt x="0" y="26"/>
                </a:cubicBezTo>
                <a:cubicBezTo>
                  <a:pt x="0" y="19"/>
                  <a:pt x="2" y="13"/>
                  <a:pt x="7" y="8"/>
                </a:cubicBezTo>
                <a:cubicBezTo>
                  <a:pt x="12" y="3"/>
                  <a:pt x="18" y="0"/>
                  <a:pt x="26" y="0"/>
                </a:cubicBezTo>
                <a:cubicBezTo>
                  <a:pt x="33" y="0"/>
                  <a:pt x="39" y="3"/>
                  <a:pt x="44" y="8"/>
                </a:cubicBezTo>
                <a:cubicBezTo>
                  <a:pt x="49" y="13"/>
                  <a:pt x="51" y="19"/>
                  <a:pt x="51" y="26"/>
                </a:cubicBezTo>
                <a:cubicBezTo>
                  <a:pt x="51" y="33"/>
                  <a:pt x="49" y="39"/>
                  <a:pt x="44" y="44"/>
                </a:cubicBezTo>
                <a:cubicBezTo>
                  <a:pt x="39" y="49"/>
                  <a:pt x="33" y="52"/>
                  <a:pt x="26" y="52"/>
                </a:cubicBezTo>
                <a:close/>
                <a:moveTo>
                  <a:pt x="26" y="4"/>
                </a:moveTo>
                <a:cubicBezTo>
                  <a:pt x="20" y="4"/>
                  <a:pt x="14" y="6"/>
                  <a:pt x="10" y="11"/>
                </a:cubicBezTo>
                <a:cubicBezTo>
                  <a:pt x="6" y="15"/>
                  <a:pt x="4" y="20"/>
                  <a:pt x="4" y="26"/>
                </a:cubicBezTo>
                <a:cubicBezTo>
                  <a:pt x="4" y="32"/>
                  <a:pt x="6" y="37"/>
                  <a:pt x="10" y="41"/>
                </a:cubicBezTo>
                <a:cubicBezTo>
                  <a:pt x="14" y="46"/>
                  <a:pt x="20" y="48"/>
                  <a:pt x="26" y="48"/>
                </a:cubicBezTo>
                <a:cubicBezTo>
                  <a:pt x="32" y="48"/>
                  <a:pt x="37" y="46"/>
                  <a:pt x="41" y="41"/>
                </a:cubicBezTo>
                <a:cubicBezTo>
                  <a:pt x="45" y="37"/>
                  <a:pt x="47" y="32"/>
                  <a:pt x="47" y="26"/>
                </a:cubicBezTo>
                <a:cubicBezTo>
                  <a:pt x="47" y="20"/>
                  <a:pt x="45" y="15"/>
                  <a:pt x="41" y="11"/>
                </a:cubicBezTo>
                <a:cubicBezTo>
                  <a:pt x="37" y="6"/>
                  <a:pt x="32" y="4"/>
                  <a:pt x="26" y="4"/>
                </a:cubicBezTo>
                <a:close/>
                <a:moveTo>
                  <a:pt x="38" y="42"/>
                </a:moveTo>
                <a:cubicBezTo>
                  <a:pt x="32" y="42"/>
                  <a:pt x="32" y="42"/>
                  <a:pt x="32" y="42"/>
                </a:cubicBezTo>
                <a:cubicBezTo>
                  <a:pt x="29" y="34"/>
                  <a:pt x="29" y="34"/>
                  <a:pt x="29" y="34"/>
                </a:cubicBezTo>
                <a:cubicBezTo>
                  <a:pt x="27" y="30"/>
                  <a:pt x="25" y="28"/>
                  <a:pt x="23" y="28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42"/>
                  <a:pt x="21" y="42"/>
                  <a:pt x="21" y="42"/>
                </a:cubicBezTo>
                <a:cubicBezTo>
                  <a:pt x="15" y="42"/>
                  <a:pt x="15" y="42"/>
                  <a:pt x="15" y="42"/>
                </a:cubicBezTo>
                <a:cubicBezTo>
                  <a:pt x="15" y="9"/>
                  <a:pt x="15" y="9"/>
                  <a:pt x="15" y="9"/>
                </a:cubicBezTo>
                <a:cubicBezTo>
                  <a:pt x="25" y="9"/>
                  <a:pt x="25" y="9"/>
                  <a:pt x="25" y="9"/>
                </a:cubicBezTo>
                <a:cubicBezTo>
                  <a:pt x="29" y="9"/>
                  <a:pt x="32" y="10"/>
                  <a:pt x="34" y="12"/>
                </a:cubicBezTo>
                <a:cubicBezTo>
                  <a:pt x="36" y="13"/>
                  <a:pt x="37" y="15"/>
                  <a:pt x="37" y="18"/>
                </a:cubicBezTo>
                <a:cubicBezTo>
                  <a:pt x="37" y="20"/>
                  <a:pt x="36" y="22"/>
                  <a:pt x="35" y="24"/>
                </a:cubicBezTo>
                <a:cubicBezTo>
                  <a:pt x="33" y="26"/>
                  <a:pt x="31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30" y="28"/>
                  <a:pt x="32" y="30"/>
                  <a:pt x="34" y="33"/>
                </a:cubicBezTo>
                <a:lnTo>
                  <a:pt x="38" y="42"/>
                </a:lnTo>
                <a:close/>
                <a:moveTo>
                  <a:pt x="21" y="14"/>
                </a:moveTo>
                <a:cubicBezTo>
                  <a:pt x="21" y="24"/>
                  <a:pt x="21" y="24"/>
                  <a:pt x="21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9" y="24"/>
                  <a:pt x="31" y="22"/>
                  <a:pt x="31" y="19"/>
                </a:cubicBezTo>
                <a:cubicBezTo>
                  <a:pt x="31" y="17"/>
                  <a:pt x="31" y="15"/>
                  <a:pt x="30" y="15"/>
                </a:cubicBezTo>
                <a:cubicBezTo>
                  <a:pt x="28" y="14"/>
                  <a:pt x="26" y="14"/>
                  <a:pt x="24" y="14"/>
                </a:cubicBezTo>
                <a:lnTo>
                  <a:pt x="21" y="14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275" name="十字形 34">
            <a:extLst>
              <a:ext uri="{FF2B5EF4-FFF2-40B4-BE49-F238E27FC236}">
                <a16:creationId xmlns:a16="http://schemas.microsoft.com/office/drawing/2014/main" id="{3D61453A-B53B-4DB9-ACDC-DCD4D96AD4BD}"/>
              </a:ext>
            </a:extLst>
          </p:cNvPr>
          <p:cNvSpPr>
            <a:spLocks noGrp="1"/>
          </p:cNvSpPr>
          <p:nvPr/>
        </p:nvSpPr>
        <p:spPr>
          <a:xfrm rot="2700000">
            <a:off x="5632560" y="6372000"/>
            <a:ext cx="297720" cy="297720"/>
          </a:xfrm>
          <a:prstGeom prst="plus">
            <a:avLst>
              <a:gd name="adj" fmla="val 47463"/>
            </a:avLst>
          </a:prstGeom>
          <a:solidFill>
            <a:schemeClr val="dk1">
              <a:lumMod val="95000"/>
              <a:lumOff val="5000"/>
            </a:schemeClr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pic>
        <p:nvPicPr>
          <p:cNvPr id="294" name="Picture 74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39800" y="6323760"/>
            <a:ext cx="361440" cy="361440"/>
          </a:xfrm>
          <a:prstGeom prst="rect">
            <a:avLst/>
          </a:prstGeom>
          <a:ln w="0">
            <a:noFill/>
          </a:ln>
        </p:spPr>
      </p:pic>
      <p:sp>
        <p:nvSpPr>
          <p:cNvPr id="277" name="TextBox 73">
            <a:extLst>
              <a:ext uri="{FF2B5EF4-FFF2-40B4-BE49-F238E27FC236}">
                <a16:creationId xmlns:a16="http://schemas.microsoft.com/office/drawing/2014/main" id="{963413B2-0119-45F2-8CAB-A295959BB183}"/>
              </a:ext>
            </a:extLst>
          </p:cNvPr>
          <p:cNvSpPr>
            <a:spLocks noGrp="1"/>
          </p:cNvSpPr>
          <p:nvPr/>
        </p:nvSpPr>
        <p:spPr>
          <a:xfrm>
            <a:off x="6481080" y="6367320"/>
            <a:ext cx="1251000" cy="30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buNone/>
            </a:pPr>
            <a:r>
              <a:rPr sz="1400" b="0" u="none">
                <a:solidFill>
                  <a:srgbClr val="D83B01"/>
                </a:solidFill>
                <a:latin typeface="Microsoft YaHei Light"/>
                <a:ea typeface="Microsoft YaHei Light"/>
                <a:cs typeface="Microsoft YaHei Light"/>
              </a:rPr>
              <a:t>微软听听文档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椭圆 3">
            <a:extLst>
              <a:ext uri="{FF2B5EF4-FFF2-40B4-BE49-F238E27FC236}">
                <a16:creationId xmlns:a16="http://schemas.microsoft.com/office/drawing/2014/main" id="{CEED241F-53ED-4B66-8845-04DD5F7C4635}"/>
              </a:ext>
            </a:extLst>
          </p:cNvPr>
          <p:cNvSpPr>
            <a:spLocks noGrp="1"/>
          </p:cNvSpPr>
          <p:nvPr/>
        </p:nvSpPr>
        <p:spPr>
          <a:xfrm>
            <a:off x="-1533960" y="2314800"/>
            <a:ext cx="662760" cy="496800"/>
          </a:xfrm>
          <a:prstGeom prst="ellipse">
            <a:avLst/>
          </a:prstGeom>
          <a:solidFill>
            <a:srgbClr val="B7DAC4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80" name="椭圆 4">
            <a:extLst>
              <a:ext uri="{FF2B5EF4-FFF2-40B4-BE49-F238E27FC236}">
                <a16:creationId xmlns:a16="http://schemas.microsoft.com/office/drawing/2014/main" id="{FCFA8672-42EE-4638-90D2-1BF1E1B997BA}"/>
              </a:ext>
            </a:extLst>
          </p:cNvPr>
          <p:cNvSpPr>
            <a:spLocks noGrp="1"/>
          </p:cNvSpPr>
          <p:nvPr/>
        </p:nvSpPr>
        <p:spPr>
          <a:xfrm>
            <a:off x="-1533960" y="4381920"/>
            <a:ext cx="662760" cy="496800"/>
          </a:xfrm>
          <a:prstGeom prst="ellipse">
            <a:avLst/>
          </a:prstGeom>
          <a:solidFill>
            <a:srgbClr val="E2375D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81" name="椭圆 5">
            <a:extLst>
              <a:ext uri="{FF2B5EF4-FFF2-40B4-BE49-F238E27FC236}">
                <a16:creationId xmlns:a16="http://schemas.microsoft.com/office/drawing/2014/main" id="{5EFF1E4E-7B44-4838-8573-EE1E426491F5}"/>
              </a:ext>
            </a:extLst>
          </p:cNvPr>
          <p:cNvSpPr>
            <a:spLocks noGrp="1"/>
          </p:cNvSpPr>
          <p:nvPr/>
        </p:nvSpPr>
        <p:spPr>
          <a:xfrm>
            <a:off x="-1533960" y="3003840"/>
            <a:ext cx="662760" cy="496800"/>
          </a:xfrm>
          <a:prstGeom prst="ellipse">
            <a:avLst/>
          </a:prstGeom>
          <a:solidFill>
            <a:srgbClr val="2E3D55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82" name="椭圆 6">
            <a:extLst>
              <a:ext uri="{FF2B5EF4-FFF2-40B4-BE49-F238E27FC236}">
                <a16:creationId xmlns:a16="http://schemas.microsoft.com/office/drawing/2014/main" id="{BFD549F3-C5C2-4327-9EA9-39FA455D7EF6}"/>
              </a:ext>
            </a:extLst>
          </p:cNvPr>
          <p:cNvSpPr>
            <a:spLocks noGrp="1"/>
          </p:cNvSpPr>
          <p:nvPr/>
        </p:nvSpPr>
        <p:spPr>
          <a:xfrm>
            <a:off x="-1533960" y="3692880"/>
            <a:ext cx="662760" cy="496800"/>
          </a:xfrm>
          <a:prstGeom prst="ellipse">
            <a:avLst/>
          </a:prstGeom>
          <a:solidFill>
            <a:srgbClr val="00ADA7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83" name="椭圆 7">
            <a:extLst>
              <a:ext uri="{FF2B5EF4-FFF2-40B4-BE49-F238E27FC236}">
                <a16:creationId xmlns:a16="http://schemas.microsoft.com/office/drawing/2014/main" id="{3A82931B-A958-49BD-B709-33FF0BC24038}"/>
              </a:ext>
            </a:extLst>
          </p:cNvPr>
          <p:cNvSpPr>
            <a:spLocks noGrp="1"/>
          </p:cNvSpPr>
          <p:nvPr/>
        </p:nvSpPr>
        <p:spPr>
          <a:xfrm>
            <a:off x="-1533960" y="1625760"/>
            <a:ext cx="662760" cy="496800"/>
          </a:xfrm>
          <a:prstGeom prst="ellipse">
            <a:avLst/>
          </a:prstGeom>
          <a:solidFill>
            <a:srgbClr val="808C94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84" name="椭圆 8">
            <a:extLst>
              <a:ext uri="{FF2B5EF4-FFF2-40B4-BE49-F238E27FC236}">
                <a16:creationId xmlns:a16="http://schemas.microsoft.com/office/drawing/2014/main" id="{7F7A694D-6C53-4602-90A8-A9D0A8DFFFDA}"/>
              </a:ext>
            </a:extLst>
          </p:cNvPr>
          <p:cNvSpPr>
            <a:spLocks noGrp="1"/>
          </p:cNvSpPr>
          <p:nvPr/>
        </p:nvSpPr>
        <p:spPr>
          <a:xfrm>
            <a:off x="-1533960" y="5070960"/>
            <a:ext cx="662760" cy="496800"/>
          </a:xfrm>
          <a:prstGeom prst="ellipse">
            <a:avLst/>
          </a:prstGeom>
          <a:solidFill>
            <a:srgbClr val="FFD44B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>
            <a:extLst>
              <a:ext uri="{FF2B5EF4-FFF2-40B4-BE49-F238E27FC236}">
                <a16:creationId xmlns:a16="http://schemas.microsoft.com/office/drawing/2014/main" id="{27A66B10-5A5B-4F45-8E3E-965F3918F744}"/>
              </a:ext>
            </a:extLst>
          </p:cNvPr>
          <p:cNvSpPr>
            <a:spLocks noGrp="1"/>
          </p:cNvSpPr>
          <p:nvPr>
            <p:ph type="dt" idx="13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286" name="PlaceHolder 2">
            <a:extLst>
              <a:ext uri="{FF2B5EF4-FFF2-40B4-BE49-F238E27FC236}">
                <a16:creationId xmlns:a16="http://schemas.microsoft.com/office/drawing/2014/main" id="{048BF867-64C2-4564-A201-5416CE81C932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950728-28FD-43B9-9E52-6127CE1F959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矩形 1">
            <a:extLst>
              <a:ext uri="{FF2B5EF4-FFF2-40B4-BE49-F238E27FC236}">
                <a16:creationId xmlns:a16="http://schemas.microsoft.com/office/drawing/2014/main" id="{5E18A6C8-6FDB-4179-A229-934F6F951268}"/>
              </a:ext>
            </a:extLst>
          </p:cNvPr>
          <p:cNvSpPr>
            <a:spLocks noGrp="1"/>
          </p:cNvSpPr>
          <p:nvPr/>
        </p:nvSpPr>
        <p:spPr>
          <a:xfrm>
            <a:off x="0" y="371160"/>
            <a:ext cx="3403080" cy="65736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288" name="矩形 5">
            <a:extLst>
              <a:ext uri="{FF2B5EF4-FFF2-40B4-BE49-F238E27FC236}">
                <a16:creationId xmlns:a16="http://schemas.microsoft.com/office/drawing/2014/main" id="{4A7427A4-5923-4CCC-B1E9-E8DF941E8BC1}"/>
              </a:ext>
            </a:extLst>
          </p:cNvPr>
          <p:cNvSpPr>
            <a:spLocks noGrp="1"/>
          </p:cNvSpPr>
          <p:nvPr/>
        </p:nvSpPr>
        <p:spPr>
          <a:xfrm>
            <a:off x="599760" y="387000"/>
            <a:ext cx="155160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目 录 </a:t>
            </a:r>
          </a:p>
        </p:txBody>
      </p:sp>
      <p:sp>
        <p:nvSpPr>
          <p:cNvPr id="289" name="PlaceHolder 3">
            <a:extLst>
              <a:ext uri="{FF2B5EF4-FFF2-40B4-BE49-F238E27FC236}">
                <a16:creationId xmlns:a16="http://schemas.microsoft.com/office/drawing/2014/main" id="{256D2BE5-8EBA-4B0E-93A8-46BA350601E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  <a:lvl2pPr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290" name="矩形 6">
            <a:extLst>
              <a:ext uri="{FF2B5EF4-FFF2-40B4-BE49-F238E27FC236}">
                <a16:creationId xmlns:a16="http://schemas.microsoft.com/office/drawing/2014/main" id="{7D88B984-8047-4D23-BB73-2FB3CB85D714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291" name="PlaceHolder 4">
            <a:extLst>
              <a:ext uri="{FF2B5EF4-FFF2-40B4-BE49-F238E27FC236}">
                <a16:creationId xmlns:a16="http://schemas.microsoft.com/office/drawing/2014/main" id="{38418589-879D-4347-88A7-0FA07E29011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46120" y="229608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2" name="PlaceHolder 5">
            <a:extLst>
              <a:ext uri="{FF2B5EF4-FFF2-40B4-BE49-F238E27FC236}">
                <a16:creationId xmlns:a16="http://schemas.microsoft.com/office/drawing/2014/main" id="{003F4346-C032-4F87-ACA6-234CDD47948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17760" y="237564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研究背景</a:t>
            </a:r>
          </a:p>
        </p:txBody>
      </p:sp>
      <p:sp>
        <p:nvSpPr>
          <p:cNvPr id="293" name="PlaceHolder 6">
            <a:extLst>
              <a:ext uri="{FF2B5EF4-FFF2-40B4-BE49-F238E27FC236}">
                <a16:creationId xmlns:a16="http://schemas.microsoft.com/office/drawing/2014/main" id="{0849B7D5-DB61-4965-A6F5-9588B2CD935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17760" y="266616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294" name="PlaceHolder 7">
            <a:extLst>
              <a:ext uri="{FF2B5EF4-FFF2-40B4-BE49-F238E27FC236}">
                <a16:creationId xmlns:a16="http://schemas.microsoft.com/office/drawing/2014/main" id="{0821F744-795A-416F-9602-0CAE6FCFBB4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247200" y="229608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95" name="PlaceHolder 8">
            <a:extLst>
              <a:ext uri="{FF2B5EF4-FFF2-40B4-BE49-F238E27FC236}">
                <a16:creationId xmlns:a16="http://schemas.microsoft.com/office/drawing/2014/main" id="{B6DA6FBB-44A1-4155-B7CC-EA55BD9F2DF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218840" y="237564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研究内容</a:t>
            </a:r>
          </a:p>
        </p:txBody>
      </p:sp>
      <p:sp>
        <p:nvSpPr>
          <p:cNvPr id="296" name="PlaceHolder 9">
            <a:extLst>
              <a:ext uri="{FF2B5EF4-FFF2-40B4-BE49-F238E27FC236}">
                <a16:creationId xmlns:a16="http://schemas.microsoft.com/office/drawing/2014/main" id="{ABD71254-941C-42B1-908D-35DB22062A5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218840" y="266616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Detachment</a:t>
            </a:r>
          </a:p>
        </p:txBody>
      </p:sp>
      <p:sp>
        <p:nvSpPr>
          <p:cNvPr id="297" name="PlaceHolder 10">
            <a:extLst>
              <a:ext uri="{FF2B5EF4-FFF2-40B4-BE49-F238E27FC236}">
                <a16:creationId xmlns:a16="http://schemas.microsoft.com/office/drawing/2014/main" id="{D3FA4FAC-18B9-4FFC-A995-C84CF4D2C6F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12000" y="229608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8" name="PlaceHolder 11">
            <a:extLst>
              <a:ext uri="{FF2B5EF4-FFF2-40B4-BE49-F238E27FC236}">
                <a16:creationId xmlns:a16="http://schemas.microsoft.com/office/drawing/2014/main" id="{5DA76310-1F55-4ACC-ACA2-B6590903DF7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83640" y="237564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研究方法</a:t>
            </a:r>
          </a:p>
        </p:txBody>
      </p:sp>
      <p:sp>
        <p:nvSpPr>
          <p:cNvPr id="299" name="PlaceHolder 12">
            <a:extLst>
              <a:ext uri="{FF2B5EF4-FFF2-40B4-BE49-F238E27FC236}">
                <a16:creationId xmlns:a16="http://schemas.microsoft.com/office/drawing/2014/main" id="{5523F967-DAB3-46EA-A0A9-5A0AAE84F20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83640" y="266616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300" name="PlaceHolder 13">
            <a:extLst>
              <a:ext uri="{FF2B5EF4-FFF2-40B4-BE49-F238E27FC236}">
                <a16:creationId xmlns:a16="http://schemas.microsoft.com/office/drawing/2014/main" id="{8C66BA60-8550-4DE7-A7EC-54D1CCF173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46120" y="391536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1" name="PlaceHolder 14">
            <a:extLst>
              <a:ext uri="{FF2B5EF4-FFF2-40B4-BE49-F238E27FC236}">
                <a16:creationId xmlns:a16="http://schemas.microsoft.com/office/drawing/2014/main" id="{7506423B-A431-4D25-99FD-7309FF8E67F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17760" y="399528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研究结论</a:t>
            </a:r>
          </a:p>
        </p:txBody>
      </p:sp>
      <p:sp>
        <p:nvSpPr>
          <p:cNvPr id="302" name="PlaceHolder 15">
            <a:extLst>
              <a:ext uri="{FF2B5EF4-FFF2-40B4-BE49-F238E27FC236}">
                <a16:creationId xmlns:a16="http://schemas.microsoft.com/office/drawing/2014/main" id="{26B8722C-28B6-470A-AC51-E67155C9EB4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17760" y="428544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303" name="PlaceHolder 16">
            <a:extLst>
              <a:ext uri="{FF2B5EF4-FFF2-40B4-BE49-F238E27FC236}">
                <a16:creationId xmlns:a16="http://schemas.microsoft.com/office/drawing/2014/main" id="{7613729F-94FE-4B1E-915F-4680336892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247200" y="391536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4" name="PlaceHolder 17">
            <a:extLst>
              <a:ext uri="{FF2B5EF4-FFF2-40B4-BE49-F238E27FC236}">
                <a16:creationId xmlns:a16="http://schemas.microsoft.com/office/drawing/2014/main" id="{F8CFE20D-1D85-462B-94D2-4792DB2C3D7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218840" y="399528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创新成果</a:t>
            </a:r>
          </a:p>
        </p:txBody>
      </p:sp>
      <p:sp>
        <p:nvSpPr>
          <p:cNvPr id="305" name="PlaceHolder 18">
            <a:extLst>
              <a:ext uri="{FF2B5EF4-FFF2-40B4-BE49-F238E27FC236}">
                <a16:creationId xmlns:a16="http://schemas.microsoft.com/office/drawing/2014/main" id="{806BF9E3-8E42-4358-9228-FC763FE9ED9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218840" y="428544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Innovation</a:t>
            </a:r>
          </a:p>
        </p:txBody>
      </p:sp>
      <p:sp>
        <p:nvSpPr>
          <p:cNvPr id="306" name="PlaceHolder 19">
            <a:extLst>
              <a:ext uri="{FF2B5EF4-FFF2-40B4-BE49-F238E27FC236}">
                <a16:creationId xmlns:a16="http://schemas.microsoft.com/office/drawing/2014/main" id="{EF395D90-8C80-4451-8811-EE52FD93897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12000" y="391536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7" name="PlaceHolder 20">
            <a:extLst>
              <a:ext uri="{FF2B5EF4-FFF2-40B4-BE49-F238E27FC236}">
                <a16:creationId xmlns:a16="http://schemas.microsoft.com/office/drawing/2014/main" id="{9ACC6B29-F916-4265-88C0-5F70998AD4B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83640" y="399528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未来展望</a:t>
            </a:r>
          </a:p>
        </p:txBody>
      </p:sp>
      <p:sp>
        <p:nvSpPr>
          <p:cNvPr id="308" name="PlaceHolder 21">
            <a:extLst>
              <a:ext uri="{FF2B5EF4-FFF2-40B4-BE49-F238E27FC236}">
                <a16:creationId xmlns:a16="http://schemas.microsoft.com/office/drawing/2014/main" id="{CE4495AB-4298-46A6-A413-8821C821E02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83640" y="428544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Prospect</a:t>
            </a:r>
          </a:p>
        </p:txBody>
      </p:sp>
      <p:sp>
        <p:nvSpPr>
          <p:cNvPr id="309" name="PlaceHolder 22">
            <a:extLst>
              <a:ext uri="{FF2B5EF4-FFF2-40B4-BE49-F238E27FC236}">
                <a16:creationId xmlns:a16="http://schemas.microsoft.com/office/drawing/2014/main" id="{45C7AC2E-1E92-4A60-9A9B-0DCAA987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>
            <a:extLst>
              <a:ext uri="{FF2B5EF4-FFF2-40B4-BE49-F238E27FC236}">
                <a16:creationId xmlns:a16="http://schemas.microsoft.com/office/drawing/2014/main" id="{00A27AD3-F06E-4CB8-B2AC-EB7F9D1638F6}"/>
              </a:ext>
            </a:extLst>
          </p:cNvPr>
          <p:cNvSpPr>
            <a:spLocks noGrp="1"/>
          </p:cNvSpPr>
          <p:nvPr>
            <p:ph type="dt" idx="15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311" name="PlaceHolder 2">
            <a:extLst>
              <a:ext uri="{FF2B5EF4-FFF2-40B4-BE49-F238E27FC236}">
                <a16:creationId xmlns:a16="http://schemas.microsoft.com/office/drawing/2014/main" id="{3862719A-77D8-4CCB-A63B-3868A8BF8589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C66F9D-83CC-4123-A170-17E2C794D31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2" name="PlaceHolder 3">
            <a:extLst>
              <a:ext uri="{FF2B5EF4-FFF2-40B4-BE49-F238E27FC236}">
                <a16:creationId xmlns:a16="http://schemas.microsoft.com/office/drawing/2014/main" id="{AC541F2B-A276-4644-B3CD-49D07E30846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  <a:lvl2pPr marL="228600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228600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228600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28600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228600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2286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228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2286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286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286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313" name="矩形 6">
            <a:extLst>
              <a:ext uri="{FF2B5EF4-FFF2-40B4-BE49-F238E27FC236}">
                <a16:creationId xmlns:a16="http://schemas.microsoft.com/office/drawing/2014/main" id="{AEBA3FCC-4CD3-496E-9297-82E89D5E6483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314" name="等腰三角形 39">
            <a:extLst>
              <a:ext uri="{FF2B5EF4-FFF2-40B4-BE49-F238E27FC236}">
                <a16:creationId xmlns:a16="http://schemas.microsoft.com/office/drawing/2014/main" id="{7D5DB894-7049-4BAF-972F-7ACA00CF01A9}"/>
              </a:ext>
            </a:extLst>
          </p:cNvPr>
          <p:cNvSpPr>
            <a:spLocks noGrp="1"/>
          </p:cNvSpPr>
          <p:nvPr/>
        </p:nvSpPr>
        <p:spPr>
          <a:xfrm rot="16200000" flipV="1">
            <a:off x="-2356560" y="-329040"/>
            <a:ext cx="5227200" cy="1156680"/>
          </a:xfrm>
          <a:prstGeom prst="triangle">
            <a:avLst>
              <a:gd name="adj" fmla="val 31111"/>
            </a:avLst>
          </a:prstGeom>
          <a:noFill/>
          <a:ln w="12600">
            <a:solidFill>
              <a:srgbClr val="7070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cxnSp>
        <p:nvCxnSpPr>
          <p:cNvPr id="344" name="直接连接符 40"/>
          <p:cNvCxnSpPr/>
          <p:nvPr/>
        </p:nvCxnSpPr>
        <p:spPr>
          <a:xfrm>
            <a:off x="3792600" y="3898440"/>
            <a:ext cx="2962800" cy="360"/>
          </a:xfrm>
          <a:prstGeom prst="straightConnector1">
            <a:avLst/>
          </a:prstGeom>
          <a:ln w="15840">
            <a:solidFill>
              <a:schemeClr val="dk1">
                <a:lumMod val="50000"/>
                <a:lumOff val="50000"/>
              </a:schemeClr>
            </a:solidFill>
            <a:miter/>
          </a:ln>
        </p:spPr>
      </p:cxnSp>
      <p:sp>
        <p:nvSpPr>
          <p:cNvPr id="316" name="等腰三角形 41">
            <a:extLst>
              <a:ext uri="{FF2B5EF4-FFF2-40B4-BE49-F238E27FC236}">
                <a16:creationId xmlns:a16="http://schemas.microsoft.com/office/drawing/2014/main" id="{CFBFFAEE-933D-45EF-8367-A3F027AD2FF5}"/>
              </a:ext>
            </a:extLst>
          </p:cNvPr>
          <p:cNvSpPr>
            <a:spLocks noGrp="1"/>
          </p:cNvSpPr>
          <p:nvPr/>
        </p:nvSpPr>
        <p:spPr>
          <a:xfrm rot="18555000" flipV="1">
            <a:off x="4553640" y="-1414800"/>
            <a:ext cx="5227200" cy="1156680"/>
          </a:xfrm>
          <a:prstGeom prst="triangle">
            <a:avLst>
              <a:gd name="adj" fmla="val 31111"/>
            </a:avLst>
          </a:prstGeom>
          <a:noFill/>
          <a:ln w="12600">
            <a:solidFill>
              <a:srgbClr val="7070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17" name="PlaceHolder 4">
            <a:extLst>
              <a:ext uri="{FF2B5EF4-FFF2-40B4-BE49-F238E27FC236}">
                <a16:creationId xmlns:a16="http://schemas.microsoft.com/office/drawing/2014/main" id="{F4F0CA7A-B669-4CC0-8BD8-B6BA1EDAC9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391760" y="1384200"/>
            <a:ext cx="2307600" cy="408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28700" b="0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28700" b="0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18" name="PlaceHolder 5">
            <a:extLst>
              <a:ext uri="{FF2B5EF4-FFF2-40B4-BE49-F238E27FC236}">
                <a16:creationId xmlns:a16="http://schemas.microsoft.com/office/drawing/2014/main" id="{D53081BF-D447-4DE8-A691-6177882AC3A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789720" y="2831040"/>
            <a:ext cx="3054960" cy="100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6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6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研究背景</a:t>
            </a:r>
          </a:p>
        </p:txBody>
      </p:sp>
      <p:sp>
        <p:nvSpPr>
          <p:cNvPr id="319" name="PlaceHolder 6">
            <a:extLst>
              <a:ext uri="{FF2B5EF4-FFF2-40B4-BE49-F238E27FC236}">
                <a16:creationId xmlns:a16="http://schemas.microsoft.com/office/drawing/2014/main" id="{45069FF8-DE70-40D4-9CC6-E3092B007F3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789720" y="3810240"/>
            <a:ext cx="3054960" cy="100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40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40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320" name="PlaceHolder 7">
            <a:extLst>
              <a:ext uri="{FF2B5EF4-FFF2-40B4-BE49-F238E27FC236}">
                <a16:creationId xmlns:a16="http://schemas.microsoft.com/office/drawing/2014/main" id="{C321BCFF-4D38-4097-A055-DAD932183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>
            <a:extLst>
              <a:ext uri="{FF2B5EF4-FFF2-40B4-BE49-F238E27FC236}">
                <a16:creationId xmlns:a16="http://schemas.microsoft.com/office/drawing/2014/main" id="{876313FC-5852-464A-9498-69AA7154A759}"/>
              </a:ext>
            </a:extLst>
          </p:cNvPr>
          <p:cNvSpPr>
            <a:spLocks noGrp="1"/>
          </p:cNvSpPr>
          <p:nvPr>
            <p:ph type="dt" idx="17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322" name="PlaceHolder 2">
            <a:extLst>
              <a:ext uri="{FF2B5EF4-FFF2-40B4-BE49-F238E27FC236}">
                <a16:creationId xmlns:a16="http://schemas.microsoft.com/office/drawing/2014/main" id="{2F5E591F-4FCE-48A3-A8F5-95D5B0C69185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ACA695-B7E2-44CE-9508-E7C26609687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3" name="PlaceHolder 3">
            <a:extLst>
              <a:ext uri="{FF2B5EF4-FFF2-40B4-BE49-F238E27FC236}">
                <a16:creationId xmlns:a16="http://schemas.microsoft.com/office/drawing/2014/main" id="{16581F3A-7C26-4F47-BEEC-463B9DC142D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324" name="矩形 6">
            <a:extLst>
              <a:ext uri="{FF2B5EF4-FFF2-40B4-BE49-F238E27FC236}">
                <a16:creationId xmlns:a16="http://schemas.microsoft.com/office/drawing/2014/main" id="{6AE3FBE5-6249-44FF-9D69-30C148FE3402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325" name="等腰三角形 39">
            <a:extLst>
              <a:ext uri="{FF2B5EF4-FFF2-40B4-BE49-F238E27FC236}">
                <a16:creationId xmlns:a16="http://schemas.microsoft.com/office/drawing/2014/main" id="{C413C921-8505-4019-9A6A-130A03810C4A}"/>
              </a:ext>
            </a:extLst>
          </p:cNvPr>
          <p:cNvSpPr>
            <a:spLocks noGrp="1"/>
          </p:cNvSpPr>
          <p:nvPr/>
        </p:nvSpPr>
        <p:spPr>
          <a:xfrm rot="16200000" flipV="1">
            <a:off x="-2356560" y="-329040"/>
            <a:ext cx="5227200" cy="1156680"/>
          </a:xfrm>
          <a:prstGeom prst="triangle">
            <a:avLst>
              <a:gd name="adj" fmla="val 31111"/>
            </a:avLst>
          </a:prstGeom>
          <a:noFill/>
          <a:ln w="12600">
            <a:solidFill>
              <a:srgbClr val="7070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>
            <a:extLst>
              <a:ext uri="{FF2B5EF4-FFF2-40B4-BE49-F238E27FC236}">
                <a16:creationId xmlns:a16="http://schemas.microsoft.com/office/drawing/2014/main" id="{E1D2CF8F-AC26-46C6-BDB6-12D1AA6B7DE7}"/>
              </a:ext>
            </a:extLst>
          </p:cNvPr>
          <p:cNvSpPr>
            <a:spLocks noGrp="1"/>
          </p:cNvSpPr>
          <p:nvPr>
            <p:ph type="dt" idx="19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AC8768A6-E767-4738-AE88-DAC60991D63A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82B4B3-B521-4CB8-8B09-DAEF29CE555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>
            <a:extLst>
              <a:ext uri="{FF2B5EF4-FFF2-40B4-BE49-F238E27FC236}">
                <a16:creationId xmlns:a16="http://schemas.microsoft.com/office/drawing/2014/main" id="{D958A985-7452-4347-A8DC-6C81161F949B}"/>
              </a:ext>
            </a:extLst>
          </p:cNvPr>
          <p:cNvSpPr>
            <a:spLocks noGrp="1"/>
          </p:cNvSpPr>
          <p:nvPr>
            <p:ph type="dt" idx="21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329" name="PlaceHolder 2">
            <a:extLst>
              <a:ext uri="{FF2B5EF4-FFF2-40B4-BE49-F238E27FC236}">
                <a16:creationId xmlns:a16="http://schemas.microsoft.com/office/drawing/2014/main" id="{5E88B911-162A-4878-8602-C05563F42E5A}"/>
              </a:ext>
            </a:extLst>
          </p:cNvPr>
          <p:cNvSpPr>
            <a:spLocks noGrp="1"/>
          </p:cNvSpPr>
          <p:nvPr>
            <p:ph type="sldNum" idx="22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F1CD02-B099-4BE8-9908-4B1C5F3C50B7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0" name="矩形 1">
            <a:extLst>
              <a:ext uri="{FF2B5EF4-FFF2-40B4-BE49-F238E27FC236}">
                <a16:creationId xmlns:a16="http://schemas.microsoft.com/office/drawing/2014/main" id="{CE4D1A7D-59E0-454A-9763-395F860E1B1E}"/>
              </a:ext>
            </a:extLst>
          </p:cNvPr>
          <p:cNvSpPr>
            <a:spLocks noGrp="1"/>
          </p:cNvSpPr>
          <p:nvPr/>
        </p:nvSpPr>
        <p:spPr>
          <a:xfrm>
            <a:off x="0" y="371160"/>
            <a:ext cx="3403080" cy="65736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31" name="矩形 5">
            <a:extLst>
              <a:ext uri="{FF2B5EF4-FFF2-40B4-BE49-F238E27FC236}">
                <a16:creationId xmlns:a16="http://schemas.microsoft.com/office/drawing/2014/main" id="{C21F52F0-E678-4823-A3BB-852A72E1D3CC}"/>
              </a:ext>
            </a:extLst>
          </p:cNvPr>
          <p:cNvSpPr>
            <a:spLocks noGrp="1"/>
          </p:cNvSpPr>
          <p:nvPr/>
        </p:nvSpPr>
        <p:spPr>
          <a:xfrm>
            <a:off x="599760" y="387000"/>
            <a:ext cx="155160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目 录 </a:t>
            </a:r>
          </a:p>
        </p:txBody>
      </p:sp>
      <p:sp>
        <p:nvSpPr>
          <p:cNvPr id="332" name="PlaceHolder 3">
            <a:extLst>
              <a:ext uri="{FF2B5EF4-FFF2-40B4-BE49-F238E27FC236}">
                <a16:creationId xmlns:a16="http://schemas.microsoft.com/office/drawing/2014/main" id="{90BA14DF-3517-42B7-9393-B9A8119B98E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333" name="矩形 6">
            <a:extLst>
              <a:ext uri="{FF2B5EF4-FFF2-40B4-BE49-F238E27FC236}">
                <a16:creationId xmlns:a16="http://schemas.microsoft.com/office/drawing/2014/main" id="{81A08C5F-115E-47C5-A29D-DB3961FB9FF8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>
            <a:extLst>
              <a:ext uri="{FF2B5EF4-FFF2-40B4-BE49-F238E27FC236}">
                <a16:creationId xmlns:a16="http://schemas.microsoft.com/office/drawing/2014/main" id="{14ECCD7B-4FB8-447E-A55D-1E54CF3ADD7F}"/>
              </a:ext>
            </a:extLst>
          </p:cNvPr>
          <p:cNvSpPr>
            <a:spLocks noGrp="1"/>
          </p:cNvSpPr>
          <p:nvPr>
            <p:ph type="dt" idx="23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335" name="PlaceHolder 2">
            <a:extLst>
              <a:ext uri="{FF2B5EF4-FFF2-40B4-BE49-F238E27FC236}">
                <a16:creationId xmlns:a16="http://schemas.microsoft.com/office/drawing/2014/main" id="{7DF03ABD-5ED6-4F46-9691-9C1C6ED922D6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286EEA-8D19-4D44-93AC-209B652FEB41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6" name="矩形 4">
            <a:extLst>
              <a:ext uri="{FF2B5EF4-FFF2-40B4-BE49-F238E27FC236}">
                <a16:creationId xmlns:a16="http://schemas.microsoft.com/office/drawing/2014/main" id="{F983D3FE-8374-4442-BF2C-BEB5D518444F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337" name="PlaceHolder 3">
            <a:extLst>
              <a:ext uri="{FF2B5EF4-FFF2-40B4-BE49-F238E27FC236}">
                <a16:creationId xmlns:a16="http://schemas.microsoft.com/office/drawing/2014/main" id="{56742779-B815-42DE-B368-9AE17AF88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38" name="PlaceHolder 4">
            <a:extLst>
              <a:ext uri="{FF2B5EF4-FFF2-40B4-BE49-F238E27FC236}">
                <a16:creationId xmlns:a16="http://schemas.microsoft.com/office/drawing/2014/main" id="{422A469A-C342-4ED0-AFAB-A6113EC133F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>
            <a:extLst>
              <a:ext uri="{FF2B5EF4-FFF2-40B4-BE49-F238E27FC236}">
                <a16:creationId xmlns:a16="http://schemas.microsoft.com/office/drawing/2014/main" id="{62277C49-F414-4920-A272-F54887C00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40" y="371160"/>
            <a:ext cx="10858320" cy="6573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0" tIns="45000" rIns="90000" bIns="4500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3200" b="1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单击此处编辑母版标题样式</a:t>
            </a:r>
          </a:p>
        </p:txBody>
      </p:sp>
      <p:sp>
        <p:nvSpPr>
          <p:cNvPr id="340" name="PlaceHolder 2">
            <a:extLst>
              <a:ext uri="{FF2B5EF4-FFF2-40B4-BE49-F238E27FC236}">
                <a16:creationId xmlns:a16="http://schemas.microsoft.com/office/drawing/2014/main" id="{82897BD5-0781-450A-998C-A470DE87C797}"/>
              </a:ext>
            </a:extLst>
          </p:cNvPr>
          <p:cNvSpPr>
            <a:spLocks noGrp="1"/>
          </p:cNvSpPr>
          <p:nvPr>
            <p:ph type="dt" idx="25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341" name="PlaceHolder 3">
            <a:extLst>
              <a:ext uri="{FF2B5EF4-FFF2-40B4-BE49-F238E27FC236}">
                <a16:creationId xmlns:a16="http://schemas.microsoft.com/office/drawing/2014/main" id="{A41E27BD-8E40-4D42-8C81-0794B13CE351}"/>
              </a:ext>
            </a:extLst>
          </p:cNvPr>
          <p:cNvSpPr>
            <a:spLocks noGrp="1"/>
          </p:cNvSpPr>
          <p:nvPr>
            <p:ph type="sldNum" idx="26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A1993E-B6BF-46F1-8487-C307B34B49F8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2" name="矩形 4">
            <a:extLst>
              <a:ext uri="{FF2B5EF4-FFF2-40B4-BE49-F238E27FC236}">
                <a16:creationId xmlns:a16="http://schemas.microsoft.com/office/drawing/2014/main" id="{D9CFF82A-7A94-4FEA-855A-9043EFEBF3A4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343" name="PlaceHolder 4">
            <a:extLst>
              <a:ext uri="{FF2B5EF4-FFF2-40B4-BE49-F238E27FC236}">
                <a16:creationId xmlns:a16="http://schemas.microsoft.com/office/drawing/2014/main" id="{83C2CB95-6238-44C5-96A9-7B2825B3839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>
            <a:extLst>
              <a:ext uri="{FF2B5EF4-FFF2-40B4-BE49-F238E27FC236}">
                <a16:creationId xmlns:a16="http://schemas.microsoft.com/office/drawing/2014/main" id="{BF924D3F-ACFF-4A74-A6C1-E128FA7D4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40" y="371160"/>
            <a:ext cx="10858320" cy="6573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0" tIns="45000" rIns="90000" bIns="4500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3200" b="1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单击此处编辑母版标题样式</a:t>
            </a:r>
          </a:p>
        </p:txBody>
      </p:sp>
      <p:sp>
        <p:nvSpPr>
          <p:cNvPr id="345" name="PlaceHolder 2">
            <a:extLst>
              <a:ext uri="{FF2B5EF4-FFF2-40B4-BE49-F238E27FC236}">
                <a16:creationId xmlns:a16="http://schemas.microsoft.com/office/drawing/2014/main" id="{D1530932-E391-4CAA-A4FC-2D6D9F54432D}"/>
              </a:ext>
            </a:extLst>
          </p:cNvPr>
          <p:cNvSpPr>
            <a:spLocks noGrp="1"/>
          </p:cNvSpPr>
          <p:nvPr>
            <p:ph type="dt" idx="27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346" name="PlaceHolder 3">
            <a:extLst>
              <a:ext uri="{FF2B5EF4-FFF2-40B4-BE49-F238E27FC236}">
                <a16:creationId xmlns:a16="http://schemas.microsoft.com/office/drawing/2014/main" id="{62FF5FA7-5330-47EF-A373-EEFA1EF43DE9}"/>
              </a:ext>
            </a:extLst>
          </p:cNvPr>
          <p:cNvSpPr>
            <a:spLocks noGrp="1"/>
          </p:cNvSpPr>
          <p:nvPr>
            <p:ph type="sldNum" idx="28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420FA3-4FDB-4482-AE7B-762C7A9C69C7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8" name="PlaceHolder 4">
            <a:extLst>
              <a:ext uri="{FF2B5EF4-FFF2-40B4-BE49-F238E27FC236}">
                <a16:creationId xmlns:a16="http://schemas.microsoft.com/office/drawing/2014/main" id="{3B3650F1-7F70-4037-A1A8-FC4ED6A711D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15240" y="1704960"/>
            <a:ext cx="3987360" cy="3571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>
            <a:extLst>
              <a:ext uri="{FF2B5EF4-FFF2-40B4-BE49-F238E27FC236}">
                <a16:creationId xmlns:a16="http://schemas.microsoft.com/office/drawing/2014/main" id="{EFBDC039-7146-49D8-8890-903F839AB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4400" b="0" u="none">
                <a:solidFill>
                  <a:schemeClr val="dk1"/>
                </a:solidFill>
                <a:latin typeface="等线 Light"/>
                <a:ea typeface="等线 Light"/>
                <a:cs typeface="等线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4400" b="0" u="none">
                <a:solidFill>
                  <a:schemeClr val="dk1"/>
                </a:solidFill>
                <a:latin typeface="等线 Light"/>
                <a:ea typeface="等线 Light"/>
                <a:cs typeface="等线 Light"/>
              </a:rPr>
              <a:t>单击此处编辑母版标题样式</a:t>
            </a:r>
          </a:p>
        </p:txBody>
      </p:sp>
      <p:sp>
        <p:nvSpPr>
          <p:cNvPr id="350" name="PlaceHolder 2">
            <a:extLst>
              <a:ext uri="{FF2B5EF4-FFF2-40B4-BE49-F238E27FC236}">
                <a16:creationId xmlns:a16="http://schemas.microsoft.com/office/drawing/2014/main" id="{13CA032A-9187-426E-9678-B25A230EA83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800" b="0" u="none">
                <a:solidFill>
                  <a:schemeClr val="dk1"/>
                </a:solidFill>
                <a:latin typeface="等线"/>
                <a:ea typeface="等线"/>
                <a:cs typeface="等线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等线"/>
                <a:ea typeface="等线"/>
                <a:cs typeface="等线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等线"/>
                <a:ea typeface="等线"/>
                <a:cs typeface="等线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等线"/>
                <a:ea typeface="等线"/>
                <a:cs typeface="等线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800" b="0" u="none">
                <a:solidFill>
                  <a:schemeClr val="dk1"/>
                </a:solidFill>
                <a:latin typeface="等线"/>
                <a:ea typeface="等线"/>
                <a:cs typeface="等线"/>
              </a:rPr>
              <a:t>编辑母版文本样式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等线"/>
                <a:ea typeface="等线"/>
                <a:cs typeface="等线"/>
              </a:rPr>
              <a:t>第四级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等线"/>
                <a:ea typeface="等线"/>
                <a:cs typeface="等线"/>
              </a:rPr>
              <a:t>第五级</a:t>
            </a:r>
          </a:p>
        </p:txBody>
      </p:sp>
      <p:sp>
        <p:nvSpPr>
          <p:cNvPr id="351" name="PlaceHolder 3">
            <a:extLst>
              <a:ext uri="{FF2B5EF4-FFF2-40B4-BE49-F238E27FC236}">
                <a16:creationId xmlns:a16="http://schemas.microsoft.com/office/drawing/2014/main" id="{4158962F-E6F6-474A-AC24-0C8AD7C02F7F}"/>
              </a:ext>
            </a:extLst>
          </p:cNvPr>
          <p:cNvSpPr>
            <a:spLocks noGrp="1"/>
          </p:cNvSpPr>
          <p:nvPr>
            <p:ph type="dt" idx="2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800" b="0" u="none">
                <a:solidFill>
                  <a:schemeClr val="dk1"/>
                </a:solidFill>
                <a:latin typeface="等线"/>
                <a:ea typeface="等线"/>
                <a:cs typeface="等线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800" b="0" u="none">
                <a:solidFill>
                  <a:schemeClr val="dk1"/>
                </a:solidFill>
                <a:latin typeface="等线"/>
                <a:ea typeface="等线"/>
                <a:cs typeface="等线"/>
              </a:rPr>
              <a:t>&lt;date/time&gt;</a:t>
            </a:r>
          </a:p>
        </p:txBody>
      </p:sp>
      <p:sp>
        <p:nvSpPr>
          <p:cNvPr id="352" name="PlaceHolder 4">
            <a:extLst>
              <a:ext uri="{FF2B5EF4-FFF2-40B4-BE49-F238E27FC236}">
                <a16:creationId xmlns:a16="http://schemas.microsoft.com/office/drawing/2014/main" id="{E7864592-685E-4607-8BD2-86894635198C}"/>
              </a:ext>
            </a:extLst>
          </p:cNvPr>
          <p:cNvSpPr>
            <a:spLocks noGrp="1"/>
          </p:cNvSpPr>
          <p:nvPr>
            <p:ph type="ftr" idx="3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53" name="PlaceHolder 5">
            <a:extLst>
              <a:ext uri="{FF2B5EF4-FFF2-40B4-BE49-F238E27FC236}">
                <a16:creationId xmlns:a16="http://schemas.microsoft.com/office/drawing/2014/main" id="{71B93EDF-909C-44B4-B34E-39C2000A90EF}"/>
              </a:ext>
            </a:extLst>
          </p:cNvPr>
          <p:cNvSpPr>
            <a:spLocks noGrp="1"/>
          </p:cNvSpPr>
          <p:nvPr>
            <p:ph type="sldNum" idx="3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800" b="0" u="none">
                <a:solidFill>
                  <a:schemeClr val="dk1"/>
                </a:solidFill>
                <a:latin typeface="等线"/>
                <a:ea typeface="等线"/>
                <a:cs typeface="等线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994C9F3-310D-4844-A9E2-25F2184C8639}" type="slidenum">
              <a:rPr sz="1800" b="0" u="none">
                <a:solidFill>
                  <a:schemeClr val="dk1"/>
                </a:solidFill>
                <a:latin typeface="等线"/>
                <a:ea typeface="等线"/>
                <a:cs typeface="等线"/>
              </a:rPr>
              <a:t>‹#›</a:t>
            </a:fld>
            <a:endParaRPr sz="1800" b="0" u="none">
              <a:solidFill>
                <a:schemeClr val="dk1"/>
              </a:solidFill>
              <a:latin typeface="等线"/>
              <a:ea typeface="等线"/>
              <a:cs typeface="等线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>
            <a:extLst>
              <a:ext uri="{FF2B5EF4-FFF2-40B4-BE49-F238E27FC236}">
                <a16:creationId xmlns:a16="http://schemas.microsoft.com/office/drawing/2014/main" id="{B150DD37-C2FC-4B31-8E56-B71A68135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240" y="1970280"/>
            <a:ext cx="6538320" cy="1497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lnSpcReduction="9999"/>
          </a:bodyPr>
          <a:lstStyle>
            <a:lvl1pPr indent="0" defTabSz="914400">
              <a:lnSpc>
                <a:spcPct val="120000"/>
              </a:lnSpc>
              <a:buNone/>
              <a:defRPr sz="44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defTabSz="914400">
              <a:lnSpc>
                <a:spcPct val="120000"/>
              </a:lnSpc>
              <a:buNone/>
            </a:pPr>
            <a:r>
              <a:rPr sz="44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单击此处编辑母版</a:t>
            </a:r>
            <a:br/>
            <a:r>
              <a:rPr sz="44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标题样式</a:t>
            </a:r>
          </a:p>
        </p:txBody>
      </p:sp>
      <p:sp>
        <p:nvSpPr>
          <p:cNvPr id="355" name="PlaceHolder 2">
            <a:extLst>
              <a:ext uri="{FF2B5EF4-FFF2-40B4-BE49-F238E27FC236}">
                <a16:creationId xmlns:a16="http://schemas.microsoft.com/office/drawing/2014/main" id="{76D4E0BB-3201-40C4-92F1-17069D5D41A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45920" y="4735800"/>
            <a:ext cx="3339720" cy="333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0000" tIns="0" rIns="90000" bIns="0" anchor="ctr">
            <a:normAutofit/>
          </a:bodyPr>
          <a:lstStyle>
            <a:lvl1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400" b="0" u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编辑母版文本样式</a:t>
            </a:r>
          </a:p>
        </p:txBody>
      </p:sp>
      <p:sp>
        <p:nvSpPr>
          <p:cNvPr id="356" name="PlaceHolder 3">
            <a:extLst>
              <a:ext uri="{FF2B5EF4-FFF2-40B4-BE49-F238E27FC236}">
                <a16:creationId xmlns:a16="http://schemas.microsoft.com/office/drawing/2014/main" id="{D48F2983-382B-4DC0-8E79-7E39A091FBE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  <a:lvl2pPr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359" name="ïṥ1íďe">
            <a:extLst>
              <a:ext uri="{FF2B5EF4-FFF2-40B4-BE49-F238E27FC236}">
                <a16:creationId xmlns:a16="http://schemas.microsoft.com/office/drawing/2014/main" id="{2DCD53FB-E532-4137-B5C9-2A44768B52DF}"/>
              </a:ext>
            </a:extLst>
          </p:cNvPr>
          <p:cNvSpPr>
            <a:spLocks noGrp="1"/>
          </p:cNvSpPr>
          <p:nvPr/>
        </p:nvSpPr>
        <p:spPr>
          <a:xfrm>
            <a:off x="812880" y="613080"/>
            <a:ext cx="320400" cy="320400"/>
          </a:xfrm>
          <a:prstGeom prst="ellipse">
            <a:avLst/>
          </a:prstGeom>
          <a:gradFill rotWithShape="0">
            <a:gsLst>
              <a:gs pos="14000">
                <a:srgbClr val="1584C9"/>
              </a:gs>
              <a:gs pos="100000">
                <a:srgbClr val="FFFFFF"/>
              </a:gs>
            </a:gsLst>
            <a:lin ang="5400000"/>
          </a:gradFill>
          <a:ln w="126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60" name="iṣḷîḍé">
            <a:extLst>
              <a:ext uri="{FF2B5EF4-FFF2-40B4-BE49-F238E27FC236}">
                <a16:creationId xmlns:a16="http://schemas.microsoft.com/office/drawing/2014/main" id="{2181082F-B8C2-42D4-88D2-E72480B54314}"/>
              </a:ext>
            </a:extLst>
          </p:cNvPr>
          <p:cNvSpPr>
            <a:spLocks noGrp="1"/>
          </p:cNvSpPr>
          <p:nvPr/>
        </p:nvSpPr>
        <p:spPr>
          <a:xfrm>
            <a:off x="911880" y="917280"/>
            <a:ext cx="124560" cy="12240"/>
          </a:xfrm>
          <a:custGeom>
            <a:avLst/>
            <a:gdLst>
              <a:gd name="textAreaLeft" fmla="*/ 0 w 124560"/>
              <a:gd name="textAreaRight" fmla="*/ 124920 w 124560"/>
              <a:gd name="textAreaTop" fmla="*/ 0 h 12240"/>
              <a:gd name="textAreaBottom" fmla="*/ 12600 h 12240"/>
              <a:gd name="GluePoint1X" fmla="*/ 0 w 286"/>
              <a:gd name="GluePoint1Y" fmla="*/ 0 h 29"/>
              <a:gd name="GluePoint2X" fmla="*/ 286 w 286"/>
              <a:gd name="GluePoint2Y" fmla="*/ 0 h 29"/>
              <a:gd name="GluePoint3X" fmla="*/ 278 w 286"/>
              <a:gd name="GluePoint3Y" fmla="*/ 4 h 29"/>
              <a:gd name="GluePoint4X" fmla="*/ 269 w 286"/>
              <a:gd name="GluePoint4Y" fmla="*/ 7 h 29"/>
              <a:gd name="GluePoint5X" fmla="*/ 261 w 286"/>
              <a:gd name="GluePoint5Y" fmla="*/ 10 h 29"/>
              <a:gd name="GluePoint6X" fmla="*/ 253 w 286"/>
              <a:gd name="GluePoint6Y" fmla="*/ 13 h 29"/>
              <a:gd name="GluePoint7X" fmla="*/ 244 w 286"/>
              <a:gd name="GluePoint7Y" fmla="*/ 15 h 29"/>
              <a:gd name="GluePoint8X" fmla="*/ 236 w 286"/>
              <a:gd name="GluePoint8Y" fmla="*/ 17 h 29"/>
              <a:gd name="GluePoint9X" fmla="*/ 227 w 286"/>
              <a:gd name="GluePoint9Y" fmla="*/ 20 h 29"/>
              <a:gd name="GluePoint10X" fmla="*/ 218 w 286"/>
              <a:gd name="GluePoint10Y" fmla="*/ 21 h 29"/>
              <a:gd name="GluePoint11X" fmla="*/ 208 w 286"/>
              <a:gd name="GluePoint11Y" fmla="*/ 23 h 29"/>
              <a:gd name="GluePoint12X" fmla="*/ 200 w 286"/>
              <a:gd name="GluePoint12Y" fmla="*/ 25 h 29"/>
              <a:gd name="GluePoint13X" fmla="*/ 190 w 286"/>
              <a:gd name="GluePoint13Y" fmla="*/ 26 h 29"/>
              <a:gd name="GluePoint14X" fmla="*/ 181 w 286"/>
              <a:gd name="GluePoint14Y" fmla="*/ 27 h 29"/>
              <a:gd name="GluePoint15X" fmla="*/ 172 w 286"/>
              <a:gd name="GluePoint15Y" fmla="*/ 29 h 29"/>
              <a:gd name="GluePoint16X" fmla="*/ 162 w 286"/>
              <a:gd name="GluePoint16Y" fmla="*/ 29 h 29"/>
              <a:gd name="GluePoint17X" fmla="*/ 153 w 286"/>
              <a:gd name="GluePoint17Y" fmla="*/ 29 h 29"/>
              <a:gd name="GluePoint18X" fmla="*/ 143 w 286"/>
              <a:gd name="GluePoint18Y" fmla="*/ 29 h 29"/>
              <a:gd name="GluePoint19X" fmla="*/ 134 w 286"/>
              <a:gd name="GluePoint19Y" fmla="*/ 29 h 29"/>
              <a:gd name="GluePoint20X" fmla="*/ 125 w 286"/>
              <a:gd name="GluePoint20Y" fmla="*/ 29 h 29"/>
              <a:gd name="GluePoint21X" fmla="*/ 115 w 286"/>
              <a:gd name="GluePoint21Y" fmla="*/ 29 h 29"/>
              <a:gd name="GluePoint22X" fmla="*/ 106 w 286"/>
              <a:gd name="GluePoint22Y" fmla="*/ 27 h 29"/>
              <a:gd name="GluePoint23X" fmla="*/ 97 w 286"/>
              <a:gd name="GluePoint23Y" fmla="*/ 26 h 29"/>
              <a:gd name="GluePoint24X" fmla="*/ 87 w 286"/>
              <a:gd name="GluePoint24Y" fmla="*/ 25 h 29"/>
              <a:gd name="GluePoint25X" fmla="*/ 79 w 286"/>
              <a:gd name="GluePoint25Y" fmla="*/ 23 h 29"/>
              <a:gd name="GluePoint26X" fmla="*/ 69 w 286"/>
              <a:gd name="GluePoint26Y" fmla="*/ 21 h 29"/>
              <a:gd name="GluePoint27X" fmla="*/ 60 w 286"/>
              <a:gd name="GluePoint27Y" fmla="*/ 20 h 29"/>
              <a:gd name="GluePoint28X" fmla="*/ 51 w 286"/>
              <a:gd name="GluePoint28Y" fmla="*/ 17 h 29"/>
              <a:gd name="GluePoint29X" fmla="*/ 43 w 286"/>
              <a:gd name="GluePoint29Y" fmla="*/ 15 h 29"/>
              <a:gd name="GluePoint30X" fmla="*/ 34 w 286"/>
              <a:gd name="GluePoint30Y" fmla="*/ 13 h 29"/>
              <a:gd name="GluePoint31X" fmla="*/ 26 w 286"/>
              <a:gd name="GluePoint31Y" fmla="*/ 10 h 29"/>
              <a:gd name="GluePoint32X" fmla="*/ 17 w 286"/>
              <a:gd name="GluePoint32Y" fmla="*/ 7 h 29"/>
              <a:gd name="GluePoint33X" fmla="*/ 9 w 286"/>
              <a:gd name="GluePoint33Y" fmla="*/ 4 h 29"/>
              <a:gd name="GluePoint34X" fmla="*/ 0 w 286"/>
              <a:gd name="GluePoint34Y" fmla="*/ 0 h 29"/>
            </a:gdLst>
            <a:ahLst/>
            <a:cxnLst/>
            <a:rect l="textAreaLeft" t="textAreaTop" r="textAreaRight" b="textAreaBottom"/>
            <a:pathLst>
              <a:path w="286" h="29">
                <a:moveTo>
                  <a:pt x="0" y="0"/>
                </a:moveTo>
                <a:lnTo>
                  <a:pt x="286" y="0"/>
                </a:lnTo>
                <a:lnTo>
                  <a:pt x="278" y="4"/>
                </a:lnTo>
                <a:lnTo>
                  <a:pt x="269" y="7"/>
                </a:lnTo>
                <a:lnTo>
                  <a:pt x="261" y="10"/>
                </a:lnTo>
                <a:lnTo>
                  <a:pt x="253" y="13"/>
                </a:lnTo>
                <a:lnTo>
                  <a:pt x="244" y="15"/>
                </a:lnTo>
                <a:lnTo>
                  <a:pt x="236" y="17"/>
                </a:lnTo>
                <a:lnTo>
                  <a:pt x="227" y="20"/>
                </a:lnTo>
                <a:lnTo>
                  <a:pt x="218" y="21"/>
                </a:lnTo>
                <a:lnTo>
                  <a:pt x="208" y="23"/>
                </a:lnTo>
                <a:lnTo>
                  <a:pt x="200" y="25"/>
                </a:lnTo>
                <a:lnTo>
                  <a:pt x="190" y="26"/>
                </a:lnTo>
                <a:lnTo>
                  <a:pt x="181" y="27"/>
                </a:lnTo>
                <a:lnTo>
                  <a:pt x="172" y="29"/>
                </a:lnTo>
                <a:lnTo>
                  <a:pt x="162" y="29"/>
                </a:lnTo>
                <a:lnTo>
                  <a:pt x="153" y="29"/>
                </a:lnTo>
                <a:lnTo>
                  <a:pt x="143" y="29"/>
                </a:lnTo>
                <a:lnTo>
                  <a:pt x="134" y="29"/>
                </a:lnTo>
                <a:lnTo>
                  <a:pt x="125" y="29"/>
                </a:lnTo>
                <a:lnTo>
                  <a:pt x="115" y="29"/>
                </a:lnTo>
                <a:lnTo>
                  <a:pt x="106" y="27"/>
                </a:lnTo>
                <a:lnTo>
                  <a:pt x="97" y="26"/>
                </a:lnTo>
                <a:lnTo>
                  <a:pt x="87" y="25"/>
                </a:lnTo>
                <a:lnTo>
                  <a:pt x="79" y="23"/>
                </a:lnTo>
                <a:lnTo>
                  <a:pt x="69" y="21"/>
                </a:lnTo>
                <a:lnTo>
                  <a:pt x="60" y="20"/>
                </a:lnTo>
                <a:lnTo>
                  <a:pt x="51" y="17"/>
                </a:lnTo>
                <a:lnTo>
                  <a:pt x="43" y="15"/>
                </a:lnTo>
                <a:lnTo>
                  <a:pt x="34" y="13"/>
                </a:lnTo>
                <a:lnTo>
                  <a:pt x="26" y="10"/>
                </a:lnTo>
                <a:lnTo>
                  <a:pt x="17" y="7"/>
                </a:lnTo>
                <a:lnTo>
                  <a:pt x="9" y="4"/>
                </a:lnTo>
                <a:lnTo>
                  <a:pt x="0" y="0"/>
                </a:lnTo>
                <a:close/>
              </a:path>
            </a:pathLst>
          </a:custGeom>
          <a:solidFill>
            <a:srgbClr val="F0F4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0" rIns="90000" bIns="-32400" anchor="ctr">
            <a:noAutofit/>
          </a:bodyPr>
          <a:lstStyle/>
          <a:p>
            <a:endParaRPr/>
          </a:p>
        </p:txBody>
      </p:sp>
      <p:sp>
        <p:nvSpPr>
          <p:cNvPr id="361" name="îSlïḋê">
            <a:extLst>
              <a:ext uri="{FF2B5EF4-FFF2-40B4-BE49-F238E27FC236}">
                <a16:creationId xmlns:a16="http://schemas.microsoft.com/office/drawing/2014/main" id="{9C22D725-37DA-4E13-95C8-84F3B1A64A8B}"/>
              </a:ext>
            </a:extLst>
          </p:cNvPr>
          <p:cNvSpPr>
            <a:spLocks noGrp="1"/>
          </p:cNvSpPr>
          <p:nvPr/>
        </p:nvSpPr>
        <p:spPr>
          <a:xfrm>
            <a:off x="929880" y="923760"/>
            <a:ext cx="88920" cy="5760"/>
          </a:xfrm>
          <a:custGeom>
            <a:avLst/>
            <a:gdLst>
              <a:gd name="textAreaLeft" fmla="*/ 0 w 88920"/>
              <a:gd name="textAreaRight" fmla="*/ 89280 w 88920"/>
              <a:gd name="textAreaTop" fmla="*/ 0 h 5760"/>
              <a:gd name="textAreaBottom" fmla="*/ 6120 h 5760"/>
              <a:gd name="GluePoint1X" fmla="*/ 0 w 204"/>
              <a:gd name="GluePoint1Y" fmla="*/ 0 h 14"/>
              <a:gd name="GluePoint2X" fmla="*/ 204 w 204"/>
              <a:gd name="GluePoint2Y" fmla="*/ 0 h 14"/>
              <a:gd name="GluePoint3X" fmla="*/ 192 w 204"/>
              <a:gd name="GluePoint3Y" fmla="*/ 3 h 14"/>
              <a:gd name="GluePoint4X" fmla="*/ 180 w 204"/>
              <a:gd name="GluePoint4Y" fmla="*/ 6 h 14"/>
              <a:gd name="GluePoint5X" fmla="*/ 167 w 204"/>
              <a:gd name="GluePoint5Y" fmla="*/ 8 h 14"/>
              <a:gd name="GluePoint6X" fmla="*/ 155 w 204"/>
              <a:gd name="GluePoint6Y" fmla="*/ 10 h 14"/>
              <a:gd name="GluePoint7X" fmla="*/ 142 w 204"/>
              <a:gd name="GluePoint7Y" fmla="*/ 12 h 14"/>
              <a:gd name="GluePoint8X" fmla="*/ 129 w 204"/>
              <a:gd name="GluePoint8Y" fmla="*/ 14 h 14"/>
              <a:gd name="GluePoint9X" fmla="*/ 115 w 204"/>
              <a:gd name="GluePoint9Y" fmla="*/ 14 h 14"/>
              <a:gd name="GluePoint10X" fmla="*/ 102 w 204"/>
              <a:gd name="GluePoint10Y" fmla="*/ 14 h 14"/>
              <a:gd name="GluePoint11X" fmla="*/ 90 w 204"/>
              <a:gd name="GluePoint11Y" fmla="*/ 14 h 14"/>
              <a:gd name="GluePoint12X" fmla="*/ 76 w 204"/>
              <a:gd name="GluePoint12Y" fmla="*/ 14 h 14"/>
              <a:gd name="GluePoint13X" fmla="*/ 63 w 204"/>
              <a:gd name="GluePoint13Y" fmla="*/ 12 h 14"/>
              <a:gd name="GluePoint14X" fmla="*/ 50 w 204"/>
              <a:gd name="GluePoint14Y" fmla="*/ 10 h 14"/>
              <a:gd name="GluePoint15X" fmla="*/ 38 w 204"/>
              <a:gd name="GluePoint15Y" fmla="*/ 8 h 14"/>
              <a:gd name="GluePoint16X" fmla="*/ 25 w 204"/>
              <a:gd name="GluePoint16Y" fmla="*/ 6 h 14"/>
              <a:gd name="GluePoint17X" fmla="*/ 13 w 204"/>
              <a:gd name="GluePoint17Y" fmla="*/ 3 h 14"/>
              <a:gd name="GluePoint18X" fmla="*/ 0 w 204"/>
              <a:gd name="GluePoint18Y" fmla="*/ 0 h 14"/>
            </a:gdLst>
            <a:ahLst/>
            <a:cxnLst/>
            <a:rect l="textAreaLeft" t="textAreaTop" r="textAreaRight" b="textAreaBottom"/>
            <a:pathLst>
              <a:path w="204" h="14">
                <a:moveTo>
                  <a:pt x="0" y="0"/>
                </a:moveTo>
                <a:lnTo>
                  <a:pt x="204" y="0"/>
                </a:lnTo>
                <a:lnTo>
                  <a:pt x="192" y="3"/>
                </a:lnTo>
                <a:lnTo>
                  <a:pt x="180" y="6"/>
                </a:lnTo>
                <a:lnTo>
                  <a:pt x="167" y="8"/>
                </a:lnTo>
                <a:lnTo>
                  <a:pt x="155" y="10"/>
                </a:lnTo>
                <a:lnTo>
                  <a:pt x="142" y="12"/>
                </a:lnTo>
                <a:lnTo>
                  <a:pt x="129" y="14"/>
                </a:lnTo>
                <a:lnTo>
                  <a:pt x="115" y="14"/>
                </a:lnTo>
                <a:lnTo>
                  <a:pt x="102" y="14"/>
                </a:lnTo>
                <a:lnTo>
                  <a:pt x="90" y="14"/>
                </a:lnTo>
                <a:lnTo>
                  <a:pt x="76" y="14"/>
                </a:lnTo>
                <a:lnTo>
                  <a:pt x="63" y="12"/>
                </a:lnTo>
                <a:lnTo>
                  <a:pt x="50" y="10"/>
                </a:lnTo>
                <a:lnTo>
                  <a:pt x="38" y="8"/>
                </a:lnTo>
                <a:lnTo>
                  <a:pt x="25" y="6"/>
                </a:lnTo>
                <a:lnTo>
                  <a:pt x="13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8880" rIns="90000" bIns="-38880" anchor="ctr">
            <a:noAutofit/>
          </a:bodyPr>
          <a:lstStyle/>
          <a:p>
            <a:endParaRPr/>
          </a:p>
        </p:txBody>
      </p:sp>
      <p:sp>
        <p:nvSpPr>
          <p:cNvPr id="362" name="ïṡḷîḑè">
            <a:extLst>
              <a:ext uri="{FF2B5EF4-FFF2-40B4-BE49-F238E27FC236}">
                <a16:creationId xmlns:a16="http://schemas.microsoft.com/office/drawing/2014/main" id="{13382CAF-45A3-4A10-A7DD-F4F39EAD9A31}"/>
              </a:ext>
            </a:extLst>
          </p:cNvPr>
          <p:cNvSpPr>
            <a:spLocks noGrp="1"/>
          </p:cNvSpPr>
          <p:nvPr/>
        </p:nvSpPr>
        <p:spPr>
          <a:xfrm>
            <a:off x="863640" y="765000"/>
            <a:ext cx="218520" cy="101880"/>
          </a:xfrm>
          <a:custGeom>
            <a:avLst/>
            <a:gdLst>
              <a:gd name="textAreaLeft" fmla="*/ 0 w 218520"/>
              <a:gd name="textAreaRight" fmla="*/ 218880 w 218520"/>
              <a:gd name="textAreaTop" fmla="*/ 0 h 101880"/>
              <a:gd name="textAreaBottom" fmla="*/ 102240 h 101880"/>
              <a:gd name="GluePoint1X" fmla="*/ 294 w 501"/>
              <a:gd name="GluePoint1Y" fmla="*/ 65 h 234"/>
              <a:gd name="GluePoint2X" fmla="*/ 213 w 501"/>
              <a:gd name="GluePoint2Y" fmla="*/ 129 h 234"/>
              <a:gd name="GluePoint3X" fmla="*/ 224 w 501"/>
              <a:gd name="GluePoint3Y" fmla="*/ 52 h 234"/>
              <a:gd name="GluePoint4X" fmla="*/ 203 w 501"/>
              <a:gd name="GluePoint4Y" fmla="*/ 53 h 234"/>
              <a:gd name="GluePoint5X" fmla="*/ 177 w 501"/>
              <a:gd name="GluePoint5Y" fmla="*/ 30 h 234"/>
              <a:gd name="GluePoint6X" fmla="*/ 204 w 501"/>
              <a:gd name="GluePoint6Y" fmla="*/ 20 h 234"/>
              <a:gd name="GluePoint7X" fmla="*/ 180 w 501"/>
              <a:gd name="GluePoint7Y" fmla="*/ 16 h 234"/>
              <a:gd name="GluePoint8X" fmla="*/ 162 w 501"/>
              <a:gd name="GluePoint8Y" fmla="*/ 54 h 234"/>
              <a:gd name="GluePoint9X" fmla="*/ 162 w 501"/>
              <a:gd name="GluePoint9Y" fmla="*/ 45 h 234"/>
              <a:gd name="GluePoint10X" fmla="*/ 175 w 501"/>
              <a:gd name="GluePoint10Y" fmla="*/ 76 h 234"/>
              <a:gd name="GluePoint11X" fmla="*/ 134 w 501"/>
              <a:gd name="GluePoint11Y" fmla="*/ 128 h 234"/>
              <a:gd name="GluePoint12X" fmla="*/ 97 w 501"/>
              <a:gd name="GluePoint12Y" fmla="*/ 50 h 234"/>
              <a:gd name="GluePoint13X" fmla="*/ 30 w 501"/>
              <a:gd name="GluePoint13Y" fmla="*/ 79 h 234"/>
              <a:gd name="GluePoint14X" fmla="*/ 42 w 501"/>
              <a:gd name="GluePoint14Y" fmla="*/ 39 h 234"/>
              <a:gd name="GluePoint15X" fmla="*/ 50 w 501"/>
              <a:gd name="GluePoint15Y" fmla="*/ 59 h 234"/>
              <a:gd name="GluePoint16X" fmla="*/ 34 w 501"/>
              <a:gd name="GluePoint16Y" fmla="*/ 50 h 234"/>
              <a:gd name="GluePoint17X" fmla="*/ 86 w 501"/>
              <a:gd name="GluePoint17Y" fmla="*/ 69 h 234"/>
              <a:gd name="GluePoint18X" fmla="*/ 96 w 501"/>
              <a:gd name="GluePoint18Y" fmla="*/ 71 h 234"/>
              <a:gd name="GluePoint19X" fmla="*/ 166 w 501"/>
              <a:gd name="GluePoint19Y" fmla="*/ 126 h 234"/>
              <a:gd name="GluePoint20X" fmla="*/ 112 w 501"/>
              <a:gd name="GluePoint20Y" fmla="*/ 25 h 234"/>
              <a:gd name="GluePoint21X" fmla="*/ 118 w 501"/>
              <a:gd name="GluePoint21Y" fmla="*/ 48 h 234"/>
              <a:gd name="GluePoint22X" fmla="*/ 106 w 501"/>
              <a:gd name="GluePoint22Y" fmla="*/ 30 h 234"/>
              <a:gd name="GluePoint23X" fmla="*/ 138 w 501"/>
              <a:gd name="GluePoint23Y" fmla="*/ 57 h 234"/>
              <a:gd name="GluePoint24X" fmla="*/ 96 w 501"/>
              <a:gd name="GluePoint24Y" fmla="*/ 94 h 234"/>
              <a:gd name="GluePoint25X" fmla="*/ 96 w 501"/>
              <a:gd name="GluePoint25Y" fmla="*/ 122 h 234"/>
              <a:gd name="GluePoint26X" fmla="*/ 59 w 501"/>
              <a:gd name="GluePoint26Y" fmla="*/ 69 h 234"/>
              <a:gd name="GluePoint27X" fmla="*/ 59 w 501"/>
              <a:gd name="GluePoint27Y" fmla="*/ 82 h 234"/>
              <a:gd name="GluePoint28X" fmla="*/ 13 w 501"/>
              <a:gd name="GluePoint28Y" fmla="*/ 66 h 234"/>
              <a:gd name="GluePoint29X" fmla="*/ 28 w 501"/>
              <a:gd name="GluePoint29Y" fmla="*/ 83 h 234"/>
              <a:gd name="GluePoint30X" fmla="*/ 19 w 501"/>
              <a:gd name="GluePoint30Y" fmla="*/ 176 h 234"/>
              <a:gd name="GluePoint31X" fmla="*/ 5 w 501"/>
              <a:gd name="GluePoint31Y" fmla="*/ 221 h 234"/>
              <a:gd name="GluePoint32X" fmla="*/ 288 w 501"/>
              <a:gd name="GluePoint32Y" fmla="*/ 127 h 234"/>
              <a:gd name="GluePoint33X" fmla="*/ 277 w 501"/>
              <a:gd name="GluePoint33Y" fmla="*/ 54 h 234"/>
              <a:gd name="GluePoint34X" fmla="*/ 322 w 501"/>
              <a:gd name="GluePoint34Y" fmla="*/ 233 h 234"/>
              <a:gd name="GluePoint35X" fmla="*/ 326 w 501"/>
              <a:gd name="GluePoint35Y" fmla="*/ 30 h 234"/>
              <a:gd name="GluePoint36X" fmla="*/ 298 w 501"/>
              <a:gd name="GluePoint36Y" fmla="*/ 17 h 234"/>
              <a:gd name="GluePoint37X" fmla="*/ 323 w 501"/>
              <a:gd name="GluePoint37Y" fmla="*/ 18 h 234"/>
              <a:gd name="GluePoint38X" fmla="*/ 338 w 501"/>
              <a:gd name="GluePoint38Y" fmla="*/ 58 h 234"/>
              <a:gd name="GluePoint39X" fmla="*/ 339 w 501"/>
              <a:gd name="GluePoint39Y" fmla="*/ 43 h 234"/>
              <a:gd name="GluePoint40X" fmla="*/ 375 w 501"/>
              <a:gd name="GluePoint40Y" fmla="*/ 83 h 234"/>
              <a:gd name="GluePoint41X" fmla="*/ 364 w 501"/>
              <a:gd name="GluePoint41Y" fmla="*/ 126 h 234"/>
              <a:gd name="GluePoint42X" fmla="*/ 377 w 501"/>
              <a:gd name="GluePoint42Y" fmla="*/ 50 h 234"/>
              <a:gd name="GluePoint43X" fmla="*/ 377 w 501"/>
              <a:gd name="GluePoint43Y" fmla="*/ 50 h 234"/>
              <a:gd name="GluePoint44X" fmla="*/ 447 w 501"/>
              <a:gd name="GluePoint44Y" fmla="*/ 63 h 234"/>
              <a:gd name="GluePoint45X" fmla="*/ 452 w 501"/>
              <a:gd name="GluePoint45Y" fmla="*/ 58 h 234"/>
              <a:gd name="GluePoint46X" fmla="*/ 469 w 501"/>
              <a:gd name="GluePoint46Y" fmla="*/ 52 h 234"/>
              <a:gd name="GluePoint47X" fmla="*/ 414 w 501"/>
              <a:gd name="GluePoint47Y" fmla="*/ 73 h 234"/>
              <a:gd name="GluePoint48X" fmla="*/ 407 w 501"/>
              <a:gd name="GluePoint48Y" fmla="*/ 71 h 234"/>
              <a:gd name="GluePoint49X" fmla="*/ 338 w 501"/>
              <a:gd name="GluePoint49Y" fmla="*/ 124 h 234"/>
              <a:gd name="GluePoint50X" fmla="*/ 390 w 501"/>
              <a:gd name="GluePoint50Y" fmla="*/ 24 h 234"/>
              <a:gd name="GluePoint51X" fmla="*/ 382 w 501"/>
              <a:gd name="GluePoint51Y" fmla="*/ 48 h 234"/>
              <a:gd name="GluePoint52X" fmla="*/ 397 w 501"/>
              <a:gd name="GluePoint52Y" fmla="*/ 34 h 234"/>
              <a:gd name="GluePoint53X" fmla="*/ 362 w 501"/>
              <a:gd name="GluePoint53Y" fmla="*/ 58 h 234"/>
              <a:gd name="GluePoint54X" fmla="*/ 447 w 501"/>
              <a:gd name="GluePoint54Y" fmla="*/ 110 h 234"/>
              <a:gd name="GluePoint55X" fmla="*/ 405 w 501"/>
              <a:gd name="GluePoint55Y" fmla="*/ 122 h 234"/>
              <a:gd name="GluePoint56X" fmla="*/ 443 w 501"/>
              <a:gd name="GluePoint56Y" fmla="*/ 69 h 234"/>
              <a:gd name="GluePoint57X" fmla="*/ 442 w 501"/>
              <a:gd name="GluePoint57Y" fmla="*/ 82 h 234"/>
              <a:gd name="GluePoint58X" fmla="*/ 488 w 501"/>
              <a:gd name="GluePoint58Y" fmla="*/ 66 h 234"/>
              <a:gd name="GluePoint59X" fmla="*/ 473 w 501"/>
              <a:gd name="GluePoint59Y" fmla="*/ 83 h 234"/>
              <a:gd name="GluePoint60X" fmla="*/ 483 w 501"/>
              <a:gd name="GluePoint60Y" fmla="*/ 176 h 234"/>
              <a:gd name="GluePoint61X" fmla="*/ 496 w 501"/>
              <a:gd name="GluePoint61Y" fmla="*/ 221 h 234"/>
            </a:gdLst>
            <a:ahLst/>
            <a:cxnLst/>
            <a:rect l="textAreaLeft" t="textAreaTop" r="textAreaRight" b="textAreaBottom"/>
            <a:pathLst>
              <a:path w="501" h="234">
                <a:moveTo>
                  <a:pt x="250" y="76"/>
                </a:moveTo>
                <a:lnTo>
                  <a:pt x="294" y="76"/>
                </a:lnTo>
                <a:lnTo>
                  <a:pt x="294" y="103"/>
                </a:lnTo>
                <a:lnTo>
                  <a:pt x="250" y="103"/>
                </a:lnTo>
                <a:lnTo>
                  <a:pt x="207" y="103"/>
                </a:lnTo>
                <a:lnTo>
                  <a:pt x="207" y="76"/>
                </a:lnTo>
                <a:lnTo>
                  <a:pt x="250" y="76"/>
                </a:lnTo>
                <a:lnTo>
                  <a:pt x="250" y="76"/>
                </a:lnTo>
                <a:close/>
                <a:moveTo>
                  <a:pt x="250" y="107"/>
                </a:moveTo>
                <a:lnTo>
                  <a:pt x="250" y="107"/>
                </a:lnTo>
                <a:lnTo>
                  <a:pt x="294" y="107"/>
                </a:lnTo>
                <a:lnTo>
                  <a:pt x="294" y="116"/>
                </a:lnTo>
                <a:lnTo>
                  <a:pt x="252" y="116"/>
                </a:lnTo>
                <a:lnTo>
                  <a:pt x="249" y="116"/>
                </a:lnTo>
                <a:lnTo>
                  <a:pt x="207" y="116"/>
                </a:lnTo>
                <a:lnTo>
                  <a:pt x="207" y="107"/>
                </a:lnTo>
                <a:lnTo>
                  <a:pt x="250" y="107"/>
                </a:lnTo>
                <a:lnTo>
                  <a:pt x="250" y="107"/>
                </a:lnTo>
                <a:close/>
                <a:moveTo>
                  <a:pt x="247" y="65"/>
                </a:moveTo>
                <a:lnTo>
                  <a:pt x="254" y="65"/>
                </a:lnTo>
                <a:lnTo>
                  <a:pt x="294" y="65"/>
                </a:lnTo>
                <a:lnTo>
                  <a:pt x="294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07" y="74"/>
                </a:lnTo>
                <a:lnTo>
                  <a:pt x="207" y="65"/>
                </a:lnTo>
                <a:lnTo>
                  <a:pt x="247" y="65"/>
                </a:lnTo>
                <a:lnTo>
                  <a:pt x="247" y="65"/>
                </a:lnTo>
                <a:close/>
                <a:moveTo>
                  <a:pt x="225" y="118"/>
                </a:moveTo>
                <a:lnTo>
                  <a:pt x="224" y="118"/>
                </a:lnTo>
                <a:lnTo>
                  <a:pt x="222" y="121"/>
                </a:lnTo>
                <a:lnTo>
                  <a:pt x="221" y="122"/>
                </a:lnTo>
                <a:lnTo>
                  <a:pt x="220" y="124"/>
                </a:lnTo>
                <a:lnTo>
                  <a:pt x="218" y="125"/>
                </a:lnTo>
                <a:lnTo>
                  <a:pt x="217" y="126"/>
                </a:lnTo>
                <a:lnTo>
                  <a:pt x="214" y="126"/>
                </a:lnTo>
                <a:lnTo>
                  <a:pt x="214" y="126"/>
                </a:lnTo>
                <a:lnTo>
                  <a:pt x="214" y="127"/>
                </a:lnTo>
                <a:lnTo>
                  <a:pt x="214" y="128"/>
                </a:lnTo>
                <a:lnTo>
                  <a:pt x="213" y="129"/>
                </a:lnTo>
                <a:lnTo>
                  <a:pt x="213" y="130"/>
                </a:lnTo>
                <a:lnTo>
                  <a:pt x="212" y="131"/>
                </a:lnTo>
                <a:lnTo>
                  <a:pt x="211" y="132"/>
                </a:lnTo>
                <a:lnTo>
                  <a:pt x="209" y="133"/>
                </a:lnTo>
                <a:lnTo>
                  <a:pt x="208" y="133"/>
                </a:lnTo>
                <a:lnTo>
                  <a:pt x="208" y="118"/>
                </a:lnTo>
                <a:lnTo>
                  <a:pt x="225" y="118"/>
                </a:lnTo>
                <a:lnTo>
                  <a:pt x="225" y="118"/>
                </a:lnTo>
                <a:close/>
                <a:moveTo>
                  <a:pt x="207" y="62"/>
                </a:moveTo>
                <a:lnTo>
                  <a:pt x="209" y="62"/>
                </a:lnTo>
                <a:lnTo>
                  <a:pt x="212" y="62"/>
                </a:lnTo>
                <a:lnTo>
                  <a:pt x="216" y="62"/>
                </a:lnTo>
                <a:lnTo>
                  <a:pt x="219" y="61"/>
                </a:lnTo>
                <a:lnTo>
                  <a:pt x="221" y="59"/>
                </a:lnTo>
                <a:lnTo>
                  <a:pt x="222" y="58"/>
                </a:lnTo>
                <a:lnTo>
                  <a:pt x="222" y="58"/>
                </a:lnTo>
                <a:lnTo>
                  <a:pt x="223" y="56"/>
                </a:lnTo>
                <a:lnTo>
                  <a:pt x="224" y="54"/>
                </a:lnTo>
                <a:lnTo>
                  <a:pt x="224" y="54"/>
                </a:lnTo>
                <a:lnTo>
                  <a:pt x="224" y="53"/>
                </a:lnTo>
                <a:lnTo>
                  <a:pt x="224" y="52"/>
                </a:lnTo>
                <a:lnTo>
                  <a:pt x="222" y="49"/>
                </a:lnTo>
                <a:lnTo>
                  <a:pt x="220" y="46"/>
                </a:lnTo>
                <a:lnTo>
                  <a:pt x="218" y="45"/>
                </a:lnTo>
                <a:lnTo>
                  <a:pt x="217" y="45"/>
                </a:lnTo>
                <a:lnTo>
                  <a:pt x="215" y="45"/>
                </a:lnTo>
                <a:lnTo>
                  <a:pt x="214" y="46"/>
                </a:lnTo>
                <a:lnTo>
                  <a:pt x="211" y="49"/>
                </a:lnTo>
                <a:lnTo>
                  <a:pt x="209" y="52"/>
                </a:lnTo>
                <a:lnTo>
                  <a:pt x="208" y="53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62"/>
                </a:lnTo>
                <a:lnTo>
                  <a:pt x="207" y="62"/>
                </a:lnTo>
                <a:close/>
                <a:moveTo>
                  <a:pt x="203" y="53"/>
                </a:moveTo>
                <a:lnTo>
                  <a:pt x="179" y="53"/>
                </a:lnTo>
                <a:lnTo>
                  <a:pt x="179" y="233"/>
                </a:lnTo>
                <a:lnTo>
                  <a:pt x="203" y="233"/>
                </a:lnTo>
                <a:lnTo>
                  <a:pt x="203" y="53"/>
                </a:lnTo>
                <a:lnTo>
                  <a:pt x="203" y="53"/>
                </a:lnTo>
                <a:close/>
                <a:moveTo>
                  <a:pt x="206" y="30"/>
                </a:moveTo>
                <a:lnTo>
                  <a:pt x="206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48"/>
                </a:lnTo>
                <a:lnTo>
                  <a:pt x="207" y="49"/>
                </a:lnTo>
                <a:lnTo>
                  <a:pt x="207" y="50"/>
                </a:lnTo>
                <a:lnTo>
                  <a:pt x="206" y="50"/>
                </a:lnTo>
                <a:lnTo>
                  <a:pt x="206" y="50"/>
                </a:lnTo>
                <a:lnTo>
                  <a:pt x="177" y="50"/>
                </a:lnTo>
                <a:lnTo>
                  <a:pt x="176" y="50"/>
                </a:lnTo>
                <a:lnTo>
                  <a:pt x="175" y="50"/>
                </a:lnTo>
                <a:lnTo>
                  <a:pt x="175" y="49"/>
                </a:lnTo>
                <a:lnTo>
                  <a:pt x="175" y="48"/>
                </a:lnTo>
                <a:lnTo>
                  <a:pt x="175" y="30"/>
                </a:lnTo>
                <a:lnTo>
                  <a:pt x="175" y="30"/>
                </a:lnTo>
                <a:lnTo>
                  <a:pt x="175" y="30"/>
                </a:lnTo>
                <a:lnTo>
                  <a:pt x="176" y="30"/>
                </a:lnTo>
                <a:lnTo>
                  <a:pt x="177" y="30"/>
                </a:lnTo>
                <a:lnTo>
                  <a:pt x="206" y="30"/>
                </a:lnTo>
                <a:lnTo>
                  <a:pt x="206" y="30"/>
                </a:lnTo>
                <a:close/>
                <a:moveTo>
                  <a:pt x="190" y="0"/>
                </a:moveTo>
                <a:lnTo>
                  <a:pt x="191" y="0"/>
                </a:lnTo>
                <a:lnTo>
                  <a:pt x="191" y="0"/>
                </a:lnTo>
                <a:lnTo>
                  <a:pt x="192" y="0"/>
                </a:lnTo>
                <a:lnTo>
                  <a:pt x="192" y="0"/>
                </a:lnTo>
                <a:lnTo>
                  <a:pt x="193" y="1"/>
                </a:lnTo>
                <a:lnTo>
                  <a:pt x="194" y="1"/>
                </a:lnTo>
                <a:lnTo>
                  <a:pt x="195" y="2"/>
                </a:lnTo>
                <a:lnTo>
                  <a:pt x="196" y="3"/>
                </a:lnTo>
                <a:lnTo>
                  <a:pt x="198" y="5"/>
                </a:lnTo>
                <a:lnTo>
                  <a:pt x="198" y="7"/>
                </a:lnTo>
                <a:lnTo>
                  <a:pt x="199" y="11"/>
                </a:lnTo>
                <a:lnTo>
                  <a:pt x="199" y="13"/>
                </a:lnTo>
                <a:lnTo>
                  <a:pt x="201" y="14"/>
                </a:lnTo>
                <a:lnTo>
                  <a:pt x="202" y="14"/>
                </a:lnTo>
                <a:lnTo>
                  <a:pt x="202" y="16"/>
                </a:lnTo>
                <a:lnTo>
                  <a:pt x="203" y="17"/>
                </a:lnTo>
                <a:lnTo>
                  <a:pt x="204" y="18"/>
                </a:lnTo>
                <a:lnTo>
                  <a:pt x="204" y="20"/>
                </a:lnTo>
                <a:lnTo>
                  <a:pt x="203" y="22"/>
                </a:lnTo>
                <a:lnTo>
                  <a:pt x="202" y="22"/>
                </a:lnTo>
                <a:lnTo>
                  <a:pt x="202" y="25"/>
                </a:lnTo>
                <a:lnTo>
                  <a:pt x="202" y="26"/>
                </a:lnTo>
                <a:lnTo>
                  <a:pt x="202" y="26"/>
                </a:lnTo>
                <a:lnTo>
                  <a:pt x="202" y="26"/>
                </a:lnTo>
                <a:lnTo>
                  <a:pt x="202" y="27"/>
                </a:lnTo>
                <a:lnTo>
                  <a:pt x="201" y="27"/>
                </a:lnTo>
                <a:lnTo>
                  <a:pt x="191" y="27"/>
                </a:lnTo>
                <a:lnTo>
                  <a:pt x="182" y="27"/>
                </a:lnTo>
                <a:lnTo>
                  <a:pt x="181" y="27"/>
                </a:lnTo>
                <a:lnTo>
                  <a:pt x="181" y="26"/>
                </a:lnTo>
                <a:lnTo>
                  <a:pt x="181" y="26"/>
                </a:lnTo>
                <a:lnTo>
                  <a:pt x="181" y="26"/>
                </a:lnTo>
                <a:lnTo>
                  <a:pt x="181" y="25"/>
                </a:lnTo>
                <a:lnTo>
                  <a:pt x="180" y="22"/>
                </a:lnTo>
                <a:lnTo>
                  <a:pt x="179" y="22"/>
                </a:lnTo>
                <a:lnTo>
                  <a:pt x="178" y="20"/>
                </a:lnTo>
                <a:lnTo>
                  <a:pt x="178" y="18"/>
                </a:lnTo>
                <a:lnTo>
                  <a:pt x="179" y="17"/>
                </a:lnTo>
                <a:lnTo>
                  <a:pt x="180" y="16"/>
                </a:lnTo>
                <a:lnTo>
                  <a:pt x="181" y="14"/>
                </a:lnTo>
                <a:lnTo>
                  <a:pt x="182" y="14"/>
                </a:lnTo>
                <a:lnTo>
                  <a:pt x="183" y="13"/>
                </a:lnTo>
                <a:lnTo>
                  <a:pt x="183" y="11"/>
                </a:lnTo>
                <a:lnTo>
                  <a:pt x="184" y="7"/>
                </a:lnTo>
                <a:lnTo>
                  <a:pt x="186" y="5"/>
                </a:lnTo>
                <a:lnTo>
                  <a:pt x="186" y="3"/>
                </a:lnTo>
                <a:lnTo>
                  <a:pt x="187" y="2"/>
                </a:lnTo>
                <a:lnTo>
                  <a:pt x="188" y="1"/>
                </a:lnTo>
                <a:lnTo>
                  <a:pt x="190" y="1"/>
                </a:lnTo>
                <a:lnTo>
                  <a:pt x="190" y="0"/>
                </a:lnTo>
                <a:lnTo>
                  <a:pt x="190" y="0"/>
                </a:lnTo>
                <a:close/>
                <a:moveTo>
                  <a:pt x="174" y="52"/>
                </a:moveTo>
                <a:lnTo>
                  <a:pt x="174" y="62"/>
                </a:lnTo>
                <a:lnTo>
                  <a:pt x="168" y="62"/>
                </a:lnTo>
                <a:lnTo>
                  <a:pt x="166" y="62"/>
                </a:lnTo>
                <a:lnTo>
                  <a:pt x="166" y="61"/>
                </a:lnTo>
                <a:lnTo>
                  <a:pt x="164" y="59"/>
                </a:lnTo>
                <a:lnTo>
                  <a:pt x="163" y="58"/>
                </a:lnTo>
                <a:lnTo>
                  <a:pt x="162" y="55"/>
                </a:lnTo>
                <a:lnTo>
                  <a:pt x="162" y="54"/>
                </a:lnTo>
                <a:lnTo>
                  <a:pt x="161" y="53"/>
                </a:lnTo>
                <a:lnTo>
                  <a:pt x="159" y="51"/>
                </a:lnTo>
                <a:lnTo>
                  <a:pt x="158" y="50"/>
                </a:lnTo>
                <a:lnTo>
                  <a:pt x="156" y="47"/>
                </a:lnTo>
                <a:lnTo>
                  <a:pt x="156" y="46"/>
                </a:lnTo>
                <a:lnTo>
                  <a:pt x="156" y="46"/>
                </a:lnTo>
                <a:lnTo>
                  <a:pt x="156" y="45"/>
                </a:lnTo>
                <a:lnTo>
                  <a:pt x="157" y="44"/>
                </a:lnTo>
                <a:lnTo>
                  <a:pt x="158" y="42"/>
                </a:lnTo>
                <a:lnTo>
                  <a:pt x="159" y="42"/>
                </a:lnTo>
                <a:lnTo>
                  <a:pt x="160" y="42"/>
                </a:lnTo>
                <a:lnTo>
                  <a:pt x="161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3"/>
                </a:lnTo>
                <a:lnTo>
                  <a:pt x="161" y="44"/>
                </a:lnTo>
                <a:lnTo>
                  <a:pt x="162" y="45"/>
                </a:lnTo>
                <a:lnTo>
                  <a:pt x="162" y="46"/>
                </a:lnTo>
                <a:lnTo>
                  <a:pt x="163" y="46"/>
                </a:lnTo>
                <a:lnTo>
                  <a:pt x="164" y="46"/>
                </a:lnTo>
                <a:lnTo>
                  <a:pt x="166" y="47"/>
                </a:lnTo>
                <a:lnTo>
                  <a:pt x="169" y="48"/>
                </a:lnTo>
                <a:lnTo>
                  <a:pt x="170" y="50"/>
                </a:lnTo>
                <a:lnTo>
                  <a:pt x="171" y="51"/>
                </a:lnTo>
                <a:lnTo>
                  <a:pt x="173" y="52"/>
                </a:lnTo>
                <a:lnTo>
                  <a:pt x="174" y="52"/>
                </a:lnTo>
                <a:lnTo>
                  <a:pt x="174" y="52"/>
                </a:lnTo>
                <a:close/>
                <a:moveTo>
                  <a:pt x="175" y="65"/>
                </a:moveTo>
                <a:lnTo>
                  <a:pt x="168" y="65"/>
                </a:lnTo>
                <a:lnTo>
                  <a:pt x="168" y="74"/>
                </a:lnTo>
                <a:lnTo>
                  <a:pt x="175" y="74"/>
                </a:lnTo>
                <a:lnTo>
                  <a:pt x="175" y="65"/>
                </a:lnTo>
                <a:lnTo>
                  <a:pt x="175" y="65"/>
                </a:lnTo>
                <a:close/>
                <a:moveTo>
                  <a:pt x="175" y="76"/>
                </a:moveTo>
                <a:lnTo>
                  <a:pt x="126" y="76"/>
                </a:lnTo>
                <a:lnTo>
                  <a:pt x="126" y="83"/>
                </a:lnTo>
                <a:lnTo>
                  <a:pt x="175" y="83"/>
                </a:lnTo>
                <a:lnTo>
                  <a:pt x="175" y="76"/>
                </a:lnTo>
                <a:lnTo>
                  <a:pt x="175" y="76"/>
                </a:lnTo>
                <a:close/>
                <a:moveTo>
                  <a:pt x="175" y="86"/>
                </a:moveTo>
                <a:lnTo>
                  <a:pt x="126" y="86"/>
                </a:lnTo>
                <a:lnTo>
                  <a:pt x="126" y="107"/>
                </a:lnTo>
                <a:lnTo>
                  <a:pt x="175" y="107"/>
                </a:lnTo>
                <a:lnTo>
                  <a:pt x="175" y="86"/>
                </a:lnTo>
                <a:lnTo>
                  <a:pt x="175" y="86"/>
                </a:lnTo>
                <a:close/>
                <a:moveTo>
                  <a:pt x="175" y="110"/>
                </a:moveTo>
                <a:lnTo>
                  <a:pt x="126" y="110"/>
                </a:lnTo>
                <a:lnTo>
                  <a:pt x="126" y="117"/>
                </a:lnTo>
                <a:lnTo>
                  <a:pt x="175" y="117"/>
                </a:lnTo>
                <a:lnTo>
                  <a:pt x="175" y="110"/>
                </a:lnTo>
                <a:lnTo>
                  <a:pt x="175" y="110"/>
                </a:lnTo>
                <a:close/>
                <a:moveTo>
                  <a:pt x="140" y="121"/>
                </a:moveTo>
                <a:lnTo>
                  <a:pt x="141" y="121"/>
                </a:lnTo>
                <a:lnTo>
                  <a:pt x="140" y="122"/>
                </a:lnTo>
                <a:lnTo>
                  <a:pt x="139" y="122"/>
                </a:lnTo>
                <a:lnTo>
                  <a:pt x="138" y="124"/>
                </a:lnTo>
                <a:lnTo>
                  <a:pt x="137" y="126"/>
                </a:lnTo>
                <a:lnTo>
                  <a:pt x="135" y="126"/>
                </a:lnTo>
                <a:lnTo>
                  <a:pt x="134" y="128"/>
                </a:lnTo>
                <a:lnTo>
                  <a:pt x="132" y="128"/>
                </a:lnTo>
                <a:lnTo>
                  <a:pt x="130" y="129"/>
                </a:lnTo>
                <a:lnTo>
                  <a:pt x="130" y="130"/>
                </a:lnTo>
                <a:lnTo>
                  <a:pt x="129" y="132"/>
                </a:lnTo>
                <a:lnTo>
                  <a:pt x="128" y="134"/>
                </a:lnTo>
                <a:lnTo>
                  <a:pt x="127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21"/>
                </a:lnTo>
                <a:lnTo>
                  <a:pt x="140" y="121"/>
                </a:lnTo>
                <a:lnTo>
                  <a:pt x="140" y="121"/>
                </a:lnTo>
                <a:close/>
                <a:moveTo>
                  <a:pt x="122" y="73"/>
                </a:moveTo>
                <a:lnTo>
                  <a:pt x="100" y="73"/>
                </a:lnTo>
                <a:lnTo>
                  <a:pt x="100" y="233"/>
                </a:lnTo>
                <a:lnTo>
                  <a:pt x="122" y="233"/>
                </a:lnTo>
                <a:lnTo>
                  <a:pt x="122" y="73"/>
                </a:lnTo>
                <a:lnTo>
                  <a:pt x="122" y="73"/>
                </a:lnTo>
                <a:close/>
                <a:moveTo>
                  <a:pt x="124" y="50"/>
                </a:moveTo>
                <a:lnTo>
                  <a:pt x="98" y="50"/>
                </a:lnTo>
                <a:lnTo>
                  <a:pt x="97" y="50"/>
                </a:lnTo>
                <a:lnTo>
                  <a:pt x="97" y="50"/>
                </a:lnTo>
                <a:lnTo>
                  <a:pt x="96" y="51"/>
                </a:lnTo>
                <a:lnTo>
                  <a:pt x="96" y="51"/>
                </a:lnTo>
                <a:lnTo>
                  <a:pt x="96" y="67"/>
                </a:lnTo>
                <a:lnTo>
                  <a:pt x="96" y="68"/>
                </a:lnTo>
                <a:lnTo>
                  <a:pt x="97" y="68"/>
                </a:lnTo>
                <a:lnTo>
                  <a:pt x="97" y="68"/>
                </a:lnTo>
                <a:lnTo>
                  <a:pt x="98" y="69"/>
                </a:lnTo>
                <a:lnTo>
                  <a:pt x="124" y="69"/>
                </a:lnTo>
                <a:lnTo>
                  <a:pt x="125" y="68"/>
                </a:lnTo>
                <a:lnTo>
                  <a:pt x="125" y="68"/>
                </a:lnTo>
                <a:lnTo>
                  <a:pt x="125" y="68"/>
                </a:lnTo>
                <a:lnTo>
                  <a:pt x="125" y="67"/>
                </a:lnTo>
                <a:lnTo>
                  <a:pt x="125" y="51"/>
                </a:lnTo>
                <a:lnTo>
                  <a:pt x="125" y="51"/>
                </a:lnTo>
                <a:lnTo>
                  <a:pt x="125" y="50"/>
                </a:lnTo>
                <a:lnTo>
                  <a:pt x="125" y="50"/>
                </a:lnTo>
                <a:lnTo>
                  <a:pt x="124" y="50"/>
                </a:lnTo>
                <a:lnTo>
                  <a:pt x="124" y="50"/>
                </a:lnTo>
                <a:close/>
                <a:moveTo>
                  <a:pt x="52" y="79"/>
                </a:moveTo>
                <a:lnTo>
                  <a:pt x="30" y="79"/>
                </a:lnTo>
                <a:lnTo>
                  <a:pt x="30" y="232"/>
                </a:lnTo>
                <a:lnTo>
                  <a:pt x="51" y="232"/>
                </a:lnTo>
                <a:lnTo>
                  <a:pt x="51" y="88"/>
                </a:lnTo>
                <a:lnTo>
                  <a:pt x="52" y="88"/>
                </a:lnTo>
                <a:lnTo>
                  <a:pt x="52" y="79"/>
                </a:lnTo>
                <a:lnTo>
                  <a:pt x="52" y="79"/>
                </a:lnTo>
                <a:close/>
                <a:moveTo>
                  <a:pt x="54" y="63"/>
                </a:moveTo>
                <a:lnTo>
                  <a:pt x="30" y="63"/>
                </a:lnTo>
                <a:lnTo>
                  <a:pt x="29" y="63"/>
                </a:lnTo>
                <a:lnTo>
                  <a:pt x="29" y="64"/>
                </a:lnTo>
                <a:lnTo>
                  <a:pt x="29" y="76"/>
                </a:lnTo>
                <a:lnTo>
                  <a:pt x="29" y="77"/>
                </a:lnTo>
                <a:lnTo>
                  <a:pt x="30" y="78"/>
                </a:lnTo>
                <a:lnTo>
                  <a:pt x="54" y="78"/>
                </a:lnTo>
                <a:lnTo>
                  <a:pt x="54" y="77"/>
                </a:lnTo>
                <a:lnTo>
                  <a:pt x="54" y="76"/>
                </a:lnTo>
                <a:lnTo>
                  <a:pt x="54" y="64"/>
                </a:lnTo>
                <a:lnTo>
                  <a:pt x="54" y="63"/>
                </a:lnTo>
                <a:lnTo>
                  <a:pt x="54" y="63"/>
                </a:lnTo>
                <a:lnTo>
                  <a:pt x="54" y="63"/>
                </a:lnTo>
                <a:close/>
                <a:moveTo>
                  <a:pt x="42" y="39"/>
                </a:moveTo>
                <a:lnTo>
                  <a:pt x="42" y="39"/>
                </a:lnTo>
                <a:lnTo>
                  <a:pt x="43" y="39"/>
                </a:lnTo>
                <a:lnTo>
                  <a:pt x="45" y="40"/>
                </a:lnTo>
                <a:lnTo>
                  <a:pt x="46" y="42"/>
                </a:lnTo>
                <a:lnTo>
                  <a:pt x="46" y="42"/>
                </a:lnTo>
                <a:lnTo>
                  <a:pt x="47" y="45"/>
                </a:lnTo>
                <a:lnTo>
                  <a:pt x="48" y="47"/>
                </a:lnTo>
                <a:lnTo>
                  <a:pt x="49" y="49"/>
                </a:lnTo>
                <a:lnTo>
                  <a:pt x="50" y="50"/>
                </a:lnTo>
                <a:lnTo>
                  <a:pt x="50" y="50"/>
                </a:lnTo>
                <a:lnTo>
                  <a:pt x="50" y="51"/>
                </a:lnTo>
                <a:lnTo>
                  <a:pt x="51" y="52"/>
                </a:lnTo>
                <a:lnTo>
                  <a:pt x="51" y="53"/>
                </a:lnTo>
                <a:lnTo>
                  <a:pt x="51" y="54"/>
                </a:lnTo>
                <a:lnTo>
                  <a:pt x="51" y="55"/>
                </a:lnTo>
                <a:lnTo>
                  <a:pt x="50" y="56"/>
                </a:lnTo>
                <a:lnTo>
                  <a:pt x="50" y="57"/>
                </a:lnTo>
                <a:lnTo>
                  <a:pt x="50" y="58"/>
                </a:lnTo>
                <a:lnTo>
                  <a:pt x="50" y="58"/>
                </a:lnTo>
                <a:lnTo>
                  <a:pt x="50" y="58"/>
                </a:lnTo>
                <a:lnTo>
                  <a:pt x="50" y="59"/>
                </a:lnTo>
                <a:lnTo>
                  <a:pt x="50" y="59"/>
                </a:lnTo>
                <a:lnTo>
                  <a:pt x="50" y="61"/>
                </a:lnTo>
                <a:lnTo>
                  <a:pt x="50" y="61"/>
                </a:lnTo>
                <a:lnTo>
                  <a:pt x="42" y="61"/>
                </a:lnTo>
                <a:lnTo>
                  <a:pt x="42" y="61"/>
                </a:lnTo>
                <a:lnTo>
                  <a:pt x="42" y="61"/>
                </a:lnTo>
                <a:lnTo>
                  <a:pt x="34" y="61"/>
                </a:lnTo>
                <a:lnTo>
                  <a:pt x="34" y="61"/>
                </a:lnTo>
                <a:lnTo>
                  <a:pt x="34" y="59"/>
                </a:lnTo>
                <a:lnTo>
                  <a:pt x="34" y="59"/>
                </a:lnTo>
                <a:lnTo>
                  <a:pt x="34" y="58"/>
                </a:lnTo>
                <a:lnTo>
                  <a:pt x="34" y="58"/>
                </a:lnTo>
                <a:lnTo>
                  <a:pt x="34" y="58"/>
                </a:lnTo>
                <a:lnTo>
                  <a:pt x="34" y="57"/>
                </a:lnTo>
                <a:lnTo>
                  <a:pt x="34" y="56"/>
                </a:lnTo>
                <a:lnTo>
                  <a:pt x="33" y="55"/>
                </a:lnTo>
                <a:lnTo>
                  <a:pt x="32" y="54"/>
                </a:lnTo>
                <a:lnTo>
                  <a:pt x="32" y="53"/>
                </a:lnTo>
                <a:lnTo>
                  <a:pt x="32" y="52"/>
                </a:lnTo>
                <a:lnTo>
                  <a:pt x="33" y="51"/>
                </a:lnTo>
                <a:lnTo>
                  <a:pt x="34" y="50"/>
                </a:lnTo>
                <a:lnTo>
                  <a:pt x="34" y="50"/>
                </a:lnTo>
                <a:lnTo>
                  <a:pt x="35" y="49"/>
                </a:lnTo>
                <a:lnTo>
                  <a:pt x="35" y="47"/>
                </a:lnTo>
                <a:lnTo>
                  <a:pt x="36" y="45"/>
                </a:lnTo>
                <a:lnTo>
                  <a:pt x="38" y="42"/>
                </a:lnTo>
                <a:lnTo>
                  <a:pt x="38" y="42"/>
                </a:lnTo>
                <a:lnTo>
                  <a:pt x="39" y="40"/>
                </a:lnTo>
                <a:lnTo>
                  <a:pt x="40" y="39"/>
                </a:lnTo>
                <a:lnTo>
                  <a:pt x="41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close/>
                <a:moveTo>
                  <a:pt x="96" y="74"/>
                </a:moveTo>
                <a:lnTo>
                  <a:pt x="92" y="74"/>
                </a:lnTo>
                <a:lnTo>
                  <a:pt x="90" y="74"/>
                </a:lnTo>
                <a:lnTo>
                  <a:pt x="90" y="74"/>
                </a:lnTo>
                <a:lnTo>
                  <a:pt x="89" y="74"/>
                </a:lnTo>
                <a:lnTo>
                  <a:pt x="88" y="73"/>
                </a:lnTo>
                <a:lnTo>
                  <a:pt x="86" y="71"/>
                </a:lnTo>
                <a:lnTo>
                  <a:pt x="86" y="69"/>
                </a:lnTo>
                <a:lnTo>
                  <a:pt x="83" y="65"/>
                </a:lnTo>
                <a:lnTo>
                  <a:pt x="81" y="61"/>
                </a:lnTo>
                <a:lnTo>
                  <a:pt x="81" y="59"/>
                </a:lnTo>
                <a:lnTo>
                  <a:pt x="82" y="59"/>
                </a:lnTo>
                <a:lnTo>
                  <a:pt x="82" y="58"/>
                </a:lnTo>
                <a:lnTo>
                  <a:pt x="82" y="58"/>
                </a:lnTo>
                <a:lnTo>
                  <a:pt x="84" y="57"/>
                </a:lnTo>
                <a:lnTo>
                  <a:pt x="84" y="57"/>
                </a:lnTo>
                <a:lnTo>
                  <a:pt x="86" y="56"/>
                </a:lnTo>
                <a:lnTo>
                  <a:pt x="86" y="56"/>
                </a:lnTo>
                <a:lnTo>
                  <a:pt x="86" y="57"/>
                </a:lnTo>
                <a:lnTo>
                  <a:pt x="87" y="57"/>
                </a:lnTo>
                <a:lnTo>
                  <a:pt x="86" y="58"/>
                </a:lnTo>
                <a:lnTo>
                  <a:pt x="86" y="59"/>
                </a:lnTo>
                <a:lnTo>
                  <a:pt x="90" y="62"/>
                </a:lnTo>
                <a:lnTo>
                  <a:pt x="94" y="65"/>
                </a:lnTo>
                <a:lnTo>
                  <a:pt x="94" y="67"/>
                </a:lnTo>
                <a:lnTo>
                  <a:pt x="95" y="70"/>
                </a:lnTo>
                <a:lnTo>
                  <a:pt x="95" y="71"/>
                </a:lnTo>
                <a:lnTo>
                  <a:pt x="95" y="71"/>
                </a:lnTo>
                <a:lnTo>
                  <a:pt x="96" y="71"/>
                </a:lnTo>
                <a:lnTo>
                  <a:pt x="96" y="74"/>
                </a:lnTo>
                <a:lnTo>
                  <a:pt x="96" y="74"/>
                </a:lnTo>
                <a:close/>
                <a:moveTo>
                  <a:pt x="96" y="76"/>
                </a:moveTo>
                <a:lnTo>
                  <a:pt x="91" y="76"/>
                </a:lnTo>
                <a:lnTo>
                  <a:pt x="91" y="83"/>
                </a:lnTo>
                <a:lnTo>
                  <a:pt x="96" y="83"/>
                </a:lnTo>
                <a:lnTo>
                  <a:pt x="96" y="76"/>
                </a:lnTo>
                <a:lnTo>
                  <a:pt x="96" y="76"/>
                </a:lnTo>
                <a:close/>
                <a:moveTo>
                  <a:pt x="96" y="84"/>
                </a:moveTo>
                <a:lnTo>
                  <a:pt x="54" y="84"/>
                </a:lnTo>
                <a:lnTo>
                  <a:pt x="54" y="92"/>
                </a:lnTo>
                <a:lnTo>
                  <a:pt x="96" y="92"/>
                </a:lnTo>
                <a:lnTo>
                  <a:pt x="96" y="84"/>
                </a:lnTo>
                <a:lnTo>
                  <a:pt x="96" y="84"/>
                </a:lnTo>
                <a:close/>
                <a:moveTo>
                  <a:pt x="162" y="121"/>
                </a:moveTo>
                <a:lnTo>
                  <a:pt x="161" y="121"/>
                </a:lnTo>
                <a:lnTo>
                  <a:pt x="162" y="122"/>
                </a:lnTo>
                <a:lnTo>
                  <a:pt x="162" y="122"/>
                </a:lnTo>
                <a:lnTo>
                  <a:pt x="163" y="124"/>
                </a:lnTo>
                <a:lnTo>
                  <a:pt x="164" y="126"/>
                </a:lnTo>
                <a:lnTo>
                  <a:pt x="166" y="126"/>
                </a:lnTo>
                <a:lnTo>
                  <a:pt x="167" y="128"/>
                </a:lnTo>
                <a:lnTo>
                  <a:pt x="169" y="128"/>
                </a:lnTo>
                <a:lnTo>
                  <a:pt x="170" y="129"/>
                </a:lnTo>
                <a:lnTo>
                  <a:pt x="171" y="130"/>
                </a:lnTo>
                <a:lnTo>
                  <a:pt x="172" y="132"/>
                </a:lnTo>
                <a:lnTo>
                  <a:pt x="173" y="134"/>
                </a:lnTo>
                <a:lnTo>
                  <a:pt x="174" y="134"/>
                </a:lnTo>
                <a:lnTo>
                  <a:pt x="174" y="134"/>
                </a:lnTo>
                <a:lnTo>
                  <a:pt x="175" y="134"/>
                </a:lnTo>
                <a:lnTo>
                  <a:pt x="175" y="134"/>
                </a:lnTo>
                <a:lnTo>
                  <a:pt x="175" y="121"/>
                </a:lnTo>
                <a:lnTo>
                  <a:pt x="162" y="121"/>
                </a:lnTo>
                <a:lnTo>
                  <a:pt x="162" y="121"/>
                </a:lnTo>
                <a:close/>
                <a:moveTo>
                  <a:pt x="110" y="25"/>
                </a:moveTo>
                <a:lnTo>
                  <a:pt x="110" y="25"/>
                </a:lnTo>
                <a:lnTo>
                  <a:pt x="110" y="25"/>
                </a:lnTo>
                <a:lnTo>
                  <a:pt x="110" y="24"/>
                </a:lnTo>
                <a:lnTo>
                  <a:pt x="110" y="24"/>
                </a:lnTo>
                <a:lnTo>
                  <a:pt x="111" y="24"/>
                </a:lnTo>
                <a:lnTo>
                  <a:pt x="111" y="24"/>
                </a:lnTo>
                <a:lnTo>
                  <a:pt x="112" y="25"/>
                </a:lnTo>
                <a:lnTo>
                  <a:pt x="114" y="25"/>
                </a:lnTo>
                <a:lnTo>
                  <a:pt x="114" y="26"/>
                </a:lnTo>
                <a:lnTo>
                  <a:pt x="115" y="27"/>
                </a:lnTo>
                <a:lnTo>
                  <a:pt x="116" y="29"/>
                </a:lnTo>
                <a:lnTo>
                  <a:pt x="117" y="31"/>
                </a:lnTo>
                <a:lnTo>
                  <a:pt x="117" y="34"/>
                </a:lnTo>
                <a:lnTo>
                  <a:pt x="118" y="35"/>
                </a:lnTo>
                <a:lnTo>
                  <a:pt x="118" y="36"/>
                </a:lnTo>
                <a:lnTo>
                  <a:pt x="119" y="37"/>
                </a:lnTo>
                <a:lnTo>
                  <a:pt x="121" y="38"/>
                </a:lnTo>
                <a:lnTo>
                  <a:pt x="121" y="40"/>
                </a:lnTo>
                <a:lnTo>
                  <a:pt x="122" y="42"/>
                </a:lnTo>
                <a:lnTo>
                  <a:pt x="122" y="42"/>
                </a:lnTo>
                <a:lnTo>
                  <a:pt x="122" y="44"/>
                </a:lnTo>
                <a:lnTo>
                  <a:pt x="121" y="45"/>
                </a:lnTo>
                <a:lnTo>
                  <a:pt x="120" y="46"/>
                </a:lnTo>
                <a:lnTo>
                  <a:pt x="120" y="47"/>
                </a:lnTo>
                <a:lnTo>
                  <a:pt x="120" y="47"/>
                </a:lnTo>
                <a:lnTo>
                  <a:pt x="119" y="48"/>
                </a:lnTo>
                <a:lnTo>
                  <a:pt x="119" y="48"/>
                </a:lnTo>
                <a:lnTo>
                  <a:pt x="118" y="48"/>
                </a:lnTo>
                <a:lnTo>
                  <a:pt x="111" y="48"/>
                </a:lnTo>
                <a:lnTo>
                  <a:pt x="111" y="48"/>
                </a:lnTo>
                <a:lnTo>
                  <a:pt x="110" y="48"/>
                </a:lnTo>
                <a:lnTo>
                  <a:pt x="103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7"/>
                </a:lnTo>
                <a:lnTo>
                  <a:pt x="102" y="46"/>
                </a:lnTo>
                <a:lnTo>
                  <a:pt x="101" y="46"/>
                </a:lnTo>
                <a:lnTo>
                  <a:pt x="100" y="44"/>
                </a:lnTo>
                <a:lnTo>
                  <a:pt x="99" y="43"/>
                </a:lnTo>
                <a:lnTo>
                  <a:pt x="100" y="42"/>
                </a:lnTo>
                <a:lnTo>
                  <a:pt x="100" y="40"/>
                </a:lnTo>
                <a:lnTo>
                  <a:pt x="101" y="38"/>
                </a:lnTo>
                <a:lnTo>
                  <a:pt x="102" y="38"/>
                </a:lnTo>
                <a:lnTo>
                  <a:pt x="103" y="37"/>
                </a:lnTo>
                <a:lnTo>
                  <a:pt x="104" y="35"/>
                </a:lnTo>
                <a:lnTo>
                  <a:pt x="104" y="34"/>
                </a:lnTo>
                <a:lnTo>
                  <a:pt x="105" y="31"/>
                </a:lnTo>
                <a:lnTo>
                  <a:pt x="106" y="30"/>
                </a:lnTo>
                <a:lnTo>
                  <a:pt x="106" y="27"/>
                </a:lnTo>
                <a:lnTo>
                  <a:pt x="107" y="26"/>
                </a:lnTo>
                <a:lnTo>
                  <a:pt x="108" y="26"/>
                </a:lnTo>
                <a:lnTo>
                  <a:pt x="110" y="25"/>
                </a:lnTo>
                <a:lnTo>
                  <a:pt x="110" y="25"/>
                </a:lnTo>
                <a:lnTo>
                  <a:pt x="110" y="25"/>
                </a:lnTo>
                <a:close/>
                <a:moveTo>
                  <a:pt x="126" y="74"/>
                </a:moveTo>
                <a:lnTo>
                  <a:pt x="130" y="74"/>
                </a:lnTo>
                <a:lnTo>
                  <a:pt x="131" y="74"/>
                </a:lnTo>
                <a:lnTo>
                  <a:pt x="132" y="74"/>
                </a:lnTo>
                <a:lnTo>
                  <a:pt x="134" y="74"/>
                </a:lnTo>
                <a:lnTo>
                  <a:pt x="134" y="73"/>
                </a:lnTo>
                <a:lnTo>
                  <a:pt x="135" y="71"/>
                </a:lnTo>
                <a:lnTo>
                  <a:pt x="136" y="69"/>
                </a:lnTo>
                <a:lnTo>
                  <a:pt x="138" y="65"/>
                </a:lnTo>
                <a:lnTo>
                  <a:pt x="141" y="61"/>
                </a:lnTo>
                <a:lnTo>
                  <a:pt x="141" y="59"/>
                </a:lnTo>
                <a:lnTo>
                  <a:pt x="140" y="59"/>
                </a:lnTo>
                <a:lnTo>
                  <a:pt x="139" y="58"/>
                </a:lnTo>
                <a:lnTo>
                  <a:pt x="139" y="58"/>
                </a:lnTo>
                <a:lnTo>
                  <a:pt x="138" y="57"/>
                </a:lnTo>
                <a:lnTo>
                  <a:pt x="138" y="57"/>
                </a:lnTo>
                <a:lnTo>
                  <a:pt x="136" y="56"/>
                </a:lnTo>
                <a:lnTo>
                  <a:pt x="136" y="56"/>
                </a:lnTo>
                <a:lnTo>
                  <a:pt x="135" y="57"/>
                </a:lnTo>
                <a:lnTo>
                  <a:pt x="135" y="57"/>
                </a:lnTo>
                <a:lnTo>
                  <a:pt x="135" y="58"/>
                </a:lnTo>
                <a:lnTo>
                  <a:pt x="136" y="59"/>
                </a:lnTo>
                <a:lnTo>
                  <a:pt x="132" y="62"/>
                </a:lnTo>
                <a:lnTo>
                  <a:pt x="128" y="65"/>
                </a:lnTo>
                <a:lnTo>
                  <a:pt x="127" y="67"/>
                </a:lnTo>
                <a:lnTo>
                  <a:pt x="127" y="70"/>
                </a:lnTo>
                <a:lnTo>
                  <a:pt x="126" y="71"/>
                </a:lnTo>
                <a:lnTo>
                  <a:pt x="126" y="71"/>
                </a:lnTo>
                <a:lnTo>
                  <a:pt x="126" y="71"/>
                </a:lnTo>
                <a:lnTo>
                  <a:pt x="126" y="74"/>
                </a:lnTo>
                <a:lnTo>
                  <a:pt x="126" y="74"/>
                </a:lnTo>
                <a:close/>
                <a:moveTo>
                  <a:pt x="96" y="94"/>
                </a:moveTo>
                <a:lnTo>
                  <a:pt x="54" y="94"/>
                </a:lnTo>
                <a:lnTo>
                  <a:pt x="54" y="110"/>
                </a:lnTo>
                <a:lnTo>
                  <a:pt x="96" y="110"/>
                </a:lnTo>
                <a:lnTo>
                  <a:pt x="96" y="94"/>
                </a:lnTo>
                <a:lnTo>
                  <a:pt x="96" y="94"/>
                </a:lnTo>
                <a:close/>
                <a:moveTo>
                  <a:pt x="96" y="113"/>
                </a:moveTo>
                <a:lnTo>
                  <a:pt x="54" y="113"/>
                </a:lnTo>
                <a:lnTo>
                  <a:pt x="54" y="120"/>
                </a:lnTo>
                <a:lnTo>
                  <a:pt x="96" y="120"/>
                </a:lnTo>
                <a:lnTo>
                  <a:pt x="96" y="113"/>
                </a:lnTo>
                <a:lnTo>
                  <a:pt x="96" y="113"/>
                </a:lnTo>
                <a:close/>
                <a:moveTo>
                  <a:pt x="96" y="134"/>
                </a:moveTo>
                <a:lnTo>
                  <a:pt x="94" y="133"/>
                </a:lnTo>
                <a:lnTo>
                  <a:pt x="93" y="131"/>
                </a:lnTo>
                <a:lnTo>
                  <a:pt x="90" y="130"/>
                </a:lnTo>
                <a:lnTo>
                  <a:pt x="87" y="128"/>
                </a:lnTo>
                <a:lnTo>
                  <a:pt x="86" y="126"/>
                </a:lnTo>
                <a:lnTo>
                  <a:pt x="85" y="126"/>
                </a:lnTo>
                <a:lnTo>
                  <a:pt x="84" y="124"/>
                </a:lnTo>
                <a:lnTo>
                  <a:pt x="83" y="123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96" y="122"/>
                </a:lnTo>
                <a:lnTo>
                  <a:pt x="96" y="134"/>
                </a:lnTo>
                <a:lnTo>
                  <a:pt x="96" y="134"/>
                </a:lnTo>
                <a:close/>
                <a:moveTo>
                  <a:pt x="55" y="134"/>
                </a:moveTo>
                <a:lnTo>
                  <a:pt x="56" y="134"/>
                </a:lnTo>
                <a:lnTo>
                  <a:pt x="58" y="131"/>
                </a:lnTo>
                <a:lnTo>
                  <a:pt x="61" y="130"/>
                </a:lnTo>
                <a:lnTo>
                  <a:pt x="63" y="128"/>
                </a:lnTo>
                <a:lnTo>
                  <a:pt x="65" y="126"/>
                </a:lnTo>
                <a:lnTo>
                  <a:pt x="66" y="126"/>
                </a:lnTo>
                <a:lnTo>
                  <a:pt x="67" y="124"/>
                </a:lnTo>
                <a:lnTo>
                  <a:pt x="67" y="123"/>
                </a:lnTo>
                <a:lnTo>
                  <a:pt x="68" y="122"/>
                </a:lnTo>
                <a:lnTo>
                  <a:pt x="68" y="122"/>
                </a:lnTo>
                <a:lnTo>
                  <a:pt x="55" y="122"/>
                </a:lnTo>
                <a:lnTo>
                  <a:pt x="55" y="134"/>
                </a:lnTo>
                <a:lnTo>
                  <a:pt x="55" y="134"/>
                </a:lnTo>
                <a:close/>
                <a:moveTo>
                  <a:pt x="54" y="79"/>
                </a:moveTo>
                <a:lnTo>
                  <a:pt x="57" y="79"/>
                </a:lnTo>
                <a:lnTo>
                  <a:pt x="57" y="70"/>
                </a:lnTo>
                <a:lnTo>
                  <a:pt x="58" y="69"/>
                </a:lnTo>
                <a:lnTo>
                  <a:pt x="59" y="69"/>
                </a:lnTo>
                <a:lnTo>
                  <a:pt x="60" y="69"/>
                </a:lnTo>
                <a:lnTo>
                  <a:pt x="61" y="69"/>
                </a:lnTo>
                <a:lnTo>
                  <a:pt x="62" y="70"/>
                </a:lnTo>
                <a:lnTo>
                  <a:pt x="63" y="70"/>
                </a:lnTo>
                <a:lnTo>
                  <a:pt x="63" y="71"/>
                </a:lnTo>
                <a:lnTo>
                  <a:pt x="63" y="72"/>
                </a:lnTo>
                <a:lnTo>
                  <a:pt x="63" y="73"/>
                </a:lnTo>
                <a:lnTo>
                  <a:pt x="63" y="73"/>
                </a:lnTo>
                <a:lnTo>
                  <a:pt x="65" y="74"/>
                </a:lnTo>
                <a:lnTo>
                  <a:pt x="66" y="74"/>
                </a:lnTo>
                <a:lnTo>
                  <a:pt x="66" y="75"/>
                </a:lnTo>
                <a:lnTo>
                  <a:pt x="66" y="76"/>
                </a:lnTo>
                <a:lnTo>
                  <a:pt x="66" y="77"/>
                </a:lnTo>
                <a:lnTo>
                  <a:pt x="66" y="78"/>
                </a:lnTo>
                <a:lnTo>
                  <a:pt x="66" y="78"/>
                </a:lnTo>
                <a:lnTo>
                  <a:pt x="66" y="78"/>
                </a:lnTo>
                <a:lnTo>
                  <a:pt x="65" y="79"/>
                </a:lnTo>
                <a:lnTo>
                  <a:pt x="63" y="81"/>
                </a:lnTo>
                <a:lnTo>
                  <a:pt x="62" y="82"/>
                </a:lnTo>
                <a:lnTo>
                  <a:pt x="60" y="82"/>
                </a:lnTo>
                <a:lnTo>
                  <a:pt x="59" y="82"/>
                </a:lnTo>
                <a:lnTo>
                  <a:pt x="56" y="82"/>
                </a:lnTo>
                <a:lnTo>
                  <a:pt x="54" y="82"/>
                </a:lnTo>
                <a:lnTo>
                  <a:pt x="54" y="79"/>
                </a:lnTo>
                <a:lnTo>
                  <a:pt x="54" y="79"/>
                </a:lnTo>
                <a:close/>
                <a:moveTo>
                  <a:pt x="28" y="83"/>
                </a:moveTo>
                <a:lnTo>
                  <a:pt x="24" y="83"/>
                </a:lnTo>
                <a:lnTo>
                  <a:pt x="22" y="83"/>
                </a:lnTo>
                <a:lnTo>
                  <a:pt x="21" y="82"/>
                </a:lnTo>
                <a:lnTo>
                  <a:pt x="21" y="82"/>
                </a:lnTo>
                <a:lnTo>
                  <a:pt x="19" y="82"/>
                </a:lnTo>
                <a:lnTo>
                  <a:pt x="18" y="79"/>
                </a:lnTo>
                <a:lnTo>
                  <a:pt x="18" y="77"/>
                </a:lnTo>
                <a:lnTo>
                  <a:pt x="17" y="75"/>
                </a:lnTo>
                <a:lnTo>
                  <a:pt x="16" y="74"/>
                </a:lnTo>
                <a:lnTo>
                  <a:pt x="15" y="73"/>
                </a:lnTo>
                <a:lnTo>
                  <a:pt x="15" y="72"/>
                </a:lnTo>
                <a:lnTo>
                  <a:pt x="14" y="71"/>
                </a:lnTo>
                <a:lnTo>
                  <a:pt x="14" y="70"/>
                </a:lnTo>
                <a:lnTo>
                  <a:pt x="13" y="70"/>
                </a:lnTo>
                <a:lnTo>
                  <a:pt x="13" y="68"/>
                </a:lnTo>
                <a:lnTo>
                  <a:pt x="13" y="66"/>
                </a:lnTo>
                <a:lnTo>
                  <a:pt x="14" y="65"/>
                </a:lnTo>
                <a:lnTo>
                  <a:pt x="14" y="65"/>
                </a:lnTo>
                <a:lnTo>
                  <a:pt x="15" y="65"/>
                </a:lnTo>
                <a:lnTo>
                  <a:pt x="15" y="64"/>
                </a:lnTo>
                <a:lnTo>
                  <a:pt x="16" y="64"/>
                </a:lnTo>
                <a:lnTo>
                  <a:pt x="17" y="65"/>
                </a:lnTo>
                <a:lnTo>
                  <a:pt x="17" y="65"/>
                </a:lnTo>
                <a:lnTo>
                  <a:pt x="17" y="66"/>
                </a:lnTo>
                <a:lnTo>
                  <a:pt x="17" y="67"/>
                </a:lnTo>
                <a:lnTo>
                  <a:pt x="19" y="68"/>
                </a:lnTo>
                <a:lnTo>
                  <a:pt x="22" y="70"/>
                </a:lnTo>
                <a:lnTo>
                  <a:pt x="22" y="70"/>
                </a:lnTo>
                <a:lnTo>
                  <a:pt x="24" y="71"/>
                </a:lnTo>
                <a:lnTo>
                  <a:pt x="25" y="72"/>
                </a:lnTo>
                <a:lnTo>
                  <a:pt x="26" y="74"/>
                </a:lnTo>
                <a:lnTo>
                  <a:pt x="26" y="76"/>
                </a:lnTo>
                <a:lnTo>
                  <a:pt x="26" y="78"/>
                </a:lnTo>
                <a:lnTo>
                  <a:pt x="26" y="79"/>
                </a:lnTo>
                <a:lnTo>
                  <a:pt x="26" y="79"/>
                </a:lnTo>
                <a:lnTo>
                  <a:pt x="28" y="79"/>
                </a:lnTo>
                <a:lnTo>
                  <a:pt x="28" y="83"/>
                </a:lnTo>
                <a:lnTo>
                  <a:pt x="28" y="83"/>
                </a:lnTo>
                <a:close/>
                <a:moveTo>
                  <a:pt x="27" y="113"/>
                </a:moveTo>
                <a:lnTo>
                  <a:pt x="22" y="113"/>
                </a:lnTo>
                <a:lnTo>
                  <a:pt x="22" y="120"/>
                </a:lnTo>
                <a:lnTo>
                  <a:pt x="27" y="120"/>
                </a:lnTo>
                <a:lnTo>
                  <a:pt x="27" y="113"/>
                </a:lnTo>
                <a:lnTo>
                  <a:pt x="27" y="113"/>
                </a:lnTo>
                <a:close/>
                <a:moveTo>
                  <a:pt x="28" y="84"/>
                </a:moveTo>
                <a:lnTo>
                  <a:pt x="22" y="84"/>
                </a:lnTo>
                <a:lnTo>
                  <a:pt x="22" y="92"/>
                </a:lnTo>
                <a:lnTo>
                  <a:pt x="28" y="92"/>
                </a:lnTo>
                <a:lnTo>
                  <a:pt x="28" y="84"/>
                </a:lnTo>
                <a:lnTo>
                  <a:pt x="28" y="84"/>
                </a:lnTo>
                <a:close/>
                <a:moveTo>
                  <a:pt x="26" y="166"/>
                </a:moveTo>
                <a:lnTo>
                  <a:pt x="26" y="166"/>
                </a:lnTo>
                <a:lnTo>
                  <a:pt x="24" y="167"/>
                </a:lnTo>
                <a:lnTo>
                  <a:pt x="22" y="169"/>
                </a:lnTo>
                <a:lnTo>
                  <a:pt x="22" y="170"/>
                </a:lnTo>
                <a:lnTo>
                  <a:pt x="21" y="171"/>
                </a:lnTo>
                <a:lnTo>
                  <a:pt x="20" y="172"/>
                </a:lnTo>
                <a:lnTo>
                  <a:pt x="19" y="176"/>
                </a:lnTo>
                <a:lnTo>
                  <a:pt x="19" y="178"/>
                </a:lnTo>
                <a:lnTo>
                  <a:pt x="17" y="179"/>
                </a:lnTo>
                <a:lnTo>
                  <a:pt x="15" y="180"/>
                </a:lnTo>
                <a:lnTo>
                  <a:pt x="14" y="182"/>
                </a:lnTo>
                <a:lnTo>
                  <a:pt x="12" y="183"/>
                </a:lnTo>
                <a:lnTo>
                  <a:pt x="11" y="186"/>
                </a:lnTo>
                <a:lnTo>
                  <a:pt x="10" y="188"/>
                </a:lnTo>
                <a:lnTo>
                  <a:pt x="10" y="190"/>
                </a:lnTo>
                <a:lnTo>
                  <a:pt x="10" y="193"/>
                </a:lnTo>
                <a:lnTo>
                  <a:pt x="10" y="198"/>
                </a:lnTo>
                <a:lnTo>
                  <a:pt x="11" y="200"/>
                </a:lnTo>
                <a:lnTo>
                  <a:pt x="10" y="202"/>
                </a:lnTo>
                <a:lnTo>
                  <a:pt x="8" y="203"/>
                </a:lnTo>
                <a:lnTo>
                  <a:pt x="6" y="206"/>
                </a:lnTo>
                <a:lnTo>
                  <a:pt x="5" y="209"/>
                </a:lnTo>
                <a:lnTo>
                  <a:pt x="4" y="210"/>
                </a:lnTo>
                <a:lnTo>
                  <a:pt x="4" y="212"/>
                </a:lnTo>
                <a:lnTo>
                  <a:pt x="4" y="214"/>
                </a:lnTo>
                <a:lnTo>
                  <a:pt x="4" y="217"/>
                </a:lnTo>
                <a:lnTo>
                  <a:pt x="4" y="219"/>
                </a:lnTo>
                <a:lnTo>
                  <a:pt x="5" y="221"/>
                </a:lnTo>
                <a:lnTo>
                  <a:pt x="6" y="222"/>
                </a:lnTo>
                <a:lnTo>
                  <a:pt x="6" y="222"/>
                </a:lnTo>
                <a:lnTo>
                  <a:pt x="26" y="222"/>
                </a:lnTo>
                <a:lnTo>
                  <a:pt x="26" y="166"/>
                </a:lnTo>
                <a:lnTo>
                  <a:pt x="26" y="166"/>
                </a:lnTo>
                <a:close/>
                <a:moveTo>
                  <a:pt x="27" y="226"/>
                </a:moveTo>
                <a:lnTo>
                  <a:pt x="0" y="226"/>
                </a:lnTo>
                <a:lnTo>
                  <a:pt x="0" y="234"/>
                </a:lnTo>
                <a:lnTo>
                  <a:pt x="27" y="234"/>
                </a:lnTo>
                <a:lnTo>
                  <a:pt x="27" y="226"/>
                </a:lnTo>
                <a:lnTo>
                  <a:pt x="27" y="226"/>
                </a:lnTo>
                <a:close/>
                <a:moveTo>
                  <a:pt x="277" y="118"/>
                </a:moveTo>
                <a:lnTo>
                  <a:pt x="277" y="118"/>
                </a:lnTo>
                <a:lnTo>
                  <a:pt x="279" y="121"/>
                </a:lnTo>
                <a:lnTo>
                  <a:pt x="280" y="122"/>
                </a:lnTo>
                <a:lnTo>
                  <a:pt x="281" y="124"/>
                </a:lnTo>
                <a:lnTo>
                  <a:pt x="283" y="125"/>
                </a:lnTo>
                <a:lnTo>
                  <a:pt x="284" y="126"/>
                </a:lnTo>
                <a:lnTo>
                  <a:pt x="287" y="126"/>
                </a:lnTo>
                <a:lnTo>
                  <a:pt x="287" y="126"/>
                </a:lnTo>
                <a:lnTo>
                  <a:pt x="288" y="127"/>
                </a:lnTo>
                <a:lnTo>
                  <a:pt x="288" y="128"/>
                </a:lnTo>
                <a:lnTo>
                  <a:pt x="288" y="129"/>
                </a:lnTo>
                <a:lnTo>
                  <a:pt x="288" y="130"/>
                </a:lnTo>
                <a:lnTo>
                  <a:pt x="289" y="131"/>
                </a:lnTo>
                <a:lnTo>
                  <a:pt x="290" y="132"/>
                </a:lnTo>
                <a:lnTo>
                  <a:pt x="292" y="133"/>
                </a:lnTo>
                <a:lnTo>
                  <a:pt x="293" y="133"/>
                </a:lnTo>
                <a:lnTo>
                  <a:pt x="293" y="118"/>
                </a:lnTo>
                <a:lnTo>
                  <a:pt x="277" y="118"/>
                </a:lnTo>
                <a:lnTo>
                  <a:pt x="277" y="118"/>
                </a:lnTo>
                <a:close/>
                <a:moveTo>
                  <a:pt x="294" y="62"/>
                </a:moveTo>
                <a:lnTo>
                  <a:pt x="292" y="62"/>
                </a:lnTo>
                <a:lnTo>
                  <a:pt x="289" y="62"/>
                </a:lnTo>
                <a:lnTo>
                  <a:pt x="285" y="62"/>
                </a:lnTo>
                <a:lnTo>
                  <a:pt x="282" y="61"/>
                </a:lnTo>
                <a:lnTo>
                  <a:pt x="280" y="59"/>
                </a:lnTo>
                <a:lnTo>
                  <a:pt x="279" y="58"/>
                </a:lnTo>
                <a:lnTo>
                  <a:pt x="279" y="58"/>
                </a:lnTo>
                <a:lnTo>
                  <a:pt x="278" y="56"/>
                </a:lnTo>
                <a:lnTo>
                  <a:pt x="277" y="54"/>
                </a:lnTo>
                <a:lnTo>
                  <a:pt x="277" y="54"/>
                </a:lnTo>
                <a:lnTo>
                  <a:pt x="277" y="53"/>
                </a:lnTo>
                <a:lnTo>
                  <a:pt x="277" y="52"/>
                </a:lnTo>
                <a:lnTo>
                  <a:pt x="279" y="49"/>
                </a:lnTo>
                <a:lnTo>
                  <a:pt x="281" y="46"/>
                </a:lnTo>
                <a:lnTo>
                  <a:pt x="283" y="45"/>
                </a:lnTo>
                <a:lnTo>
                  <a:pt x="284" y="45"/>
                </a:lnTo>
                <a:lnTo>
                  <a:pt x="286" y="45"/>
                </a:lnTo>
                <a:lnTo>
                  <a:pt x="287" y="46"/>
                </a:lnTo>
                <a:lnTo>
                  <a:pt x="290" y="49"/>
                </a:lnTo>
                <a:lnTo>
                  <a:pt x="292" y="52"/>
                </a:lnTo>
                <a:lnTo>
                  <a:pt x="294" y="53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62"/>
                </a:lnTo>
                <a:lnTo>
                  <a:pt x="294" y="62"/>
                </a:lnTo>
                <a:close/>
                <a:moveTo>
                  <a:pt x="298" y="53"/>
                </a:moveTo>
                <a:lnTo>
                  <a:pt x="322" y="53"/>
                </a:lnTo>
                <a:lnTo>
                  <a:pt x="322" y="233"/>
                </a:lnTo>
                <a:lnTo>
                  <a:pt x="298" y="233"/>
                </a:lnTo>
                <a:lnTo>
                  <a:pt x="298" y="53"/>
                </a:lnTo>
                <a:lnTo>
                  <a:pt x="298" y="53"/>
                </a:lnTo>
                <a:close/>
                <a:moveTo>
                  <a:pt x="295" y="30"/>
                </a:moveTo>
                <a:lnTo>
                  <a:pt x="295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48"/>
                </a:lnTo>
                <a:lnTo>
                  <a:pt x="294" y="49"/>
                </a:lnTo>
                <a:lnTo>
                  <a:pt x="294" y="50"/>
                </a:lnTo>
                <a:lnTo>
                  <a:pt x="295" y="50"/>
                </a:lnTo>
                <a:lnTo>
                  <a:pt x="295" y="50"/>
                </a:lnTo>
                <a:lnTo>
                  <a:pt x="325" y="50"/>
                </a:lnTo>
                <a:lnTo>
                  <a:pt x="325" y="50"/>
                </a:lnTo>
                <a:lnTo>
                  <a:pt x="326" y="50"/>
                </a:lnTo>
                <a:lnTo>
                  <a:pt x="326" y="49"/>
                </a:lnTo>
                <a:lnTo>
                  <a:pt x="326" y="48"/>
                </a:lnTo>
                <a:lnTo>
                  <a:pt x="326" y="30"/>
                </a:lnTo>
                <a:lnTo>
                  <a:pt x="326" y="30"/>
                </a:lnTo>
                <a:lnTo>
                  <a:pt x="326" y="30"/>
                </a:lnTo>
                <a:lnTo>
                  <a:pt x="325" y="30"/>
                </a:lnTo>
                <a:lnTo>
                  <a:pt x="325" y="30"/>
                </a:lnTo>
                <a:lnTo>
                  <a:pt x="295" y="30"/>
                </a:lnTo>
                <a:lnTo>
                  <a:pt x="295" y="30"/>
                </a:lnTo>
                <a:close/>
                <a:moveTo>
                  <a:pt x="311" y="0"/>
                </a:moveTo>
                <a:lnTo>
                  <a:pt x="310" y="0"/>
                </a:lnTo>
                <a:lnTo>
                  <a:pt x="310" y="0"/>
                </a:lnTo>
                <a:lnTo>
                  <a:pt x="310" y="0"/>
                </a:lnTo>
                <a:lnTo>
                  <a:pt x="309" y="0"/>
                </a:lnTo>
                <a:lnTo>
                  <a:pt x="308" y="1"/>
                </a:lnTo>
                <a:lnTo>
                  <a:pt x="307" y="1"/>
                </a:lnTo>
                <a:lnTo>
                  <a:pt x="306" y="2"/>
                </a:lnTo>
                <a:lnTo>
                  <a:pt x="305" y="3"/>
                </a:lnTo>
                <a:lnTo>
                  <a:pt x="303" y="5"/>
                </a:lnTo>
                <a:lnTo>
                  <a:pt x="303" y="7"/>
                </a:lnTo>
                <a:lnTo>
                  <a:pt x="302" y="11"/>
                </a:lnTo>
                <a:lnTo>
                  <a:pt x="302" y="13"/>
                </a:lnTo>
                <a:lnTo>
                  <a:pt x="300" y="14"/>
                </a:lnTo>
                <a:lnTo>
                  <a:pt x="299" y="14"/>
                </a:lnTo>
                <a:lnTo>
                  <a:pt x="299" y="16"/>
                </a:lnTo>
                <a:lnTo>
                  <a:pt x="298" y="17"/>
                </a:lnTo>
                <a:lnTo>
                  <a:pt x="297" y="18"/>
                </a:lnTo>
                <a:lnTo>
                  <a:pt x="297" y="20"/>
                </a:lnTo>
                <a:lnTo>
                  <a:pt x="298" y="22"/>
                </a:lnTo>
                <a:lnTo>
                  <a:pt x="299" y="22"/>
                </a:lnTo>
                <a:lnTo>
                  <a:pt x="299" y="25"/>
                </a:lnTo>
                <a:lnTo>
                  <a:pt x="299" y="26"/>
                </a:lnTo>
                <a:lnTo>
                  <a:pt x="299" y="26"/>
                </a:lnTo>
                <a:lnTo>
                  <a:pt x="299" y="26"/>
                </a:lnTo>
                <a:lnTo>
                  <a:pt x="299" y="27"/>
                </a:lnTo>
                <a:lnTo>
                  <a:pt x="300" y="27"/>
                </a:lnTo>
                <a:lnTo>
                  <a:pt x="310" y="27"/>
                </a:lnTo>
                <a:lnTo>
                  <a:pt x="319" y="27"/>
                </a:lnTo>
                <a:lnTo>
                  <a:pt x="320" y="27"/>
                </a:lnTo>
                <a:lnTo>
                  <a:pt x="320" y="26"/>
                </a:lnTo>
                <a:lnTo>
                  <a:pt x="321" y="26"/>
                </a:lnTo>
                <a:lnTo>
                  <a:pt x="321" y="26"/>
                </a:lnTo>
                <a:lnTo>
                  <a:pt x="321" y="25"/>
                </a:lnTo>
                <a:lnTo>
                  <a:pt x="321" y="22"/>
                </a:lnTo>
                <a:lnTo>
                  <a:pt x="322" y="22"/>
                </a:lnTo>
                <a:lnTo>
                  <a:pt x="323" y="20"/>
                </a:lnTo>
                <a:lnTo>
                  <a:pt x="323" y="18"/>
                </a:lnTo>
                <a:lnTo>
                  <a:pt x="322" y="17"/>
                </a:lnTo>
                <a:lnTo>
                  <a:pt x="321" y="16"/>
                </a:lnTo>
                <a:lnTo>
                  <a:pt x="320" y="14"/>
                </a:lnTo>
                <a:lnTo>
                  <a:pt x="319" y="14"/>
                </a:lnTo>
                <a:lnTo>
                  <a:pt x="318" y="13"/>
                </a:lnTo>
                <a:lnTo>
                  <a:pt x="318" y="11"/>
                </a:lnTo>
                <a:lnTo>
                  <a:pt x="317" y="7"/>
                </a:lnTo>
                <a:lnTo>
                  <a:pt x="316" y="5"/>
                </a:lnTo>
                <a:lnTo>
                  <a:pt x="315" y="3"/>
                </a:lnTo>
                <a:lnTo>
                  <a:pt x="314" y="2"/>
                </a:lnTo>
                <a:lnTo>
                  <a:pt x="313" y="1"/>
                </a:lnTo>
                <a:lnTo>
                  <a:pt x="312" y="1"/>
                </a:lnTo>
                <a:lnTo>
                  <a:pt x="311" y="0"/>
                </a:lnTo>
                <a:lnTo>
                  <a:pt x="311" y="0"/>
                </a:lnTo>
                <a:close/>
                <a:moveTo>
                  <a:pt x="327" y="52"/>
                </a:moveTo>
                <a:lnTo>
                  <a:pt x="327" y="62"/>
                </a:lnTo>
                <a:lnTo>
                  <a:pt x="333" y="62"/>
                </a:lnTo>
                <a:lnTo>
                  <a:pt x="335" y="62"/>
                </a:lnTo>
                <a:lnTo>
                  <a:pt x="336" y="61"/>
                </a:lnTo>
                <a:lnTo>
                  <a:pt x="337" y="59"/>
                </a:lnTo>
                <a:lnTo>
                  <a:pt x="338" y="58"/>
                </a:lnTo>
                <a:lnTo>
                  <a:pt x="339" y="55"/>
                </a:lnTo>
                <a:lnTo>
                  <a:pt x="339" y="54"/>
                </a:lnTo>
                <a:lnTo>
                  <a:pt x="340" y="53"/>
                </a:lnTo>
                <a:lnTo>
                  <a:pt x="342" y="51"/>
                </a:lnTo>
                <a:lnTo>
                  <a:pt x="343" y="50"/>
                </a:lnTo>
                <a:lnTo>
                  <a:pt x="345" y="47"/>
                </a:lnTo>
                <a:lnTo>
                  <a:pt x="345" y="46"/>
                </a:lnTo>
                <a:lnTo>
                  <a:pt x="345" y="46"/>
                </a:lnTo>
                <a:lnTo>
                  <a:pt x="345" y="45"/>
                </a:lnTo>
                <a:lnTo>
                  <a:pt x="344" y="44"/>
                </a:lnTo>
                <a:lnTo>
                  <a:pt x="343" y="42"/>
                </a:lnTo>
                <a:lnTo>
                  <a:pt x="342" y="42"/>
                </a:lnTo>
                <a:lnTo>
                  <a:pt x="341" y="42"/>
                </a:lnTo>
                <a:lnTo>
                  <a:pt x="340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3"/>
                </a:lnTo>
                <a:lnTo>
                  <a:pt x="340" y="44"/>
                </a:lnTo>
                <a:lnTo>
                  <a:pt x="339" y="45"/>
                </a:lnTo>
                <a:lnTo>
                  <a:pt x="339" y="46"/>
                </a:lnTo>
                <a:lnTo>
                  <a:pt x="338" y="46"/>
                </a:lnTo>
                <a:lnTo>
                  <a:pt x="337" y="46"/>
                </a:lnTo>
                <a:lnTo>
                  <a:pt x="335" y="47"/>
                </a:lnTo>
                <a:lnTo>
                  <a:pt x="332" y="48"/>
                </a:lnTo>
                <a:lnTo>
                  <a:pt x="331" y="50"/>
                </a:lnTo>
                <a:lnTo>
                  <a:pt x="330" y="51"/>
                </a:lnTo>
                <a:lnTo>
                  <a:pt x="328" y="52"/>
                </a:lnTo>
                <a:lnTo>
                  <a:pt x="327" y="52"/>
                </a:lnTo>
                <a:lnTo>
                  <a:pt x="327" y="52"/>
                </a:lnTo>
                <a:close/>
                <a:moveTo>
                  <a:pt x="326" y="65"/>
                </a:moveTo>
                <a:lnTo>
                  <a:pt x="333" y="65"/>
                </a:lnTo>
                <a:lnTo>
                  <a:pt x="333" y="74"/>
                </a:lnTo>
                <a:lnTo>
                  <a:pt x="326" y="74"/>
                </a:lnTo>
                <a:lnTo>
                  <a:pt x="326" y="65"/>
                </a:lnTo>
                <a:lnTo>
                  <a:pt x="326" y="65"/>
                </a:lnTo>
                <a:close/>
                <a:moveTo>
                  <a:pt x="326" y="76"/>
                </a:moveTo>
                <a:lnTo>
                  <a:pt x="375" y="76"/>
                </a:lnTo>
                <a:lnTo>
                  <a:pt x="375" y="83"/>
                </a:lnTo>
                <a:lnTo>
                  <a:pt x="326" y="83"/>
                </a:lnTo>
                <a:lnTo>
                  <a:pt x="326" y="76"/>
                </a:lnTo>
                <a:lnTo>
                  <a:pt x="326" y="76"/>
                </a:lnTo>
                <a:close/>
                <a:moveTo>
                  <a:pt x="326" y="86"/>
                </a:moveTo>
                <a:lnTo>
                  <a:pt x="375" y="86"/>
                </a:lnTo>
                <a:lnTo>
                  <a:pt x="375" y="107"/>
                </a:lnTo>
                <a:lnTo>
                  <a:pt x="326" y="107"/>
                </a:lnTo>
                <a:lnTo>
                  <a:pt x="326" y="86"/>
                </a:lnTo>
                <a:lnTo>
                  <a:pt x="326" y="86"/>
                </a:lnTo>
                <a:close/>
                <a:moveTo>
                  <a:pt x="326" y="110"/>
                </a:moveTo>
                <a:lnTo>
                  <a:pt x="375" y="110"/>
                </a:lnTo>
                <a:lnTo>
                  <a:pt x="375" y="117"/>
                </a:lnTo>
                <a:lnTo>
                  <a:pt x="326" y="117"/>
                </a:lnTo>
                <a:lnTo>
                  <a:pt x="326" y="110"/>
                </a:lnTo>
                <a:lnTo>
                  <a:pt x="326" y="110"/>
                </a:lnTo>
                <a:close/>
                <a:moveTo>
                  <a:pt x="361" y="121"/>
                </a:moveTo>
                <a:lnTo>
                  <a:pt x="361" y="121"/>
                </a:lnTo>
                <a:lnTo>
                  <a:pt x="361" y="122"/>
                </a:lnTo>
                <a:lnTo>
                  <a:pt x="362" y="122"/>
                </a:lnTo>
                <a:lnTo>
                  <a:pt x="363" y="124"/>
                </a:lnTo>
                <a:lnTo>
                  <a:pt x="364" y="126"/>
                </a:lnTo>
                <a:lnTo>
                  <a:pt x="366" y="126"/>
                </a:lnTo>
                <a:lnTo>
                  <a:pt x="367" y="128"/>
                </a:lnTo>
                <a:lnTo>
                  <a:pt x="369" y="128"/>
                </a:lnTo>
                <a:lnTo>
                  <a:pt x="371" y="129"/>
                </a:lnTo>
                <a:lnTo>
                  <a:pt x="371" y="130"/>
                </a:lnTo>
                <a:lnTo>
                  <a:pt x="372" y="132"/>
                </a:lnTo>
                <a:lnTo>
                  <a:pt x="373" y="134"/>
                </a:lnTo>
                <a:lnTo>
                  <a:pt x="374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21"/>
                </a:lnTo>
                <a:lnTo>
                  <a:pt x="361" y="121"/>
                </a:lnTo>
                <a:lnTo>
                  <a:pt x="361" y="121"/>
                </a:lnTo>
                <a:close/>
                <a:moveTo>
                  <a:pt x="379" y="73"/>
                </a:moveTo>
                <a:lnTo>
                  <a:pt x="401" y="73"/>
                </a:lnTo>
                <a:lnTo>
                  <a:pt x="401" y="233"/>
                </a:lnTo>
                <a:lnTo>
                  <a:pt x="379" y="233"/>
                </a:lnTo>
                <a:lnTo>
                  <a:pt x="379" y="73"/>
                </a:lnTo>
                <a:lnTo>
                  <a:pt x="379" y="73"/>
                </a:lnTo>
                <a:close/>
                <a:moveTo>
                  <a:pt x="377" y="50"/>
                </a:moveTo>
                <a:lnTo>
                  <a:pt x="404" y="50"/>
                </a:lnTo>
                <a:lnTo>
                  <a:pt x="404" y="50"/>
                </a:lnTo>
                <a:lnTo>
                  <a:pt x="404" y="50"/>
                </a:lnTo>
                <a:lnTo>
                  <a:pt x="405" y="51"/>
                </a:lnTo>
                <a:lnTo>
                  <a:pt x="405" y="51"/>
                </a:lnTo>
                <a:lnTo>
                  <a:pt x="405" y="67"/>
                </a:lnTo>
                <a:lnTo>
                  <a:pt x="405" y="68"/>
                </a:lnTo>
                <a:lnTo>
                  <a:pt x="404" y="68"/>
                </a:lnTo>
                <a:lnTo>
                  <a:pt x="404" y="68"/>
                </a:lnTo>
                <a:lnTo>
                  <a:pt x="404" y="69"/>
                </a:lnTo>
                <a:lnTo>
                  <a:pt x="377" y="69"/>
                </a:lnTo>
                <a:lnTo>
                  <a:pt x="377" y="68"/>
                </a:lnTo>
                <a:lnTo>
                  <a:pt x="376" y="68"/>
                </a:lnTo>
                <a:lnTo>
                  <a:pt x="376" y="68"/>
                </a:lnTo>
                <a:lnTo>
                  <a:pt x="376" y="67"/>
                </a:lnTo>
                <a:lnTo>
                  <a:pt x="376" y="51"/>
                </a:lnTo>
                <a:lnTo>
                  <a:pt x="376" y="51"/>
                </a:lnTo>
                <a:lnTo>
                  <a:pt x="376" y="50"/>
                </a:lnTo>
                <a:lnTo>
                  <a:pt x="377" y="50"/>
                </a:lnTo>
                <a:lnTo>
                  <a:pt x="377" y="50"/>
                </a:lnTo>
                <a:lnTo>
                  <a:pt x="377" y="50"/>
                </a:lnTo>
                <a:close/>
                <a:moveTo>
                  <a:pt x="449" y="79"/>
                </a:moveTo>
                <a:lnTo>
                  <a:pt x="471" y="79"/>
                </a:lnTo>
                <a:lnTo>
                  <a:pt x="471" y="232"/>
                </a:lnTo>
                <a:lnTo>
                  <a:pt x="450" y="232"/>
                </a:lnTo>
                <a:lnTo>
                  <a:pt x="450" y="88"/>
                </a:lnTo>
                <a:lnTo>
                  <a:pt x="449" y="88"/>
                </a:lnTo>
                <a:lnTo>
                  <a:pt x="449" y="79"/>
                </a:lnTo>
                <a:lnTo>
                  <a:pt x="449" y="79"/>
                </a:lnTo>
                <a:close/>
                <a:moveTo>
                  <a:pt x="447" y="63"/>
                </a:moveTo>
                <a:lnTo>
                  <a:pt x="471" y="63"/>
                </a:lnTo>
                <a:lnTo>
                  <a:pt x="472" y="63"/>
                </a:lnTo>
                <a:lnTo>
                  <a:pt x="473" y="64"/>
                </a:lnTo>
                <a:lnTo>
                  <a:pt x="473" y="76"/>
                </a:lnTo>
                <a:lnTo>
                  <a:pt x="472" y="77"/>
                </a:lnTo>
                <a:lnTo>
                  <a:pt x="471" y="78"/>
                </a:lnTo>
                <a:lnTo>
                  <a:pt x="447" y="78"/>
                </a:lnTo>
                <a:lnTo>
                  <a:pt x="447" y="77"/>
                </a:lnTo>
                <a:lnTo>
                  <a:pt x="447" y="76"/>
                </a:lnTo>
                <a:lnTo>
                  <a:pt x="447" y="64"/>
                </a:lnTo>
                <a:lnTo>
                  <a:pt x="447" y="63"/>
                </a:lnTo>
                <a:lnTo>
                  <a:pt x="447" y="63"/>
                </a:lnTo>
                <a:lnTo>
                  <a:pt x="447" y="63"/>
                </a:lnTo>
                <a:close/>
                <a:moveTo>
                  <a:pt x="459" y="39"/>
                </a:moveTo>
                <a:lnTo>
                  <a:pt x="459" y="39"/>
                </a:lnTo>
                <a:lnTo>
                  <a:pt x="458" y="39"/>
                </a:lnTo>
                <a:lnTo>
                  <a:pt x="456" y="40"/>
                </a:lnTo>
                <a:lnTo>
                  <a:pt x="455" y="42"/>
                </a:lnTo>
                <a:lnTo>
                  <a:pt x="455" y="42"/>
                </a:lnTo>
                <a:lnTo>
                  <a:pt x="454" y="45"/>
                </a:lnTo>
                <a:lnTo>
                  <a:pt x="453" y="47"/>
                </a:lnTo>
                <a:lnTo>
                  <a:pt x="453" y="49"/>
                </a:lnTo>
                <a:lnTo>
                  <a:pt x="451" y="50"/>
                </a:lnTo>
                <a:lnTo>
                  <a:pt x="451" y="50"/>
                </a:lnTo>
                <a:lnTo>
                  <a:pt x="451" y="51"/>
                </a:lnTo>
                <a:lnTo>
                  <a:pt x="450" y="52"/>
                </a:lnTo>
                <a:lnTo>
                  <a:pt x="450" y="53"/>
                </a:lnTo>
                <a:lnTo>
                  <a:pt x="450" y="54"/>
                </a:lnTo>
                <a:lnTo>
                  <a:pt x="450" y="55"/>
                </a:lnTo>
                <a:lnTo>
                  <a:pt x="451" y="56"/>
                </a:lnTo>
                <a:lnTo>
                  <a:pt x="451" y="57"/>
                </a:lnTo>
                <a:lnTo>
                  <a:pt x="451" y="58"/>
                </a:lnTo>
                <a:lnTo>
                  <a:pt x="452" y="58"/>
                </a:lnTo>
                <a:lnTo>
                  <a:pt x="451" y="58"/>
                </a:lnTo>
                <a:lnTo>
                  <a:pt x="451" y="59"/>
                </a:lnTo>
                <a:lnTo>
                  <a:pt x="451" y="59"/>
                </a:lnTo>
                <a:lnTo>
                  <a:pt x="451" y="61"/>
                </a:lnTo>
                <a:lnTo>
                  <a:pt x="451" y="61"/>
                </a:lnTo>
                <a:lnTo>
                  <a:pt x="459" y="61"/>
                </a:lnTo>
                <a:lnTo>
                  <a:pt x="459" y="61"/>
                </a:lnTo>
                <a:lnTo>
                  <a:pt x="459" y="61"/>
                </a:lnTo>
                <a:lnTo>
                  <a:pt x="467" y="61"/>
                </a:lnTo>
                <a:lnTo>
                  <a:pt x="467" y="61"/>
                </a:lnTo>
                <a:lnTo>
                  <a:pt x="467" y="59"/>
                </a:lnTo>
                <a:lnTo>
                  <a:pt x="467" y="59"/>
                </a:lnTo>
                <a:lnTo>
                  <a:pt x="467" y="58"/>
                </a:lnTo>
                <a:lnTo>
                  <a:pt x="467" y="58"/>
                </a:lnTo>
                <a:lnTo>
                  <a:pt x="467" y="58"/>
                </a:lnTo>
                <a:lnTo>
                  <a:pt x="467" y="57"/>
                </a:lnTo>
                <a:lnTo>
                  <a:pt x="467" y="56"/>
                </a:lnTo>
                <a:lnTo>
                  <a:pt x="469" y="55"/>
                </a:lnTo>
                <a:lnTo>
                  <a:pt x="469" y="54"/>
                </a:lnTo>
                <a:lnTo>
                  <a:pt x="469" y="53"/>
                </a:lnTo>
                <a:lnTo>
                  <a:pt x="469" y="52"/>
                </a:lnTo>
                <a:lnTo>
                  <a:pt x="468" y="51"/>
                </a:lnTo>
                <a:lnTo>
                  <a:pt x="467" y="50"/>
                </a:lnTo>
                <a:lnTo>
                  <a:pt x="467" y="50"/>
                </a:lnTo>
                <a:lnTo>
                  <a:pt x="466" y="49"/>
                </a:lnTo>
                <a:lnTo>
                  <a:pt x="466" y="47"/>
                </a:lnTo>
                <a:lnTo>
                  <a:pt x="465" y="45"/>
                </a:lnTo>
                <a:lnTo>
                  <a:pt x="464" y="42"/>
                </a:lnTo>
                <a:lnTo>
                  <a:pt x="463" y="42"/>
                </a:lnTo>
                <a:lnTo>
                  <a:pt x="463" y="40"/>
                </a:lnTo>
                <a:lnTo>
                  <a:pt x="461" y="39"/>
                </a:lnTo>
                <a:lnTo>
                  <a:pt x="460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close/>
                <a:moveTo>
                  <a:pt x="405" y="74"/>
                </a:moveTo>
                <a:lnTo>
                  <a:pt x="409" y="74"/>
                </a:lnTo>
                <a:lnTo>
                  <a:pt x="411" y="74"/>
                </a:lnTo>
                <a:lnTo>
                  <a:pt x="411" y="74"/>
                </a:lnTo>
                <a:lnTo>
                  <a:pt x="412" y="74"/>
                </a:lnTo>
                <a:lnTo>
                  <a:pt x="414" y="73"/>
                </a:lnTo>
                <a:lnTo>
                  <a:pt x="415" y="71"/>
                </a:lnTo>
                <a:lnTo>
                  <a:pt x="415" y="69"/>
                </a:lnTo>
                <a:lnTo>
                  <a:pt x="418" y="65"/>
                </a:lnTo>
                <a:lnTo>
                  <a:pt x="420" y="61"/>
                </a:lnTo>
                <a:lnTo>
                  <a:pt x="420" y="59"/>
                </a:lnTo>
                <a:lnTo>
                  <a:pt x="419" y="59"/>
                </a:lnTo>
                <a:lnTo>
                  <a:pt x="419" y="58"/>
                </a:lnTo>
                <a:lnTo>
                  <a:pt x="419" y="58"/>
                </a:lnTo>
                <a:lnTo>
                  <a:pt x="418" y="57"/>
                </a:lnTo>
                <a:lnTo>
                  <a:pt x="417" y="57"/>
                </a:lnTo>
                <a:lnTo>
                  <a:pt x="415" y="56"/>
                </a:lnTo>
                <a:lnTo>
                  <a:pt x="415" y="56"/>
                </a:lnTo>
                <a:lnTo>
                  <a:pt x="415" y="57"/>
                </a:lnTo>
                <a:lnTo>
                  <a:pt x="414" y="57"/>
                </a:lnTo>
                <a:lnTo>
                  <a:pt x="415" y="58"/>
                </a:lnTo>
                <a:lnTo>
                  <a:pt x="415" y="59"/>
                </a:lnTo>
                <a:lnTo>
                  <a:pt x="411" y="62"/>
                </a:lnTo>
                <a:lnTo>
                  <a:pt x="407" y="65"/>
                </a:lnTo>
                <a:lnTo>
                  <a:pt x="407" y="67"/>
                </a:lnTo>
                <a:lnTo>
                  <a:pt x="407" y="70"/>
                </a:lnTo>
                <a:lnTo>
                  <a:pt x="407" y="71"/>
                </a:lnTo>
                <a:lnTo>
                  <a:pt x="407" y="71"/>
                </a:lnTo>
                <a:lnTo>
                  <a:pt x="405" y="71"/>
                </a:lnTo>
                <a:lnTo>
                  <a:pt x="405" y="74"/>
                </a:lnTo>
                <a:lnTo>
                  <a:pt x="405" y="74"/>
                </a:lnTo>
                <a:close/>
                <a:moveTo>
                  <a:pt x="405" y="76"/>
                </a:moveTo>
                <a:lnTo>
                  <a:pt x="410" y="76"/>
                </a:lnTo>
                <a:lnTo>
                  <a:pt x="410" y="83"/>
                </a:lnTo>
                <a:lnTo>
                  <a:pt x="405" y="83"/>
                </a:lnTo>
                <a:lnTo>
                  <a:pt x="405" y="76"/>
                </a:lnTo>
                <a:lnTo>
                  <a:pt x="405" y="76"/>
                </a:lnTo>
                <a:close/>
                <a:moveTo>
                  <a:pt x="405" y="84"/>
                </a:moveTo>
                <a:lnTo>
                  <a:pt x="447" y="84"/>
                </a:lnTo>
                <a:lnTo>
                  <a:pt x="447" y="92"/>
                </a:lnTo>
                <a:lnTo>
                  <a:pt x="405" y="92"/>
                </a:lnTo>
                <a:lnTo>
                  <a:pt x="405" y="84"/>
                </a:lnTo>
                <a:lnTo>
                  <a:pt x="405" y="84"/>
                </a:lnTo>
                <a:close/>
                <a:moveTo>
                  <a:pt x="339" y="121"/>
                </a:moveTo>
                <a:lnTo>
                  <a:pt x="340" y="121"/>
                </a:lnTo>
                <a:lnTo>
                  <a:pt x="340" y="122"/>
                </a:lnTo>
                <a:lnTo>
                  <a:pt x="339" y="122"/>
                </a:lnTo>
                <a:lnTo>
                  <a:pt x="338" y="124"/>
                </a:lnTo>
                <a:lnTo>
                  <a:pt x="337" y="126"/>
                </a:lnTo>
                <a:lnTo>
                  <a:pt x="335" y="126"/>
                </a:lnTo>
                <a:lnTo>
                  <a:pt x="334" y="128"/>
                </a:lnTo>
                <a:lnTo>
                  <a:pt x="332" y="128"/>
                </a:lnTo>
                <a:lnTo>
                  <a:pt x="331" y="129"/>
                </a:lnTo>
                <a:lnTo>
                  <a:pt x="330" y="130"/>
                </a:lnTo>
                <a:lnTo>
                  <a:pt x="329" y="132"/>
                </a:lnTo>
                <a:lnTo>
                  <a:pt x="328" y="134"/>
                </a:lnTo>
                <a:lnTo>
                  <a:pt x="327" y="134"/>
                </a:lnTo>
                <a:lnTo>
                  <a:pt x="327" y="134"/>
                </a:lnTo>
                <a:lnTo>
                  <a:pt x="326" y="134"/>
                </a:lnTo>
                <a:lnTo>
                  <a:pt x="326" y="134"/>
                </a:lnTo>
                <a:lnTo>
                  <a:pt x="326" y="121"/>
                </a:lnTo>
                <a:lnTo>
                  <a:pt x="339" y="121"/>
                </a:lnTo>
                <a:lnTo>
                  <a:pt x="339" y="121"/>
                </a:lnTo>
                <a:close/>
                <a:moveTo>
                  <a:pt x="391" y="25"/>
                </a:moveTo>
                <a:lnTo>
                  <a:pt x="391" y="25"/>
                </a:lnTo>
                <a:lnTo>
                  <a:pt x="391" y="25"/>
                </a:lnTo>
                <a:lnTo>
                  <a:pt x="391" y="24"/>
                </a:lnTo>
                <a:lnTo>
                  <a:pt x="391" y="24"/>
                </a:lnTo>
                <a:lnTo>
                  <a:pt x="390" y="24"/>
                </a:lnTo>
                <a:lnTo>
                  <a:pt x="390" y="24"/>
                </a:lnTo>
                <a:lnTo>
                  <a:pt x="389" y="25"/>
                </a:lnTo>
                <a:lnTo>
                  <a:pt x="388" y="25"/>
                </a:lnTo>
                <a:lnTo>
                  <a:pt x="387" y="26"/>
                </a:lnTo>
                <a:lnTo>
                  <a:pt x="387" y="27"/>
                </a:lnTo>
                <a:lnTo>
                  <a:pt x="385" y="29"/>
                </a:lnTo>
                <a:lnTo>
                  <a:pt x="384" y="31"/>
                </a:lnTo>
                <a:lnTo>
                  <a:pt x="384" y="34"/>
                </a:lnTo>
                <a:lnTo>
                  <a:pt x="384" y="35"/>
                </a:lnTo>
                <a:lnTo>
                  <a:pt x="383" y="36"/>
                </a:lnTo>
                <a:lnTo>
                  <a:pt x="382" y="37"/>
                </a:lnTo>
                <a:lnTo>
                  <a:pt x="380" y="38"/>
                </a:lnTo>
                <a:lnTo>
                  <a:pt x="380" y="40"/>
                </a:lnTo>
                <a:lnTo>
                  <a:pt x="379" y="42"/>
                </a:lnTo>
                <a:lnTo>
                  <a:pt x="379" y="42"/>
                </a:lnTo>
                <a:lnTo>
                  <a:pt x="379" y="44"/>
                </a:lnTo>
                <a:lnTo>
                  <a:pt x="380" y="45"/>
                </a:lnTo>
                <a:lnTo>
                  <a:pt x="381" y="46"/>
                </a:lnTo>
                <a:lnTo>
                  <a:pt x="381" y="47"/>
                </a:lnTo>
                <a:lnTo>
                  <a:pt x="382" y="47"/>
                </a:lnTo>
                <a:lnTo>
                  <a:pt x="382" y="48"/>
                </a:lnTo>
                <a:lnTo>
                  <a:pt x="382" y="48"/>
                </a:lnTo>
                <a:lnTo>
                  <a:pt x="383" y="48"/>
                </a:lnTo>
                <a:lnTo>
                  <a:pt x="390" y="48"/>
                </a:lnTo>
                <a:lnTo>
                  <a:pt x="390" y="48"/>
                </a:lnTo>
                <a:lnTo>
                  <a:pt x="391" y="48"/>
                </a:lnTo>
                <a:lnTo>
                  <a:pt x="398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7"/>
                </a:lnTo>
                <a:lnTo>
                  <a:pt x="399" y="46"/>
                </a:lnTo>
                <a:lnTo>
                  <a:pt x="401" y="46"/>
                </a:lnTo>
                <a:lnTo>
                  <a:pt x="401" y="44"/>
                </a:lnTo>
                <a:lnTo>
                  <a:pt x="402" y="43"/>
                </a:lnTo>
                <a:lnTo>
                  <a:pt x="401" y="42"/>
                </a:lnTo>
                <a:lnTo>
                  <a:pt x="401" y="40"/>
                </a:lnTo>
                <a:lnTo>
                  <a:pt x="400" y="38"/>
                </a:lnTo>
                <a:lnTo>
                  <a:pt x="399" y="38"/>
                </a:lnTo>
                <a:lnTo>
                  <a:pt x="398" y="37"/>
                </a:lnTo>
                <a:lnTo>
                  <a:pt x="397" y="35"/>
                </a:lnTo>
                <a:lnTo>
                  <a:pt x="397" y="34"/>
                </a:lnTo>
                <a:lnTo>
                  <a:pt x="396" y="31"/>
                </a:lnTo>
                <a:lnTo>
                  <a:pt x="395" y="30"/>
                </a:lnTo>
                <a:lnTo>
                  <a:pt x="395" y="27"/>
                </a:lnTo>
                <a:lnTo>
                  <a:pt x="394" y="26"/>
                </a:lnTo>
                <a:lnTo>
                  <a:pt x="393" y="26"/>
                </a:lnTo>
                <a:lnTo>
                  <a:pt x="392" y="25"/>
                </a:lnTo>
                <a:lnTo>
                  <a:pt x="391" y="25"/>
                </a:lnTo>
                <a:lnTo>
                  <a:pt x="391" y="25"/>
                </a:lnTo>
                <a:close/>
                <a:moveTo>
                  <a:pt x="375" y="74"/>
                </a:moveTo>
                <a:lnTo>
                  <a:pt x="371" y="74"/>
                </a:lnTo>
                <a:lnTo>
                  <a:pt x="370" y="74"/>
                </a:lnTo>
                <a:lnTo>
                  <a:pt x="369" y="74"/>
                </a:lnTo>
                <a:lnTo>
                  <a:pt x="368" y="74"/>
                </a:lnTo>
                <a:lnTo>
                  <a:pt x="367" y="73"/>
                </a:lnTo>
                <a:lnTo>
                  <a:pt x="366" y="71"/>
                </a:lnTo>
                <a:lnTo>
                  <a:pt x="366" y="69"/>
                </a:lnTo>
                <a:lnTo>
                  <a:pt x="363" y="65"/>
                </a:lnTo>
                <a:lnTo>
                  <a:pt x="360" y="61"/>
                </a:lnTo>
                <a:lnTo>
                  <a:pt x="360" y="59"/>
                </a:lnTo>
                <a:lnTo>
                  <a:pt x="361" y="59"/>
                </a:lnTo>
                <a:lnTo>
                  <a:pt x="362" y="58"/>
                </a:lnTo>
                <a:lnTo>
                  <a:pt x="362" y="58"/>
                </a:lnTo>
                <a:lnTo>
                  <a:pt x="363" y="57"/>
                </a:lnTo>
                <a:lnTo>
                  <a:pt x="364" y="57"/>
                </a:lnTo>
                <a:lnTo>
                  <a:pt x="365" y="56"/>
                </a:lnTo>
                <a:lnTo>
                  <a:pt x="366" y="56"/>
                </a:lnTo>
                <a:lnTo>
                  <a:pt x="366" y="57"/>
                </a:lnTo>
                <a:lnTo>
                  <a:pt x="366" y="57"/>
                </a:lnTo>
                <a:lnTo>
                  <a:pt x="366" y="58"/>
                </a:lnTo>
                <a:lnTo>
                  <a:pt x="366" y="59"/>
                </a:lnTo>
                <a:lnTo>
                  <a:pt x="369" y="62"/>
                </a:lnTo>
                <a:lnTo>
                  <a:pt x="373" y="65"/>
                </a:lnTo>
                <a:lnTo>
                  <a:pt x="374" y="67"/>
                </a:lnTo>
                <a:lnTo>
                  <a:pt x="374" y="70"/>
                </a:lnTo>
                <a:lnTo>
                  <a:pt x="375" y="71"/>
                </a:lnTo>
                <a:lnTo>
                  <a:pt x="375" y="71"/>
                </a:lnTo>
                <a:lnTo>
                  <a:pt x="375" y="71"/>
                </a:lnTo>
                <a:lnTo>
                  <a:pt x="375" y="74"/>
                </a:lnTo>
                <a:lnTo>
                  <a:pt x="375" y="74"/>
                </a:lnTo>
                <a:close/>
                <a:moveTo>
                  <a:pt x="405" y="94"/>
                </a:moveTo>
                <a:lnTo>
                  <a:pt x="447" y="94"/>
                </a:lnTo>
                <a:lnTo>
                  <a:pt x="447" y="110"/>
                </a:lnTo>
                <a:lnTo>
                  <a:pt x="405" y="110"/>
                </a:lnTo>
                <a:lnTo>
                  <a:pt x="405" y="94"/>
                </a:lnTo>
                <a:lnTo>
                  <a:pt x="405" y="94"/>
                </a:lnTo>
                <a:close/>
                <a:moveTo>
                  <a:pt x="405" y="113"/>
                </a:moveTo>
                <a:lnTo>
                  <a:pt x="447" y="113"/>
                </a:lnTo>
                <a:lnTo>
                  <a:pt x="447" y="120"/>
                </a:lnTo>
                <a:lnTo>
                  <a:pt x="405" y="120"/>
                </a:lnTo>
                <a:lnTo>
                  <a:pt x="405" y="113"/>
                </a:lnTo>
                <a:lnTo>
                  <a:pt x="405" y="113"/>
                </a:lnTo>
                <a:close/>
                <a:moveTo>
                  <a:pt x="405" y="134"/>
                </a:moveTo>
                <a:lnTo>
                  <a:pt x="407" y="133"/>
                </a:lnTo>
                <a:lnTo>
                  <a:pt x="409" y="131"/>
                </a:lnTo>
                <a:lnTo>
                  <a:pt x="411" y="130"/>
                </a:lnTo>
                <a:lnTo>
                  <a:pt x="414" y="128"/>
                </a:lnTo>
                <a:lnTo>
                  <a:pt x="415" y="126"/>
                </a:lnTo>
                <a:lnTo>
                  <a:pt x="416" y="126"/>
                </a:lnTo>
                <a:lnTo>
                  <a:pt x="418" y="124"/>
                </a:lnTo>
                <a:lnTo>
                  <a:pt x="418" y="123"/>
                </a:lnTo>
                <a:lnTo>
                  <a:pt x="419" y="122"/>
                </a:lnTo>
                <a:lnTo>
                  <a:pt x="419" y="122"/>
                </a:lnTo>
                <a:lnTo>
                  <a:pt x="405" y="122"/>
                </a:lnTo>
                <a:lnTo>
                  <a:pt x="405" y="134"/>
                </a:lnTo>
                <a:lnTo>
                  <a:pt x="405" y="134"/>
                </a:lnTo>
                <a:close/>
                <a:moveTo>
                  <a:pt x="446" y="134"/>
                </a:moveTo>
                <a:lnTo>
                  <a:pt x="445" y="134"/>
                </a:lnTo>
                <a:lnTo>
                  <a:pt x="443" y="131"/>
                </a:lnTo>
                <a:lnTo>
                  <a:pt x="440" y="130"/>
                </a:lnTo>
                <a:lnTo>
                  <a:pt x="438" y="128"/>
                </a:lnTo>
                <a:lnTo>
                  <a:pt x="436" y="126"/>
                </a:lnTo>
                <a:lnTo>
                  <a:pt x="435" y="126"/>
                </a:lnTo>
                <a:lnTo>
                  <a:pt x="435" y="124"/>
                </a:lnTo>
                <a:lnTo>
                  <a:pt x="434" y="123"/>
                </a:lnTo>
                <a:lnTo>
                  <a:pt x="433" y="122"/>
                </a:lnTo>
                <a:lnTo>
                  <a:pt x="433" y="122"/>
                </a:lnTo>
                <a:lnTo>
                  <a:pt x="447" y="122"/>
                </a:lnTo>
                <a:lnTo>
                  <a:pt x="446" y="134"/>
                </a:lnTo>
                <a:lnTo>
                  <a:pt x="446" y="134"/>
                </a:lnTo>
                <a:close/>
                <a:moveTo>
                  <a:pt x="447" y="79"/>
                </a:moveTo>
                <a:lnTo>
                  <a:pt x="444" y="79"/>
                </a:lnTo>
                <a:lnTo>
                  <a:pt x="444" y="70"/>
                </a:lnTo>
                <a:lnTo>
                  <a:pt x="443" y="69"/>
                </a:lnTo>
                <a:lnTo>
                  <a:pt x="443" y="69"/>
                </a:lnTo>
                <a:lnTo>
                  <a:pt x="441" y="69"/>
                </a:lnTo>
                <a:lnTo>
                  <a:pt x="440" y="69"/>
                </a:lnTo>
                <a:lnTo>
                  <a:pt x="439" y="70"/>
                </a:lnTo>
                <a:lnTo>
                  <a:pt x="438" y="70"/>
                </a:lnTo>
                <a:lnTo>
                  <a:pt x="438" y="71"/>
                </a:lnTo>
                <a:lnTo>
                  <a:pt x="438" y="72"/>
                </a:lnTo>
                <a:lnTo>
                  <a:pt x="438" y="73"/>
                </a:lnTo>
                <a:lnTo>
                  <a:pt x="438" y="73"/>
                </a:lnTo>
                <a:lnTo>
                  <a:pt x="436" y="74"/>
                </a:lnTo>
                <a:lnTo>
                  <a:pt x="435" y="74"/>
                </a:lnTo>
                <a:lnTo>
                  <a:pt x="435" y="75"/>
                </a:lnTo>
                <a:lnTo>
                  <a:pt x="435" y="76"/>
                </a:lnTo>
                <a:lnTo>
                  <a:pt x="435" y="77"/>
                </a:lnTo>
                <a:lnTo>
                  <a:pt x="435" y="78"/>
                </a:lnTo>
                <a:lnTo>
                  <a:pt x="435" y="78"/>
                </a:lnTo>
                <a:lnTo>
                  <a:pt x="435" y="78"/>
                </a:lnTo>
                <a:lnTo>
                  <a:pt x="436" y="79"/>
                </a:lnTo>
                <a:lnTo>
                  <a:pt x="438" y="81"/>
                </a:lnTo>
                <a:lnTo>
                  <a:pt x="439" y="82"/>
                </a:lnTo>
                <a:lnTo>
                  <a:pt x="441" y="82"/>
                </a:lnTo>
                <a:lnTo>
                  <a:pt x="442" y="82"/>
                </a:lnTo>
                <a:lnTo>
                  <a:pt x="445" y="82"/>
                </a:lnTo>
                <a:lnTo>
                  <a:pt x="447" y="82"/>
                </a:lnTo>
                <a:lnTo>
                  <a:pt x="447" y="79"/>
                </a:lnTo>
                <a:lnTo>
                  <a:pt x="447" y="79"/>
                </a:lnTo>
                <a:close/>
                <a:moveTo>
                  <a:pt x="473" y="83"/>
                </a:moveTo>
                <a:lnTo>
                  <a:pt x="478" y="83"/>
                </a:lnTo>
                <a:lnTo>
                  <a:pt x="479" y="83"/>
                </a:lnTo>
                <a:lnTo>
                  <a:pt x="480" y="82"/>
                </a:lnTo>
                <a:lnTo>
                  <a:pt x="481" y="82"/>
                </a:lnTo>
                <a:lnTo>
                  <a:pt x="482" y="82"/>
                </a:lnTo>
                <a:lnTo>
                  <a:pt x="483" y="79"/>
                </a:lnTo>
                <a:lnTo>
                  <a:pt x="483" y="77"/>
                </a:lnTo>
                <a:lnTo>
                  <a:pt x="484" y="75"/>
                </a:lnTo>
                <a:lnTo>
                  <a:pt x="485" y="74"/>
                </a:lnTo>
                <a:lnTo>
                  <a:pt x="486" y="73"/>
                </a:lnTo>
                <a:lnTo>
                  <a:pt x="487" y="72"/>
                </a:lnTo>
                <a:lnTo>
                  <a:pt x="487" y="71"/>
                </a:lnTo>
                <a:lnTo>
                  <a:pt x="488" y="70"/>
                </a:lnTo>
                <a:lnTo>
                  <a:pt x="488" y="70"/>
                </a:lnTo>
                <a:lnTo>
                  <a:pt x="488" y="68"/>
                </a:lnTo>
                <a:lnTo>
                  <a:pt x="488" y="66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6" y="64"/>
                </a:lnTo>
                <a:lnTo>
                  <a:pt x="485" y="64"/>
                </a:lnTo>
                <a:lnTo>
                  <a:pt x="484" y="65"/>
                </a:lnTo>
                <a:lnTo>
                  <a:pt x="484" y="65"/>
                </a:lnTo>
                <a:lnTo>
                  <a:pt x="484" y="66"/>
                </a:lnTo>
                <a:lnTo>
                  <a:pt x="484" y="67"/>
                </a:lnTo>
                <a:lnTo>
                  <a:pt x="483" y="68"/>
                </a:lnTo>
                <a:lnTo>
                  <a:pt x="480" y="70"/>
                </a:lnTo>
                <a:lnTo>
                  <a:pt x="479" y="70"/>
                </a:lnTo>
                <a:lnTo>
                  <a:pt x="477" y="71"/>
                </a:lnTo>
                <a:lnTo>
                  <a:pt x="476" y="72"/>
                </a:lnTo>
                <a:lnTo>
                  <a:pt x="475" y="74"/>
                </a:lnTo>
                <a:lnTo>
                  <a:pt x="475" y="76"/>
                </a:lnTo>
                <a:lnTo>
                  <a:pt x="475" y="78"/>
                </a:lnTo>
                <a:lnTo>
                  <a:pt x="475" y="79"/>
                </a:lnTo>
                <a:lnTo>
                  <a:pt x="475" y="79"/>
                </a:lnTo>
                <a:lnTo>
                  <a:pt x="473" y="79"/>
                </a:lnTo>
                <a:lnTo>
                  <a:pt x="473" y="83"/>
                </a:lnTo>
                <a:lnTo>
                  <a:pt x="473" y="83"/>
                </a:lnTo>
                <a:close/>
                <a:moveTo>
                  <a:pt x="474" y="113"/>
                </a:moveTo>
                <a:lnTo>
                  <a:pt x="479" y="113"/>
                </a:lnTo>
                <a:lnTo>
                  <a:pt x="479" y="120"/>
                </a:lnTo>
                <a:lnTo>
                  <a:pt x="474" y="120"/>
                </a:lnTo>
                <a:lnTo>
                  <a:pt x="474" y="113"/>
                </a:lnTo>
                <a:lnTo>
                  <a:pt x="474" y="113"/>
                </a:lnTo>
                <a:close/>
                <a:moveTo>
                  <a:pt x="473" y="84"/>
                </a:moveTo>
                <a:lnTo>
                  <a:pt x="479" y="84"/>
                </a:lnTo>
                <a:lnTo>
                  <a:pt x="479" y="92"/>
                </a:lnTo>
                <a:lnTo>
                  <a:pt x="473" y="92"/>
                </a:lnTo>
                <a:lnTo>
                  <a:pt x="473" y="84"/>
                </a:lnTo>
                <a:lnTo>
                  <a:pt x="473" y="84"/>
                </a:lnTo>
                <a:close/>
                <a:moveTo>
                  <a:pt x="475" y="166"/>
                </a:moveTo>
                <a:lnTo>
                  <a:pt x="475" y="166"/>
                </a:lnTo>
                <a:lnTo>
                  <a:pt x="477" y="167"/>
                </a:lnTo>
                <a:lnTo>
                  <a:pt x="479" y="169"/>
                </a:lnTo>
                <a:lnTo>
                  <a:pt x="479" y="170"/>
                </a:lnTo>
                <a:lnTo>
                  <a:pt x="480" y="171"/>
                </a:lnTo>
                <a:lnTo>
                  <a:pt x="481" y="172"/>
                </a:lnTo>
                <a:lnTo>
                  <a:pt x="483" y="176"/>
                </a:lnTo>
                <a:lnTo>
                  <a:pt x="483" y="178"/>
                </a:lnTo>
                <a:lnTo>
                  <a:pt x="484" y="179"/>
                </a:lnTo>
                <a:lnTo>
                  <a:pt x="486" y="180"/>
                </a:lnTo>
                <a:lnTo>
                  <a:pt x="487" y="182"/>
                </a:lnTo>
                <a:lnTo>
                  <a:pt x="489" y="183"/>
                </a:lnTo>
                <a:lnTo>
                  <a:pt x="490" y="186"/>
                </a:lnTo>
                <a:lnTo>
                  <a:pt x="491" y="188"/>
                </a:lnTo>
                <a:lnTo>
                  <a:pt x="491" y="190"/>
                </a:lnTo>
                <a:lnTo>
                  <a:pt x="491" y="193"/>
                </a:lnTo>
                <a:lnTo>
                  <a:pt x="491" y="198"/>
                </a:lnTo>
                <a:lnTo>
                  <a:pt x="490" y="200"/>
                </a:lnTo>
                <a:lnTo>
                  <a:pt x="491" y="202"/>
                </a:lnTo>
                <a:lnTo>
                  <a:pt x="493" y="203"/>
                </a:lnTo>
                <a:lnTo>
                  <a:pt x="495" y="206"/>
                </a:lnTo>
                <a:lnTo>
                  <a:pt x="497" y="209"/>
                </a:lnTo>
                <a:lnTo>
                  <a:pt x="497" y="210"/>
                </a:lnTo>
                <a:lnTo>
                  <a:pt x="497" y="212"/>
                </a:lnTo>
                <a:lnTo>
                  <a:pt x="497" y="214"/>
                </a:lnTo>
                <a:lnTo>
                  <a:pt x="497" y="217"/>
                </a:lnTo>
                <a:lnTo>
                  <a:pt x="497" y="219"/>
                </a:lnTo>
                <a:lnTo>
                  <a:pt x="496" y="221"/>
                </a:lnTo>
                <a:lnTo>
                  <a:pt x="496" y="222"/>
                </a:lnTo>
                <a:lnTo>
                  <a:pt x="495" y="222"/>
                </a:lnTo>
                <a:lnTo>
                  <a:pt x="475" y="222"/>
                </a:lnTo>
                <a:lnTo>
                  <a:pt x="475" y="166"/>
                </a:lnTo>
                <a:lnTo>
                  <a:pt x="475" y="166"/>
                </a:lnTo>
                <a:close/>
                <a:moveTo>
                  <a:pt x="474" y="226"/>
                </a:moveTo>
                <a:lnTo>
                  <a:pt x="501" y="226"/>
                </a:lnTo>
                <a:lnTo>
                  <a:pt x="501" y="234"/>
                </a:lnTo>
                <a:lnTo>
                  <a:pt x="474" y="234"/>
                </a:lnTo>
                <a:lnTo>
                  <a:pt x="474" y="2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63" name="îṩḷïďè">
            <a:extLst>
              <a:ext uri="{FF2B5EF4-FFF2-40B4-BE49-F238E27FC236}">
                <a16:creationId xmlns:a16="http://schemas.microsoft.com/office/drawing/2014/main" id="{83F479A9-6DBB-4F35-8228-7C5D74392CEF}"/>
              </a:ext>
            </a:extLst>
          </p:cNvPr>
          <p:cNvSpPr>
            <a:spLocks noGrp="1"/>
          </p:cNvSpPr>
          <p:nvPr/>
        </p:nvSpPr>
        <p:spPr>
          <a:xfrm>
            <a:off x="714240" y="510840"/>
            <a:ext cx="517680" cy="517680"/>
          </a:xfrm>
          <a:custGeom>
            <a:avLst/>
            <a:gdLst>
              <a:gd name="textAreaLeft" fmla="*/ 0 w 517680"/>
              <a:gd name="textAreaRight" fmla="*/ 518040 w 517680"/>
              <a:gd name="textAreaTop" fmla="*/ 0 h 517680"/>
              <a:gd name="textAreaBottom" fmla="*/ 518040 h 517680"/>
              <a:gd name="GluePoint1X" fmla="*/ 784 w 1186"/>
              <a:gd name="GluePoint1Y" fmla="*/ 31 h 1186"/>
              <a:gd name="GluePoint2X" fmla="*/ 982 w 1186"/>
              <a:gd name="GluePoint2Y" fmla="*/ 145 h 1186"/>
              <a:gd name="GluePoint3X" fmla="*/ 1122 w 1186"/>
              <a:gd name="GluePoint3Y" fmla="*/ 323 h 1186"/>
              <a:gd name="GluePoint4X" fmla="*/ 1184 w 1186"/>
              <a:gd name="GluePoint4Y" fmla="*/ 548 h 1186"/>
              <a:gd name="GluePoint5X" fmla="*/ 1171 w 1186"/>
              <a:gd name="GluePoint5Y" fmla="*/ 727 h 1186"/>
              <a:gd name="GluePoint6X" fmla="*/ 1077 w 1186"/>
              <a:gd name="GluePoint6Y" fmla="*/ 936 h 1186"/>
              <a:gd name="GluePoint7X" fmla="*/ 913 w 1186"/>
              <a:gd name="GluePoint7Y" fmla="*/ 1093 h 1186"/>
              <a:gd name="GluePoint8X" fmla="*/ 698 w 1186"/>
              <a:gd name="GluePoint8Y" fmla="*/ 1177 h 1186"/>
              <a:gd name="GluePoint9X" fmla="*/ 518 w 1186"/>
              <a:gd name="GluePoint9Y" fmla="*/ 1181 h 1186"/>
              <a:gd name="GluePoint10X" fmla="*/ 298 w 1186"/>
              <a:gd name="GluePoint10Y" fmla="*/ 1108 h 1186"/>
              <a:gd name="GluePoint11X" fmla="*/ 127 w 1186"/>
              <a:gd name="GluePoint11Y" fmla="*/ 960 h 1186"/>
              <a:gd name="GluePoint12X" fmla="*/ 23 w 1186"/>
              <a:gd name="GluePoint12Y" fmla="*/ 756 h 1186"/>
              <a:gd name="GluePoint13X" fmla="*/ 1 w 1186"/>
              <a:gd name="GluePoint13Y" fmla="*/ 578 h 1186"/>
              <a:gd name="GluePoint14X" fmla="*/ 53 w 1186"/>
              <a:gd name="GluePoint14Y" fmla="*/ 349 h 1186"/>
              <a:gd name="GluePoint15X" fmla="*/ 184 w 1186"/>
              <a:gd name="GluePoint15Y" fmla="*/ 164 h 1186"/>
              <a:gd name="GluePoint16X" fmla="*/ 376 w 1186"/>
              <a:gd name="GluePoint16Y" fmla="*/ 42 h 1186"/>
              <a:gd name="GluePoint17X" fmla="*/ 593 w 1186"/>
              <a:gd name="GluePoint17Y" fmla="*/ 0 h 1186"/>
              <a:gd name="GluePoint18X" fmla="*/ 491 w 1186"/>
              <a:gd name="GluePoint18Y" fmla="*/ 233 h 1186"/>
              <a:gd name="GluePoint19X" fmla="*/ 362 w 1186"/>
              <a:gd name="GluePoint19Y" fmla="*/ 299 h 1186"/>
              <a:gd name="GluePoint20X" fmla="*/ 268 w 1186"/>
              <a:gd name="GluePoint20Y" fmla="*/ 407 h 1186"/>
              <a:gd name="GluePoint21X" fmla="*/ 222 w 1186"/>
              <a:gd name="GluePoint21Y" fmla="*/ 546 h 1186"/>
              <a:gd name="GluePoint22X" fmla="*/ 224 w 1186"/>
              <a:gd name="GluePoint22Y" fmla="*/ 660 h 1186"/>
              <a:gd name="GluePoint23X" fmla="*/ 278 w 1186"/>
              <a:gd name="GluePoint23Y" fmla="*/ 795 h 1186"/>
              <a:gd name="GluePoint24X" fmla="*/ 392 w 1186"/>
              <a:gd name="GluePoint24Y" fmla="*/ 908 h 1186"/>
              <a:gd name="GluePoint25X" fmla="*/ 431 w 1186"/>
              <a:gd name="GluePoint25Y" fmla="*/ 916 h 1186"/>
              <a:gd name="GluePoint26X" fmla="*/ 304 w 1186"/>
              <a:gd name="GluePoint26Y" fmla="*/ 809 h 1186"/>
              <a:gd name="GluePoint27X" fmla="*/ 244 w 1186"/>
              <a:gd name="GluePoint27Y" fmla="*/ 684 h 1186"/>
              <a:gd name="GluePoint28X" fmla="*/ 232 w 1186"/>
              <a:gd name="GluePoint28Y" fmla="*/ 575 h 1186"/>
              <a:gd name="GluePoint29X" fmla="*/ 268 w 1186"/>
              <a:gd name="GluePoint29Y" fmla="*/ 437 h 1186"/>
              <a:gd name="GluePoint30X" fmla="*/ 351 w 1186"/>
              <a:gd name="GluePoint30Y" fmla="*/ 326 h 1186"/>
              <a:gd name="GluePoint31X" fmla="*/ 469 w 1186"/>
              <a:gd name="GluePoint31Y" fmla="*/ 254 h 1186"/>
              <a:gd name="GluePoint32X" fmla="*/ 593 w 1186"/>
              <a:gd name="GluePoint32Y" fmla="*/ 232 h 1186"/>
              <a:gd name="GluePoint33X" fmla="*/ 717 w 1186"/>
              <a:gd name="GluePoint33Y" fmla="*/ 254 h 1186"/>
              <a:gd name="GluePoint34X" fmla="*/ 836 w 1186"/>
              <a:gd name="GluePoint34Y" fmla="*/ 326 h 1186"/>
              <a:gd name="GluePoint35X" fmla="*/ 919 w 1186"/>
              <a:gd name="GluePoint35Y" fmla="*/ 437 h 1186"/>
              <a:gd name="GluePoint36X" fmla="*/ 954 w 1186"/>
              <a:gd name="GluePoint36Y" fmla="*/ 575 h 1186"/>
              <a:gd name="GluePoint37X" fmla="*/ 943 w 1186"/>
              <a:gd name="GluePoint37Y" fmla="*/ 684 h 1186"/>
              <a:gd name="GluePoint38X" fmla="*/ 883 w 1186"/>
              <a:gd name="GluePoint38Y" fmla="*/ 809 h 1186"/>
              <a:gd name="GluePoint39X" fmla="*/ 756 w 1186"/>
              <a:gd name="GluePoint39Y" fmla="*/ 916 h 1186"/>
              <a:gd name="GluePoint40X" fmla="*/ 795 w 1186"/>
              <a:gd name="GluePoint40Y" fmla="*/ 909 h 1186"/>
              <a:gd name="GluePoint41X" fmla="*/ 909 w 1186"/>
              <a:gd name="GluePoint41Y" fmla="*/ 795 h 1186"/>
              <a:gd name="GluePoint42X" fmla="*/ 961 w 1186"/>
              <a:gd name="GluePoint42Y" fmla="*/ 660 h 1186"/>
              <a:gd name="GluePoint43X" fmla="*/ 965 w 1186"/>
              <a:gd name="GluePoint43Y" fmla="*/ 546 h 1186"/>
              <a:gd name="GluePoint44X" fmla="*/ 918 w 1186"/>
              <a:gd name="GluePoint44Y" fmla="*/ 407 h 1186"/>
              <a:gd name="GluePoint45X" fmla="*/ 825 w 1186"/>
              <a:gd name="GluePoint45Y" fmla="*/ 299 h 1186"/>
              <a:gd name="GluePoint46X" fmla="*/ 696 w 1186"/>
              <a:gd name="GluePoint46Y" fmla="*/ 233 h 1186"/>
              <a:gd name="GluePoint47X" fmla="*/ 593 w 1186"/>
              <a:gd name="GluePoint47Y" fmla="*/ 14 h 1186"/>
              <a:gd name="GluePoint48X" fmla="*/ 408 w 1186"/>
              <a:gd name="GluePoint48Y" fmla="*/ 44 h 1186"/>
              <a:gd name="GluePoint49X" fmla="*/ 214 w 1186"/>
              <a:gd name="GluePoint49Y" fmla="*/ 155 h 1186"/>
              <a:gd name="GluePoint50X" fmla="*/ 77 w 1186"/>
              <a:gd name="GluePoint50Y" fmla="*/ 330 h 1186"/>
              <a:gd name="GluePoint51X" fmla="*/ 15 w 1186"/>
              <a:gd name="GluePoint51Y" fmla="*/ 548 h 1186"/>
              <a:gd name="GluePoint52X" fmla="*/ 28 w 1186"/>
              <a:gd name="GluePoint52Y" fmla="*/ 724 h 1186"/>
              <a:gd name="GluePoint53X" fmla="*/ 120 w 1186"/>
              <a:gd name="GluePoint53Y" fmla="*/ 928 h 1186"/>
              <a:gd name="GluePoint54X" fmla="*/ 281 w 1186"/>
              <a:gd name="GluePoint54Y" fmla="*/ 1081 h 1186"/>
              <a:gd name="GluePoint55X" fmla="*/ 491 w 1186"/>
              <a:gd name="GluePoint55Y" fmla="*/ 1164 h 1186"/>
              <a:gd name="GluePoint56X" fmla="*/ 667 w 1186"/>
              <a:gd name="GluePoint56Y" fmla="*/ 1169 h 1186"/>
              <a:gd name="GluePoint57X" fmla="*/ 882 w 1186"/>
              <a:gd name="GluePoint57Y" fmla="*/ 1096 h 1186"/>
              <a:gd name="GluePoint58X" fmla="*/ 1050 w 1186"/>
              <a:gd name="GluePoint58Y" fmla="*/ 951 h 1186"/>
              <a:gd name="GluePoint59X" fmla="*/ 1151 w 1186"/>
              <a:gd name="GluePoint59Y" fmla="*/ 752 h 1186"/>
              <a:gd name="GluePoint60X" fmla="*/ 1173 w 1186"/>
              <a:gd name="GluePoint60Y" fmla="*/ 578 h 1186"/>
              <a:gd name="GluePoint61X" fmla="*/ 1122 w 1186"/>
              <a:gd name="GluePoint61Y" fmla="*/ 355 h 1186"/>
              <a:gd name="GluePoint62X" fmla="*/ 994 w 1186"/>
              <a:gd name="GluePoint62Y" fmla="*/ 174 h 1186"/>
              <a:gd name="GluePoint63X" fmla="*/ 806 w 1186"/>
              <a:gd name="GluePoint63Y" fmla="*/ 54 h 1186"/>
            </a:gdLst>
            <a:ahLst/>
            <a:cxnLst/>
            <a:rect l="textAreaLeft" t="textAreaTop" r="textAreaRight" b="textAreaBottom"/>
            <a:pathLst>
              <a:path w="1186" h="1186">
                <a:moveTo>
                  <a:pt x="593" y="0"/>
                </a:moveTo>
                <a:lnTo>
                  <a:pt x="593" y="0"/>
                </a:lnTo>
                <a:lnTo>
                  <a:pt x="593" y="0"/>
                </a:lnTo>
                <a:lnTo>
                  <a:pt x="609" y="1"/>
                </a:lnTo>
                <a:lnTo>
                  <a:pt x="624" y="1"/>
                </a:lnTo>
                <a:lnTo>
                  <a:pt x="639" y="2"/>
                </a:lnTo>
                <a:lnTo>
                  <a:pt x="654" y="3"/>
                </a:lnTo>
                <a:lnTo>
                  <a:pt x="669" y="5"/>
                </a:lnTo>
                <a:lnTo>
                  <a:pt x="684" y="7"/>
                </a:lnTo>
                <a:lnTo>
                  <a:pt x="698" y="10"/>
                </a:lnTo>
                <a:lnTo>
                  <a:pt x="713" y="13"/>
                </a:lnTo>
                <a:lnTo>
                  <a:pt x="727" y="15"/>
                </a:lnTo>
                <a:lnTo>
                  <a:pt x="741" y="19"/>
                </a:lnTo>
                <a:lnTo>
                  <a:pt x="756" y="23"/>
                </a:lnTo>
                <a:lnTo>
                  <a:pt x="769" y="27"/>
                </a:lnTo>
                <a:lnTo>
                  <a:pt x="784" y="31"/>
                </a:lnTo>
                <a:lnTo>
                  <a:pt x="797" y="36"/>
                </a:lnTo>
                <a:lnTo>
                  <a:pt x="811" y="42"/>
                </a:lnTo>
                <a:lnTo>
                  <a:pt x="825" y="47"/>
                </a:lnTo>
                <a:lnTo>
                  <a:pt x="837" y="53"/>
                </a:lnTo>
                <a:lnTo>
                  <a:pt x="850" y="59"/>
                </a:lnTo>
                <a:lnTo>
                  <a:pt x="863" y="65"/>
                </a:lnTo>
                <a:lnTo>
                  <a:pt x="876" y="72"/>
                </a:lnTo>
                <a:lnTo>
                  <a:pt x="889" y="79"/>
                </a:lnTo>
                <a:lnTo>
                  <a:pt x="901" y="87"/>
                </a:lnTo>
                <a:lnTo>
                  <a:pt x="913" y="94"/>
                </a:lnTo>
                <a:lnTo>
                  <a:pt x="925" y="102"/>
                </a:lnTo>
                <a:lnTo>
                  <a:pt x="937" y="110"/>
                </a:lnTo>
                <a:lnTo>
                  <a:pt x="948" y="119"/>
                </a:lnTo>
                <a:lnTo>
                  <a:pt x="959" y="127"/>
                </a:lnTo>
                <a:lnTo>
                  <a:pt x="970" y="135"/>
                </a:lnTo>
                <a:lnTo>
                  <a:pt x="982" y="145"/>
                </a:lnTo>
                <a:lnTo>
                  <a:pt x="992" y="155"/>
                </a:lnTo>
                <a:lnTo>
                  <a:pt x="1002" y="164"/>
                </a:lnTo>
                <a:lnTo>
                  <a:pt x="1013" y="174"/>
                </a:lnTo>
                <a:lnTo>
                  <a:pt x="1022" y="184"/>
                </a:lnTo>
                <a:lnTo>
                  <a:pt x="1032" y="195"/>
                </a:lnTo>
                <a:lnTo>
                  <a:pt x="1042" y="206"/>
                </a:lnTo>
                <a:lnTo>
                  <a:pt x="1050" y="216"/>
                </a:lnTo>
                <a:lnTo>
                  <a:pt x="1060" y="227"/>
                </a:lnTo>
                <a:lnTo>
                  <a:pt x="1069" y="239"/>
                </a:lnTo>
                <a:lnTo>
                  <a:pt x="1077" y="250"/>
                </a:lnTo>
                <a:lnTo>
                  <a:pt x="1085" y="262"/>
                </a:lnTo>
                <a:lnTo>
                  <a:pt x="1093" y="274"/>
                </a:lnTo>
                <a:lnTo>
                  <a:pt x="1101" y="286"/>
                </a:lnTo>
                <a:lnTo>
                  <a:pt x="1108" y="298"/>
                </a:lnTo>
                <a:lnTo>
                  <a:pt x="1114" y="311"/>
                </a:lnTo>
                <a:lnTo>
                  <a:pt x="1122" y="323"/>
                </a:lnTo>
                <a:lnTo>
                  <a:pt x="1128" y="336"/>
                </a:lnTo>
                <a:lnTo>
                  <a:pt x="1134" y="349"/>
                </a:lnTo>
                <a:lnTo>
                  <a:pt x="1140" y="363"/>
                </a:lnTo>
                <a:lnTo>
                  <a:pt x="1146" y="376"/>
                </a:lnTo>
                <a:lnTo>
                  <a:pt x="1150" y="389"/>
                </a:lnTo>
                <a:lnTo>
                  <a:pt x="1155" y="403"/>
                </a:lnTo>
                <a:lnTo>
                  <a:pt x="1160" y="417"/>
                </a:lnTo>
                <a:lnTo>
                  <a:pt x="1164" y="431"/>
                </a:lnTo>
                <a:lnTo>
                  <a:pt x="1167" y="445"/>
                </a:lnTo>
                <a:lnTo>
                  <a:pt x="1171" y="460"/>
                </a:lnTo>
                <a:lnTo>
                  <a:pt x="1174" y="474"/>
                </a:lnTo>
                <a:lnTo>
                  <a:pt x="1177" y="488"/>
                </a:lnTo>
                <a:lnTo>
                  <a:pt x="1179" y="503"/>
                </a:lnTo>
                <a:lnTo>
                  <a:pt x="1182" y="518"/>
                </a:lnTo>
                <a:lnTo>
                  <a:pt x="1183" y="532"/>
                </a:lnTo>
                <a:lnTo>
                  <a:pt x="1184" y="548"/>
                </a:lnTo>
                <a:lnTo>
                  <a:pt x="1186" y="563"/>
                </a:lnTo>
                <a:lnTo>
                  <a:pt x="1186" y="578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608"/>
                </a:lnTo>
                <a:lnTo>
                  <a:pt x="1186" y="624"/>
                </a:lnTo>
                <a:lnTo>
                  <a:pt x="1184" y="639"/>
                </a:lnTo>
                <a:lnTo>
                  <a:pt x="1183" y="654"/>
                </a:lnTo>
                <a:lnTo>
                  <a:pt x="1182" y="669"/>
                </a:lnTo>
                <a:lnTo>
                  <a:pt x="1179" y="684"/>
                </a:lnTo>
                <a:lnTo>
                  <a:pt x="1177" y="698"/>
                </a:lnTo>
                <a:lnTo>
                  <a:pt x="1174" y="713"/>
                </a:lnTo>
                <a:lnTo>
                  <a:pt x="1171" y="727"/>
                </a:lnTo>
                <a:lnTo>
                  <a:pt x="1167" y="741"/>
                </a:lnTo>
                <a:lnTo>
                  <a:pt x="1164" y="756"/>
                </a:lnTo>
                <a:lnTo>
                  <a:pt x="1160" y="769"/>
                </a:lnTo>
                <a:lnTo>
                  <a:pt x="1155" y="784"/>
                </a:lnTo>
                <a:lnTo>
                  <a:pt x="1150" y="797"/>
                </a:lnTo>
                <a:lnTo>
                  <a:pt x="1146" y="811"/>
                </a:lnTo>
                <a:lnTo>
                  <a:pt x="1140" y="824"/>
                </a:lnTo>
                <a:lnTo>
                  <a:pt x="1134" y="837"/>
                </a:lnTo>
                <a:lnTo>
                  <a:pt x="1128" y="851"/>
                </a:lnTo>
                <a:lnTo>
                  <a:pt x="1122" y="864"/>
                </a:lnTo>
                <a:lnTo>
                  <a:pt x="1114" y="876"/>
                </a:lnTo>
                <a:lnTo>
                  <a:pt x="1108" y="888"/>
                </a:lnTo>
                <a:lnTo>
                  <a:pt x="1101" y="900"/>
                </a:lnTo>
                <a:lnTo>
                  <a:pt x="1093" y="912"/>
                </a:lnTo>
                <a:lnTo>
                  <a:pt x="1085" y="924"/>
                </a:lnTo>
                <a:lnTo>
                  <a:pt x="1077" y="936"/>
                </a:lnTo>
                <a:lnTo>
                  <a:pt x="1069" y="948"/>
                </a:lnTo>
                <a:lnTo>
                  <a:pt x="1060" y="960"/>
                </a:lnTo>
                <a:lnTo>
                  <a:pt x="1050" y="970"/>
                </a:lnTo>
                <a:lnTo>
                  <a:pt x="1042" y="981"/>
                </a:lnTo>
                <a:lnTo>
                  <a:pt x="1032" y="992"/>
                </a:lnTo>
                <a:lnTo>
                  <a:pt x="1022" y="1002"/>
                </a:lnTo>
                <a:lnTo>
                  <a:pt x="1013" y="1012"/>
                </a:lnTo>
                <a:lnTo>
                  <a:pt x="1002" y="1022"/>
                </a:lnTo>
                <a:lnTo>
                  <a:pt x="992" y="1032"/>
                </a:lnTo>
                <a:lnTo>
                  <a:pt x="982" y="1041"/>
                </a:lnTo>
                <a:lnTo>
                  <a:pt x="970" y="1051"/>
                </a:lnTo>
                <a:lnTo>
                  <a:pt x="959" y="1060"/>
                </a:lnTo>
                <a:lnTo>
                  <a:pt x="948" y="1069"/>
                </a:lnTo>
                <a:lnTo>
                  <a:pt x="937" y="1077"/>
                </a:lnTo>
                <a:lnTo>
                  <a:pt x="925" y="1085"/>
                </a:lnTo>
                <a:lnTo>
                  <a:pt x="913" y="1093"/>
                </a:lnTo>
                <a:lnTo>
                  <a:pt x="901" y="1101"/>
                </a:lnTo>
                <a:lnTo>
                  <a:pt x="889" y="1108"/>
                </a:lnTo>
                <a:lnTo>
                  <a:pt x="876" y="1114"/>
                </a:lnTo>
                <a:lnTo>
                  <a:pt x="863" y="1121"/>
                </a:lnTo>
                <a:lnTo>
                  <a:pt x="850" y="1128"/>
                </a:lnTo>
                <a:lnTo>
                  <a:pt x="837" y="1134"/>
                </a:lnTo>
                <a:lnTo>
                  <a:pt x="825" y="1140"/>
                </a:lnTo>
                <a:lnTo>
                  <a:pt x="811" y="1145"/>
                </a:lnTo>
                <a:lnTo>
                  <a:pt x="797" y="1150"/>
                </a:lnTo>
                <a:lnTo>
                  <a:pt x="784" y="1155"/>
                </a:lnTo>
                <a:lnTo>
                  <a:pt x="769" y="1160"/>
                </a:lnTo>
                <a:lnTo>
                  <a:pt x="756" y="1164"/>
                </a:lnTo>
                <a:lnTo>
                  <a:pt x="741" y="1168"/>
                </a:lnTo>
                <a:lnTo>
                  <a:pt x="727" y="1171"/>
                </a:lnTo>
                <a:lnTo>
                  <a:pt x="713" y="1174"/>
                </a:lnTo>
                <a:lnTo>
                  <a:pt x="698" y="1177"/>
                </a:lnTo>
                <a:lnTo>
                  <a:pt x="684" y="1179"/>
                </a:lnTo>
                <a:lnTo>
                  <a:pt x="669" y="1181"/>
                </a:lnTo>
                <a:lnTo>
                  <a:pt x="654" y="1183"/>
                </a:lnTo>
                <a:lnTo>
                  <a:pt x="639" y="1185"/>
                </a:lnTo>
                <a:lnTo>
                  <a:pt x="624" y="1185"/>
                </a:lnTo>
                <a:lnTo>
                  <a:pt x="609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78" y="1186"/>
                </a:lnTo>
                <a:lnTo>
                  <a:pt x="563" y="1185"/>
                </a:lnTo>
                <a:lnTo>
                  <a:pt x="548" y="1185"/>
                </a:lnTo>
                <a:lnTo>
                  <a:pt x="532" y="1183"/>
                </a:lnTo>
                <a:lnTo>
                  <a:pt x="518" y="1181"/>
                </a:lnTo>
                <a:lnTo>
                  <a:pt x="503" y="1179"/>
                </a:lnTo>
                <a:lnTo>
                  <a:pt x="488" y="1177"/>
                </a:lnTo>
                <a:lnTo>
                  <a:pt x="474" y="1174"/>
                </a:lnTo>
                <a:lnTo>
                  <a:pt x="460" y="1171"/>
                </a:lnTo>
                <a:lnTo>
                  <a:pt x="445" y="1168"/>
                </a:lnTo>
                <a:lnTo>
                  <a:pt x="431" y="1164"/>
                </a:lnTo>
                <a:lnTo>
                  <a:pt x="417" y="1160"/>
                </a:lnTo>
                <a:lnTo>
                  <a:pt x="404" y="1155"/>
                </a:lnTo>
                <a:lnTo>
                  <a:pt x="389" y="1150"/>
                </a:lnTo>
                <a:lnTo>
                  <a:pt x="376" y="1145"/>
                </a:lnTo>
                <a:lnTo>
                  <a:pt x="363" y="1140"/>
                </a:lnTo>
                <a:lnTo>
                  <a:pt x="349" y="1134"/>
                </a:lnTo>
                <a:lnTo>
                  <a:pt x="336" y="1128"/>
                </a:lnTo>
                <a:lnTo>
                  <a:pt x="324" y="1121"/>
                </a:lnTo>
                <a:lnTo>
                  <a:pt x="311" y="1114"/>
                </a:lnTo>
                <a:lnTo>
                  <a:pt x="298" y="1108"/>
                </a:lnTo>
                <a:lnTo>
                  <a:pt x="286" y="1101"/>
                </a:lnTo>
                <a:lnTo>
                  <a:pt x="274" y="1093"/>
                </a:lnTo>
                <a:lnTo>
                  <a:pt x="262" y="1085"/>
                </a:lnTo>
                <a:lnTo>
                  <a:pt x="250" y="1077"/>
                </a:lnTo>
                <a:lnTo>
                  <a:pt x="239" y="1069"/>
                </a:lnTo>
                <a:lnTo>
                  <a:pt x="227" y="1060"/>
                </a:lnTo>
                <a:lnTo>
                  <a:pt x="216" y="1051"/>
                </a:lnTo>
                <a:lnTo>
                  <a:pt x="205" y="1041"/>
                </a:lnTo>
                <a:lnTo>
                  <a:pt x="195" y="1032"/>
                </a:lnTo>
                <a:lnTo>
                  <a:pt x="184" y="1022"/>
                </a:lnTo>
                <a:lnTo>
                  <a:pt x="174" y="1012"/>
                </a:lnTo>
                <a:lnTo>
                  <a:pt x="164" y="1002"/>
                </a:lnTo>
                <a:lnTo>
                  <a:pt x="155" y="992"/>
                </a:lnTo>
                <a:lnTo>
                  <a:pt x="145" y="981"/>
                </a:lnTo>
                <a:lnTo>
                  <a:pt x="135" y="970"/>
                </a:lnTo>
                <a:lnTo>
                  <a:pt x="127" y="960"/>
                </a:lnTo>
                <a:lnTo>
                  <a:pt x="118" y="948"/>
                </a:lnTo>
                <a:lnTo>
                  <a:pt x="110" y="936"/>
                </a:lnTo>
                <a:lnTo>
                  <a:pt x="102" y="924"/>
                </a:lnTo>
                <a:lnTo>
                  <a:pt x="94" y="912"/>
                </a:lnTo>
                <a:lnTo>
                  <a:pt x="87" y="900"/>
                </a:lnTo>
                <a:lnTo>
                  <a:pt x="79" y="888"/>
                </a:lnTo>
                <a:lnTo>
                  <a:pt x="71" y="876"/>
                </a:lnTo>
                <a:lnTo>
                  <a:pt x="65" y="864"/>
                </a:lnTo>
                <a:lnTo>
                  <a:pt x="59" y="851"/>
                </a:lnTo>
                <a:lnTo>
                  <a:pt x="53" y="837"/>
                </a:lnTo>
                <a:lnTo>
                  <a:pt x="47" y="824"/>
                </a:lnTo>
                <a:lnTo>
                  <a:pt x="42" y="811"/>
                </a:lnTo>
                <a:lnTo>
                  <a:pt x="36" y="797"/>
                </a:lnTo>
                <a:lnTo>
                  <a:pt x="31" y="784"/>
                </a:lnTo>
                <a:lnTo>
                  <a:pt x="27" y="769"/>
                </a:lnTo>
                <a:lnTo>
                  <a:pt x="23" y="756"/>
                </a:lnTo>
                <a:lnTo>
                  <a:pt x="19" y="741"/>
                </a:lnTo>
                <a:lnTo>
                  <a:pt x="15" y="727"/>
                </a:lnTo>
                <a:lnTo>
                  <a:pt x="12" y="713"/>
                </a:lnTo>
                <a:lnTo>
                  <a:pt x="10" y="698"/>
                </a:lnTo>
                <a:lnTo>
                  <a:pt x="7" y="684"/>
                </a:lnTo>
                <a:lnTo>
                  <a:pt x="5" y="669"/>
                </a:lnTo>
                <a:lnTo>
                  <a:pt x="3" y="654"/>
                </a:lnTo>
                <a:lnTo>
                  <a:pt x="2" y="639"/>
                </a:lnTo>
                <a:lnTo>
                  <a:pt x="1" y="624"/>
                </a:lnTo>
                <a:lnTo>
                  <a:pt x="1" y="608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1" y="578"/>
                </a:lnTo>
                <a:lnTo>
                  <a:pt x="1" y="563"/>
                </a:lnTo>
                <a:lnTo>
                  <a:pt x="2" y="548"/>
                </a:lnTo>
                <a:lnTo>
                  <a:pt x="3" y="532"/>
                </a:lnTo>
                <a:lnTo>
                  <a:pt x="5" y="518"/>
                </a:lnTo>
                <a:lnTo>
                  <a:pt x="7" y="503"/>
                </a:lnTo>
                <a:lnTo>
                  <a:pt x="10" y="488"/>
                </a:lnTo>
                <a:lnTo>
                  <a:pt x="12" y="474"/>
                </a:lnTo>
                <a:lnTo>
                  <a:pt x="15" y="460"/>
                </a:lnTo>
                <a:lnTo>
                  <a:pt x="19" y="445"/>
                </a:lnTo>
                <a:lnTo>
                  <a:pt x="23" y="431"/>
                </a:lnTo>
                <a:lnTo>
                  <a:pt x="27" y="417"/>
                </a:lnTo>
                <a:lnTo>
                  <a:pt x="31" y="403"/>
                </a:lnTo>
                <a:lnTo>
                  <a:pt x="36" y="389"/>
                </a:lnTo>
                <a:lnTo>
                  <a:pt x="42" y="376"/>
                </a:lnTo>
                <a:lnTo>
                  <a:pt x="47" y="363"/>
                </a:lnTo>
                <a:lnTo>
                  <a:pt x="53" y="349"/>
                </a:lnTo>
                <a:lnTo>
                  <a:pt x="59" y="336"/>
                </a:lnTo>
                <a:lnTo>
                  <a:pt x="65" y="323"/>
                </a:lnTo>
                <a:lnTo>
                  <a:pt x="71" y="311"/>
                </a:lnTo>
                <a:lnTo>
                  <a:pt x="79" y="298"/>
                </a:lnTo>
                <a:lnTo>
                  <a:pt x="87" y="286"/>
                </a:lnTo>
                <a:lnTo>
                  <a:pt x="94" y="274"/>
                </a:lnTo>
                <a:lnTo>
                  <a:pt x="102" y="262"/>
                </a:lnTo>
                <a:lnTo>
                  <a:pt x="110" y="250"/>
                </a:lnTo>
                <a:lnTo>
                  <a:pt x="118" y="239"/>
                </a:lnTo>
                <a:lnTo>
                  <a:pt x="127" y="227"/>
                </a:lnTo>
                <a:lnTo>
                  <a:pt x="135" y="216"/>
                </a:lnTo>
                <a:lnTo>
                  <a:pt x="145" y="206"/>
                </a:lnTo>
                <a:lnTo>
                  <a:pt x="155" y="195"/>
                </a:lnTo>
                <a:lnTo>
                  <a:pt x="164" y="184"/>
                </a:lnTo>
                <a:lnTo>
                  <a:pt x="174" y="174"/>
                </a:lnTo>
                <a:lnTo>
                  <a:pt x="184" y="164"/>
                </a:lnTo>
                <a:lnTo>
                  <a:pt x="195" y="155"/>
                </a:lnTo>
                <a:lnTo>
                  <a:pt x="205" y="145"/>
                </a:lnTo>
                <a:lnTo>
                  <a:pt x="216" y="135"/>
                </a:lnTo>
                <a:lnTo>
                  <a:pt x="227" y="127"/>
                </a:lnTo>
                <a:lnTo>
                  <a:pt x="239" y="119"/>
                </a:lnTo>
                <a:lnTo>
                  <a:pt x="250" y="110"/>
                </a:lnTo>
                <a:lnTo>
                  <a:pt x="262" y="102"/>
                </a:lnTo>
                <a:lnTo>
                  <a:pt x="274" y="94"/>
                </a:lnTo>
                <a:lnTo>
                  <a:pt x="286" y="87"/>
                </a:lnTo>
                <a:lnTo>
                  <a:pt x="298" y="79"/>
                </a:lnTo>
                <a:lnTo>
                  <a:pt x="311" y="72"/>
                </a:lnTo>
                <a:lnTo>
                  <a:pt x="324" y="65"/>
                </a:lnTo>
                <a:lnTo>
                  <a:pt x="336" y="59"/>
                </a:lnTo>
                <a:lnTo>
                  <a:pt x="349" y="53"/>
                </a:lnTo>
                <a:lnTo>
                  <a:pt x="363" y="47"/>
                </a:lnTo>
                <a:lnTo>
                  <a:pt x="376" y="42"/>
                </a:lnTo>
                <a:lnTo>
                  <a:pt x="389" y="36"/>
                </a:lnTo>
                <a:lnTo>
                  <a:pt x="404" y="31"/>
                </a:lnTo>
                <a:lnTo>
                  <a:pt x="417" y="27"/>
                </a:lnTo>
                <a:lnTo>
                  <a:pt x="431" y="23"/>
                </a:lnTo>
                <a:lnTo>
                  <a:pt x="445" y="19"/>
                </a:lnTo>
                <a:lnTo>
                  <a:pt x="460" y="15"/>
                </a:lnTo>
                <a:lnTo>
                  <a:pt x="474" y="13"/>
                </a:lnTo>
                <a:lnTo>
                  <a:pt x="488" y="10"/>
                </a:lnTo>
                <a:lnTo>
                  <a:pt x="503" y="7"/>
                </a:lnTo>
                <a:lnTo>
                  <a:pt x="518" y="5"/>
                </a:lnTo>
                <a:lnTo>
                  <a:pt x="532" y="3"/>
                </a:lnTo>
                <a:lnTo>
                  <a:pt x="548" y="2"/>
                </a:lnTo>
                <a:lnTo>
                  <a:pt x="563" y="1"/>
                </a:lnTo>
                <a:lnTo>
                  <a:pt x="578" y="1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close/>
                <a:moveTo>
                  <a:pt x="593" y="219"/>
                </a:moveTo>
                <a:lnTo>
                  <a:pt x="593" y="219"/>
                </a:lnTo>
                <a:lnTo>
                  <a:pt x="593" y="219"/>
                </a:lnTo>
                <a:lnTo>
                  <a:pt x="584" y="219"/>
                </a:lnTo>
                <a:lnTo>
                  <a:pt x="574" y="219"/>
                </a:lnTo>
                <a:lnTo>
                  <a:pt x="564" y="220"/>
                </a:lnTo>
                <a:lnTo>
                  <a:pt x="555" y="221"/>
                </a:lnTo>
                <a:lnTo>
                  <a:pt x="545" y="222"/>
                </a:lnTo>
                <a:lnTo>
                  <a:pt x="536" y="223"/>
                </a:lnTo>
                <a:lnTo>
                  <a:pt x="527" y="225"/>
                </a:lnTo>
                <a:lnTo>
                  <a:pt x="518" y="227"/>
                </a:lnTo>
                <a:lnTo>
                  <a:pt x="508" y="228"/>
                </a:lnTo>
                <a:lnTo>
                  <a:pt x="500" y="231"/>
                </a:lnTo>
                <a:lnTo>
                  <a:pt x="491" y="233"/>
                </a:lnTo>
                <a:lnTo>
                  <a:pt x="482" y="235"/>
                </a:lnTo>
                <a:lnTo>
                  <a:pt x="473" y="239"/>
                </a:lnTo>
                <a:lnTo>
                  <a:pt x="464" y="242"/>
                </a:lnTo>
                <a:lnTo>
                  <a:pt x="456" y="245"/>
                </a:lnTo>
                <a:lnTo>
                  <a:pt x="448" y="248"/>
                </a:lnTo>
                <a:lnTo>
                  <a:pt x="439" y="251"/>
                </a:lnTo>
                <a:lnTo>
                  <a:pt x="431" y="255"/>
                </a:lnTo>
                <a:lnTo>
                  <a:pt x="423" y="259"/>
                </a:lnTo>
                <a:lnTo>
                  <a:pt x="415" y="264"/>
                </a:lnTo>
                <a:lnTo>
                  <a:pt x="407" y="268"/>
                </a:lnTo>
                <a:lnTo>
                  <a:pt x="399" y="273"/>
                </a:lnTo>
                <a:lnTo>
                  <a:pt x="392" y="278"/>
                </a:lnTo>
                <a:lnTo>
                  <a:pt x="384" y="283"/>
                </a:lnTo>
                <a:lnTo>
                  <a:pt x="376" y="288"/>
                </a:lnTo>
                <a:lnTo>
                  <a:pt x="369" y="293"/>
                </a:lnTo>
                <a:lnTo>
                  <a:pt x="362" y="299"/>
                </a:lnTo>
                <a:lnTo>
                  <a:pt x="356" y="304"/>
                </a:lnTo>
                <a:lnTo>
                  <a:pt x="348" y="310"/>
                </a:lnTo>
                <a:lnTo>
                  <a:pt x="341" y="316"/>
                </a:lnTo>
                <a:lnTo>
                  <a:pt x="335" y="322"/>
                </a:lnTo>
                <a:lnTo>
                  <a:pt x="328" y="328"/>
                </a:lnTo>
                <a:lnTo>
                  <a:pt x="322" y="335"/>
                </a:lnTo>
                <a:lnTo>
                  <a:pt x="316" y="342"/>
                </a:lnTo>
                <a:lnTo>
                  <a:pt x="310" y="348"/>
                </a:lnTo>
                <a:lnTo>
                  <a:pt x="304" y="355"/>
                </a:lnTo>
                <a:lnTo>
                  <a:pt x="299" y="362"/>
                </a:lnTo>
                <a:lnTo>
                  <a:pt x="293" y="369"/>
                </a:lnTo>
                <a:lnTo>
                  <a:pt x="288" y="376"/>
                </a:lnTo>
                <a:lnTo>
                  <a:pt x="283" y="383"/>
                </a:lnTo>
                <a:lnTo>
                  <a:pt x="278" y="391"/>
                </a:lnTo>
                <a:lnTo>
                  <a:pt x="273" y="399"/>
                </a:lnTo>
                <a:lnTo>
                  <a:pt x="268" y="407"/>
                </a:lnTo>
                <a:lnTo>
                  <a:pt x="264" y="415"/>
                </a:lnTo>
                <a:lnTo>
                  <a:pt x="260" y="423"/>
                </a:lnTo>
                <a:lnTo>
                  <a:pt x="256" y="431"/>
                </a:lnTo>
                <a:lnTo>
                  <a:pt x="252" y="439"/>
                </a:lnTo>
                <a:lnTo>
                  <a:pt x="248" y="448"/>
                </a:lnTo>
                <a:lnTo>
                  <a:pt x="245" y="456"/>
                </a:lnTo>
                <a:lnTo>
                  <a:pt x="242" y="464"/>
                </a:lnTo>
                <a:lnTo>
                  <a:pt x="239" y="473"/>
                </a:lnTo>
                <a:lnTo>
                  <a:pt x="236" y="482"/>
                </a:lnTo>
                <a:lnTo>
                  <a:pt x="233" y="491"/>
                </a:lnTo>
                <a:lnTo>
                  <a:pt x="231" y="500"/>
                </a:lnTo>
                <a:lnTo>
                  <a:pt x="228" y="509"/>
                </a:lnTo>
                <a:lnTo>
                  <a:pt x="227" y="518"/>
                </a:lnTo>
                <a:lnTo>
                  <a:pt x="224" y="527"/>
                </a:lnTo>
                <a:lnTo>
                  <a:pt x="223" y="536"/>
                </a:lnTo>
                <a:lnTo>
                  <a:pt x="222" y="546"/>
                </a:lnTo>
                <a:lnTo>
                  <a:pt x="221" y="555"/>
                </a:lnTo>
                <a:lnTo>
                  <a:pt x="220" y="564"/>
                </a:lnTo>
                <a:lnTo>
                  <a:pt x="219" y="574"/>
                </a:lnTo>
                <a:lnTo>
                  <a:pt x="219" y="584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603"/>
                </a:lnTo>
                <a:lnTo>
                  <a:pt x="219" y="612"/>
                </a:lnTo>
                <a:lnTo>
                  <a:pt x="220" y="622"/>
                </a:lnTo>
                <a:lnTo>
                  <a:pt x="221" y="632"/>
                </a:lnTo>
                <a:lnTo>
                  <a:pt x="222" y="641"/>
                </a:lnTo>
                <a:lnTo>
                  <a:pt x="223" y="650"/>
                </a:lnTo>
                <a:lnTo>
                  <a:pt x="224" y="660"/>
                </a:lnTo>
                <a:lnTo>
                  <a:pt x="227" y="669"/>
                </a:lnTo>
                <a:lnTo>
                  <a:pt x="228" y="678"/>
                </a:lnTo>
                <a:lnTo>
                  <a:pt x="231" y="687"/>
                </a:lnTo>
                <a:lnTo>
                  <a:pt x="233" y="696"/>
                </a:lnTo>
                <a:lnTo>
                  <a:pt x="236" y="704"/>
                </a:lnTo>
                <a:lnTo>
                  <a:pt x="239" y="713"/>
                </a:lnTo>
                <a:lnTo>
                  <a:pt x="242" y="722"/>
                </a:lnTo>
                <a:lnTo>
                  <a:pt x="245" y="731"/>
                </a:lnTo>
                <a:lnTo>
                  <a:pt x="248" y="739"/>
                </a:lnTo>
                <a:lnTo>
                  <a:pt x="252" y="748"/>
                </a:lnTo>
                <a:lnTo>
                  <a:pt x="256" y="756"/>
                </a:lnTo>
                <a:lnTo>
                  <a:pt x="260" y="764"/>
                </a:lnTo>
                <a:lnTo>
                  <a:pt x="264" y="772"/>
                </a:lnTo>
                <a:lnTo>
                  <a:pt x="268" y="780"/>
                </a:lnTo>
                <a:lnTo>
                  <a:pt x="273" y="788"/>
                </a:lnTo>
                <a:lnTo>
                  <a:pt x="278" y="795"/>
                </a:lnTo>
                <a:lnTo>
                  <a:pt x="283" y="803"/>
                </a:lnTo>
                <a:lnTo>
                  <a:pt x="288" y="810"/>
                </a:lnTo>
                <a:lnTo>
                  <a:pt x="293" y="817"/>
                </a:lnTo>
                <a:lnTo>
                  <a:pt x="299" y="824"/>
                </a:lnTo>
                <a:lnTo>
                  <a:pt x="304" y="832"/>
                </a:lnTo>
                <a:lnTo>
                  <a:pt x="310" y="838"/>
                </a:lnTo>
                <a:lnTo>
                  <a:pt x="316" y="845"/>
                </a:lnTo>
                <a:lnTo>
                  <a:pt x="322" y="852"/>
                </a:lnTo>
                <a:lnTo>
                  <a:pt x="328" y="858"/>
                </a:lnTo>
                <a:lnTo>
                  <a:pt x="337" y="866"/>
                </a:lnTo>
                <a:lnTo>
                  <a:pt x="345" y="874"/>
                </a:lnTo>
                <a:lnTo>
                  <a:pt x="354" y="881"/>
                </a:lnTo>
                <a:lnTo>
                  <a:pt x="363" y="888"/>
                </a:lnTo>
                <a:lnTo>
                  <a:pt x="372" y="896"/>
                </a:lnTo>
                <a:lnTo>
                  <a:pt x="382" y="903"/>
                </a:lnTo>
                <a:lnTo>
                  <a:pt x="392" y="908"/>
                </a:lnTo>
                <a:lnTo>
                  <a:pt x="402" y="915"/>
                </a:lnTo>
                <a:lnTo>
                  <a:pt x="412" y="921"/>
                </a:lnTo>
                <a:lnTo>
                  <a:pt x="422" y="927"/>
                </a:lnTo>
                <a:lnTo>
                  <a:pt x="432" y="932"/>
                </a:lnTo>
                <a:lnTo>
                  <a:pt x="444" y="936"/>
                </a:lnTo>
                <a:lnTo>
                  <a:pt x="454" y="941"/>
                </a:lnTo>
                <a:lnTo>
                  <a:pt x="465" y="945"/>
                </a:lnTo>
                <a:lnTo>
                  <a:pt x="476" y="949"/>
                </a:lnTo>
                <a:lnTo>
                  <a:pt x="488" y="952"/>
                </a:lnTo>
                <a:lnTo>
                  <a:pt x="496" y="941"/>
                </a:lnTo>
                <a:lnTo>
                  <a:pt x="484" y="938"/>
                </a:lnTo>
                <a:lnTo>
                  <a:pt x="473" y="934"/>
                </a:lnTo>
                <a:lnTo>
                  <a:pt x="462" y="930"/>
                </a:lnTo>
                <a:lnTo>
                  <a:pt x="452" y="925"/>
                </a:lnTo>
                <a:lnTo>
                  <a:pt x="440" y="921"/>
                </a:lnTo>
                <a:lnTo>
                  <a:pt x="431" y="916"/>
                </a:lnTo>
                <a:lnTo>
                  <a:pt x="420" y="910"/>
                </a:lnTo>
                <a:lnTo>
                  <a:pt x="410" y="904"/>
                </a:lnTo>
                <a:lnTo>
                  <a:pt x="400" y="899"/>
                </a:lnTo>
                <a:lnTo>
                  <a:pt x="391" y="892"/>
                </a:lnTo>
                <a:lnTo>
                  <a:pt x="381" y="886"/>
                </a:lnTo>
                <a:lnTo>
                  <a:pt x="372" y="879"/>
                </a:lnTo>
                <a:lnTo>
                  <a:pt x="364" y="872"/>
                </a:lnTo>
                <a:lnTo>
                  <a:pt x="355" y="864"/>
                </a:lnTo>
                <a:lnTo>
                  <a:pt x="346" y="856"/>
                </a:lnTo>
                <a:lnTo>
                  <a:pt x="338" y="848"/>
                </a:lnTo>
                <a:lnTo>
                  <a:pt x="332" y="843"/>
                </a:lnTo>
                <a:lnTo>
                  <a:pt x="326" y="836"/>
                </a:lnTo>
                <a:lnTo>
                  <a:pt x="320" y="830"/>
                </a:lnTo>
                <a:lnTo>
                  <a:pt x="315" y="823"/>
                </a:lnTo>
                <a:lnTo>
                  <a:pt x="309" y="816"/>
                </a:lnTo>
                <a:lnTo>
                  <a:pt x="304" y="809"/>
                </a:lnTo>
                <a:lnTo>
                  <a:pt x="299" y="802"/>
                </a:lnTo>
                <a:lnTo>
                  <a:pt x="294" y="795"/>
                </a:lnTo>
                <a:lnTo>
                  <a:pt x="289" y="788"/>
                </a:lnTo>
                <a:lnTo>
                  <a:pt x="284" y="780"/>
                </a:lnTo>
                <a:lnTo>
                  <a:pt x="280" y="773"/>
                </a:lnTo>
                <a:lnTo>
                  <a:pt x="276" y="765"/>
                </a:lnTo>
                <a:lnTo>
                  <a:pt x="272" y="758"/>
                </a:lnTo>
                <a:lnTo>
                  <a:pt x="268" y="750"/>
                </a:lnTo>
                <a:lnTo>
                  <a:pt x="264" y="742"/>
                </a:lnTo>
                <a:lnTo>
                  <a:pt x="260" y="734"/>
                </a:lnTo>
                <a:lnTo>
                  <a:pt x="257" y="726"/>
                </a:lnTo>
                <a:lnTo>
                  <a:pt x="254" y="717"/>
                </a:lnTo>
                <a:lnTo>
                  <a:pt x="252" y="709"/>
                </a:lnTo>
                <a:lnTo>
                  <a:pt x="248" y="700"/>
                </a:lnTo>
                <a:lnTo>
                  <a:pt x="246" y="692"/>
                </a:lnTo>
                <a:lnTo>
                  <a:pt x="244" y="684"/>
                </a:lnTo>
                <a:lnTo>
                  <a:pt x="241" y="675"/>
                </a:lnTo>
                <a:lnTo>
                  <a:pt x="240" y="666"/>
                </a:lnTo>
                <a:lnTo>
                  <a:pt x="238" y="657"/>
                </a:lnTo>
                <a:lnTo>
                  <a:pt x="236" y="648"/>
                </a:lnTo>
                <a:lnTo>
                  <a:pt x="235" y="640"/>
                </a:lnTo>
                <a:lnTo>
                  <a:pt x="234" y="630"/>
                </a:lnTo>
                <a:lnTo>
                  <a:pt x="233" y="621"/>
                </a:lnTo>
                <a:lnTo>
                  <a:pt x="232" y="612"/>
                </a:lnTo>
                <a:lnTo>
                  <a:pt x="232" y="60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84"/>
                </a:lnTo>
                <a:lnTo>
                  <a:pt x="232" y="575"/>
                </a:lnTo>
                <a:lnTo>
                  <a:pt x="233" y="565"/>
                </a:lnTo>
                <a:lnTo>
                  <a:pt x="234" y="556"/>
                </a:lnTo>
                <a:lnTo>
                  <a:pt x="235" y="548"/>
                </a:lnTo>
                <a:lnTo>
                  <a:pt x="236" y="538"/>
                </a:lnTo>
                <a:lnTo>
                  <a:pt x="238" y="529"/>
                </a:lnTo>
                <a:lnTo>
                  <a:pt x="240" y="520"/>
                </a:lnTo>
                <a:lnTo>
                  <a:pt x="241" y="512"/>
                </a:lnTo>
                <a:lnTo>
                  <a:pt x="244" y="503"/>
                </a:lnTo>
                <a:lnTo>
                  <a:pt x="246" y="495"/>
                </a:lnTo>
                <a:lnTo>
                  <a:pt x="248" y="486"/>
                </a:lnTo>
                <a:lnTo>
                  <a:pt x="252" y="478"/>
                </a:lnTo>
                <a:lnTo>
                  <a:pt x="254" y="469"/>
                </a:lnTo>
                <a:lnTo>
                  <a:pt x="257" y="461"/>
                </a:lnTo>
                <a:lnTo>
                  <a:pt x="260" y="452"/>
                </a:lnTo>
                <a:lnTo>
                  <a:pt x="264" y="444"/>
                </a:lnTo>
                <a:lnTo>
                  <a:pt x="268" y="437"/>
                </a:lnTo>
                <a:lnTo>
                  <a:pt x="272" y="429"/>
                </a:lnTo>
                <a:lnTo>
                  <a:pt x="276" y="421"/>
                </a:lnTo>
                <a:lnTo>
                  <a:pt x="280" y="413"/>
                </a:lnTo>
                <a:lnTo>
                  <a:pt x="284" y="406"/>
                </a:lnTo>
                <a:lnTo>
                  <a:pt x="289" y="399"/>
                </a:lnTo>
                <a:lnTo>
                  <a:pt x="294" y="391"/>
                </a:lnTo>
                <a:lnTo>
                  <a:pt x="299" y="384"/>
                </a:lnTo>
                <a:lnTo>
                  <a:pt x="304" y="377"/>
                </a:lnTo>
                <a:lnTo>
                  <a:pt x="309" y="371"/>
                </a:lnTo>
                <a:lnTo>
                  <a:pt x="315" y="363"/>
                </a:lnTo>
                <a:lnTo>
                  <a:pt x="320" y="357"/>
                </a:lnTo>
                <a:lnTo>
                  <a:pt x="326" y="351"/>
                </a:lnTo>
                <a:lnTo>
                  <a:pt x="332" y="344"/>
                </a:lnTo>
                <a:lnTo>
                  <a:pt x="338" y="338"/>
                </a:lnTo>
                <a:lnTo>
                  <a:pt x="344" y="331"/>
                </a:lnTo>
                <a:lnTo>
                  <a:pt x="351" y="326"/>
                </a:lnTo>
                <a:lnTo>
                  <a:pt x="357" y="320"/>
                </a:lnTo>
                <a:lnTo>
                  <a:pt x="364" y="315"/>
                </a:lnTo>
                <a:lnTo>
                  <a:pt x="370" y="309"/>
                </a:lnTo>
                <a:lnTo>
                  <a:pt x="377" y="303"/>
                </a:lnTo>
                <a:lnTo>
                  <a:pt x="384" y="299"/>
                </a:lnTo>
                <a:lnTo>
                  <a:pt x="392" y="294"/>
                </a:lnTo>
                <a:lnTo>
                  <a:pt x="399" y="289"/>
                </a:lnTo>
                <a:lnTo>
                  <a:pt x="406" y="284"/>
                </a:lnTo>
                <a:lnTo>
                  <a:pt x="413" y="280"/>
                </a:lnTo>
                <a:lnTo>
                  <a:pt x="421" y="276"/>
                </a:lnTo>
                <a:lnTo>
                  <a:pt x="429" y="271"/>
                </a:lnTo>
                <a:lnTo>
                  <a:pt x="437" y="267"/>
                </a:lnTo>
                <a:lnTo>
                  <a:pt x="444" y="264"/>
                </a:lnTo>
                <a:lnTo>
                  <a:pt x="452" y="260"/>
                </a:lnTo>
                <a:lnTo>
                  <a:pt x="461" y="257"/>
                </a:lnTo>
                <a:lnTo>
                  <a:pt x="469" y="254"/>
                </a:lnTo>
                <a:lnTo>
                  <a:pt x="477" y="251"/>
                </a:lnTo>
                <a:lnTo>
                  <a:pt x="486" y="248"/>
                </a:lnTo>
                <a:lnTo>
                  <a:pt x="494" y="246"/>
                </a:lnTo>
                <a:lnTo>
                  <a:pt x="503" y="243"/>
                </a:lnTo>
                <a:lnTo>
                  <a:pt x="512" y="241"/>
                </a:lnTo>
                <a:lnTo>
                  <a:pt x="520" y="239"/>
                </a:lnTo>
                <a:lnTo>
                  <a:pt x="529" y="238"/>
                </a:lnTo>
                <a:lnTo>
                  <a:pt x="538" y="236"/>
                </a:lnTo>
                <a:lnTo>
                  <a:pt x="548" y="235"/>
                </a:lnTo>
                <a:lnTo>
                  <a:pt x="556" y="234"/>
                </a:lnTo>
                <a:lnTo>
                  <a:pt x="565" y="233"/>
                </a:lnTo>
                <a:lnTo>
                  <a:pt x="575" y="232"/>
                </a:lnTo>
                <a:lnTo>
                  <a:pt x="584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603" y="232"/>
                </a:lnTo>
                <a:lnTo>
                  <a:pt x="612" y="232"/>
                </a:lnTo>
                <a:lnTo>
                  <a:pt x="621" y="233"/>
                </a:lnTo>
                <a:lnTo>
                  <a:pt x="630" y="234"/>
                </a:lnTo>
                <a:lnTo>
                  <a:pt x="639" y="235"/>
                </a:lnTo>
                <a:lnTo>
                  <a:pt x="649" y="236"/>
                </a:lnTo>
                <a:lnTo>
                  <a:pt x="657" y="238"/>
                </a:lnTo>
                <a:lnTo>
                  <a:pt x="666" y="239"/>
                </a:lnTo>
                <a:lnTo>
                  <a:pt x="675" y="241"/>
                </a:lnTo>
                <a:lnTo>
                  <a:pt x="684" y="243"/>
                </a:lnTo>
                <a:lnTo>
                  <a:pt x="693" y="246"/>
                </a:lnTo>
                <a:lnTo>
                  <a:pt x="701" y="248"/>
                </a:lnTo>
                <a:lnTo>
                  <a:pt x="709" y="251"/>
                </a:lnTo>
                <a:lnTo>
                  <a:pt x="717" y="254"/>
                </a:lnTo>
                <a:lnTo>
                  <a:pt x="726" y="257"/>
                </a:lnTo>
                <a:lnTo>
                  <a:pt x="733" y="260"/>
                </a:lnTo>
                <a:lnTo>
                  <a:pt x="742" y="264"/>
                </a:lnTo>
                <a:lnTo>
                  <a:pt x="750" y="267"/>
                </a:lnTo>
                <a:lnTo>
                  <a:pt x="757" y="271"/>
                </a:lnTo>
                <a:lnTo>
                  <a:pt x="765" y="276"/>
                </a:lnTo>
                <a:lnTo>
                  <a:pt x="773" y="280"/>
                </a:lnTo>
                <a:lnTo>
                  <a:pt x="781" y="284"/>
                </a:lnTo>
                <a:lnTo>
                  <a:pt x="788" y="289"/>
                </a:lnTo>
                <a:lnTo>
                  <a:pt x="795" y="294"/>
                </a:lnTo>
                <a:lnTo>
                  <a:pt x="802" y="299"/>
                </a:lnTo>
                <a:lnTo>
                  <a:pt x="809" y="303"/>
                </a:lnTo>
                <a:lnTo>
                  <a:pt x="817" y="309"/>
                </a:lnTo>
                <a:lnTo>
                  <a:pt x="823" y="315"/>
                </a:lnTo>
                <a:lnTo>
                  <a:pt x="829" y="320"/>
                </a:lnTo>
                <a:lnTo>
                  <a:pt x="836" y="326"/>
                </a:lnTo>
                <a:lnTo>
                  <a:pt x="842" y="331"/>
                </a:lnTo>
                <a:lnTo>
                  <a:pt x="849" y="338"/>
                </a:lnTo>
                <a:lnTo>
                  <a:pt x="855" y="344"/>
                </a:lnTo>
                <a:lnTo>
                  <a:pt x="861" y="351"/>
                </a:lnTo>
                <a:lnTo>
                  <a:pt x="866" y="357"/>
                </a:lnTo>
                <a:lnTo>
                  <a:pt x="872" y="363"/>
                </a:lnTo>
                <a:lnTo>
                  <a:pt x="877" y="371"/>
                </a:lnTo>
                <a:lnTo>
                  <a:pt x="883" y="377"/>
                </a:lnTo>
                <a:lnTo>
                  <a:pt x="888" y="384"/>
                </a:lnTo>
                <a:lnTo>
                  <a:pt x="893" y="391"/>
                </a:lnTo>
                <a:lnTo>
                  <a:pt x="897" y="399"/>
                </a:lnTo>
                <a:lnTo>
                  <a:pt x="902" y="406"/>
                </a:lnTo>
                <a:lnTo>
                  <a:pt x="906" y="413"/>
                </a:lnTo>
                <a:lnTo>
                  <a:pt x="911" y="421"/>
                </a:lnTo>
                <a:lnTo>
                  <a:pt x="915" y="429"/>
                </a:lnTo>
                <a:lnTo>
                  <a:pt x="919" y="437"/>
                </a:lnTo>
                <a:lnTo>
                  <a:pt x="923" y="444"/>
                </a:lnTo>
                <a:lnTo>
                  <a:pt x="926" y="452"/>
                </a:lnTo>
                <a:lnTo>
                  <a:pt x="929" y="461"/>
                </a:lnTo>
                <a:lnTo>
                  <a:pt x="933" y="469"/>
                </a:lnTo>
                <a:lnTo>
                  <a:pt x="936" y="478"/>
                </a:lnTo>
                <a:lnTo>
                  <a:pt x="938" y="486"/>
                </a:lnTo>
                <a:lnTo>
                  <a:pt x="941" y="495"/>
                </a:lnTo>
                <a:lnTo>
                  <a:pt x="943" y="503"/>
                </a:lnTo>
                <a:lnTo>
                  <a:pt x="945" y="512"/>
                </a:lnTo>
                <a:lnTo>
                  <a:pt x="947" y="520"/>
                </a:lnTo>
                <a:lnTo>
                  <a:pt x="949" y="529"/>
                </a:lnTo>
                <a:lnTo>
                  <a:pt x="950" y="538"/>
                </a:lnTo>
                <a:lnTo>
                  <a:pt x="952" y="548"/>
                </a:lnTo>
                <a:lnTo>
                  <a:pt x="953" y="556"/>
                </a:lnTo>
                <a:lnTo>
                  <a:pt x="953" y="565"/>
                </a:lnTo>
                <a:lnTo>
                  <a:pt x="954" y="575"/>
                </a:lnTo>
                <a:lnTo>
                  <a:pt x="954" y="584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603"/>
                </a:lnTo>
                <a:lnTo>
                  <a:pt x="954" y="612"/>
                </a:lnTo>
                <a:lnTo>
                  <a:pt x="953" y="621"/>
                </a:lnTo>
                <a:lnTo>
                  <a:pt x="953" y="630"/>
                </a:lnTo>
                <a:lnTo>
                  <a:pt x="952" y="640"/>
                </a:lnTo>
                <a:lnTo>
                  <a:pt x="950" y="648"/>
                </a:lnTo>
                <a:lnTo>
                  <a:pt x="949" y="657"/>
                </a:lnTo>
                <a:lnTo>
                  <a:pt x="947" y="666"/>
                </a:lnTo>
                <a:lnTo>
                  <a:pt x="945" y="675"/>
                </a:lnTo>
                <a:lnTo>
                  <a:pt x="943" y="684"/>
                </a:lnTo>
                <a:lnTo>
                  <a:pt x="941" y="692"/>
                </a:lnTo>
                <a:lnTo>
                  <a:pt x="938" y="700"/>
                </a:lnTo>
                <a:lnTo>
                  <a:pt x="936" y="709"/>
                </a:lnTo>
                <a:lnTo>
                  <a:pt x="933" y="717"/>
                </a:lnTo>
                <a:lnTo>
                  <a:pt x="929" y="726"/>
                </a:lnTo>
                <a:lnTo>
                  <a:pt x="926" y="734"/>
                </a:lnTo>
                <a:lnTo>
                  <a:pt x="923" y="742"/>
                </a:lnTo>
                <a:lnTo>
                  <a:pt x="919" y="750"/>
                </a:lnTo>
                <a:lnTo>
                  <a:pt x="915" y="758"/>
                </a:lnTo>
                <a:lnTo>
                  <a:pt x="911" y="765"/>
                </a:lnTo>
                <a:lnTo>
                  <a:pt x="906" y="773"/>
                </a:lnTo>
                <a:lnTo>
                  <a:pt x="902" y="780"/>
                </a:lnTo>
                <a:lnTo>
                  <a:pt x="897" y="788"/>
                </a:lnTo>
                <a:lnTo>
                  <a:pt x="893" y="795"/>
                </a:lnTo>
                <a:lnTo>
                  <a:pt x="888" y="802"/>
                </a:lnTo>
                <a:lnTo>
                  <a:pt x="883" y="809"/>
                </a:lnTo>
                <a:lnTo>
                  <a:pt x="877" y="816"/>
                </a:lnTo>
                <a:lnTo>
                  <a:pt x="872" y="823"/>
                </a:lnTo>
                <a:lnTo>
                  <a:pt x="866" y="830"/>
                </a:lnTo>
                <a:lnTo>
                  <a:pt x="861" y="836"/>
                </a:lnTo>
                <a:lnTo>
                  <a:pt x="855" y="843"/>
                </a:lnTo>
                <a:lnTo>
                  <a:pt x="849" y="848"/>
                </a:lnTo>
                <a:lnTo>
                  <a:pt x="841" y="856"/>
                </a:lnTo>
                <a:lnTo>
                  <a:pt x="832" y="864"/>
                </a:lnTo>
                <a:lnTo>
                  <a:pt x="823" y="872"/>
                </a:lnTo>
                <a:lnTo>
                  <a:pt x="814" y="879"/>
                </a:lnTo>
                <a:lnTo>
                  <a:pt x="805" y="886"/>
                </a:lnTo>
                <a:lnTo>
                  <a:pt x="796" y="892"/>
                </a:lnTo>
                <a:lnTo>
                  <a:pt x="786" y="899"/>
                </a:lnTo>
                <a:lnTo>
                  <a:pt x="777" y="904"/>
                </a:lnTo>
                <a:lnTo>
                  <a:pt x="766" y="910"/>
                </a:lnTo>
                <a:lnTo>
                  <a:pt x="756" y="916"/>
                </a:lnTo>
                <a:lnTo>
                  <a:pt x="745" y="921"/>
                </a:lnTo>
                <a:lnTo>
                  <a:pt x="735" y="925"/>
                </a:lnTo>
                <a:lnTo>
                  <a:pt x="725" y="930"/>
                </a:lnTo>
                <a:lnTo>
                  <a:pt x="713" y="934"/>
                </a:lnTo>
                <a:lnTo>
                  <a:pt x="702" y="938"/>
                </a:lnTo>
                <a:lnTo>
                  <a:pt x="691" y="941"/>
                </a:lnTo>
                <a:lnTo>
                  <a:pt x="699" y="952"/>
                </a:lnTo>
                <a:lnTo>
                  <a:pt x="710" y="949"/>
                </a:lnTo>
                <a:lnTo>
                  <a:pt x="721" y="945"/>
                </a:lnTo>
                <a:lnTo>
                  <a:pt x="733" y="941"/>
                </a:lnTo>
                <a:lnTo>
                  <a:pt x="743" y="936"/>
                </a:lnTo>
                <a:lnTo>
                  <a:pt x="754" y="932"/>
                </a:lnTo>
                <a:lnTo>
                  <a:pt x="765" y="927"/>
                </a:lnTo>
                <a:lnTo>
                  <a:pt x="775" y="921"/>
                </a:lnTo>
                <a:lnTo>
                  <a:pt x="785" y="915"/>
                </a:lnTo>
                <a:lnTo>
                  <a:pt x="795" y="909"/>
                </a:lnTo>
                <a:lnTo>
                  <a:pt x="805" y="903"/>
                </a:lnTo>
                <a:lnTo>
                  <a:pt x="814" y="896"/>
                </a:lnTo>
                <a:lnTo>
                  <a:pt x="823" y="888"/>
                </a:lnTo>
                <a:lnTo>
                  <a:pt x="833" y="881"/>
                </a:lnTo>
                <a:lnTo>
                  <a:pt x="841" y="874"/>
                </a:lnTo>
                <a:lnTo>
                  <a:pt x="850" y="866"/>
                </a:lnTo>
                <a:lnTo>
                  <a:pt x="858" y="858"/>
                </a:lnTo>
                <a:lnTo>
                  <a:pt x="865" y="852"/>
                </a:lnTo>
                <a:lnTo>
                  <a:pt x="871" y="845"/>
                </a:lnTo>
                <a:lnTo>
                  <a:pt x="877" y="838"/>
                </a:lnTo>
                <a:lnTo>
                  <a:pt x="882" y="832"/>
                </a:lnTo>
                <a:lnTo>
                  <a:pt x="888" y="824"/>
                </a:lnTo>
                <a:lnTo>
                  <a:pt x="893" y="817"/>
                </a:lnTo>
                <a:lnTo>
                  <a:pt x="898" y="810"/>
                </a:lnTo>
                <a:lnTo>
                  <a:pt x="904" y="803"/>
                </a:lnTo>
                <a:lnTo>
                  <a:pt x="909" y="795"/>
                </a:lnTo>
                <a:lnTo>
                  <a:pt x="913" y="788"/>
                </a:lnTo>
                <a:lnTo>
                  <a:pt x="918" y="780"/>
                </a:lnTo>
                <a:lnTo>
                  <a:pt x="923" y="772"/>
                </a:lnTo>
                <a:lnTo>
                  <a:pt x="927" y="764"/>
                </a:lnTo>
                <a:lnTo>
                  <a:pt x="931" y="756"/>
                </a:lnTo>
                <a:lnTo>
                  <a:pt x="935" y="748"/>
                </a:lnTo>
                <a:lnTo>
                  <a:pt x="938" y="739"/>
                </a:lnTo>
                <a:lnTo>
                  <a:pt x="941" y="731"/>
                </a:lnTo>
                <a:lnTo>
                  <a:pt x="945" y="722"/>
                </a:lnTo>
                <a:lnTo>
                  <a:pt x="948" y="713"/>
                </a:lnTo>
                <a:lnTo>
                  <a:pt x="951" y="704"/>
                </a:lnTo>
                <a:lnTo>
                  <a:pt x="953" y="696"/>
                </a:lnTo>
                <a:lnTo>
                  <a:pt x="956" y="687"/>
                </a:lnTo>
                <a:lnTo>
                  <a:pt x="958" y="678"/>
                </a:lnTo>
                <a:lnTo>
                  <a:pt x="960" y="669"/>
                </a:lnTo>
                <a:lnTo>
                  <a:pt x="961" y="660"/>
                </a:lnTo>
                <a:lnTo>
                  <a:pt x="964" y="650"/>
                </a:lnTo>
                <a:lnTo>
                  <a:pt x="965" y="641"/>
                </a:lnTo>
                <a:lnTo>
                  <a:pt x="965" y="632"/>
                </a:lnTo>
                <a:lnTo>
                  <a:pt x="967" y="622"/>
                </a:lnTo>
                <a:lnTo>
                  <a:pt x="967" y="612"/>
                </a:lnTo>
                <a:lnTo>
                  <a:pt x="968" y="60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84"/>
                </a:lnTo>
                <a:lnTo>
                  <a:pt x="967" y="574"/>
                </a:lnTo>
                <a:lnTo>
                  <a:pt x="967" y="564"/>
                </a:lnTo>
                <a:lnTo>
                  <a:pt x="965" y="555"/>
                </a:lnTo>
                <a:lnTo>
                  <a:pt x="965" y="546"/>
                </a:lnTo>
                <a:lnTo>
                  <a:pt x="964" y="536"/>
                </a:lnTo>
                <a:lnTo>
                  <a:pt x="961" y="527"/>
                </a:lnTo>
                <a:lnTo>
                  <a:pt x="960" y="518"/>
                </a:lnTo>
                <a:lnTo>
                  <a:pt x="958" y="509"/>
                </a:lnTo>
                <a:lnTo>
                  <a:pt x="956" y="500"/>
                </a:lnTo>
                <a:lnTo>
                  <a:pt x="953" y="491"/>
                </a:lnTo>
                <a:lnTo>
                  <a:pt x="951" y="482"/>
                </a:lnTo>
                <a:lnTo>
                  <a:pt x="948" y="473"/>
                </a:lnTo>
                <a:lnTo>
                  <a:pt x="945" y="464"/>
                </a:lnTo>
                <a:lnTo>
                  <a:pt x="941" y="456"/>
                </a:lnTo>
                <a:lnTo>
                  <a:pt x="938" y="448"/>
                </a:lnTo>
                <a:lnTo>
                  <a:pt x="935" y="439"/>
                </a:lnTo>
                <a:lnTo>
                  <a:pt x="931" y="431"/>
                </a:lnTo>
                <a:lnTo>
                  <a:pt x="927" y="423"/>
                </a:lnTo>
                <a:lnTo>
                  <a:pt x="923" y="415"/>
                </a:lnTo>
                <a:lnTo>
                  <a:pt x="918" y="407"/>
                </a:lnTo>
                <a:lnTo>
                  <a:pt x="913" y="399"/>
                </a:lnTo>
                <a:lnTo>
                  <a:pt x="909" y="391"/>
                </a:lnTo>
                <a:lnTo>
                  <a:pt x="904" y="383"/>
                </a:lnTo>
                <a:lnTo>
                  <a:pt x="898" y="376"/>
                </a:lnTo>
                <a:lnTo>
                  <a:pt x="893" y="369"/>
                </a:lnTo>
                <a:lnTo>
                  <a:pt x="888" y="362"/>
                </a:lnTo>
                <a:lnTo>
                  <a:pt x="882" y="355"/>
                </a:lnTo>
                <a:lnTo>
                  <a:pt x="877" y="348"/>
                </a:lnTo>
                <a:lnTo>
                  <a:pt x="871" y="342"/>
                </a:lnTo>
                <a:lnTo>
                  <a:pt x="865" y="335"/>
                </a:lnTo>
                <a:lnTo>
                  <a:pt x="858" y="328"/>
                </a:lnTo>
                <a:lnTo>
                  <a:pt x="852" y="322"/>
                </a:lnTo>
                <a:lnTo>
                  <a:pt x="845" y="316"/>
                </a:lnTo>
                <a:lnTo>
                  <a:pt x="838" y="310"/>
                </a:lnTo>
                <a:lnTo>
                  <a:pt x="832" y="304"/>
                </a:lnTo>
                <a:lnTo>
                  <a:pt x="825" y="299"/>
                </a:lnTo>
                <a:lnTo>
                  <a:pt x="817" y="293"/>
                </a:lnTo>
                <a:lnTo>
                  <a:pt x="810" y="288"/>
                </a:lnTo>
                <a:lnTo>
                  <a:pt x="803" y="283"/>
                </a:lnTo>
                <a:lnTo>
                  <a:pt x="795" y="278"/>
                </a:lnTo>
                <a:lnTo>
                  <a:pt x="787" y="273"/>
                </a:lnTo>
                <a:lnTo>
                  <a:pt x="780" y="268"/>
                </a:lnTo>
                <a:lnTo>
                  <a:pt x="772" y="264"/>
                </a:lnTo>
                <a:lnTo>
                  <a:pt x="764" y="259"/>
                </a:lnTo>
                <a:lnTo>
                  <a:pt x="756" y="255"/>
                </a:lnTo>
                <a:lnTo>
                  <a:pt x="748" y="251"/>
                </a:lnTo>
                <a:lnTo>
                  <a:pt x="739" y="248"/>
                </a:lnTo>
                <a:lnTo>
                  <a:pt x="731" y="245"/>
                </a:lnTo>
                <a:lnTo>
                  <a:pt x="722" y="242"/>
                </a:lnTo>
                <a:lnTo>
                  <a:pt x="713" y="239"/>
                </a:lnTo>
                <a:lnTo>
                  <a:pt x="705" y="235"/>
                </a:lnTo>
                <a:lnTo>
                  <a:pt x="696" y="233"/>
                </a:lnTo>
                <a:lnTo>
                  <a:pt x="687" y="231"/>
                </a:lnTo>
                <a:lnTo>
                  <a:pt x="678" y="228"/>
                </a:lnTo>
                <a:lnTo>
                  <a:pt x="669" y="227"/>
                </a:lnTo>
                <a:lnTo>
                  <a:pt x="660" y="225"/>
                </a:lnTo>
                <a:lnTo>
                  <a:pt x="650" y="223"/>
                </a:lnTo>
                <a:lnTo>
                  <a:pt x="641" y="222"/>
                </a:lnTo>
                <a:lnTo>
                  <a:pt x="632" y="221"/>
                </a:lnTo>
                <a:lnTo>
                  <a:pt x="622" y="220"/>
                </a:lnTo>
                <a:lnTo>
                  <a:pt x="613" y="219"/>
                </a:lnTo>
                <a:lnTo>
                  <a:pt x="60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close/>
                <a:moveTo>
                  <a:pt x="593" y="14"/>
                </a:move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78" y="14"/>
                </a:lnTo>
                <a:lnTo>
                  <a:pt x="564" y="15"/>
                </a:lnTo>
                <a:lnTo>
                  <a:pt x="548" y="15"/>
                </a:lnTo>
                <a:lnTo>
                  <a:pt x="534" y="16"/>
                </a:lnTo>
                <a:lnTo>
                  <a:pt x="520" y="19"/>
                </a:lnTo>
                <a:lnTo>
                  <a:pt x="505" y="20"/>
                </a:lnTo>
                <a:lnTo>
                  <a:pt x="491" y="23"/>
                </a:lnTo>
                <a:lnTo>
                  <a:pt x="476" y="26"/>
                </a:lnTo>
                <a:lnTo>
                  <a:pt x="463" y="28"/>
                </a:lnTo>
                <a:lnTo>
                  <a:pt x="448" y="32"/>
                </a:lnTo>
                <a:lnTo>
                  <a:pt x="435" y="35"/>
                </a:lnTo>
                <a:lnTo>
                  <a:pt x="421" y="40"/>
                </a:lnTo>
                <a:lnTo>
                  <a:pt x="408" y="44"/>
                </a:lnTo>
                <a:lnTo>
                  <a:pt x="394" y="49"/>
                </a:lnTo>
                <a:lnTo>
                  <a:pt x="381" y="54"/>
                </a:lnTo>
                <a:lnTo>
                  <a:pt x="368" y="59"/>
                </a:lnTo>
                <a:lnTo>
                  <a:pt x="355" y="65"/>
                </a:lnTo>
                <a:lnTo>
                  <a:pt x="342" y="71"/>
                </a:lnTo>
                <a:lnTo>
                  <a:pt x="329" y="77"/>
                </a:lnTo>
                <a:lnTo>
                  <a:pt x="317" y="83"/>
                </a:lnTo>
                <a:lnTo>
                  <a:pt x="305" y="91"/>
                </a:lnTo>
                <a:lnTo>
                  <a:pt x="292" y="98"/>
                </a:lnTo>
                <a:lnTo>
                  <a:pt x="281" y="105"/>
                </a:lnTo>
                <a:lnTo>
                  <a:pt x="269" y="113"/>
                </a:lnTo>
                <a:lnTo>
                  <a:pt x="258" y="120"/>
                </a:lnTo>
                <a:lnTo>
                  <a:pt x="247" y="129"/>
                </a:lnTo>
                <a:lnTo>
                  <a:pt x="236" y="137"/>
                </a:lnTo>
                <a:lnTo>
                  <a:pt x="224" y="146"/>
                </a:lnTo>
                <a:lnTo>
                  <a:pt x="214" y="155"/>
                </a:lnTo>
                <a:lnTo>
                  <a:pt x="203" y="164"/>
                </a:lnTo>
                <a:lnTo>
                  <a:pt x="193" y="174"/>
                </a:lnTo>
                <a:lnTo>
                  <a:pt x="183" y="183"/>
                </a:lnTo>
                <a:lnTo>
                  <a:pt x="174" y="194"/>
                </a:lnTo>
                <a:lnTo>
                  <a:pt x="164" y="203"/>
                </a:lnTo>
                <a:lnTo>
                  <a:pt x="155" y="214"/>
                </a:lnTo>
                <a:lnTo>
                  <a:pt x="146" y="224"/>
                </a:lnTo>
                <a:lnTo>
                  <a:pt x="137" y="235"/>
                </a:lnTo>
                <a:lnTo>
                  <a:pt x="129" y="247"/>
                </a:lnTo>
                <a:lnTo>
                  <a:pt x="120" y="258"/>
                </a:lnTo>
                <a:lnTo>
                  <a:pt x="112" y="269"/>
                </a:lnTo>
                <a:lnTo>
                  <a:pt x="105" y="281"/>
                </a:lnTo>
                <a:lnTo>
                  <a:pt x="98" y="292"/>
                </a:lnTo>
                <a:lnTo>
                  <a:pt x="91" y="305"/>
                </a:lnTo>
                <a:lnTo>
                  <a:pt x="83" y="317"/>
                </a:lnTo>
                <a:lnTo>
                  <a:pt x="77" y="330"/>
                </a:lnTo>
                <a:lnTo>
                  <a:pt x="71" y="342"/>
                </a:lnTo>
                <a:lnTo>
                  <a:pt x="65" y="355"/>
                </a:lnTo>
                <a:lnTo>
                  <a:pt x="59" y="367"/>
                </a:lnTo>
                <a:lnTo>
                  <a:pt x="54" y="381"/>
                </a:lnTo>
                <a:lnTo>
                  <a:pt x="49" y="394"/>
                </a:lnTo>
                <a:lnTo>
                  <a:pt x="44" y="408"/>
                </a:lnTo>
                <a:lnTo>
                  <a:pt x="39" y="421"/>
                </a:lnTo>
                <a:lnTo>
                  <a:pt x="35" y="435"/>
                </a:lnTo>
                <a:lnTo>
                  <a:pt x="32" y="448"/>
                </a:lnTo>
                <a:lnTo>
                  <a:pt x="28" y="463"/>
                </a:lnTo>
                <a:lnTo>
                  <a:pt x="25" y="476"/>
                </a:lnTo>
                <a:lnTo>
                  <a:pt x="23" y="491"/>
                </a:lnTo>
                <a:lnTo>
                  <a:pt x="20" y="505"/>
                </a:lnTo>
                <a:lnTo>
                  <a:pt x="18" y="520"/>
                </a:lnTo>
                <a:lnTo>
                  <a:pt x="16" y="534"/>
                </a:lnTo>
                <a:lnTo>
                  <a:pt x="15" y="548"/>
                </a:lnTo>
                <a:lnTo>
                  <a:pt x="15" y="564"/>
                </a:lnTo>
                <a:lnTo>
                  <a:pt x="14" y="578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608"/>
                </a:lnTo>
                <a:lnTo>
                  <a:pt x="15" y="623"/>
                </a:lnTo>
                <a:lnTo>
                  <a:pt x="15" y="638"/>
                </a:lnTo>
                <a:lnTo>
                  <a:pt x="16" y="652"/>
                </a:lnTo>
                <a:lnTo>
                  <a:pt x="18" y="667"/>
                </a:lnTo>
                <a:lnTo>
                  <a:pt x="20" y="682"/>
                </a:lnTo>
                <a:lnTo>
                  <a:pt x="23" y="696"/>
                </a:lnTo>
                <a:lnTo>
                  <a:pt x="25" y="710"/>
                </a:lnTo>
                <a:lnTo>
                  <a:pt x="28" y="724"/>
                </a:lnTo>
                <a:lnTo>
                  <a:pt x="32" y="738"/>
                </a:lnTo>
                <a:lnTo>
                  <a:pt x="35" y="752"/>
                </a:lnTo>
                <a:lnTo>
                  <a:pt x="40" y="765"/>
                </a:lnTo>
                <a:lnTo>
                  <a:pt x="44" y="779"/>
                </a:lnTo>
                <a:lnTo>
                  <a:pt x="49" y="792"/>
                </a:lnTo>
                <a:lnTo>
                  <a:pt x="54" y="806"/>
                </a:lnTo>
                <a:lnTo>
                  <a:pt x="59" y="819"/>
                </a:lnTo>
                <a:lnTo>
                  <a:pt x="65" y="832"/>
                </a:lnTo>
                <a:lnTo>
                  <a:pt x="71" y="844"/>
                </a:lnTo>
                <a:lnTo>
                  <a:pt x="77" y="857"/>
                </a:lnTo>
                <a:lnTo>
                  <a:pt x="83" y="869"/>
                </a:lnTo>
                <a:lnTo>
                  <a:pt x="91" y="882"/>
                </a:lnTo>
                <a:lnTo>
                  <a:pt x="98" y="894"/>
                </a:lnTo>
                <a:lnTo>
                  <a:pt x="105" y="906"/>
                </a:lnTo>
                <a:lnTo>
                  <a:pt x="112" y="917"/>
                </a:lnTo>
                <a:lnTo>
                  <a:pt x="120" y="928"/>
                </a:lnTo>
                <a:lnTo>
                  <a:pt x="129" y="940"/>
                </a:lnTo>
                <a:lnTo>
                  <a:pt x="137" y="951"/>
                </a:lnTo>
                <a:lnTo>
                  <a:pt x="146" y="962"/>
                </a:lnTo>
                <a:lnTo>
                  <a:pt x="155" y="972"/>
                </a:lnTo>
                <a:lnTo>
                  <a:pt x="164" y="983"/>
                </a:lnTo>
                <a:lnTo>
                  <a:pt x="174" y="993"/>
                </a:lnTo>
                <a:lnTo>
                  <a:pt x="183" y="1003"/>
                </a:lnTo>
                <a:lnTo>
                  <a:pt x="193" y="1012"/>
                </a:lnTo>
                <a:lnTo>
                  <a:pt x="203" y="1022"/>
                </a:lnTo>
                <a:lnTo>
                  <a:pt x="214" y="1032"/>
                </a:lnTo>
                <a:lnTo>
                  <a:pt x="224" y="1040"/>
                </a:lnTo>
                <a:lnTo>
                  <a:pt x="236" y="1049"/>
                </a:lnTo>
                <a:lnTo>
                  <a:pt x="247" y="1058"/>
                </a:lnTo>
                <a:lnTo>
                  <a:pt x="258" y="1066"/>
                </a:lnTo>
                <a:lnTo>
                  <a:pt x="269" y="1074"/>
                </a:lnTo>
                <a:lnTo>
                  <a:pt x="281" y="1081"/>
                </a:lnTo>
                <a:lnTo>
                  <a:pt x="292" y="1089"/>
                </a:lnTo>
                <a:lnTo>
                  <a:pt x="305" y="1096"/>
                </a:lnTo>
                <a:lnTo>
                  <a:pt x="317" y="1103"/>
                </a:lnTo>
                <a:lnTo>
                  <a:pt x="329" y="1109"/>
                </a:lnTo>
                <a:lnTo>
                  <a:pt x="342" y="1116"/>
                </a:lnTo>
                <a:lnTo>
                  <a:pt x="355" y="1121"/>
                </a:lnTo>
                <a:lnTo>
                  <a:pt x="368" y="1127"/>
                </a:lnTo>
                <a:lnTo>
                  <a:pt x="381" y="1133"/>
                </a:lnTo>
                <a:lnTo>
                  <a:pt x="394" y="1138"/>
                </a:lnTo>
                <a:lnTo>
                  <a:pt x="408" y="1142"/>
                </a:lnTo>
                <a:lnTo>
                  <a:pt x="421" y="1147"/>
                </a:lnTo>
                <a:lnTo>
                  <a:pt x="435" y="1151"/>
                </a:lnTo>
                <a:lnTo>
                  <a:pt x="448" y="1155"/>
                </a:lnTo>
                <a:lnTo>
                  <a:pt x="463" y="1158"/>
                </a:lnTo>
                <a:lnTo>
                  <a:pt x="476" y="1161"/>
                </a:lnTo>
                <a:lnTo>
                  <a:pt x="491" y="1164"/>
                </a:lnTo>
                <a:lnTo>
                  <a:pt x="505" y="1166"/>
                </a:lnTo>
                <a:lnTo>
                  <a:pt x="520" y="1169"/>
                </a:lnTo>
                <a:lnTo>
                  <a:pt x="534" y="1170"/>
                </a:lnTo>
                <a:lnTo>
                  <a:pt x="548" y="1171"/>
                </a:lnTo>
                <a:lnTo>
                  <a:pt x="564" y="1172"/>
                </a:lnTo>
                <a:lnTo>
                  <a:pt x="578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609" y="1173"/>
                </a:lnTo>
                <a:lnTo>
                  <a:pt x="623" y="1172"/>
                </a:lnTo>
                <a:lnTo>
                  <a:pt x="638" y="1171"/>
                </a:lnTo>
                <a:lnTo>
                  <a:pt x="653" y="1170"/>
                </a:lnTo>
                <a:lnTo>
                  <a:pt x="667" y="1169"/>
                </a:lnTo>
                <a:lnTo>
                  <a:pt x="681" y="1166"/>
                </a:lnTo>
                <a:lnTo>
                  <a:pt x="696" y="1164"/>
                </a:lnTo>
                <a:lnTo>
                  <a:pt x="710" y="1161"/>
                </a:lnTo>
                <a:lnTo>
                  <a:pt x="725" y="1158"/>
                </a:lnTo>
                <a:lnTo>
                  <a:pt x="738" y="1155"/>
                </a:lnTo>
                <a:lnTo>
                  <a:pt x="752" y="1151"/>
                </a:lnTo>
                <a:lnTo>
                  <a:pt x="765" y="1147"/>
                </a:lnTo>
                <a:lnTo>
                  <a:pt x="779" y="1142"/>
                </a:lnTo>
                <a:lnTo>
                  <a:pt x="793" y="1138"/>
                </a:lnTo>
                <a:lnTo>
                  <a:pt x="806" y="1133"/>
                </a:lnTo>
                <a:lnTo>
                  <a:pt x="819" y="1127"/>
                </a:lnTo>
                <a:lnTo>
                  <a:pt x="832" y="1121"/>
                </a:lnTo>
                <a:lnTo>
                  <a:pt x="845" y="1116"/>
                </a:lnTo>
                <a:lnTo>
                  <a:pt x="857" y="1109"/>
                </a:lnTo>
                <a:lnTo>
                  <a:pt x="869" y="1103"/>
                </a:lnTo>
                <a:lnTo>
                  <a:pt x="882" y="1096"/>
                </a:lnTo>
                <a:lnTo>
                  <a:pt x="893" y="1089"/>
                </a:lnTo>
                <a:lnTo>
                  <a:pt x="905" y="1081"/>
                </a:lnTo>
                <a:lnTo>
                  <a:pt x="917" y="1074"/>
                </a:lnTo>
                <a:lnTo>
                  <a:pt x="929" y="1066"/>
                </a:lnTo>
                <a:lnTo>
                  <a:pt x="940" y="1058"/>
                </a:lnTo>
                <a:lnTo>
                  <a:pt x="951" y="1049"/>
                </a:lnTo>
                <a:lnTo>
                  <a:pt x="961" y="1040"/>
                </a:lnTo>
                <a:lnTo>
                  <a:pt x="973" y="1032"/>
                </a:lnTo>
                <a:lnTo>
                  <a:pt x="983" y="1022"/>
                </a:lnTo>
                <a:lnTo>
                  <a:pt x="994" y="1012"/>
                </a:lnTo>
                <a:lnTo>
                  <a:pt x="1003" y="1003"/>
                </a:lnTo>
                <a:lnTo>
                  <a:pt x="1013" y="993"/>
                </a:lnTo>
                <a:lnTo>
                  <a:pt x="1022" y="983"/>
                </a:lnTo>
                <a:lnTo>
                  <a:pt x="1032" y="972"/>
                </a:lnTo>
                <a:lnTo>
                  <a:pt x="1041" y="962"/>
                </a:lnTo>
                <a:lnTo>
                  <a:pt x="1050" y="951"/>
                </a:lnTo>
                <a:lnTo>
                  <a:pt x="1058" y="940"/>
                </a:lnTo>
                <a:lnTo>
                  <a:pt x="1066" y="928"/>
                </a:lnTo>
                <a:lnTo>
                  <a:pt x="1074" y="917"/>
                </a:lnTo>
                <a:lnTo>
                  <a:pt x="1082" y="906"/>
                </a:lnTo>
                <a:lnTo>
                  <a:pt x="1089" y="894"/>
                </a:lnTo>
                <a:lnTo>
                  <a:pt x="1096" y="882"/>
                </a:lnTo>
                <a:lnTo>
                  <a:pt x="1103" y="869"/>
                </a:lnTo>
                <a:lnTo>
                  <a:pt x="1110" y="857"/>
                </a:lnTo>
                <a:lnTo>
                  <a:pt x="1116" y="844"/>
                </a:lnTo>
                <a:lnTo>
                  <a:pt x="1122" y="832"/>
                </a:lnTo>
                <a:lnTo>
                  <a:pt x="1127" y="819"/>
                </a:lnTo>
                <a:lnTo>
                  <a:pt x="1133" y="806"/>
                </a:lnTo>
                <a:lnTo>
                  <a:pt x="1138" y="792"/>
                </a:lnTo>
                <a:lnTo>
                  <a:pt x="1142" y="779"/>
                </a:lnTo>
                <a:lnTo>
                  <a:pt x="1147" y="765"/>
                </a:lnTo>
                <a:lnTo>
                  <a:pt x="1151" y="752"/>
                </a:lnTo>
                <a:lnTo>
                  <a:pt x="1154" y="738"/>
                </a:lnTo>
                <a:lnTo>
                  <a:pt x="1158" y="724"/>
                </a:lnTo>
                <a:lnTo>
                  <a:pt x="1162" y="710"/>
                </a:lnTo>
                <a:lnTo>
                  <a:pt x="1164" y="696"/>
                </a:lnTo>
                <a:lnTo>
                  <a:pt x="1166" y="682"/>
                </a:lnTo>
                <a:lnTo>
                  <a:pt x="1168" y="667"/>
                </a:lnTo>
                <a:lnTo>
                  <a:pt x="1170" y="652"/>
                </a:lnTo>
                <a:lnTo>
                  <a:pt x="1171" y="638"/>
                </a:lnTo>
                <a:lnTo>
                  <a:pt x="1172" y="623"/>
                </a:lnTo>
                <a:lnTo>
                  <a:pt x="1173" y="608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78"/>
                </a:lnTo>
                <a:lnTo>
                  <a:pt x="1172" y="564"/>
                </a:lnTo>
                <a:lnTo>
                  <a:pt x="1171" y="548"/>
                </a:lnTo>
                <a:lnTo>
                  <a:pt x="1170" y="534"/>
                </a:lnTo>
                <a:lnTo>
                  <a:pt x="1168" y="520"/>
                </a:lnTo>
                <a:lnTo>
                  <a:pt x="1166" y="505"/>
                </a:lnTo>
                <a:lnTo>
                  <a:pt x="1164" y="491"/>
                </a:lnTo>
                <a:lnTo>
                  <a:pt x="1162" y="476"/>
                </a:lnTo>
                <a:lnTo>
                  <a:pt x="1158" y="463"/>
                </a:lnTo>
                <a:lnTo>
                  <a:pt x="1154" y="448"/>
                </a:lnTo>
                <a:lnTo>
                  <a:pt x="1151" y="435"/>
                </a:lnTo>
                <a:lnTo>
                  <a:pt x="1147" y="421"/>
                </a:lnTo>
                <a:lnTo>
                  <a:pt x="1142" y="408"/>
                </a:lnTo>
                <a:lnTo>
                  <a:pt x="1138" y="394"/>
                </a:lnTo>
                <a:lnTo>
                  <a:pt x="1133" y="381"/>
                </a:lnTo>
                <a:lnTo>
                  <a:pt x="1127" y="367"/>
                </a:lnTo>
                <a:lnTo>
                  <a:pt x="1122" y="355"/>
                </a:lnTo>
                <a:lnTo>
                  <a:pt x="1116" y="342"/>
                </a:lnTo>
                <a:lnTo>
                  <a:pt x="1110" y="330"/>
                </a:lnTo>
                <a:lnTo>
                  <a:pt x="1103" y="317"/>
                </a:lnTo>
                <a:lnTo>
                  <a:pt x="1096" y="305"/>
                </a:lnTo>
                <a:lnTo>
                  <a:pt x="1089" y="292"/>
                </a:lnTo>
                <a:lnTo>
                  <a:pt x="1082" y="281"/>
                </a:lnTo>
                <a:lnTo>
                  <a:pt x="1074" y="269"/>
                </a:lnTo>
                <a:lnTo>
                  <a:pt x="1066" y="258"/>
                </a:lnTo>
                <a:lnTo>
                  <a:pt x="1058" y="247"/>
                </a:lnTo>
                <a:lnTo>
                  <a:pt x="1050" y="235"/>
                </a:lnTo>
                <a:lnTo>
                  <a:pt x="1041" y="224"/>
                </a:lnTo>
                <a:lnTo>
                  <a:pt x="1032" y="214"/>
                </a:lnTo>
                <a:lnTo>
                  <a:pt x="1022" y="203"/>
                </a:lnTo>
                <a:lnTo>
                  <a:pt x="1013" y="194"/>
                </a:lnTo>
                <a:lnTo>
                  <a:pt x="1003" y="183"/>
                </a:lnTo>
                <a:lnTo>
                  <a:pt x="994" y="174"/>
                </a:lnTo>
                <a:lnTo>
                  <a:pt x="983" y="164"/>
                </a:lnTo>
                <a:lnTo>
                  <a:pt x="973" y="155"/>
                </a:lnTo>
                <a:lnTo>
                  <a:pt x="961" y="146"/>
                </a:lnTo>
                <a:lnTo>
                  <a:pt x="951" y="137"/>
                </a:lnTo>
                <a:lnTo>
                  <a:pt x="940" y="129"/>
                </a:lnTo>
                <a:lnTo>
                  <a:pt x="929" y="120"/>
                </a:lnTo>
                <a:lnTo>
                  <a:pt x="917" y="113"/>
                </a:lnTo>
                <a:lnTo>
                  <a:pt x="905" y="105"/>
                </a:lnTo>
                <a:lnTo>
                  <a:pt x="893" y="98"/>
                </a:lnTo>
                <a:lnTo>
                  <a:pt x="882" y="91"/>
                </a:lnTo>
                <a:lnTo>
                  <a:pt x="869" y="83"/>
                </a:lnTo>
                <a:lnTo>
                  <a:pt x="857" y="77"/>
                </a:lnTo>
                <a:lnTo>
                  <a:pt x="845" y="71"/>
                </a:lnTo>
                <a:lnTo>
                  <a:pt x="832" y="65"/>
                </a:lnTo>
                <a:lnTo>
                  <a:pt x="819" y="59"/>
                </a:lnTo>
                <a:lnTo>
                  <a:pt x="806" y="54"/>
                </a:lnTo>
                <a:lnTo>
                  <a:pt x="793" y="49"/>
                </a:lnTo>
                <a:lnTo>
                  <a:pt x="779" y="44"/>
                </a:lnTo>
                <a:lnTo>
                  <a:pt x="765" y="40"/>
                </a:lnTo>
                <a:lnTo>
                  <a:pt x="752" y="35"/>
                </a:lnTo>
                <a:lnTo>
                  <a:pt x="738" y="32"/>
                </a:lnTo>
                <a:lnTo>
                  <a:pt x="725" y="28"/>
                </a:lnTo>
                <a:lnTo>
                  <a:pt x="710" y="26"/>
                </a:lnTo>
                <a:lnTo>
                  <a:pt x="696" y="23"/>
                </a:lnTo>
                <a:lnTo>
                  <a:pt x="681" y="20"/>
                </a:lnTo>
                <a:lnTo>
                  <a:pt x="667" y="19"/>
                </a:lnTo>
                <a:lnTo>
                  <a:pt x="653" y="16"/>
                </a:lnTo>
                <a:lnTo>
                  <a:pt x="638" y="15"/>
                </a:lnTo>
                <a:lnTo>
                  <a:pt x="623" y="15"/>
                </a:lnTo>
                <a:lnTo>
                  <a:pt x="609" y="14"/>
                </a:lnTo>
                <a:lnTo>
                  <a:pt x="593" y="1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64" name="íŝ1íḑe">
            <a:extLst>
              <a:ext uri="{FF2B5EF4-FFF2-40B4-BE49-F238E27FC236}">
                <a16:creationId xmlns:a16="http://schemas.microsoft.com/office/drawing/2014/main" id="{316095C9-38CC-4DF1-B804-02020EA8FB8D}"/>
              </a:ext>
            </a:extLst>
          </p:cNvPr>
          <p:cNvSpPr>
            <a:spLocks noGrp="1"/>
          </p:cNvSpPr>
          <p:nvPr/>
        </p:nvSpPr>
        <p:spPr>
          <a:xfrm>
            <a:off x="912960" y="652320"/>
            <a:ext cx="118800" cy="84960"/>
          </a:xfrm>
          <a:custGeom>
            <a:avLst/>
            <a:gdLst>
              <a:gd name="textAreaLeft" fmla="*/ 0 w 118800"/>
              <a:gd name="textAreaRight" fmla="*/ 119160 w 118800"/>
              <a:gd name="textAreaTop" fmla="*/ 0 h 84960"/>
              <a:gd name="textAreaBottom" fmla="*/ 85320 h 84960"/>
              <a:gd name="GluePoint1X" fmla="*/ 121 w 273"/>
              <a:gd name="GluePoint1Y" fmla="*/ 190 h 195"/>
              <a:gd name="GluePoint2X" fmla="*/ 157 w 273"/>
              <a:gd name="GluePoint2Y" fmla="*/ 186 h 195"/>
              <a:gd name="GluePoint3X" fmla="*/ 184 w 273"/>
              <a:gd name="GluePoint3Y" fmla="*/ 151 h 195"/>
              <a:gd name="GluePoint4X" fmla="*/ 206 w 273"/>
              <a:gd name="GluePoint4Y" fmla="*/ 133 h 195"/>
              <a:gd name="GluePoint5X" fmla="*/ 247 w 273"/>
              <a:gd name="GluePoint5Y" fmla="*/ 119 h 195"/>
              <a:gd name="GluePoint6X" fmla="*/ 273 w 273"/>
              <a:gd name="GluePoint6Y" fmla="*/ 102 h 195"/>
              <a:gd name="GluePoint7X" fmla="*/ 245 w 273"/>
              <a:gd name="GluePoint7Y" fmla="*/ 71 h 195"/>
              <a:gd name="GluePoint8X" fmla="*/ 216 w 273"/>
              <a:gd name="GluePoint8Y" fmla="*/ 35 h 195"/>
              <a:gd name="GluePoint9X" fmla="*/ 207 w 273"/>
              <a:gd name="GluePoint9Y" fmla="*/ 1 h 195"/>
              <a:gd name="GluePoint10X" fmla="*/ 172 w 273"/>
              <a:gd name="GluePoint10Y" fmla="*/ 9 h 195"/>
              <a:gd name="GluePoint11X" fmla="*/ 129 w 273"/>
              <a:gd name="GluePoint11Y" fmla="*/ 24 h 195"/>
              <a:gd name="GluePoint12X" fmla="*/ 76 w 273"/>
              <a:gd name="GluePoint12Y" fmla="*/ 2 h 195"/>
              <a:gd name="GluePoint13X" fmla="*/ 62 w 273"/>
              <a:gd name="GluePoint13Y" fmla="*/ 6 h 195"/>
              <a:gd name="GluePoint14X" fmla="*/ 49 w 273"/>
              <a:gd name="GluePoint14Y" fmla="*/ 57 h 195"/>
              <a:gd name="GluePoint15X" fmla="*/ 15 w 273"/>
              <a:gd name="GluePoint15Y" fmla="*/ 89 h 195"/>
              <a:gd name="GluePoint16X" fmla="*/ 1 w 273"/>
              <a:gd name="GluePoint16Y" fmla="*/ 108 h 195"/>
              <a:gd name="GluePoint17X" fmla="*/ 46 w 273"/>
              <a:gd name="GluePoint17Y" fmla="*/ 132 h 195"/>
              <a:gd name="GluePoint18X" fmla="*/ 76 w 273"/>
              <a:gd name="GluePoint18Y" fmla="*/ 132 h 195"/>
              <a:gd name="GluePoint19X" fmla="*/ 130 w 273"/>
              <a:gd name="GluePoint19Y" fmla="*/ 100 h 195"/>
              <a:gd name="GluePoint20X" fmla="*/ 110 w 273"/>
              <a:gd name="GluePoint20Y" fmla="*/ 80 h 195"/>
              <a:gd name="GluePoint21X" fmla="*/ 105 w 273"/>
              <a:gd name="GluePoint21Y" fmla="*/ 85 h 195"/>
              <a:gd name="GluePoint22X" fmla="*/ 69 w 273"/>
              <a:gd name="GluePoint22Y" fmla="*/ 56 h 195"/>
              <a:gd name="GluePoint23X" fmla="*/ 73 w 273"/>
              <a:gd name="GluePoint23Y" fmla="*/ 13 h 195"/>
              <a:gd name="GluePoint24X" fmla="*/ 119 w 273"/>
              <a:gd name="GluePoint24Y" fmla="*/ 31 h 195"/>
              <a:gd name="GluePoint25X" fmla="*/ 154 w 273"/>
              <a:gd name="GluePoint25Y" fmla="*/ 31 h 195"/>
              <a:gd name="GluePoint26X" fmla="*/ 199 w 273"/>
              <a:gd name="GluePoint26Y" fmla="*/ 13 h 195"/>
              <a:gd name="GluePoint27X" fmla="*/ 205 w 273"/>
              <a:gd name="GluePoint27Y" fmla="*/ 56 h 195"/>
              <a:gd name="GluePoint28X" fmla="*/ 168 w 273"/>
              <a:gd name="GluePoint28Y" fmla="*/ 85 h 195"/>
              <a:gd name="GluePoint29X" fmla="*/ 163 w 273"/>
              <a:gd name="GluePoint29Y" fmla="*/ 80 h 195"/>
              <a:gd name="GluePoint30X" fmla="*/ 142 w 273"/>
              <a:gd name="GluePoint30Y" fmla="*/ 100 h 195"/>
              <a:gd name="GluePoint31X" fmla="*/ 145 w 273"/>
              <a:gd name="GluePoint31Y" fmla="*/ 54 h 195"/>
              <a:gd name="GluePoint32X" fmla="*/ 130 w 273"/>
              <a:gd name="GluePoint32Y" fmla="*/ 61 h 195"/>
              <a:gd name="GluePoint33X" fmla="*/ 137 w 273"/>
              <a:gd name="GluePoint33Y" fmla="*/ 45 h 195"/>
              <a:gd name="GluePoint34X" fmla="*/ 113 w 273"/>
              <a:gd name="GluePoint34Y" fmla="*/ 164 h 195"/>
              <a:gd name="GluePoint35X" fmla="*/ 141 w 273"/>
              <a:gd name="GluePoint35Y" fmla="*/ 173 h 195"/>
              <a:gd name="GluePoint36X" fmla="*/ 151 w 273"/>
              <a:gd name="GluePoint36Y" fmla="*/ 177 h 195"/>
              <a:gd name="GluePoint37X" fmla="*/ 121 w 273"/>
              <a:gd name="GluePoint37Y" fmla="*/ 150 h 195"/>
              <a:gd name="GluePoint38X" fmla="*/ 89 w 273"/>
              <a:gd name="GluePoint38Y" fmla="*/ 134 h 195"/>
              <a:gd name="GluePoint39X" fmla="*/ 95 w 273"/>
              <a:gd name="GluePoint39Y" fmla="*/ 108 h 195"/>
              <a:gd name="GluePoint40X" fmla="*/ 133 w 273"/>
              <a:gd name="GluePoint40Y" fmla="*/ 115 h 195"/>
              <a:gd name="GluePoint41X" fmla="*/ 157 w 273"/>
              <a:gd name="GluePoint41Y" fmla="*/ 105 h 195"/>
              <a:gd name="GluePoint42X" fmla="*/ 183 w 273"/>
              <a:gd name="GluePoint42Y" fmla="*/ 114 h 195"/>
              <a:gd name="GluePoint43X" fmla="*/ 177 w 273"/>
              <a:gd name="GluePoint43Y" fmla="*/ 142 h 195"/>
              <a:gd name="GluePoint44X" fmla="*/ 137 w 273"/>
              <a:gd name="GluePoint44Y" fmla="*/ 164 h 195"/>
              <a:gd name="GluePoint45X" fmla="*/ 178 w 273"/>
              <a:gd name="GluePoint45Y" fmla="*/ 63 h 195"/>
              <a:gd name="GluePoint46X" fmla="*/ 161 w 273"/>
              <a:gd name="GluePoint46Y" fmla="*/ 63 h 195"/>
              <a:gd name="GluePoint47X" fmla="*/ 175 w 273"/>
              <a:gd name="GluePoint47Y" fmla="*/ 96 h 195"/>
              <a:gd name="GluePoint48X" fmla="*/ 202 w 273"/>
              <a:gd name="GluePoint48Y" fmla="*/ 68 h 195"/>
              <a:gd name="GluePoint49X" fmla="*/ 236 w 273"/>
              <a:gd name="GluePoint49Y" fmla="*/ 76 h 195"/>
              <a:gd name="GluePoint50X" fmla="*/ 246 w 273"/>
              <a:gd name="GluePoint50Y" fmla="*/ 107 h 195"/>
              <a:gd name="GluePoint51X" fmla="*/ 201 w 273"/>
              <a:gd name="GluePoint51Y" fmla="*/ 120 h 195"/>
              <a:gd name="GluePoint52X" fmla="*/ 178 w 273"/>
              <a:gd name="GluePoint52Y" fmla="*/ 96 h 195"/>
              <a:gd name="GluePoint53X" fmla="*/ 113 w 273"/>
              <a:gd name="GluePoint53Y" fmla="*/ 62 h 195"/>
              <a:gd name="GluePoint54X" fmla="*/ 97 w 273"/>
              <a:gd name="GluePoint54Y" fmla="*/ 65 h 195"/>
              <a:gd name="GluePoint55X" fmla="*/ 104 w 273"/>
              <a:gd name="GluePoint55Y" fmla="*/ 51 h 195"/>
              <a:gd name="GluePoint56X" fmla="*/ 75 w 273"/>
              <a:gd name="GluePoint56Y" fmla="*/ 120 h 195"/>
              <a:gd name="GluePoint57X" fmla="*/ 34 w 273"/>
              <a:gd name="GluePoint57Y" fmla="*/ 110 h 195"/>
              <a:gd name="GluePoint58X" fmla="*/ 34 w 273"/>
              <a:gd name="GluePoint58Y" fmla="*/ 80 h 195"/>
              <a:gd name="GluePoint59X" fmla="*/ 65 w 273"/>
              <a:gd name="GluePoint59Y" fmla="*/ 67 h 195"/>
              <a:gd name="GluePoint60X" fmla="*/ 96 w 273"/>
              <a:gd name="GluePoint60Y" fmla="*/ 93 h 195"/>
            </a:gdLst>
            <a:ahLst/>
            <a:cxnLst/>
            <a:rect l="textAreaLeft" t="textAreaTop" r="textAreaRight" b="textAreaBottom"/>
            <a:pathLst>
              <a:path w="273" h="195">
                <a:moveTo>
                  <a:pt x="97" y="154"/>
                </a:moveTo>
                <a:lnTo>
                  <a:pt x="98" y="158"/>
                </a:lnTo>
                <a:lnTo>
                  <a:pt x="100" y="162"/>
                </a:lnTo>
                <a:lnTo>
                  <a:pt x="101" y="166"/>
                </a:lnTo>
                <a:lnTo>
                  <a:pt x="103" y="170"/>
                </a:lnTo>
                <a:lnTo>
                  <a:pt x="105" y="174"/>
                </a:lnTo>
                <a:lnTo>
                  <a:pt x="108" y="177"/>
                </a:lnTo>
                <a:lnTo>
                  <a:pt x="111" y="181"/>
                </a:lnTo>
                <a:lnTo>
                  <a:pt x="113" y="184"/>
                </a:lnTo>
                <a:lnTo>
                  <a:pt x="116" y="186"/>
                </a:lnTo>
                <a:lnTo>
                  <a:pt x="119" y="188"/>
                </a:lnTo>
                <a:lnTo>
                  <a:pt x="121" y="190"/>
                </a:lnTo>
                <a:lnTo>
                  <a:pt x="124" y="191"/>
                </a:lnTo>
                <a:lnTo>
                  <a:pt x="126" y="192"/>
                </a:lnTo>
                <a:lnTo>
                  <a:pt x="130" y="193"/>
                </a:lnTo>
                <a:lnTo>
                  <a:pt x="133" y="194"/>
                </a:lnTo>
                <a:lnTo>
                  <a:pt x="137" y="195"/>
                </a:lnTo>
                <a:lnTo>
                  <a:pt x="140" y="194"/>
                </a:lnTo>
                <a:lnTo>
                  <a:pt x="143" y="193"/>
                </a:lnTo>
                <a:lnTo>
                  <a:pt x="146" y="192"/>
                </a:lnTo>
                <a:lnTo>
                  <a:pt x="149" y="191"/>
                </a:lnTo>
                <a:lnTo>
                  <a:pt x="152" y="190"/>
                </a:lnTo>
                <a:lnTo>
                  <a:pt x="154" y="188"/>
                </a:lnTo>
                <a:lnTo>
                  <a:pt x="157" y="186"/>
                </a:lnTo>
                <a:lnTo>
                  <a:pt x="159" y="184"/>
                </a:lnTo>
                <a:lnTo>
                  <a:pt x="162" y="181"/>
                </a:lnTo>
                <a:lnTo>
                  <a:pt x="165" y="177"/>
                </a:lnTo>
                <a:lnTo>
                  <a:pt x="167" y="174"/>
                </a:lnTo>
                <a:lnTo>
                  <a:pt x="170" y="170"/>
                </a:lnTo>
                <a:lnTo>
                  <a:pt x="171" y="166"/>
                </a:lnTo>
                <a:lnTo>
                  <a:pt x="174" y="162"/>
                </a:lnTo>
                <a:lnTo>
                  <a:pt x="175" y="158"/>
                </a:lnTo>
                <a:lnTo>
                  <a:pt x="177" y="154"/>
                </a:lnTo>
                <a:lnTo>
                  <a:pt x="177" y="154"/>
                </a:lnTo>
                <a:lnTo>
                  <a:pt x="180" y="152"/>
                </a:lnTo>
                <a:lnTo>
                  <a:pt x="184" y="151"/>
                </a:lnTo>
                <a:lnTo>
                  <a:pt x="186" y="149"/>
                </a:lnTo>
                <a:lnTo>
                  <a:pt x="190" y="147"/>
                </a:lnTo>
                <a:lnTo>
                  <a:pt x="192" y="144"/>
                </a:lnTo>
                <a:lnTo>
                  <a:pt x="194" y="140"/>
                </a:lnTo>
                <a:lnTo>
                  <a:pt x="196" y="136"/>
                </a:lnTo>
                <a:lnTo>
                  <a:pt x="197" y="132"/>
                </a:lnTo>
                <a:lnTo>
                  <a:pt x="197" y="132"/>
                </a:lnTo>
                <a:lnTo>
                  <a:pt x="198" y="131"/>
                </a:lnTo>
                <a:lnTo>
                  <a:pt x="198" y="132"/>
                </a:lnTo>
                <a:lnTo>
                  <a:pt x="198" y="132"/>
                </a:lnTo>
                <a:lnTo>
                  <a:pt x="202" y="132"/>
                </a:lnTo>
                <a:lnTo>
                  <a:pt x="206" y="133"/>
                </a:lnTo>
                <a:lnTo>
                  <a:pt x="210" y="134"/>
                </a:lnTo>
                <a:lnTo>
                  <a:pt x="215" y="134"/>
                </a:lnTo>
                <a:lnTo>
                  <a:pt x="219" y="133"/>
                </a:lnTo>
                <a:lnTo>
                  <a:pt x="222" y="132"/>
                </a:lnTo>
                <a:lnTo>
                  <a:pt x="225" y="132"/>
                </a:lnTo>
                <a:lnTo>
                  <a:pt x="227" y="132"/>
                </a:lnTo>
                <a:lnTo>
                  <a:pt x="229" y="131"/>
                </a:lnTo>
                <a:lnTo>
                  <a:pt x="231" y="129"/>
                </a:lnTo>
                <a:lnTo>
                  <a:pt x="233" y="128"/>
                </a:lnTo>
                <a:lnTo>
                  <a:pt x="237" y="124"/>
                </a:lnTo>
                <a:lnTo>
                  <a:pt x="242" y="121"/>
                </a:lnTo>
                <a:lnTo>
                  <a:pt x="247" y="119"/>
                </a:lnTo>
                <a:lnTo>
                  <a:pt x="254" y="116"/>
                </a:lnTo>
                <a:lnTo>
                  <a:pt x="260" y="113"/>
                </a:lnTo>
                <a:lnTo>
                  <a:pt x="266" y="111"/>
                </a:lnTo>
                <a:lnTo>
                  <a:pt x="268" y="110"/>
                </a:lnTo>
                <a:lnTo>
                  <a:pt x="270" y="109"/>
                </a:lnTo>
                <a:lnTo>
                  <a:pt x="271" y="108"/>
                </a:lnTo>
                <a:lnTo>
                  <a:pt x="272" y="107"/>
                </a:lnTo>
                <a:lnTo>
                  <a:pt x="273" y="106"/>
                </a:lnTo>
                <a:lnTo>
                  <a:pt x="273" y="105"/>
                </a:lnTo>
                <a:lnTo>
                  <a:pt x="273" y="104"/>
                </a:lnTo>
                <a:lnTo>
                  <a:pt x="273" y="104"/>
                </a:lnTo>
                <a:lnTo>
                  <a:pt x="273" y="102"/>
                </a:lnTo>
                <a:lnTo>
                  <a:pt x="272" y="101"/>
                </a:lnTo>
                <a:lnTo>
                  <a:pt x="271" y="100"/>
                </a:lnTo>
                <a:lnTo>
                  <a:pt x="270" y="99"/>
                </a:lnTo>
                <a:lnTo>
                  <a:pt x="266" y="96"/>
                </a:lnTo>
                <a:lnTo>
                  <a:pt x="261" y="91"/>
                </a:lnTo>
                <a:lnTo>
                  <a:pt x="258" y="89"/>
                </a:lnTo>
                <a:lnTo>
                  <a:pt x="255" y="86"/>
                </a:lnTo>
                <a:lnTo>
                  <a:pt x="253" y="83"/>
                </a:lnTo>
                <a:lnTo>
                  <a:pt x="251" y="79"/>
                </a:lnTo>
                <a:lnTo>
                  <a:pt x="249" y="76"/>
                </a:lnTo>
                <a:lnTo>
                  <a:pt x="247" y="74"/>
                </a:lnTo>
                <a:lnTo>
                  <a:pt x="245" y="71"/>
                </a:lnTo>
                <a:lnTo>
                  <a:pt x="242" y="67"/>
                </a:lnTo>
                <a:lnTo>
                  <a:pt x="238" y="65"/>
                </a:lnTo>
                <a:lnTo>
                  <a:pt x="234" y="62"/>
                </a:lnTo>
                <a:lnTo>
                  <a:pt x="230" y="59"/>
                </a:lnTo>
                <a:lnTo>
                  <a:pt x="227" y="58"/>
                </a:lnTo>
                <a:lnTo>
                  <a:pt x="224" y="57"/>
                </a:lnTo>
                <a:lnTo>
                  <a:pt x="220" y="56"/>
                </a:lnTo>
                <a:lnTo>
                  <a:pt x="220" y="54"/>
                </a:lnTo>
                <a:lnTo>
                  <a:pt x="220" y="50"/>
                </a:lnTo>
                <a:lnTo>
                  <a:pt x="219" y="46"/>
                </a:lnTo>
                <a:lnTo>
                  <a:pt x="219" y="43"/>
                </a:lnTo>
                <a:lnTo>
                  <a:pt x="216" y="35"/>
                </a:lnTo>
                <a:lnTo>
                  <a:pt x="214" y="27"/>
                </a:lnTo>
                <a:lnTo>
                  <a:pt x="212" y="23"/>
                </a:lnTo>
                <a:lnTo>
                  <a:pt x="211" y="19"/>
                </a:lnTo>
                <a:lnTo>
                  <a:pt x="210" y="13"/>
                </a:lnTo>
                <a:lnTo>
                  <a:pt x="210" y="8"/>
                </a:lnTo>
                <a:lnTo>
                  <a:pt x="210" y="6"/>
                </a:lnTo>
                <a:lnTo>
                  <a:pt x="210" y="4"/>
                </a:lnTo>
                <a:lnTo>
                  <a:pt x="210" y="3"/>
                </a:lnTo>
                <a:lnTo>
                  <a:pt x="210" y="3"/>
                </a:lnTo>
                <a:lnTo>
                  <a:pt x="210" y="2"/>
                </a:lnTo>
                <a:lnTo>
                  <a:pt x="209" y="2"/>
                </a:lnTo>
                <a:lnTo>
                  <a:pt x="207" y="1"/>
                </a:lnTo>
                <a:lnTo>
                  <a:pt x="205" y="0"/>
                </a:lnTo>
                <a:lnTo>
                  <a:pt x="203" y="0"/>
                </a:lnTo>
                <a:lnTo>
                  <a:pt x="202" y="0"/>
                </a:lnTo>
                <a:lnTo>
                  <a:pt x="201" y="0"/>
                </a:lnTo>
                <a:lnTo>
                  <a:pt x="200" y="1"/>
                </a:lnTo>
                <a:lnTo>
                  <a:pt x="197" y="2"/>
                </a:lnTo>
                <a:lnTo>
                  <a:pt x="194" y="3"/>
                </a:lnTo>
                <a:lnTo>
                  <a:pt x="190" y="5"/>
                </a:lnTo>
                <a:lnTo>
                  <a:pt x="186" y="6"/>
                </a:lnTo>
                <a:lnTo>
                  <a:pt x="182" y="7"/>
                </a:lnTo>
                <a:lnTo>
                  <a:pt x="177" y="7"/>
                </a:lnTo>
                <a:lnTo>
                  <a:pt x="172" y="9"/>
                </a:lnTo>
                <a:lnTo>
                  <a:pt x="169" y="11"/>
                </a:lnTo>
                <a:lnTo>
                  <a:pt x="164" y="12"/>
                </a:lnTo>
                <a:lnTo>
                  <a:pt x="160" y="15"/>
                </a:lnTo>
                <a:lnTo>
                  <a:pt x="156" y="17"/>
                </a:lnTo>
                <a:lnTo>
                  <a:pt x="152" y="19"/>
                </a:lnTo>
                <a:lnTo>
                  <a:pt x="145" y="24"/>
                </a:lnTo>
                <a:lnTo>
                  <a:pt x="137" y="30"/>
                </a:lnTo>
                <a:lnTo>
                  <a:pt x="137" y="30"/>
                </a:lnTo>
                <a:lnTo>
                  <a:pt x="137" y="30"/>
                </a:lnTo>
                <a:lnTo>
                  <a:pt x="136" y="30"/>
                </a:lnTo>
                <a:lnTo>
                  <a:pt x="136" y="30"/>
                </a:lnTo>
                <a:lnTo>
                  <a:pt x="129" y="24"/>
                </a:lnTo>
                <a:lnTo>
                  <a:pt x="121" y="19"/>
                </a:lnTo>
                <a:lnTo>
                  <a:pt x="117" y="17"/>
                </a:lnTo>
                <a:lnTo>
                  <a:pt x="113" y="15"/>
                </a:lnTo>
                <a:lnTo>
                  <a:pt x="109" y="12"/>
                </a:lnTo>
                <a:lnTo>
                  <a:pt x="105" y="11"/>
                </a:lnTo>
                <a:lnTo>
                  <a:pt x="101" y="9"/>
                </a:lnTo>
                <a:lnTo>
                  <a:pt x="96" y="7"/>
                </a:lnTo>
                <a:lnTo>
                  <a:pt x="91" y="7"/>
                </a:lnTo>
                <a:lnTo>
                  <a:pt x="87" y="6"/>
                </a:lnTo>
                <a:lnTo>
                  <a:pt x="83" y="5"/>
                </a:lnTo>
                <a:lnTo>
                  <a:pt x="80" y="3"/>
                </a:lnTo>
                <a:lnTo>
                  <a:pt x="76" y="2"/>
                </a:lnTo>
                <a:lnTo>
                  <a:pt x="73" y="1"/>
                </a:lnTo>
                <a:lnTo>
                  <a:pt x="72" y="0"/>
                </a:lnTo>
                <a:lnTo>
                  <a:pt x="71" y="0"/>
                </a:lnTo>
                <a:lnTo>
                  <a:pt x="69" y="0"/>
                </a:lnTo>
                <a:lnTo>
                  <a:pt x="69" y="0"/>
                </a:lnTo>
                <a:lnTo>
                  <a:pt x="66" y="1"/>
                </a:lnTo>
                <a:lnTo>
                  <a:pt x="64" y="2"/>
                </a:lnTo>
                <a:lnTo>
                  <a:pt x="64" y="2"/>
                </a:lnTo>
                <a:lnTo>
                  <a:pt x="63" y="3"/>
                </a:lnTo>
                <a:lnTo>
                  <a:pt x="63" y="3"/>
                </a:lnTo>
                <a:lnTo>
                  <a:pt x="63" y="4"/>
                </a:lnTo>
                <a:lnTo>
                  <a:pt x="62" y="6"/>
                </a:lnTo>
                <a:lnTo>
                  <a:pt x="63" y="8"/>
                </a:lnTo>
                <a:lnTo>
                  <a:pt x="62" y="13"/>
                </a:lnTo>
                <a:lnTo>
                  <a:pt x="61" y="19"/>
                </a:lnTo>
                <a:lnTo>
                  <a:pt x="61" y="23"/>
                </a:lnTo>
                <a:lnTo>
                  <a:pt x="60" y="27"/>
                </a:lnTo>
                <a:lnTo>
                  <a:pt x="57" y="35"/>
                </a:lnTo>
                <a:lnTo>
                  <a:pt x="54" y="43"/>
                </a:lnTo>
                <a:lnTo>
                  <a:pt x="53" y="46"/>
                </a:lnTo>
                <a:lnTo>
                  <a:pt x="53" y="50"/>
                </a:lnTo>
                <a:lnTo>
                  <a:pt x="53" y="54"/>
                </a:lnTo>
                <a:lnTo>
                  <a:pt x="53" y="56"/>
                </a:lnTo>
                <a:lnTo>
                  <a:pt x="49" y="57"/>
                </a:lnTo>
                <a:lnTo>
                  <a:pt x="46" y="58"/>
                </a:lnTo>
                <a:lnTo>
                  <a:pt x="43" y="59"/>
                </a:lnTo>
                <a:lnTo>
                  <a:pt x="39" y="62"/>
                </a:lnTo>
                <a:lnTo>
                  <a:pt x="34" y="65"/>
                </a:lnTo>
                <a:lnTo>
                  <a:pt x="31" y="67"/>
                </a:lnTo>
                <a:lnTo>
                  <a:pt x="29" y="71"/>
                </a:lnTo>
                <a:lnTo>
                  <a:pt x="26" y="74"/>
                </a:lnTo>
                <a:lnTo>
                  <a:pt x="24" y="76"/>
                </a:lnTo>
                <a:lnTo>
                  <a:pt x="22" y="79"/>
                </a:lnTo>
                <a:lnTo>
                  <a:pt x="20" y="83"/>
                </a:lnTo>
                <a:lnTo>
                  <a:pt x="17" y="86"/>
                </a:lnTo>
                <a:lnTo>
                  <a:pt x="15" y="89"/>
                </a:lnTo>
                <a:lnTo>
                  <a:pt x="13" y="91"/>
                </a:lnTo>
                <a:lnTo>
                  <a:pt x="7" y="96"/>
                </a:lnTo>
                <a:lnTo>
                  <a:pt x="3" y="99"/>
                </a:lnTo>
                <a:lnTo>
                  <a:pt x="1" y="100"/>
                </a:lnTo>
                <a:lnTo>
                  <a:pt x="1" y="101"/>
                </a:lnTo>
                <a:lnTo>
                  <a:pt x="0" y="102"/>
                </a:lnTo>
                <a:lnTo>
                  <a:pt x="0" y="104"/>
                </a:lnTo>
                <a:lnTo>
                  <a:pt x="0" y="104"/>
                </a:lnTo>
                <a:lnTo>
                  <a:pt x="0" y="105"/>
                </a:lnTo>
                <a:lnTo>
                  <a:pt x="0" y="106"/>
                </a:lnTo>
                <a:lnTo>
                  <a:pt x="1" y="107"/>
                </a:lnTo>
                <a:lnTo>
                  <a:pt x="1" y="108"/>
                </a:lnTo>
                <a:lnTo>
                  <a:pt x="3" y="109"/>
                </a:lnTo>
                <a:lnTo>
                  <a:pt x="5" y="110"/>
                </a:lnTo>
                <a:lnTo>
                  <a:pt x="7" y="111"/>
                </a:lnTo>
                <a:lnTo>
                  <a:pt x="13" y="113"/>
                </a:lnTo>
                <a:lnTo>
                  <a:pt x="20" y="116"/>
                </a:lnTo>
                <a:lnTo>
                  <a:pt x="26" y="119"/>
                </a:lnTo>
                <a:lnTo>
                  <a:pt x="31" y="121"/>
                </a:lnTo>
                <a:lnTo>
                  <a:pt x="36" y="124"/>
                </a:lnTo>
                <a:lnTo>
                  <a:pt x="40" y="128"/>
                </a:lnTo>
                <a:lnTo>
                  <a:pt x="42" y="129"/>
                </a:lnTo>
                <a:lnTo>
                  <a:pt x="44" y="131"/>
                </a:lnTo>
                <a:lnTo>
                  <a:pt x="46" y="132"/>
                </a:lnTo>
                <a:lnTo>
                  <a:pt x="48" y="132"/>
                </a:lnTo>
                <a:lnTo>
                  <a:pt x="50" y="132"/>
                </a:lnTo>
                <a:lnTo>
                  <a:pt x="54" y="133"/>
                </a:lnTo>
                <a:lnTo>
                  <a:pt x="58" y="134"/>
                </a:lnTo>
                <a:lnTo>
                  <a:pt x="62" y="134"/>
                </a:lnTo>
                <a:lnTo>
                  <a:pt x="67" y="133"/>
                </a:lnTo>
                <a:lnTo>
                  <a:pt x="72" y="132"/>
                </a:lnTo>
                <a:lnTo>
                  <a:pt x="74" y="132"/>
                </a:lnTo>
                <a:lnTo>
                  <a:pt x="76" y="132"/>
                </a:lnTo>
                <a:lnTo>
                  <a:pt x="76" y="131"/>
                </a:lnTo>
                <a:lnTo>
                  <a:pt x="76" y="132"/>
                </a:lnTo>
                <a:lnTo>
                  <a:pt x="76" y="132"/>
                </a:lnTo>
                <a:lnTo>
                  <a:pt x="77" y="136"/>
                </a:lnTo>
                <a:lnTo>
                  <a:pt x="79" y="140"/>
                </a:lnTo>
                <a:lnTo>
                  <a:pt x="81" y="144"/>
                </a:lnTo>
                <a:lnTo>
                  <a:pt x="84" y="147"/>
                </a:lnTo>
                <a:lnTo>
                  <a:pt x="86" y="149"/>
                </a:lnTo>
                <a:lnTo>
                  <a:pt x="89" y="151"/>
                </a:lnTo>
                <a:lnTo>
                  <a:pt x="93" y="152"/>
                </a:lnTo>
                <a:lnTo>
                  <a:pt x="97" y="154"/>
                </a:lnTo>
                <a:lnTo>
                  <a:pt x="97" y="154"/>
                </a:lnTo>
                <a:lnTo>
                  <a:pt x="97" y="154"/>
                </a:lnTo>
                <a:close/>
                <a:moveTo>
                  <a:pt x="130" y="71"/>
                </a:moveTo>
                <a:lnTo>
                  <a:pt x="130" y="100"/>
                </a:lnTo>
                <a:lnTo>
                  <a:pt x="130" y="100"/>
                </a:lnTo>
                <a:lnTo>
                  <a:pt x="129" y="100"/>
                </a:lnTo>
                <a:lnTo>
                  <a:pt x="129" y="97"/>
                </a:lnTo>
                <a:lnTo>
                  <a:pt x="129" y="95"/>
                </a:lnTo>
                <a:lnTo>
                  <a:pt x="127" y="91"/>
                </a:lnTo>
                <a:lnTo>
                  <a:pt x="125" y="86"/>
                </a:lnTo>
                <a:lnTo>
                  <a:pt x="123" y="80"/>
                </a:lnTo>
                <a:lnTo>
                  <a:pt x="120" y="76"/>
                </a:lnTo>
                <a:lnTo>
                  <a:pt x="117" y="72"/>
                </a:lnTo>
                <a:lnTo>
                  <a:pt x="117" y="71"/>
                </a:lnTo>
                <a:lnTo>
                  <a:pt x="108" y="78"/>
                </a:lnTo>
                <a:lnTo>
                  <a:pt x="110" y="80"/>
                </a:lnTo>
                <a:lnTo>
                  <a:pt x="112" y="84"/>
                </a:lnTo>
                <a:lnTo>
                  <a:pt x="114" y="88"/>
                </a:lnTo>
                <a:lnTo>
                  <a:pt x="116" y="92"/>
                </a:lnTo>
                <a:lnTo>
                  <a:pt x="117" y="93"/>
                </a:lnTo>
                <a:lnTo>
                  <a:pt x="117" y="95"/>
                </a:lnTo>
                <a:lnTo>
                  <a:pt x="115" y="94"/>
                </a:lnTo>
                <a:lnTo>
                  <a:pt x="113" y="93"/>
                </a:lnTo>
                <a:lnTo>
                  <a:pt x="110" y="93"/>
                </a:lnTo>
                <a:lnTo>
                  <a:pt x="108" y="93"/>
                </a:lnTo>
                <a:lnTo>
                  <a:pt x="107" y="91"/>
                </a:lnTo>
                <a:lnTo>
                  <a:pt x="106" y="88"/>
                </a:lnTo>
                <a:lnTo>
                  <a:pt x="105" y="85"/>
                </a:lnTo>
                <a:lnTo>
                  <a:pt x="102" y="80"/>
                </a:lnTo>
                <a:lnTo>
                  <a:pt x="101" y="78"/>
                </a:lnTo>
                <a:lnTo>
                  <a:pt x="99" y="75"/>
                </a:lnTo>
                <a:lnTo>
                  <a:pt x="97" y="71"/>
                </a:lnTo>
                <a:lnTo>
                  <a:pt x="94" y="69"/>
                </a:lnTo>
                <a:lnTo>
                  <a:pt x="92" y="67"/>
                </a:lnTo>
                <a:lnTo>
                  <a:pt x="89" y="64"/>
                </a:lnTo>
                <a:lnTo>
                  <a:pt x="85" y="62"/>
                </a:lnTo>
                <a:lnTo>
                  <a:pt x="81" y="59"/>
                </a:lnTo>
                <a:lnTo>
                  <a:pt x="77" y="58"/>
                </a:lnTo>
                <a:lnTo>
                  <a:pt x="73" y="57"/>
                </a:lnTo>
                <a:lnTo>
                  <a:pt x="69" y="56"/>
                </a:lnTo>
                <a:lnTo>
                  <a:pt x="65" y="56"/>
                </a:lnTo>
                <a:lnTo>
                  <a:pt x="65" y="55"/>
                </a:lnTo>
                <a:lnTo>
                  <a:pt x="65" y="50"/>
                </a:lnTo>
                <a:lnTo>
                  <a:pt x="65" y="45"/>
                </a:lnTo>
                <a:lnTo>
                  <a:pt x="67" y="41"/>
                </a:lnTo>
                <a:lnTo>
                  <a:pt x="69" y="35"/>
                </a:lnTo>
                <a:lnTo>
                  <a:pt x="69" y="32"/>
                </a:lnTo>
                <a:lnTo>
                  <a:pt x="71" y="29"/>
                </a:lnTo>
                <a:lnTo>
                  <a:pt x="72" y="26"/>
                </a:lnTo>
                <a:lnTo>
                  <a:pt x="72" y="23"/>
                </a:lnTo>
                <a:lnTo>
                  <a:pt x="73" y="17"/>
                </a:lnTo>
                <a:lnTo>
                  <a:pt x="73" y="13"/>
                </a:lnTo>
                <a:lnTo>
                  <a:pt x="74" y="13"/>
                </a:lnTo>
                <a:lnTo>
                  <a:pt x="77" y="15"/>
                </a:lnTo>
                <a:lnTo>
                  <a:pt x="81" y="16"/>
                </a:lnTo>
                <a:lnTo>
                  <a:pt x="87" y="17"/>
                </a:lnTo>
                <a:lnTo>
                  <a:pt x="95" y="19"/>
                </a:lnTo>
                <a:lnTo>
                  <a:pt x="101" y="20"/>
                </a:lnTo>
                <a:lnTo>
                  <a:pt x="104" y="22"/>
                </a:lnTo>
                <a:lnTo>
                  <a:pt x="106" y="23"/>
                </a:lnTo>
                <a:lnTo>
                  <a:pt x="108" y="24"/>
                </a:lnTo>
                <a:lnTo>
                  <a:pt x="110" y="25"/>
                </a:lnTo>
                <a:lnTo>
                  <a:pt x="115" y="28"/>
                </a:lnTo>
                <a:lnTo>
                  <a:pt x="119" y="31"/>
                </a:lnTo>
                <a:lnTo>
                  <a:pt x="123" y="35"/>
                </a:lnTo>
                <a:lnTo>
                  <a:pt x="128" y="38"/>
                </a:lnTo>
                <a:lnTo>
                  <a:pt x="129" y="39"/>
                </a:lnTo>
                <a:lnTo>
                  <a:pt x="132" y="40"/>
                </a:lnTo>
                <a:lnTo>
                  <a:pt x="134" y="41"/>
                </a:lnTo>
                <a:lnTo>
                  <a:pt x="137" y="42"/>
                </a:lnTo>
                <a:lnTo>
                  <a:pt x="139" y="41"/>
                </a:lnTo>
                <a:lnTo>
                  <a:pt x="141" y="40"/>
                </a:lnTo>
                <a:lnTo>
                  <a:pt x="143" y="39"/>
                </a:lnTo>
                <a:lnTo>
                  <a:pt x="145" y="38"/>
                </a:lnTo>
                <a:lnTo>
                  <a:pt x="150" y="35"/>
                </a:lnTo>
                <a:lnTo>
                  <a:pt x="154" y="31"/>
                </a:lnTo>
                <a:lnTo>
                  <a:pt x="158" y="28"/>
                </a:lnTo>
                <a:lnTo>
                  <a:pt x="162" y="25"/>
                </a:lnTo>
                <a:lnTo>
                  <a:pt x="165" y="24"/>
                </a:lnTo>
                <a:lnTo>
                  <a:pt x="167" y="23"/>
                </a:lnTo>
                <a:lnTo>
                  <a:pt x="170" y="22"/>
                </a:lnTo>
                <a:lnTo>
                  <a:pt x="172" y="20"/>
                </a:lnTo>
                <a:lnTo>
                  <a:pt x="178" y="19"/>
                </a:lnTo>
                <a:lnTo>
                  <a:pt x="186" y="17"/>
                </a:lnTo>
                <a:lnTo>
                  <a:pt x="192" y="16"/>
                </a:lnTo>
                <a:lnTo>
                  <a:pt x="196" y="15"/>
                </a:lnTo>
                <a:lnTo>
                  <a:pt x="199" y="13"/>
                </a:lnTo>
                <a:lnTo>
                  <a:pt x="199" y="13"/>
                </a:lnTo>
                <a:lnTo>
                  <a:pt x="200" y="17"/>
                </a:lnTo>
                <a:lnTo>
                  <a:pt x="201" y="23"/>
                </a:lnTo>
                <a:lnTo>
                  <a:pt x="202" y="26"/>
                </a:lnTo>
                <a:lnTo>
                  <a:pt x="202" y="29"/>
                </a:lnTo>
                <a:lnTo>
                  <a:pt x="203" y="32"/>
                </a:lnTo>
                <a:lnTo>
                  <a:pt x="205" y="35"/>
                </a:lnTo>
                <a:lnTo>
                  <a:pt x="206" y="41"/>
                </a:lnTo>
                <a:lnTo>
                  <a:pt x="208" y="45"/>
                </a:lnTo>
                <a:lnTo>
                  <a:pt x="208" y="50"/>
                </a:lnTo>
                <a:lnTo>
                  <a:pt x="208" y="55"/>
                </a:lnTo>
                <a:lnTo>
                  <a:pt x="208" y="56"/>
                </a:lnTo>
                <a:lnTo>
                  <a:pt x="205" y="56"/>
                </a:lnTo>
                <a:lnTo>
                  <a:pt x="200" y="57"/>
                </a:lnTo>
                <a:lnTo>
                  <a:pt x="196" y="58"/>
                </a:lnTo>
                <a:lnTo>
                  <a:pt x="192" y="59"/>
                </a:lnTo>
                <a:lnTo>
                  <a:pt x="188" y="62"/>
                </a:lnTo>
                <a:lnTo>
                  <a:pt x="184" y="64"/>
                </a:lnTo>
                <a:lnTo>
                  <a:pt x="181" y="67"/>
                </a:lnTo>
                <a:lnTo>
                  <a:pt x="178" y="69"/>
                </a:lnTo>
                <a:lnTo>
                  <a:pt x="176" y="71"/>
                </a:lnTo>
                <a:lnTo>
                  <a:pt x="174" y="75"/>
                </a:lnTo>
                <a:lnTo>
                  <a:pt x="172" y="78"/>
                </a:lnTo>
                <a:lnTo>
                  <a:pt x="170" y="80"/>
                </a:lnTo>
                <a:lnTo>
                  <a:pt x="168" y="85"/>
                </a:lnTo>
                <a:lnTo>
                  <a:pt x="166" y="88"/>
                </a:lnTo>
                <a:lnTo>
                  <a:pt x="166" y="91"/>
                </a:lnTo>
                <a:lnTo>
                  <a:pt x="166" y="93"/>
                </a:lnTo>
                <a:lnTo>
                  <a:pt x="163" y="93"/>
                </a:lnTo>
                <a:lnTo>
                  <a:pt x="161" y="93"/>
                </a:lnTo>
                <a:lnTo>
                  <a:pt x="158" y="94"/>
                </a:lnTo>
                <a:lnTo>
                  <a:pt x="156" y="95"/>
                </a:lnTo>
                <a:lnTo>
                  <a:pt x="156" y="93"/>
                </a:lnTo>
                <a:lnTo>
                  <a:pt x="157" y="92"/>
                </a:lnTo>
                <a:lnTo>
                  <a:pt x="158" y="88"/>
                </a:lnTo>
                <a:lnTo>
                  <a:pt x="161" y="84"/>
                </a:lnTo>
                <a:lnTo>
                  <a:pt x="163" y="80"/>
                </a:lnTo>
                <a:lnTo>
                  <a:pt x="165" y="78"/>
                </a:lnTo>
                <a:lnTo>
                  <a:pt x="156" y="71"/>
                </a:lnTo>
                <a:lnTo>
                  <a:pt x="155" y="72"/>
                </a:lnTo>
                <a:lnTo>
                  <a:pt x="153" y="76"/>
                </a:lnTo>
                <a:lnTo>
                  <a:pt x="150" y="80"/>
                </a:lnTo>
                <a:lnTo>
                  <a:pt x="147" y="86"/>
                </a:lnTo>
                <a:lnTo>
                  <a:pt x="145" y="91"/>
                </a:lnTo>
                <a:lnTo>
                  <a:pt x="145" y="95"/>
                </a:lnTo>
                <a:lnTo>
                  <a:pt x="144" y="97"/>
                </a:lnTo>
                <a:lnTo>
                  <a:pt x="144" y="100"/>
                </a:lnTo>
                <a:lnTo>
                  <a:pt x="143" y="100"/>
                </a:lnTo>
                <a:lnTo>
                  <a:pt x="142" y="100"/>
                </a:lnTo>
                <a:lnTo>
                  <a:pt x="142" y="71"/>
                </a:lnTo>
                <a:lnTo>
                  <a:pt x="130" y="71"/>
                </a:lnTo>
                <a:lnTo>
                  <a:pt x="130" y="71"/>
                </a:lnTo>
                <a:close/>
                <a:moveTo>
                  <a:pt x="137" y="45"/>
                </a:moveTo>
                <a:lnTo>
                  <a:pt x="138" y="45"/>
                </a:lnTo>
                <a:lnTo>
                  <a:pt x="140" y="46"/>
                </a:lnTo>
                <a:lnTo>
                  <a:pt x="141" y="47"/>
                </a:lnTo>
                <a:lnTo>
                  <a:pt x="143" y="47"/>
                </a:lnTo>
                <a:lnTo>
                  <a:pt x="144" y="49"/>
                </a:lnTo>
                <a:lnTo>
                  <a:pt x="145" y="51"/>
                </a:lnTo>
                <a:lnTo>
                  <a:pt x="145" y="52"/>
                </a:lnTo>
                <a:lnTo>
                  <a:pt x="145" y="54"/>
                </a:lnTo>
                <a:lnTo>
                  <a:pt x="145" y="56"/>
                </a:lnTo>
                <a:lnTo>
                  <a:pt x="145" y="58"/>
                </a:lnTo>
                <a:lnTo>
                  <a:pt x="144" y="59"/>
                </a:lnTo>
                <a:lnTo>
                  <a:pt x="143" y="61"/>
                </a:lnTo>
                <a:lnTo>
                  <a:pt x="141" y="62"/>
                </a:lnTo>
                <a:lnTo>
                  <a:pt x="140" y="63"/>
                </a:lnTo>
                <a:lnTo>
                  <a:pt x="138" y="63"/>
                </a:lnTo>
                <a:lnTo>
                  <a:pt x="137" y="63"/>
                </a:lnTo>
                <a:lnTo>
                  <a:pt x="134" y="63"/>
                </a:lnTo>
                <a:lnTo>
                  <a:pt x="133" y="63"/>
                </a:lnTo>
                <a:lnTo>
                  <a:pt x="131" y="62"/>
                </a:lnTo>
                <a:lnTo>
                  <a:pt x="130" y="61"/>
                </a:lnTo>
                <a:lnTo>
                  <a:pt x="129" y="59"/>
                </a:lnTo>
                <a:lnTo>
                  <a:pt x="128" y="58"/>
                </a:lnTo>
                <a:lnTo>
                  <a:pt x="127" y="56"/>
                </a:lnTo>
                <a:lnTo>
                  <a:pt x="127" y="54"/>
                </a:lnTo>
                <a:lnTo>
                  <a:pt x="127" y="52"/>
                </a:lnTo>
                <a:lnTo>
                  <a:pt x="128" y="51"/>
                </a:lnTo>
                <a:lnTo>
                  <a:pt x="129" y="49"/>
                </a:lnTo>
                <a:lnTo>
                  <a:pt x="130" y="47"/>
                </a:lnTo>
                <a:lnTo>
                  <a:pt x="131" y="47"/>
                </a:lnTo>
                <a:lnTo>
                  <a:pt x="133" y="46"/>
                </a:lnTo>
                <a:lnTo>
                  <a:pt x="134" y="45"/>
                </a:lnTo>
                <a:lnTo>
                  <a:pt x="137" y="45"/>
                </a:lnTo>
                <a:lnTo>
                  <a:pt x="137" y="45"/>
                </a:lnTo>
                <a:close/>
                <a:moveTo>
                  <a:pt x="137" y="184"/>
                </a:moveTo>
                <a:lnTo>
                  <a:pt x="134" y="184"/>
                </a:lnTo>
                <a:lnTo>
                  <a:pt x="133" y="184"/>
                </a:lnTo>
                <a:lnTo>
                  <a:pt x="130" y="183"/>
                </a:lnTo>
                <a:lnTo>
                  <a:pt x="129" y="182"/>
                </a:lnTo>
                <a:lnTo>
                  <a:pt x="125" y="180"/>
                </a:lnTo>
                <a:lnTo>
                  <a:pt x="121" y="177"/>
                </a:lnTo>
                <a:lnTo>
                  <a:pt x="119" y="174"/>
                </a:lnTo>
                <a:lnTo>
                  <a:pt x="116" y="171"/>
                </a:lnTo>
                <a:lnTo>
                  <a:pt x="114" y="167"/>
                </a:lnTo>
                <a:lnTo>
                  <a:pt x="113" y="164"/>
                </a:lnTo>
                <a:lnTo>
                  <a:pt x="110" y="160"/>
                </a:lnTo>
                <a:lnTo>
                  <a:pt x="109" y="156"/>
                </a:lnTo>
                <a:lnTo>
                  <a:pt x="113" y="157"/>
                </a:lnTo>
                <a:lnTo>
                  <a:pt x="115" y="159"/>
                </a:lnTo>
                <a:lnTo>
                  <a:pt x="118" y="160"/>
                </a:lnTo>
                <a:lnTo>
                  <a:pt x="121" y="164"/>
                </a:lnTo>
                <a:lnTo>
                  <a:pt x="128" y="169"/>
                </a:lnTo>
                <a:lnTo>
                  <a:pt x="132" y="173"/>
                </a:lnTo>
                <a:lnTo>
                  <a:pt x="134" y="176"/>
                </a:lnTo>
                <a:lnTo>
                  <a:pt x="137" y="177"/>
                </a:lnTo>
                <a:lnTo>
                  <a:pt x="138" y="176"/>
                </a:lnTo>
                <a:lnTo>
                  <a:pt x="141" y="173"/>
                </a:lnTo>
                <a:lnTo>
                  <a:pt x="145" y="169"/>
                </a:lnTo>
                <a:lnTo>
                  <a:pt x="151" y="164"/>
                </a:lnTo>
                <a:lnTo>
                  <a:pt x="154" y="160"/>
                </a:lnTo>
                <a:lnTo>
                  <a:pt x="158" y="159"/>
                </a:lnTo>
                <a:lnTo>
                  <a:pt x="160" y="157"/>
                </a:lnTo>
                <a:lnTo>
                  <a:pt x="163" y="156"/>
                </a:lnTo>
                <a:lnTo>
                  <a:pt x="162" y="160"/>
                </a:lnTo>
                <a:lnTo>
                  <a:pt x="161" y="164"/>
                </a:lnTo>
                <a:lnTo>
                  <a:pt x="159" y="167"/>
                </a:lnTo>
                <a:lnTo>
                  <a:pt x="157" y="171"/>
                </a:lnTo>
                <a:lnTo>
                  <a:pt x="154" y="174"/>
                </a:lnTo>
                <a:lnTo>
                  <a:pt x="151" y="177"/>
                </a:lnTo>
                <a:lnTo>
                  <a:pt x="148" y="180"/>
                </a:lnTo>
                <a:lnTo>
                  <a:pt x="144" y="182"/>
                </a:lnTo>
                <a:lnTo>
                  <a:pt x="142" y="183"/>
                </a:lnTo>
                <a:lnTo>
                  <a:pt x="141" y="184"/>
                </a:lnTo>
                <a:lnTo>
                  <a:pt x="138" y="184"/>
                </a:lnTo>
                <a:lnTo>
                  <a:pt x="137" y="184"/>
                </a:lnTo>
                <a:lnTo>
                  <a:pt x="137" y="184"/>
                </a:lnTo>
                <a:close/>
                <a:moveTo>
                  <a:pt x="137" y="164"/>
                </a:moveTo>
                <a:lnTo>
                  <a:pt x="134" y="161"/>
                </a:lnTo>
                <a:lnTo>
                  <a:pt x="130" y="157"/>
                </a:lnTo>
                <a:lnTo>
                  <a:pt x="125" y="153"/>
                </a:lnTo>
                <a:lnTo>
                  <a:pt x="121" y="150"/>
                </a:lnTo>
                <a:lnTo>
                  <a:pt x="119" y="148"/>
                </a:lnTo>
                <a:lnTo>
                  <a:pt x="117" y="148"/>
                </a:lnTo>
                <a:lnTo>
                  <a:pt x="114" y="147"/>
                </a:lnTo>
                <a:lnTo>
                  <a:pt x="112" y="146"/>
                </a:lnTo>
                <a:lnTo>
                  <a:pt x="105" y="144"/>
                </a:lnTo>
                <a:lnTo>
                  <a:pt x="100" y="143"/>
                </a:lnTo>
                <a:lnTo>
                  <a:pt x="97" y="143"/>
                </a:lnTo>
                <a:lnTo>
                  <a:pt x="96" y="142"/>
                </a:lnTo>
                <a:lnTo>
                  <a:pt x="95" y="141"/>
                </a:lnTo>
                <a:lnTo>
                  <a:pt x="93" y="140"/>
                </a:lnTo>
                <a:lnTo>
                  <a:pt x="91" y="137"/>
                </a:lnTo>
                <a:lnTo>
                  <a:pt x="89" y="134"/>
                </a:lnTo>
                <a:lnTo>
                  <a:pt x="87" y="132"/>
                </a:lnTo>
                <a:lnTo>
                  <a:pt x="86" y="128"/>
                </a:lnTo>
                <a:lnTo>
                  <a:pt x="85" y="125"/>
                </a:lnTo>
                <a:lnTo>
                  <a:pt x="86" y="123"/>
                </a:lnTo>
                <a:lnTo>
                  <a:pt x="87" y="120"/>
                </a:lnTo>
                <a:lnTo>
                  <a:pt x="88" y="118"/>
                </a:lnTo>
                <a:lnTo>
                  <a:pt x="89" y="116"/>
                </a:lnTo>
                <a:lnTo>
                  <a:pt x="89" y="114"/>
                </a:lnTo>
                <a:lnTo>
                  <a:pt x="91" y="112"/>
                </a:lnTo>
                <a:lnTo>
                  <a:pt x="93" y="111"/>
                </a:lnTo>
                <a:lnTo>
                  <a:pt x="93" y="109"/>
                </a:lnTo>
                <a:lnTo>
                  <a:pt x="95" y="108"/>
                </a:lnTo>
                <a:lnTo>
                  <a:pt x="97" y="108"/>
                </a:lnTo>
                <a:lnTo>
                  <a:pt x="99" y="106"/>
                </a:lnTo>
                <a:lnTo>
                  <a:pt x="101" y="106"/>
                </a:lnTo>
                <a:lnTo>
                  <a:pt x="102" y="105"/>
                </a:lnTo>
                <a:lnTo>
                  <a:pt x="106" y="104"/>
                </a:lnTo>
                <a:lnTo>
                  <a:pt x="109" y="104"/>
                </a:lnTo>
                <a:lnTo>
                  <a:pt x="113" y="104"/>
                </a:lnTo>
                <a:lnTo>
                  <a:pt x="116" y="105"/>
                </a:lnTo>
                <a:lnTo>
                  <a:pt x="119" y="107"/>
                </a:lnTo>
                <a:lnTo>
                  <a:pt x="122" y="108"/>
                </a:lnTo>
                <a:lnTo>
                  <a:pt x="129" y="112"/>
                </a:lnTo>
                <a:lnTo>
                  <a:pt x="133" y="115"/>
                </a:lnTo>
                <a:lnTo>
                  <a:pt x="134" y="116"/>
                </a:lnTo>
                <a:lnTo>
                  <a:pt x="135" y="116"/>
                </a:lnTo>
                <a:lnTo>
                  <a:pt x="136" y="116"/>
                </a:lnTo>
                <a:lnTo>
                  <a:pt x="137" y="116"/>
                </a:lnTo>
                <a:lnTo>
                  <a:pt x="137" y="116"/>
                </a:lnTo>
                <a:lnTo>
                  <a:pt x="137" y="116"/>
                </a:lnTo>
                <a:lnTo>
                  <a:pt x="139" y="116"/>
                </a:lnTo>
                <a:lnTo>
                  <a:pt x="140" y="115"/>
                </a:lnTo>
                <a:lnTo>
                  <a:pt x="145" y="112"/>
                </a:lnTo>
                <a:lnTo>
                  <a:pt x="150" y="108"/>
                </a:lnTo>
                <a:lnTo>
                  <a:pt x="154" y="107"/>
                </a:lnTo>
                <a:lnTo>
                  <a:pt x="157" y="105"/>
                </a:lnTo>
                <a:lnTo>
                  <a:pt x="160" y="104"/>
                </a:lnTo>
                <a:lnTo>
                  <a:pt x="163" y="104"/>
                </a:lnTo>
                <a:lnTo>
                  <a:pt x="167" y="104"/>
                </a:lnTo>
                <a:lnTo>
                  <a:pt x="171" y="105"/>
                </a:lnTo>
                <a:lnTo>
                  <a:pt x="173" y="106"/>
                </a:lnTo>
                <a:lnTo>
                  <a:pt x="174" y="106"/>
                </a:lnTo>
                <a:lnTo>
                  <a:pt x="176" y="108"/>
                </a:lnTo>
                <a:lnTo>
                  <a:pt x="178" y="108"/>
                </a:lnTo>
                <a:lnTo>
                  <a:pt x="179" y="109"/>
                </a:lnTo>
                <a:lnTo>
                  <a:pt x="181" y="111"/>
                </a:lnTo>
                <a:lnTo>
                  <a:pt x="182" y="112"/>
                </a:lnTo>
                <a:lnTo>
                  <a:pt x="183" y="114"/>
                </a:lnTo>
                <a:lnTo>
                  <a:pt x="184" y="116"/>
                </a:lnTo>
                <a:lnTo>
                  <a:pt x="186" y="118"/>
                </a:lnTo>
                <a:lnTo>
                  <a:pt x="186" y="120"/>
                </a:lnTo>
                <a:lnTo>
                  <a:pt x="187" y="123"/>
                </a:lnTo>
                <a:lnTo>
                  <a:pt x="187" y="125"/>
                </a:lnTo>
                <a:lnTo>
                  <a:pt x="186" y="128"/>
                </a:lnTo>
                <a:lnTo>
                  <a:pt x="186" y="132"/>
                </a:lnTo>
                <a:lnTo>
                  <a:pt x="184" y="134"/>
                </a:lnTo>
                <a:lnTo>
                  <a:pt x="182" y="137"/>
                </a:lnTo>
                <a:lnTo>
                  <a:pt x="180" y="140"/>
                </a:lnTo>
                <a:lnTo>
                  <a:pt x="178" y="141"/>
                </a:lnTo>
                <a:lnTo>
                  <a:pt x="177" y="142"/>
                </a:lnTo>
                <a:lnTo>
                  <a:pt x="175" y="143"/>
                </a:lnTo>
                <a:lnTo>
                  <a:pt x="174" y="143"/>
                </a:lnTo>
                <a:lnTo>
                  <a:pt x="167" y="144"/>
                </a:lnTo>
                <a:lnTo>
                  <a:pt x="162" y="146"/>
                </a:lnTo>
                <a:lnTo>
                  <a:pt x="158" y="147"/>
                </a:lnTo>
                <a:lnTo>
                  <a:pt x="156" y="148"/>
                </a:lnTo>
                <a:lnTo>
                  <a:pt x="154" y="148"/>
                </a:lnTo>
                <a:lnTo>
                  <a:pt x="152" y="150"/>
                </a:lnTo>
                <a:lnTo>
                  <a:pt x="147" y="153"/>
                </a:lnTo>
                <a:lnTo>
                  <a:pt x="143" y="157"/>
                </a:lnTo>
                <a:lnTo>
                  <a:pt x="139" y="161"/>
                </a:lnTo>
                <a:lnTo>
                  <a:pt x="137" y="164"/>
                </a:lnTo>
                <a:lnTo>
                  <a:pt x="137" y="164"/>
                </a:lnTo>
                <a:close/>
                <a:moveTo>
                  <a:pt x="170" y="51"/>
                </a:moveTo>
                <a:lnTo>
                  <a:pt x="171" y="51"/>
                </a:lnTo>
                <a:lnTo>
                  <a:pt x="173" y="51"/>
                </a:lnTo>
                <a:lnTo>
                  <a:pt x="174" y="52"/>
                </a:lnTo>
                <a:lnTo>
                  <a:pt x="175" y="53"/>
                </a:lnTo>
                <a:lnTo>
                  <a:pt x="177" y="55"/>
                </a:lnTo>
                <a:lnTo>
                  <a:pt x="178" y="56"/>
                </a:lnTo>
                <a:lnTo>
                  <a:pt x="178" y="58"/>
                </a:lnTo>
                <a:lnTo>
                  <a:pt x="178" y="59"/>
                </a:lnTo>
                <a:lnTo>
                  <a:pt x="178" y="62"/>
                </a:lnTo>
                <a:lnTo>
                  <a:pt x="178" y="63"/>
                </a:lnTo>
                <a:lnTo>
                  <a:pt x="177" y="65"/>
                </a:lnTo>
                <a:lnTo>
                  <a:pt x="175" y="67"/>
                </a:lnTo>
                <a:lnTo>
                  <a:pt x="174" y="67"/>
                </a:lnTo>
                <a:lnTo>
                  <a:pt x="173" y="68"/>
                </a:lnTo>
                <a:lnTo>
                  <a:pt x="171" y="69"/>
                </a:lnTo>
                <a:lnTo>
                  <a:pt x="170" y="69"/>
                </a:lnTo>
                <a:lnTo>
                  <a:pt x="167" y="69"/>
                </a:lnTo>
                <a:lnTo>
                  <a:pt x="166" y="68"/>
                </a:lnTo>
                <a:lnTo>
                  <a:pt x="164" y="67"/>
                </a:lnTo>
                <a:lnTo>
                  <a:pt x="162" y="67"/>
                </a:lnTo>
                <a:lnTo>
                  <a:pt x="162" y="65"/>
                </a:lnTo>
                <a:lnTo>
                  <a:pt x="161" y="63"/>
                </a:lnTo>
                <a:lnTo>
                  <a:pt x="160" y="62"/>
                </a:lnTo>
                <a:lnTo>
                  <a:pt x="160" y="59"/>
                </a:lnTo>
                <a:lnTo>
                  <a:pt x="160" y="58"/>
                </a:lnTo>
                <a:lnTo>
                  <a:pt x="161" y="56"/>
                </a:lnTo>
                <a:lnTo>
                  <a:pt x="162" y="55"/>
                </a:lnTo>
                <a:lnTo>
                  <a:pt x="162" y="53"/>
                </a:lnTo>
                <a:lnTo>
                  <a:pt x="164" y="52"/>
                </a:lnTo>
                <a:lnTo>
                  <a:pt x="166" y="51"/>
                </a:lnTo>
                <a:lnTo>
                  <a:pt x="167" y="51"/>
                </a:lnTo>
                <a:lnTo>
                  <a:pt x="170" y="51"/>
                </a:lnTo>
                <a:lnTo>
                  <a:pt x="170" y="51"/>
                </a:lnTo>
                <a:close/>
                <a:moveTo>
                  <a:pt x="175" y="96"/>
                </a:moveTo>
                <a:lnTo>
                  <a:pt x="177" y="95"/>
                </a:lnTo>
                <a:lnTo>
                  <a:pt x="177" y="93"/>
                </a:lnTo>
                <a:lnTo>
                  <a:pt x="179" y="88"/>
                </a:lnTo>
                <a:lnTo>
                  <a:pt x="181" y="84"/>
                </a:lnTo>
                <a:lnTo>
                  <a:pt x="183" y="81"/>
                </a:lnTo>
                <a:lnTo>
                  <a:pt x="186" y="78"/>
                </a:lnTo>
                <a:lnTo>
                  <a:pt x="188" y="76"/>
                </a:lnTo>
                <a:lnTo>
                  <a:pt x="190" y="74"/>
                </a:lnTo>
                <a:lnTo>
                  <a:pt x="194" y="72"/>
                </a:lnTo>
                <a:lnTo>
                  <a:pt x="196" y="71"/>
                </a:lnTo>
                <a:lnTo>
                  <a:pt x="198" y="69"/>
                </a:lnTo>
                <a:lnTo>
                  <a:pt x="202" y="68"/>
                </a:lnTo>
                <a:lnTo>
                  <a:pt x="205" y="67"/>
                </a:lnTo>
                <a:lnTo>
                  <a:pt x="209" y="67"/>
                </a:lnTo>
                <a:lnTo>
                  <a:pt x="213" y="67"/>
                </a:lnTo>
                <a:lnTo>
                  <a:pt x="217" y="67"/>
                </a:lnTo>
                <a:lnTo>
                  <a:pt x="221" y="67"/>
                </a:lnTo>
                <a:lnTo>
                  <a:pt x="223" y="68"/>
                </a:lnTo>
                <a:lnTo>
                  <a:pt x="226" y="69"/>
                </a:lnTo>
                <a:lnTo>
                  <a:pt x="229" y="71"/>
                </a:lnTo>
                <a:lnTo>
                  <a:pt x="230" y="72"/>
                </a:lnTo>
                <a:lnTo>
                  <a:pt x="232" y="73"/>
                </a:lnTo>
                <a:lnTo>
                  <a:pt x="234" y="75"/>
                </a:lnTo>
                <a:lnTo>
                  <a:pt x="236" y="76"/>
                </a:lnTo>
                <a:lnTo>
                  <a:pt x="238" y="79"/>
                </a:lnTo>
                <a:lnTo>
                  <a:pt x="238" y="80"/>
                </a:lnTo>
                <a:lnTo>
                  <a:pt x="240" y="82"/>
                </a:lnTo>
                <a:lnTo>
                  <a:pt x="242" y="86"/>
                </a:lnTo>
                <a:lnTo>
                  <a:pt x="244" y="89"/>
                </a:lnTo>
                <a:lnTo>
                  <a:pt x="247" y="93"/>
                </a:lnTo>
                <a:lnTo>
                  <a:pt x="251" y="98"/>
                </a:lnTo>
                <a:lnTo>
                  <a:pt x="254" y="101"/>
                </a:lnTo>
                <a:lnTo>
                  <a:pt x="256" y="102"/>
                </a:lnTo>
                <a:lnTo>
                  <a:pt x="254" y="103"/>
                </a:lnTo>
                <a:lnTo>
                  <a:pt x="249" y="105"/>
                </a:lnTo>
                <a:lnTo>
                  <a:pt x="246" y="107"/>
                </a:lnTo>
                <a:lnTo>
                  <a:pt x="242" y="108"/>
                </a:lnTo>
                <a:lnTo>
                  <a:pt x="238" y="110"/>
                </a:lnTo>
                <a:lnTo>
                  <a:pt x="236" y="112"/>
                </a:lnTo>
                <a:lnTo>
                  <a:pt x="230" y="116"/>
                </a:lnTo>
                <a:lnTo>
                  <a:pt x="224" y="120"/>
                </a:lnTo>
                <a:lnTo>
                  <a:pt x="222" y="120"/>
                </a:lnTo>
                <a:lnTo>
                  <a:pt x="218" y="121"/>
                </a:lnTo>
                <a:lnTo>
                  <a:pt x="215" y="122"/>
                </a:lnTo>
                <a:lnTo>
                  <a:pt x="211" y="122"/>
                </a:lnTo>
                <a:lnTo>
                  <a:pt x="207" y="121"/>
                </a:lnTo>
                <a:lnTo>
                  <a:pt x="204" y="120"/>
                </a:lnTo>
                <a:lnTo>
                  <a:pt x="201" y="120"/>
                </a:lnTo>
                <a:lnTo>
                  <a:pt x="198" y="120"/>
                </a:lnTo>
                <a:lnTo>
                  <a:pt x="198" y="120"/>
                </a:lnTo>
                <a:lnTo>
                  <a:pt x="197" y="119"/>
                </a:lnTo>
                <a:lnTo>
                  <a:pt x="195" y="115"/>
                </a:lnTo>
                <a:lnTo>
                  <a:pt x="194" y="112"/>
                </a:lnTo>
                <a:lnTo>
                  <a:pt x="191" y="108"/>
                </a:lnTo>
                <a:lnTo>
                  <a:pt x="190" y="106"/>
                </a:lnTo>
                <a:lnTo>
                  <a:pt x="186" y="104"/>
                </a:lnTo>
                <a:lnTo>
                  <a:pt x="184" y="100"/>
                </a:lnTo>
                <a:lnTo>
                  <a:pt x="182" y="99"/>
                </a:lnTo>
                <a:lnTo>
                  <a:pt x="180" y="98"/>
                </a:lnTo>
                <a:lnTo>
                  <a:pt x="178" y="96"/>
                </a:lnTo>
                <a:lnTo>
                  <a:pt x="175" y="96"/>
                </a:lnTo>
                <a:lnTo>
                  <a:pt x="175" y="96"/>
                </a:lnTo>
                <a:close/>
                <a:moveTo>
                  <a:pt x="104" y="51"/>
                </a:moveTo>
                <a:lnTo>
                  <a:pt x="106" y="51"/>
                </a:lnTo>
                <a:lnTo>
                  <a:pt x="108" y="51"/>
                </a:lnTo>
                <a:lnTo>
                  <a:pt x="109" y="52"/>
                </a:lnTo>
                <a:lnTo>
                  <a:pt x="110" y="53"/>
                </a:lnTo>
                <a:lnTo>
                  <a:pt x="112" y="55"/>
                </a:lnTo>
                <a:lnTo>
                  <a:pt x="113" y="56"/>
                </a:lnTo>
                <a:lnTo>
                  <a:pt x="113" y="58"/>
                </a:lnTo>
                <a:lnTo>
                  <a:pt x="113" y="59"/>
                </a:lnTo>
                <a:lnTo>
                  <a:pt x="113" y="62"/>
                </a:lnTo>
                <a:lnTo>
                  <a:pt x="113" y="63"/>
                </a:lnTo>
                <a:lnTo>
                  <a:pt x="112" y="65"/>
                </a:lnTo>
                <a:lnTo>
                  <a:pt x="110" y="67"/>
                </a:lnTo>
                <a:lnTo>
                  <a:pt x="109" y="67"/>
                </a:lnTo>
                <a:lnTo>
                  <a:pt x="108" y="68"/>
                </a:lnTo>
                <a:lnTo>
                  <a:pt x="106" y="69"/>
                </a:lnTo>
                <a:lnTo>
                  <a:pt x="104" y="69"/>
                </a:lnTo>
                <a:lnTo>
                  <a:pt x="102" y="69"/>
                </a:lnTo>
                <a:lnTo>
                  <a:pt x="101" y="68"/>
                </a:lnTo>
                <a:lnTo>
                  <a:pt x="99" y="67"/>
                </a:lnTo>
                <a:lnTo>
                  <a:pt x="97" y="67"/>
                </a:lnTo>
                <a:lnTo>
                  <a:pt x="97" y="65"/>
                </a:lnTo>
                <a:lnTo>
                  <a:pt x="95" y="63"/>
                </a:lnTo>
                <a:lnTo>
                  <a:pt x="95" y="62"/>
                </a:lnTo>
                <a:lnTo>
                  <a:pt x="95" y="59"/>
                </a:lnTo>
                <a:lnTo>
                  <a:pt x="95" y="58"/>
                </a:lnTo>
                <a:lnTo>
                  <a:pt x="95" y="56"/>
                </a:lnTo>
                <a:lnTo>
                  <a:pt x="97" y="55"/>
                </a:lnTo>
                <a:lnTo>
                  <a:pt x="97" y="53"/>
                </a:lnTo>
                <a:lnTo>
                  <a:pt x="99" y="52"/>
                </a:lnTo>
                <a:lnTo>
                  <a:pt x="101" y="51"/>
                </a:lnTo>
                <a:lnTo>
                  <a:pt x="102" y="51"/>
                </a:lnTo>
                <a:lnTo>
                  <a:pt x="104" y="51"/>
                </a:lnTo>
                <a:lnTo>
                  <a:pt x="104" y="51"/>
                </a:lnTo>
                <a:close/>
                <a:moveTo>
                  <a:pt x="97" y="96"/>
                </a:moveTo>
                <a:lnTo>
                  <a:pt x="95" y="96"/>
                </a:lnTo>
                <a:lnTo>
                  <a:pt x="93" y="98"/>
                </a:lnTo>
                <a:lnTo>
                  <a:pt x="91" y="99"/>
                </a:lnTo>
                <a:lnTo>
                  <a:pt x="89" y="100"/>
                </a:lnTo>
                <a:lnTo>
                  <a:pt x="86" y="104"/>
                </a:lnTo>
                <a:lnTo>
                  <a:pt x="84" y="106"/>
                </a:lnTo>
                <a:lnTo>
                  <a:pt x="81" y="108"/>
                </a:lnTo>
                <a:lnTo>
                  <a:pt x="80" y="112"/>
                </a:lnTo>
                <a:lnTo>
                  <a:pt x="77" y="115"/>
                </a:lnTo>
                <a:lnTo>
                  <a:pt x="77" y="119"/>
                </a:lnTo>
                <a:lnTo>
                  <a:pt x="75" y="120"/>
                </a:lnTo>
                <a:lnTo>
                  <a:pt x="74" y="120"/>
                </a:lnTo>
                <a:lnTo>
                  <a:pt x="73" y="120"/>
                </a:lnTo>
                <a:lnTo>
                  <a:pt x="69" y="120"/>
                </a:lnTo>
                <a:lnTo>
                  <a:pt x="65" y="121"/>
                </a:lnTo>
                <a:lnTo>
                  <a:pt x="61" y="122"/>
                </a:lnTo>
                <a:lnTo>
                  <a:pt x="58" y="122"/>
                </a:lnTo>
                <a:lnTo>
                  <a:pt x="54" y="121"/>
                </a:lnTo>
                <a:lnTo>
                  <a:pt x="51" y="120"/>
                </a:lnTo>
                <a:lnTo>
                  <a:pt x="49" y="120"/>
                </a:lnTo>
                <a:lnTo>
                  <a:pt x="43" y="116"/>
                </a:lnTo>
                <a:lnTo>
                  <a:pt x="37" y="112"/>
                </a:lnTo>
                <a:lnTo>
                  <a:pt x="34" y="110"/>
                </a:lnTo>
                <a:lnTo>
                  <a:pt x="31" y="108"/>
                </a:lnTo>
                <a:lnTo>
                  <a:pt x="28" y="107"/>
                </a:lnTo>
                <a:lnTo>
                  <a:pt x="25" y="105"/>
                </a:lnTo>
                <a:lnTo>
                  <a:pt x="19" y="103"/>
                </a:lnTo>
                <a:lnTo>
                  <a:pt x="17" y="102"/>
                </a:lnTo>
                <a:lnTo>
                  <a:pt x="18" y="101"/>
                </a:lnTo>
                <a:lnTo>
                  <a:pt x="21" y="98"/>
                </a:lnTo>
                <a:lnTo>
                  <a:pt x="25" y="93"/>
                </a:lnTo>
                <a:lnTo>
                  <a:pt x="29" y="89"/>
                </a:lnTo>
                <a:lnTo>
                  <a:pt x="31" y="86"/>
                </a:lnTo>
                <a:lnTo>
                  <a:pt x="33" y="82"/>
                </a:lnTo>
                <a:lnTo>
                  <a:pt x="34" y="80"/>
                </a:lnTo>
                <a:lnTo>
                  <a:pt x="36" y="79"/>
                </a:lnTo>
                <a:lnTo>
                  <a:pt x="37" y="76"/>
                </a:lnTo>
                <a:lnTo>
                  <a:pt x="39" y="75"/>
                </a:lnTo>
                <a:lnTo>
                  <a:pt x="41" y="73"/>
                </a:lnTo>
                <a:lnTo>
                  <a:pt x="43" y="72"/>
                </a:lnTo>
                <a:lnTo>
                  <a:pt x="45" y="71"/>
                </a:lnTo>
                <a:lnTo>
                  <a:pt x="47" y="69"/>
                </a:lnTo>
                <a:lnTo>
                  <a:pt x="49" y="68"/>
                </a:lnTo>
                <a:lnTo>
                  <a:pt x="53" y="67"/>
                </a:lnTo>
                <a:lnTo>
                  <a:pt x="56" y="67"/>
                </a:lnTo>
                <a:lnTo>
                  <a:pt x="60" y="67"/>
                </a:lnTo>
                <a:lnTo>
                  <a:pt x="65" y="67"/>
                </a:lnTo>
                <a:lnTo>
                  <a:pt x="68" y="67"/>
                </a:lnTo>
                <a:lnTo>
                  <a:pt x="71" y="68"/>
                </a:lnTo>
                <a:lnTo>
                  <a:pt x="74" y="69"/>
                </a:lnTo>
                <a:lnTo>
                  <a:pt x="77" y="71"/>
                </a:lnTo>
                <a:lnTo>
                  <a:pt x="80" y="72"/>
                </a:lnTo>
                <a:lnTo>
                  <a:pt x="82" y="74"/>
                </a:lnTo>
                <a:lnTo>
                  <a:pt x="85" y="76"/>
                </a:lnTo>
                <a:lnTo>
                  <a:pt x="88" y="78"/>
                </a:lnTo>
                <a:lnTo>
                  <a:pt x="90" y="81"/>
                </a:lnTo>
                <a:lnTo>
                  <a:pt x="92" y="84"/>
                </a:lnTo>
                <a:lnTo>
                  <a:pt x="93" y="88"/>
                </a:lnTo>
                <a:lnTo>
                  <a:pt x="96" y="93"/>
                </a:lnTo>
                <a:lnTo>
                  <a:pt x="97" y="95"/>
                </a:lnTo>
                <a:lnTo>
                  <a:pt x="97" y="9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0320" rIns="90000" bIns="40320" anchor="ctr">
            <a:noAutofit/>
          </a:bodyPr>
          <a:lstStyle/>
          <a:p>
            <a:endParaRPr/>
          </a:p>
        </p:txBody>
      </p:sp>
      <p:sp>
        <p:nvSpPr>
          <p:cNvPr id="365" name="ïṩļïḓe">
            <a:extLst>
              <a:ext uri="{FF2B5EF4-FFF2-40B4-BE49-F238E27FC236}">
                <a16:creationId xmlns:a16="http://schemas.microsoft.com/office/drawing/2014/main" id="{C75BBCAE-3A30-4B2E-9958-17D4161E5C92}"/>
              </a:ext>
            </a:extLst>
          </p:cNvPr>
          <p:cNvSpPr>
            <a:spLocks noGrp="1"/>
          </p:cNvSpPr>
          <p:nvPr/>
        </p:nvSpPr>
        <p:spPr>
          <a:xfrm>
            <a:off x="746640" y="666720"/>
            <a:ext cx="64800" cy="59040"/>
          </a:xfrm>
          <a:custGeom>
            <a:avLst/>
            <a:gdLst>
              <a:gd name="textAreaLeft" fmla="*/ 0 w 64800"/>
              <a:gd name="textAreaRight" fmla="*/ 65160 w 64800"/>
              <a:gd name="textAreaTop" fmla="*/ 0 h 59040"/>
              <a:gd name="textAreaBottom" fmla="*/ 59400 h 59040"/>
              <a:gd name="GluePoint1X" fmla="*/ 27 w 149"/>
              <a:gd name="GluePoint1Y" fmla="*/ 59 h 136"/>
              <a:gd name="GluePoint2X" fmla="*/ 21 w 149"/>
              <a:gd name="GluePoint2Y" fmla="*/ 66 h 136"/>
              <a:gd name="GluePoint3X" fmla="*/ 19 w 149"/>
              <a:gd name="GluePoint3Y" fmla="*/ 59 h 136"/>
              <a:gd name="GluePoint4X" fmla="*/ 9 w 149"/>
              <a:gd name="GluePoint4Y" fmla="*/ 54 h 136"/>
              <a:gd name="GluePoint5X" fmla="*/ 1 w 149"/>
              <a:gd name="GluePoint5Y" fmla="*/ 49 h 136"/>
              <a:gd name="GluePoint6X" fmla="*/ 3 w 149"/>
              <a:gd name="GluePoint6Y" fmla="*/ 35 h 136"/>
              <a:gd name="GluePoint7X" fmla="*/ 9 w 149"/>
              <a:gd name="GluePoint7Y" fmla="*/ 34 h 136"/>
              <a:gd name="GluePoint8X" fmla="*/ 20 w 149"/>
              <a:gd name="GluePoint8Y" fmla="*/ 43 h 136"/>
              <a:gd name="GluePoint9X" fmla="*/ 21 w 149"/>
              <a:gd name="GluePoint9Y" fmla="*/ 35 h 136"/>
              <a:gd name="GluePoint10X" fmla="*/ 8 w 149"/>
              <a:gd name="GluePoint10Y" fmla="*/ 8 h 136"/>
              <a:gd name="GluePoint11X" fmla="*/ 17 w 149"/>
              <a:gd name="GluePoint11Y" fmla="*/ 0 h 136"/>
              <a:gd name="GluePoint12X" fmla="*/ 24 w 149"/>
              <a:gd name="GluePoint12Y" fmla="*/ 6 h 136"/>
              <a:gd name="GluePoint13X" fmla="*/ 29 w 149"/>
              <a:gd name="GluePoint13Y" fmla="*/ 38 h 136"/>
              <a:gd name="GluePoint14X" fmla="*/ 31 w 149"/>
              <a:gd name="GluePoint14Y" fmla="*/ 49 h 136"/>
              <a:gd name="GluePoint15X" fmla="*/ 46 w 149"/>
              <a:gd name="GluePoint15Y" fmla="*/ 61 h 136"/>
              <a:gd name="GluePoint16X" fmla="*/ 46 w 149"/>
              <a:gd name="GluePoint16Y" fmla="*/ 55 h 136"/>
              <a:gd name="GluePoint17X" fmla="*/ 41 w 149"/>
              <a:gd name="GluePoint17Y" fmla="*/ 43 h 136"/>
              <a:gd name="GluePoint18X" fmla="*/ 47 w 149"/>
              <a:gd name="GluePoint18Y" fmla="*/ 41 h 136"/>
              <a:gd name="GluePoint19X" fmla="*/ 34 w 149"/>
              <a:gd name="GluePoint19Y" fmla="*/ 24 h 136"/>
              <a:gd name="GluePoint20X" fmla="*/ 38 w 149"/>
              <a:gd name="GluePoint20Y" fmla="*/ 19 h 136"/>
              <a:gd name="GluePoint21X" fmla="*/ 45 w 149"/>
              <a:gd name="GluePoint21Y" fmla="*/ 26 h 136"/>
              <a:gd name="GluePoint22X" fmla="*/ 49 w 149"/>
              <a:gd name="GluePoint22Y" fmla="*/ 28 h 136"/>
              <a:gd name="GluePoint23X" fmla="*/ 45 w 149"/>
              <a:gd name="GluePoint23Y" fmla="*/ 10 h 136"/>
              <a:gd name="GluePoint24X" fmla="*/ 50 w 149"/>
              <a:gd name="GluePoint24Y" fmla="*/ 8 h 136"/>
              <a:gd name="GluePoint25X" fmla="*/ 53 w 149"/>
              <a:gd name="GluePoint25Y" fmla="*/ 28 h 136"/>
              <a:gd name="GluePoint26X" fmla="*/ 67 w 149"/>
              <a:gd name="GluePoint26Y" fmla="*/ 56 h 136"/>
              <a:gd name="GluePoint27X" fmla="*/ 68 w 149"/>
              <a:gd name="GluePoint27Y" fmla="*/ 37 h 136"/>
              <a:gd name="GluePoint28X" fmla="*/ 70 w 149"/>
              <a:gd name="GluePoint28Y" fmla="*/ 13 h 136"/>
              <a:gd name="GluePoint29X" fmla="*/ 77 w 149"/>
              <a:gd name="GluePoint29Y" fmla="*/ 20 h 136"/>
              <a:gd name="GluePoint30X" fmla="*/ 73 w 149"/>
              <a:gd name="GluePoint30Y" fmla="*/ 37 h 136"/>
              <a:gd name="GluePoint31X" fmla="*/ 85 w 149"/>
              <a:gd name="GluePoint31Y" fmla="*/ 64 h 136"/>
              <a:gd name="GluePoint32X" fmla="*/ 97 w 149"/>
              <a:gd name="GluePoint32Y" fmla="*/ 67 h 136"/>
              <a:gd name="GluePoint33X" fmla="*/ 100 w 149"/>
              <a:gd name="GluePoint33Y" fmla="*/ 55 h 136"/>
              <a:gd name="GluePoint34X" fmla="*/ 106 w 149"/>
              <a:gd name="GluePoint34Y" fmla="*/ 59 h 136"/>
              <a:gd name="GluePoint35X" fmla="*/ 105 w 149"/>
              <a:gd name="GluePoint35Y" fmla="*/ 71 h 136"/>
              <a:gd name="GluePoint36X" fmla="*/ 142 w 149"/>
              <a:gd name="GluePoint36Y" fmla="*/ 82 h 136"/>
              <a:gd name="GluePoint37X" fmla="*/ 148 w 149"/>
              <a:gd name="GluePoint37Y" fmla="*/ 91 h 136"/>
              <a:gd name="GluePoint38X" fmla="*/ 132 w 149"/>
              <a:gd name="GluePoint38Y" fmla="*/ 98 h 136"/>
              <a:gd name="GluePoint39X" fmla="*/ 133 w 149"/>
              <a:gd name="GluePoint39Y" fmla="*/ 92 h 136"/>
              <a:gd name="GluePoint40X" fmla="*/ 109 w 149"/>
              <a:gd name="GluePoint40Y" fmla="*/ 80 h 136"/>
              <a:gd name="GluePoint41X" fmla="*/ 109 w 149"/>
              <a:gd name="GluePoint41Y" fmla="*/ 91 h 136"/>
              <a:gd name="GluePoint42X" fmla="*/ 113 w 149"/>
              <a:gd name="GluePoint42Y" fmla="*/ 101 h 136"/>
              <a:gd name="GluePoint43X" fmla="*/ 101 w 149"/>
              <a:gd name="GluePoint43Y" fmla="*/ 104 h 136"/>
              <a:gd name="GluePoint44X" fmla="*/ 97 w 149"/>
              <a:gd name="GluePoint44Y" fmla="*/ 87 h 136"/>
              <a:gd name="GluePoint45X" fmla="*/ 76 w 149"/>
              <a:gd name="GluePoint45Y" fmla="*/ 71 h 136"/>
              <a:gd name="GluePoint46X" fmla="*/ 81 w 149"/>
              <a:gd name="GluePoint46Y" fmla="*/ 96 h 136"/>
              <a:gd name="GluePoint47X" fmla="*/ 91 w 149"/>
              <a:gd name="GluePoint47Y" fmla="*/ 125 h 136"/>
              <a:gd name="GluePoint48X" fmla="*/ 86 w 149"/>
              <a:gd name="GluePoint48Y" fmla="*/ 136 h 136"/>
              <a:gd name="GluePoint49X" fmla="*/ 76 w 149"/>
              <a:gd name="GluePoint49Y" fmla="*/ 124 h 136"/>
              <a:gd name="GluePoint50X" fmla="*/ 70 w 149"/>
              <a:gd name="GluePoint50Y" fmla="*/ 78 h 136"/>
              <a:gd name="GluePoint51X" fmla="*/ 57 w 149"/>
              <a:gd name="GluePoint51Y" fmla="*/ 60 h 136"/>
              <a:gd name="GluePoint52X" fmla="*/ 55 w 149"/>
              <a:gd name="GluePoint52Y" fmla="*/ 71 h 136"/>
              <a:gd name="GluePoint53X" fmla="*/ 56 w 149"/>
              <a:gd name="GluePoint53Y" fmla="*/ 91 h 136"/>
              <a:gd name="GluePoint54X" fmla="*/ 47 w 149"/>
              <a:gd name="GluePoint54Y" fmla="*/ 89 h 136"/>
              <a:gd name="GluePoint55X" fmla="*/ 41 w 149"/>
              <a:gd name="GluePoint55Y" fmla="*/ 68 h 136"/>
            </a:gdLst>
            <a:ahLst/>
            <a:cxnLst/>
            <a:rect l="textAreaLeft" t="textAreaTop" r="textAreaRight" b="textAreaBottom"/>
            <a:pathLst>
              <a:path w="149" h="136">
                <a:moveTo>
                  <a:pt x="32" y="60"/>
                </a:moveTo>
                <a:lnTo>
                  <a:pt x="31" y="60"/>
                </a:lnTo>
                <a:lnTo>
                  <a:pt x="29" y="59"/>
                </a:lnTo>
                <a:lnTo>
                  <a:pt x="29" y="58"/>
                </a:lnTo>
                <a:lnTo>
                  <a:pt x="28" y="58"/>
                </a:lnTo>
                <a:lnTo>
                  <a:pt x="27" y="58"/>
                </a:lnTo>
                <a:lnTo>
                  <a:pt x="27" y="59"/>
                </a:lnTo>
                <a:lnTo>
                  <a:pt x="26" y="62"/>
                </a:lnTo>
                <a:lnTo>
                  <a:pt x="25" y="64"/>
                </a:lnTo>
                <a:lnTo>
                  <a:pt x="25" y="66"/>
                </a:lnTo>
                <a:lnTo>
                  <a:pt x="24" y="66"/>
                </a:lnTo>
                <a:lnTo>
                  <a:pt x="24" y="67"/>
                </a:lnTo>
                <a:lnTo>
                  <a:pt x="23" y="67"/>
                </a:lnTo>
                <a:lnTo>
                  <a:pt x="21" y="66"/>
                </a:lnTo>
                <a:lnTo>
                  <a:pt x="20" y="66"/>
                </a:lnTo>
                <a:lnTo>
                  <a:pt x="19" y="65"/>
                </a:lnTo>
                <a:lnTo>
                  <a:pt x="18" y="65"/>
                </a:lnTo>
                <a:lnTo>
                  <a:pt x="18" y="64"/>
                </a:lnTo>
                <a:lnTo>
                  <a:pt x="18" y="63"/>
                </a:lnTo>
                <a:lnTo>
                  <a:pt x="18" y="62"/>
                </a:lnTo>
                <a:lnTo>
                  <a:pt x="19" y="59"/>
                </a:lnTo>
                <a:lnTo>
                  <a:pt x="19" y="58"/>
                </a:lnTo>
                <a:lnTo>
                  <a:pt x="19" y="57"/>
                </a:lnTo>
                <a:lnTo>
                  <a:pt x="19" y="56"/>
                </a:lnTo>
                <a:lnTo>
                  <a:pt x="18" y="56"/>
                </a:lnTo>
                <a:lnTo>
                  <a:pt x="16" y="55"/>
                </a:lnTo>
                <a:lnTo>
                  <a:pt x="13" y="55"/>
                </a:lnTo>
                <a:lnTo>
                  <a:pt x="9" y="54"/>
                </a:lnTo>
                <a:lnTo>
                  <a:pt x="8" y="53"/>
                </a:lnTo>
                <a:lnTo>
                  <a:pt x="7" y="52"/>
                </a:lnTo>
                <a:lnTo>
                  <a:pt x="5" y="52"/>
                </a:lnTo>
                <a:lnTo>
                  <a:pt x="3" y="51"/>
                </a:lnTo>
                <a:lnTo>
                  <a:pt x="2" y="51"/>
                </a:lnTo>
                <a:lnTo>
                  <a:pt x="1" y="50"/>
                </a:lnTo>
                <a:lnTo>
                  <a:pt x="1" y="49"/>
                </a:lnTo>
                <a:lnTo>
                  <a:pt x="0" y="46"/>
                </a:lnTo>
                <a:lnTo>
                  <a:pt x="1" y="43"/>
                </a:lnTo>
                <a:lnTo>
                  <a:pt x="1" y="41"/>
                </a:lnTo>
                <a:lnTo>
                  <a:pt x="1" y="39"/>
                </a:lnTo>
                <a:lnTo>
                  <a:pt x="1" y="38"/>
                </a:lnTo>
                <a:lnTo>
                  <a:pt x="2" y="37"/>
                </a:lnTo>
                <a:lnTo>
                  <a:pt x="3" y="35"/>
                </a:lnTo>
                <a:lnTo>
                  <a:pt x="4" y="35"/>
                </a:lnTo>
                <a:lnTo>
                  <a:pt x="5" y="34"/>
                </a:lnTo>
                <a:lnTo>
                  <a:pt x="5" y="34"/>
                </a:lnTo>
                <a:lnTo>
                  <a:pt x="6" y="34"/>
                </a:lnTo>
                <a:lnTo>
                  <a:pt x="7" y="34"/>
                </a:lnTo>
                <a:lnTo>
                  <a:pt x="9" y="34"/>
                </a:lnTo>
                <a:lnTo>
                  <a:pt x="9" y="34"/>
                </a:lnTo>
                <a:lnTo>
                  <a:pt x="10" y="34"/>
                </a:lnTo>
                <a:lnTo>
                  <a:pt x="11" y="35"/>
                </a:lnTo>
                <a:lnTo>
                  <a:pt x="12" y="35"/>
                </a:lnTo>
                <a:lnTo>
                  <a:pt x="13" y="37"/>
                </a:lnTo>
                <a:lnTo>
                  <a:pt x="16" y="39"/>
                </a:lnTo>
                <a:lnTo>
                  <a:pt x="19" y="42"/>
                </a:lnTo>
                <a:lnTo>
                  <a:pt x="20" y="43"/>
                </a:lnTo>
                <a:lnTo>
                  <a:pt x="21" y="43"/>
                </a:lnTo>
                <a:lnTo>
                  <a:pt x="21" y="43"/>
                </a:lnTo>
                <a:lnTo>
                  <a:pt x="22" y="43"/>
                </a:lnTo>
                <a:lnTo>
                  <a:pt x="22" y="43"/>
                </a:lnTo>
                <a:lnTo>
                  <a:pt x="22" y="42"/>
                </a:lnTo>
                <a:lnTo>
                  <a:pt x="21" y="39"/>
                </a:lnTo>
                <a:lnTo>
                  <a:pt x="21" y="35"/>
                </a:lnTo>
                <a:lnTo>
                  <a:pt x="19" y="30"/>
                </a:lnTo>
                <a:lnTo>
                  <a:pt x="17" y="26"/>
                </a:lnTo>
                <a:lnTo>
                  <a:pt x="14" y="19"/>
                </a:lnTo>
                <a:lnTo>
                  <a:pt x="11" y="14"/>
                </a:lnTo>
                <a:lnTo>
                  <a:pt x="9" y="12"/>
                </a:lnTo>
                <a:lnTo>
                  <a:pt x="9" y="10"/>
                </a:lnTo>
                <a:lnTo>
                  <a:pt x="8" y="8"/>
                </a:lnTo>
                <a:lnTo>
                  <a:pt x="8" y="7"/>
                </a:lnTo>
                <a:lnTo>
                  <a:pt x="9" y="6"/>
                </a:lnTo>
                <a:lnTo>
                  <a:pt x="9" y="4"/>
                </a:lnTo>
                <a:lnTo>
                  <a:pt x="11" y="2"/>
                </a:lnTo>
                <a:lnTo>
                  <a:pt x="12" y="2"/>
                </a:lnTo>
                <a:lnTo>
                  <a:pt x="14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20" y="1"/>
                </a:lnTo>
                <a:lnTo>
                  <a:pt x="21" y="2"/>
                </a:lnTo>
                <a:lnTo>
                  <a:pt x="23" y="3"/>
                </a:lnTo>
                <a:lnTo>
                  <a:pt x="24" y="4"/>
                </a:lnTo>
                <a:lnTo>
                  <a:pt x="24" y="6"/>
                </a:lnTo>
                <a:lnTo>
                  <a:pt x="24" y="9"/>
                </a:lnTo>
                <a:lnTo>
                  <a:pt x="24" y="13"/>
                </a:lnTo>
                <a:lnTo>
                  <a:pt x="25" y="17"/>
                </a:lnTo>
                <a:lnTo>
                  <a:pt x="27" y="23"/>
                </a:lnTo>
                <a:lnTo>
                  <a:pt x="27" y="28"/>
                </a:lnTo>
                <a:lnTo>
                  <a:pt x="28" y="32"/>
                </a:lnTo>
                <a:lnTo>
                  <a:pt x="29" y="38"/>
                </a:lnTo>
                <a:lnTo>
                  <a:pt x="29" y="41"/>
                </a:lnTo>
                <a:lnTo>
                  <a:pt x="29" y="45"/>
                </a:lnTo>
                <a:lnTo>
                  <a:pt x="29" y="46"/>
                </a:lnTo>
                <a:lnTo>
                  <a:pt x="29" y="47"/>
                </a:lnTo>
                <a:lnTo>
                  <a:pt x="29" y="48"/>
                </a:lnTo>
                <a:lnTo>
                  <a:pt x="30" y="49"/>
                </a:lnTo>
                <a:lnTo>
                  <a:pt x="31" y="49"/>
                </a:lnTo>
                <a:lnTo>
                  <a:pt x="32" y="49"/>
                </a:lnTo>
                <a:lnTo>
                  <a:pt x="33" y="50"/>
                </a:lnTo>
                <a:lnTo>
                  <a:pt x="36" y="52"/>
                </a:lnTo>
                <a:lnTo>
                  <a:pt x="39" y="55"/>
                </a:lnTo>
                <a:lnTo>
                  <a:pt x="41" y="57"/>
                </a:lnTo>
                <a:lnTo>
                  <a:pt x="44" y="59"/>
                </a:lnTo>
                <a:lnTo>
                  <a:pt x="46" y="61"/>
                </a:lnTo>
                <a:lnTo>
                  <a:pt x="46" y="61"/>
                </a:lnTo>
                <a:lnTo>
                  <a:pt x="47" y="61"/>
                </a:lnTo>
                <a:lnTo>
                  <a:pt x="47" y="60"/>
                </a:lnTo>
                <a:lnTo>
                  <a:pt x="47" y="59"/>
                </a:lnTo>
                <a:lnTo>
                  <a:pt x="47" y="57"/>
                </a:lnTo>
                <a:lnTo>
                  <a:pt x="47" y="56"/>
                </a:lnTo>
                <a:lnTo>
                  <a:pt x="46" y="55"/>
                </a:lnTo>
                <a:lnTo>
                  <a:pt x="46" y="54"/>
                </a:lnTo>
                <a:lnTo>
                  <a:pt x="44" y="51"/>
                </a:lnTo>
                <a:lnTo>
                  <a:pt x="41" y="47"/>
                </a:lnTo>
                <a:lnTo>
                  <a:pt x="41" y="46"/>
                </a:lnTo>
                <a:lnTo>
                  <a:pt x="41" y="44"/>
                </a:lnTo>
                <a:lnTo>
                  <a:pt x="41" y="43"/>
                </a:lnTo>
                <a:lnTo>
                  <a:pt x="41" y="43"/>
                </a:lnTo>
                <a:lnTo>
                  <a:pt x="41" y="42"/>
                </a:lnTo>
                <a:lnTo>
                  <a:pt x="41" y="42"/>
                </a:lnTo>
                <a:lnTo>
                  <a:pt x="44" y="42"/>
                </a:lnTo>
                <a:lnTo>
                  <a:pt x="46" y="42"/>
                </a:lnTo>
                <a:lnTo>
                  <a:pt x="47" y="42"/>
                </a:lnTo>
                <a:lnTo>
                  <a:pt x="47" y="42"/>
                </a:lnTo>
                <a:lnTo>
                  <a:pt x="47" y="41"/>
                </a:lnTo>
                <a:lnTo>
                  <a:pt x="46" y="40"/>
                </a:lnTo>
                <a:lnTo>
                  <a:pt x="44" y="37"/>
                </a:lnTo>
                <a:lnTo>
                  <a:pt x="41" y="34"/>
                </a:lnTo>
                <a:lnTo>
                  <a:pt x="38" y="30"/>
                </a:lnTo>
                <a:lnTo>
                  <a:pt x="37" y="28"/>
                </a:lnTo>
                <a:lnTo>
                  <a:pt x="35" y="26"/>
                </a:lnTo>
                <a:lnTo>
                  <a:pt x="34" y="24"/>
                </a:lnTo>
                <a:lnTo>
                  <a:pt x="33" y="22"/>
                </a:lnTo>
                <a:lnTo>
                  <a:pt x="33" y="22"/>
                </a:lnTo>
                <a:lnTo>
                  <a:pt x="34" y="21"/>
                </a:lnTo>
                <a:lnTo>
                  <a:pt x="35" y="19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9"/>
                </a:lnTo>
                <a:lnTo>
                  <a:pt x="41" y="20"/>
                </a:lnTo>
                <a:lnTo>
                  <a:pt x="41" y="22"/>
                </a:lnTo>
                <a:lnTo>
                  <a:pt x="42" y="23"/>
                </a:lnTo>
                <a:lnTo>
                  <a:pt x="44" y="25"/>
                </a:lnTo>
                <a:lnTo>
                  <a:pt x="44" y="26"/>
                </a:lnTo>
                <a:lnTo>
                  <a:pt x="45" y="26"/>
                </a:lnTo>
                <a:lnTo>
                  <a:pt x="45" y="27"/>
                </a:lnTo>
                <a:lnTo>
                  <a:pt x="46" y="27"/>
                </a:lnTo>
                <a:lnTo>
                  <a:pt x="47" y="28"/>
                </a:lnTo>
                <a:lnTo>
                  <a:pt x="48" y="29"/>
                </a:lnTo>
                <a:lnTo>
                  <a:pt x="49" y="29"/>
                </a:lnTo>
                <a:lnTo>
                  <a:pt x="49" y="28"/>
                </a:lnTo>
                <a:lnTo>
                  <a:pt x="49" y="28"/>
                </a:lnTo>
                <a:lnTo>
                  <a:pt x="49" y="26"/>
                </a:lnTo>
                <a:lnTo>
                  <a:pt x="48" y="23"/>
                </a:lnTo>
                <a:lnTo>
                  <a:pt x="46" y="19"/>
                </a:lnTo>
                <a:lnTo>
                  <a:pt x="45" y="16"/>
                </a:lnTo>
                <a:lnTo>
                  <a:pt x="45" y="14"/>
                </a:lnTo>
                <a:lnTo>
                  <a:pt x="45" y="13"/>
                </a:lnTo>
                <a:lnTo>
                  <a:pt x="45" y="10"/>
                </a:lnTo>
                <a:lnTo>
                  <a:pt x="46" y="8"/>
                </a:lnTo>
                <a:lnTo>
                  <a:pt x="48" y="6"/>
                </a:lnTo>
                <a:lnTo>
                  <a:pt x="48" y="6"/>
                </a:lnTo>
                <a:lnTo>
                  <a:pt x="49" y="6"/>
                </a:lnTo>
                <a:lnTo>
                  <a:pt x="49" y="6"/>
                </a:lnTo>
                <a:lnTo>
                  <a:pt x="49" y="6"/>
                </a:lnTo>
                <a:lnTo>
                  <a:pt x="50" y="8"/>
                </a:lnTo>
                <a:lnTo>
                  <a:pt x="51" y="10"/>
                </a:lnTo>
                <a:lnTo>
                  <a:pt x="51" y="12"/>
                </a:lnTo>
                <a:lnTo>
                  <a:pt x="52" y="15"/>
                </a:lnTo>
                <a:lnTo>
                  <a:pt x="53" y="18"/>
                </a:lnTo>
                <a:lnTo>
                  <a:pt x="53" y="22"/>
                </a:lnTo>
                <a:lnTo>
                  <a:pt x="53" y="26"/>
                </a:lnTo>
                <a:lnTo>
                  <a:pt x="53" y="28"/>
                </a:lnTo>
                <a:lnTo>
                  <a:pt x="53" y="30"/>
                </a:lnTo>
                <a:lnTo>
                  <a:pt x="53" y="32"/>
                </a:lnTo>
                <a:lnTo>
                  <a:pt x="56" y="37"/>
                </a:lnTo>
                <a:lnTo>
                  <a:pt x="60" y="44"/>
                </a:lnTo>
                <a:lnTo>
                  <a:pt x="64" y="51"/>
                </a:lnTo>
                <a:lnTo>
                  <a:pt x="66" y="55"/>
                </a:lnTo>
                <a:lnTo>
                  <a:pt x="67" y="56"/>
                </a:lnTo>
                <a:lnTo>
                  <a:pt x="68" y="56"/>
                </a:lnTo>
                <a:lnTo>
                  <a:pt x="68" y="56"/>
                </a:lnTo>
                <a:lnTo>
                  <a:pt x="69" y="55"/>
                </a:lnTo>
                <a:lnTo>
                  <a:pt x="69" y="55"/>
                </a:lnTo>
                <a:lnTo>
                  <a:pt x="69" y="55"/>
                </a:lnTo>
                <a:lnTo>
                  <a:pt x="68" y="47"/>
                </a:lnTo>
                <a:lnTo>
                  <a:pt x="68" y="37"/>
                </a:lnTo>
                <a:lnTo>
                  <a:pt x="68" y="30"/>
                </a:lnTo>
                <a:lnTo>
                  <a:pt x="68" y="26"/>
                </a:lnTo>
                <a:lnTo>
                  <a:pt x="68" y="22"/>
                </a:lnTo>
                <a:lnTo>
                  <a:pt x="68" y="19"/>
                </a:lnTo>
                <a:lnTo>
                  <a:pt x="69" y="16"/>
                </a:lnTo>
                <a:lnTo>
                  <a:pt x="70" y="14"/>
                </a:lnTo>
                <a:lnTo>
                  <a:pt x="70" y="13"/>
                </a:lnTo>
                <a:lnTo>
                  <a:pt x="71" y="13"/>
                </a:lnTo>
                <a:lnTo>
                  <a:pt x="72" y="12"/>
                </a:lnTo>
                <a:lnTo>
                  <a:pt x="72" y="12"/>
                </a:lnTo>
                <a:lnTo>
                  <a:pt x="73" y="14"/>
                </a:lnTo>
                <a:lnTo>
                  <a:pt x="76" y="15"/>
                </a:lnTo>
                <a:lnTo>
                  <a:pt x="77" y="18"/>
                </a:lnTo>
                <a:lnTo>
                  <a:pt x="77" y="20"/>
                </a:lnTo>
                <a:lnTo>
                  <a:pt x="77" y="22"/>
                </a:lnTo>
                <a:lnTo>
                  <a:pt x="77" y="25"/>
                </a:lnTo>
                <a:lnTo>
                  <a:pt x="76" y="26"/>
                </a:lnTo>
                <a:lnTo>
                  <a:pt x="74" y="29"/>
                </a:lnTo>
                <a:lnTo>
                  <a:pt x="74" y="30"/>
                </a:lnTo>
                <a:lnTo>
                  <a:pt x="73" y="34"/>
                </a:lnTo>
                <a:lnTo>
                  <a:pt x="73" y="37"/>
                </a:lnTo>
                <a:lnTo>
                  <a:pt x="73" y="40"/>
                </a:lnTo>
                <a:lnTo>
                  <a:pt x="73" y="47"/>
                </a:lnTo>
                <a:lnTo>
                  <a:pt x="73" y="52"/>
                </a:lnTo>
                <a:lnTo>
                  <a:pt x="74" y="56"/>
                </a:lnTo>
                <a:lnTo>
                  <a:pt x="74" y="58"/>
                </a:lnTo>
                <a:lnTo>
                  <a:pt x="78" y="60"/>
                </a:lnTo>
                <a:lnTo>
                  <a:pt x="85" y="64"/>
                </a:lnTo>
                <a:lnTo>
                  <a:pt x="89" y="66"/>
                </a:lnTo>
                <a:lnTo>
                  <a:pt x="92" y="67"/>
                </a:lnTo>
                <a:lnTo>
                  <a:pt x="94" y="67"/>
                </a:lnTo>
                <a:lnTo>
                  <a:pt x="95" y="67"/>
                </a:lnTo>
                <a:lnTo>
                  <a:pt x="96" y="67"/>
                </a:lnTo>
                <a:lnTo>
                  <a:pt x="97" y="67"/>
                </a:lnTo>
                <a:lnTo>
                  <a:pt x="97" y="67"/>
                </a:lnTo>
                <a:lnTo>
                  <a:pt x="97" y="66"/>
                </a:lnTo>
                <a:lnTo>
                  <a:pt x="97" y="63"/>
                </a:lnTo>
                <a:lnTo>
                  <a:pt x="97" y="59"/>
                </a:lnTo>
                <a:lnTo>
                  <a:pt x="97" y="58"/>
                </a:lnTo>
                <a:lnTo>
                  <a:pt x="98" y="56"/>
                </a:lnTo>
                <a:lnTo>
                  <a:pt x="99" y="55"/>
                </a:lnTo>
                <a:lnTo>
                  <a:pt x="100" y="55"/>
                </a:lnTo>
                <a:lnTo>
                  <a:pt x="101" y="55"/>
                </a:lnTo>
                <a:lnTo>
                  <a:pt x="102" y="55"/>
                </a:lnTo>
                <a:lnTo>
                  <a:pt x="104" y="55"/>
                </a:lnTo>
                <a:lnTo>
                  <a:pt x="105" y="56"/>
                </a:lnTo>
                <a:lnTo>
                  <a:pt x="105" y="57"/>
                </a:lnTo>
                <a:lnTo>
                  <a:pt x="105" y="58"/>
                </a:lnTo>
                <a:lnTo>
                  <a:pt x="106" y="59"/>
                </a:lnTo>
                <a:lnTo>
                  <a:pt x="106" y="59"/>
                </a:lnTo>
                <a:lnTo>
                  <a:pt x="105" y="63"/>
                </a:lnTo>
                <a:lnTo>
                  <a:pt x="105" y="66"/>
                </a:lnTo>
                <a:lnTo>
                  <a:pt x="104" y="67"/>
                </a:lnTo>
                <a:lnTo>
                  <a:pt x="104" y="69"/>
                </a:lnTo>
                <a:lnTo>
                  <a:pt x="105" y="71"/>
                </a:lnTo>
                <a:lnTo>
                  <a:pt x="105" y="71"/>
                </a:lnTo>
                <a:lnTo>
                  <a:pt x="110" y="73"/>
                </a:lnTo>
                <a:lnTo>
                  <a:pt x="120" y="75"/>
                </a:lnTo>
                <a:lnTo>
                  <a:pt x="129" y="78"/>
                </a:lnTo>
                <a:lnTo>
                  <a:pt x="135" y="79"/>
                </a:lnTo>
                <a:lnTo>
                  <a:pt x="137" y="80"/>
                </a:lnTo>
                <a:lnTo>
                  <a:pt x="140" y="81"/>
                </a:lnTo>
                <a:lnTo>
                  <a:pt x="142" y="82"/>
                </a:lnTo>
                <a:lnTo>
                  <a:pt x="145" y="84"/>
                </a:lnTo>
                <a:lnTo>
                  <a:pt x="147" y="86"/>
                </a:lnTo>
                <a:lnTo>
                  <a:pt x="149" y="87"/>
                </a:lnTo>
                <a:lnTo>
                  <a:pt x="149" y="88"/>
                </a:lnTo>
                <a:lnTo>
                  <a:pt x="149" y="89"/>
                </a:lnTo>
                <a:lnTo>
                  <a:pt x="148" y="90"/>
                </a:lnTo>
                <a:lnTo>
                  <a:pt x="148" y="91"/>
                </a:lnTo>
                <a:lnTo>
                  <a:pt x="144" y="95"/>
                </a:lnTo>
                <a:lnTo>
                  <a:pt x="140" y="97"/>
                </a:lnTo>
                <a:lnTo>
                  <a:pt x="137" y="98"/>
                </a:lnTo>
                <a:lnTo>
                  <a:pt x="135" y="99"/>
                </a:lnTo>
                <a:lnTo>
                  <a:pt x="133" y="98"/>
                </a:lnTo>
                <a:lnTo>
                  <a:pt x="133" y="98"/>
                </a:lnTo>
                <a:lnTo>
                  <a:pt x="132" y="98"/>
                </a:lnTo>
                <a:lnTo>
                  <a:pt x="132" y="97"/>
                </a:lnTo>
                <a:lnTo>
                  <a:pt x="132" y="96"/>
                </a:lnTo>
                <a:lnTo>
                  <a:pt x="133" y="95"/>
                </a:lnTo>
                <a:lnTo>
                  <a:pt x="133" y="95"/>
                </a:lnTo>
                <a:lnTo>
                  <a:pt x="133" y="94"/>
                </a:lnTo>
                <a:lnTo>
                  <a:pt x="133" y="93"/>
                </a:lnTo>
                <a:lnTo>
                  <a:pt x="133" y="92"/>
                </a:lnTo>
                <a:lnTo>
                  <a:pt x="131" y="91"/>
                </a:lnTo>
                <a:lnTo>
                  <a:pt x="129" y="90"/>
                </a:lnTo>
                <a:lnTo>
                  <a:pt x="126" y="88"/>
                </a:lnTo>
                <a:lnTo>
                  <a:pt x="122" y="87"/>
                </a:lnTo>
                <a:lnTo>
                  <a:pt x="115" y="83"/>
                </a:lnTo>
                <a:lnTo>
                  <a:pt x="110" y="81"/>
                </a:lnTo>
                <a:lnTo>
                  <a:pt x="109" y="80"/>
                </a:lnTo>
                <a:lnTo>
                  <a:pt x="107" y="80"/>
                </a:lnTo>
                <a:lnTo>
                  <a:pt x="107" y="80"/>
                </a:lnTo>
                <a:lnTo>
                  <a:pt x="106" y="80"/>
                </a:lnTo>
                <a:lnTo>
                  <a:pt x="106" y="83"/>
                </a:lnTo>
                <a:lnTo>
                  <a:pt x="107" y="86"/>
                </a:lnTo>
                <a:lnTo>
                  <a:pt x="108" y="89"/>
                </a:lnTo>
                <a:lnTo>
                  <a:pt x="109" y="91"/>
                </a:lnTo>
                <a:lnTo>
                  <a:pt x="110" y="92"/>
                </a:lnTo>
                <a:lnTo>
                  <a:pt x="113" y="95"/>
                </a:lnTo>
                <a:lnTo>
                  <a:pt x="113" y="97"/>
                </a:lnTo>
                <a:lnTo>
                  <a:pt x="113" y="99"/>
                </a:lnTo>
                <a:lnTo>
                  <a:pt x="113" y="99"/>
                </a:lnTo>
                <a:lnTo>
                  <a:pt x="113" y="100"/>
                </a:lnTo>
                <a:lnTo>
                  <a:pt x="113" y="101"/>
                </a:lnTo>
                <a:lnTo>
                  <a:pt x="112" y="102"/>
                </a:lnTo>
                <a:lnTo>
                  <a:pt x="109" y="103"/>
                </a:lnTo>
                <a:lnTo>
                  <a:pt x="108" y="104"/>
                </a:lnTo>
                <a:lnTo>
                  <a:pt x="105" y="104"/>
                </a:lnTo>
                <a:lnTo>
                  <a:pt x="104" y="104"/>
                </a:lnTo>
                <a:lnTo>
                  <a:pt x="102" y="104"/>
                </a:lnTo>
                <a:lnTo>
                  <a:pt x="101" y="104"/>
                </a:lnTo>
                <a:lnTo>
                  <a:pt x="100" y="103"/>
                </a:lnTo>
                <a:lnTo>
                  <a:pt x="100" y="103"/>
                </a:lnTo>
                <a:lnTo>
                  <a:pt x="100" y="100"/>
                </a:lnTo>
                <a:lnTo>
                  <a:pt x="100" y="99"/>
                </a:lnTo>
                <a:lnTo>
                  <a:pt x="100" y="96"/>
                </a:lnTo>
                <a:lnTo>
                  <a:pt x="98" y="91"/>
                </a:lnTo>
                <a:lnTo>
                  <a:pt x="97" y="87"/>
                </a:lnTo>
                <a:lnTo>
                  <a:pt x="97" y="83"/>
                </a:lnTo>
                <a:lnTo>
                  <a:pt x="97" y="79"/>
                </a:lnTo>
                <a:lnTo>
                  <a:pt x="97" y="77"/>
                </a:lnTo>
                <a:lnTo>
                  <a:pt x="77" y="70"/>
                </a:lnTo>
                <a:lnTo>
                  <a:pt x="77" y="70"/>
                </a:lnTo>
                <a:lnTo>
                  <a:pt x="77" y="70"/>
                </a:lnTo>
                <a:lnTo>
                  <a:pt x="76" y="71"/>
                </a:lnTo>
                <a:lnTo>
                  <a:pt x="76" y="71"/>
                </a:lnTo>
                <a:lnTo>
                  <a:pt x="76" y="72"/>
                </a:lnTo>
                <a:lnTo>
                  <a:pt x="76" y="74"/>
                </a:lnTo>
                <a:lnTo>
                  <a:pt x="77" y="79"/>
                </a:lnTo>
                <a:lnTo>
                  <a:pt x="78" y="87"/>
                </a:lnTo>
                <a:lnTo>
                  <a:pt x="79" y="91"/>
                </a:lnTo>
                <a:lnTo>
                  <a:pt x="81" y="96"/>
                </a:lnTo>
                <a:lnTo>
                  <a:pt x="82" y="101"/>
                </a:lnTo>
                <a:lnTo>
                  <a:pt x="84" y="106"/>
                </a:lnTo>
                <a:lnTo>
                  <a:pt x="87" y="115"/>
                </a:lnTo>
                <a:lnTo>
                  <a:pt x="90" y="120"/>
                </a:lnTo>
                <a:lnTo>
                  <a:pt x="90" y="122"/>
                </a:lnTo>
                <a:lnTo>
                  <a:pt x="91" y="123"/>
                </a:lnTo>
                <a:lnTo>
                  <a:pt x="91" y="125"/>
                </a:lnTo>
                <a:lnTo>
                  <a:pt x="91" y="127"/>
                </a:lnTo>
                <a:lnTo>
                  <a:pt x="90" y="130"/>
                </a:lnTo>
                <a:lnTo>
                  <a:pt x="89" y="132"/>
                </a:lnTo>
                <a:lnTo>
                  <a:pt x="89" y="134"/>
                </a:lnTo>
                <a:lnTo>
                  <a:pt x="88" y="135"/>
                </a:lnTo>
                <a:lnTo>
                  <a:pt x="86" y="136"/>
                </a:lnTo>
                <a:lnTo>
                  <a:pt x="86" y="136"/>
                </a:lnTo>
                <a:lnTo>
                  <a:pt x="85" y="136"/>
                </a:lnTo>
                <a:lnTo>
                  <a:pt x="85" y="136"/>
                </a:lnTo>
                <a:lnTo>
                  <a:pt x="82" y="135"/>
                </a:lnTo>
                <a:lnTo>
                  <a:pt x="79" y="134"/>
                </a:lnTo>
                <a:lnTo>
                  <a:pt x="77" y="131"/>
                </a:lnTo>
                <a:lnTo>
                  <a:pt x="77" y="127"/>
                </a:lnTo>
                <a:lnTo>
                  <a:pt x="76" y="124"/>
                </a:lnTo>
                <a:lnTo>
                  <a:pt x="75" y="121"/>
                </a:lnTo>
                <a:lnTo>
                  <a:pt x="73" y="114"/>
                </a:lnTo>
                <a:lnTo>
                  <a:pt x="73" y="106"/>
                </a:lnTo>
                <a:lnTo>
                  <a:pt x="72" y="99"/>
                </a:lnTo>
                <a:lnTo>
                  <a:pt x="72" y="91"/>
                </a:lnTo>
                <a:lnTo>
                  <a:pt x="71" y="84"/>
                </a:lnTo>
                <a:lnTo>
                  <a:pt x="70" y="78"/>
                </a:lnTo>
                <a:lnTo>
                  <a:pt x="70" y="73"/>
                </a:lnTo>
                <a:lnTo>
                  <a:pt x="69" y="70"/>
                </a:lnTo>
                <a:lnTo>
                  <a:pt x="69" y="67"/>
                </a:lnTo>
                <a:lnTo>
                  <a:pt x="69" y="67"/>
                </a:lnTo>
                <a:lnTo>
                  <a:pt x="67" y="66"/>
                </a:lnTo>
                <a:lnTo>
                  <a:pt x="62" y="63"/>
                </a:lnTo>
                <a:lnTo>
                  <a:pt x="57" y="60"/>
                </a:lnTo>
                <a:lnTo>
                  <a:pt x="55" y="59"/>
                </a:lnTo>
                <a:lnTo>
                  <a:pt x="54" y="59"/>
                </a:lnTo>
                <a:lnTo>
                  <a:pt x="54" y="59"/>
                </a:lnTo>
                <a:lnTo>
                  <a:pt x="54" y="60"/>
                </a:lnTo>
                <a:lnTo>
                  <a:pt x="54" y="62"/>
                </a:lnTo>
                <a:lnTo>
                  <a:pt x="54" y="67"/>
                </a:lnTo>
                <a:lnTo>
                  <a:pt x="55" y="71"/>
                </a:lnTo>
                <a:lnTo>
                  <a:pt x="55" y="75"/>
                </a:lnTo>
                <a:lnTo>
                  <a:pt x="55" y="79"/>
                </a:lnTo>
                <a:lnTo>
                  <a:pt x="57" y="83"/>
                </a:lnTo>
                <a:lnTo>
                  <a:pt x="57" y="86"/>
                </a:lnTo>
                <a:lnTo>
                  <a:pt x="57" y="87"/>
                </a:lnTo>
                <a:lnTo>
                  <a:pt x="57" y="89"/>
                </a:lnTo>
                <a:lnTo>
                  <a:pt x="56" y="91"/>
                </a:lnTo>
                <a:lnTo>
                  <a:pt x="55" y="91"/>
                </a:lnTo>
                <a:lnTo>
                  <a:pt x="53" y="92"/>
                </a:lnTo>
                <a:lnTo>
                  <a:pt x="51" y="92"/>
                </a:lnTo>
                <a:lnTo>
                  <a:pt x="49" y="92"/>
                </a:lnTo>
                <a:lnTo>
                  <a:pt x="49" y="91"/>
                </a:lnTo>
                <a:lnTo>
                  <a:pt x="48" y="90"/>
                </a:lnTo>
                <a:lnTo>
                  <a:pt x="47" y="89"/>
                </a:lnTo>
                <a:lnTo>
                  <a:pt x="47" y="87"/>
                </a:lnTo>
                <a:lnTo>
                  <a:pt x="46" y="85"/>
                </a:lnTo>
                <a:lnTo>
                  <a:pt x="46" y="78"/>
                </a:lnTo>
                <a:lnTo>
                  <a:pt x="46" y="73"/>
                </a:lnTo>
                <a:lnTo>
                  <a:pt x="45" y="71"/>
                </a:lnTo>
                <a:lnTo>
                  <a:pt x="44" y="71"/>
                </a:lnTo>
                <a:lnTo>
                  <a:pt x="41" y="68"/>
                </a:lnTo>
                <a:lnTo>
                  <a:pt x="38" y="66"/>
                </a:lnTo>
                <a:lnTo>
                  <a:pt x="35" y="63"/>
                </a:lnTo>
                <a:lnTo>
                  <a:pt x="32" y="6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" rIns="90000" bIns="14400" anchor="ctr">
            <a:noAutofit/>
          </a:bodyPr>
          <a:lstStyle/>
          <a:p>
            <a:endParaRPr/>
          </a:p>
        </p:txBody>
      </p:sp>
      <p:sp>
        <p:nvSpPr>
          <p:cNvPr id="366" name="îsḻíďê">
            <a:extLst>
              <a:ext uri="{FF2B5EF4-FFF2-40B4-BE49-F238E27FC236}">
                <a16:creationId xmlns:a16="http://schemas.microsoft.com/office/drawing/2014/main" id="{A90D0C74-78E0-4B7A-A110-71789E62D3C6}"/>
              </a:ext>
            </a:extLst>
          </p:cNvPr>
          <p:cNvSpPr>
            <a:spLocks noGrp="1"/>
          </p:cNvSpPr>
          <p:nvPr/>
        </p:nvSpPr>
        <p:spPr>
          <a:xfrm>
            <a:off x="828720" y="627480"/>
            <a:ext cx="16200" cy="17280"/>
          </a:xfrm>
          <a:custGeom>
            <a:avLst/>
            <a:gdLst>
              <a:gd name="textAreaLeft" fmla="*/ 0 w 16200"/>
              <a:gd name="textAreaRight" fmla="*/ 16560 w 16200"/>
              <a:gd name="textAreaTop" fmla="*/ 0 h 17280"/>
              <a:gd name="textAreaBottom" fmla="*/ 17640 h 17280"/>
              <a:gd name="GluePoint1X" fmla="*/ 0 w 38"/>
              <a:gd name="GluePoint1Y" fmla="*/ 4 h 40"/>
              <a:gd name="GluePoint2X" fmla="*/ 0 w 38"/>
              <a:gd name="GluePoint2Y" fmla="*/ 4 h 40"/>
              <a:gd name="GluePoint3X" fmla="*/ 1 w 38"/>
              <a:gd name="GluePoint3Y" fmla="*/ 2 h 40"/>
              <a:gd name="GluePoint4X" fmla="*/ 2 w 38"/>
              <a:gd name="GluePoint4Y" fmla="*/ 1 h 40"/>
              <a:gd name="GluePoint5X" fmla="*/ 2 w 38"/>
              <a:gd name="GluePoint5Y" fmla="*/ 1 h 40"/>
              <a:gd name="GluePoint6X" fmla="*/ 3 w 38"/>
              <a:gd name="GluePoint6Y" fmla="*/ 0 h 40"/>
              <a:gd name="GluePoint7X" fmla="*/ 5 w 38"/>
              <a:gd name="GluePoint7Y" fmla="*/ 0 h 40"/>
              <a:gd name="GluePoint8X" fmla="*/ 6 w 38"/>
              <a:gd name="GluePoint8Y" fmla="*/ 0 h 40"/>
              <a:gd name="GluePoint9X" fmla="*/ 8 w 38"/>
              <a:gd name="GluePoint9Y" fmla="*/ 1 h 40"/>
              <a:gd name="GluePoint10X" fmla="*/ 10 w 38"/>
              <a:gd name="GluePoint10Y" fmla="*/ 3 h 40"/>
              <a:gd name="GluePoint11X" fmla="*/ 13 w 38"/>
              <a:gd name="GluePoint11Y" fmla="*/ 4 h 40"/>
              <a:gd name="GluePoint12X" fmla="*/ 18 w 38"/>
              <a:gd name="GluePoint12Y" fmla="*/ 8 h 40"/>
              <a:gd name="GluePoint13X" fmla="*/ 24 w 38"/>
              <a:gd name="GluePoint13Y" fmla="*/ 12 h 40"/>
              <a:gd name="GluePoint14X" fmla="*/ 29 w 38"/>
              <a:gd name="GluePoint14Y" fmla="*/ 17 h 40"/>
              <a:gd name="GluePoint15X" fmla="*/ 34 w 38"/>
              <a:gd name="GluePoint15Y" fmla="*/ 22 h 40"/>
              <a:gd name="GluePoint16X" fmla="*/ 35 w 38"/>
              <a:gd name="GluePoint16Y" fmla="*/ 24 h 40"/>
              <a:gd name="GluePoint17X" fmla="*/ 36 w 38"/>
              <a:gd name="GluePoint17Y" fmla="*/ 26 h 40"/>
              <a:gd name="GluePoint18X" fmla="*/ 38 w 38"/>
              <a:gd name="GluePoint18Y" fmla="*/ 28 h 40"/>
              <a:gd name="GluePoint19X" fmla="*/ 38 w 38"/>
              <a:gd name="GluePoint19Y" fmla="*/ 28 h 40"/>
              <a:gd name="GluePoint20X" fmla="*/ 36 w 38"/>
              <a:gd name="GluePoint20Y" fmla="*/ 31 h 40"/>
              <a:gd name="GluePoint21X" fmla="*/ 33 w 38"/>
              <a:gd name="GluePoint21Y" fmla="*/ 35 h 40"/>
              <a:gd name="GluePoint22X" fmla="*/ 31 w 38"/>
              <a:gd name="GluePoint22Y" fmla="*/ 37 h 40"/>
              <a:gd name="GluePoint23X" fmla="*/ 30 w 38"/>
              <a:gd name="GluePoint23Y" fmla="*/ 39 h 40"/>
              <a:gd name="GluePoint24X" fmla="*/ 28 w 38"/>
              <a:gd name="GluePoint24Y" fmla="*/ 40 h 40"/>
              <a:gd name="GluePoint25X" fmla="*/ 26 w 38"/>
              <a:gd name="GluePoint25Y" fmla="*/ 40 h 40"/>
              <a:gd name="GluePoint26X" fmla="*/ 26 w 38"/>
              <a:gd name="GluePoint26Y" fmla="*/ 39 h 40"/>
              <a:gd name="GluePoint27X" fmla="*/ 25 w 38"/>
              <a:gd name="GluePoint27Y" fmla="*/ 39 h 40"/>
              <a:gd name="GluePoint28X" fmla="*/ 24 w 38"/>
              <a:gd name="GluePoint28Y" fmla="*/ 37 h 40"/>
              <a:gd name="GluePoint29X" fmla="*/ 23 w 38"/>
              <a:gd name="GluePoint29Y" fmla="*/ 36 h 40"/>
              <a:gd name="GluePoint30X" fmla="*/ 22 w 38"/>
              <a:gd name="GluePoint30Y" fmla="*/ 33 h 40"/>
              <a:gd name="GluePoint31X" fmla="*/ 20 w 38"/>
              <a:gd name="GluePoint31Y" fmla="*/ 30 h 40"/>
              <a:gd name="GluePoint32X" fmla="*/ 18 w 38"/>
              <a:gd name="GluePoint32Y" fmla="*/ 27 h 40"/>
              <a:gd name="GluePoint33X" fmla="*/ 15 w 38"/>
              <a:gd name="GluePoint33Y" fmla="*/ 23 h 40"/>
              <a:gd name="GluePoint34X" fmla="*/ 14 w 38"/>
              <a:gd name="GluePoint34Y" fmla="*/ 20 h 40"/>
              <a:gd name="GluePoint35X" fmla="*/ 10 w 38"/>
              <a:gd name="GluePoint35Y" fmla="*/ 16 h 40"/>
              <a:gd name="GluePoint36X" fmla="*/ 5 w 38"/>
              <a:gd name="GluePoint36Y" fmla="*/ 10 h 40"/>
              <a:gd name="GluePoint37X" fmla="*/ 0 w 38"/>
              <a:gd name="GluePoint37Y" fmla="*/ 4 h 40"/>
            </a:gdLst>
            <a:ahLst/>
            <a:cxnLst/>
            <a:rect l="textAreaLeft" t="textAreaTop" r="textAreaRight" b="textAreaBottom"/>
            <a:pathLst>
              <a:path w="38" h="40">
                <a:moveTo>
                  <a:pt x="0" y="4"/>
                </a:moveTo>
                <a:lnTo>
                  <a:pt x="0" y="4"/>
                </a:lnTo>
                <a:lnTo>
                  <a:pt x="1" y="2"/>
                </a:lnTo>
                <a:lnTo>
                  <a:pt x="2" y="1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10" y="3"/>
                </a:lnTo>
                <a:lnTo>
                  <a:pt x="13" y="4"/>
                </a:lnTo>
                <a:lnTo>
                  <a:pt x="18" y="8"/>
                </a:lnTo>
                <a:lnTo>
                  <a:pt x="24" y="12"/>
                </a:lnTo>
                <a:lnTo>
                  <a:pt x="29" y="17"/>
                </a:lnTo>
                <a:lnTo>
                  <a:pt x="34" y="22"/>
                </a:lnTo>
                <a:lnTo>
                  <a:pt x="35" y="24"/>
                </a:lnTo>
                <a:lnTo>
                  <a:pt x="36" y="26"/>
                </a:lnTo>
                <a:lnTo>
                  <a:pt x="38" y="28"/>
                </a:lnTo>
                <a:lnTo>
                  <a:pt x="38" y="28"/>
                </a:lnTo>
                <a:lnTo>
                  <a:pt x="36" y="31"/>
                </a:lnTo>
                <a:lnTo>
                  <a:pt x="33" y="35"/>
                </a:lnTo>
                <a:lnTo>
                  <a:pt x="31" y="37"/>
                </a:lnTo>
                <a:lnTo>
                  <a:pt x="30" y="39"/>
                </a:lnTo>
                <a:lnTo>
                  <a:pt x="28" y="40"/>
                </a:lnTo>
                <a:lnTo>
                  <a:pt x="26" y="40"/>
                </a:lnTo>
                <a:lnTo>
                  <a:pt x="26" y="39"/>
                </a:lnTo>
                <a:lnTo>
                  <a:pt x="25" y="39"/>
                </a:lnTo>
                <a:lnTo>
                  <a:pt x="24" y="37"/>
                </a:lnTo>
                <a:lnTo>
                  <a:pt x="23" y="36"/>
                </a:lnTo>
                <a:lnTo>
                  <a:pt x="22" y="33"/>
                </a:lnTo>
                <a:lnTo>
                  <a:pt x="20" y="30"/>
                </a:lnTo>
                <a:lnTo>
                  <a:pt x="18" y="27"/>
                </a:lnTo>
                <a:lnTo>
                  <a:pt x="15" y="23"/>
                </a:lnTo>
                <a:lnTo>
                  <a:pt x="14" y="20"/>
                </a:lnTo>
                <a:lnTo>
                  <a:pt x="10" y="16"/>
                </a:lnTo>
                <a:lnTo>
                  <a:pt x="5" y="10"/>
                </a:lnTo>
                <a:lnTo>
                  <a:pt x="0" y="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ctr">
            <a:noAutofit/>
          </a:bodyPr>
          <a:lstStyle/>
          <a:p>
            <a:endParaRPr/>
          </a:p>
        </p:txBody>
      </p:sp>
      <p:sp>
        <p:nvSpPr>
          <p:cNvPr id="367" name="îSlíḍé">
            <a:extLst>
              <a:ext uri="{FF2B5EF4-FFF2-40B4-BE49-F238E27FC236}">
                <a16:creationId xmlns:a16="http://schemas.microsoft.com/office/drawing/2014/main" id="{E4BBCC1F-976B-4383-945A-8BE9E5E07564}"/>
              </a:ext>
            </a:extLst>
          </p:cNvPr>
          <p:cNvSpPr>
            <a:spLocks noGrp="1"/>
          </p:cNvSpPr>
          <p:nvPr/>
        </p:nvSpPr>
        <p:spPr>
          <a:xfrm>
            <a:off x="811080" y="583200"/>
            <a:ext cx="56160" cy="47160"/>
          </a:xfrm>
          <a:custGeom>
            <a:avLst/>
            <a:gdLst>
              <a:gd name="textAreaLeft" fmla="*/ 0 w 56160"/>
              <a:gd name="textAreaRight" fmla="*/ 56520 w 56160"/>
              <a:gd name="textAreaTop" fmla="*/ 0 h 47160"/>
              <a:gd name="textAreaBottom" fmla="*/ 47520 h 47160"/>
              <a:gd name="GluePoint1X" fmla="*/ 17 w 129"/>
              <a:gd name="GluePoint1Y" fmla="*/ 93 h 109"/>
              <a:gd name="GluePoint2X" fmla="*/ 11 w 129"/>
              <a:gd name="GluePoint2Y" fmla="*/ 93 h 109"/>
              <a:gd name="GluePoint3X" fmla="*/ 3 w 129"/>
              <a:gd name="GluePoint3Y" fmla="*/ 95 h 109"/>
              <a:gd name="GluePoint4X" fmla="*/ 5 w 129"/>
              <a:gd name="GluePoint4Y" fmla="*/ 86 h 109"/>
              <a:gd name="GluePoint5X" fmla="*/ 13 w 129"/>
              <a:gd name="GluePoint5Y" fmla="*/ 60 h 109"/>
              <a:gd name="GluePoint6X" fmla="*/ 16 w 129"/>
              <a:gd name="GluePoint6Y" fmla="*/ 44 h 109"/>
              <a:gd name="GluePoint7X" fmla="*/ 4 w 129"/>
              <a:gd name="GluePoint7Y" fmla="*/ 21 h 109"/>
              <a:gd name="GluePoint8X" fmla="*/ 1 w 129"/>
              <a:gd name="GluePoint8Y" fmla="*/ 15 h 109"/>
              <a:gd name="GluePoint9X" fmla="*/ 22 w 129"/>
              <a:gd name="GluePoint9Y" fmla="*/ 17 h 109"/>
              <a:gd name="GluePoint10X" fmla="*/ 27 w 129"/>
              <a:gd name="GluePoint10Y" fmla="*/ 9 h 109"/>
              <a:gd name="GluePoint11X" fmla="*/ 35 w 129"/>
              <a:gd name="GluePoint11Y" fmla="*/ 17 h 109"/>
              <a:gd name="GluePoint12X" fmla="*/ 33 w 129"/>
              <a:gd name="GluePoint12Y" fmla="*/ 37 h 109"/>
              <a:gd name="GluePoint13X" fmla="*/ 37 w 129"/>
              <a:gd name="GluePoint13Y" fmla="*/ 64 h 109"/>
              <a:gd name="GluePoint14X" fmla="*/ 42 w 129"/>
              <a:gd name="GluePoint14Y" fmla="*/ 73 h 109"/>
              <a:gd name="GluePoint15X" fmla="*/ 46 w 129"/>
              <a:gd name="GluePoint15Y" fmla="*/ 65 h 109"/>
              <a:gd name="GluePoint16X" fmla="*/ 47 w 129"/>
              <a:gd name="GluePoint16Y" fmla="*/ 50 h 109"/>
              <a:gd name="GluePoint17X" fmla="*/ 45 w 129"/>
              <a:gd name="GluePoint17Y" fmla="*/ 42 h 109"/>
              <a:gd name="GluePoint18X" fmla="*/ 46 w 129"/>
              <a:gd name="GluePoint18Y" fmla="*/ 36 h 109"/>
              <a:gd name="GluePoint19X" fmla="*/ 52 w 129"/>
              <a:gd name="GluePoint19Y" fmla="*/ 16 h 109"/>
              <a:gd name="GluePoint20X" fmla="*/ 58 w 129"/>
              <a:gd name="GluePoint20Y" fmla="*/ 1 h 109"/>
              <a:gd name="GluePoint21X" fmla="*/ 66 w 129"/>
              <a:gd name="GluePoint21Y" fmla="*/ 8 h 109"/>
              <a:gd name="GluePoint22X" fmla="*/ 101 w 129"/>
              <a:gd name="GluePoint22Y" fmla="*/ 50 h 109"/>
              <a:gd name="GluePoint23X" fmla="*/ 128 w 129"/>
              <a:gd name="GluePoint23Y" fmla="*/ 82 h 109"/>
              <a:gd name="GluePoint24X" fmla="*/ 122 w 129"/>
              <a:gd name="GluePoint24Y" fmla="*/ 89 h 109"/>
              <a:gd name="GluePoint25X" fmla="*/ 96 w 129"/>
              <a:gd name="GluePoint25Y" fmla="*/ 90 h 109"/>
              <a:gd name="GluePoint26X" fmla="*/ 102 w 129"/>
              <a:gd name="GluePoint26Y" fmla="*/ 86 h 109"/>
              <a:gd name="GluePoint27X" fmla="*/ 110 w 129"/>
              <a:gd name="GluePoint27Y" fmla="*/ 80 h 109"/>
              <a:gd name="GluePoint28X" fmla="*/ 78 w 129"/>
              <a:gd name="GluePoint28Y" fmla="*/ 41 h 109"/>
              <a:gd name="GluePoint29X" fmla="*/ 59 w 129"/>
              <a:gd name="GluePoint29Y" fmla="*/ 13 h 109"/>
              <a:gd name="GluePoint30X" fmla="*/ 55 w 129"/>
              <a:gd name="GluePoint30Y" fmla="*/ 28 h 109"/>
              <a:gd name="GluePoint31X" fmla="*/ 58 w 129"/>
              <a:gd name="GluePoint31Y" fmla="*/ 35 h 109"/>
              <a:gd name="GluePoint32X" fmla="*/ 63 w 129"/>
              <a:gd name="GluePoint32Y" fmla="*/ 41 h 109"/>
              <a:gd name="GluePoint33X" fmla="*/ 56 w 129"/>
              <a:gd name="GluePoint33Y" fmla="*/ 58 h 109"/>
              <a:gd name="GluePoint34X" fmla="*/ 58 w 129"/>
              <a:gd name="GluePoint34Y" fmla="*/ 71 h 109"/>
              <a:gd name="GluePoint35X" fmla="*/ 56 w 129"/>
              <a:gd name="GluePoint35Y" fmla="*/ 77 h 109"/>
              <a:gd name="GluePoint36X" fmla="*/ 43 w 129"/>
              <a:gd name="GluePoint36Y" fmla="*/ 96 h 109"/>
              <a:gd name="GluePoint37X" fmla="*/ 39 w 129"/>
              <a:gd name="GluePoint37Y" fmla="*/ 97 h 109"/>
              <a:gd name="GluePoint38X" fmla="*/ 42 w 129"/>
              <a:gd name="GluePoint38Y" fmla="*/ 80 h 109"/>
              <a:gd name="GluePoint39X" fmla="*/ 37 w 129"/>
              <a:gd name="GluePoint39Y" fmla="*/ 73 h 109"/>
              <a:gd name="GluePoint40X" fmla="*/ 28 w 129"/>
              <a:gd name="GluePoint40Y" fmla="*/ 57 h 109"/>
              <a:gd name="GluePoint41X" fmla="*/ 22 w 129"/>
              <a:gd name="GluePoint41Y" fmla="*/ 66 h 109"/>
              <a:gd name="GluePoint42X" fmla="*/ 70 w 129"/>
              <a:gd name="GluePoint42Y" fmla="*/ 90 h 109"/>
              <a:gd name="GluePoint43X" fmla="*/ 72 w 129"/>
              <a:gd name="GluePoint43Y" fmla="*/ 107 h 109"/>
              <a:gd name="GluePoint44X" fmla="*/ 79 w 129"/>
              <a:gd name="GluePoint44Y" fmla="*/ 101 h 109"/>
              <a:gd name="GluePoint45X" fmla="*/ 87 w 129"/>
              <a:gd name="GluePoint45Y" fmla="*/ 107 h 109"/>
              <a:gd name="GluePoint46X" fmla="*/ 96 w 129"/>
              <a:gd name="GluePoint46Y" fmla="*/ 109 h 109"/>
              <a:gd name="GluePoint47X" fmla="*/ 100 w 129"/>
              <a:gd name="GluePoint47Y" fmla="*/ 106 h 109"/>
              <a:gd name="GluePoint48X" fmla="*/ 88 w 129"/>
              <a:gd name="GluePoint48Y" fmla="*/ 89 h 109"/>
              <a:gd name="GluePoint49X" fmla="*/ 86 w 129"/>
              <a:gd name="GluePoint49Y" fmla="*/ 73 h 109"/>
              <a:gd name="GluePoint50X" fmla="*/ 80 w 129"/>
              <a:gd name="GluePoint50Y" fmla="*/ 77 h 109"/>
              <a:gd name="GluePoint51X" fmla="*/ 70 w 129"/>
              <a:gd name="GluePoint51Y" fmla="*/ 90 h 109"/>
              <a:gd name="GluePoint52X" fmla="*/ 69 w 129"/>
              <a:gd name="GluePoint52Y" fmla="*/ 82 h 109"/>
              <a:gd name="GluePoint53X" fmla="*/ 75 w 129"/>
              <a:gd name="GluePoint53Y" fmla="*/ 70 h 109"/>
              <a:gd name="GluePoint54X" fmla="*/ 71 w 129"/>
              <a:gd name="GluePoint54Y" fmla="*/ 67 h 109"/>
              <a:gd name="GluePoint55X" fmla="*/ 65 w 129"/>
              <a:gd name="GluePoint55Y" fmla="*/ 71 h 109"/>
              <a:gd name="GluePoint56X" fmla="*/ 62 w 129"/>
              <a:gd name="GluePoint56Y" fmla="*/ 77 h 109"/>
              <a:gd name="GluePoint57X" fmla="*/ 58 w 129"/>
              <a:gd name="GluePoint57Y" fmla="*/ 85 h 109"/>
              <a:gd name="GluePoint58X" fmla="*/ 62 w 129"/>
              <a:gd name="GluePoint58Y" fmla="*/ 86 h 109"/>
            </a:gdLst>
            <a:ahLst/>
            <a:cxnLst/>
            <a:rect l="textAreaLeft" t="textAreaTop" r="textAreaRight" b="textAreaBottom"/>
            <a:pathLst>
              <a:path w="129" h="109">
                <a:moveTo>
                  <a:pt x="19" y="83"/>
                </a:moveTo>
                <a:lnTo>
                  <a:pt x="19" y="84"/>
                </a:lnTo>
                <a:lnTo>
                  <a:pt x="18" y="86"/>
                </a:lnTo>
                <a:lnTo>
                  <a:pt x="18" y="89"/>
                </a:lnTo>
                <a:lnTo>
                  <a:pt x="18" y="91"/>
                </a:lnTo>
                <a:lnTo>
                  <a:pt x="17" y="93"/>
                </a:lnTo>
                <a:lnTo>
                  <a:pt x="14" y="93"/>
                </a:lnTo>
                <a:lnTo>
                  <a:pt x="14" y="93"/>
                </a:lnTo>
                <a:lnTo>
                  <a:pt x="12" y="93"/>
                </a:lnTo>
                <a:lnTo>
                  <a:pt x="11" y="93"/>
                </a:lnTo>
                <a:lnTo>
                  <a:pt x="11" y="93"/>
                </a:lnTo>
                <a:lnTo>
                  <a:pt x="11" y="93"/>
                </a:lnTo>
                <a:lnTo>
                  <a:pt x="10" y="94"/>
                </a:lnTo>
                <a:lnTo>
                  <a:pt x="10" y="95"/>
                </a:lnTo>
                <a:lnTo>
                  <a:pt x="8" y="95"/>
                </a:lnTo>
                <a:lnTo>
                  <a:pt x="6" y="95"/>
                </a:lnTo>
                <a:lnTo>
                  <a:pt x="5" y="95"/>
                </a:lnTo>
                <a:lnTo>
                  <a:pt x="3" y="95"/>
                </a:lnTo>
                <a:lnTo>
                  <a:pt x="2" y="94"/>
                </a:lnTo>
                <a:lnTo>
                  <a:pt x="2" y="93"/>
                </a:lnTo>
                <a:lnTo>
                  <a:pt x="1" y="93"/>
                </a:lnTo>
                <a:lnTo>
                  <a:pt x="2" y="92"/>
                </a:lnTo>
                <a:lnTo>
                  <a:pt x="2" y="91"/>
                </a:lnTo>
                <a:lnTo>
                  <a:pt x="5" y="86"/>
                </a:lnTo>
                <a:lnTo>
                  <a:pt x="7" y="84"/>
                </a:lnTo>
                <a:lnTo>
                  <a:pt x="8" y="80"/>
                </a:lnTo>
                <a:lnTo>
                  <a:pt x="10" y="75"/>
                </a:lnTo>
                <a:lnTo>
                  <a:pt x="11" y="69"/>
                </a:lnTo>
                <a:lnTo>
                  <a:pt x="12" y="65"/>
                </a:lnTo>
                <a:lnTo>
                  <a:pt x="13" y="60"/>
                </a:lnTo>
                <a:lnTo>
                  <a:pt x="14" y="54"/>
                </a:lnTo>
                <a:lnTo>
                  <a:pt x="16" y="50"/>
                </a:lnTo>
                <a:lnTo>
                  <a:pt x="17" y="49"/>
                </a:lnTo>
                <a:lnTo>
                  <a:pt x="17" y="48"/>
                </a:lnTo>
                <a:lnTo>
                  <a:pt x="17" y="45"/>
                </a:lnTo>
                <a:lnTo>
                  <a:pt x="16" y="44"/>
                </a:lnTo>
                <a:lnTo>
                  <a:pt x="15" y="42"/>
                </a:lnTo>
                <a:lnTo>
                  <a:pt x="14" y="40"/>
                </a:lnTo>
                <a:lnTo>
                  <a:pt x="13" y="37"/>
                </a:lnTo>
                <a:lnTo>
                  <a:pt x="9" y="30"/>
                </a:lnTo>
                <a:lnTo>
                  <a:pt x="5" y="25"/>
                </a:lnTo>
                <a:lnTo>
                  <a:pt x="4" y="21"/>
                </a:lnTo>
                <a:lnTo>
                  <a:pt x="1" y="19"/>
                </a:lnTo>
                <a:lnTo>
                  <a:pt x="1" y="17"/>
                </a:lnTo>
                <a:lnTo>
                  <a:pt x="0" y="16"/>
                </a:lnTo>
                <a:lnTo>
                  <a:pt x="0" y="16"/>
                </a:lnTo>
                <a:lnTo>
                  <a:pt x="1" y="15"/>
                </a:lnTo>
                <a:lnTo>
                  <a:pt x="1" y="15"/>
                </a:lnTo>
                <a:lnTo>
                  <a:pt x="1" y="15"/>
                </a:lnTo>
                <a:lnTo>
                  <a:pt x="5" y="15"/>
                </a:lnTo>
                <a:lnTo>
                  <a:pt x="12" y="16"/>
                </a:lnTo>
                <a:lnTo>
                  <a:pt x="18" y="17"/>
                </a:lnTo>
                <a:lnTo>
                  <a:pt x="22" y="17"/>
                </a:lnTo>
                <a:lnTo>
                  <a:pt x="22" y="17"/>
                </a:lnTo>
                <a:lnTo>
                  <a:pt x="23" y="17"/>
                </a:lnTo>
                <a:lnTo>
                  <a:pt x="24" y="17"/>
                </a:lnTo>
                <a:lnTo>
                  <a:pt x="25" y="15"/>
                </a:lnTo>
                <a:lnTo>
                  <a:pt x="26" y="12"/>
                </a:lnTo>
                <a:lnTo>
                  <a:pt x="26" y="9"/>
                </a:lnTo>
                <a:lnTo>
                  <a:pt x="27" y="9"/>
                </a:lnTo>
                <a:lnTo>
                  <a:pt x="28" y="8"/>
                </a:lnTo>
                <a:lnTo>
                  <a:pt x="29" y="9"/>
                </a:lnTo>
                <a:lnTo>
                  <a:pt x="30" y="9"/>
                </a:lnTo>
                <a:lnTo>
                  <a:pt x="32" y="12"/>
                </a:lnTo>
                <a:lnTo>
                  <a:pt x="34" y="15"/>
                </a:lnTo>
                <a:lnTo>
                  <a:pt x="35" y="17"/>
                </a:lnTo>
                <a:lnTo>
                  <a:pt x="36" y="20"/>
                </a:lnTo>
                <a:lnTo>
                  <a:pt x="36" y="22"/>
                </a:lnTo>
                <a:lnTo>
                  <a:pt x="35" y="25"/>
                </a:lnTo>
                <a:lnTo>
                  <a:pt x="34" y="30"/>
                </a:lnTo>
                <a:lnTo>
                  <a:pt x="33" y="36"/>
                </a:lnTo>
                <a:lnTo>
                  <a:pt x="33" y="37"/>
                </a:lnTo>
                <a:lnTo>
                  <a:pt x="33" y="41"/>
                </a:lnTo>
                <a:lnTo>
                  <a:pt x="34" y="44"/>
                </a:lnTo>
                <a:lnTo>
                  <a:pt x="34" y="47"/>
                </a:lnTo>
                <a:lnTo>
                  <a:pt x="35" y="54"/>
                </a:lnTo>
                <a:lnTo>
                  <a:pt x="37" y="60"/>
                </a:lnTo>
                <a:lnTo>
                  <a:pt x="37" y="64"/>
                </a:lnTo>
                <a:lnTo>
                  <a:pt x="38" y="65"/>
                </a:lnTo>
                <a:lnTo>
                  <a:pt x="39" y="67"/>
                </a:lnTo>
                <a:lnTo>
                  <a:pt x="40" y="70"/>
                </a:lnTo>
                <a:lnTo>
                  <a:pt x="41" y="71"/>
                </a:lnTo>
                <a:lnTo>
                  <a:pt x="41" y="72"/>
                </a:lnTo>
                <a:lnTo>
                  <a:pt x="42" y="73"/>
                </a:lnTo>
                <a:lnTo>
                  <a:pt x="42" y="73"/>
                </a:lnTo>
                <a:lnTo>
                  <a:pt x="42" y="71"/>
                </a:lnTo>
                <a:lnTo>
                  <a:pt x="44" y="70"/>
                </a:lnTo>
                <a:lnTo>
                  <a:pt x="45" y="69"/>
                </a:lnTo>
                <a:lnTo>
                  <a:pt x="46" y="67"/>
                </a:lnTo>
                <a:lnTo>
                  <a:pt x="46" y="65"/>
                </a:lnTo>
                <a:lnTo>
                  <a:pt x="47" y="62"/>
                </a:lnTo>
                <a:lnTo>
                  <a:pt x="48" y="59"/>
                </a:lnTo>
                <a:lnTo>
                  <a:pt x="48" y="56"/>
                </a:lnTo>
                <a:lnTo>
                  <a:pt x="48" y="54"/>
                </a:lnTo>
                <a:lnTo>
                  <a:pt x="48" y="52"/>
                </a:lnTo>
                <a:lnTo>
                  <a:pt x="47" y="50"/>
                </a:lnTo>
                <a:lnTo>
                  <a:pt x="47" y="49"/>
                </a:lnTo>
                <a:lnTo>
                  <a:pt x="46" y="46"/>
                </a:lnTo>
                <a:lnTo>
                  <a:pt x="46" y="44"/>
                </a:lnTo>
                <a:lnTo>
                  <a:pt x="46" y="44"/>
                </a:lnTo>
                <a:lnTo>
                  <a:pt x="45" y="43"/>
                </a:lnTo>
                <a:lnTo>
                  <a:pt x="45" y="42"/>
                </a:lnTo>
                <a:lnTo>
                  <a:pt x="45" y="41"/>
                </a:lnTo>
                <a:lnTo>
                  <a:pt x="45" y="40"/>
                </a:lnTo>
                <a:lnTo>
                  <a:pt x="45" y="38"/>
                </a:lnTo>
                <a:lnTo>
                  <a:pt x="46" y="37"/>
                </a:lnTo>
                <a:lnTo>
                  <a:pt x="46" y="37"/>
                </a:lnTo>
                <a:lnTo>
                  <a:pt x="46" y="36"/>
                </a:lnTo>
                <a:lnTo>
                  <a:pt x="48" y="36"/>
                </a:lnTo>
                <a:lnTo>
                  <a:pt x="48" y="36"/>
                </a:lnTo>
                <a:lnTo>
                  <a:pt x="48" y="35"/>
                </a:lnTo>
                <a:lnTo>
                  <a:pt x="50" y="28"/>
                </a:lnTo>
                <a:lnTo>
                  <a:pt x="51" y="20"/>
                </a:lnTo>
                <a:lnTo>
                  <a:pt x="52" y="16"/>
                </a:lnTo>
                <a:lnTo>
                  <a:pt x="54" y="12"/>
                </a:lnTo>
                <a:lnTo>
                  <a:pt x="54" y="8"/>
                </a:lnTo>
                <a:lnTo>
                  <a:pt x="56" y="4"/>
                </a:lnTo>
                <a:lnTo>
                  <a:pt x="57" y="2"/>
                </a:lnTo>
                <a:lnTo>
                  <a:pt x="58" y="1"/>
                </a:lnTo>
                <a:lnTo>
                  <a:pt x="58" y="1"/>
                </a:lnTo>
                <a:lnTo>
                  <a:pt x="59" y="0"/>
                </a:lnTo>
                <a:lnTo>
                  <a:pt x="61" y="0"/>
                </a:lnTo>
                <a:lnTo>
                  <a:pt x="62" y="0"/>
                </a:lnTo>
                <a:lnTo>
                  <a:pt x="62" y="1"/>
                </a:lnTo>
                <a:lnTo>
                  <a:pt x="63" y="1"/>
                </a:lnTo>
                <a:lnTo>
                  <a:pt x="66" y="8"/>
                </a:lnTo>
                <a:lnTo>
                  <a:pt x="71" y="14"/>
                </a:lnTo>
                <a:lnTo>
                  <a:pt x="77" y="21"/>
                </a:lnTo>
                <a:lnTo>
                  <a:pt x="83" y="29"/>
                </a:lnTo>
                <a:lnTo>
                  <a:pt x="89" y="37"/>
                </a:lnTo>
                <a:lnTo>
                  <a:pt x="95" y="44"/>
                </a:lnTo>
                <a:lnTo>
                  <a:pt x="101" y="50"/>
                </a:lnTo>
                <a:lnTo>
                  <a:pt x="106" y="56"/>
                </a:lnTo>
                <a:lnTo>
                  <a:pt x="115" y="66"/>
                </a:lnTo>
                <a:lnTo>
                  <a:pt x="122" y="74"/>
                </a:lnTo>
                <a:lnTo>
                  <a:pt x="127" y="78"/>
                </a:lnTo>
                <a:lnTo>
                  <a:pt x="129" y="80"/>
                </a:lnTo>
                <a:lnTo>
                  <a:pt x="128" y="82"/>
                </a:lnTo>
                <a:lnTo>
                  <a:pt x="127" y="85"/>
                </a:lnTo>
                <a:lnTo>
                  <a:pt x="126" y="86"/>
                </a:lnTo>
                <a:lnTo>
                  <a:pt x="125" y="88"/>
                </a:lnTo>
                <a:lnTo>
                  <a:pt x="124" y="89"/>
                </a:lnTo>
                <a:lnTo>
                  <a:pt x="122" y="89"/>
                </a:lnTo>
                <a:lnTo>
                  <a:pt x="122" y="89"/>
                </a:lnTo>
                <a:lnTo>
                  <a:pt x="120" y="90"/>
                </a:lnTo>
                <a:lnTo>
                  <a:pt x="113" y="91"/>
                </a:lnTo>
                <a:lnTo>
                  <a:pt x="106" y="91"/>
                </a:lnTo>
                <a:lnTo>
                  <a:pt x="99" y="91"/>
                </a:lnTo>
                <a:lnTo>
                  <a:pt x="96" y="91"/>
                </a:lnTo>
                <a:lnTo>
                  <a:pt x="96" y="90"/>
                </a:lnTo>
                <a:lnTo>
                  <a:pt x="95" y="90"/>
                </a:lnTo>
                <a:lnTo>
                  <a:pt x="95" y="90"/>
                </a:lnTo>
                <a:lnTo>
                  <a:pt x="95" y="89"/>
                </a:lnTo>
                <a:lnTo>
                  <a:pt x="96" y="89"/>
                </a:lnTo>
                <a:lnTo>
                  <a:pt x="98" y="88"/>
                </a:lnTo>
                <a:lnTo>
                  <a:pt x="102" y="86"/>
                </a:lnTo>
                <a:lnTo>
                  <a:pt x="106" y="85"/>
                </a:lnTo>
                <a:lnTo>
                  <a:pt x="108" y="84"/>
                </a:lnTo>
                <a:lnTo>
                  <a:pt x="110" y="83"/>
                </a:lnTo>
                <a:lnTo>
                  <a:pt x="110" y="82"/>
                </a:lnTo>
                <a:lnTo>
                  <a:pt x="110" y="81"/>
                </a:lnTo>
                <a:lnTo>
                  <a:pt x="110" y="80"/>
                </a:lnTo>
                <a:lnTo>
                  <a:pt x="107" y="77"/>
                </a:lnTo>
                <a:lnTo>
                  <a:pt x="104" y="73"/>
                </a:lnTo>
                <a:lnTo>
                  <a:pt x="100" y="68"/>
                </a:lnTo>
                <a:lnTo>
                  <a:pt x="92" y="58"/>
                </a:lnTo>
                <a:lnTo>
                  <a:pt x="85" y="49"/>
                </a:lnTo>
                <a:lnTo>
                  <a:pt x="78" y="41"/>
                </a:lnTo>
                <a:lnTo>
                  <a:pt x="70" y="30"/>
                </a:lnTo>
                <a:lnTo>
                  <a:pt x="64" y="21"/>
                </a:lnTo>
                <a:lnTo>
                  <a:pt x="61" y="15"/>
                </a:lnTo>
                <a:lnTo>
                  <a:pt x="61" y="14"/>
                </a:lnTo>
                <a:lnTo>
                  <a:pt x="60" y="13"/>
                </a:lnTo>
                <a:lnTo>
                  <a:pt x="59" y="13"/>
                </a:lnTo>
                <a:lnTo>
                  <a:pt x="59" y="13"/>
                </a:lnTo>
                <a:lnTo>
                  <a:pt x="58" y="14"/>
                </a:lnTo>
                <a:lnTo>
                  <a:pt x="58" y="15"/>
                </a:lnTo>
                <a:lnTo>
                  <a:pt x="57" y="17"/>
                </a:lnTo>
                <a:lnTo>
                  <a:pt x="57" y="21"/>
                </a:lnTo>
                <a:lnTo>
                  <a:pt x="55" y="28"/>
                </a:lnTo>
                <a:lnTo>
                  <a:pt x="55" y="32"/>
                </a:lnTo>
                <a:lnTo>
                  <a:pt x="55" y="33"/>
                </a:lnTo>
                <a:lnTo>
                  <a:pt x="55" y="33"/>
                </a:lnTo>
                <a:lnTo>
                  <a:pt x="56" y="34"/>
                </a:lnTo>
                <a:lnTo>
                  <a:pt x="57" y="34"/>
                </a:lnTo>
                <a:lnTo>
                  <a:pt x="58" y="35"/>
                </a:lnTo>
                <a:lnTo>
                  <a:pt x="59" y="36"/>
                </a:lnTo>
                <a:lnTo>
                  <a:pt x="61" y="36"/>
                </a:lnTo>
                <a:lnTo>
                  <a:pt x="62" y="37"/>
                </a:lnTo>
                <a:lnTo>
                  <a:pt x="62" y="38"/>
                </a:lnTo>
                <a:lnTo>
                  <a:pt x="63" y="40"/>
                </a:lnTo>
                <a:lnTo>
                  <a:pt x="63" y="41"/>
                </a:lnTo>
                <a:lnTo>
                  <a:pt x="62" y="44"/>
                </a:lnTo>
                <a:lnTo>
                  <a:pt x="60" y="49"/>
                </a:lnTo>
                <a:lnTo>
                  <a:pt x="58" y="53"/>
                </a:lnTo>
                <a:lnTo>
                  <a:pt x="58" y="55"/>
                </a:lnTo>
                <a:lnTo>
                  <a:pt x="56" y="57"/>
                </a:lnTo>
                <a:lnTo>
                  <a:pt x="56" y="58"/>
                </a:lnTo>
                <a:lnTo>
                  <a:pt x="56" y="60"/>
                </a:lnTo>
                <a:lnTo>
                  <a:pt x="56" y="61"/>
                </a:lnTo>
                <a:lnTo>
                  <a:pt x="57" y="65"/>
                </a:lnTo>
                <a:lnTo>
                  <a:pt x="57" y="68"/>
                </a:lnTo>
                <a:lnTo>
                  <a:pt x="58" y="69"/>
                </a:lnTo>
                <a:lnTo>
                  <a:pt x="58" y="71"/>
                </a:lnTo>
                <a:lnTo>
                  <a:pt x="58" y="72"/>
                </a:lnTo>
                <a:lnTo>
                  <a:pt x="58" y="73"/>
                </a:lnTo>
                <a:lnTo>
                  <a:pt x="58" y="74"/>
                </a:lnTo>
                <a:lnTo>
                  <a:pt x="58" y="75"/>
                </a:lnTo>
                <a:lnTo>
                  <a:pt x="57" y="76"/>
                </a:lnTo>
                <a:lnTo>
                  <a:pt x="56" y="77"/>
                </a:lnTo>
                <a:lnTo>
                  <a:pt x="55" y="77"/>
                </a:lnTo>
                <a:lnTo>
                  <a:pt x="51" y="76"/>
                </a:lnTo>
                <a:lnTo>
                  <a:pt x="49" y="76"/>
                </a:lnTo>
                <a:lnTo>
                  <a:pt x="49" y="91"/>
                </a:lnTo>
                <a:lnTo>
                  <a:pt x="47" y="93"/>
                </a:lnTo>
                <a:lnTo>
                  <a:pt x="43" y="96"/>
                </a:lnTo>
                <a:lnTo>
                  <a:pt x="42" y="97"/>
                </a:lnTo>
                <a:lnTo>
                  <a:pt x="40" y="97"/>
                </a:lnTo>
                <a:lnTo>
                  <a:pt x="40" y="97"/>
                </a:lnTo>
                <a:lnTo>
                  <a:pt x="39" y="97"/>
                </a:lnTo>
                <a:lnTo>
                  <a:pt x="39" y="97"/>
                </a:lnTo>
                <a:lnTo>
                  <a:pt x="39" y="97"/>
                </a:lnTo>
                <a:lnTo>
                  <a:pt x="40" y="93"/>
                </a:lnTo>
                <a:lnTo>
                  <a:pt x="42" y="89"/>
                </a:lnTo>
                <a:lnTo>
                  <a:pt x="42" y="85"/>
                </a:lnTo>
                <a:lnTo>
                  <a:pt x="43" y="83"/>
                </a:lnTo>
                <a:lnTo>
                  <a:pt x="43" y="81"/>
                </a:lnTo>
                <a:lnTo>
                  <a:pt x="42" y="80"/>
                </a:lnTo>
                <a:lnTo>
                  <a:pt x="42" y="79"/>
                </a:lnTo>
                <a:lnTo>
                  <a:pt x="41" y="78"/>
                </a:lnTo>
                <a:lnTo>
                  <a:pt x="39" y="77"/>
                </a:lnTo>
                <a:lnTo>
                  <a:pt x="38" y="77"/>
                </a:lnTo>
                <a:lnTo>
                  <a:pt x="38" y="75"/>
                </a:lnTo>
                <a:lnTo>
                  <a:pt x="37" y="73"/>
                </a:lnTo>
                <a:lnTo>
                  <a:pt x="35" y="69"/>
                </a:lnTo>
                <a:lnTo>
                  <a:pt x="32" y="64"/>
                </a:lnTo>
                <a:lnTo>
                  <a:pt x="30" y="61"/>
                </a:lnTo>
                <a:lnTo>
                  <a:pt x="29" y="59"/>
                </a:lnTo>
                <a:lnTo>
                  <a:pt x="28" y="58"/>
                </a:lnTo>
                <a:lnTo>
                  <a:pt x="28" y="57"/>
                </a:lnTo>
                <a:lnTo>
                  <a:pt x="27" y="57"/>
                </a:lnTo>
                <a:lnTo>
                  <a:pt x="26" y="57"/>
                </a:lnTo>
                <a:lnTo>
                  <a:pt x="26" y="59"/>
                </a:lnTo>
                <a:lnTo>
                  <a:pt x="24" y="61"/>
                </a:lnTo>
                <a:lnTo>
                  <a:pt x="23" y="64"/>
                </a:lnTo>
                <a:lnTo>
                  <a:pt x="22" y="66"/>
                </a:lnTo>
                <a:lnTo>
                  <a:pt x="21" y="73"/>
                </a:lnTo>
                <a:lnTo>
                  <a:pt x="20" y="77"/>
                </a:lnTo>
                <a:lnTo>
                  <a:pt x="19" y="81"/>
                </a:lnTo>
                <a:lnTo>
                  <a:pt x="19" y="83"/>
                </a:lnTo>
                <a:lnTo>
                  <a:pt x="19" y="83"/>
                </a:lnTo>
                <a:close/>
                <a:moveTo>
                  <a:pt x="70" y="90"/>
                </a:moveTo>
                <a:lnTo>
                  <a:pt x="77" y="97"/>
                </a:lnTo>
                <a:lnTo>
                  <a:pt x="76" y="98"/>
                </a:lnTo>
                <a:lnTo>
                  <a:pt x="75" y="100"/>
                </a:lnTo>
                <a:lnTo>
                  <a:pt x="74" y="102"/>
                </a:lnTo>
                <a:lnTo>
                  <a:pt x="72" y="106"/>
                </a:lnTo>
                <a:lnTo>
                  <a:pt x="72" y="107"/>
                </a:lnTo>
                <a:lnTo>
                  <a:pt x="73" y="108"/>
                </a:lnTo>
                <a:lnTo>
                  <a:pt x="74" y="108"/>
                </a:lnTo>
                <a:lnTo>
                  <a:pt x="74" y="107"/>
                </a:lnTo>
                <a:lnTo>
                  <a:pt x="77" y="105"/>
                </a:lnTo>
                <a:lnTo>
                  <a:pt x="78" y="102"/>
                </a:lnTo>
                <a:lnTo>
                  <a:pt x="79" y="101"/>
                </a:lnTo>
                <a:lnTo>
                  <a:pt x="80" y="101"/>
                </a:lnTo>
                <a:lnTo>
                  <a:pt x="80" y="101"/>
                </a:lnTo>
                <a:lnTo>
                  <a:pt x="82" y="101"/>
                </a:lnTo>
                <a:lnTo>
                  <a:pt x="83" y="103"/>
                </a:lnTo>
                <a:lnTo>
                  <a:pt x="86" y="105"/>
                </a:lnTo>
                <a:lnTo>
                  <a:pt x="87" y="107"/>
                </a:lnTo>
                <a:lnTo>
                  <a:pt x="89" y="108"/>
                </a:lnTo>
                <a:lnTo>
                  <a:pt x="90" y="109"/>
                </a:lnTo>
                <a:lnTo>
                  <a:pt x="91" y="109"/>
                </a:lnTo>
                <a:lnTo>
                  <a:pt x="93" y="109"/>
                </a:lnTo>
                <a:lnTo>
                  <a:pt x="94" y="109"/>
                </a:lnTo>
                <a:lnTo>
                  <a:pt x="96" y="109"/>
                </a:lnTo>
                <a:lnTo>
                  <a:pt x="98" y="109"/>
                </a:lnTo>
                <a:lnTo>
                  <a:pt x="98" y="109"/>
                </a:lnTo>
                <a:lnTo>
                  <a:pt x="99" y="109"/>
                </a:lnTo>
                <a:lnTo>
                  <a:pt x="100" y="108"/>
                </a:lnTo>
                <a:lnTo>
                  <a:pt x="100" y="108"/>
                </a:lnTo>
                <a:lnTo>
                  <a:pt x="100" y="106"/>
                </a:lnTo>
                <a:lnTo>
                  <a:pt x="100" y="105"/>
                </a:lnTo>
                <a:lnTo>
                  <a:pt x="98" y="102"/>
                </a:lnTo>
                <a:lnTo>
                  <a:pt x="98" y="101"/>
                </a:lnTo>
                <a:lnTo>
                  <a:pt x="96" y="99"/>
                </a:lnTo>
                <a:lnTo>
                  <a:pt x="92" y="95"/>
                </a:lnTo>
                <a:lnTo>
                  <a:pt x="88" y="89"/>
                </a:lnTo>
                <a:lnTo>
                  <a:pt x="86" y="86"/>
                </a:lnTo>
                <a:lnTo>
                  <a:pt x="85" y="85"/>
                </a:lnTo>
                <a:lnTo>
                  <a:pt x="85" y="81"/>
                </a:lnTo>
                <a:lnTo>
                  <a:pt x="86" y="78"/>
                </a:lnTo>
                <a:lnTo>
                  <a:pt x="86" y="75"/>
                </a:lnTo>
                <a:lnTo>
                  <a:pt x="86" y="73"/>
                </a:lnTo>
                <a:lnTo>
                  <a:pt x="85" y="73"/>
                </a:lnTo>
                <a:lnTo>
                  <a:pt x="85" y="73"/>
                </a:lnTo>
                <a:lnTo>
                  <a:pt x="83" y="73"/>
                </a:lnTo>
                <a:lnTo>
                  <a:pt x="82" y="73"/>
                </a:lnTo>
                <a:lnTo>
                  <a:pt x="80" y="74"/>
                </a:lnTo>
                <a:lnTo>
                  <a:pt x="80" y="77"/>
                </a:lnTo>
                <a:lnTo>
                  <a:pt x="80" y="79"/>
                </a:lnTo>
                <a:lnTo>
                  <a:pt x="80" y="82"/>
                </a:lnTo>
                <a:lnTo>
                  <a:pt x="80" y="84"/>
                </a:lnTo>
                <a:lnTo>
                  <a:pt x="75" y="86"/>
                </a:lnTo>
                <a:lnTo>
                  <a:pt x="70" y="90"/>
                </a:lnTo>
                <a:lnTo>
                  <a:pt x="70" y="90"/>
                </a:lnTo>
                <a:close/>
                <a:moveTo>
                  <a:pt x="67" y="84"/>
                </a:moveTo>
                <a:lnTo>
                  <a:pt x="68" y="84"/>
                </a:lnTo>
                <a:lnTo>
                  <a:pt x="69" y="84"/>
                </a:lnTo>
                <a:lnTo>
                  <a:pt x="69" y="84"/>
                </a:lnTo>
                <a:lnTo>
                  <a:pt x="69" y="83"/>
                </a:lnTo>
                <a:lnTo>
                  <a:pt x="69" y="82"/>
                </a:lnTo>
                <a:lnTo>
                  <a:pt x="70" y="82"/>
                </a:lnTo>
                <a:lnTo>
                  <a:pt x="70" y="79"/>
                </a:lnTo>
                <a:lnTo>
                  <a:pt x="72" y="77"/>
                </a:lnTo>
                <a:lnTo>
                  <a:pt x="74" y="73"/>
                </a:lnTo>
                <a:lnTo>
                  <a:pt x="75" y="71"/>
                </a:lnTo>
                <a:lnTo>
                  <a:pt x="75" y="70"/>
                </a:lnTo>
                <a:lnTo>
                  <a:pt x="75" y="69"/>
                </a:lnTo>
                <a:lnTo>
                  <a:pt x="74" y="69"/>
                </a:lnTo>
                <a:lnTo>
                  <a:pt x="74" y="69"/>
                </a:lnTo>
                <a:lnTo>
                  <a:pt x="73" y="68"/>
                </a:lnTo>
                <a:lnTo>
                  <a:pt x="72" y="67"/>
                </a:lnTo>
                <a:lnTo>
                  <a:pt x="71" y="67"/>
                </a:lnTo>
                <a:lnTo>
                  <a:pt x="70" y="67"/>
                </a:lnTo>
                <a:lnTo>
                  <a:pt x="69" y="67"/>
                </a:lnTo>
                <a:lnTo>
                  <a:pt x="68" y="68"/>
                </a:lnTo>
                <a:lnTo>
                  <a:pt x="66" y="69"/>
                </a:lnTo>
                <a:lnTo>
                  <a:pt x="66" y="70"/>
                </a:lnTo>
                <a:lnTo>
                  <a:pt x="65" y="71"/>
                </a:lnTo>
                <a:lnTo>
                  <a:pt x="65" y="73"/>
                </a:lnTo>
                <a:lnTo>
                  <a:pt x="64" y="73"/>
                </a:lnTo>
                <a:lnTo>
                  <a:pt x="64" y="74"/>
                </a:lnTo>
                <a:lnTo>
                  <a:pt x="64" y="75"/>
                </a:lnTo>
                <a:lnTo>
                  <a:pt x="63" y="77"/>
                </a:lnTo>
                <a:lnTo>
                  <a:pt x="62" y="77"/>
                </a:lnTo>
                <a:lnTo>
                  <a:pt x="61" y="78"/>
                </a:lnTo>
                <a:lnTo>
                  <a:pt x="59" y="80"/>
                </a:lnTo>
                <a:lnTo>
                  <a:pt x="58" y="81"/>
                </a:lnTo>
                <a:lnTo>
                  <a:pt x="58" y="82"/>
                </a:lnTo>
                <a:lnTo>
                  <a:pt x="58" y="83"/>
                </a:lnTo>
                <a:lnTo>
                  <a:pt x="58" y="85"/>
                </a:lnTo>
                <a:lnTo>
                  <a:pt x="59" y="85"/>
                </a:lnTo>
                <a:lnTo>
                  <a:pt x="59" y="85"/>
                </a:lnTo>
                <a:lnTo>
                  <a:pt x="60" y="86"/>
                </a:lnTo>
                <a:lnTo>
                  <a:pt x="61" y="86"/>
                </a:lnTo>
                <a:lnTo>
                  <a:pt x="62" y="86"/>
                </a:lnTo>
                <a:lnTo>
                  <a:pt x="62" y="86"/>
                </a:lnTo>
                <a:lnTo>
                  <a:pt x="63" y="85"/>
                </a:lnTo>
                <a:lnTo>
                  <a:pt x="66" y="84"/>
                </a:lnTo>
                <a:lnTo>
                  <a:pt x="67" y="8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ctr">
            <a:noAutofit/>
          </a:bodyPr>
          <a:lstStyle/>
          <a:p>
            <a:endParaRPr/>
          </a:p>
        </p:txBody>
      </p:sp>
      <p:sp>
        <p:nvSpPr>
          <p:cNvPr id="368" name="iśḻîḓé">
            <a:extLst>
              <a:ext uri="{FF2B5EF4-FFF2-40B4-BE49-F238E27FC236}">
                <a16:creationId xmlns:a16="http://schemas.microsoft.com/office/drawing/2014/main" id="{18BFF3C3-68DC-4127-9208-47E0905401A7}"/>
              </a:ext>
            </a:extLst>
          </p:cNvPr>
          <p:cNvSpPr>
            <a:spLocks noGrp="1"/>
          </p:cNvSpPr>
          <p:nvPr/>
        </p:nvSpPr>
        <p:spPr>
          <a:xfrm>
            <a:off x="932400" y="532800"/>
            <a:ext cx="20520" cy="57240"/>
          </a:xfrm>
          <a:custGeom>
            <a:avLst/>
            <a:gdLst>
              <a:gd name="textAreaLeft" fmla="*/ 0 w 20520"/>
              <a:gd name="textAreaRight" fmla="*/ 20880 w 20520"/>
              <a:gd name="textAreaTop" fmla="*/ 0 h 57240"/>
              <a:gd name="textAreaBottom" fmla="*/ 57600 h 57240"/>
              <a:gd name="GluePoint1X" fmla="*/ 1 w 48"/>
              <a:gd name="GluePoint1Y" fmla="*/ 31 h 132"/>
              <a:gd name="GluePoint2X" fmla="*/ 9 w 48"/>
              <a:gd name="GluePoint2Y" fmla="*/ 20 h 132"/>
              <a:gd name="GluePoint3X" fmla="*/ 26 w 48"/>
              <a:gd name="GluePoint3Y" fmla="*/ 4 h 132"/>
              <a:gd name="GluePoint4X" fmla="*/ 34 w 48"/>
              <a:gd name="GluePoint4Y" fmla="*/ 0 h 132"/>
              <a:gd name="GluePoint5X" fmla="*/ 40 w 48"/>
              <a:gd name="GluePoint5Y" fmla="*/ 1 h 132"/>
              <a:gd name="GluePoint6X" fmla="*/ 41 w 48"/>
              <a:gd name="GluePoint6Y" fmla="*/ 4 h 132"/>
              <a:gd name="GluePoint7X" fmla="*/ 38 w 48"/>
              <a:gd name="GluePoint7Y" fmla="*/ 20 h 132"/>
              <a:gd name="GluePoint8X" fmla="*/ 32 w 48"/>
              <a:gd name="GluePoint8Y" fmla="*/ 60 h 132"/>
              <a:gd name="GluePoint9X" fmla="*/ 28 w 48"/>
              <a:gd name="GluePoint9Y" fmla="*/ 65 h 132"/>
              <a:gd name="GluePoint10X" fmla="*/ 20 w 48"/>
              <a:gd name="GluePoint10Y" fmla="*/ 70 h 132"/>
              <a:gd name="GluePoint11X" fmla="*/ 20 w 48"/>
              <a:gd name="GluePoint11Y" fmla="*/ 81 h 132"/>
              <a:gd name="GluePoint12X" fmla="*/ 22 w 48"/>
              <a:gd name="GluePoint12Y" fmla="*/ 90 h 132"/>
              <a:gd name="GluePoint13X" fmla="*/ 31 w 48"/>
              <a:gd name="GluePoint13Y" fmla="*/ 90 h 132"/>
              <a:gd name="GluePoint14X" fmla="*/ 35 w 48"/>
              <a:gd name="GluePoint14Y" fmla="*/ 91 h 132"/>
              <a:gd name="GluePoint15X" fmla="*/ 35 w 48"/>
              <a:gd name="GluePoint15Y" fmla="*/ 97 h 132"/>
              <a:gd name="GluePoint16X" fmla="*/ 27 w 48"/>
              <a:gd name="GluePoint16Y" fmla="*/ 114 h 132"/>
              <a:gd name="GluePoint17X" fmla="*/ 26 w 48"/>
              <a:gd name="GluePoint17Y" fmla="*/ 120 h 132"/>
              <a:gd name="GluePoint18X" fmla="*/ 34 w 48"/>
              <a:gd name="GluePoint18Y" fmla="*/ 117 h 132"/>
              <a:gd name="GluePoint19X" fmla="*/ 42 w 48"/>
              <a:gd name="GluePoint19Y" fmla="*/ 114 h 132"/>
              <a:gd name="GluePoint20X" fmla="*/ 47 w 48"/>
              <a:gd name="GluePoint20Y" fmla="*/ 118 h 132"/>
              <a:gd name="GluePoint21X" fmla="*/ 48 w 48"/>
              <a:gd name="GluePoint21Y" fmla="*/ 124 h 132"/>
              <a:gd name="GluePoint22X" fmla="*/ 41 w 48"/>
              <a:gd name="GluePoint22Y" fmla="*/ 129 h 132"/>
              <a:gd name="GluePoint23X" fmla="*/ 30 w 48"/>
              <a:gd name="GluePoint23Y" fmla="*/ 132 h 132"/>
              <a:gd name="GluePoint24X" fmla="*/ 16 w 48"/>
              <a:gd name="GluePoint24Y" fmla="*/ 131 h 132"/>
              <a:gd name="GluePoint25X" fmla="*/ 13 w 48"/>
              <a:gd name="GluePoint25Y" fmla="*/ 128 h 132"/>
              <a:gd name="GluePoint26X" fmla="*/ 15 w 48"/>
              <a:gd name="GluePoint26Y" fmla="*/ 124 h 132"/>
              <a:gd name="GluePoint27X" fmla="*/ 16 w 48"/>
              <a:gd name="GluePoint27Y" fmla="*/ 121 h 132"/>
              <a:gd name="GluePoint28X" fmla="*/ 16 w 48"/>
              <a:gd name="GluePoint28Y" fmla="*/ 108 h 132"/>
              <a:gd name="GluePoint29X" fmla="*/ 12 w 48"/>
              <a:gd name="GluePoint29Y" fmla="*/ 106 h 132"/>
              <a:gd name="GluePoint30X" fmla="*/ 10 w 48"/>
              <a:gd name="GluePoint30Y" fmla="*/ 102 h 132"/>
              <a:gd name="GluePoint31X" fmla="*/ 12 w 48"/>
              <a:gd name="GluePoint31Y" fmla="*/ 91 h 132"/>
              <a:gd name="GluePoint32X" fmla="*/ 7 w 48"/>
              <a:gd name="GluePoint32Y" fmla="*/ 81 h 132"/>
              <a:gd name="GluePoint33X" fmla="*/ 4 w 48"/>
              <a:gd name="GluePoint33Y" fmla="*/ 78 h 132"/>
              <a:gd name="GluePoint34X" fmla="*/ 8 w 48"/>
              <a:gd name="GluePoint34Y" fmla="*/ 73 h 132"/>
              <a:gd name="GluePoint35X" fmla="*/ 10 w 48"/>
              <a:gd name="GluePoint35Y" fmla="*/ 62 h 132"/>
              <a:gd name="GluePoint36X" fmla="*/ 10 w 48"/>
              <a:gd name="GluePoint36Y" fmla="*/ 60 h 132"/>
              <a:gd name="GluePoint37X" fmla="*/ 5 w 48"/>
              <a:gd name="GluePoint37Y" fmla="*/ 60 h 132"/>
              <a:gd name="GluePoint38X" fmla="*/ 4 w 48"/>
              <a:gd name="GluePoint38Y" fmla="*/ 56 h 132"/>
              <a:gd name="GluePoint39X" fmla="*/ 8 w 48"/>
              <a:gd name="GluePoint39Y" fmla="*/ 52 h 132"/>
              <a:gd name="GluePoint40X" fmla="*/ 12 w 48"/>
              <a:gd name="GluePoint40Y" fmla="*/ 49 h 132"/>
              <a:gd name="GluePoint41X" fmla="*/ 14 w 48"/>
              <a:gd name="GluePoint41Y" fmla="*/ 34 h 132"/>
              <a:gd name="GluePoint42X" fmla="*/ 19 w 48"/>
              <a:gd name="GluePoint42Y" fmla="*/ 32 h 132"/>
              <a:gd name="GluePoint43X" fmla="*/ 20 w 48"/>
              <a:gd name="GluePoint43Y" fmla="*/ 39 h 132"/>
              <a:gd name="GluePoint44X" fmla="*/ 20 w 48"/>
              <a:gd name="GluePoint44Y" fmla="*/ 49 h 132"/>
              <a:gd name="GluePoint45X" fmla="*/ 23 w 48"/>
              <a:gd name="GluePoint45Y" fmla="*/ 49 h 132"/>
              <a:gd name="GluePoint46X" fmla="*/ 30 w 48"/>
              <a:gd name="GluePoint46Y" fmla="*/ 18 h 132"/>
              <a:gd name="GluePoint47X" fmla="*/ 30 w 48"/>
              <a:gd name="GluePoint47Y" fmla="*/ 10 h 132"/>
              <a:gd name="GluePoint48X" fmla="*/ 18 w 48"/>
              <a:gd name="GluePoint48Y" fmla="*/ 21 h 132"/>
            </a:gdLst>
            <a:ahLst/>
            <a:cxnLst/>
            <a:rect l="textAreaLeft" t="textAreaTop" r="textAreaRight" b="textAreaBottom"/>
            <a:pathLst>
              <a:path w="48" h="132">
                <a:moveTo>
                  <a:pt x="8" y="32"/>
                </a:moveTo>
                <a:lnTo>
                  <a:pt x="0" y="36"/>
                </a:lnTo>
                <a:lnTo>
                  <a:pt x="0" y="34"/>
                </a:lnTo>
                <a:lnTo>
                  <a:pt x="1" y="31"/>
                </a:lnTo>
                <a:lnTo>
                  <a:pt x="3" y="28"/>
                </a:lnTo>
                <a:lnTo>
                  <a:pt x="4" y="27"/>
                </a:lnTo>
                <a:lnTo>
                  <a:pt x="6" y="24"/>
                </a:lnTo>
                <a:lnTo>
                  <a:pt x="9" y="20"/>
                </a:lnTo>
                <a:lnTo>
                  <a:pt x="16" y="14"/>
                </a:lnTo>
                <a:lnTo>
                  <a:pt x="21" y="8"/>
                </a:lnTo>
                <a:lnTo>
                  <a:pt x="24" y="6"/>
                </a:lnTo>
                <a:lnTo>
                  <a:pt x="26" y="4"/>
                </a:lnTo>
                <a:lnTo>
                  <a:pt x="28" y="3"/>
                </a:lnTo>
                <a:lnTo>
                  <a:pt x="30" y="1"/>
                </a:lnTo>
                <a:lnTo>
                  <a:pt x="32" y="0"/>
                </a:lnTo>
                <a:lnTo>
                  <a:pt x="34" y="0"/>
                </a:lnTo>
                <a:lnTo>
                  <a:pt x="36" y="0"/>
                </a:lnTo>
                <a:lnTo>
                  <a:pt x="37" y="0"/>
                </a:lnTo>
                <a:lnTo>
                  <a:pt x="39" y="0"/>
                </a:lnTo>
                <a:lnTo>
                  <a:pt x="40" y="1"/>
                </a:lnTo>
                <a:lnTo>
                  <a:pt x="40" y="2"/>
                </a:lnTo>
                <a:lnTo>
                  <a:pt x="41" y="3"/>
                </a:lnTo>
                <a:lnTo>
                  <a:pt x="41" y="4"/>
                </a:lnTo>
                <a:lnTo>
                  <a:pt x="41" y="4"/>
                </a:lnTo>
                <a:lnTo>
                  <a:pt x="41" y="8"/>
                </a:lnTo>
                <a:lnTo>
                  <a:pt x="40" y="12"/>
                </a:lnTo>
                <a:lnTo>
                  <a:pt x="39" y="17"/>
                </a:lnTo>
                <a:lnTo>
                  <a:pt x="38" y="20"/>
                </a:lnTo>
                <a:lnTo>
                  <a:pt x="36" y="28"/>
                </a:lnTo>
                <a:lnTo>
                  <a:pt x="35" y="40"/>
                </a:lnTo>
                <a:lnTo>
                  <a:pt x="33" y="53"/>
                </a:lnTo>
                <a:lnTo>
                  <a:pt x="32" y="60"/>
                </a:lnTo>
                <a:lnTo>
                  <a:pt x="32" y="61"/>
                </a:lnTo>
                <a:lnTo>
                  <a:pt x="31" y="63"/>
                </a:lnTo>
                <a:lnTo>
                  <a:pt x="29" y="64"/>
                </a:lnTo>
                <a:lnTo>
                  <a:pt x="28" y="65"/>
                </a:lnTo>
                <a:lnTo>
                  <a:pt x="24" y="68"/>
                </a:lnTo>
                <a:lnTo>
                  <a:pt x="22" y="68"/>
                </a:lnTo>
                <a:lnTo>
                  <a:pt x="21" y="69"/>
                </a:lnTo>
                <a:lnTo>
                  <a:pt x="20" y="70"/>
                </a:lnTo>
                <a:lnTo>
                  <a:pt x="20" y="71"/>
                </a:lnTo>
                <a:lnTo>
                  <a:pt x="20" y="72"/>
                </a:lnTo>
                <a:lnTo>
                  <a:pt x="20" y="76"/>
                </a:lnTo>
                <a:lnTo>
                  <a:pt x="20" y="81"/>
                </a:lnTo>
                <a:lnTo>
                  <a:pt x="20" y="86"/>
                </a:lnTo>
                <a:lnTo>
                  <a:pt x="21" y="89"/>
                </a:lnTo>
                <a:lnTo>
                  <a:pt x="22" y="89"/>
                </a:lnTo>
                <a:lnTo>
                  <a:pt x="22" y="90"/>
                </a:lnTo>
                <a:lnTo>
                  <a:pt x="23" y="91"/>
                </a:lnTo>
                <a:lnTo>
                  <a:pt x="24" y="91"/>
                </a:lnTo>
                <a:lnTo>
                  <a:pt x="27" y="90"/>
                </a:lnTo>
                <a:lnTo>
                  <a:pt x="31" y="90"/>
                </a:lnTo>
                <a:lnTo>
                  <a:pt x="32" y="90"/>
                </a:lnTo>
                <a:lnTo>
                  <a:pt x="34" y="90"/>
                </a:lnTo>
                <a:lnTo>
                  <a:pt x="35" y="91"/>
                </a:lnTo>
                <a:lnTo>
                  <a:pt x="35" y="91"/>
                </a:lnTo>
                <a:lnTo>
                  <a:pt x="36" y="92"/>
                </a:lnTo>
                <a:lnTo>
                  <a:pt x="36" y="92"/>
                </a:lnTo>
                <a:lnTo>
                  <a:pt x="36" y="95"/>
                </a:lnTo>
                <a:lnTo>
                  <a:pt x="35" y="97"/>
                </a:lnTo>
                <a:lnTo>
                  <a:pt x="33" y="100"/>
                </a:lnTo>
                <a:lnTo>
                  <a:pt x="32" y="104"/>
                </a:lnTo>
                <a:lnTo>
                  <a:pt x="28" y="111"/>
                </a:lnTo>
                <a:lnTo>
                  <a:pt x="27" y="114"/>
                </a:lnTo>
                <a:lnTo>
                  <a:pt x="26" y="116"/>
                </a:lnTo>
                <a:lnTo>
                  <a:pt x="25" y="118"/>
                </a:lnTo>
                <a:lnTo>
                  <a:pt x="25" y="119"/>
                </a:lnTo>
                <a:lnTo>
                  <a:pt x="26" y="120"/>
                </a:lnTo>
                <a:lnTo>
                  <a:pt x="27" y="120"/>
                </a:lnTo>
                <a:lnTo>
                  <a:pt x="28" y="120"/>
                </a:lnTo>
                <a:lnTo>
                  <a:pt x="31" y="119"/>
                </a:lnTo>
                <a:lnTo>
                  <a:pt x="34" y="117"/>
                </a:lnTo>
                <a:lnTo>
                  <a:pt x="37" y="116"/>
                </a:lnTo>
                <a:lnTo>
                  <a:pt x="40" y="115"/>
                </a:lnTo>
                <a:lnTo>
                  <a:pt x="40" y="115"/>
                </a:lnTo>
                <a:lnTo>
                  <a:pt x="42" y="114"/>
                </a:lnTo>
                <a:lnTo>
                  <a:pt x="43" y="114"/>
                </a:lnTo>
                <a:lnTo>
                  <a:pt x="44" y="115"/>
                </a:lnTo>
                <a:lnTo>
                  <a:pt x="45" y="116"/>
                </a:lnTo>
                <a:lnTo>
                  <a:pt x="47" y="118"/>
                </a:lnTo>
                <a:lnTo>
                  <a:pt x="48" y="120"/>
                </a:lnTo>
                <a:lnTo>
                  <a:pt x="48" y="121"/>
                </a:lnTo>
                <a:lnTo>
                  <a:pt x="48" y="123"/>
                </a:lnTo>
                <a:lnTo>
                  <a:pt x="48" y="124"/>
                </a:lnTo>
                <a:lnTo>
                  <a:pt x="48" y="126"/>
                </a:lnTo>
                <a:lnTo>
                  <a:pt x="46" y="128"/>
                </a:lnTo>
                <a:lnTo>
                  <a:pt x="44" y="128"/>
                </a:lnTo>
                <a:lnTo>
                  <a:pt x="41" y="129"/>
                </a:lnTo>
                <a:lnTo>
                  <a:pt x="37" y="130"/>
                </a:lnTo>
                <a:lnTo>
                  <a:pt x="35" y="131"/>
                </a:lnTo>
                <a:lnTo>
                  <a:pt x="32" y="132"/>
                </a:lnTo>
                <a:lnTo>
                  <a:pt x="30" y="132"/>
                </a:lnTo>
                <a:lnTo>
                  <a:pt x="26" y="132"/>
                </a:lnTo>
                <a:lnTo>
                  <a:pt x="20" y="132"/>
                </a:lnTo>
                <a:lnTo>
                  <a:pt x="18" y="132"/>
                </a:lnTo>
                <a:lnTo>
                  <a:pt x="16" y="131"/>
                </a:lnTo>
                <a:lnTo>
                  <a:pt x="15" y="130"/>
                </a:lnTo>
                <a:lnTo>
                  <a:pt x="14" y="130"/>
                </a:lnTo>
                <a:lnTo>
                  <a:pt x="13" y="128"/>
                </a:lnTo>
                <a:lnTo>
                  <a:pt x="13" y="128"/>
                </a:lnTo>
                <a:lnTo>
                  <a:pt x="13" y="127"/>
                </a:lnTo>
                <a:lnTo>
                  <a:pt x="13" y="125"/>
                </a:lnTo>
                <a:lnTo>
                  <a:pt x="14" y="124"/>
                </a:lnTo>
                <a:lnTo>
                  <a:pt x="15" y="124"/>
                </a:lnTo>
                <a:lnTo>
                  <a:pt x="16" y="124"/>
                </a:lnTo>
                <a:lnTo>
                  <a:pt x="16" y="123"/>
                </a:lnTo>
                <a:lnTo>
                  <a:pt x="17" y="122"/>
                </a:lnTo>
                <a:lnTo>
                  <a:pt x="16" y="121"/>
                </a:lnTo>
                <a:lnTo>
                  <a:pt x="16" y="118"/>
                </a:lnTo>
                <a:lnTo>
                  <a:pt x="16" y="113"/>
                </a:lnTo>
                <a:lnTo>
                  <a:pt x="16" y="111"/>
                </a:lnTo>
                <a:lnTo>
                  <a:pt x="16" y="108"/>
                </a:lnTo>
                <a:lnTo>
                  <a:pt x="16" y="108"/>
                </a:lnTo>
                <a:lnTo>
                  <a:pt x="16" y="107"/>
                </a:lnTo>
                <a:lnTo>
                  <a:pt x="14" y="107"/>
                </a:lnTo>
                <a:lnTo>
                  <a:pt x="12" y="106"/>
                </a:lnTo>
                <a:lnTo>
                  <a:pt x="11" y="104"/>
                </a:lnTo>
                <a:lnTo>
                  <a:pt x="10" y="104"/>
                </a:lnTo>
                <a:lnTo>
                  <a:pt x="10" y="103"/>
                </a:lnTo>
                <a:lnTo>
                  <a:pt x="10" y="102"/>
                </a:lnTo>
                <a:lnTo>
                  <a:pt x="12" y="100"/>
                </a:lnTo>
                <a:lnTo>
                  <a:pt x="13" y="98"/>
                </a:lnTo>
                <a:lnTo>
                  <a:pt x="13" y="95"/>
                </a:lnTo>
                <a:lnTo>
                  <a:pt x="12" y="91"/>
                </a:lnTo>
                <a:lnTo>
                  <a:pt x="12" y="88"/>
                </a:lnTo>
                <a:lnTo>
                  <a:pt x="11" y="85"/>
                </a:lnTo>
                <a:lnTo>
                  <a:pt x="9" y="84"/>
                </a:lnTo>
                <a:lnTo>
                  <a:pt x="7" y="81"/>
                </a:lnTo>
                <a:lnTo>
                  <a:pt x="5" y="80"/>
                </a:lnTo>
                <a:lnTo>
                  <a:pt x="5" y="79"/>
                </a:lnTo>
                <a:lnTo>
                  <a:pt x="4" y="79"/>
                </a:lnTo>
                <a:lnTo>
                  <a:pt x="4" y="78"/>
                </a:lnTo>
                <a:lnTo>
                  <a:pt x="5" y="77"/>
                </a:lnTo>
                <a:lnTo>
                  <a:pt x="5" y="76"/>
                </a:lnTo>
                <a:lnTo>
                  <a:pt x="7" y="75"/>
                </a:lnTo>
                <a:lnTo>
                  <a:pt x="8" y="73"/>
                </a:lnTo>
                <a:lnTo>
                  <a:pt x="8" y="70"/>
                </a:lnTo>
                <a:lnTo>
                  <a:pt x="9" y="67"/>
                </a:lnTo>
                <a:lnTo>
                  <a:pt x="9" y="64"/>
                </a:lnTo>
                <a:lnTo>
                  <a:pt x="10" y="62"/>
                </a:lnTo>
                <a:lnTo>
                  <a:pt x="11" y="61"/>
                </a:lnTo>
                <a:lnTo>
                  <a:pt x="11" y="60"/>
                </a:lnTo>
                <a:lnTo>
                  <a:pt x="11" y="60"/>
                </a:lnTo>
                <a:lnTo>
                  <a:pt x="10" y="60"/>
                </a:lnTo>
                <a:lnTo>
                  <a:pt x="8" y="60"/>
                </a:lnTo>
                <a:lnTo>
                  <a:pt x="8" y="60"/>
                </a:lnTo>
                <a:lnTo>
                  <a:pt x="7" y="60"/>
                </a:lnTo>
                <a:lnTo>
                  <a:pt x="5" y="60"/>
                </a:lnTo>
                <a:lnTo>
                  <a:pt x="5" y="59"/>
                </a:lnTo>
                <a:lnTo>
                  <a:pt x="4" y="58"/>
                </a:lnTo>
                <a:lnTo>
                  <a:pt x="4" y="57"/>
                </a:lnTo>
                <a:lnTo>
                  <a:pt x="4" y="56"/>
                </a:lnTo>
                <a:lnTo>
                  <a:pt x="4" y="55"/>
                </a:lnTo>
                <a:lnTo>
                  <a:pt x="5" y="54"/>
                </a:lnTo>
                <a:lnTo>
                  <a:pt x="7" y="53"/>
                </a:lnTo>
                <a:lnTo>
                  <a:pt x="8" y="52"/>
                </a:lnTo>
                <a:lnTo>
                  <a:pt x="10" y="52"/>
                </a:lnTo>
                <a:lnTo>
                  <a:pt x="11" y="52"/>
                </a:lnTo>
                <a:lnTo>
                  <a:pt x="12" y="51"/>
                </a:lnTo>
                <a:lnTo>
                  <a:pt x="12" y="49"/>
                </a:lnTo>
                <a:lnTo>
                  <a:pt x="13" y="45"/>
                </a:lnTo>
                <a:lnTo>
                  <a:pt x="13" y="40"/>
                </a:lnTo>
                <a:lnTo>
                  <a:pt x="14" y="35"/>
                </a:lnTo>
                <a:lnTo>
                  <a:pt x="14" y="34"/>
                </a:lnTo>
                <a:lnTo>
                  <a:pt x="15" y="34"/>
                </a:lnTo>
                <a:lnTo>
                  <a:pt x="16" y="32"/>
                </a:lnTo>
                <a:lnTo>
                  <a:pt x="17" y="32"/>
                </a:lnTo>
                <a:lnTo>
                  <a:pt x="19" y="32"/>
                </a:lnTo>
                <a:lnTo>
                  <a:pt x="19" y="32"/>
                </a:lnTo>
                <a:lnTo>
                  <a:pt x="20" y="33"/>
                </a:lnTo>
                <a:lnTo>
                  <a:pt x="20" y="36"/>
                </a:lnTo>
                <a:lnTo>
                  <a:pt x="20" y="39"/>
                </a:lnTo>
                <a:lnTo>
                  <a:pt x="20" y="41"/>
                </a:lnTo>
                <a:lnTo>
                  <a:pt x="20" y="44"/>
                </a:lnTo>
                <a:lnTo>
                  <a:pt x="20" y="47"/>
                </a:lnTo>
                <a:lnTo>
                  <a:pt x="20" y="49"/>
                </a:lnTo>
                <a:lnTo>
                  <a:pt x="21" y="50"/>
                </a:lnTo>
                <a:lnTo>
                  <a:pt x="22" y="50"/>
                </a:lnTo>
                <a:lnTo>
                  <a:pt x="22" y="50"/>
                </a:lnTo>
                <a:lnTo>
                  <a:pt x="23" y="49"/>
                </a:lnTo>
                <a:lnTo>
                  <a:pt x="24" y="44"/>
                </a:lnTo>
                <a:lnTo>
                  <a:pt x="27" y="34"/>
                </a:lnTo>
                <a:lnTo>
                  <a:pt x="28" y="24"/>
                </a:lnTo>
                <a:lnTo>
                  <a:pt x="30" y="18"/>
                </a:lnTo>
                <a:lnTo>
                  <a:pt x="31" y="15"/>
                </a:lnTo>
                <a:lnTo>
                  <a:pt x="31" y="12"/>
                </a:lnTo>
                <a:lnTo>
                  <a:pt x="30" y="11"/>
                </a:lnTo>
                <a:lnTo>
                  <a:pt x="30" y="10"/>
                </a:lnTo>
                <a:lnTo>
                  <a:pt x="29" y="10"/>
                </a:lnTo>
                <a:lnTo>
                  <a:pt x="28" y="11"/>
                </a:lnTo>
                <a:lnTo>
                  <a:pt x="24" y="16"/>
                </a:lnTo>
                <a:lnTo>
                  <a:pt x="18" y="21"/>
                </a:lnTo>
                <a:lnTo>
                  <a:pt x="12" y="26"/>
                </a:lnTo>
                <a:lnTo>
                  <a:pt x="8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600" rIns="90000" bIns="12600" anchor="ctr">
            <a:noAutofit/>
          </a:bodyPr>
          <a:lstStyle/>
          <a:p>
            <a:endParaRPr/>
          </a:p>
        </p:txBody>
      </p:sp>
      <p:sp>
        <p:nvSpPr>
          <p:cNvPr id="369" name="íśḷídê">
            <a:extLst>
              <a:ext uri="{FF2B5EF4-FFF2-40B4-BE49-F238E27FC236}">
                <a16:creationId xmlns:a16="http://schemas.microsoft.com/office/drawing/2014/main" id="{4E029998-8B7B-4524-8C6C-4E9617F4204D}"/>
              </a:ext>
            </a:extLst>
          </p:cNvPr>
          <p:cNvSpPr>
            <a:spLocks noGrp="1"/>
          </p:cNvSpPr>
          <p:nvPr/>
        </p:nvSpPr>
        <p:spPr>
          <a:xfrm>
            <a:off x="925920" y="549000"/>
            <a:ext cx="7200" cy="12600"/>
          </a:xfrm>
          <a:custGeom>
            <a:avLst/>
            <a:gdLst>
              <a:gd name="textAreaLeft" fmla="*/ 0 w 7200"/>
              <a:gd name="textAreaRight" fmla="*/ 7560 w 7200"/>
              <a:gd name="textAreaTop" fmla="*/ 0 h 12600"/>
              <a:gd name="textAreaBottom" fmla="*/ 12960 h 12600"/>
              <a:gd name="GluePoint1X" fmla="*/ 2 w 17"/>
              <a:gd name="GluePoint1Y" fmla="*/ 6 h 30"/>
              <a:gd name="GluePoint2X" fmla="*/ 1 w 17"/>
              <a:gd name="GluePoint2Y" fmla="*/ 5 h 30"/>
              <a:gd name="GluePoint3X" fmla="*/ 0 w 17"/>
              <a:gd name="GluePoint3Y" fmla="*/ 3 h 30"/>
              <a:gd name="GluePoint4X" fmla="*/ 0 w 17"/>
              <a:gd name="GluePoint4Y" fmla="*/ 3 h 30"/>
              <a:gd name="GluePoint5X" fmla="*/ 0 w 17"/>
              <a:gd name="GluePoint5Y" fmla="*/ 3 h 30"/>
              <a:gd name="GluePoint6X" fmla="*/ 1 w 17"/>
              <a:gd name="GluePoint6Y" fmla="*/ 2 h 30"/>
              <a:gd name="GluePoint7X" fmla="*/ 3 w 17"/>
              <a:gd name="GluePoint7Y" fmla="*/ 1 h 30"/>
              <a:gd name="GluePoint8X" fmla="*/ 6 w 17"/>
              <a:gd name="GluePoint8Y" fmla="*/ 1 h 30"/>
              <a:gd name="GluePoint9X" fmla="*/ 9 w 17"/>
              <a:gd name="GluePoint9Y" fmla="*/ 0 h 30"/>
              <a:gd name="GluePoint10X" fmla="*/ 11 w 17"/>
              <a:gd name="GluePoint10Y" fmla="*/ 0 h 30"/>
              <a:gd name="GluePoint11X" fmla="*/ 12 w 17"/>
              <a:gd name="GluePoint11Y" fmla="*/ 1 h 30"/>
              <a:gd name="GluePoint12X" fmla="*/ 13 w 17"/>
              <a:gd name="GluePoint12Y" fmla="*/ 2 h 30"/>
              <a:gd name="GluePoint13X" fmla="*/ 14 w 17"/>
              <a:gd name="GluePoint13Y" fmla="*/ 3 h 30"/>
              <a:gd name="GluePoint14X" fmla="*/ 15 w 17"/>
              <a:gd name="GluePoint14Y" fmla="*/ 7 h 30"/>
              <a:gd name="GluePoint15X" fmla="*/ 15 w 17"/>
              <a:gd name="GluePoint15Y" fmla="*/ 14 h 30"/>
              <a:gd name="GluePoint16X" fmla="*/ 16 w 17"/>
              <a:gd name="GluePoint16Y" fmla="*/ 19 h 30"/>
              <a:gd name="GluePoint17X" fmla="*/ 17 w 17"/>
              <a:gd name="GluePoint17Y" fmla="*/ 23 h 30"/>
              <a:gd name="GluePoint18X" fmla="*/ 17 w 17"/>
              <a:gd name="GluePoint18Y" fmla="*/ 25 h 30"/>
              <a:gd name="GluePoint19X" fmla="*/ 17 w 17"/>
              <a:gd name="GluePoint19Y" fmla="*/ 27 h 30"/>
              <a:gd name="GluePoint20X" fmla="*/ 16 w 17"/>
              <a:gd name="GluePoint20Y" fmla="*/ 28 h 30"/>
              <a:gd name="GluePoint21X" fmla="*/ 15 w 17"/>
              <a:gd name="GluePoint21Y" fmla="*/ 29 h 30"/>
              <a:gd name="GluePoint22X" fmla="*/ 14 w 17"/>
              <a:gd name="GluePoint22Y" fmla="*/ 30 h 30"/>
              <a:gd name="GluePoint23X" fmla="*/ 11 w 17"/>
              <a:gd name="GluePoint23Y" fmla="*/ 30 h 30"/>
              <a:gd name="GluePoint24X" fmla="*/ 10 w 17"/>
              <a:gd name="GluePoint24Y" fmla="*/ 30 h 30"/>
              <a:gd name="GluePoint25X" fmla="*/ 8 w 17"/>
              <a:gd name="GluePoint25Y" fmla="*/ 29 h 30"/>
              <a:gd name="GluePoint26X" fmla="*/ 7 w 17"/>
              <a:gd name="GluePoint26Y" fmla="*/ 28 h 30"/>
              <a:gd name="GluePoint27X" fmla="*/ 7 w 17"/>
              <a:gd name="GluePoint27Y" fmla="*/ 27 h 30"/>
              <a:gd name="GluePoint28X" fmla="*/ 6 w 17"/>
              <a:gd name="GluePoint28Y" fmla="*/ 23 h 30"/>
              <a:gd name="GluePoint29X" fmla="*/ 6 w 17"/>
              <a:gd name="GluePoint29Y" fmla="*/ 19 h 30"/>
              <a:gd name="GluePoint30X" fmla="*/ 5 w 17"/>
              <a:gd name="GluePoint30Y" fmla="*/ 15 h 30"/>
              <a:gd name="GluePoint31X" fmla="*/ 4 w 17"/>
              <a:gd name="GluePoint31Y" fmla="*/ 11 h 30"/>
              <a:gd name="GluePoint32X" fmla="*/ 3 w 17"/>
              <a:gd name="GluePoint32Y" fmla="*/ 8 h 30"/>
              <a:gd name="GluePoint33X" fmla="*/ 3 w 17"/>
              <a:gd name="GluePoint33Y" fmla="*/ 7 h 30"/>
              <a:gd name="GluePoint34X" fmla="*/ 3 w 17"/>
              <a:gd name="GluePoint34Y" fmla="*/ 7 h 30"/>
              <a:gd name="GluePoint35X" fmla="*/ 2 w 17"/>
              <a:gd name="GluePoint35Y" fmla="*/ 6 h 30"/>
            </a:gdLst>
            <a:ahLst/>
            <a:cxnLst/>
            <a:rect l="textAreaLeft" t="textAreaTop" r="textAreaRight" b="textAreaBottom"/>
            <a:pathLst>
              <a:path w="17" h="30">
                <a:moveTo>
                  <a:pt x="2" y="6"/>
                </a:moveTo>
                <a:lnTo>
                  <a:pt x="1" y="5"/>
                </a:lnTo>
                <a:lnTo>
                  <a:pt x="0" y="3"/>
                </a:lnTo>
                <a:lnTo>
                  <a:pt x="0" y="3"/>
                </a:lnTo>
                <a:lnTo>
                  <a:pt x="0" y="3"/>
                </a:lnTo>
                <a:lnTo>
                  <a:pt x="1" y="2"/>
                </a:lnTo>
                <a:lnTo>
                  <a:pt x="3" y="1"/>
                </a:lnTo>
                <a:lnTo>
                  <a:pt x="6" y="1"/>
                </a:lnTo>
                <a:lnTo>
                  <a:pt x="9" y="0"/>
                </a:lnTo>
                <a:lnTo>
                  <a:pt x="11" y="0"/>
                </a:lnTo>
                <a:lnTo>
                  <a:pt x="12" y="1"/>
                </a:lnTo>
                <a:lnTo>
                  <a:pt x="13" y="2"/>
                </a:lnTo>
                <a:lnTo>
                  <a:pt x="14" y="3"/>
                </a:lnTo>
                <a:lnTo>
                  <a:pt x="15" y="7"/>
                </a:lnTo>
                <a:lnTo>
                  <a:pt x="15" y="14"/>
                </a:lnTo>
                <a:lnTo>
                  <a:pt x="16" y="19"/>
                </a:lnTo>
                <a:lnTo>
                  <a:pt x="17" y="23"/>
                </a:lnTo>
                <a:lnTo>
                  <a:pt x="17" y="25"/>
                </a:lnTo>
                <a:lnTo>
                  <a:pt x="17" y="27"/>
                </a:lnTo>
                <a:lnTo>
                  <a:pt x="16" y="28"/>
                </a:lnTo>
                <a:lnTo>
                  <a:pt x="15" y="29"/>
                </a:lnTo>
                <a:lnTo>
                  <a:pt x="14" y="30"/>
                </a:lnTo>
                <a:lnTo>
                  <a:pt x="11" y="30"/>
                </a:lnTo>
                <a:lnTo>
                  <a:pt x="10" y="30"/>
                </a:lnTo>
                <a:lnTo>
                  <a:pt x="8" y="29"/>
                </a:lnTo>
                <a:lnTo>
                  <a:pt x="7" y="28"/>
                </a:lnTo>
                <a:lnTo>
                  <a:pt x="7" y="27"/>
                </a:lnTo>
                <a:lnTo>
                  <a:pt x="6" y="23"/>
                </a:lnTo>
                <a:lnTo>
                  <a:pt x="6" y="19"/>
                </a:lnTo>
                <a:lnTo>
                  <a:pt x="5" y="15"/>
                </a:lnTo>
                <a:lnTo>
                  <a:pt x="4" y="11"/>
                </a:lnTo>
                <a:lnTo>
                  <a:pt x="3" y="8"/>
                </a:lnTo>
                <a:lnTo>
                  <a:pt x="3" y="7"/>
                </a:lnTo>
                <a:lnTo>
                  <a:pt x="3" y="7"/>
                </a:lnTo>
                <a:lnTo>
                  <a:pt x="2" y="6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ctr">
            <a:noAutofit/>
          </a:bodyPr>
          <a:lstStyle/>
          <a:p>
            <a:endParaRPr/>
          </a:p>
        </p:txBody>
      </p:sp>
      <p:sp>
        <p:nvSpPr>
          <p:cNvPr id="370" name="íśļiḋé">
            <a:extLst>
              <a:ext uri="{FF2B5EF4-FFF2-40B4-BE49-F238E27FC236}">
                <a16:creationId xmlns:a16="http://schemas.microsoft.com/office/drawing/2014/main" id="{372F7628-AD84-4396-8977-48AC9FA243AC}"/>
              </a:ext>
            </a:extLst>
          </p:cNvPr>
          <p:cNvSpPr>
            <a:spLocks noGrp="1"/>
          </p:cNvSpPr>
          <p:nvPr/>
        </p:nvSpPr>
        <p:spPr>
          <a:xfrm>
            <a:off x="907560" y="546840"/>
            <a:ext cx="17640" cy="43200"/>
          </a:xfrm>
          <a:custGeom>
            <a:avLst/>
            <a:gdLst>
              <a:gd name="textAreaLeft" fmla="*/ 0 w 17640"/>
              <a:gd name="textAreaRight" fmla="*/ 18000 w 17640"/>
              <a:gd name="textAreaTop" fmla="*/ 0 h 43200"/>
              <a:gd name="textAreaBottom" fmla="*/ 43560 h 43200"/>
              <a:gd name="GluePoint1X" fmla="*/ 14 w 41"/>
              <a:gd name="GluePoint1Y" fmla="*/ 26 h 100"/>
              <a:gd name="GluePoint2X" fmla="*/ 10 w 41"/>
              <a:gd name="GluePoint2Y" fmla="*/ 30 h 100"/>
              <a:gd name="GluePoint3X" fmla="*/ 5 w 41"/>
              <a:gd name="GluePoint3Y" fmla="*/ 28 h 100"/>
              <a:gd name="GluePoint4X" fmla="*/ 1 w 41"/>
              <a:gd name="GluePoint4Y" fmla="*/ 26 h 100"/>
              <a:gd name="GluePoint5X" fmla="*/ 0 w 41"/>
              <a:gd name="GluePoint5Y" fmla="*/ 24 h 100"/>
              <a:gd name="GluePoint6X" fmla="*/ 2 w 41"/>
              <a:gd name="GluePoint6Y" fmla="*/ 19 h 100"/>
              <a:gd name="GluePoint7X" fmla="*/ 10 w 41"/>
              <a:gd name="GluePoint7Y" fmla="*/ 12 h 100"/>
              <a:gd name="GluePoint8X" fmla="*/ 21 w 41"/>
              <a:gd name="GluePoint8Y" fmla="*/ 4 h 100"/>
              <a:gd name="GluePoint9X" fmla="*/ 29 w 41"/>
              <a:gd name="GluePoint9Y" fmla="*/ 0 h 100"/>
              <a:gd name="GluePoint10X" fmla="*/ 30 w 41"/>
              <a:gd name="GluePoint10Y" fmla="*/ 0 h 100"/>
              <a:gd name="GluePoint11X" fmla="*/ 33 w 41"/>
              <a:gd name="GluePoint11Y" fmla="*/ 4 h 100"/>
              <a:gd name="GluePoint12X" fmla="*/ 35 w 41"/>
              <a:gd name="GluePoint12Y" fmla="*/ 8 h 100"/>
              <a:gd name="GluePoint13X" fmla="*/ 33 w 41"/>
              <a:gd name="GluePoint13Y" fmla="*/ 16 h 100"/>
              <a:gd name="GluePoint14X" fmla="*/ 32 w 41"/>
              <a:gd name="GluePoint14Y" fmla="*/ 30 h 100"/>
              <a:gd name="GluePoint15X" fmla="*/ 31 w 41"/>
              <a:gd name="GluePoint15Y" fmla="*/ 44 h 100"/>
              <a:gd name="GluePoint16X" fmla="*/ 33 w 41"/>
              <a:gd name="GluePoint16Y" fmla="*/ 46 h 100"/>
              <a:gd name="GluePoint17X" fmla="*/ 35 w 41"/>
              <a:gd name="GluePoint17Y" fmla="*/ 48 h 100"/>
              <a:gd name="GluePoint18X" fmla="*/ 31 w 41"/>
              <a:gd name="GluePoint18Y" fmla="*/ 54 h 100"/>
              <a:gd name="GluePoint19X" fmla="*/ 32 w 41"/>
              <a:gd name="GluePoint19Y" fmla="*/ 57 h 100"/>
              <a:gd name="GluePoint20X" fmla="*/ 35 w 41"/>
              <a:gd name="GluePoint20Y" fmla="*/ 58 h 100"/>
              <a:gd name="GluePoint21X" fmla="*/ 37 w 41"/>
              <a:gd name="GluePoint21Y" fmla="*/ 54 h 100"/>
              <a:gd name="GluePoint22X" fmla="*/ 41 w 41"/>
              <a:gd name="GluePoint22Y" fmla="*/ 48 h 100"/>
              <a:gd name="GluePoint23X" fmla="*/ 35 w 41"/>
              <a:gd name="GluePoint23Y" fmla="*/ 72 h 100"/>
              <a:gd name="GluePoint24X" fmla="*/ 30 w 41"/>
              <a:gd name="GluePoint24Y" fmla="*/ 88 h 100"/>
              <a:gd name="GluePoint25X" fmla="*/ 25 w 41"/>
              <a:gd name="GluePoint25Y" fmla="*/ 96 h 100"/>
              <a:gd name="GluePoint26X" fmla="*/ 21 w 41"/>
              <a:gd name="GluePoint26Y" fmla="*/ 100 h 100"/>
              <a:gd name="GluePoint27X" fmla="*/ 17 w 41"/>
              <a:gd name="GluePoint27Y" fmla="*/ 100 h 100"/>
              <a:gd name="GluePoint28X" fmla="*/ 15 w 41"/>
              <a:gd name="GluePoint28Y" fmla="*/ 97 h 100"/>
              <a:gd name="GluePoint29X" fmla="*/ 16 w 41"/>
              <a:gd name="GluePoint29Y" fmla="*/ 89 h 100"/>
              <a:gd name="GluePoint30X" fmla="*/ 18 w 41"/>
              <a:gd name="GluePoint30Y" fmla="*/ 82 h 100"/>
              <a:gd name="GluePoint31X" fmla="*/ 21 w 41"/>
              <a:gd name="GluePoint31Y" fmla="*/ 74 h 100"/>
              <a:gd name="GluePoint32X" fmla="*/ 20 w 41"/>
              <a:gd name="GluePoint32Y" fmla="*/ 68 h 100"/>
              <a:gd name="GluePoint33X" fmla="*/ 18 w 41"/>
              <a:gd name="GluePoint33Y" fmla="*/ 65 h 100"/>
              <a:gd name="GluePoint34X" fmla="*/ 9 w 41"/>
              <a:gd name="GluePoint34Y" fmla="*/ 69 h 100"/>
              <a:gd name="GluePoint35X" fmla="*/ 5 w 41"/>
              <a:gd name="GluePoint35Y" fmla="*/ 70 h 100"/>
              <a:gd name="GluePoint36X" fmla="*/ 5 w 41"/>
              <a:gd name="GluePoint36Y" fmla="*/ 68 h 100"/>
              <a:gd name="GluePoint37X" fmla="*/ 5 w 41"/>
              <a:gd name="GluePoint37Y" fmla="*/ 61 h 100"/>
              <a:gd name="GluePoint38X" fmla="*/ 7 w 41"/>
              <a:gd name="GluePoint38Y" fmla="*/ 61 h 100"/>
              <a:gd name="GluePoint39X" fmla="*/ 9 w 41"/>
              <a:gd name="GluePoint39Y" fmla="*/ 59 h 100"/>
              <a:gd name="GluePoint40X" fmla="*/ 17 w 41"/>
              <a:gd name="GluePoint40Y" fmla="*/ 54 h 100"/>
              <a:gd name="GluePoint41X" fmla="*/ 20 w 41"/>
              <a:gd name="GluePoint41Y" fmla="*/ 50 h 100"/>
              <a:gd name="GluePoint42X" fmla="*/ 20 w 41"/>
              <a:gd name="GluePoint42Y" fmla="*/ 40 h 100"/>
              <a:gd name="GluePoint43X" fmla="*/ 19 w 41"/>
              <a:gd name="GluePoint43Y" fmla="*/ 25 h 100"/>
              <a:gd name="GluePoint44X" fmla="*/ 17 w 41"/>
              <a:gd name="GluePoint44Y" fmla="*/ 24 h 100"/>
            </a:gdLst>
            <a:ahLst/>
            <a:cxnLst/>
            <a:rect l="textAreaLeft" t="textAreaTop" r="textAreaRight" b="textAreaBottom"/>
            <a:pathLst>
              <a:path w="41" h="100">
                <a:moveTo>
                  <a:pt x="17" y="24"/>
                </a:moveTo>
                <a:lnTo>
                  <a:pt x="16" y="24"/>
                </a:lnTo>
                <a:lnTo>
                  <a:pt x="14" y="26"/>
                </a:lnTo>
                <a:lnTo>
                  <a:pt x="13" y="28"/>
                </a:lnTo>
                <a:lnTo>
                  <a:pt x="12" y="28"/>
                </a:lnTo>
                <a:lnTo>
                  <a:pt x="10" y="30"/>
                </a:lnTo>
                <a:lnTo>
                  <a:pt x="9" y="30"/>
                </a:lnTo>
                <a:lnTo>
                  <a:pt x="7" y="29"/>
                </a:lnTo>
                <a:lnTo>
                  <a:pt x="5" y="28"/>
                </a:lnTo>
                <a:lnTo>
                  <a:pt x="3" y="28"/>
                </a:lnTo>
                <a:lnTo>
                  <a:pt x="1" y="27"/>
                </a:lnTo>
                <a:lnTo>
                  <a:pt x="1" y="26"/>
                </a:lnTo>
                <a:lnTo>
                  <a:pt x="0" y="26"/>
                </a:lnTo>
                <a:lnTo>
                  <a:pt x="0" y="24"/>
                </a:lnTo>
                <a:lnTo>
                  <a:pt x="0" y="24"/>
                </a:lnTo>
                <a:lnTo>
                  <a:pt x="0" y="22"/>
                </a:lnTo>
                <a:lnTo>
                  <a:pt x="1" y="20"/>
                </a:lnTo>
                <a:lnTo>
                  <a:pt x="2" y="19"/>
                </a:lnTo>
                <a:lnTo>
                  <a:pt x="5" y="16"/>
                </a:lnTo>
                <a:lnTo>
                  <a:pt x="8" y="14"/>
                </a:lnTo>
                <a:lnTo>
                  <a:pt x="10" y="12"/>
                </a:lnTo>
                <a:lnTo>
                  <a:pt x="16" y="8"/>
                </a:lnTo>
                <a:lnTo>
                  <a:pt x="18" y="6"/>
                </a:lnTo>
                <a:lnTo>
                  <a:pt x="21" y="4"/>
                </a:lnTo>
                <a:lnTo>
                  <a:pt x="25" y="1"/>
                </a:lnTo>
                <a:lnTo>
                  <a:pt x="27" y="0"/>
                </a:lnTo>
                <a:lnTo>
                  <a:pt x="29" y="0"/>
                </a:lnTo>
                <a:lnTo>
                  <a:pt x="29" y="0"/>
                </a:lnTo>
                <a:lnTo>
                  <a:pt x="29" y="0"/>
                </a:lnTo>
                <a:lnTo>
                  <a:pt x="30" y="0"/>
                </a:lnTo>
                <a:lnTo>
                  <a:pt x="30" y="0"/>
                </a:lnTo>
                <a:lnTo>
                  <a:pt x="31" y="2"/>
                </a:lnTo>
                <a:lnTo>
                  <a:pt x="33" y="4"/>
                </a:lnTo>
                <a:lnTo>
                  <a:pt x="34" y="5"/>
                </a:lnTo>
                <a:lnTo>
                  <a:pt x="35" y="6"/>
                </a:lnTo>
                <a:lnTo>
                  <a:pt x="35" y="8"/>
                </a:lnTo>
                <a:lnTo>
                  <a:pt x="35" y="8"/>
                </a:lnTo>
                <a:lnTo>
                  <a:pt x="35" y="12"/>
                </a:lnTo>
                <a:lnTo>
                  <a:pt x="33" y="16"/>
                </a:lnTo>
                <a:lnTo>
                  <a:pt x="33" y="21"/>
                </a:lnTo>
                <a:lnTo>
                  <a:pt x="32" y="24"/>
                </a:lnTo>
                <a:lnTo>
                  <a:pt x="32" y="30"/>
                </a:lnTo>
                <a:lnTo>
                  <a:pt x="31" y="36"/>
                </a:lnTo>
                <a:lnTo>
                  <a:pt x="31" y="43"/>
                </a:lnTo>
                <a:lnTo>
                  <a:pt x="31" y="44"/>
                </a:lnTo>
                <a:lnTo>
                  <a:pt x="31" y="45"/>
                </a:lnTo>
                <a:lnTo>
                  <a:pt x="33" y="46"/>
                </a:lnTo>
                <a:lnTo>
                  <a:pt x="33" y="46"/>
                </a:lnTo>
                <a:lnTo>
                  <a:pt x="34" y="47"/>
                </a:lnTo>
                <a:lnTo>
                  <a:pt x="35" y="48"/>
                </a:lnTo>
                <a:lnTo>
                  <a:pt x="35" y="48"/>
                </a:lnTo>
                <a:lnTo>
                  <a:pt x="33" y="51"/>
                </a:lnTo>
                <a:lnTo>
                  <a:pt x="32" y="53"/>
                </a:lnTo>
                <a:lnTo>
                  <a:pt x="31" y="54"/>
                </a:lnTo>
                <a:lnTo>
                  <a:pt x="31" y="56"/>
                </a:lnTo>
                <a:lnTo>
                  <a:pt x="31" y="56"/>
                </a:lnTo>
                <a:lnTo>
                  <a:pt x="32" y="57"/>
                </a:lnTo>
                <a:lnTo>
                  <a:pt x="33" y="57"/>
                </a:lnTo>
                <a:lnTo>
                  <a:pt x="34" y="58"/>
                </a:lnTo>
                <a:lnTo>
                  <a:pt x="35" y="58"/>
                </a:lnTo>
                <a:lnTo>
                  <a:pt x="36" y="57"/>
                </a:lnTo>
                <a:lnTo>
                  <a:pt x="37" y="56"/>
                </a:lnTo>
                <a:lnTo>
                  <a:pt x="37" y="54"/>
                </a:lnTo>
                <a:lnTo>
                  <a:pt x="39" y="49"/>
                </a:lnTo>
                <a:lnTo>
                  <a:pt x="41" y="47"/>
                </a:lnTo>
                <a:lnTo>
                  <a:pt x="41" y="48"/>
                </a:lnTo>
                <a:lnTo>
                  <a:pt x="40" y="54"/>
                </a:lnTo>
                <a:lnTo>
                  <a:pt x="38" y="61"/>
                </a:lnTo>
                <a:lnTo>
                  <a:pt x="35" y="72"/>
                </a:lnTo>
                <a:lnTo>
                  <a:pt x="33" y="79"/>
                </a:lnTo>
                <a:lnTo>
                  <a:pt x="32" y="84"/>
                </a:lnTo>
                <a:lnTo>
                  <a:pt x="30" y="88"/>
                </a:lnTo>
                <a:lnTo>
                  <a:pt x="29" y="92"/>
                </a:lnTo>
                <a:lnTo>
                  <a:pt x="27" y="94"/>
                </a:lnTo>
                <a:lnTo>
                  <a:pt x="25" y="96"/>
                </a:lnTo>
                <a:lnTo>
                  <a:pt x="24" y="98"/>
                </a:lnTo>
                <a:lnTo>
                  <a:pt x="22" y="99"/>
                </a:lnTo>
                <a:lnTo>
                  <a:pt x="21" y="100"/>
                </a:lnTo>
                <a:lnTo>
                  <a:pt x="20" y="100"/>
                </a:lnTo>
                <a:lnTo>
                  <a:pt x="18" y="100"/>
                </a:lnTo>
                <a:lnTo>
                  <a:pt x="17" y="100"/>
                </a:lnTo>
                <a:lnTo>
                  <a:pt x="16" y="100"/>
                </a:lnTo>
                <a:lnTo>
                  <a:pt x="15" y="98"/>
                </a:lnTo>
                <a:lnTo>
                  <a:pt x="15" y="97"/>
                </a:lnTo>
                <a:lnTo>
                  <a:pt x="15" y="96"/>
                </a:lnTo>
                <a:lnTo>
                  <a:pt x="16" y="92"/>
                </a:lnTo>
                <a:lnTo>
                  <a:pt x="16" y="89"/>
                </a:lnTo>
                <a:lnTo>
                  <a:pt x="17" y="87"/>
                </a:lnTo>
                <a:lnTo>
                  <a:pt x="17" y="84"/>
                </a:lnTo>
                <a:lnTo>
                  <a:pt x="18" y="82"/>
                </a:lnTo>
                <a:lnTo>
                  <a:pt x="19" y="79"/>
                </a:lnTo>
                <a:lnTo>
                  <a:pt x="20" y="76"/>
                </a:lnTo>
                <a:lnTo>
                  <a:pt x="21" y="74"/>
                </a:lnTo>
                <a:lnTo>
                  <a:pt x="21" y="72"/>
                </a:lnTo>
                <a:lnTo>
                  <a:pt x="21" y="69"/>
                </a:lnTo>
                <a:lnTo>
                  <a:pt x="20" y="68"/>
                </a:lnTo>
                <a:lnTo>
                  <a:pt x="20" y="67"/>
                </a:lnTo>
                <a:lnTo>
                  <a:pt x="19" y="65"/>
                </a:lnTo>
                <a:lnTo>
                  <a:pt x="18" y="65"/>
                </a:lnTo>
                <a:lnTo>
                  <a:pt x="16" y="66"/>
                </a:lnTo>
                <a:lnTo>
                  <a:pt x="13" y="68"/>
                </a:lnTo>
                <a:lnTo>
                  <a:pt x="9" y="69"/>
                </a:lnTo>
                <a:lnTo>
                  <a:pt x="6" y="70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9"/>
                </a:lnTo>
                <a:lnTo>
                  <a:pt x="5" y="68"/>
                </a:lnTo>
                <a:lnTo>
                  <a:pt x="5" y="66"/>
                </a:lnTo>
                <a:lnTo>
                  <a:pt x="5" y="63"/>
                </a:lnTo>
                <a:lnTo>
                  <a:pt x="5" y="61"/>
                </a:lnTo>
                <a:lnTo>
                  <a:pt x="6" y="61"/>
                </a:lnTo>
                <a:lnTo>
                  <a:pt x="6" y="61"/>
                </a:lnTo>
                <a:lnTo>
                  <a:pt x="7" y="61"/>
                </a:lnTo>
                <a:lnTo>
                  <a:pt x="7" y="61"/>
                </a:lnTo>
                <a:lnTo>
                  <a:pt x="8" y="60"/>
                </a:lnTo>
                <a:lnTo>
                  <a:pt x="9" y="59"/>
                </a:lnTo>
                <a:lnTo>
                  <a:pt x="14" y="55"/>
                </a:lnTo>
                <a:lnTo>
                  <a:pt x="16" y="54"/>
                </a:lnTo>
                <a:lnTo>
                  <a:pt x="17" y="54"/>
                </a:lnTo>
                <a:lnTo>
                  <a:pt x="18" y="52"/>
                </a:lnTo>
                <a:lnTo>
                  <a:pt x="20" y="52"/>
                </a:lnTo>
                <a:lnTo>
                  <a:pt x="20" y="50"/>
                </a:lnTo>
                <a:lnTo>
                  <a:pt x="21" y="48"/>
                </a:lnTo>
                <a:lnTo>
                  <a:pt x="21" y="46"/>
                </a:lnTo>
                <a:lnTo>
                  <a:pt x="20" y="40"/>
                </a:lnTo>
                <a:lnTo>
                  <a:pt x="20" y="34"/>
                </a:lnTo>
                <a:lnTo>
                  <a:pt x="20" y="28"/>
                </a:lnTo>
                <a:lnTo>
                  <a:pt x="19" y="25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371" name="işļîdé">
            <a:extLst>
              <a:ext uri="{FF2B5EF4-FFF2-40B4-BE49-F238E27FC236}">
                <a16:creationId xmlns:a16="http://schemas.microsoft.com/office/drawing/2014/main" id="{D48ABD32-7C64-4F35-ADAF-F45AC9515450}"/>
              </a:ext>
            </a:extLst>
          </p:cNvPr>
          <p:cNvSpPr>
            <a:spLocks noGrp="1"/>
          </p:cNvSpPr>
          <p:nvPr/>
        </p:nvSpPr>
        <p:spPr>
          <a:xfrm>
            <a:off x="1011960" y="551160"/>
            <a:ext cx="50400" cy="38160"/>
          </a:xfrm>
          <a:custGeom>
            <a:avLst/>
            <a:gdLst>
              <a:gd name="textAreaLeft" fmla="*/ 0 w 50400"/>
              <a:gd name="textAreaRight" fmla="*/ 50760 w 50400"/>
              <a:gd name="textAreaTop" fmla="*/ 0 h 38160"/>
              <a:gd name="textAreaBottom" fmla="*/ 38520 h 38160"/>
              <a:gd name="GluePoint1X" fmla="*/ 51 w 116"/>
              <a:gd name="GluePoint1Y" fmla="*/ 2 h 88"/>
              <a:gd name="GluePoint2X" fmla="*/ 53 w 116"/>
              <a:gd name="GluePoint2Y" fmla="*/ 0 h 88"/>
              <a:gd name="GluePoint3X" fmla="*/ 56 w 116"/>
              <a:gd name="GluePoint3Y" fmla="*/ 1 h 88"/>
              <a:gd name="GluePoint4X" fmla="*/ 62 w 116"/>
              <a:gd name="GluePoint4Y" fmla="*/ 3 h 88"/>
              <a:gd name="GluePoint5X" fmla="*/ 69 w 116"/>
              <a:gd name="GluePoint5Y" fmla="*/ 6 h 88"/>
              <a:gd name="GluePoint6X" fmla="*/ 88 w 116"/>
              <a:gd name="GluePoint6Y" fmla="*/ 10 h 88"/>
              <a:gd name="GluePoint7X" fmla="*/ 98 w 116"/>
              <a:gd name="GluePoint7Y" fmla="*/ 10 h 88"/>
              <a:gd name="GluePoint8X" fmla="*/ 107 w 116"/>
              <a:gd name="GluePoint8Y" fmla="*/ 11 h 88"/>
              <a:gd name="GluePoint9X" fmla="*/ 116 w 116"/>
              <a:gd name="GluePoint9Y" fmla="*/ 18 h 88"/>
              <a:gd name="GluePoint10X" fmla="*/ 115 w 116"/>
              <a:gd name="GluePoint10Y" fmla="*/ 22 h 88"/>
              <a:gd name="GluePoint11X" fmla="*/ 113 w 116"/>
              <a:gd name="GluePoint11Y" fmla="*/ 26 h 88"/>
              <a:gd name="GluePoint12X" fmla="*/ 95 w 116"/>
              <a:gd name="GluePoint12Y" fmla="*/ 39 h 88"/>
              <a:gd name="GluePoint13X" fmla="*/ 79 w 116"/>
              <a:gd name="GluePoint13Y" fmla="*/ 54 h 88"/>
              <a:gd name="GluePoint14X" fmla="*/ 75 w 116"/>
              <a:gd name="GluePoint14Y" fmla="*/ 60 h 88"/>
              <a:gd name="GluePoint15X" fmla="*/ 77 w 116"/>
              <a:gd name="GluePoint15Y" fmla="*/ 61 h 88"/>
              <a:gd name="GluePoint16X" fmla="*/ 87 w 116"/>
              <a:gd name="GluePoint16Y" fmla="*/ 58 h 88"/>
              <a:gd name="GluePoint17X" fmla="*/ 93 w 116"/>
              <a:gd name="GluePoint17Y" fmla="*/ 59 h 88"/>
              <a:gd name="GluePoint18X" fmla="*/ 96 w 116"/>
              <a:gd name="GluePoint18Y" fmla="*/ 63 h 88"/>
              <a:gd name="GluePoint19X" fmla="*/ 95 w 116"/>
              <a:gd name="GluePoint19Y" fmla="*/ 68 h 88"/>
              <a:gd name="GluePoint20X" fmla="*/ 92 w 116"/>
              <a:gd name="GluePoint20Y" fmla="*/ 70 h 88"/>
              <a:gd name="GluePoint21X" fmla="*/ 88 w 116"/>
              <a:gd name="GluePoint21Y" fmla="*/ 71 h 88"/>
              <a:gd name="GluePoint22X" fmla="*/ 80 w 116"/>
              <a:gd name="GluePoint22Y" fmla="*/ 70 h 88"/>
              <a:gd name="GluePoint23X" fmla="*/ 68 w 116"/>
              <a:gd name="GluePoint23Y" fmla="*/ 71 h 88"/>
              <a:gd name="GluePoint24X" fmla="*/ 43 w 116"/>
              <a:gd name="GluePoint24Y" fmla="*/ 78 h 88"/>
              <a:gd name="GluePoint25X" fmla="*/ 27 w 116"/>
              <a:gd name="GluePoint25Y" fmla="*/ 84 h 88"/>
              <a:gd name="GluePoint26X" fmla="*/ 21 w 116"/>
              <a:gd name="GluePoint26Y" fmla="*/ 87 h 88"/>
              <a:gd name="GluePoint27X" fmla="*/ 19 w 116"/>
              <a:gd name="GluePoint27Y" fmla="*/ 88 h 88"/>
              <a:gd name="GluePoint28X" fmla="*/ 11 w 116"/>
              <a:gd name="GluePoint28Y" fmla="*/ 84 h 88"/>
              <a:gd name="GluePoint29X" fmla="*/ 3 w 116"/>
              <a:gd name="GluePoint29Y" fmla="*/ 79 h 88"/>
              <a:gd name="GluePoint30X" fmla="*/ 1 w 116"/>
              <a:gd name="GluePoint30Y" fmla="*/ 74 h 88"/>
              <a:gd name="GluePoint31X" fmla="*/ 0 w 116"/>
              <a:gd name="GluePoint31Y" fmla="*/ 68 h 88"/>
              <a:gd name="GluePoint32X" fmla="*/ 2 w 116"/>
              <a:gd name="GluePoint32Y" fmla="*/ 66 h 88"/>
              <a:gd name="GluePoint33X" fmla="*/ 9 w 116"/>
              <a:gd name="GluePoint33Y" fmla="*/ 66 h 88"/>
              <a:gd name="GluePoint34X" fmla="*/ 18 w 116"/>
              <a:gd name="GluePoint34Y" fmla="*/ 67 h 88"/>
              <a:gd name="GluePoint35X" fmla="*/ 27 w 116"/>
              <a:gd name="GluePoint35Y" fmla="*/ 65 h 88"/>
              <a:gd name="GluePoint36X" fmla="*/ 45 w 116"/>
              <a:gd name="GluePoint36Y" fmla="*/ 61 h 88"/>
              <a:gd name="GluePoint37X" fmla="*/ 63 w 116"/>
              <a:gd name="GluePoint37Y" fmla="*/ 48 h 88"/>
              <a:gd name="GluePoint38X" fmla="*/ 83 w 116"/>
              <a:gd name="GluePoint38Y" fmla="*/ 30 h 88"/>
              <a:gd name="GluePoint39X" fmla="*/ 97 w 116"/>
              <a:gd name="GluePoint39Y" fmla="*/ 20 h 88"/>
              <a:gd name="GluePoint40X" fmla="*/ 98 w 116"/>
              <a:gd name="GluePoint40Y" fmla="*/ 18 h 88"/>
              <a:gd name="GluePoint41X" fmla="*/ 92 w 116"/>
              <a:gd name="GluePoint41Y" fmla="*/ 17 h 88"/>
              <a:gd name="GluePoint42X" fmla="*/ 77 w 116"/>
              <a:gd name="GluePoint42Y" fmla="*/ 21 h 88"/>
              <a:gd name="GluePoint43X" fmla="*/ 68 w 116"/>
              <a:gd name="GluePoint43Y" fmla="*/ 25 h 88"/>
              <a:gd name="GluePoint44X" fmla="*/ 63 w 116"/>
              <a:gd name="GluePoint44Y" fmla="*/ 25 h 88"/>
              <a:gd name="GluePoint45X" fmla="*/ 58 w 116"/>
              <a:gd name="GluePoint45Y" fmla="*/ 22 h 88"/>
              <a:gd name="GluePoint46X" fmla="*/ 54 w 116"/>
              <a:gd name="GluePoint46Y" fmla="*/ 16 h 88"/>
              <a:gd name="GluePoint47X" fmla="*/ 51 w 116"/>
              <a:gd name="GluePoint47Y" fmla="*/ 8 h 88"/>
            </a:gdLst>
            <a:ahLst/>
            <a:cxnLst/>
            <a:rect l="textAreaLeft" t="textAreaTop" r="textAreaRight" b="textAreaBottom"/>
            <a:pathLst>
              <a:path w="116" h="88">
                <a:moveTo>
                  <a:pt x="51" y="5"/>
                </a:moveTo>
                <a:lnTo>
                  <a:pt x="51" y="3"/>
                </a:lnTo>
                <a:lnTo>
                  <a:pt x="51" y="2"/>
                </a:lnTo>
                <a:lnTo>
                  <a:pt x="51" y="2"/>
                </a:lnTo>
                <a:lnTo>
                  <a:pt x="51" y="1"/>
                </a:lnTo>
                <a:lnTo>
                  <a:pt x="53" y="0"/>
                </a:lnTo>
                <a:lnTo>
                  <a:pt x="54" y="0"/>
                </a:lnTo>
                <a:lnTo>
                  <a:pt x="55" y="0"/>
                </a:lnTo>
                <a:lnTo>
                  <a:pt x="56" y="1"/>
                </a:lnTo>
                <a:lnTo>
                  <a:pt x="58" y="1"/>
                </a:lnTo>
                <a:lnTo>
                  <a:pt x="59" y="2"/>
                </a:lnTo>
                <a:lnTo>
                  <a:pt x="62" y="3"/>
                </a:lnTo>
                <a:lnTo>
                  <a:pt x="64" y="5"/>
                </a:lnTo>
                <a:lnTo>
                  <a:pt x="67" y="6"/>
                </a:lnTo>
                <a:lnTo>
                  <a:pt x="69" y="6"/>
                </a:lnTo>
                <a:lnTo>
                  <a:pt x="75" y="8"/>
                </a:lnTo>
                <a:lnTo>
                  <a:pt x="83" y="10"/>
                </a:lnTo>
                <a:lnTo>
                  <a:pt x="88" y="10"/>
                </a:lnTo>
                <a:lnTo>
                  <a:pt x="92" y="10"/>
                </a:lnTo>
                <a:lnTo>
                  <a:pt x="95" y="10"/>
                </a:lnTo>
                <a:lnTo>
                  <a:pt x="98" y="10"/>
                </a:lnTo>
                <a:lnTo>
                  <a:pt x="101" y="10"/>
                </a:lnTo>
                <a:lnTo>
                  <a:pt x="103" y="10"/>
                </a:lnTo>
                <a:lnTo>
                  <a:pt x="107" y="11"/>
                </a:lnTo>
                <a:lnTo>
                  <a:pt x="111" y="14"/>
                </a:lnTo>
                <a:lnTo>
                  <a:pt x="115" y="17"/>
                </a:lnTo>
                <a:lnTo>
                  <a:pt x="116" y="18"/>
                </a:lnTo>
                <a:lnTo>
                  <a:pt x="115" y="19"/>
                </a:lnTo>
                <a:lnTo>
                  <a:pt x="115" y="22"/>
                </a:lnTo>
                <a:lnTo>
                  <a:pt x="115" y="22"/>
                </a:lnTo>
                <a:lnTo>
                  <a:pt x="115" y="24"/>
                </a:lnTo>
                <a:lnTo>
                  <a:pt x="114" y="26"/>
                </a:lnTo>
                <a:lnTo>
                  <a:pt x="113" y="26"/>
                </a:lnTo>
                <a:lnTo>
                  <a:pt x="109" y="29"/>
                </a:lnTo>
                <a:lnTo>
                  <a:pt x="103" y="34"/>
                </a:lnTo>
                <a:lnTo>
                  <a:pt x="95" y="39"/>
                </a:lnTo>
                <a:lnTo>
                  <a:pt x="87" y="46"/>
                </a:lnTo>
                <a:lnTo>
                  <a:pt x="83" y="50"/>
                </a:lnTo>
                <a:lnTo>
                  <a:pt x="79" y="54"/>
                </a:lnTo>
                <a:lnTo>
                  <a:pt x="77" y="57"/>
                </a:lnTo>
                <a:lnTo>
                  <a:pt x="75" y="58"/>
                </a:lnTo>
                <a:lnTo>
                  <a:pt x="75" y="60"/>
                </a:lnTo>
                <a:lnTo>
                  <a:pt x="75" y="61"/>
                </a:lnTo>
                <a:lnTo>
                  <a:pt x="75" y="61"/>
                </a:lnTo>
                <a:lnTo>
                  <a:pt x="77" y="61"/>
                </a:lnTo>
                <a:lnTo>
                  <a:pt x="80" y="61"/>
                </a:lnTo>
                <a:lnTo>
                  <a:pt x="85" y="59"/>
                </a:lnTo>
                <a:lnTo>
                  <a:pt x="87" y="58"/>
                </a:lnTo>
                <a:lnTo>
                  <a:pt x="88" y="57"/>
                </a:lnTo>
                <a:lnTo>
                  <a:pt x="91" y="58"/>
                </a:lnTo>
                <a:lnTo>
                  <a:pt x="93" y="59"/>
                </a:lnTo>
                <a:lnTo>
                  <a:pt x="95" y="61"/>
                </a:lnTo>
                <a:lnTo>
                  <a:pt x="96" y="62"/>
                </a:lnTo>
                <a:lnTo>
                  <a:pt x="96" y="63"/>
                </a:lnTo>
                <a:lnTo>
                  <a:pt x="96" y="65"/>
                </a:lnTo>
                <a:lnTo>
                  <a:pt x="96" y="66"/>
                </a:lnTo>
                <a:lnTo>
                  <a:pt x="95" y="68"/>
                </a:lnTo>
                <a:lnTo>
                  <a:pt x="95" y="69"/>
                </a:lnTo>
                <a:lnTo>
                  <a:pt x="93" y="70"/>
                </a:lnTo>
                <a:lnTo>
                  <a:pt x="92" y="70"/>
                </a:lnTo>
                <a:lnTo>
                  <a:pt x="91" y="70"/>
                </a:lnTo>
                <a:lnTo>
                  <a:pt x="90" y="71"/>
                </a:lnTo>
                <a:lnTo>
                  <a:pt x="88" y="71"/>
                </a:lnTo>
                <a:lnTo>
                  <a:pt x="87" y="71"/>
                </a:lnTo>
                <a:lnTo>
                  <a:pt x="85" y="71"/>
                </a:lnTo>
                <a:lnTo>
                  <a:pt x="80" y="70"/>
                </a:lnTo>
                <a:lnTo>
                  <a:pt x="76" y="70"/>
                </a:lnTo>
                <a:lnTo>
                  <a:pt x="72" y="71"/>
                </a:lnTo>
                <a:lnTo>
                  <a:pt x="68" y="71"/>
                </a:lnTo>
                <a:lnTo>
                  <a:pt x="60" y="73"/>
                </a:lnTo>
                <a:lnTo>
                  <a:pt x="52" y="75"/>
                </a:lnTo>
                <a:lnTo>
                  <a:pt x="43" y="78"/>
                </a:lnTo>
                <a:lnTo>
                  <a:pt x="35" y="81"/>
                </a:lnTo>
                <a:lnTo>
                  <a:pt x="31" y="82"/>
                </a:lnTo>
                <a:lnTo>
                  <a:pt x="27" y="84"/>
                </a:lnTo>
                <a:lnTo>
                  <a:pt x="24" y="85"/>
                </a:lnTo>
                <a:lnTo>
                  <a:pt x="22" y="86"/>
                </a:lnTo>
                <a:lnTo>
                  <a:pt x="21" y="87"/>
                </a:lnTo>
                <a:lnTo>
                  <a:pt x="20" y="87"/>
                </a:lnTo>
                <a:lnTo>
                  <a:pt x="19" y="88"/>
                </a:lnTo>
                <a:lnTo>
                  <a:pt x="19" y="88"/>
                </a:lnTo>
                <a:lnTo>
                  <a:pt x="16" y="87"/>
                </a:lnTo>
                <a:lnTo>
                  <a:pt x="15" y="86"/>
                </a:lnTo>
                <a:lnTo>
                  <a:pt x="11" y="84"/>
                </a:lnTo>
                <a:lnTo>
                  <a:pt x="7" y="82"/>
                </a:lnTo>
                <a:lnTo>
                  <a:pt x="5" y="81"/>
                </a:lnTo>
                <a:lnTo>
                  <a:pt x="3" y="79"/>
                </a:lnTo>
                <a:lnTo>
                  <a:pt x="2" y="78"/>
                </a:lnTo>
                <a:lnTo>
                  <a:pt x="1" y="75"/>
                </a:lnTo>
                <a:lnTo>
                  <a:pt x="1" y="74"/>
                </a:lnTo>
                <a:lnTo>
                  <a:pt x="0" y="72"/>
                </a:lnTo>
                <a:lnTo>
                  <a:pt x="0" y="70"/>
                </a:lnTo>
                <a:lnTo>
                  <a:pt x="0" y="68"/>
                </a:lnTo>
                <a:lnTo>
                  <a:pt x="1" y="67"/>
                </a:lnTo>
                <a:lnTo>
                  <a:pt x="2" y="66"/>
                </a:lnTo>
                <a:lnTo>
                  <a:pt x="2" y="66"/>
                </a:lnTo>
                <a:lnTo>
                  <a:pt x="3" y="65"/>
                </a:lnTo>
                <a:lnTo>
                  <a:pt x="7" y="65"/>
                </a:lnTo>
                <a:lnTo>
                  <a:pt x="9" y="66"/>
                </a:lnTo>
                <a:lnTo>
                  <a:pt x="11" y="66"/>
                </a:lnTo>
                <a:lnTo>
                  <a:pt x="15" y="66"/>
                </a:lnTo>
                <a:lnTo>
                  <a:pt x="18" y="67"/>
                </a:lnTo>
                <a:lnTo>
                  <a:pt x="19" y="67"/>
                </a:lnTo>
                <a:lnTo>
                  <a:pt x="22" y="66"/>
                </a:lnTo>
                <a:lnTo>
                  <a:pt x="27" y="65"/>
                </a:lnTo>
                <a:lnTo>
                  <a:pt x="34" y="63"/>
                </a:lnTo>
                <a:lnTo>
                  <a:pt x="40" y="62"/>
                </a:lnTo>
                <a:lnTo>
                  <a:pt x="45" y="61"/>
                </a:lnTo>
                <a:lnTo>
                  <a:pt x="48" y="60"/>
                </a:lnTo>
                <a:lnTo>
                  <a:pt x="54" y="56"/>
                </a:lnTo>
                <a:lnTo>
                  <a:pt x="63" y="48"/>
                </a:lnTo>
                <a:lnTo>
                  <a:pt x="72" y="40"/>
                </a:lnTo>
                <a:lnTo>
                  <a:pt x="78" y="34"/>
                </a:lnTo>
                <a:lnTo>
                  <a:pt x="83" y="30"/>
                </a:lnTo>
                <a:lnTo>
                  <a:pt x="91" y="25"/>
                </a:lnTo>
                <a:lnTo>
                  <a:pt x="95" y="22"/>
                </a:lnTo>
                <a:lnTo>
                  <a:pt x="97" y="20"/>
                </a:lnTo>
                <a:lnTo>
                  <a:pt x="98" y="18"/>
                </a:lnTo>
                <a:lnTo>
                  <a:pt x="98" y="18"/>
                </a:lnTo>
                <a:lnTo>
                  <a:pt x="98" y="18"/>
                </a:lnTo>
                <a:lnTo>
                  <a:pt x="98" y="17"/>
                </a:lnTo>
                <a:lnTo>
                  <a:pt x="95" y="17"/>
                </a:lnTo>
                <a:lnTo>
                  <a:pt x="92" y="17"/>
                </a:lnTo>
                <a:lnTo>
                  <a:pt x="89" y="18"/>
                </a:lnTo>
                <a:lnTo>
                  <a:pt x="85" y="18"/>
                </a:lnTo>
                <a:lnTo>
                  <a:pt x="77" y="21"/>
                </a:lnTo>
                <a:lnTo>
                  <a:pt x="71" y="22"/>
                </a:lnTo>
                <a:lnTo>
                  <a:pt x="70" y="23"/>
                </a:lnTo>
                <a:lnTo>
                  <a:pt x="68" y="25"/>
                </a:lnTo>
                <a:lnTo>
                  <a:pt x="67" y="25"/>
                </a:lnTo>
                <a:lnTo>
                  <a:pt x="65" y="25"/>
                </a:lnTo>
                <a:lnTo>
                  <a:pt x="63" y="25"/>
                </a:lnTo>
                <a:lnTo>
                  <a:pt x="61" y="24"/>
                </a:lnTo>
                <a:lnTo>
                  <a:pt x="59" y="23"/>
                </a:lnTo>
                <a:lnTo>
                  <a:pt x="58" y="22"/>
                </a:lnTo>
                <a:lnTo>
                  <a:pt x="56" y="21"/>
                </a:lnTo>
                <a:lnTo>
                  <a:pt x="55" y="18"/>
                </a:lnTo>
                <a:lnTo>
                  <a:pt x="54" y="16"/>
                </a:lnTo>
                <a:lnTo>
                  <a:pt x="52" y="12"/>
                </a:lnTo>
                <a:lnTo>
                  <a:pt x="51" y="10"/>
                </a:lnTo>
                <a:lnTo>
                  <a:pt x="51" y="8"/>
                </a:lnTo>
                <a:lnTo>
                  <a:pt x="51" y="6"/>
                </a:lnTo>
                <a:lnTo>
                  <a:pt x="51" y="5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ctr">
            <a:noAutofit/>
          </a:bodyPr>
          <a:lstStyle/>
          <a:p>
            <a:endParaRPr/>
          </a:p>
        </p:txBody>
      </p:sp>
      <p:sp>
        <p:nvSpPr>
          <p:cNvPr id="372" name="ísļidê">
            <a:extLst>
              <a:ext uri="{FF2B5EF4-FFF2-40B4-BE49-F238E27FC236}">
                <a16:creationId xmlns:a16="http://schemas.microsoft.com/office/drawing/2014/main" id="{0B1BC9A5-0AE2-4F85-A0F9-43B15E762DE1}"/>
              </a:ext>
            </a:extLst>
          </p:cNvPr>
          <p:cNvSpPr>
            <a:spLocks noGrp="1"/>
          </p:cNvSpPr>
          <p:nvPr/>
        </p:nvSpPr>
        <p:spPr>
          <a:xfrm>
            <a:off x="1117440" y="623880"/>
            <a:ext cx="11160" cy="22680"/>
          </a:xfrm>
          <a:custGeom>
            <a:avLst/>
            <a:gdLst>
              <a:gd name="textAreaLeft" fmla="*/ 0 w 11160"/>
              <a:gd name="textAreaRight" fmla="*/ 11520 w 11160"/>
              <a:gd name="textAreaTop" fmla="*/ 0 h 22680"/>
              <a:gd name="textAreaBottom" fmla="*/ 23040 h 22680"/>
              <a:gd name="GluePoint1X" fmla="*/ 16 w 26"/>
              <a:gd name="GluePoint1Y" fmla="*/ 0 h 53"/>
              <a:gd name="GluePoint2X" fmla="*/ 15 w 26"/>
              <a:gd name="GluePoint2Y" fmla="*/ 3 h 53"/>
              <a:gd name="GluePoint3X" fmla="*/ 14 w 26"/>
              <a:gd name="GluePoint3Y" fmla="*/ 9 h 53"/>
              <a:gd name="GluePoint4X" fmla="*/ 14 w 26"/>
              <a:gd name="GluePoint4Y" fmla="*/ 15 h 53"/>
              <a:gd name="GluePoint5X" fmla="*/ 14 w 26"/>
              <a:gd name="GluePoint5Y" fmla="*/ 20 h 53"/>
              <a:gd name="GluePoint6X" fmla="*/ 16 w 26"/>
              <a:gd name="GluePoint6Y" fmla="*/ 28 h 53"/>
              <a:gd name="GluePoint7X" fmla="*/ 17 w 26"/>
              <a:gd name="GluePoint7Y" fmla="*/ 32 h 53"/>
              <a:gd name="GluePoint8X" fmla="*/ 18 w 26"/>
              <a:gd name="GluePoint8Y" fmla="*/ 37 h 53"/>
              <a:gd name="GluePoint9X" fmla="*/ 20 w 26"/>
              <a:gd name="GluePoint9Y" fmla="*/ 41 h 53"/>
              <a:gd name="GluePoint10X" fmla="*/ 22 w 26"/>
              <a:gd name="GluePoint10Y" fmla="*/ 45 h 53"/>
              <a:gd name="GluePoint11X" fmla="*/ 24 w 26"/>
              <a:gd name="GluePoint11Y" fmla="*/ 48 h 53"/>
              <a:gd name="GluePoint12X" fmla="*/ 25 w 26"/>
              <a:gd name="GluePoint12Y" fmla="*/ 50 h 53"/>
              <a:gd name="GluePoint13X" fmla="*/ 26 w 26"/>
              <a:gd name="GluePoint13Y" fmla="*/ 52 h 53"/>
              <a:gd name="GluePoint14X" fmla="*/ 25 w 26"/>
              <a:gd name="GluePoint14Y" fmla="*/ 52 h 53"/>
              <a:gd name="GluePoint15X" fmla="*/ 25 w 26"/>
              <a:gd name="GluePoint15Y" fmla="*/ 53 h 53"/>
              <a:gd name="GluePoint16X" fmla="*/ 23 w 26"/>
              <a:gd name="GluePoint16Y" fmla="*/ 53 h 53"/>
              <a:gd name="GluePoint17X" fmla="*/ 22 w 26"/>
              <a:gd name="GluePoint17Y" fmla="*/ 52 h 53"/>
              <a:gd name="GluePoint18X" fmla="*/ 17 w 26"/>
              <a:gd name="GluePoint18Y" fmla="*/ 48 h 53"/>
              <a:gd name="GluePoint19X" fmla="*/ 12 w 26"/>
              <a:gd name="GluePoint19Y" fmla="*/ 44 h 53"/>
              <a:gd name="GluePoint20X" fmla="*/ 9 w 26"/>
              <a:gd name="GluePoint20Y" fmla="*/ 42 h 53"/>
              <a:gd name="GluePoint21X" fmla="*/ 6 w 26"/>
              <a:gd name="GluePoint21Y" fmla="*/ 40 h 53"/>
              <a:gd name="GluePoint22X" fmla="*/ 3 w 26"/>
              <a:gd name="GluePoint22Y" fmla="*/ 40 h 53"/>
              <a:gd name="GluePoint23X" fmla="*/ 2 w 26"/>
              <a:gd name="GluePoint23Y" fmla="*/ 38 h 53"/>
              <a:gd name="GluePoint24X" fmla="*/ 1 w 26"/>
              <a:gd name="GluePoint24Y" fmla="*/ 37 h 53"/>
              <a:gd name="GluePoint25X" fmla="*/ 0 w 26"/>
              <a:gd name="GluePoint25Y" fmla="*/ 36 h 53"/>
              <a:gd name="GluePoint26X" fmla="*/ 0 w 26"/>
              <a:gd name="GluePoint26Y" fmla="*/ 36 h 53"/>
              <a:gd name="GluePoint27X" fmla="*/ 0 w 26"/>
              <a:gd name="GluePoint27Y" fmla="*/ 34 h 53"/>
              <a:gd name="GluePoint28X" fmla="*/ 0 w 26"/>
              <a:gd name="GluePoint28Y" fmla="*/ 30 h 53"/>
              <a:gd name="GluePoint29X" fmla="*/ 0 w 26"/>
              <a:gd name="GluePoint29Y" fmla="*/ 24 h 53"/>
              <a:gd name="GluePoint30X" fmla="*/ 1 w 26"/>
              <a:gd name="GluePoint30Y" fmla="*/ 21 h 53"/>
              <a:gd name="GluePoint31X" fmla="*/ 2 w 26"/>
              <a:gd name="GluePoint31Y" fmla="*/ 19 h 53"/>
              <a:gd name="GluePoint32X" fmla="*/ 2 w 26"/>
              <a:gd name="GluePoint32Y" fmla="*/ 16 h 53"/>
              <a:gd name="GluePoint33X" fmla="*/ 3 w 26"/>
              <a:gd name="GluePoint33Y" fmla="*/ 15 h 53"/>
              <a:gd name="GluePoint34X" fmla="*/ 4 w 26"/>
              <a:gd name="GluePoint34Y" fmla="*/ 12 h 53"/>
              <a:gd name="GluePoint35X" fmla="*/ 5 w 26"/>
              <a:gd name="GluePoint35Y" fmla="*/ 9 h 53"/>
              <a:gd name="GluePoint36X" fmla="*/ 5 w 26"/>
              <a:gd name="GluePoint36Y" fmla="*/ 6 h 53"/>
              <a:gd name="GluePoint37X" fmla="*/ 6 w 26"/>
              <a:gd name="GluePoint37Y" fmla="*/ 4 h 53"/>
              <a:gd name="GluePoint38X" fmla="*/ 6 w 26"/>
              <a:gd name="GluePoint38Y" fmla="*/ 3 h 53"/>
              <a:gd name="GluePoint39X" fmla="*/ 6 w 26"/>
              <a:gd name="GluePoint39Y" fmla="*/ 2 h 53"/>
              <a:gd name="GluePoint40X" fmla="*/ 7 w 26"/>
              <a:gd name="GluePoint40Y" fmla="*/ 1 h 53"/>
              <a:gd name="GluePoint41X" fmla="*/ 8 w 26"/>
              <a:gd name="GluePoint41Y" fmla="*/ 0 h 53"/>
              <a:gd name="GluePoint42X" fmla="*/ 13 w 26"/>
              <a:gd name="GluePoint42Y" fmla="*/ 0 h 53"/>
              <a:gd name="GluePoint43X" fmla="*/ 16 w 26"/>
              <a:gd name="GluePoint43Y" fmla="*/ 0 h 53"/>
            </a:gdLst>
            <a:ahLst/>
            <a:cxnLst/>
            <a:rect l="textAreaLeft" t="textAreaTop" r="textAreaRight" b="textAreaBottom"/>
            <a:pathLst>
              <a:path w="26" h="53">
                <a:moveTo>
                  <a:pt x="16" y="0"/>
                </a:moveTo>
                <a:lnTo>
                  <a:pt x="15" y="3"/>
                </a:lnTo>
                <a:lnTo>
                  <a:pt x="14" y="9"/>
                </a:lnTo>
                <a:lnTo>
                  <a:pt x="14" y="15"/>
                </a:lnTo>
                <a:lnTo>
                  <a:pt x="14" y="20"/>
                </a:lnTo>
                <a:lnTo>
                  <a:pt x="16" y="28"/>
                </a:lnTo>
                <a:lnTo>
                  <a:pt x="17" y="32"/>
                </a:lnTo>
                <a:lnTo>
                  <a:pt x="18" y="37"/>
                </a:lnTo>
                <a:lnTo>
                  <a:pt x="20" y="41"/>
                </a:lnTo>
                <a:lnTo>
                  <a:pt x="22" y="45"/>
                </a:lnTo>
                <a:lnTo>
                  <a:pt x="24" y="48"/>
                </a:lnTo>
                <a:lnTo>
                  <a:pt x="25" y="50"/>
                </a:lnTo>
                <a:lnTo>
                  <a:pt x="26" y="52"/>
                </a:lnTo>
                <a:lnTo>
                  <a:pt x="25" y="52"/>
                </a:lnTo>
                <a:lnTo>
                  <a:pt x="25" y="53"/>
                </a:lnTo>
                <a:lnTo>
                  <a:pt x="23" y="53"/>
                </a:lnTo>
                <a:lnTo>
                  <a:pt x="22" y="52"/>
                </a:lnTo>
                <a:lnTo>
                  <a:pt x="17" y="48"/>
                </a:lnTo>
                <a:lnTo>
                  <a:pt x="12" y="44"/>
                </a:lnTo>
                <a:lnTo>
                  <a:pt x="9" y="42"/>
                </a:lnTo>
                <a:lnTo>
                  <a:pt x="6" y="40"/>
                </a:lnTo>
                <a:lnTo>
                  <a:pt x="3" y="40"/>
                </a:lnTo>
                <a:lnTo>
                  <a:pt x="2" y="38"/>
                </a:lnTo>
                <a:lnTo>
                  <a:pt x="1" y="37"/>
                </a:lnTo>
                <a:lnTo>
                  <a:pt x="0" y="36"/>
                </a:lnTo>
                <a:lnTo>
                  <a:pt x="0" y="36"/>
                </a:lnTo>
                <a:lnTo>
                  <a:pt x="0" y="34"/>
                </a:lnTo>
                <a:lnTo>
                  <a:pt x="0" y="30"/>
                </a:lnTo>
                <a:lnTo>
                  <a:pt x="0" y="24"/>
                </a:lnTo>
                <a:lnTo>
                  <a:pt x="1" y="21"/>
                </a:lnTo>
                <a:lnTo>
                  <a:pt x="2" y="19"/>
                </a:lnTo>
                <a:lnTo>
                  <a:pt x="2" y="16"/>
                </a:lnTo>
                <a:lnTo>
                  <a:pt x="3" y="15"/>
                </a:lnTo>
                <a:lnTo>
                  <a:pt x="4" y="12"/>
                </a:lnTo>
                <a:lnTo>
                  <a:pt x="5" y="9"/>
                </a:lnTo>
                <a:lnTo>
                  <a:pt x="5" y="6"/>
                </a:lnTo>
                <a:lnTo>
                  <a:pt x="6" y="4"/>
                </a:lnTo>
                <a:lnTo>
                  <a:pt x="6" y="3"/>
                </a:lnTo>
                <a:lnTo>
                  <a:pt x="6" y="2"/>
                </a:lnTo>
                <a:lnTo>
                  <a:pt x="7" y="1"/>
                </a:lnTo>
                <a:lnTo>
                  <a:pt x="8" y="0"/>
                </a:lnTo>
                <a:lnTo>
                  <a:pt x="13" y="0"/>
                </a:lnTo>
                <a:lnTo>
                  <a:pt x="16" y="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endParaRPr/>
          </a:p>
        </p:txBody>
      </p:sp>
      <p:sp>
        <p:nvSpPr>
          <p:cNvPr id="373" name="işľíḋe">
            <a:extLst>
              <a:ext uri="{FF2B5EF4-FFF2-40B4-BE49-F238E27FC236}">
                <a16:creationId xmlns:a16="http://schemas.microsoft.com/office/drawing/2014/main" id="{C84C682F-8681-4640-9C68-C344484E2298}"/>
              </a:ext>
            </a:extLst>
          </p:cNvPr>
          <p:cNvSpPr>
            <a:spLocks noGrp="1"/>
          </p:cNvSpPr>
          <p:nvPr/>
        </p:nvSpPr>
        <p:spPr>
          <a:xfrm>
            <a:off x="1079280" y="598320"/>
            <a:ext cx="60480" cy="30240"/>
          </a:xfrm>
          <a:custGeom>
            <a:avLst/>
            <a:gdLst>
              <a:gd name="textAreaLeft" fmla="*/ 0 w 60480"/>
              <a:gd name="textAreaRight" fmla="*/ 60840 w 60480"/>
              <a:gd name="textAreaTop" fmla="*/ 0 h 30240"/>
              <a:gd name="textAreaBottom" fmla="*/ 30600 h 30240"/>
              <a:gd name="GluePoint1X" fmla="*/ 121 w 139"/>
              <a:gd name="GluePoint1Y" fmla="*/ 7 h 70"/>
              <a:gd name="GluePoint2X" fmla="*/ 121 w 139"/>
              <a:gd name="GluePoint2Y" fmla="*/ 4 h 70"/>
              <a:gd name="GluePoint3X" fmla="*/ 124 w 139"/>
              <a:gd name="GluePoint3Y" fmla="*/ 2 h 70"/>
              <a:gd name="GluePoint4X" fmla="*/ 130 w 139"/>
              <a:gd name="GluePoint4Y" fmla="*/ 0 h 70"/>
              <a:gd name="GluePoint5X" fmla="*/ 134 w 139"/>
              <a:gd name="GluePoint5Y" fmla="*/ 4 h 70"/>
              <a:gd name="GluePoint6X" fmla="*/ 139 w 139"/>
              <a:gd name="GluePoint6Y" fmla="*/ 12 h 70"/>
              <a:gd name="GluePoint7X" fmla="*/ 137 w 139"/>
              <a:gd name="GluePoint7Y" fmla="*/ 18 h 70"/>
              <a:gd name="GluePoint8X" fmla="*/ 125 w 139"/>
              <a:gd name="GluePoint8Y" fmla="*/ 31 h 70"/>
              <a:gd name="GluePoint9X" fmla="*/ 122 w 139"/>
              <a:gd name="GluePoint9Y" fmla="*/ 37 h 70"/>
              <a:gd name="GluePoint10X" fmla="*/ 124 w 139"/>
              <a:gd name="GluePoint10Y" fmla="*/ 38 h 70"/>
              <a:gd name="GluePoint11X" fmla="*/ 124 w 139"/>
              <a:gd name="GluePoint11Y" fmla="*/ 37 h 70"/>
              <a:gd name="GluePoint12X" fmla="*/ 129 w 139"/>
              <a:gd name="GluePoint12Y" fmla="*/ 37 h 70"/>
              <a:gd name="GluePoint13X" fmla="*/ 133 w 139"/>
              <a:gd name="GluePoint13Y" fmla="*/ 38 h 70"/>
              <a:gd name="GluePoint14X" fmla="*/ 135 w 139"/>
              <a:gd name="GluePoint14Y" fmla="*/ 41 h 70"/>
              <a:gd name="GluePoint15X" fmla="*/ 133 w 139"/>
              <a:gd name="GluePoint15Y" fmla="*/ 46 h 70"/>
              <a:gd name="GluePoint16X" fmla="*/ 129 w 139"/>
              <a:gd name="GluePoint16Y" fmla="*/ 50 h 70"/>
              <a:gd name="GluePoint17X" fmla="*/ 127 w 139"/>
              <a:gd name="GluePoint17Y" fmla="*/ 50 h 70"/>
              <a:gd name="GluePoint18X" fmla="*/ 119 w 139"/>
              <a:gd name="GluePoint18Y" fmla="*/ 45 h 70"/>
              <a:gd name="GluePoint19X" fmla="*/ 113 w 139"/>
              <a:gd name="GluePoint19Y" fmla="*/ 45 h 70"/>
              <a:gd name="GluePoint20X" fmla="*/ 99 w 139"/>
              <a:gd name="GluePoint20Y" fmla="*/ 53 h 70"/>
              <a:gd name="GluePoint21X" fmla="*/ 84 w 139"/>
              <a:gd name="GluePoint21Y" fmla="*/ 61 h 70"/>
              <a:gd name="GluePoint22X" fmla="*/ 70 w 139"/>
              <a:gd name="GluePoint22Y" fmla="*/ 66 h 70"/>
              <a:gd name="GluePoint23X" fmla="*/ 47 w 139"/>
              <a:gd name="GluePoint23Y" fmla="*/ 69 h 70"/>
              <a:gd name="GluePoint24X" fmla="*/ 31 w 139"/>
              <a:gd name="GluePoint24Y" fmla="*/ 69 h 70"/>
              <a:gd name="GluePoint25X" fmla="*/ 14 w 139"/>
              <a:gd name="GluePoint25Y" fmla="*/ 69 h 70"/>
              <a:gd name="GluePoint26X" fmla="*/ 0 w 139"/>
              <a:gd name="GluePoint26Y" fmla="*/ 67 h 70"/>
              <a:gd name="GluePoint27X" fmla="*/ 0 w 139"/>
              <a:gd name="GluePoint27Y" fmla="*/ 66 h 70"/>
              <a:gd name="GluePoint28X" fmla="*/ 4 w 139"/>
              <a:gd name="GluePoint28Y" fmla="*/ 64 h 70"/>
              <a:gd name="GluePoint29X" fmla="*/ 16 w 139"/>
              <a:gd name="GluePoint29Y" fmla="*/ 62 h 70"/>
              <a:gd name="GluePoint30X" fmla="*/ 37 w 139"/>
              <a:gd name="GluePoint30Y" fmla="*/ 59 h 70"/>
              <a:gd name="GluePoint31X" fmla="*/ 49 w 139"/>
              <a:gd name="GluePoint31Y" fmla="*/ 58 h 70"/>
              <a:gd name="GluePoint32X" fmla="*/ 65 w 139"/>
              <a:gd name="GluePoint32Y" fmla="*/ 54 h 70"/>
              <a:gd name="GluePoint33X" fmla="*/ 83 w 139"/>
              <a:gd name="GluePoint33Y" fmla="*/ 49 h 70"/>
              <a:gd name="GluePoint34X" fmla="*/ 87 w 139"/>
              <a:gd name="GluePoint34Y" fmla="*/ 47 h 70"/>
              <a:gd name="GluePoint35X" fmla="*/ 89 w 139"/>
              <a:gd name="GluePoint35Y" fmla="*/ 43 h 70"/>
              <a:gd name="GluePoint36X" fmla="*/ 87 w 139"/>
              <a:gd name="GluePoint36Y" fmla="*/ 42 h 70"/>
              <a:gd name="GluePoint37X" fmla="*/ 75 w 139"/>
              <a:gd name="GluePoint37Y" fmla="*/ 43 h 70"/>
              <a:gd name="GluePoint38X" fmla="*/ 68 w 139"/>
              <a:gd name="GluePoint38Y" fmla="*/ 40 h 70"/>
              <a:gd name="GluePoint39X" fmla="*/ 65 w 139"/>
              <a:gd name="GluePoint39Y" fmla="*/ 35 h 70"/>
              <a:gd name="GluePoint40X" fmla="*/ 65 w 139"/>
              <a:gd name="GluePoint40Y" fmla="*/ 32 h 70"/>
              <a:gd name="GluePoint41X" fmla="*/ 67 w 139"/>
              <a:gd name="GluePoint41Y" fmla="*/ 29 h 70"/>
              <a:gd name="GluePoint42X" fmla="*/ 78 w 139"/>
              <a:gd name="GluePoint42Y" fmla="*/ 30 h 70"/>
              <a:gd name="GluePoint43X" fmla="*/ 94 w 139"/>
              <a:gd name="GluePoint43Y" fmla="*/ 32 h 70"/>
              <a:gd name="GluePoint44X" fmla="*/ 103 w 139"/>
              <a:gd name="GluePoint44Y" fmla="*/ 33 h 70"/>
              <a:gd name="GluePoint45X" fmla="*/ 106 w 139"/>
              <a:gd name="GluePoint45Y" fmla="*/ 31 h 70"/>
              <a:gd name="GluePoint46X" fmla="*/ 118 w 139"/>
              <a:gd name="GluePoint46Y" fmla="*/ 14 h 70"/>
            </a:gdLst>
            <a:ahLst/>
            <a:cxnLst/>
            <a:rect l="textAreaLeft" t="textAreaTop" r="textAreaRight" b="textAreaBottom"/>
            <a:pathLst>
              <a:path w="139" h="70">
                <a:moveTo>
                  <a:pt x="121" y="10"/>
                </a:moveTo>
                <a:lnTo>
                  <a:pt x="121" y="9"/>
                </a:lnTo>
                <a:lnTo>
                  <a:pt x="121" y="7"/>
                </a:lnTo>
                <a:lnTo>
                  <a:pt x="121" y="6"/>
                </a:lnTo>
                <a:lnTo>
                  <a:pt x="121" y="5"/>
                </a:lnTo>
                <a:lnTo>
                  <a:pt x="121" y="4"/>
                </a:lnTo>
                <a:lnTo>
                  <a:pt x="122" y="3"/>
                </a:lnTo>
                <a:lnTo>
                  <a:pt x="122" y="2"/>
                </a:lnTo>
                <a:lnTo>
                  <a:pt x="124" y="2"/>
                </a:lnTo>
                <a:lnTo>
                  <a:pt x="125" y="2"/>
                </a:lnTo>
                <a:lnTo>
                  <a:pt x="128" y="1"/>
                </a:lnTo>
                <a:lnTo>
                  <a:pt x="130" y="0"/>
                </a:lnTo>
                <a:lnTo>
                  <a:pt x="131" y="1"/>
                </a:lnTo>
                <a:lnTo>
                  <a:pt x="133" y="2"/>
                </a:lnTo>
                <a:lnTo>
                  <a:pt x="134" y="4"/>
                </a:lnTo>
                <a:lnTo>
                  <a:pt x="137" y="7"/>
                </a:lnTo>
                <a:lnTo>
                  <a:pt x="138" y="10"/>
                </a:lnTo>
                <a:lnTo>
                  <a:pt x="139" y="12"/>
                </a:lnTo>
                <a:lnTo>
                  <a:pt x="139" y="14"/>
                </a:lnTo>
                <a:lnTo>
                  <a:pt x="138" y="15"/>
                </a:lnTo>
                <a:lnTo>
                  <a:pt x="137" y="18"/>
                </a:lnTo>
                <a:lnTo>
                  <a:pt x="133" y="22"/>
                </a:lnTo>
                <a:lnTo>
                  <a:pt x="128" y="29"/>
                </a:lnTo>
                <a:lnTo>
                  <a:pt x="125" y="31"/>
                </a:lnTo>
                <a:lnTo>
                  <a:pt x="124" y="34"/>
                </a:lnTo>
                <a:lnTo>
                  <a:pt x="123" y="36"/>
                </a:lnTo>
                <a:lnTo>
                  <a:pt x="122" y="37"/>
                </a:lnTo>
                <a:lnTo>
                  <a:pt x="123" y="38"/>
                </a:lnTo>
                <a:lnTo>
                  <a:pt x="123" y="38"/>
                </a:lnTo>
                <a:lnTo>
                  <a:pt x="124" y="38"/>
                </a:lnTo>
                <a:lnTo>
                  <a:pt x="124" y="38"/>
                </a:lnTo>
                <a:lnTo>
                  <a:pt x="124" y="37"/>
                </a:lnTo>
                <a:lnTo>
                  <a:pt x="124" y="37"/>
                </a:lnTo>
                <a:lnTo>
                  <a:pt x="125" y="37"/>
                </a:lnTo>
                <a:lnTo>
                  <a:pt x="125" y="37"/>
                </a:lnTo>
                <a:lnTo>
                  <a:pt x="129" y="37"/>
                </a:lnTo>
                <a:lnTo>
                  <a:pt x="131" y="38"/>
                </a:lnTo>
                <a:lnTo>
                  <a:pt x="133" y="38"/>
                </a:lnTo>
                <a:lnTo>
                  <a:pt x="133" y="38"/>
                </a:lnTo>
                <a:lnTo>
                  <a:pt x="134" y="38"/>
                </a:lnTo>
                <a:lnTo>
                  <a:pt x="135" y="38"/>
                </a:lnTo>
                <a:lnTo>
                  <a:pt x="135" y="41"/>
                </a:lnTo>
                <a:lnTo>
                  <a:pt x="135" y="42"/>
                </a:lnTo>
                <a:lnTo>
                  <a:pt x="134" y="45"/>
                </a:lnTo>
                <a:lnTo>
                  <a:pt x="133" y="46"/>
                </a:lnTo>
                <a:lnTo>
                  <a:pt x="132" y="48"/>
                </a:lnTo>
                <a:lnTo>
                  <a:pt x="130" y="49"/>
                </a:lnTo>
                <a:lnTo>
                  <a:pt x="129" y="50"/>
                </a:lnTo>
                <a:lnTo>
                  <a:pt x="129" y="50"/>
                </a:lnTo>
                <a:lnTo>
                  <a:pt x="128" y="50"/>
                </a:lnTo>
                <a:lnTo>
                  <a:pt x="127" y="50"/>
                </a:lnTo>
                <a:lnTo>
                  <a:pt x="125" y="48"/>
                </a:lnTo>
                <a:lnTo>
                  <a:pt x="121" y="46"/>
                </a:lnTo>
                <a:lnTo>
                  <a:pt x="119" y="45"/>
                </a:lnTo>
                <a:lnTo>
                  <a:pt x="117" y="45"/>
                </a:lnTo>
                <a:lnTo>
                  <a:pt x="115" y="45"/>
                </a:lnTo>
                <a:lnTo>
                  <a:pt x="113" y="45"/>
                </a:lnTo>
                <a:lnTo>
                  <a:pt x="109" y="48"/>
                </a:lnTo>
                <a:lnTo>
                  <a:pt x="104" y="51"/>
                </a:lnTo>
                <a:lnTo>
                  <a:pt x="99" y="53"/>
                </a:lnTo>
                <a:lnTo>
                  <a:pt x="95" y="54"/>
                </a:lnTo>
                <a:lnTo>
                  <a:pt x="89" y="58"/>
                </a:lnTo>
                <a:lnTo>
                  <a:pt x="84" y="61"/>
                </a:lnTo>
                <a:lnTo>
                  <a:pt x="78" y="63"/>
                </a:lnTo>
                <a:lnTo>
                  <a:pt x="75" y="64"/>
                </a:lnTo>
                <a:lnTo>
                  <a:pt x="70" y="66"/>
                </a:lnTo>
                <a:lnTo>
                  <a:pt x="62" y="66"/>
                </a:lnTo>
                <a:lnTo>
                  <a:pt x="53" y="68"/>
                </a:lnTo>
                <a:lnTo>
                  <a:pt x="47" y="69"/>
                </a:lnTo>
                <a:lnTo>
                  <a:pt x="41" y="70"/>
                </a:lnTo>
                <a:lnTo>
                  <a:pt x="36" y="70"/>
                </a:lnTo>
                <a:lnTo>
                  <a:pt x="31" y="69"/>
                </a:lnTo>
                <a:lnTo>
                  <a:pt x="27" y="69"/>
                </a:lnTo>
                <a:lnTo>
                  <a:pt x="21" y="69"/>
                </a:lnTo>
                <a:lnTo>
                  <a:pt x="14" y="69"/>
                </a:lnTo>
                <a:lnTo>
                  <a:pt x="7" y="68"/>
                </a:lnTo>
                <a:lnTo>
                  <a:pt x="0" y="67"/>
                </a:lnTo>
                <a:lnTo>
                  <a:pt x="0" y="67"/>
                </a:lnTo>
                <a:lnTo>
                  <a:pt x="0" y="67"/>
                </a:lnTo>
                <a:lnTo>
                  <a:pt x="0" y="66"/>
                </a:lnTo>
                <a:lnTo>
                  <a:pt x="0" y="66"/>
                </a:lnTo>
                <a:lnTo>
                  <a:pt x="1" y="65"/>
                </a:lnTo>
                <a:lnTo>
                  <a:pt x="2" y="64"/>
                </a:lnTo>
                <a:lnTo>
                  <a:pt x="4" y="64"/>
                </a:lnTo>
                <a:lnTo>
                  <a:pt x="6" y="63"/>
                </a:lnTo>
                <a:lnTo>
                  <a:pt x="9" y="63"/>
                </a:lnTo>
                <a:lnTo>
                  <a:pt x="16" y="62"/>
                </a:lnTo>
                <a:lnTo>
                  <a:pt x="23" y="61"/>
                </a:lnTo>
                <a:lnTo>
                  <a:pt x="31" y="60"/>
                </a:lnTo>
                <a:lnTo>
                  <a:pt x="37" y="59"/>
                </a:lnTo>
                <a:lnTo>
                  <a:pt x="43" y="59"/>
                </a:lnTo>
                <a:lnTo>
                  <a:pt x="46" y="59"/>
                </a:lnTo>
                <a:lnTo>
                  <a:pt x="49" y="58"/>
                </a:lnTo>
                <a:lnTo>
                  <a:pt x="52" y="58"/>
                </a:lnTo>
                <a:lnTo>
                  <a:pt x="54" y="58"/>
                </a:lnTo>
                <a:lnTo>
                  <a:pt x="65" y="54"/>
                </a:lnTo>
                <a:lnTo>
                  <a:pt x="75" y="51"/>
                </a:lnTo>
                <a:lnTo>
                  <a:pt x="80" y="50"/>
                </a:lnTo>
                <a:lnTo>
                  <a:pt x="83" y="49"/>
                </a:lnTo>
                <a:lnTo>
                  <a:pt x="85" y="49"/>
                </a:lnTo>
                <a:lnTo>
                  <a:pt x="86" y="47"/>
                </a:lnTo>
                <a:lnTo>
                  <a:pt x="87" y="47"/>
                </a:lnTo>
                <a:lnTo>
                  <a:pt x="88" y="46"/>
                </a:lnTo>
                <a:lnTo>
                  <a:pt x="89" y="44"/>
                </a:lnTo>
                <a:lnTo>
                  <a:pt x="89" y="43"/>
                </a:lnTo>
                <a:lnTo>
                  <a:pt x="89" y="42"/>
                </a:lnTo>
                <a:lnTo>
                  <a:pt x="89" y="42"/>
                </a:lnTo>
                <a:lnTo>
                  <a:pt x="87" y="42"/>
                </a:lnTo>
                <a:lnTo>
                  <a:pt x="84" y="43"/>
                </a:lnTo>
                <a:lnTo>
                  <a:pt x="80" y="43"/>
                </a:lnTo>
                <a:lnTo>
                  <a:pt x="75" y="43"/>
                </a:lnTo>
                <a:lnTo>
                  <a:pt x="72" y="42"/>
                </a:lnTo>
                <a:lnTo>
                  <a:pt x="70" y="42"/>
                </a:lnTo>
                <a:lnTo>
                  <a:pt x="68" y="40"/>
                </a:lnTo>
                <a:lnTo>
                  <a:pt x="65" y="38"/>
                </a:lnTo>
                <a:lnTo>
                  <a:pt x="65" y="36"/>
                </a:lnTo>
                <a:lnTo>
                  <a:pt x="65" y="35"/>
                </a:lnTo>
                <a:lnTo>
                  <a:pt x="65" y="34"/>
                </a:lnTo>
                <a:lnTo>
                  <a:pt x="65" y="33"/>
                </a:lnTo>
                <a:lnTo>
                  <a:pt x="65" y="32"/>
                </a:lnTo>
                <a:lnTo>
                  <a:pt x="65" y="30"/>
                </a:lnTo>
                <a:lnTo>
                  <a:pt x="66" y="30"/>
                </a:lnTo>
                <a:lnTo>
                  <a:pt x="67" y="29"/>
                </a:lnTo>
                <a:lnTo>
                  <a:pt x="70" y="29"/>
                </a:lnTo>
                <a:lnTo>
                  <a:pt x="73" y="30"/>
                </a:lnTo>
                <a:lnTo>
                  <a:pt x="78" y="30"/>
                </a:lnTo>
                <a:lnTo>
                  <a:pt x="85" y="31"/>
                </a:lnTo>
                <a:lnTo>
                  <a:pt x="90" y="32"/>
                </a:lnTo>
                <a:lnTo>
                  <a:pt x="94" y="32"/>
                </a:lnTo>
                <a:lnTo>
                  <a:pt x="97" y="33"/>
                </a:lnTo>
                <a:lnTo>
                  <a:pt x="101" y="33"/>
                </a:lnTo>
                <a:lnTo>
                  <a:pt x="103" y="33"/>
                </a:lnTo>
                <a:lnTo>
                  <a:pt x="105" y="32"/>
                </a:lnTo>
                <a:lnTo>
                  <a:pt x="105" y="32"/>
                </a:lnTo>
                <a:lnTo>
                  <a:pt x="106" y="31"/>
                </a:lnTo>
                <a:lnTo>
                  <a:pt x="109" y="28"/>
                </a:lnTo>
                <a:lnTo>
                  <a:pt x="114" y="21"/>
                </a:lnTo>
                <a:lnTo>
                  <a:pt x="118" y="14"/>
                </a:lnTo>
                <a:lnTo>
                  <a:pt x="121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0" rIns="90000" bIns="-14400" anchor="ctr">
            <a:noAutofit/>
          </a:bodyPr>
          <a:lstStyle/>
          <a:p>
            <a:endParaRPr/>
          </a:p>
        </p:txBody>
      </p:sp>
      <p:sp>
        <p:nvSpPr>
          <p:cNvPr id="374" name="isḷiḑé">
            <a:extLst>
              <a:ext uri="{FF2B5EF4-FFF2-40B4-BE49-F238E27FC236}">
                <a16:creationId xmlns:a16="http://schemas.microsoft.com/office/drawing/2014/main" id="{C0E9742F-3788-4AA2-BFA1-E8DD5A38E304}"/>
              </a:ext>
            </a:extLst>
          </p:cNvPr>
          <p:cNvSpPr>
            <a:spLocks noGrp="1"/>
          </p:cNvSpPr>
          <p:nvPr/>
        </p:nvSpPr>
        <p:spPr>
          <a:xfrm>
            <a:off x="1135800" y="672840"/>
            <a:ext cx="67680" cy="37800"/>
          </a:xfrm>
          <a:custGeom>
            <a:avLst/>
            <a:gdLst>
              <a:gd name="textAreaLeft" fmla="*/ 0 w 67680"/>
              <a:gd name="textAreaRight" fmla="*/ 68040 w 67680"/>
              <a:gd name="textAreaTop" fmla="*/ 0 h 37800"/>
              <a:gd name="textAreaBottom" fmla="*/ 38160 h 37800"/>
              <a:gd name="GluePoint1X" fmla="*/ 107 w 156"/>
              <a:gd name="GluePoint1Y" fmla="*/ 43 h 87"/>
              <a:gd name="GluePoint2X" fmla="*/ 105 w 156"/>
              <a:gd name="GluePoint2Y" fmla="*/ 49 h 87"/>
              <a:gd name="GluePoint3X" fmla="*/ 101 w 156"/>
              <a:gd name="GluePoint3Y" fmla="*/ 28 h 87"/>
              <a:gd name="GluePoint4X" fmla="*/ 109 w 156"/>
              <a:gd name="GluePoint4Y" fmla="*/ 32 h 87"/>
              <a:gd name="GluePoint5X" fmla="*/ 104 w 156"/>
              <a:gd name="GluePoint5Y" fmla="*/ 35 h 87"/>
              <a:gd name="GluePoint6X" fmla="*/ 98 w 156"/>
              <a:gd name="GluePoint6Y" fmla="*/ 18 h 87"/>
              <a:gd name="GluePoint7X" fmla="*/ 105 w 156"/>
              <a:gd name="GluePoint7Y" fmla="*/ 20 h 87"/>
              <a:gd name="GluePoint8X" fmla="*/ 99 w 156"/>
              <a:gd name="GluePoint8Y" fmla="*/ 22 h 87"/>
              <a:gd name="GluePoint9X" fmla="*/ 97 w 156"/>
              <a:gd name="GluePoint9Y" fmla="*/ 25 h 87"/>
              <a:gd name="GluePoint10X" fmla="*/ 89 w 156"/>
              <a:gd name="GluePoint10Y" fmla="*/ 28 h 87"/>
              <a:gd name="GluePoint11X" fmla="*/ 90 w 156"/>
              <a:gd name="GluePoint11Y" fmla="*/ 36 h 87"/>
              <a:gd name="GluePoint12X" fmla="*/ 80 w 156"/>
              <a:gd name="GluePoint12Y" fmla="*/ 37 h 87"/>
              <a:gd name="GluePoint13X" fmla="*/ 78 w 156"/>
              <a:gd name="GluePoint13Y" fmla="*/ 41 h 87"/>
              <a:gd name="GluePoint14X" fmla="*/ 93 w 156"/>
              <a:gd name="GluePoint14Y" fmla="*/ 48 h 87"/>
              <a:gd name="GluePoint15X" fmla="*/ 85 w 156"/>
              <a:gd name="GluePoint15Y" fmla="*/ 52 h 87"/>
              <a:gd name="GluePoint16X" fmla="*/ 95 w 156"/>
              <a:gd name="GluePoint16Y" fmla="*/ 53 h 87"/>
              <a:gd name="GluePoint17X" fmla="*/ 110 w 156"/>
              <a:gd name="GluePoint17Y" fmla="*/ 55 h 87"/>
              <a:gd name="GluePoint18X" fmla="*/ 119 w 156"/>
              <a:gd name="GluePoint18Y" fmla="*/ 49 h 87"/>
              <a:gd name="GluePoint19X" fmla="*/ 128 w 156"/>
              <a:gd name="GluePoint19Y" fmla="*/ 62 h 87"/>
              <a:gd name="GluePoint20X" fmla="*/ 92 w 156"/>
              <a:gd name="GluePoint20Y" fmla="*/ 59 h 87"/>
              <a:gd name="GluePoint21X" fmla="*/ 74 w 156"/>
              <a:gd name="GluePoint21Y" fmla="*/ 49 h 87"/>
              <a:gd name="GluePoint22X" fmla="*/ 53 w 156"/>
              <a:gd name="GluePoint22Y" fmla="*/ 33 h 87"/>
              <a:gd name="GluePoint23X" fmla="*/ 60 w 156"/>
              <a:gd name="GluePoint23Y" fmla="*/ 45 h 87"/>
              <a:gd name="GluePoint24X" fmla="*/ 73 w 156"/>
              <a:gd name="GluePoint24Y" fmla="*/ 61 h 87"/>
              <a:gd name="GluePoint25X" fmla="*/ 52 w 156"/>
              <a:gd name="GluePoint25Y" fmla="*/ 53 h 87"/>
              <a:gd name="GluePoint26X" fmla="*/ 32 w 156"/>
              <a:gd name="GluePoint26Y" fmla="*/ 45 h 87"/>
              <a:gd name="GluePoint27X" fmla="*/ 11 w 156"/>
              <a:gd name="GluePoint27Y" fmla="*/ 29 h 87"/>
              <a:gd name="GluePoint28X" fmla="*/ 9 w 156"/>
              <a:gd name="GluePoint28Y" fmla="*/ 41 h 87"/>
              <a:gd name="GluePoint29X" fmla="*/ 35 w 156"/>
              <a:gd name="GluePoint29Y" fmla="*/ 60 h 87"/>
              <a:gd name="GluePoint30X" fmla="*/ 25 w 156"/>
              <a:gd name="GluePoint30Y" fmla="*/ 69 h 87"/>
              <a:gd name="GluePoint31X" fmla="*/ 6 w 156"/>
              <a:gd name="GluePoint31Y" fmla="*/ 69 h 87"/>
              <a:gd name="GluePoint32X" fmla="*/ 0 w 156"/>
              <a:gd name="GluePoint32Y" fmla="*/ 66 h 87"/>
              <a:gd name="GluePoint33X" fmla="*/ 5 w 156"/>
              <a:gd name="GluePoint33Y" fmla="*/ 86 h 87"/>
              <a:gd name="GluePoint34X" fmla="*/ 37 w 156"/>
              <a:gd name="GluePoint34Y" fmla="*/ 73 h 87"/>
              <a:gd name="GluePoint35X" fmla="*/ 51 w 156"/>
              <a:gd name="GluePoint35Y" fmla="*/ 71 h 87"/>
              <a:gd name="GluePoint36X" fmla="*/ 44 w 156"/>
              <a:gd name="GluePoint36Y" fmla="*/ 75 h 87"/>
              <a:gd name="GluePoint37X" fmla="*/ 61 w 156"/>
              <a:gd name="GluePoint37Y" fmla="*/ 86 h 87"/>
              <a:gd name="GluePoint38X" fmla="*/ 64 w 156"/>
              <a:gd name="GluePoint38Y" fmla="*/ 72 h 87"/>
              <a:gd name="GluePoint39X" fmla="*/ 53 w 156"/>
              <a:gd name="GluePoint39Y" fmla="*/ 61 h 87"/>
              <a:gd name="GluePoint40X" fmla="*/ 75 w 156"/>
              <a:gd name="GluePoint40Y" fmla="*/ 67 h 87"/>
              <a:gd name="GluePoint41X" fmla="*/ 95 w 156"/>
              <a:gd name="GluePoint41Y" fmla="*/ 76 h 87"/>
              <a:gd name="GluePoint42X" fmla="*/ 94 w 156"/>
              <a:gd name="GluePoint42Y" fmla="*/ 65 h 87"/>
              <a:gd name="GluePoint43X" fmla="*/ 117 w 156"/>
              <a:gd name="GluePoint43Y" fmla="*/ 67 h 87"/>
              <a:gd name="GluePoint44X" fmla="*/ 143 w 156"/>
              <a:gd name="GluePoint44Y" fmla="*/ 67 h 87"/>
              <a:gd name="GluePoint45X" fmla="*/ 132 w 156"/>
              <a:gd name="GluePoint45Y" fmla="*/ 51 h 87"/>
              <a:gd name="GluePoint46X" fmla="*/ 118 w 156"/>
              <a:gd name="GluePoint46Y" fmla="*/ 41 h 87"/>
              <a:gd name="GluePoint47X" fmla="*/ 120 w 156"/>
              <a:gd name="GluePoint47Y" fmla="*/ 32 h 87"/>
              <a:gd name="GluePoint48X" fmla="*/ 145 w 156"/>
              <a:gd name="GluePoint48Y" fmla="*/ 39 h 87"/>
              <a:gd name="GluePoint49X" fmla="*/ 155 w 156"/>
              <a:gd name="GluePoint49Y" fmla="*/ 37 h 87"/>
              <a:gd name="GluePoint50X" fmla="*/ 150 w 156"/>
              <a:gd name="GluePoint50Y" fmla="*/ 23 h 87"/>
              <a:gd name="GluePoint51X" fmla="*/ 137 w 156"/>
              <a:gd name="GluePoint51Y" fmla="*/ 29 h 87"/>
              <a:gd name="GluePoint52X" fmla="*/ 112 w 156"/>
              <a:gd name="GluePoint52Y" fmla="*/ 21 h 87"/>
              <a:gd name="GluePoint53X" fmla="*/ 105 w 156"/>
              <a:gd name="GluePoint53Y" fmla="*/ 11 h 87"/>
              <a:gd name="GluePoint54X" fmla="*/ 105 w 156"/>
              <a:gd name="GluePoint54Y" fmla="*/ 1 h 87"/>
              <a:gd name="GluePoint55X" fmla="*/ 93 w 156"/>
              <a:gd name="GluePoint55Y" fmla="*/ 13 h 87"/>
              <a:gd name="GluePoint56X" fmla="*/ 78 w 156"/>
              <a:gd name="GluePoint56Y" fmla="*/ 24 h 87"/>
              <a:gd name="GluePoint57X" fmla="*/ 79 w 156"/>
              <a:gd name="GluePoint57Y" fmla="*/ 6 h 87"/>
              <a:gd name="GluePoint58X" fmla="*/ 68 w 156"/>
              <a:gd name="GluePoint58Y" fmla="*/ 22 h 87"/>
              <a:gd name="GluePoint59X" fmla="*/ 67 w 156"/>
              <a:gd name="GluePoint59Y" fmla="*/ 28 h 87"/>
            </a:gdLst>
            <a:ahLst/>
            <a:cxnLst/>
            <a:rect l="textAreaLeft" t="textAreaTop" r="textAreaRight" b="textAreaBottom"/>
            <a:pathLst>
              <a:path w="156" h="87">
                <a:moveTo>
                  <a:pt x="96" y="49"/>
                </a:moveTo>
                <a:lnTo>
                  <a:pt x="97" y="47"/>
                </a:lnTo>
                <a:lnTo>
                  <a:pt x="97" y="45"/>
                </a:lnTo>
                <a:lnTo>
                  <a:pt x="97" y="45"/>
                </a:lnTo>
                <a:lnTo>
                  <a:pt x="98" y="44"/>
                </a:lnTo>
                <a:lnTo>
                  <a:pt x="99" y="44"/>
                </a:lnTo>
                <a:lnTo>
                  <a:pt x="100" y="44"/>
                </a:lnTo>
                <a:lnTo>
                  <a:pt x="104" y="44"/>
                </a:lnTo>
                <a:lnTo>
                  <a:pt x="107" y="43"/>
                </a:lnTo>
                <a:lnTo>
                  <a:pt x="108" y="44"/>
                </a:lnTo>
                <a:lnTo>
                  <a:pt x="109" y="45"/>
                </a:lnTo>
                <a:lnTo>
                  <a:pt x="109" y="46"/>
                </a:lnTo>
                <a:lnTo>
                  <a:pt x="109" y="47"/>
                </a:lnTo>
                <a:lnTo>
                  <a:pt x="109" y="48"/>
                </a:lnTo>
                <a:lnTo>
                  <a:pt x="109" y="48"/>
                </a:lnTo>
                <a:lnTo>
                  <a:pt x="108" y="49"/>
                </a:lnTo>
                <a:lnTo>
                  <a:pt x="105" y="49"/>
                </a:lnTo>
                <a:lnTo>
                  <a:pt x="105" y="49"/>
                </a:lnTo>
                <a:lnTo>
                  <a:pt x="104" y="50"/>
                </a:lnTo>
                <a:lnTo>
                  <a:pt x="102" y="50"/>
                </a:lnTo>
                <a:lnTo>
                  <a:pt x="101" y="50"/>
                </a:lnTo>
                <a:lnTo>
                  <a:pt x="97" y="49"/>
                </a:lnTo>
                <a:lnTo>
                  <a:pt x="96" y="49"/>
                </a:lnTo>
                <a:lnTo>
                  <a:pt x="96" y="49"/>
                </a:lnTo>
                <a:close/>
                <a:moveTo>
                  <a:pt x="101" y="32"/>
                </a:moveTo>
                <a:lnTo>
                  <a:pt x="100" y="30"/>
                </a:lnTo>
                <a:lnTo>
                  <a:pt x="101" y="28"/>
                </a:lnTo>
                <a:lnTo>
                  <a:pt x="101" y="28"/>
                </a:lnTo>
                <a:lnTo>
                  <a:pt x="101" y="27"/>
                </a:lnTo>
                <a:lnTo>
                  <a:pt x="102" y="27"/>
                </a:lnTo>
                <a:lnTo>
                  <a:pt x="104" y="28"/>
                </a:lnTo>
                <a:lnTo>
                  <a:pt x="106" y="29"/>
                </a:lnTo>
                <a:lnTo>
                  <a:pt x="108" y="31"/>
                </a:lnTo>
                <a:lnTo>
                  <a:pt x="108" y="31"/>
                </a:lnTo>
                <a:lnTo>
                  <a:pt x="109" y="32"/>
                </a:lnTo>
                <a:lnTo>
                  <a:pt x="109" y="32"/>
                </a:lnTo>
                <a:lnTo>
                  <a:pt x="109" y="33"/>
                </a:lnTo>
                <a:lnTo>
                  <a:pt x="109" y="35"/>
                </a:lnTo>
                <a:lnTo>
                  <a:pt x="109" y="36"/>
                </a:lnTo>
                <a:lnTo>
                  <a:pt x="108" y="37"/>
                </a:lnTo>
                <a:lnTo>
                  <a:pt x="108" y="37"/>
                </a:lnTo>
                <a:lnTo>
                  <a:pt x="108" y="36"/>
                </a:lnTo>
                <a:lnTo>
                  <a:pt x="107" y="36"/>
                </a:lnTo>
                <a:lnTo>
                  <a:pt x="105" y="35"/>
                </a:lnTo>
                <a:lnTo>
                  <a:pt x="104" y="35"/>
                </a:lnTo>
                <a:lnTo>
                  <a:pt x="102" y="33"/>
                </a:lnTo>
                <a:lnTo>
                  <a:pt x="101" y="32"/>
                </a:lnTo>
                <a:lnTo>
                  <a:pt x="101" y="32"/>
                </a:lnTo>
                <a:close/>
                <a:moveTo>
                  <a:pt x="99" y="21"/>
                </a:moveTo>
                <a:lnTo>
                  <a:pt x="98" y="21"/>
                </a:lnTo>
                <a:lnTo>
                  <a:pt x="98" y="20"/>
                </a:lnTo>
                <a:lnTo>
                  <a:pt x="97" y="20"/>
                </a:lnTo>
                <a:lnTo>
                  <a:pt x="97" y="19"/>
                </a:lnTo>
                <a:lnTo>
                  <a:pt x="98" y="18"/>
                </a:lnTo>
                <a:lnTo>
                  <a:pt x="99" y="17"/>
                </a:lnTo>
                <a:lnTo>
                  <a:pt x="101" y="16"/>
                </a:lnTo>
                <a:lnTo>
                  <a:pt x="101" y="16"/>
                </a:lnTo>
                <a:lnTo>
                  <a:pt x="101" y="16"/>
                </a:lnTo>
                <a:lnTo>
                  <a:pt x="102" y="16"/>
                </a:lnTo>
                <a:lnTo>
                  <a:pt x="102" y="16"/>
                </a:lnTo>
                <a:lnTo>
                  <a:pt x="103" y="16"/>
                </a:lnTo>
                <a:lnTo>
                  <a:pt x="104" y="18"/>
                </a:lnTo>
                <a:lnTo>
                  <a:pt x="105" y="20"/>
                </a:lnTo>
                <a:lnTo>
                  <a:pt x="105" y="21"/>
                </a:lnTo>
                <a:lnTo>
                  <a:pt x="105" y="21"/>
                </a:lnTo>
                <a:lnTo>
                  <a:pt x="105" y="22"/>
                </a:lnTo>
                <a:lnTo>
                  <a:pt x="105" y="23"/>
                </a:lnTo>
                <a:lnTo>
                  <a:pt x="105" y="24"/>
                </a:lnTo>
                <a:lnTo>
                  <a:pt x="103" y="24"/>
                </a:lnTo>
                <a:lnTo>
                  <a:pt x="102" y="24"/>
                </a:lnTo>
                <a:lnTo>
                  <a:pt x="101" y="24"/>
                </a:lnTo>
                <a:lnTo>
                  <a:pt x="99" y="22"/>
                </a:lnTo>
                <a:lnTo>
                  <a:pt x="99" y="21"/>
                </a:lnTo>
                <a:lnTo>
                  <a:pt x="99" y="21"/>
                </a:lnTo>
                <a:close/>
                <a:moveTo>
                  <a:pt x="89" y="29"/>
                </a:moveTo>
                <a:lnTo>
                  <a:pt x="92" y="29"/>
                </a:lnTo>
                <a:lnTo>
                  <a:pt x="96" y="29"/>
                </a:lnTo>
                <a:lnTo>
                  <a:pt x="97" y="28"/>
                </a:lnTo>
                <a:lnTo>
                  <a:pt x="97" y="28"/>
                </a:lnTo>
                <a:lnTo>
                  <a:pt x="97" y="27"/>
                </a:lnTo>
                <a:lnTo>
                  <a:pt x="97" y="25"/>
                </a:lnTo>
                <a:lnTo>
                  <a:pt x="97" y="24"/>
                </a:lnTo>
                <a:lnTo>
                  <a:pt x="97" y="24"/>
                </a:lnTo>
                <a:lnTo>
                  <a:pt x="96" y="23"/>
                </a:lnTo>
                <a:lnTo>
                  <a:pt x="94" y="23"/>
                </a:lnTo>
                <a:lnTo>
                  <a:pt x="93" y="24"/>
                </a:lnTo>
                <a:lnTo>
                  <a:pt x="91" y="24"/>
                </a:lnTo>
                <a:lnTo>
                  <a:pt x="91" y="26"/>
                </a:lnTo>
                <a:lnTo>
                  <a:pt x="90" y="27"/>
                </a:lnTo>
                <a:lnTo>
                  <a:pt x="89" y="28"/>
                </a:lnTo>
                <a:lnTo>
                  <a:pt x="89" y="29"/>
                </a:lnTo>
                <a:lnTo>
                  <a:pt x="89" y="29"/>
                </a:lnTo>
                <a:close/>
                <a:moveTo>
                  <a:pt x="85" y="31"/>
                </a:moveTo>
                <a:lnTo>
                  <a:pt x="86" y="32"/>
                </a:lnTo>
                <a:lnTo>
                  <a:pt x="88" y="32"/>
                </a:lnTo>
                <a:lnTo>
                  <a:pt x="89" y="32"/>
                </a:lnTo>
                <a:lnTo>
                  <a:pt x="89" y="33"/>
                </a:lnTo>
                <a:lnTo>
                  <a:pt x="90" y="35"/>
                </a:lnTo>
                <a:lnTo>
                  <a:pt x="90" y="36"/>
                </a:lnTo>
                <a:lnTo>
                  <a:pt x="91" y="37"/>
                </a:lnTo>
                <a:lnTo>
                  <a:pt x="91" y="37"/>
                </a:lnTo>
                <a:lnTo>
                  <a:pt x="90" y="38"/>
                </a:lnTo>
                <a:lnTo>
                  <a:pt x="89" y="39"/>
                </a:lnTo>
                <a:lnTo>
                  <a:pt x="88" y="39"/>
                </a:lnTo>
                <a:lnTo>
                  <a:pt x="87" y="39"/>
                </a:lnTo>
                <a:lnTo>
                  <a:pt x="84" y="38"/>
                </a:lnTo>
                <a:lnTo>
                  <a:pt x="81" y="37"/>
                </a:lnTo>
                <a:lnTo>
                  <a:pt x="80" y="37"/>
                </a:lnTo>
                <a:lnTo>
                  <a:pt x="79" y="37"/>
                </a:lnTo>
                <a:lnTo>
                  <a:pt x="78" y="37"/>
                </a:lnTo>
                <a:lnTo>
                  <a:pt x="77" y="37"/>
                </a:lnTo>
                <a:lnTo>
                  <a:pt x="77" y="37"/>
                </a:lnTo>
                <a:lnTo>
                  <a:pt x="77" y="38"/>
                </a:lnTo>
                <a:lnTo>
                  <a:pt x="77" y="38"/>
                </a:lnTo>
                <a:lnTo>
                  <a:pt x="77" y="39"/>
                </a:lnTo>
                <a:lnTo>
                  <a:pt x="77" y="40"/>
                </a:lnTo>
                <a:lnTo>
                  <a:pt x="78" y="41"/>
                </a:lnTo>
                <a:lnTo>
                  <a:pt x="79" y="41"/>
                </a:lnTo>
                <a:lnTo>
                  <a:pt x="81" y="41"/>
                </a:lnTo>
                <a:lnTo>
                  <a:pt x="84" y="42"/>
                </a:lnTo>
                <a:lnTo>
                  <a:pt x="89" y="44"/>
                </a:lnTo>
                <a:lnTo>
                  <a:pt x="91" y="45"/>
                </a:lnTo>
                <a:lnTo>
                  <a:pt x="92" y="46"/>
                </a:lnTo>
                <a:lnTo>
                  <a:pt x="93" y="47"/>
                </a:lnTo>
                <a:lnTo>
                  <a:pt x="93" y="48"/>
                </a:lnTo>
                <a:lnTo>
                  <a:pt x="93" y="48"/>
                </a:lnTo>
                <a:lnTo>
                  <a:pt x="93" y="49"/>
                </a:lnTo>
                <a:lnTo>
                  <a:pt x="92" y="49"/>
                </a:lnTo>
                <a:lnTo>
                  <a:pt x="91" y="49"/>
                </a:lnTo>
                <a:lnTo>
                  <a:pt x="89" y="49"/>
                </a:lnTo>
                <a:lnTo>
                  <a:pt x="88" y="49"/>
                </a:lnTo>
                <a:lnTo>
                  <a:pt x="87" y="49"/>
                </a:lnTo>
                <a:lnTo>
                  <a:pt x="86" y="50"/>
                </a:lnTo>
                <a:lnTo>
                  <a:pt x="85" y="51"/>
                </a:lnTo>
                <a:lnTo>
                  <a:pt x="85" y="52"/>
                </a:lnTo>
                <a:lnTo>
                  <a:pt x="84" y="52"/>
                </a:lnTo>
                <a:lnTo>
                  <a:pt x="84" y="52"/>
                </a:lnTo>
                <a:lnTo>
                  <a:pt x="85" y="53"/>
                </a:lnTo>
                <a:lnTo>
                  <a:pt x="85" y="53"/>
                </a:lnTo>
                <a:lnTo>
                  <a:pt x="86" y="53"/>
                </a:lnTo>
                <a:lnTo>
                  <a:pt x="88" y="53"/>
                </a:lnTo>
                <a:lnTo>
                  <a:pt x="91" y="53"/>
                </a:lnTo>
                <a:lnTo>
                  <a:pt x="94" y="53"/>
                </a:lnTo>
                <a:lnTo>
                  <a:pt x="95" y="53"/>
                </a:lnTo>
                <a:lnTo>
                  <a:pt x="97" y="53"/>
                </a:lnTo>
                <a:lnTo>
                  <a:pt x="97" y="54"/>
                </a:lnTo>
                <a:lnTo>
                  <a:pt x="100" y="55"/>
                </a:lnTo>
                <a:lnTo>
                  <a:pt x="101" y="56"/>
                </a:lnTo>
                <a:lnTo>
                  <a:pt x="104" y="56"/>
                </a:lnTo>
                <a:lnTo>
                  <a:pt x="106" y="56"/>
                </a:lnTo>
                <a:lnTo>
                  <a:pt x="108" y="56"/>
                </a:lnTo>
                <a:lnTo>
                  <a:pt x="109" y="55"/>
                </a:lnTo>
                <a:lnTo>
                  <a:pt x="110" y="55"/>
                </a:lnTo>
                <a:lnTo>
                  <a:pt x="111" y="54"/>
                </a:lnTo>
                <a:lnTo>
                  <a:pt x="112" y="53"/>
                </a:lnTo>
                <a:lnTo>
                  <a:pt x="112" y="52"/>
                </a:lnTo>
                <a:lnTo>
                  <a:pt x="113" y="49"/>
                </a:lnTo>
                <a:lnTo>
                  <a:pt x="113" y="47"/>
                </a:lnTo>
                <a:lnTo>
                  <a:pt x="115" y="46"/>
                </a:lnTo>
                <a:lnTo>
                  <a:pt x="116" y="46"/>
                </a:lnTo>
                <a:lnTo>
                  <a:pt x="117" y="47"/>
                </a:lnTo>
                <a:lnTo>
                  <a:pt x="119" y="49"/>
                </a:lnTo>
                <a:lnTo>
                  <a:pt x="121" y="51"/>
                </a:lnTo>
                <a:lnTo>
                  <a:pt x="123" y="53"/>
                </a:lnTo>
                <a:lnTo>
                  <a:pt x="126" y="55"/>
                </a:lnTo>
                <a:lnTo>
                  <a:pt x="129" y="57"/>
                </a:lnTo>
                <a:lnTo>
                  <a:pt x="130" y="60"/>
                </a:lnTo>
                <a:lnTo>
                  <a:pt x="130" y="61"/>
                </a:lnTo>
                <a:lnTo>
                  <a:pt x="129" y="61"/>
                </a:lnTo>
                <a:lnTo>
                  <a:pt x="129" y="61"/>
                </a:lnTo>
                <a:lnTo>
                  <a:pt x="128" y="62"/>
                </a:lnTo>
                <a:lnTo>
                  <a:pt x="125" y="62"/>
                </a:lnTo>
                <a:lnTo>
                  <a:pt x="122" y="61"/>
                </a:lnTo>
                <a:lnTo>
                  <a:pt x="119" y="61"/>
                </a:lnTo>
                <a:lnTo>
                  <a:pt x="114" y="61"/>
                </a:lnTo>
                <a:lnTo>
                  <a:pt x="109" y="61"/>
                </a:lnTo>
                <a:lnTo>
                  <a:pt x="105" y="61"/>
                </a:lnTo>
                <a:lnTo>
                  <a:pt x="100" y="60"/>
                </a:lnTo>
                <a:lnTo>
                  <a:pt x="95" y="59"/>
                </a:lnTo>
                <a:lnTo>
                  <a:pt x="92" y="59"/>
                </a:lnTo>
                <a:lnTo>
                  <a:pt x="89" y="59"/>
                </a:lnTo>
                <a:lnTo>
                  <a:pt x="89" y="59"/>
                </a:lnTo>
                <a:lnTo>
                  <a:pt x="88" y="59"/>
                </a:lnTo>
                <a:lnTo>
                  <a:pt x="87" y="59"/>
                </a:lnTo>
                <a:lnTo>
                  <a:pt x="86" y="58"/>
                </a:lnTo>
                <a:lnTo>
                  <a:pt x="84" y="57"/>
                </a:lnTo>
                <a:lnTo>
                  <a:pt x="81" y="53"/>
                </a:lnTo>
                <a:lnTo>
                  <a:pt x="77" y="51"/>
                </a:lnTo>
                <a:lnTo>
                  <a:pt x="74" y="49"/>
                </a:lnTo>
                <a:lnTo>
                  <a:pt x="72" y="48"/>
                </a:lnTo>
                <a:lnTo>
                  <a:pt x="69" y="46"/>
                </a:lnTo>
                <a:lnTo>
                  <a:pt x="65" y="44"/>
                </a:lnTo>
                <a:lnTo>
                  <a:pt x="63" y="42"/>
                </a:lnTo>
                <a:lnTo>
                  <a:pt x="60" y="39"/>
                </a:lnTo>
                <a:lnTo>
                  <a:pt x="57" y="36"/>
                </a:lnTo>
                <a:lnTo>
                  <a:pt x="56" y="35"/>
                </a:lnTo>
                <a:lnTo>
                  <a:pt x="54" y="33"/>
                </a:lnTo>
                <a:lnTo>
                  <a:pt x="53" y="33"/>
                </a:lnTo>
                <a:lnTo>
                  <a:pt x="52" y="33"/>
                </a:lnTo>
                <a:lnTo>
                  <a:pt x="50" y="33"/>
                </a:lnTo>
                <a:lnTo>
                  <a:pt x="50" y="35"/>
                </a:lnTo>
                <a:lnTo>
                  <a:pt x="50" y="36"/>
                </a:lnTo>
                <a:lnTo>
                  <a:pt x="50" y="37"/>
                </a:lnTo>
                <a:lnTo>
                  <a:pt x="53" y="39"/>
                </a:lnTo>
                <a:lnTo>
                  <a:pt x="56" y="41"/>
                </a:lnTo>
                <a:lnTo>
                  <a:pt x="57" y="42"/>
                </a:lnTo>
                <a:lnTo>
                  <a:pt x="60" y="45"/>
                </a:lnTo>
                <a:lnTo>
                  <a:pt x="63" y="49"/>
                </a:lnTo>
                <a:lnTo>
                  <a:pt x="66" y="51"/>
                </a:lnTo>
                <a:lnTo>
                  <a:pt x="73" y="56"/>
                </a:lnTo>
                <a:lnTo>
                  <a:pt x="77" y="58"/>
                </a:lnTo>
                <a:lnTo>
                  <a:pt x="77" y="59"/>
                </a:lnTo>
                <a:lnTo>
                  <a:pt x="77" y="59"/>
                </a:lnTo>
                <a:lnTo>
                  <a:pt x="77" y="60"/>
                </a:lnTo>
                <a:lnTo>
                  <a:pt x="74" y="61"/>
                </a:lnTo>
                <a:lnTo>
                  <a:pt x="73" y="61"/>
                </a:lnTo>
                <a:lnTo>
                  <a:pt x="70" y="61"/>
                </a:lnTo>
                <a:lnTo>
                  <a:pt x="68" y="61"/>
                </a:lnTo>
                <a:lnTo>
                  <a:pt x="65" y="60"/>
                </a:lnTo>
                <a:lnTo>
                  <a:pt x="61" y="59"/>
                </a:lnTo>
                <a:lnTo>
                  <a:pt x="58" y="58"/>
                </a:lnTo>
                <a:lnTo>
                  <a:pt x="57" y="57"/>
                </a:lnTo>
                <a:lnTo>
                  <a:pt x="54" y="55"/>
                </a:lnTo>
                <a:lnTo>
                  <a:pt x="53" y="54"/>
                </a:lnTo>
                <a:lnTo>
                  <a:pt x="52" y="53"/>
                </a:lnTo>
                <a:lnTo>
                  <a:pt x="51" y="53"/>
                </a:lnTo>
                <a:lnTo>
                  <a:pt x="49" y="53"/>
                </a:lnTo>
                <a:lnTo>
                  <a:pt x="47" y="53"/>
                </a:lnTo>
                <a:lnTo>
                  <a:pt x="45" y="53"/>
                </a:lnTo>
                <a:lnTo>
                  <a:pt x="43" y="52"/>
                </a:lnTo>
                <a:lnTo>
                  <a:pt x="40" y="50"/>
                </a:lnTo>
                <a:lnTo>
                  <a:pt x="38" y="49"/>
                </a:lnTo>
                <a:lnTo>
                  <a:pt x="35" y="47"/>
                </a:lnTo>
                <a:lnTo>
                  <a:pt x="32" y="45"/>
                </a:lnTo>
                <a:lnTo>
                  <a:pt x="29" y="44"/>
                </a:lnTo>
                <a:lnTo>
                  <a:pt x="25" y="42"/>
                </a:lnTo>
                <a:lnTo>
                  <a:pt x="24" y="42"/>
                </a:lnTo>
                <a:lnTo>
                  <a:pt x="21" y="41"/>
                </a:lnTo>
                <a:lnTo>
                  <a:pt x="17" y="38"/>
                </a:lnTo>
                <a:lnTo>
                  <a:pt x="15" y="35"/>
                </a:lnTo>
                <a:lnTo>
                  <a:pt x="13" y="32"/>
                </a:lnTo>
                <a:lnTo>
                  <a:pt x="12" y="31"/>
                </a:lnTo>
                <a:lnTo>
                  <a:pt x="11" y="29"/>
                </a:lnTo>
                <a:lnTo>
                  <a:pt x="9" y="28"/>
                </a:lnTo>
                <a:lnTo>
                  <a:pt x="8" y="27"/>
                </a:lnTo>
                <a:lnTo>
                  <a:pt x="8" y="27"/>
                </a:lnTo>
                <a:lnTo>
                  <a:pt x="6" y="28"/>
                </a:lnTo>
                <a:lnTo>
                  <a:pt x="4" y="29"/>
                </a:lnTo>
                <a:lnTo>
                  <a:pt x="4" y="31"/>
                </a:lnTo>
                <a:lnTo>
                  <a:pt x="6" y="35"/>
                </a:lnTo>
                <a:lnTo>
                  <a:pt x="8" y="39"/>
                </a:lnTo>
                <a:lnTo>
                  <a:pt x="9" y="41"/>
                </a:lnTo>
                <a:lnTo>
                  <a:pt x="10" y="42"/>
                </a:lnTo>
                <a:lnTo>
                  <a:pt x="12" y="44"/>
                </a:lnTo>
                <a:lnTo>
                  <a:pt x="13" y="45"/>
                </a:lnTo>
                <a:lnTo>
                  <a:pt x="17" y="47"/>
                </a:lnTo>
                <a:lnTo>
                  <a:pt x="20" y="49"/>
                </a:lnTo>
                <a:lnTo>
                  <a:pt x="26" y="53"/>
                </a:lnTo>
                <a:lnTo>
                  <a:pt x="32" y="57"/>
                </a:lnTo>
                <a:lnTo>
                  <a:pt x="33" y="58"/>
                </a:lnTo>
                <a:lnTo>
                  <a:pt x="35" y="60"/>
                </a:lnTo>
                <a:lnTo>
                  <a:pt x="36" y="61"/>
                </a:lnTo>
                <a:lnTo>
                  <a:pt x="36" y="62"/>
                </a:lnTo>
                <a:lnTo>
                  <a:pt x="35" y="62"/>
                </a:lnTo>
                <a:lnTo>
                  <a:pt x="35" y="63"/>
                </a:lnTo>
                <a:lnTo>
                  <a:pt x="34" y="64"/>
                </a:lnTo>
                <a:lnTo>
                  <a:pt x="33" y="65"/>
                </a:lnTo>
                <a:lnTo>
                  <a:pt x="31" y="66"/>
                </a:lnTo>
                <a:lnTo>
                  <a:pt x="29" y="68"/>
                </a:lnTo>
                <a:lnTo>
                  <a:pt x="25" y="69"/>
                </a:lnTo>
                <a:lnTo>
                  <a:pt x="22" y="72"/>
                </a:lnTo>
                <a:lnTo>
                  <a:pt x="18" y="73"/>
                </a:lnTo>
                <a:lnTo>
                  <a:pt x="14" y="73"/>
                </a:lnTo>
                <a:lnTo>
                  <a:pt x="12" y="74"/>
                </a:lnTo>
                <a:lnTo>
                  <a:pt x="10" y="74"/>
                </a:lnTo>
                <a:lnTo>
                  <a:pt x="9" y="74"/>
                </a:lnTo>
                <a:lnTo>
                  <a:pt x="8" y="73"/>
                </a:lnTo>
                <a:lnTo>
                  <a:pt x="8" y="72"/>
                </a:lnTo>
                <a:lnTo>
                  <a:pt x="6" y="69"/>
                </a:lnTo>
                <a:lnTo>
                  <a:pt x="4" y="66"/>
                </a:lnTo>
                <a:lnTo>
                  <a:pt x="3" y="62"/>
                </a:lnTo>
                <a:lnTo>
                  <a:pt x="2" y="61"/>
                </a:lnTo>
                <a:lnTo>
                  <a:pt x="2" y="61"/>
                </a:lnTo>
                <a:lnTo>
                  <a:pt x="1" y="61"/>
                </a:lnTo>
                <a:lnTo>
                  <a:pt x="0" y="61"/>
                </a:lnTo>
                <a:lnTo>
                  <a:pt x="0" y="63"/>
                </a:lnTo>
                <a:lnTo>
                  <a:pt x="0" y="65"/>
                </a:lnTo>
                <a:lnTo>
                  <a:pt x="0" y="66"/>
                </a:lnTo>
                <a:lnTo>
                  <a:pt x="0" y="69"/>
                </a:lnTo>
                <a:lnTo>
                  <a:pt x="2" y="73"/>
                </a:lnTo>
                <a:lnTo>
                  <a:pt x="2" y="77"/>
                </a:lnTo>
                <a:lnTo>
                  <a:pt x="3" y="81"/>
                </a:lnTo>
                <a:lnTo>
                  <a:pt x="3" y="85"/>
                </a:lnTo>
                <a:lnTo>
                  <a:pt x="4" y="85"/>
                </a:lnTo>
                <a:lnTo>
                  <a:pt x="4" y="85"/>
                </a:lnTo>
                <a:lnTo>
                  <a:pt x="4" y="86"/>
                </a:lnTo>
                <a:lnTo>
                  <a:pt x="5" y="86"/>
                </a:lnTo>
                <a:lnTo>
                  <a:pt x="7" y="87"/>
                </a:lnTo>
                <a:lnTo>
                  <a:pt x="9" y="87"/>
                </a:lnTo>
                <a:lnTo>
                  <a:pt x="13" y="87"/>
                </a:lnTo>
                <a:lnTo>
                  <a:pt x="16" y="86"/>
                </a:lnTo>
                <a:lnTo>
                  <a:pt x="19" y="85"/>
                </a:lnTo>
                <a:lnTo>
                  <a:pt x="25" y="81"/>
                </a:lnTo>
                <a:lnTo>
                  <a:pt x="30" y="78"/>
                </a:lnTo>
                <a:lnTo>
                  <a:pt x="34" y="76"/>
                </a:lnTo>
                <a:lnTo>
                  <a:pt x="37" y="73"/>
                </a:lnTo>
                <a:lnTo>
                  <a:pt x="42" y="70"/>
                </a:lnTo>
                <a:lnTo>
                  <a:pt x="43" y="69"/>
                </a:lnTo>
                <a:lnTo>
                  <a:pt x="44" y="69"/>
                </a:lnTo>
                <a:lnTo>
                  <a:pt x="45" y="68"/>
                </a:lnTo>
                <a:lnTo>
                  <a:pt x="46" y="68"/>
                </a:lnTo>
                <a:lnTo>
                  <a:pt x="47" y="68"/>
                </a:lnTo>
                <a:lnTo>
                  <a:pt x="48" y="69"/>
                </a:lnTo>
                <a:lnTo>
                  <a:pt x="49" y="69"/>
                </a:lnTo>
                <a:lnTo>
                  <a:pt x="51" y="71"/>
                </a:lnTo>
                <a:lnTo>
                  <a:pt x="52" y="72"/>
                </a:lnTo>
                <a:lnTo>
                  <a:pt x="53" y="73"/>
                </a:lnTo>
                <a:lnTo>
                  <a:pt x="53" y="73"/>
                </a:lnTo>
                <a:lnTo>
                  <a:pt x="53" y="73"/>
                </a:lnTo>
                <a:lnTo>
                  <a:pt x="51" y="74"/>
                </a:lnTo>
                <a:lnTo>
                  <a:pt x="49" y="74"/>
                </a:lnTo>
                <a:lnTo>
                  <a:pt x="47" y="74"/>
                </a:lnTo>
                <a:lnTo>
                  <a:pt x="45" y="74"/>
                </a:lnTo>
                <a:lnTo>
                  <a:pt x="44" y="75"/>
                </a:lnTo>
                <a:lnTo>
                  <a:pt x="43" y="75"/>
                </a:lnTo>
                <a:lnTo>
                  <a:pt x="43" y="75"/>
                </a:lnTo>
                <a:lnTo>
                  <a:pt x="43" y="76"/>
                </a:lnTo>
                <a:lnTo>
                  <a:pt x="44" y="77"/>
                </a:lnTo>
                <a:lnTo>
                  <a:pt x="47" y="77"/>
                </a:lnTo>
                <a:lnTo>
                  <a:pt x="50" y="80"/>
                </a:lnTo>
                <a:lnTo>
                  <a:pt x="55" y="82"/>
                </a:lnTo>
                <a:lnTo>
                  <a:pt x="58" y="85"/>
                </a:lnTo>
                <a:lnTo>
                  <a:pt x="61" y="86"/>
                </a:lnTo>
                <a:lnTo>
                  <a:pt x="61" y="86"/>
                </a:lnTo>
                <a:lnTo>
                  <a:pt x="63" y="85"/>
                </a:lnTo>
                <a:lnTo>
                  <a:pt x="64" y="85"/>
                </a:lnTo>
                <a:lnTo>
                  <a:pt x="65" y="83"/>
                </a:lnTo>
                <a:lnTo>
                  <a:pt x="65" y="81"/>
                </a:lnTo>
                <a:lnTo>
                  <a:pt x="65" y="79"/>
                </a:lnTo>
                <a:lnTo>
                  <a:pt x="65" y="77"/>
                </a:lnTo>
                <a:lnTo>
                  <a:pt x="65" y="74"/>
                </a:lnTo>
                <a:lnTo>
                  <a:pt x="64" y="72"/>
                </a:lnTo>
                <a:lnTo>
                  <a:pt x="62" y="70"/>
                </a:lnTo>
                <a:lnTo>
                  <a:pt x="61" y="69"/>
                </a:lnTo>
                <a:lnTo>
                  <a:pt x="61" y="69"/>
                </a:lnTo>
                <a:lnTo>
                  <a:pt x="59" y="68"/>
                </a:lnTo>
                <a:lnTo>
                  <a:pt x="57" y="67"/>
                </a:lnTo>
                <a:lnTo>
                  <a:pt x="56" y="65"/>
                </a:lnTo>
                <a:lnTo>
                  <a:pt x="54" y="62"/>
                </a:lnTo>
                <a:lnTo>
                  <a:pt x="54" y="62"/>
                </a:lnTo>
                <a:lnTo>
                  <a:pt x="53" y="61"/>
                </a:lnTo>
                <a:lnTo>
                  <a:pt x="54" y="61"/>
                </a:lnTo>
                <a:lnTo>
                  <a:pt x="54" y="61"/>
                </a:lnTo>
                <a:lnTo>
                  <a:pt x="55" y="61"/>
                </a:lnTo>
                <a:lnTo>
                  <a:pt x="57" y="61"/>
                </a:lnTo>
                <a:lnTo>
                  <a:pt x="61" y="62"/>
                </a:lnTo>
                <a:lnTo>
                  <a:pt x="65" y="63"/>
                </a:lnTo>
                <a:lnTo>
                  <a:pt x="69" y="65"/>
                </a:lnTo>
                <a:lnTo>
                  <a:pt x="73" y="66"/>
                </a:lnTo>
                <a:lnTo>
                  <a:pt x="75" y="67"/>
                </a:lnTo>
                <a:lnTo>
                  <a:pt x="77" y="69"/>
                </a:lnTo>
                <a:lnTo>
                  <a:pt x="80" y="70"/>
                </a:lnTo>
                <a:lnTo>
                  <a:pt x="82" y="73"/>
                </a:lnTo>
                <a:lnTo>
                  <a:pt x="85" y="75"/>
                </a:lnTo>
                <a:lnTo>
                  <a:pt x="87" y="76"/>
                </a:lnTo>
                <a:lnTo>
                  <a:pt x="89" y="77"/>
                </a:lnTo>
                <a:lnTo>
                  <a:pt x="90" y="77"/>
                </a:lnTo>
                <a:lnTo>
                  <a:pt x="93" y="77"/>
                </a:lnTo>
                <a:lnTo>
                  <a:pt x="95" y="76"/>
                </a:lnTo>
                <a:lnTo>
                  <a:pt x="95" y="76"/>
                </a:lnTo>
                <a:lnTo>
                  <a:pt x="95" y="75"/>
                </a:lnTo>
                <a:lnTo>
                  <a:pt x="95" y="73"/>
                </a:lnTo>
                <a:lnTo>
                  <a:pt x="95" y="72"/>
                </a:lnTo>
                <a:lnTo>
                  <a:pt x="94" y="70"/>
                </a:lnTo>
                <a:lnTo>
                  <a:pt x="94" y="69"/>
                </a:lnTo>
                <a:lnTo>
                  <a:pt x="93" y="68"/>
                </a:lnTo>
                <a:lnTo>
                  <a:pt x="94" y="66"/>
                </a:lnTo>
                <a:lnTo>
                  <a:pt x="94" y="65"/>
                </a:lnTo>
                <a:lnTo>
                  <a:pt x="95" y="65"/>
                </a:lnTo>
                <a:lnTo>
                  <a:pt x="96" y="64"/>
                </a:lnTo>
                <a:lnTo>
                  <a:pt x="97" y="64"/>
                </a:lnTo>
                <a:lnTo>
                  <a:pt x="101" y="65"/>
                </a:lnTo>
                <a:lnTo>
                  <a:pt x="105" y="65"/>
                </a:lnTo>
                <a:lnTo>
                  <a:pt x="109" y="65"/>
                </a:lnTo>
                <a:lnTo>
                  <a:pt x="112" y="65"/>
                </a:lnTo>
                <a:lnTo>
                  <a:pt x="114" y="66"/>
                </a:lnTo>
                <a:lnTo>
                  <a:pt x="117" y="67"/>
                </a:lnTo>
                <a:lnTo>
                  <a:pt x="123" y="69"/>
                </a:lnTo>
                <a:lnTo>
                  <a:pt x="128" y="71"/>
                </a:lnTo>
                <a:lnTo>
                  <a:pt x="130" y="72"/>
                </a:lnTo>
                <a:lnTo>
                  <a:pt x="132" y="72"/>
                </a:lnTo>
                <a:lnTo>
                  <a:pt x="135" y="72"/>
                </a:lnTo>
                <a:lnTo>
                  <a:pt x="137" y="72"/>
                </a:lnTo>
                <a:lnTo>
                  <a:pt x="140" y="70"/>
                </a:lnTo>
                <a:lnTo>
                  <a:pt x="141" y="69"/>
                </a:lnTo>
                <a:lnTo>
                  <a:pt x="143" y="67"/>
                </a:lnTo>
                <a:lnTo>
                  <a:pt x="144" y="65"/>
                </a:lnTo>
                <a:lnTo>
                  <a:pt x="144" y="64"/>
                </a:lnTo>
                <a:lnTo>
                  <a:pt x="145" y="61"/>
                </a:lnTo>
                <a:lnTo>
                  <a:pt x="144" y="60"/>
                </a:lnTo>
                <a:lnTo>
                  <a:pt x="144" y="59"/>
                </a:lnTo>
                <a:lnTo>
                  <a:pt x="143" y="58"/>
                </a:lnTo>
                <a:lnTo>
                  <a:pt x="141" y="57"/>
                </a:lnTo>
                <a:lnTo>
                  <a:pt x="137" y="55"/>
                </a:lnTo>
                <a:lnTo>
                  <a:pt x="132" y="51"/>
                </a:lnTo>
                <a:lnTo>
                  <a:pt x="126" y="48"/>
                </a:lnTo>
                <a:lnTo>
                  <a:pt x="123" y="46"/>
                </a:lnTo>
                <a:lnTo>
                  <a:pt x="122" y="46"/>
                </a:lnTo>
                <a:lnTo>
                  <a:pt x="121" y="45"/>
                </a:lnTo>
                <a:lnTo>
                  <a:pt x="121" y="45"/>
                </a:lnTo>
                <a:lnTo>
                  <a:pt x="120" y="44"/>
                </a:lnTo>
                <a:lnTo>
                  <a:pt x="119" y="43"/>
                </a:lnTo>
                <a:lnTo>
                  <a:pt x="119" y="42"/>
                </a:lnTo>
                <a:lnTo>
                  <a:pt x="118" y="41"/>
                </a:lnTo>
                <a:lnTo>
                  <a:pt x="119" y="41"/>
                </a:lnTo>
                <a:lnTo>
                  <a:pt x="119" y="39"/>
                </a:lnTo>
                <a:lnTo>
                  <a:pt x="118" y="37"/>
                </a:lnTo>
                <a:lnTo>
                  <a:pt x="118" y="37"/>
                </a:lnTo>
                <a:lnTo>
                  <a:pt x="118" y="36"/>
                </a:lnTo>
                <a:lnTo>
                  <a:pt x="118" y="35"/>
                </a:lnTo>
                <a:lnTo>
                  <a:pt x="119" y="33"/>
                </a:lnTo>
                <a:lnTo>
                  <a:pt x="119" y="32"/>
                </a:lnTo>
                <a:lnTo>
                  <a:pt x="120" y="32"/>
                </a:lnTo>
                <a:lnTo>
                  <a:pt x="121" y="32"/>
                </a:lnTo>
                <a:lnTo>
                  <a:pt x="122" y="32"/>
                </a:lnTo>
                <a:lnTo>
                  <a:pt x="125" y="32"/>
                </a:lnTo>
                <a:lnTo>
                  <a:pt x="127" y="32"/>
                </a:lnTo>
                <a:lnTo>
                  <a:pt x="130" y="34"/>
                </a:lnTo>
                <a:lnTo>
                  <a:pt x="135" y="35"/>
                </a:lnTo>
                <a:lnTo>
                  <a:pt x="140" y="37"/>
                </a:lnTo>
                <a:lnTo>
                  <a:pt x="143" y="38"/>
                </a:lnTo>
                <a:lnTo>
                  <a:pt x="145" y="39"/>
                </a:lnTo>
                <a:lnTo>
                  <a:pt x="147" y="40"/>
                </a:lnTo>
                <a:lnTo>
                  <a:pt x="148" y="40"/>
                </a:lnTo>
                <a:lnTo>
                  <a:pt x="149" y="39"/>
                </a:lnTo>
                <a:lnTo>
                  <a:pt x="151" y="38"/>
                </a:lnTo>
                <a:lnTo>
                  <a:pt x="153" y="38"/>
                </a:lnTo>
                <a:lnTo>
                  <a:pt x="153" y="38"/>
                </a:lnTo>
                <a:lnTo>
                  <a:pt x="154" y="37"/>
                </a:lnTo>
                <a:lnTo>
                  <a:pt x="154" y="37"/>
                </a:lnTo>
                <a:lnTo>
                  <a:pt x="155" y="37"/>
                </a:lnTo>
                <a:lnTo>
                  <a:pt x="156" y="33"/>
                </a:lnTo>
                <a:lnTo>
                  <a:pt x="156" y="29"/>
                </a:lnTo>
                <a:lnTo>
                  <a:pt x="156" y="27"/>
                </a:lnTo>
                <a:lnTo>
                  <a:pt x="155" y="24"/>
                </a:lnTo>
                <a:lnTo>
                  <a:pt x="154" y="24"/>
                </a:lnTo>
                <a:lnTo>
                  <a:pt x="153" y="23"/>
                </a:lnTo>
                <a:lnTo>
                  <a:pt x="153" y="22"/>
                </a:lnTo>
                <a:lnTo>
                  <a:pt x="151" y="22"/>
                </a:lnTo>
                <a:lnTo>
                  <a:pt x="150" y="23"/>
                </a:lnTo>
                <a:lnTo>
                  <a:pt x="150" y="23"/>
                </a:lnTo>
                <a:lnTo>
                  <a:pt x="150" y="24"/>
                </a:lnTo>
                <a:lnTo>
                  <a:pt x="149" y="24"/>
                </a:lnTo>
                <a:lnTo>
                  <a:pt x="147" y="25"/>
                </a:lnTo>
                <a:lnTo>
                  <a:pt x="143" y="28"/>
                </a:lnTo>
                <a:lnTo>
                  <a:pt x="142" y="28"/>
                </a:lnTo>
                <a:lnTo>
                  <a:pt x="141" y="28"/>
                </a:lnTo>
                <a:lnTo>
                  <a:pt x="138" y="28"/>
                </a:lnTo>
                <a:lnTo>
                  <a:pt x="137" y="29"/>
                </a:lnTo>
                <a:lnTo>
                  <a:pt x="132" y="28"/>
                </a:lnTo>
                <a:lnTo>
                  <a:pt x="127" y="28"/>
                </a:lnTo>
                <a:lnTo>
                  <a:pt x="118" y="27"/>
                </a:lnTo>
                <a:lnTo>
                  <a:pt x="114" y="26"/>
                </a:lnTo>
                <a:lnTo>
                  <a:pt x="113" y="25"/>
                </a:lnTo>
                <a:lnTo>
                  <a:pt x="113" y="25"/>
                </a:lnTo>
                <a:lnTo>
                  <a:pt x="113" y="24"/>
                </a:lnTo>
                <a:lnTo>
                  <a:pt x="112" y="24"/>
                </a:lnTo>
                <a:lnTo>
                  <a:pt x="112" y="21"/>
                </a:lnTo>
                <a:lnTo>
                  <a:pt x="110" y="20"/>
                </a:lnTo>
                <a:lnTo>
                  <a:pt x="109" y="18"/>
                </a:lnTo>
                <a:lnTo>
                  <a:pt x="108" y="16"/>
                </a:lnTo>
                <a:lnTo>
                  <a:pt x="106" y="15"/>
                </a:lnTo>
                <a:lnTo>
                  <a:pt x="105" y="14"/>
                </a:lnTo>
                <a:lnTo>
                  <a:pt x="105" y="14"/>
                </a:lnTo>
                <a:lnTo>
                  <a:pt x="105" y="12"/>
                </a:lnTo>
                <a:lnTo>
                  <a:pt x="105" y="12"/>
                </a:lnTo>
                <a:lnTo>
                  <a:pt x="105" y="11"/>
                </a:lnTo>
                <a:lnTo>
                  <a:pt x="105" y="8"/>
                </a:lnTo>
                <a:lnTo>
                  <a:pt x="105" y="8"/>
                </a:lnTo>
                <a:lnTo>
                  <a:pt x="105" y="8"/>
                </a:lnTo>
                <a:lnTo>
                  <a:pt x="106" y="6"/>
                </a:lnTo>
                <a:lnTo>
                  <a:pt x="106" y="5"/>
                </a:lnTo>
                <a:lnTo>
                  <a:pt x="106" y="4"/>
                </a:lnTo>
                <a:lnTo>
                  <a:pt x="106" y="3"/>
                </a:lnTo>
                <a:lnTo>
                  <a:pt x="105" y="2"/>
                </a:lnTo>
                <a:lnTo>
                  <a:pt x="105" y="1"/>
                </a:lnTo>
                <a:lnTo>
                  <a:pt x="105" y="0"/>
                </a:lnTo>
                <a:lnTo>
                  <a:pt x="104" y="0"/>
                </a:lnTo>
                <a:lnTo>
                  <a:pt x="102" y="0"/>
                </a:lnTo>
                <a:lnTo>
                  <a:pt x="102" y="1"/>
                </a:lnTo>
                <a:lnTo>
                  <a:pt x="101" y="2"/>
                </a:lnTo>
                <a:lnTo>
                  <a:pt x="101" y="3"/>
                </a:lnTo>
                <a:lnTo>
                  <a:pt x="100" y="4"/>
                </a:lnTo>
                <a:lnTo>
                  <a:pt x="97" y="8"/>
                </a:lnTo>
                <a:lnTo>
                  <a:pt x="93" y="13"/>
                </a:lnTo>
                <a:lnTo>
                  <a:pt x="89" y="18"/>
                </a:lnTo>
                <a:lnTo>
                  <a:pt x="86" y="22"/>
                </a:lnTo>
                <a:lnTo>
                  <a:pt x="84" y="24"/>
                </a:lnTo>
                <a:lnTo>
                  <a:pt x="83" y="24"/>
                </a:lnTo>
                <a:lnTo>
                  <a:pt x="81" y="25"/>
                </a:lnTo>
                <a:lnTo>
                  <a:pt x="80" y="25"/>
                </a:lnTo>
                <a:lnTo>
                  <a:pt x="79" y="25"/>
                </a:lnTo>
                <a:lnTo>
                  <a:pt x="78" y="25"/>
                </a:lnTo>
                <a:lnTo>
                  <a:pt x="78" y="24"/>
                </a:lnTo>
                <a:lnTo>
                  <a:pt x="78" y="24"/>
                </a:lnTo>
                <a:lnTo>
                  <a:pt x="80" y="19"/>
                </a:lnTo>
                <a:lnTo>
                  <a:pt x="81" y="14"/>
                </a:lnTo>
                <a:lnTo>
                  <a:pt x="82" y="13"/>
                </a:lnTo>
                <a:lnTo>
                  <a:pt x="82" y="11"/>
                </a:lnTo>
                <a:lnTo>
                  <a:pt x="81" y="9"/>
                </a:lnTo>
                <a:lnTo>
                  <a:pt x="80" y="7"/>
                </a:lnTo>
                <a:lnTo>
                  <a:pt x="80" y="7"/>
                </a:lnTo>
                <a:lnTo>
                  <a:pt x="79" y="6"/>
                </a:lnTo>
                <a:lnTo>
                  <a:pt x="78" y="7"/>
                </a:lnTo>
                <a:lnTo>
                  <a:pt x="78" y="7"/>
                </a:lnTo>
                <a:lnTo>
                  <a:pt x="77" y="9"/>
                </a:lnTo>
                <a:lnTo>
                  <a:pt x="76" y="12"/>
                </a:lnTo>
                <a:lnTo>
                  <a:pt x="74" y="16"/>
                </a:lnTo>
                <a:lnTo>
                  <a:pt x="73" y="18"/>
                </a:lnTo>
                <a:lnTo>
                  <a:pt x="71" y="20"/>
                </a:lnTo>
                <a:lnTo>
                  <a:pt x="69" y="21"/>
                </a:lnTo>
                <a:lnTo>
                  <a:pt x="68" y="22"/>
                </a:lnTo>
                <a:lnTo>
                  <a:pt x="67" y="23"/>
                </a:lnTo>
                <a:lnTo>
                  <a:pt x="65" y="24"/>
                </a:lnTo>
                <a:lnTo>
                  <a:pt x="65" y="25"/>
                </a:lnTo>
                <a:lnTo>
                  <a:pt x="64" y="26"/>
                </a:lnTo>
                <a:lnTo>
                  <a:pt x="64" y="27"/>
                </a:lnTo>
                <a:lnTo>
                  <a:pt x="64" y="27"/>
                </a:lnTo>
                <a:lnTo>
                  <a:pt x="64" y="28"/>
                </a:lnTo>
                <a:lnTo>
                  <a:pt x="65" y="28"/>
                </a:lnTo>
                <a:lnTo>
                  <a:pt x="67" y="28"/>
                </a:lnTo>
                <a:lnTo>
                  <a:pt x="71" y="29"/>
                </a:lnTo>
                <a:lnTo>
                  <a:pt x="76" y="30"/>
                </a:lnTo>
                <a:lnTo>
                  <a:pt x="81" y="31"/>
                </a:lnTo>
                <a:lnTo>
                  <a:pt x="85" y="3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endParaRPr/>
          </a:p>
        </p:txBody>
      </p:sp>
      <p:sp>
        <p:nvSpPr>
          <p:cNvPr id="375" name="ís1iďé">
            <a:extLst>
              <a:ext uri="{FF2B5EF4-FFF2-40B4-BE49-F238E27FC236}">
                <a16:creationId xmlns:a16="http://schemas.microsoft.com/office/drawing/2014/main" id="{8B959BE8-FE3F-4544-8D0D-E0FCCB2C087F}"/>
              </a:ext>
            </a:extLst>
          </p:cNvPr>
          <p:cNvSpPr>
            <a:spLocks noGrp="1"/>
          </p:cNvSpPr>
          <p:nvPr/>
        </p:nvSpPr>
        <p:spPr>
          <a:xfrm>
            <a:off x="873000" y="788040"/>
            <a:ext cx="327240" cy="210600"/>
          </a:xfrm>
          <a:custGeom>
            <a:avLst/>
            <a:gdLst>
              <a:gd name="textAreaLeft" fmla="*/ 0 w 327240"/>
              <a:gd name="textAreaRight" fmla="*/ 327600 w 327240"/>
              <a:gd name="textAreaTop" fmla="*/ 0 h 210600"/>
              <a:gd name="textAreaBottom" fmla="*/ 210960 h 210600"/>
              <a:gd name="GluePoint1X" fmla="*/ 238 w 750"/>
              <a:gd name="GluePoint1Y" fmla="*/ 410 h 483"/>
              <a:gd name="GluePoint2X" fmla="*/ 260 w 750"/>
              <a:gd name="GluePoint2Y" fmla="*/ 439 h 483"/>
              <a:gd name="GluePoint3X" fmla="*/ 256 w 750"/>
              <a:gd name="GluePoint3Y" fmla="*/ 482 h 483"/>
              <a:gd name="GluePoint4X" fmla="*/ 230 w 750"/>
              <a:gd name="GluePoint4Y" fmla="*/ 454 h 483"/>
              <a:gd name="GluePoint5X" fmla="*/ 255 w 750"/>
              <a:gd name="GluePoint5Y" fmla="*/ 473 h 483"/>
              <a:gd name="GluePoint6X" fmla="*/ 249 w 750"/>
              <a:gd name="GluePoint6Y" fmla="*/ 443 h 483"/>
              <a:gd name="GluePoint7X" fmla="*/ 234 w 750"/>
              <a:gd name="GluePoint7Y" fmla="*/ 401 h 483"/>
              <a:gd name="GluePoint8X" fmla="*/ 260 w 750"/>
              <a:gd name="GluePoint8Y" fmla="*/ 397 h 483"/>
              <a:gd name="GluePoint9X" fmla="*/ 28 w 750"/>
              <a:gd name="GluePoint9Y" fmla="*/ 433 h 483"/>
              <a:gd name="GluePoint10X" fmla="*/ 13 w 750"/>
              <a:gd name="GluePoint10Y" fmla="*/ 428 h 483"/>
              <a:gd name="GluePoint11X" fmla="*/ 0 w 750"/>
              <a:gd name="GluePoint11Y" fmla="*/ 419 h 483"/>
              <a:gd name="GluePoint12X" fmla="*/ 37 w 750"/>
              <a:gd name="GluePoint12Y" fmla="*/ 447 h 483"/>
              <a:gd name="GluePoint13X" fmla="*/ 123 w 750"/>
              <a:gd name="GluePoint13Y" fmla="*/ 381 h 483"/>
              <a:gd name="GluePoint14X" fmla="*/ 160 w 750"/>
              <a:gd name="GluePoint14Y" fmla="*/ 436 h 483"/>
              <a:gd name="GluePoint15X" fmla="*/ 224 w 750"/>
              <a:gd name="GluePoint15Y" fmla="*/ 423 h 483"/>
              <a:gd name="GluePoint16X" fmla="*/ 193 w 750"/>
              <a:gd name="GluePoint16Y" fmla="*/ 391 h 483"/>
              <a:gd name="GluePoint17X" fmla="*/ 216 w 750"/>
              <a:gd name="GluePoint17Y" fmla="*/ 409 h 483"/>
              <a:gd name="GluePoint18X" fmla="*/ 278 w 750"/>
              <a:gd name="GluePoint18Y" fmla="*/ 482 h 483"/>
              <a:gd name="GluePoint19X" fmla="*/ 351 w 750"/>
              <a:gd name="GluePoint19Y" fmla="*/ 426 h 483"/>
              <a:gd name="GluePoint20X" fmla="*/ 437 w 750"/>
              <a:gd name="GluePoint20Y" fmla="*/ 430 h 483"/>
              <a:gd name="GluePoint21X" fmla="*/ 411 w 750"/>
              <a:gd name="GluePoint21Y" fmla="*/ 359 h 483"/>
              <a:gd name="GluePoint22X" fmla="*/ 388 w 750"/>
              <a:gd name="GluePoint22Y" fmla="*/ 381 h 483"/>
              <a:gd name="GluePoint23X" fmla="*/ 423 w 750"/>
              <a:gd name="GluePoint23Y" fmla="*/ 447 h 483"/>
              <a:gd name="GluePoint24X" fmla="*/ 405 w 750"/>
              <a:gd name="GluePoint24Y" fmla="*/ 417 h 483"/>
              <a:gd name="GluePoint25X" fmla="*/ 401 w 750"/>
              <a:gd name="GluePoint25Y" fmla="*/ 366 h 483"/>
              <a:gd name="GluePoint26X" fmla="*/ 427 w 750"/>
              <a:gd name="GluePoint26Y" fmla="*/ 408 h 483"/>
              <a:gd name="GluePoint27X" fmla="*/ 448 w 750"/>
              <a:gd name="GluePoint27Y" fmla="*/ 334 h 483"/>
              <a:gd name="GluePoint28X" fmla="*/ 498 w 750"/>
              <a:gd name="GluePoint28Y" fmla="*/ 301 h 483"/>
              <a:gd name="GluePoint29X" fmla="*/ 551 w 750"/>
              <a:gd name="GluePoint29Y" fmla="*/ 375 h 483"/>
              <a:gd name="GluePoint30X" fmla="*/ 583 w 750"/>
              <a:gd name="GluePoint30Y" fmla="*/ 330 h 483"/>
              <a:gd name="GluePoint31X" fmla="*/ 544 w 750"/>
              <a:gd name="GluePoint31Y" fmla="*/ 279 h 483"/>
              <a:gd name="GluePoint32X" fmla="*/ 565 w 750"/>
              <a:gd name="GluePoint32Y" fmla="*/ 265 h 483"/>
              <a:gd name="GluePoint33X" fmla="*/ 537 w 750"/>
              <a:gd name="GluePoint33Y" fmla="*/ 269 h 483"/>
              <a:gd name="GluePoint34X" fmla="*/ 572 w 750"/>
              <a:gd name="GluePoint34Y" fmla="*/ 333 h 483"/>
              <a:gd name="GluePoint35X" fmla="*/ 602 w 750"/>
              <a:gd name="GluePoint35Y" fmla="*/ 327 h 483"/>
              <a:gd name="GluePoint36X" fmla="*/ 589 w 750"/>
              <a:gd name="GluePoint36Y" fmla="*/ 271 h 483"/>
              <a:gd name="GluePoint37X" fmla="*/ 650 w 750"/>
              <a:gd name="GluePoint37Y" fmla="*/ 233 h 483"/>
              <a:gd name="GluePoint38X" fmla="*/ 668 w 750"/>
              <a:gd name="GluePoint38Y" fmla="*/ 220 h 483"/>
              <a:gd name="GluePoint39X" fmla="*/ 613 w 750"/>
              <a:gd name="GluePoint39Y" fmla="*/ 169 h 483"/>
              <a:gd name="GluePoint40X" fmla="*/ 644 w 750"/>
              <a:gd name="GluePoint40Y" fmla="*/ 157 h 483"/>
              <a:gd name="GluePoint41X" fmla="*/ 690 w 750"/>
              <a:gd name="GluePoint41Y" fmla="*/ 213 h 483"/>
              <a:gd name="GluePoint42X" fmla="*/ 658 w 750"/>
              <a:gd name="GluePoint42Y" fmla="*/ 175 h 483"/>
              <a:gd name="GluePoint43X" fmla="*/ 620 w 750"/>
              <a:gd name="GluePoint43Y" fmla="*/ 169 h 483"/>
              <a:gd name="GluePoint44X" fmla="*/ 664 w 750"/>
              <a:gd name="GluePoint44Y" fmla="*/ 208 h 483"/>
              <a:gd name="GluePoint45X" fmla="*/ 710 w 750"/>
              <a:gd name="GluePoint45Y" fmla="*/ 149 h 483"/>
              <a:gd name="GluePoint46X" fmla="*/ 697 w 750"/>
              <a:gd name="GluePoint46Y" fmla="*/ 143 h 483"/>
              <a:gd name="GluePoint47X" fmla="*/ 641 w 750"/>
              <a:gd name="GluePoint47Y" fmla="*/ 104 h 483"/>
              <a:gd name="GluePoint48X" fmla="*/ 692 w 750"/>
              <a:gd name="GluePoint48Y" fmla="*/ 96 h 483"/>
              <a:gd name="GluePoint49X" fmla="*/ 709 w 750"/>
              <a:gd name="GluePoint49Y" fmla="*/ 135 h 483"/>
              <a:gd name="GluePoint50X" fmla="*/ 650 w 750"/>
              <a:gd name="GluePoint50Y" fmla="*/ 108 h 483"/>
              <a:gd name="GluePoint51X" fmla="*/ 667 w 750"/>
              <a:gd name="GluePoint51Y" fmla="*/ 97 h 483"/>
              <a:gd name="GluePoint52X" fmla="*/ 718 w 750"/>
              <a:gd name="GluePoint52Y" fmla="*/ 126 h 483"/>
              <a:gd name="GluePoint53X" fmla="*/ 706 w 750"/>
              <a:gd name="GluePoint53Y" fmla="*/ 61 h 483"/>
              <a:gd name="GluePoint54X" fmla="*/ 732 w 750"/>
              <a:gd name="GluePoint54Y" fmla="*/ 81 h 483"/>
              <a:gd name="GluePoint55X" fmla="*/ 669 w 750"/>
              <a:gd name="GluePoint55Y" fmla="*/ 73 h 483"/>
              <a:gd name="GluePoint56X" fmla="*/ 673 w 750"/>
              <a:gd name="GluePoint56Y" fmla="*/ 53 h 483"/>
              <a:gd name="GluePoint57X" fmla="*/ 654 w 750"/>
              <a:gd name="GluePoint57Y" fmla="*/ 62 h 483"/>
              <a:gd name="GluePoint58X" fmla="*/ 698 w 750"/>
              <a:gd name="GluePoint58Y" fmla="*/ 91 h 483"/>
              <a:gd name="GluePoint59X" fmla="*/ 741 w 750"/>
              <a:gd name="GluePoint59Y" fmla="*/ 77 h 483"/>
              <a:gd name="GluePoint60X" fmla="*/ 662 w 750"/>
              <a:gd name="GluePoint60Y" fmla="*/ 9 h 483"/>
            </a:gdLst>
            <a:ahLst/>
            <a:cxnLst/>
            <a:rect l="textAreaLeft" t="textAreaTop" r="textAreaRight" b="textAreaBottom"/>
            <a:pathLst>
              <a:path w="750" h="483">
                <a:moveTo>
                  <a:pt x="265" y="417"/>
                </a:moveTo>
                <a:lnTo>
                  <a:pt x="258" y="417"/>
                </a:lnTo>
                <a:lnTo>
                  <a:pt x="258" y="414"/>
                </a:lnTo>
                <a:lnTo>
                  <a:pt x="257" y="411"/>
                </a:lnTo>
                <a:lnTo>
                  <a:pt x="257" y="408"/>
                </a:lnTo>
                <a:lnTo>
                  <a:pt x="256" y="405"/>
                </a:lnTo>
                <a:lnTo>
                  <a:pt x="255" y="404"/>
                </a:lnTo>
                <a:lnTo>
                  <a:pt x="253" y="403"/>
                </a:lnTo>
                <a:lnTo>
                  <a:pt x="251" y="401"/>
                </a:lnTo>
                <a:lnTo>
                  <a:pt x="249" y="401"/>
                </a:lnTo>
                <a:lnTo>
                  <a:pt x="246" y="401"/>
                </a:lnTo>
                <a:lnTo>
                  <a:pt x="244" y="402"/>
                </a:lnTo>
                <a:lnTo>
                  <a:pt x="241" y="404"/>
                </a:lnTo>
                <a:lnTo>
                  <a:pt x="241" y="405"/>
                </a:lnTo>
                <a:lnTo>
                  <a:pt x="239" y="408"/>
                </a:lnTo>
                <a:lnTo>
                  <a:pt x="238" y="410"/>
                </a:lnTo>
                <a:lnTo>
                  <a:pt x="238" y="414"/>
                </a:lnTo>
                <a:lnTo>
                  <a:pt x="238" y="417"/>
                </a:lnTo>
                <a:lnTo>
                  <a:pt x="238" y="420"/>
                </a:lnTo>
                <a:lnTo>
                  <a:pt x="238" y="421"/>
                </a:lnTo>
                <a:lnTo>
                  <a:pt x="238" y="423"/>
                </a:lnTo>
                <a:lnTo>
                  <a:pt x="239" y="425"/>
                </a:lnTo>
                <a:lnTo>
                  <a:pt x="240" y="426"/>
                </a:lnTo>
                <a:lnTo>
                  <a:pt x="241" y="428"/>
                </a:lnTo>
                <a:lnTo>
                  <a:pt x="242" y="429"/>
                </a:lnTo>
                <a:lnTo>
                  <a:pt x="244" y="430"/>
                </a:lnTo>
                <a:lnTo>
                  <a:pt x="245" y="431"/>
                </a:lnTo>
                <a:lnTo>
                  <a:pt x="249" y="433"/>
                </a:lnTo>
                <a:lnTo>
                  <a:pt x="251" y="434"/>
                </a:lnTo>
                <a:lnTo>
                  <a:pt x="253" y="434"/>
                </a:lnTo>
                <a:lnTo>
                  <a:pt x="257" y="437"/>
                </a:lnTo>
                <a:lnTo>
                  <a:pt x="260" y="439"/>
                </a:lnTo>
                <a:lnTo>
                  <a:pt x="262" y="442"/>
                </a:lnTo>
                <a:lnTo>
                  <a:pt x="264" y="444"/>
                </a:lnTo>
                <a:lnTo>
                  <a:pt x="265" y="447"/>
                </a:lnTo>
                <a:lnTo>
                  <a:pt x="266" y="450"/>
                </a:lnTo>
                <a:lnTo>
                  <a:pt x="267" y="454"/>
                </a:lnTo>
                <a:lnTo>
                  <a:pt x="267" y="458"/>
                </a:lnTo>
                <a:lnTo>
                  <a:pt x="266" y="463"/>
                </a:lnTo>
                <a:lnTo>
                  <a:pt x="265" y="469"/>
                </a:lnTo>
                <a:lnTo>
                  <a:pt x="265" y="471"/>
                </a:lnTo>
                <a:lnTo>
                  <a:pt x="264" y="473"/>
                </a:lnTo>
                <a:lnTo>
                  <a:pt x="263" y="475"/>
                </a:lnTo>
                <a:lnTo>
                  <a:pt x="261" y="477"/>
                </a:lnTo>
                <a:lnTo>
                  <a:pt x="261" y="478"/>
                </a:lnTo>
                <a:lnTo>
                  <a:pt x="259" y="479"/>
                </a:lnTo>
                <a:lnTo>
                  <a:pt x="257" y="481"/>
                </a:lnTo>
                <a:lnTo>
                  <a:pt x="256" y="482"/>
                </a:lnTo>
                <a:lnTo>
                  <a:pt x="254" y="482"/>
                </a:lnTo>
                <a:lnTo>
                  <a:pt x="253" y="483"/>
                </a:lnTo>
                <a:lnTo>
                  <a:pt x="250" y="483"/>
                </a:lnTo>
                <a:lnTo>
                  <a:pt x="248" y="483"/>
                </a:lnTo>
                <a:lnTo>
                  <a:pt x="245" y="483"/>
                </a:lnTo>
                <a:lnTo>
                  <a:pt x="242" y="482"/>
                </a:lnTo>
                <a:lnTo>
                  <a:pt x="240" y="482"/>
                </a:lnTo>
                <a:lnTo>
                  <a:pt x="237" y="481"/>
                </a:lnTo>
                <a:lnTo>
                  <a:pt x="236" y="478"/>
                </a:lnTo>
                <a:lnTo>
                  <a:pt x="234" y="476"/>
                </a:lnTo>
                <a:lnTo>
                  <a:pt x="232" y="474"/>
                </a:lnTo>
                <a:lnTo>
                  <a:pt x="231" y="470"/>
                </a:lnTo>
                <a:lnTo>
                  <a:pt x="231" y="468"/>
                </a:lnTo>
                <a:lnTo>
                  <a:pt x="230" y="464"/>
                </a:lnTo>
                <a:lnTo>
                  <a:pt x="230" y="459"/>
                </a:lnTo>
                <a:lnTo>
                  <a:pt x="230" y="454"/>
                </a:lnTo>
                <a:lnTo>
                  <a:pt x="236" y="454"/>
                </a:lnTo>
                <a:lnTo>
                  <a:pt x="236" y="459"/>
                </a:lnTo>
                <a:lnTo>
                  <a:pt x="236" y="464"/>
                </a:lnTo>
                <a:lnTo>
                  <a:pt x="237" y="467"/>
                </a:lnTo>
                <a:lnTo>
                  <a:pt x="239" y="470"/>
                </a:lnTo>
                <a:lnTo>
                  <a:pt x="240" y="471"/>
                </a:lnTo>
                <a:lnTo>
                  <a:pt x="241" y="473"/>
                </a:lnTo>
                <a:lnTo>
                  <a:pt x="241" y="474"/>
                </a:lnTo>
                <a:lnTo>
                  <a:pt x="243" y="474"/>
                </a:lnTo>
                <a:lnTo>
                  <a:pt x="244" y="474"/>
                </a:lnTo>
                <a:lnTo>
                  <a:pt x="245" y="475"/>
                </a:lnTo>
                <a:lnTo>
                  <a:pt x="247" y="475"/>
                </a:lnTo>
                <a:lnTo>
                  <a:pt x="249" y="475"/>
                </a:lnTo>
                <a:lnTo>
                  <a:pt x="251" y="475"/>
                </a:lnTo>
                <a:lnTo>
                  <a:pt x="253" y="474"/>
                </a:lnTo>
                <a:lnTo>
                  <a:pt x="255" y="473"/>
                </a:lnTo>
                <a:lnTo>
                  <a:pt x="257" y="471"/>
                </a:lnTo>
                <a:lnTo>
                  <a:pt x="258" y="469"/>
                </a:lnTo>
                <a:lnTo>
                  <a:pt x="259" y="466"/>
                </a:lnTo>
                <a:lnTo>
                  <a:pt x="260" y="463"/>
                </a:lnTo>
                <a:lnTo>
                  <a:pt x="260" y="460"/>
                </a:lnTo>
                <a:lnTo>
                  <a:pt x="260" y="457"/>
                </a:lnTo>
                <a:lnTo>
                  <a:pt x="259" y="454"/>
                </a:lnTo>
                <a:lnTo>
                  <a:pt x="258" y="453"/>
                </a:lnTo>
                <a:lnTo>
                  <a:pt x="257" y="450"/>
                </a:lnTo>
                <a:lnTo>
                  <a:pt x="257" y="449"/>
                </a:lnTo>
                <a:lnTo>
                  <a:pt x="255" y="447"/>
                </a:lnTo>
                <a:lnTo>
                  <a:pt x="253" y="446"/>
                </a:lnTo>
                <a:lnTo>
                  <a:pt x="251" y="445"/>
                </a:lnTo>
                <a:lnTo>
                  <a:pt x="251" y="445"/>
                </a:lnTo>
                <a:lnTo>
                  <a:pt x="250" y="444"/>
                </a:lnTo>
                <a:lnTo>
                  <a:pt x="249" y="443"/>
                </a:lnTo>
                <a:lnTo>
                  <a:pt x="246" y="442"/>
                </a:lnTo>
                <a:lnTo>
                  <a:pt x="241" y="439"/>
                </a:lnTo>
                <a:lnTo>
                  <a:pt x="238" y="437"/>
                </a:lnTo>
                <a:lnTo>
                  <a:pt x="236" y="436"/>
                </a:lnTo>
                <a:lnTo>
                  <a:pt x="234" y="434"/>
                </a:lnTo>
                <a:lnTo>
                  <a:pt x="233" y="432"/>
                </a:lnTo>
                <a:lnTo>
                  <a:pt x="232" y="430"/>
                </a:lnTo>
                <a:lnTo>
                  <a:pt x="232" y="427"/>
                </a:lnTo>
                <a:lnTo>
                  <a:pt x="231" y="424"/>
                </a:lnTo>
                <a:lnTo>
                  <a:pt x="231" y="421"/>
                </a:lnTo>
                <a:lnTo>
                  <a:pt x="231" y="417"/>
                </a:lnTo>
                <a:lnTo>
                  <a:pt x="231" y="412"/>
                </a:lnTo>
                <a:lnTo>
                  <a:pt x="232" y="407"/>
                </a:lnTo>
                <a:lnTo>
                  <a:pt x="232" y="405"/>
                </a:lnTo>
                <a:lnTo>
                  <a:pt x="233" y="403"/>
                </a:lnTo>
                <a:lnTo>
                  <a:pt x="234" y="401"/>
                </a:lnTo>
                <a:lnTo>
                  <a:pt x="235" y="399"/>
                </a:lnTo>
                <a:lnTo>
                  <a:pt x="236" y="397"/>
                </a:lnTo>
                <a:lnTo>
                  <a:pt x="237" y="397"/>
                </a:lnTo>
                <a:lnTo>
                  <a:pt x="239" y="395"/>
                </a:lnTo>
                <a:lnTo>
                  <a:pt x="241" y="394"/>
                </a:lnTo>
                <a:lnTo>
                  <a:pt x="242" y="393"/>
                </a:lnTo>
                <a:lnTo>
                  <a:pt x="244" y="393"/>
                </a:lnTo>
                <a:lnTo>
                  <a:pt x="245" y="393"/>
                </a:lnTo>
                <a:lnTo>
                  <a:pt x="248" y="393"/>
                </a:lnTo>
                <a:lnTo>
                  <a:pt x="249" y="393"/>
                </a:lnTo>
                <a:lnTo>
                  <a:pt x="252" y="393"/>
                </a:lnTo>
                <a:lnTo>
                  <a:pt x="253" y="393"/>
                </a:lnTo>
                <a:lnTo>
                  <a:pt x="256" y="394"/>
                </a:lnTo>
                <a:lnTo>
                  <a:pt x="257" y="395"/>
                </a:lnTo>
                <a:lnTo>
                  <a:pt x="258" y="396"/>
                </a:lnTo>
                <a:lnTo>
                  <a:pt x="260" y="397"/>
                </a:lnTo>
                <a:lnTo>
                  <a:pt x="261" y="399"/>
                </a:lnTo>
                <a:lnTo>
                  <a:pt x="262" y="401"/>
                </a:lnTo>
                <a:lnTo>
                  <a:pt x="263" y="403"/>
                </a:lnTo>
                <a:lnTo>
                  <a:pt x="264" y="405"/>
                </a:lnTo>
                <a:lnTo>
                  <a:pt x="264" y="407"/>
                </a:lnTo>
                <a:lnTo>
                  <a:pt x="265" y="412"/>
                </a:lnTo>
                <a:lnTo>
                  <a:pt x="265" y="417"/>
                </a:lnTo>
                <a:lnTo>
                  <a:pt x="265" y="417"/>
                </a:lnTo>
                <a:close/>
                <a:moveTo>
                  <a:pt x="16" y="438"/>
                </a:moveTo>
                <a:lnTo>
                  <a:pt x="18" y="438"/>
                </a:lnTo>
                <a:lnTo>
                  <a:pt x="20" y="438"/>
                </a:lnTo>
                <a:lnTo>
                  <a:pt x="21" y="437"/>
                </a:lnTo>
                <a:lnTo>
                  <a:pt x="23" y="436"/>
                </a:lnTo>
                <a:lnTo>
                  <a:pt x="24" y="435"/>
                </a:lnTo>
                <a:lnTo>
                  <a:pt x="27" y="434"/>
                </a:lnTo>
                <a:lnTo>
                  <a:pt x="28" y="433"/>
                </a:lnTo>
                <a:lnTo>
                  <a:pt x="29" y="431"/>
                </a:lnTo>
                <a:lnTo>
                  <a:pt x="30" y="430"/>
                </a:lnTo>
                <a:lnTo>
                  <a:pt x="32" y="428"/>
                </a:lnTo>
                <a:lnTo>
                  <a:pt x="32" y="425"/>
                </a:lnTo>
                <a:lnTo>
                  <a:pt x="34" y="423"/>
                </a:lnTo>
                <a:lnTo>
                  <a:pt x="58" y="358"/>
                </a:lnTo>
                <a:lnTo>
                  <a:pt x="51" y="355"/>
                </a:lnTo>
                <a:lnTo>
                  <a:pt x="27" y="420"/>
                </a:lnTo>
                <a:lnTo>
                  <a:pt x="25" y="423"/>
                </a:lnTo>
                <a:lnTo>
                  <a:pt x="24" y="425"/>
                </a:lnTo>
                <a:lnTo>
                  <a:pt x="23" y="426"/>
                </a:lnTo>
                <a:lnTo>
                  <a:pt x="20" y="428"/>
                </a:lnTo>
                <a:lnTo>
                  <a:pt x="19" y="429"/>
                </a:lnTo>
                <a:lnTo>
                  <a:pt x="17" y="429"/>
                </a:lnTo>
                <a:lnTo>
                  <a:pt x="15" y="429"/>
                </a:lnTo>
                <a:lnTo>
                  <a:pt x="13" y="428"/>
                </a:lnTo>
                <a:lnTo>
                  <a:pt x="12" y="427"/>
                </a:lnTo>
                <a:lnTo>
                  <a:pt x="10" y="425"/>
                </a:lnTo>
                <a:lnTo>
                  <a:pt x="9" y="424"/>
                </a:lnTo>
                <a:lnTo>
                  <a:pt x="8" y="421"/>
                </a:lnTo>
                <a:lnTo>
                  <a:pt x="8" y="419"/>
                </a:lnTo>
                <a:lnTo>
                  <a:pt x="8" y="417"/>
                </a:lnTo>
                <a:lnTo>
                  <a:pt x="8" y="414"/>
                </a:lnTo>
                <a:lnTo>
                  <a:pt x="8" y="411"/>
                </a:lnTo>
                <a:lnTo>
                  <a:pt x="33" y="346"/>
                </a:lnTo>
                <a:lnTo>
                  <a:pt x="26" y="342"/>
                </a:lnTo>
                <a:lnTo>
                  <a:pt x="2" y="407"/>
                </a:lnTo>
                <a:lnTo>
                  <a:pt x="1" y="410"/>
                </a:lnTo>
                <a:lnTo>
                  <a:pt x="0" y="412"/>
                </a:lnTo>
                <a:lnTo>
                  <a:pt x="0" y="414"/>
                </a:lnTo>
                <a:lnTo>
                  <a:pt x="0" y="417"/>
                </a:lnTo>
                <a:lnTo>
                  <a:pt x="0" y="419"/>
                </a:lnTo>
                <a:lnTo>
                  <a:pt x="0" y="421"/>
                </a:lnTo>
                <a:lnTo>
                  <a:pt x="0" y="423"/>
                </a:lnTo>
                <a:lnTo>
                  <a:pt x="1" y="425"/>
                </a:lnTo>
                <a:lnTo>
                  <a:pt x="3" y="428"/>
                </a:lnTo>
                <a:lnTo>
                  <a:pt x="4" y="430"/>
                </a:lnTo>
                <a:lnTo>
                  <a:pt x="5" y="432"/>
                </a:lnTo>
                <a:lnTo>
                  <a:pt x="7" y="434"/>
                </a:lnTo>
                <a:lnTo>
                  <a:pt x="8" y="435"/>
                </a:lnTo>
                <a:lnTo>
                  <a:pt x="11" y="436"/>
                </a:lnTo>
                <a:lnTo>
                  <a:pt x="14" y="438"/>
                </a:lnTo>
                <a:lnTo>
                  <a:pt x="16" y="438"/>
                </a:lnTo>
                <a:lnTo>
                  <a:pt x="16" y="438"/>
                </a:lnTo>
                <a:close/>
                <a:moveTo>
                  <a:pt x="68" y="458"/>
                </a:moveTo>
                <a:lnTo>
                  <a:pt x="68" y="373"/>
                </a:lnTo>
                <a:lnTo>
                  <a:pt x="44" y="450"/>
                </a:lnTo>
                <a:lnTo>
                  <a:pt x="37" y="447"/>
                </a:lnTo>
                <a:lnTo>
                  <a:pt x="64" y="361"/>
                </a:lnTo>
                <a:lnTo>
                  <a:pt x="75" y="365"/>
                </a:lnTo>
                <a:lnTo>
                  <a:pt x="74" y="435"/>
                </a:lnTo>
                <a:lnTo>
                  <a:pt x="91" y="370"/>
                </a:lnTo>
                <a:lnTo>
                  <a:pt x="98" y="373"/>
                </a:lnTo>
                <a:lnTo>
                  <a:pt x="75" y="460"/>
                </a:lnTo>
                <a:lnTo>
                  <a:pt x="68" y="458"/>
                </a:lnTo>
                <a:lnTo>
                  <a:pt x="68" y="458"/>
                </a:lnTo>
                <a:close/>
                <a:moveTo>
                  <a:pt x="92" y="466"/>
                </a:moveTo>
                <a:lnTo>
                  <a:pt x="111" y="377"/>
                </a:lnTo>
                <a:lnTo>
                  <a:pt x="104" y="375"/>
                </a:lnTo>
                <a:lnTo>
                  <a:pt x="84" y="463"/>
                </a:lnTo>
                <a:lnTo>
                  <a:pt x="92" y="466"/>
                </a:lnTo>
                <a:lnTo>
                  <a:pt x="92" y="466"/>
                </a:lnTo>
                <a:close/>
                <a:moveTo>
                  <a:pt x="124" y="454"/>
                </a:moveTo>
                <a:lnTo>
                  <a:pt x="123" y="381"/>
                </a:lnTo>
                <a:lnTo>
                  <a:pt x="116" y="378"/>
                </a:lnTo>
                <a:lnTo>
                  <a:pt x="117" y="471"/>
                </a:lnTo>
                <a:lnTo>
                  <a:pt x="124" y="474"/>
                </a:lnTo>
                <a:lnTo>
                  <a:pt x="152" y="386"/>
                </a:lnTo>
                <a:lnTo>
                  <a:pt x="144" y="385"/>
                </a:lnTo>
                <a:lnTo>
                  <a:pt x="124" y="454"/>
                </a:lnTo>
                <a:lnTo>
                  <a:pt x="124" y="454"/>
                </a:lnTo>
                <a:close/>
                <a:moveTo>
                  <a:pt x="146" y="477"/>
                </a:moveTo>
                <a:lnTo>
                  <a:pt x="157" y="387"/>
                </a:lnTo>
                <a:lnTo>
                  <a:pt x="187" y="392"/>
                </a:lnTo>
                <a:lnTo>
                  <a:pt x="186" y="401"/>
                </a:lnTo>
                <a:lnTo>
                  <a:pt x="164" y="397"/>
                </a:lnTo>
                <a:lnTo>
                  <a:pt x="160" y="426"/>
                </a:lnTo>
                <a:lnTo>
                  <a:pt x="177" y="429"/>
                </a:lnTo>
                <a:lnTo>
                  <a:pt x="176" y="438"/>
                </a:lnTo>
                <a:lnTo>
                  <a:pt x="160" y="436"/>
                </a:lnTo>
                <a:lnTo>
                  <a:pt x="155" y="469"/>
                </a:lnTo>
                <a:lnTo>
                  <a:pt x="179" y="472"/>
                </a:lnTo>
                <a:lnTo>
                  <a:pt x="177" y="481"/>
                </a:lnTo>
                <a:lnTo>
                  <a:pt x="146" y="477"/>
                </a:lnTo>
                <a:lnTo>
                  <a:pt x="146" y="477"/>
                </a:lnTo>
                <a:close/>
                <a:moveTo>
                  <a:pt x="224" y="483"/>
                </a:moveTo>
                <a:lnTo>
                  <a:pt x="214" y="438"/>
                </a:lnTo>
                <a:lnTo>
                  <a:pt x="216" y="438"/>
                </a:lnTo>
                <a:lnTo>
                  <a:pt x="216" y="437"/>
                </a:lnTo>
                <a:lnTo>
                  <a:pt x="217" y="436"/>
                </a:lnTo>
                <a:lnTo>
                  <a:pt x="219" y="434"/>
                </a:lnTo>
                <a:lnTo>
                  <a:pt x="220" y="432"/>
                </a:lnTo>
                <a:lnTo>
                  <a:pt x="222" y="430"/>
                </a:lnTo>
                <a:lnTo>
                  <a:pt x="223" y="426"/>
                </a:lnTo>
                <a:lnTo>
                  <a:pt x="224" y="423"/>
                </a:lnTo>
                <a:lnTo>
                  <a:pt x="224" y="423"/>
                </a:lnTo>
                <a:lnTo>
                  <a:pt x="224" y="422"/>
                </a:lnTo>
                <a:lnTo>
                  <a:pt x="225" y="420"/>
                </a:lnTo>
                <a:lnTo>
                  <a:pt x="225" y="414"/>
                </a:lnTo>
                <a:lnTo>
                  <a:pt x="225" y="410"/>
                </a:lnTo>
                <a:lnTo>
                  <a:pt x="224" y="407"/>
                </a:lnTo>
                <a:lnTo>
                  <a:pt x="223" y="403"/>
                </a:lnTo>
                <a:lnTo>
                  <a:pt x="221" y="400"/>
                </a:lnTo>
                <a:lnTo>
                  <a:pt x="220" y="398"/>
                </a:lnTo>
                <a:lnTo>
                  <a:pt x="220" y="397"/>
                </a:lnTo>
                <a:lnTo>
                  <a:pt x="218" y="395"/>
                </a:lnTo>
                <a:lnTo>
                  <a:pt x="216" y="394"/>
                </a:lnTo>
                <a:lnTo>
                  <a:pt x="215" y="393"/>
                </a:lnTo>
                <a:lnTo>
                  <a:pt x="213" y="393"/>
                </a:lnTo>
                <a:lnTo>
                  <a:pt x="211" y="392"/>
                </a:lnTo>
                <a:lnTo>
                  <a:pt x="209" y="392"/>
                </a:lnTo>
                <a:lnTo>
                  <a:pt x="193" y="391"/>
                </a:lnTo>
                <a:lnTo>
                  <a:pt x="189" y="482"/>
                </a:lnTo>
                <a:lnTo>
                  <a:pt x="197" y="482"/>
                </a:lnTo>
                <a:lnTo>
                  <a:pt x="199" y="439"/>
                </a:lnTo>
                <a:lnTo>
                  <a:pt x="206" y="440"/>
                </a:lnTo>
                <a:lnTo>
                  <a:pt x="216" y="483"/>
                </a:lnTo>
                <a:lnTo>
                  <a:pt x="224" y="483"/>
                </a:lnTo>
                <a:lnTo>
                  <a:pt x="224" y="483"/>
                </a:lnTo>
                <a:close/>
                <a:moveTo>
                  <a:pt x="199" y="430"/>
                </a:moveTo>
                <a:lnTo>
                  <a:pt x="200" y="401"/>
                </a:lnTo>
                <a:lnTo>
                  <a:pt x="208" y="401"/>
                </a:lnTo>
                <a:lnTo>
                  <a:pt x="209" y="401"/>
                </a:lnTo>
                <a:lnTo>
                  <a:pt x="212" y="402"/>
                </a:lnTo>
                <a:lnTo>
                  <a:pt x="213" y="403"/>
                </a:lnTo>
                <a:lnTo>
                  <a:pt x="214" y="405"/>
                </a:lnTo>
                <a:lnTo>
                  <a:pt x="216" y="407"/>
                </a:lnTo>
                <a:lnTo>
                  <a:pt x="216" y="409"/>
                </a:lnTo>
                <a:lnTo>
                  <a:pt x="216" y="412"/>
                </a:lnTo>
                <a:lnTo>
                  <a:pt x="216" y="415"/>
                </a:lnTo>
                <a:lnTo>
                  <a:pt x="216" y="418"/>
                </a:lnTo>
                <a:lnTo>
                  <a:pt x="216" y="421"/>
                </a:lnTo>
                <a:lnTo>
                  <a:pt x="214" y="425"/>
                </a:lnTo>
                <a:lnTo>
                  <a:pt x="213" y="427"/>
                </a:lnTo>
                <a:lnTo>
                  <a:pt x="212" y="429"/>
                </a:lnTo>
                <a:lnTo>
                  <a:pt x="210" y="430"/>
                </a:lnTo>
                <a:lnTo>
                  <a:pt x="208" y="430"/>
                </a:lnTo>
                <a:lnTo>
                  <a:pt x="206" y="430"/>
                </a:lnTo>
                <a:lnTo>
                  <a:pt x="199" y="430"/>
                </a:lnTo>
                <a:lnTo>
                  <a:pt x="199" y="430"/>
                </a:lnTo>
                <a:close/>
                <a:moveTo>
                  <a:pt x="285" y="481"/>
                </a:moveTo>
                <a:lnTo>
                  <a:pt x="278" y="390"/>
                </a:lnTo>
                <a:lnTo>
                  <a:pt x="270" y="391"/>
                </a:lnTo>
                <a:lnTo>
                  <a:pt x="278" y="482"/>
                </a:lnTo>
                <a:lnTo>
                  <a:pt x="285" y="481"/>
                </a:lnTo>
                <a:lnTo>
                  <a:pt x="285" y="481"/>
                </a:lnTo>
                <a:close/>
                <a:moveTo>
                  <a:pt x="282" y="398"/>
                </a:moveTo>
                <a:lnTo>
                  <a:pt x="282" y="389"/>
                </a:lnTo>
                <a:lnTo>
                  <a:pt x="318" y="385"/>
                </a:lnTo>
                <a:lnTo>
                  <a:pt x="319" y="393"/>
                </a:lnTo>
                <a:lnTo>
                  <a:pt x="305" y="395"/>
                </a:lnTo>
                <a:lnTo>
                  <a:pt x="314" y="477"/>
                </a:lnTo>
                <a:lnTo>
                  <a:pt x="307" y="478"/>
                </a:lnTo>
                <a:lnTo>
                  <a:pt x="297" y="397"/>
                </a:lnTo>
                <a:lnTo>
                  <a:pt x="282" y="398"/>
                </a:lnTo>
                <a:lnTo>
                  <a:pt x="282" y="398"/>
                </a:lnTo>
                <a:close/>
                <a:moveTo>
                  <a:pt x="344" y="428"/>
                </a:moveTo>
                <a:lnTo>
                  <a:pt x="353" y="470"/>
                </a:lnTo>
                <a:lnTo>
                  <a:pt x="361" y="468"/>
                </a:lnTo>
                <a:lnTo>
                  <a:pt x="351" y="426"/>
                </a:lnTo>
                <a:lnTo>
                  <a:pt x="357" y="374"/>
                </a:lnTo>
                <a:lnTo>
                  <a:pt x="350" y="377"/>
                </a:lnTo>
                <a:lnTo>
                  <a:pt x="345" y="416"/>
                </a:lnTo>
                <a:lnTo>
                  <a:pt x="329" y="381"/>
                </a:lnTo>
                <a:lnTo>
                  <a:pt x="322" y="384"/>
                </a:lnTo>
                <a:lnTo>
                  <a:pt x="344" y="428"/>
                </a:lnTo>
                <a:lnTo>
                  <a:pt x="344" y="428"/>
                </a:lnTo>
                <a:close/>
                <a:moveTo>
                  <a:pt x="427" y="446"/>
                </a:moveTo>
                <a:lnTo>
                  <a:pt x="429" y="445"/>
                </a:lnTo>
                <a:lnTo>
                  <a:pt x="431" y="443"/>
                </a:lnTo>
                <a:lnTo>
                  <a:pt x="433" y="442"/>
                </a:lnTo>
                <a:lnTo>
                  <a:pt x="434" y="440"/>
                </a:lnTo>
                <a:lnTo>
                  <a:pt x="436" y="438"/>
                </a:lnTo>
                <a:lnTo>
                  <a:pt x="437" y="436"/>
                </a:lnTo>
                <a:lnTo>
                  <a:pt x="437" y="433"/>
                </a:lnTo>
                <a:lnTo>
                  <a:pt x="437" y="430"/>
                </a:lnTo>
                <a:lnTo>
                  <a:pt x="438" y="427"/>
                </a:lnTo>
                <a:lnTo>
                  <a:pt x="437" y="423"/>
                </a:lnTo>
                <a:lnTo>
                  <a:pt x="437" y="419"/>
                </a:lnTo>
                <a:lnTo>
                  <a:pt x="436" y="414"/>
                </a:lnTo>
                <a:lnTo>
                  <a:pt x="433" y="403"/>
                </a:lnTo>
                <a:lnTo>
                  <a:pt x="431" y="393"/>
                </a:lnTo>
                <a:lnTo>
                  <a:pt x="429" y="388"/>
                </a:lnTo>
                <a:lnTo>
                  <a:pt x="427" y="383"/>
                </a:lnTo>
                <a:lnTo>
                  <a:pt x="425" y="379"/>
                </a:lnTo>
                <a:lnTo>
                  <a:pt x="423" y="374"/>
                </a:lnTo>
                <a:lnTo>
                  <a:pt x="421" y="370"/>
                </a:lnTo>
                <a:lnTo>
                  <a:pt x="419" y="367"/>
                </a:lnTo>
                <a:lnTo>
                  <a:pt x="417" y="364"/>
                </a:lnTo>
                <a:lnTo>
                  <a:pt x="415" y="362"/>
                </a:lnTo>
                <a:lnTo>
                  <a:pt x="413" y="360"/>
                </a:lnTo>
                <a:lnTo>
                  <a:pt x="411" y="359"/>
                </a:lnTo>
                <a:lnTo>
                  <a:pt x="409" y="358"/>
                </a:lnTo>
                <a:lnTo>
                  <a:pt x="407" y="357"/>
                </a:lnTo>
                <a:lnTo>
                  <a:pt x="405" y="357"/>
                </a:lnTo>
                <a:lnTo>
                  <a:pt x="403" y="357"/>
                </a:lnTo>
                <a:lnTo>
                  <a:pt x="401" y="357"/>
                </a:lnTo>
                <a:lnTo>
                  <a:pt x="398" y="358"/>
                </a:lnTo>
                <a:lnTo>
                  <a:pt x="396" y="360"/>
                </a:lnTo>
                <a:lnTo>
                  <a:pt x="394" y="361"/>
                </a:lnTo>
                <a:lnTo>
                  <a:pt x="393" y="362"/>
                </a:lnTo>
                <a:lnTo>
                  <a:pt x="391" y="364"/>
                </a:lnTo>
                <a:lnTo>
                  <a:pt x="390" y="366"/>
                </a:lnTo>
                <a:lnTo>
                  <a:pt x="389" y="369"/>
                </a:lnTo>
                <a:lnTo>
                  <a:pt x="388" y="371"/>
                </a:lnTo>
                <a:lnTo>
                  <a:pt x="388" y="374"/>
                </a:lnTo>
                <a:lnTo>
                  <a:pt x="388" y="377"/>
                </a:lnTo>
                <a:lnTo>
                  <a:pt x="388" y="381"/>
                </a:lnTo>
                <a:lnTo>
                  <a:pt x="389" y="385"/>
                </a:lnTo>
                <a:lnTo>
                  <a:pt x="389" y="389"/>
                </a:lnTo>
                <a:lnTo>
                  <a:pt x="392" y="399"/>
                </a:lnTo>
                <a:lnTo>
                  <a:pt x="395" y="409"/>
                </a:lnTo>
                <a:lnTo>
                  <a:pt x="398" y="419"/>
                </a:lnTo>
                <a:lnTo>
                  <a:pt x="402" y="429"/>
                </a:lnTo>
                <a:lnTo>
                  <a:pt x="405" y="433"/>
                </a:lnTo>
                <a:lnTo>
                  <a:pt x="407" y="437"/>
                </a:lnTo>
                <a:lnTo>
                  <a:pt x="409" y="440"/>
                </a:lnTo>
                <a:lnTo>
                  <a:pt x="410" y="442"/>
                </a:lnTo>
                <a:lnTo>
                  <a:pt x="413" y="444"/>
                </a:lnTo>
                <a:lnTo>
                  <a:pt x="414" y="446"/>
                </a:lnTo>
                <a:lnTo>
                  <a:pt x="416" y="446"/>
                </a:lnTo>
                <a:lnTo>
                  <a:pt x="418" y="447"/>
                </a:lnTo>
                <a:lnTo>
                  <a:pt x="421" y="447"/>
                </a:lnTo>
                <a:lnTo>
                  <a:pt x="423" y="447"/>
                </a:lnTo>
                <a:lnTo>
                  <a:pt x="425" y="446"/>
                </a:lnTo>
                <a:lnTo>
                  <a:pt x="427" y="446"/>
                </a:lnTo>
                <a:lnTo>
                  <a:pt x="427" y="446"/>
                </a:lnTo>
                <a:close/>
                <a:moveTo>
                  <a:pt x="425" y="438"/>
                </a:moveTo>
                <a:lnTo>
                  <a:pt x="422" y="438"/>
                </a:lnTo>
                <a:lnTo>
                  <a:pt x="421" y="438"/>
                </a:lnTo>
                <a:lnTo>
                  <a:pt x="419" y="438"/>
                </a:lnTo>
                <a:lnTo>
                  <a:pt x="417" y="438"/>
                </a:lnTo>
                <a:lnTo>
                  <a:pt x="417" y="437"/>
                </a:lnTo>
                <a:lnTo>
                  <a:pt x="416" y="436"/>
                </a:lnTo>
                <a:lnTo>
                  <a:pt x="414" y="434"/>
                </a:lnTo>
                <a:lnTo>
                  <a:pt x="413" y="432"/>
                </a:lnTo>
                <a:lnTo>
                  <a:pt x="411" y="430"/>
                </a:lnTo>
                <a:lnTo>
                  <a:pt x="410" y="427"/>
                </a:lnTo>
                <a:lnTo>
                  <a:pt x="408" y="423"/>
                </a:lnTo>
                <a:lnTo>
                  <a:pt x="405" y="417"/>
                </a:lnTo>
                <a:lnTo>
                  <a:pt x="404" y="411"/>
                </a:lnTo>
                <a:lnTo>
                  <a:pt x="401" y="405"/>
                </a:lnTo>
                <a:lnTo>
                  <a:pt x="400" y="401"/>
                </a:lnTo>
                <a:lnTo>
                  <a:pt x="398" y="395"/>
                </a:lnTo>
                <a:lnTo>
                  <a:pt x="397" y="389"/>
                </a:lnTo>
                <a:lnTo>
                  <a:pt x="396" y="386"/>
                </a:lnTo>
                <a:lnTo>
                  <a:pt x="396" y="382"/>
                </a:lnTo>
                <a:lnTo>
                  <a:pt x="395" y="380"/>
                </a:lnTo>
                <a:lnTo>
                  <a:pt x="395" y="377"/>
                </a:lnTo>
                <a:lnTo>
                  <a:pt x="396" y="375"/>
                </a:lnTo>
                <a:lnTo>
                  <a:pt x="396" y="373"/>
                </a:lnTo>
                <a:lnTo>
                  <a:pt x="396" y="372"/>
                </a:lnTo>
                <a:lnTo>
                  <a:pt x="397" y="370"/>
                </a:lnTo>
                <a:lnTo>
                  <a:pt x="397" y="369"/>
                </a:lnTo>
                <a:lnTo>
                  <a:pt x="399" y="368"/>
                </a:lnTo>
                <a:lnTo>
                  <a:pt x="401" y="366"/>
                </a:lnTo>
                <a:lnTo>
                  <a:pt x="403" y="365"/>
                </a:lnTo>
                <a:lnTo>
                  <a:pt x="405" y="365"/>
                </a:lnTo>
                <a:lnTo>
                  <a:pt x="407" y="366"/>
                </a:lnTo>
                <a:lnTo>
                  <a:pt x="408" y="367"/>
                </a:lnTo>
                <a:lnTo>
                  <a:pt x="409" y="368"/>
                </a:lnTo>
                <a:lnTo>
                  <a:pt x="410" y="369"/>
                </a:lnTo>
                <a:lnTo>
                  <a:pt x="412" y="370"/>
                </a:lnTo>
                <a:lnTo>
                  <a:pt x="413" y="372"/>
                </a:lnTo>
                <a:lnTo>
                  <a:pt x="414" y="374"/>
                </a:lnTo>
                <a:lnTo>
                  <a:pt x="416" y="377"/>
                </a:lnTo>
                <a:lnTo>
                  <a:pt x="417" y="381"/>
                </a:lnTo>
                <a:lnTo>
                  <a:pt x="420" y="385"/>
                </a:lnTo>
                <a:lnTo>
                  <a:pt x="421" y="391"/>
                </a:lnTo>
                <a:lnTo>
                  <a:pt x="423" y="396"/>
                </a:lnTo>
                <a:lnTo>
                  <a:pt x="425" y="401"/>
                </a:lnTo>
                <a:lnTo>
                  <a:pt x="427" y="408"/>
                </a:lnTo>
                <a:lnTo>
                  <a:pt x="429" y="414"/>
                </a:lnTo>
                <a:lnTo>
                  <a:pt x="429" y="418"/>
                </a:lnTo>
                <a:lnTo>
                  <a:pt x="430" y="421"/>
                </a:lnTo>
                <a:lnTo>
                  <a:pt x="430" y="425"/>
                </a:lnTo>
                <a:lnTo>
                  <a:pt x="430" y="427"/>
                </a:lnTo>
                <a:lnTo>
                  <a:pt x="430" y="429"/>
                </a:lnTo>
                <a:lnTo>
                  <a:pt x="430" y="431"/>
                </a:lnTo>
                <a:lnTo>
                  <a:pt x="429" y="433"/>
                </a:lnTo>
                <a:lnTo>
                  <a:pt x="429" y="434"/>
                </a:lnTo>
                <a:lnTo>
                  <a:pt x="429" y="435"/>
                </a:lnTo>
                <a:lnTo>
                  <a:pt x="427" y="437"/>
                </a:lnTo>
                <a:lnTo>
                  <a:pt x="425" y="438"/>
                </a:lnTo>
                <a:lnTo>
                  <a:pt x="425" y="438"/>
                </a:lnTo>
                <a:close/>
                <a:moveTo>
                  <a:pt x="454" y="434"/>
                </a:moveTo>
                <a:lnTo>
                  <a:pt x="421" y="349"/>
                </a:lnTo>
                <a:lnTo>
                  <a:pt x="448" y="334"/>
                </a:lnTo>
                <a:lnTo>
                  <a:pt x="452" y="343"/>
                </a:lnTo>
                <a:lnTo>
                  <a:pt x="431" y="353"/>
                </a:lnTo>
                <a:lnTo>
                  <a:pt x="441" y="377"/>
                </a:lnTo>
                <a:lnTo>
                  <a:pt x="459" y="367"/>
                </a:lnTo>
                <a:lnTo>
                  <a:pt x="462" y="375"/>
                </a:lnTo>
                <a:lnTo>
                  <a:pt x="444" y="385"/>
                </a:lnTo>
                <a:lnTo>
                  <a:pt x="461" y="430"/>
                </a:lnTo>
                <a:lnTo>
                  <a:pt x="454" y="434"/>
                </a:lnTo>
                <a:lnTo>
                  <a:pt x="454" y="434"/>
                </a:lnTo>
                <a:close/>
                <a:moveTo>
                  <a:pt x="471" y="330"/>
                </a:moveTo>
                <a:lnTo>
                  <a:pt x="484" y="321"/>
                </a:lnTo>
                <a:lnTo>
                  <a:pt x="526" y="392"/>
                </a:lnTo>
                <a:lnTo>
                  <a:pt x="533" y="388"/>
                </a:lnTo>
                <a:lnTo>
                  <a:pt x="490" y="317"/>
                </a:lnTo>
                <a:lnTo>
                  <a:pt x="503" y="308"/>
                </a:lnTo>
                <a:lnTo>
                  <a:pt x="498" y="301"/>
                </a:lnTo>
                <a:lnTo>
                  <a:pt x="466" y="323"/>
                </a:lnTo>
                <a:lnTo>
                  <a:pt x="471" y="330"/>
                </a:lnTo>
                <a:lnTo>
                  <a:pt x="471" y="330"/>
                </a:lnTo>
                <a:close/>
                <a:moveTo>
                  <a:pt x="551" y="375"/>
                </a:moveTo>
                <a:lnTo>
                  <a:pt x="503" y="297"/>
                </a:lnTo>
                <a:lnTo>
                  <a:pt x="527" y="277"/>
                </a:lnTo>
                <a:lnTo>
                  <a:pt x="532" y="284"/>
                </a:lnTo>
                <a:lnTo>
                  <a:pt x="514" y="299"/>
                </a:lnTo>
                <a:lnTo>
                  <a:pt x="529" y="324"/>
                </a:lnTo>
                <a:lnTo>
                  <a:pt x="542" y="312"/>
                </a:lnTo>
                <a:lnTo>
                  <a:pt x="547" y="319"/>
                </a:lnTo>
                <a:lnTo>
                  <a:pt x="533" y="331"/>
                </a:lnTo>
                <a:lnTo>
                  <a:pt x="553" y="363"/>
                </a:lnTo>
                <a:lnTo>
                  <a:pt x="572" y="346"/>
                </a:lnTo>
                <a:lnTo>
                  <a:pt x="576" y="353"/>
                </a:lnTo>
                <a:lnTo>
                  <a:pt x="551" y="375"/>
                </a:lnTo>
                <a:lnTo>
                  <a:pt x="551" y="375"/>
                </a:lnTo>
                <a:close/>
                <a:moveTo>
                  <a:pt x="588" y="306"/>
                </a:moveTo>
                <a:lnTo>
                  <a:pt x="591" y="311"/>
                </a:lnTo>
                <a:lnTo>
                  <a:pt x="593" y="315"/>
                </a:lnTo>
                <a:lnTo>
                  <a:pt x="595" y="319"/>
                </a:lnTo>
                <a:lnTo>
                  <a:pt x="595" y="321"/>
                </a:lnTo>
                <a:lnTo>
                  <a:pt x="595" y="324"/>
                </a:lnTo>
                <a:lnTo>
                  <a:pt x="595" y="326"/>
                </a:lnTo>
                <a:lnTo>
                  <a:pt x="594" y="328"/>
                </a:lnTo>
                <a:lnTo>
                  <a:pt x="593" y="329"/>
                </a:lnTo>
                <a:lnTo>
                  <a:pt x="590" y="330"/>
                </a:lnTo>
                <a:lnTo>
                  <a:pt x="589" y="332"/>
                </a:lnTo>
                <a:lnTo>
                  <a:pt x="588" y="332"/>
                </a:lnTo>
                <a:lnTo>
                  <a:pt x="586" y="332"/>
                </a:lnTo>
                <a:lnTo>
                  <a:pt x="585" y="331"/>
                </a:lnTo>
                <a:lnTo>
                  <a:pt x="583" y="330"/>
                </a:lnTo>
                <a:lnTo>
                  <a:pt x="581" y="330"/>
                </a:lnTo>
                <a:lnTo>
                  <a:pt x="580" y="329"/>
                </a:lnTo>
                <a:lnTo>
                  <a:pt x="577" y="327"/>
                </a:lnTo>
                <a:lnTo>
                  <a:pt x="575" y="325"/>
                </a:lnTo>
                <a:lnTo>
                  <a:pt x="573" y="322"/>
                </a:lnTo>
                <a:lnTo>
                  <a:pt x="569" y="317"/>
                </a:lnTo>
                <a:lnTo>
                  <a:pt x="565" y="313"/>
                </a:lnTo>
                <a:lnTo>
                  <a:pt x="561" y="309"/>
                </a:lnTo>
                <a:lnTo>
                  <a:pt x="557" y="304"/>
                </a:lnTo>
                <a:lnTo>
                  <a:pt x="553" y="298"/>
                </a:lnTo>
                <a:lnTo>
                  <a:pt x="550" y="293"/>
                </a:lnTo>
                <a:lnTo>
                  <a:pt x="548" y="289"/>
                </a:lnTo>
                <a:lnTo>
                  <a:pt x="546" y="286"/>
                </a:lnTo>
                <a:lnTo>
                  <a:pt x="545" y="283"/>
                </a:lnTo>
                <a:lnTo>
                  <a:pt x="545" y="281"/>
                </a:lnTo>
                <a:lnTo>
                  <a:pt x="544" y="279"/>
                </a:lnTo>
                <a:lnTo>
                  <a:pt x="544" y="277"/>
                </a:lnTo>
                <a:lnTo>
                  <a:pt x="544" y="275"/>
                </a:lnTo>
                <a:lnTo>
                  <a:pt x="544" y="274"/>
                </a:lnTo>
                <a:lnTo>
                  <a:pt x="544" y="273"/>
                </a:lnTo>
                <a:lnTo>
                  <a:pt x="545" y="270"/>
                </a:lnTo>
                <a:lnTo>
                  <a:pt x="546" y="269"/>
                </a:lnTo>
                <a:lnTo>
                  <a:pt x="548" y="268"/>
                </a:lnTo>
                <a:lnTo>
                  <a:pt x="549" y="266"/>
                </a:lnTo>
                <a:lnTo>
                  <a:pt x="551" y="265"/>
                </a:lnTo>
                <a:lnTo>
                  <a:pt x="553" y="266"/>
                </a:lnTo>
                <a:lnTo>
                  <a:pt x="555" y="267"/>
                </a:lnTo>
                <a:lnTo>
                  <a:pt x="557" y="269"/>
                </a:lnTo>
                <a:lnTo>
                  <a:pt x="561" y="271"/>
                </a:lnTo>
                <a:lnTo>
                  <a:pt x="564" y="275"/>
                </a:lnTo>
                <a:lnTo>
                  <a:pt x="569" y="269"/>
                </a:lnTo>
                <a:lnTo>
                  <a:pt x="565" y="265"/>
                </a:lnTo>
                <a:lnTo>
                  <a:pt x="562" y="261"/>
                </a:lnTo>
                <a:lnTo>
                  <a:pt x="560" y="260"/>
                </a:lnTo>
                <a:lnTo>
                  <a:pt x="558" y="259"/>
                </a:lnTo>
                <a:lnTo>
                  <a:pt x="557" y="258"/>
                </a:lnTo>
                <a:lnTo>
                  <a:pt x="555" y="257"/>
                </a:lnTo>
                <a:lnTo>
                  <a:pt x="553" y="257"/>
                </a:lnTo>
                <a:lnTo>
                  <a:pt x="551" y="257"/>
                </a:lnTo>
                <a:lnTo>
                  <a:pt x="549" y="257"/>
                </a:lnTo>
                <a:lnTo>
                  <a:pt x="548" y="258"/>
                </a:lnTo>
                <a:lnTo>
                  <a:pt x="546" y="258"/>
                </a:lnTo>
                <a:lnTo>
                  <a:pt x="545" y="260"/>
                </a:lnTo>
                <a:lnTo>
                  <a:pt x="543" y="261"/>
                </a:lnTo>
                <a:lnTo>
                  <a:pt x="541" y="262"/>
                </a:lnTo>
                <a:lnTo>
                  <a:pt x="540" y="264"/>
                </a:lnTo>
                <a:lnTo>
                  <a:pt x="538" y="266"/>
                </a:lnTo>
                <a:lnTo>
                  <a:pt x="537" y="269"/>
                </a:lnTo>
                <a:lnTo>
                  <a:pt x="537" y="271"/>
                </a:lnTo>
                <a:lnTo>
                  <a:pt x="537" y="273"/>
                </a:lnTo>
                <a:lnTo>
                  <a:pt x="536" y="276"/>
                </a:lnTo>
                <a:lnTo>
                  <a:pt x="536" y="278"/>
                </a:lnTo>
                <a:lnTo>
                  <a:pt x="537" y="281"/>
                </a:lnTo>
                <a:lnTo>
                  <a:pt x="537" y="284"/>
                </a:lnTo>
                <a:lnTo>
                  <a:pt x="539" y="288"/>
                </a:lnTo>
                <a:lnTo>
                  <a:pt x="541" y="292"/>
                </a:lnTo>
                <a:lnTo>
                  <a:pt x="544" y="297"/>
                </a:lnTo>
                <a:lnTo>
                  <a:pt x="546" y="301"/>
                </a:lnTo>
                <a:lnTo>
                  <a:pt x="549" y="305"/>
                </a:lnTo>
                <a:lnTo>
                  <a:pt x="552" y="310"/>
                </a:lnTo>
                <a:lnTo>
                  <a:pt x="555" y="314"/>
                </a:lnTo>
                <a:lnTo>
                  <a:pt x="562" y="322"/>
                </a:lnTo>
                <a:lnTo>
                  <a:pt x="569" y="329"/>
                </a:lnTo>
                <a:lnTo>
                  <a:pt x="572" y="333"/>
                </a:lnTo>
                <a:lnTo>
                  <a:pt x="575" y="336"/>
                </a:lnTo>
                <a:lnTo>
                  <a:pt x="578" y="338"/>
                </a:lnTo>
                <a:lnTo>
                  <a:pt x="581" y="339"/>
                </a:lnTo>
                <a:lnTo>
                  <a:pt x="583" y="340"/>
                </a:lnTo>
                <a:lnTo>
                  <a:pt x="585" y="341"/>
                </a:lnTo>
                <a:lnTo>
                  <a:pt x="587" y="341"/>
                </a:lnTo>
                <a:lnTo>
                  <a:pt x="589" y="340"/>
                </a:lnTo>
                <a:lnTo>
                  <a:pt x="592" y="340"/>
                </a:lnTo>
                <a:lnTo>
                  <a:pt x="593" y="338"/>
                </a:lnTo>
                <a:lnTo>
                  <a:pt x="596" y="337"/>
                </a:lnTo>
                <a:lnTo>
                  <a:pt x="597" y="336"/>
                </a:lnTo>
                <a:lnTo>
                  <a:pt x="599" y="334"/>
                </a:lnTo>
                <a:lnTo>
                  <a:pt x="600" y="333"/>
                </a:lnTo>
                <a:lnTo>
                  <a:pt x="601" y="330"/>
                </a:lnTo>
                <a:lnTo>
                  <a:pt x="601" y="329"/>
                </a:lnTo>
                <a:lnTo>
                  <a:pt x="602" y="327"/>
                </a:lnTo>
                <a:lnTo>
                  <a:pt x="603" y="325"/>
                </a:lnTo>
                <a:lnTo>
                  <a:pt x="603" y="322"/>
                </a:lnTo>
                <a:lnTo>
                  <a:pt x="603" y="321"/>
                </a:lnTo>
                <a:lnTo>
                  <a:pt x="602" y="318"/>
                </a:lnTo>
                <a:lnTo>
                  <a:pt x="601" y="316"/>
                </a:lnTo>
                <a:lnTo>
                  <a:pt x="601" y="313"/>
                </a:lnTo>
                <a:lnTo>
                  <a:pt x="600" y="311"/>
                </a:lnTo>
                <a:lnTo>
                  <a:pt x="597" y="306"/>
                </a:lnTo>
                <a:lnTo>
                  <a:pt x="593" y="301"/>
                </a:lnTo>
                <a:lnTo>
                  <a:pt x="588" y="306"/>
                </a:lnTo>
                <a:lnTo>
                  <a:pt x="588" y="306"/>
                </a:lnTo>
                <a:close/>
                <a:moveTo>
                  <a:pt x="642" y="284"/>
                </a:moveTo>
                <a:lnTo>
                  <a:pt x="579" y="218"/>
                </a:lnTo>
                <a:lnTo>
                  <a:pt x="573" y="225"/>
                </a:lnTo>
                <a:lnTo>
                  <a:pt x="603" y="253"/>
                </a:lnTo>
                <a:lnTo>
                  <a:pt x="589" y="271"/>
                </a:lnTo>
                <a:lnTo>
                  <a:pt x="560" y="241"/>
                </a:lnTo>
                <a:lnTo>
                  <a:pt x="555" y="248"/>
                </a:lnTo>
                <a:lnTo>
                  <a:pt x="617" y="313"/>
                </a:lnTo>
                <a:lnTo>
                  <a:pt x="622" y="307"/>
                </a:lnTo>
                <a:lnTo>
                  <a:pt x="594" y="277"/>
                </a:lnTo>
                <a:lnTo>
                  <a:pt x="609" y="260"/>
                </a:lnTo>
                <a:lnTo>
                  <a:pt x="637" y="290"/>
                </a:lnTo>
                <a:lnTo>
                  <a:pt x="642" y="284"/>
                </a:lnTo>
                <a:lnTo>
                  <a:pt x="642" y="284"/>
                </a:lnTo>
                <a:close/>
                <a:moveTo>
                  <a:pt x="668" y="249"/>
                </a:moveTo>
                <a:lnTo>
                  <a:pt x="596" y="215"/>
                </a:lnTo>
                <a:lnTo>
                  <a:pt x="654" y="268"/>
                </a:lnTo>
                <a:lnTo>
                  <a:pt x="650" y="274"/>
                </a:lnTo>
                <a:lnTo>
                  <a:pt x="582" y="213"/>
                </a:lnTo>
                <a:lnTo>
                  <a:pt x="589" y="202"/>
                </a:lnTo>
                <a:lnTo>
                  <a:pt x="650" y="233"/>
                </a:lnTo>
                <a:lnTo>
                  <a:pt x="600" y="188"/>
                </a:lnTo>
                <a:lnTo>
                  <a:pt x="604" y="181"/>
                </a:lnTo>
                <a:lnTo>
                  <a:pt x="673" y="241"/>
                </a:lnTo>
                <a:lnTo>
                  <a:pt x="668" y="249"/>
                </a:lnTo>
                <a:lnTo>
                  <a:pt x="668" y="249"/>
                </a:lnTo>
                <a:close/>
                <a:moveTo>
                  <a:pt x="690" y="213"/>
                </a:moveTo>
                <a:lnTo>
                  <a:pt x="689" y="215"/>
                </a:lnTo>
                <a:lnTo>
                  <a:pt x="687" y="217"/>
                </a:lnTo>
                <a:lnTo>
                  <a:pt x="686" y="219"/>
                </a:lnTo>
                <a:lnTo>
                  <a:pt x="683" y="220"/>
                </a:lnTo>
                <a:lnTo>
                  <a:pt x="682" y="221"/>
                </a:lnTo>
                <a:lnTo>
                  <a:pt x="679" y="221"/>
                </a:lnTo>
                <a:lnTo>
                  <a:pt x="678" y="222"/>
                </a:lnTo>
                <a:lnTo>
                  <a:pt x="675" y="222"/>
                </a:lnTo>
                <a:lnTo>
                  <a:pt x="672" y="221"/>
                </a:lnTo>
                <a:lnTo>
                  <a:pt x="668" y="220"/>
                </a:lnTo>
                <a:lnTo>
                  <a:pt x="665" y="218"/>
                </a:lnTo>
                <a:lnTo>
                  <a:pt x="660" y="216"/>
                </a:lnTo>
                <a:lnTo>
                  <a:pt x="650" y="210"/>
                </a:lnTo>
                <a:lnTo>
                  <a:pt x="642" y="205"/>
                </a:lnTo>
                <a:lnTo>
                  <a:pt x="638" y="202"/>
                </a:lnTo>
                <a:lnTo>
                  <a:pt x="634" y="199"/>
                </a:lnTo>
                <a:lnTo>
                  <a:pt x="630" y="195"/>
                </a:lnTo>
                <a:lnTo>
                  <a:pt x="626" y="192"/>
                </a:lnTo>
                <a:lnTo>
                  <a:pt x="622" y="189"/>
                </a:lnTo>
                <a:lnTo>
                  <a:pt x="619" y="185"/>
                </a:lnTo>
                <a:lnTo>
                  <a:pt x="617" y="182"/>
                </a:lnTo>
                <a:lnTo>
                  <a:pt x="615" y="179"/>
                </a:lnTo>
                <a:lnTo>
                  <a:pt x="614" y="177"/>
                </a:lnTo>
                <a:lnTo>
                  <a:pt x="613" y="174"/>
                </a:lnTo>
                <a:lnTo>
                  <a:pt x="613" y="172"/>
                </a:lnTo>
                <a:lnTo>
                  <a:pt x="613" y="169"/>
                </a:lnTo>
                <a:lnTo>
                  <a:pt x="613" y="167"/>
                </a:lnTo>
                <a:lnTo>
                  <a:pt x="613" y="165"/>
                </a:lnTo>
                <a:lnTo>
                  <a:pt x="614" y="162"/>
                </a:lnTo>
                <a:lnTo>
                  <a:pt x="615" y="160"/>
                </a:lnTo>
                <a:lnTo>
                  <a:pt x="616" y="157"/>
                </a:lnTo>
                <a:lnTo>
                  <a:pt x="618" y="156"/>
                </a:lnTo>
                <a:lnTo>
                  <a:pt x="620" y="153"/>
                </a:lnTo>
                <a:lnTo>
                  <a:pt x="622" y="153"/>
                </a:lnTo>
                <a:lnTo>
                  <a:pt x="623" y="151"/>
                </a:lnTo>
                <a:lnTo>
                  <a:pt x="626" y="151"/>
                </a:lnTo>
                <a:lnTo>
                  <a:pt x="627" y="151"/>
                </a:lnTo>
                <a:lnTo>
                  <a:pt x="630" y="151"/>
                </a:lnTo>
                <a:lnTo>
                  <a:pt x="633" y="151"/>
                </a:lnTo>
                <a:lnTo>
                  <a:pt x="637" y="153"/>
                </a:lnTo>
                <a:lnTo>
                  <a:pt x="640" y="154"/>
                </a:lnTo>
                <a:lnTo>
                  <a:pt x="644" y="157"/>
                </a:lnTo>
                <a:lnTo>
                  <a:pt x="654" y="161"/>
                </a:lnTo>
                <a:lnTo>
                  <a:pt x="662" y="167"/>
                </a:lnTo>
                <a:lnTo>
                  <a:pt x="670" y="173"/>
                </a:lnTo>
                <a:lnTo>
                  <a:pt x="678" y="181"/>
                </a:lnTo>
                <a:lnTo>
                  <a:pt x="682" y="184"/>
                </a:lnTo>
                <a:lnTo>
                  <a:pt x="686" y="188"/>
                </a:lnTo>
                <a:lnTo>
                  <a:pt x="688" y="190"/>
                </a:lnTo>
                <a:lnTo>
                  <a:pt x="690" y="193"/>
                </a:lnTo>
                <a:lnTo>
                  <a:pt x="691" y="196"/>
                </a:lnTo>
                <a:lnTo>
                  <a:pt x="692" y="198"/>
                </a:lnTo>
                <a:lnTo>
                  <a:pt x="692" y="201"/>
                </a:lnTo>
                <a:lnTo>
                  <a:pt x="692" y="203"/>
                </a:lnTo>
                <a:lnTo>
                  <a:pt x="692" y="205"/>
                </a:lnTo>
                <a:lnTo>
                  <a:pt x="692" y="208"/>
                </a:lnTo>
                <a:lnTo>
                  <a:pt x="691" y="210"/>
                </a:lnTo>
                <a:lnTo>
                  <a:pt x="690" y="213"/>
                </a:lnTo>
                <a:lnTo>
                  <a:pt x="690" y="213"/>
                </a:lnTo>
                <a:close/>
                <a:moveTo>
                  <a:pt x="684" y="209"/>
                </a:moveTo>
                <a:lnTo>
                  <a:pt x="685" y="206"/>
                </a:lnTo>
                <a:lnTo>
                  <a:pt x="685" y="204"/>
                </a:lnTo>
                <a:lnTo>
                  <a:pt x="685" y="202"/>
                </a:lnTo>
                <a:lnTo>
                  <a:pt x="685" y="201"/>
                </a:lnTo>
                <a:lnTo>
                  <a:pt x="684" y="199"/>
                </a:lnTo>
                <a:lnTo>
                  <a:pt x="683" y="197"/>
                </a:lnTo>
                <a:lnTo>
                  <a:pt x="682" y="196"/>
                </a:lnTo>
                <a:lnTo>
                  <a:pt x="681" y="193"/>
                </a:lnTo>
                <a:lnTo>
                  <a:pt x="679" y="192"/>
                </a:lnTo>
                <a:lnTo>
                  <a:pt x="678" y="189"/>
                </a:lnTo>
                <a:lnTo>
                  <a:pt x="674" y="186"/>
                </a:lnTo>
                <a:lnTo>
                  <a:pt x="668" y="182"/>
                </a:lnTo>
                <a:lnTo>
                  <a:pt x="662" y="178"/>
                </a:lnTo>
                <a:lnTo>
                  <a:pt x="658" y="175"/>
                </a:lnTo>
                <a:lnTo>
                  <a:pt x="654" y="171"/>
                </a:lnTo>
                <a:lnTo>
                  <a:pt x="648" y="168"/>
                </a:lnTo>
                <a:lnTo>
                  <a:pt x="642" y="164"/>
                </a:lnTo>
                <a:lnTo>
                  <a:pt x="638" y="162"/>
                </a:lnTo>
                <a:lnTo>
                  <a:pt x="636" y="161"/>
                </a:lnTo>
                <a:lnTo>
                  <a:pt x="634" y="160"/>
                </a:lnTo>
                <a:lnTo>
                  <a:pt x="632" y="160"/>
                </a:lnTo>
                <a:lnTo>
                  <a:pt x="630" y="159"/>
                </a:lnTo>
                <a:lnTo>
                  <a:pt x="628" y="159"/>
                </a:lnTo>
                <a:lnTo>
                  <a:pt x="627" y="160"/>
                </a:lnTo>
                <a:lnTo>
                  <a:pt x="626" y="160"/>
                </a:lnTo>
                <a:lnTo>
                  <a:pt x="625" y="161"/>
                </a:lnTo>
                <a:lnTo>
                  <a:pt x="623" y="162"/>
                </a:lnTo>
                <a:lnTo>
                  <a:pt x="622" y="164"/>
                </a:lnTo>
                <a:lnTo>
                  <a:pt x="620" y="166"/>
                </a:lnTo>
                <a:lnTo>
                  <a:pt x="620" y="169"/>
                </a:lnTo>
                <a:lnTo>
                  <a:pt x="620" y="170"/>
                </a:lnTo>
                <a:lnTo>
                  <a:pt x="620" y="172"/>
                </a:lnTo>
                <a:lnTo>
                  <a:pt x="621" y="173"/>
                </a:lnTo>
                <a:lnTo>
                  <a:pt x="622" y="175"/>
                </a:lnTo>
                <a:lnTo>
                  <a:pt x="622" y="177"/>
                </a:lnTo>
                <a:lnTo>
                  <a:pt x="624" y="178"/>
                </a:lnTo>
                <a:lnTo>
                  <a:pt x="626" y="181"/>
                </a:lnTo>
                <a:lnTo>
                  <a:pt x="627" y="183"/>
                </a:lnTo>
                <a:lnTo>
                  <a:pt x="631" y="186"/>
                </a:lnTo>
                <a:lnTo>
                  <a:pt x="636" y="189"/>
                </a:lnTo>
                <a:lnTo>
                  <a:pt x="642" y="194"/>
                </a:lnTo>
                <a:lnTo>
                  <a:pt x="646" y="197"/>
                </a:lnTo>
                <a:lnTo>
                  <a:pt x="650" y="201"/>
                </a:lnTo>
                <a:lnTo>
                  <a:pt x="655" y="204"/>
                </a:lnTo>
                <a:lnTo>
                  <a:pt x="660" y="206"/>
                </a:lnTo>
                <a:lnTo>
                  <a:pt x="664" y="208"/>
                </a:lnTo>
                <a:lnTo>
                  <a:pt x="666" y="209"/>
                </a:lnTo>
                <a:lnTo>
                  <a:pt x="670" y="211"/>
                </a:lnTo>
                <a:lnTo>
                  <a:pt x="673" y="213"/>
                </a:lnTo>
                <a:lnTo>
                  <a:pt x="675" y="213"/>
                </a:lnTo>
                <a:lnTo>
                  <a:pt x="677" y="213"/>
                </a:lnTo>
                <a:lnTo>
                  <a:pt x="678" y="213"/>
                </a:lnTo>
                <a:lnTo>
                  <a:pt x="679" y="213"/>
                </a:lnTo>
                <a:lnTo>
                  <a:pt x="681" y="212"/>
                </a:lnTo>
                <a:lnTo>
                  <a:pt x="682" y="210"/>
                </a:lnTo>
                <a:lnTo>
                  <a:pt x="684" y="209"/>
                </a:lnTo>
                <a:lnTo>
                  <a:pt x="684" y="209"/>
                </a:lnTo>
                <a:close/>
                <a:moveTo>
                  <a:pt x="630" y="130"/>
                </a:moveTo>
                <a:lnTo>
                  <a:pt x="626" y="137"/>
                </a:lnTo>
                <a:lnTo>
                  <a:pt x="705" y="183"/>
                </a:lnTo>
                <a:lnTo>
                  <a:pt x="718" y="153"/>
                </a:lnTo>
                <a:lnTo>
                  <a:pt x="710" y="149"/>
                </a:lnTo>
                <a:lnTo>
                  <a:pt x="701" y="171"/>
                </a:lnTo>
                <a:lnTo>
                  <a:pt x="630" y="130"/>
                </a:lnTo>
                <a:lnTo>
                  <a:pt x="630" y="130"/>
                </a:lnTo>
                <a:close/>
                <a:moveTo>
                  <a:pt x="726" y="133"/>
                </a:moveTo>
                <a:lnTo>
                  <a:pt x="725" y="135"/>
                </a:lnTo>
                <a:lnTo>
                  <a:pt x="723" y="137"/>
                </a:lnTo>
                <a:lnTo>
                  <a:pt x="722" y="139"/>
                </a:lnTo>
                <a:lnTo>
                  <a:pt x="720" y="141"/>
                </a:lnTo>
                <a:lnTo>
                  <a:pt x="718" y="141"/>
                </a:lnTo>
                <a:lnTo>
                  <a:pt x="715" y="142"/>
                </a:lnTo>
                <a:lnTo>
                  <a:pt x="713" y="143"/>
                </a:lnTo>
                <a:lnTo>
                  <a:pt x="710" y="144"/>
                </a:lnTo>
                <a:lnTo>
                  <a:pt x="707" y="144"/>
                </a:lnTo>
                <a:lnTo>
                  <a:pt x="704" y="144"/>
                </a:lnTo>
                <a:lnTo>
                  <a:pt x="701" y="143"/>
                </a:lnTo>
                <a:lnTo>
                  <a:pt x="697" y="143"/>
                </a:lnTo>
                <a:lnTo>
                  <a:pt x="692" y="141"/>
                </a:lnTo>
                <a:lnTo>
                  <a:pt x="688" y="141"/>
                </a:lnTo>
                <a:lnTo>
                  <a:pt x="684" y="139"/>
                </a:lnTo>
                <a:lnTo>
                  <a:pt x="679" y="137"/>
                </a:lnTo>
                <a:lnTo>
                  <a:pt x="670" y="133"/>
                </a:lnTo>
                <a:lnTo>
                  <a:pt x="661" y="129"/>
                </a:lnTo>
                <a:lnTo>
                  <a:pt x="656" y="126"/>
                </a:lnTo>
                <a:lnTo>
                  <a:pt x="652" y="124"/>
                </a:lnTo>
                <a:lnTo>
                  <a:pt x="649" y="121"/>
                </a:lnTo>
                <a:lnTo>
                  <a:pt x="647" y="119"/>
                </a:lnTo>
                <a:lnTo>
                  <a:pt x="646" y="117"/>
                </a:lnTo>
                <a:lnTo>
                  <a:pt x="644" y="114"/>
                </a:lnTo>
                <a:lnTo>
                  <a:pt x="642" y="112"/>
                </a:lnTo>
                <a:lnTo>
                  <a:pt x="642" y="109"/>
                </a:lnTo>
                <a:lnTo>
                  <a:pt x="641" y="106"/>
                </a:lnTo>
                <a:lnTo>
                  <a:pt x="641" y="104"/>
                </a:lnTo>
                <a:lnTo>
                  <a:pt x="641" y="101"/>
                </a:lnTo>
                <a:lnTo>
                  <a:pt x="642" y="98"/>
                </a:lnTo>
                <a:lnTo>
                  <a:pt x="642" y="96"/>
                </a:lnTo>
                <a:lnTo>
                  <a:pt x="644" y="93"/>
                </a:lnTo>
                <a:lnTo>
                  <a:pt x="646" y="92"/>
                </a:lnTo>
                <a:lnTo>
                  <a:pt x="647" y="90"/>
                </a:lnTo>
                <a:lnTo>
                  <a:pt x="650" y="89"/>
                </a:lnTo>
                <a:lnTo>
                  <a:pt x="651" y="88"/>
                </a:lnTo>
                <a:lnTo>
                  <a:pt x="654" y="88"/>
                </a:lnTo>
                <a:lnTo>
                  <a:pt x="657" y="87"/>
                </a:lnTo>
                <a:lnTo>
                  <a:pt x="659" y="87"/>
                </a:lnTo>
                <a:lnTo>
                  <a:pt x="663" y="87"/>
                </a:lnTo>
                <a:lnTo>
                  <a:pt x="667" y="88"/>
                </a:lnTo>
                <a:lnTo>
                  <a:pt x="672" y="89"/>
                </a:lnTo>
                <a:lnTo>
                  <a:pt x="682" y="92"/>
                </a:lnTo>
                <a:lnTo>
                  <a:pt x="692" y="96"/>
                </a:lnTo>
                <a:lnTo>
                  <a:pt x="701" y="100"/>
                </a:lnTo>
                <a:lnTo>
                  <a:pt x="709" y="104"/>
                </a:lnTo>
                <a:lnTo>
                  <a:pt x="712" y="105"/>
                </a:lnTo>
                <a:lnTo>
                  <a:pt x="715" y="108"/>
                </a:lnTo>
                <a:lnTo>
                  <a:pt x="718" y="110"/>
                </a:lnTo>
                <a:lnTo>
                  <a:pt x="720" y="112"/>
                </a:lnTo>
                <a:lnTo>
                  <a:pt x="722" y="114"/>
                </a:lnTo>
                <a:lnTo>
                  <a:pt x="723" y="117"/>
                </a:lnTo>
                <a:lnTo>
                  <a:pt x="724" y="119"/>
                </a:lnTo>
                <a:lnTo>
                  <a:pt x="726" y="122"/>
                </a:lnTo>
                <a:lnTo>
                  <a:pt x="726" y="125"/>
                </a:lnTo>
                <a:lnTo>
                  <a:pt x="726" y="127"/>
                </a:lnTo>
                <a:lnTo>
                  <a:pt x="726" y="130"/>
                </a:lnTo>
                <a:lnTo>
                  <a:pt x="726" y="133"/>
                </a:lnTo>
                <a:lnTo>
                  <a:pt x="726" y="133"/>
                </a:lnTo>
                <a:close/>
                <a:moveTo>
                  <a:pt x="709" y="135"/>
                </a:moveTo>
                <a:lnTo>
                  <a:pt x="707" y="135"/>
                </a:lnTo>
                <a:lnTo>
                  <a:pt x="705" y="135"/>
                </a:lnTo>
                <a:lnTo>
                  <a:pt x="702" y="135"/>
                </a:lnTo>
                <a:lnTo>
                  <a:pt x="700" y="134"/>
                </a:lnTo>
                <a:lnTo>
                  <a:pt x="696" y="134"/>
                </a:lnTo>
                <a:lnTo>
                  <a:pt x="691" y="133"/>
                </a:lnTo>
                <a:lnTo>
                  <a:pt x="686" y="131"/>
                </a:lnTo>
                <a:lnTo>
                  <a:pt x="682" y="129"/>
                </a:lnTo>
                <a:lnTo>
                  <a:pt x="677" y="127"/>
                </a:lnTo>
                <a:lnTo>
                  <a:pt x="670" y="125"/>
                </a:lnTo>
                <a:lnTo>
                  <a:pt x="664" y="121"/>
                </a:lnTo>
                <a:lnTo>
                  <a:pt x="660" y="119"/>
                </a:lnTo>
                <a:lnTo>
                  <a:pt x="655" y="116"/>
                </a:lnTo>
                <a:lnTo>
                  <a:pt x="653" y="113"/>
                </a:lnTo>
                <a:lnTo>
                  <a:pt x="650" y="110"/>
                </a:lnTo>
                <a:lnTo>
                  <a:pt x="650" y="108"/>
                </a:lnTo>
                <a:lnTo>
                  <a:pt x="649" y="106"/>
                </a:lnTo>
                <a:lnTo>
                  <a:pt x="649" y="105"/>
                </a:lnTo>
                <a:lnTo>
                  <a:pt x="649" y="104"/>
                </a:lnTo>
                <a:lnTo>
                  <a:pt x="649" y="102"/>
                </a:lnTo>
                <a:lnTo>
                  <a:pt x="650" y="101"/>
                </a:lnTo>
                <a:lnTo>
                  <a:pt x="650" y="101"/>
                </a:lnTo>
                <a:lnTo>
                  <a:pt x="650" y="99"/>
                </a:lnTo>
                <a:lnTo>
                  <a:pt x="651" y="98"/>
                </a:lnTo>
                <a:lnTo>
                  <a:pt x="653" y="97"/>
                </a:lnTo>
                <a:lnTo>
                  <a:pt x="654" y="97"/>
                </a:lnTo>
                <a:lnTo>
                  <a:pt x="656" y="96"/>
                </a:lnTo>
                <a:lnTo>
                  <a:pt x="658" y="96"/>
                </a:lnTo>
                <a:lnTo>
                  <a:pt x="660" y="95"/>
                </a:lnTo>
                <a:lnTo>
                  <a:pt x="662" y="95"/>
                </a:lnTo>
                <a:lnTo>
                  <a:pt x="664" y="96"/>
                </a:lnTo>
                <a:lnTo>
                  <a:pt x="667" y="97"/>
                </a:lnTo>
                <a:lnTo>
                  <a:pt x="671" y="97"/>
                </a:lnTo>
                <a:lnTo>
                  <a:pt x="678" y="100"/>
                </a:lnTo>
                <a:lnTo>
                  <a:pt x="684" y="102"/>
                </a:lnTo>
                <a:lnTo>
                  <a:pt x="690" y="104"/>
                </a:lnTo>
                <a:lnTo>
                  <a:pt x="694" y="106"/>
                </a:lnTo>
                <a:lnTo>
                  <a:pt x="699" y="108"/>
                </a:lnTo>
                <a:lnTo>
                  <a:pt x="703" y="110"/>
                </a:lnTo>
                <a:lnTo>
                  <a:pt x="706" y="112"/>
                </a:lnTo>
                <a:lnTo>
                  <a:pt x="711" y="115"/>
                </a:lnTo>
                <a:lnTo>
                  <a:pt x="714" y="117"/>
                </a:lnTo>
                <a:lnTo>
                  <a:pt x="715" y="119"/>
                </a:lnTo>
                <a:lnTo>
                  <a:pt x="716" y="121"/>
                </a:lnTo>
                <a:lnTo>
                  <a:pt x="718" y="121"/>
                </a:lnTo>
                <a:lnTo>
                  <a:pt x="718" y="123"/>
                </a:lnTo>
                <a:lnTo>
                  <a:pt x="718" y="125"/>
                </a:lnTo>
                <a:lnTo>
                  <a:pt x="718" y="126"/>
                </a:lnTo>
                <a:lnTo>
                  <a:pt x="719" y="127"/>
                </a:lnTo>
                <a:lnTo>
                  <a:pt x="718" y="129"/>
                </a:lnTo>
                <a:lnTo>
                  <a:pt x="718" y="129"/>
                </a:lnTo>
                <a:lnTo>
                  <a:pt x="718" y="131"/>
                </a:lnTo>
                <a:lnTo>
                  <a:pt x="717" y="132"/>
                </a:lnTo>
                <a:lnTo>
                  <a:pt x="716" y="133"/>
                </a:lnTo>
                <a:lnTo>
                  <a:pt x="714" y="133"/>
                </a:lnTo>
                <a:lnTo>
                  <a:pt x="713" y="134"/>
                </a:lnTo>
                <a:lnTo>
                  <a:pt x="710" y="135"/>
                </a:lnTo>
                <a:lnTo>
                  <a:pt x="709" y="135"/>
                </a:lnTo>
                <a:lnTo>
                  <a:pt x="709" y="135"/>
                </a:lnTo>
                <a:close/>
                <a:moveTo>
                  <a:pt x="745" y="59"/>
                </a:moveTo>
                <a:lnTo>
                  <a:pt x="701" y="49"/>
                </a:lnTo>
                <a:lnTo>
                  <a:pt x="698" y="69"/>
                </a:lnTo>
                <a:lnTo>
                  <a:pt x="705" y="71"/>
                </a:lnTo>
                <a:lnTo>
                  <a:pt x="706" y="61"/>
                </a:lnTo>
                <a:lnTo>
                  <a:pt x="710" y="61"/>
                </a:lnTo>
                <a:lnTo>
                  <a:pt x="716" y="62"/>
                </a:lnTo>
                <a:lnTo>
                  <a:pt x="721" y="63"/>
                </a:lnTo>
                <a:lnTo>
                  <a:pt x="724" y="64"/>
                </a:lnTo>
                <a:lnTo>
                  <a:pt x="727" y="65"/>
                </a:lnTo>
                <a:lnTo>
                  <a:pt x="730" y="67"/>
                </a:lnTo>
                <a:lnTo>
                  <a:pt x="731" y="68"/>
                </a:lnTo>
                <a:lnTo>
                  <a:pt x="732" y="69"/>
                </a:lnTo>
                <a:lnTo>
                  <a:pt x="733" y="69"/>
                </a:lnTo>
                <a:lnTo>
                  <a:pt x="733" y="71"/>
                </a:lnTo>
                <a:lnTo>
                  <a:pt x="734" y="72"/>
                </a:lnTo>
                <a:lnTo>
                  <a:pt x="734" y="73"/>
                </a:lnTo>
                <a:lnTo>
                  <a:pt x="734" y="75"/>
                </a:lnTo>
                <a:lnTo>
                  <a:pt x="734" y="77"/>
                </a:lnTo>
                <a:lnTo>
                  <a:pt x="733" y="79"/>
                </a:lnTo>
                <a:lnTo>
                  <a:pt x="732" y="81"/>
                </a:lnTo>
                <a:lnTo>
                  <a:pt x="731" y="82"/>
                </a:lnTo>
                <a:lnTo>
                  <a:pt x="730" y="82"/>
                </a:lnTo>
                <a:lnTo>
                  <a:pt x="729" y="83"/>
                </a:lnTo>
                <a:lnTo>
                  <a:pt x="727" y="84"/>
                </a:lnTo>
                <a:lnTo>
                  <a:pt x="724" y="84"/>
                </a:lnTo>
                <a:lnTo>
                  <a:pt x="722" y="85"/>
                </a:lnTo>
                <a:lnTo>
                  <a:pt x="718" y="85"/>
                </a:lnTo>
                <a:lnTo>
                  <a:pt x="714" y="85"/>
                </a:lnTo>
                <a:lnTo>
                  <a:pt x="707" y="84"/>
                </a:lnTo>
                <a:lnTo>
                  <a:pt x="700" y="83"/>
                </a:lnTo>
                <a:lnTo>
                  <a:pt x="692" y="81"/>
                </a:lnTo>
                <a:lnTo>
                  <a:pt x="685" y="80"/>
                </a:lnTo>
                <a:lnTo>
                  <a:pt x="679" y="77"/>
                </a:lnTo>
                <a:lnTo>
                  <a:pt x="674" y="75"/>
                </a:lnTo>
                <a:lnTo>
                  <a:pt x="671" y="74"/>
                </a:lnTo>
                <a:lnTo>
                  <a:pt x="669" y="73"/>
                </a:lnTo>
                <a:lnTo>
                  <a:pt x="667" y="72"/>
                </a:lnTo>
                <a:lnTo>
                  <a:pt x="666" y="71"/>
                </a:lnTo>
                <a:lnTo>
                  <a:pt x="665" y="69"/>
                </a:lnTo>
                <a:lnTo>
                  <a:pt x="664" y="68"/>
                </a:lnTo>
                <a:lnTo>
                  <a:pt x="663" y="67"/>
                </a:lnTo>
                <a:lnTo>
                  <a:pt x="662" y="65"/>
                </a:lnTo>
                <a:lnTo>
                  <a:pt x="662" y="64"/>
                </a:lnTo>
                <a:lnTo>
                  <a:pt x="662" y="62"/>
                </a:lnTo>
                <a:lnTo>
                  <a:pt x="662" y="61"/>
                </a:lnTo>
                <a:lnTo>
                  <a:pt x="662" y="59"/>
                </a:lnTo>
                <a:lnTo>
                  <a:pt x="663" y="57"/>
                </a:lnTo>
                <a:lnTo>
                  <a:pt x="665" y="56"/>
                </a:lnTo>
                <a:lnTo>
                  <a:pt x="666" y="55"/>
                </a:lnTo>
                <a:lnTo>
                  <a:pt x="668" y="54"/>
                </a:lnTo>
                <a:lnTo>
                  <a:pt x="670" y="53"/>
                </a:lnTo>
                <a:lnTo>
                  <a:pt x="673" y="53"/>
                </a:lnTo>
                <a:lnTo>
                  <a:pt x="676" y="54"/>
                </a:lnTo>
                <a:lnTo>
                  <a:pt x="679" y="54"/>
                </a:lnTo>
                <a:lnTo>
                  <a:pt x="681" y="46"/>
                </a:lnTo>
                <a:lnTo>
                  <a:pt x="677" y="45"/>
                </a:lnTo>
                <a:lnTo>
                  <a:pt x="673" y="45"/>
                </a:lnTo>
                <a:lnTo>
                  <a:pt x="669" y="45"/>
                </a:lnTo>
                <a:lnTo>
                  <a:pt x="665" y="46"/>
                </a:lnTo>
                <a:lnTo>
                  <a:pt x="662" y="47"/>
                </a:lnTo>
                <a:lnTo>
                  <a:pt x="661" y="48"/>
                </a:lnTo>
                <a:lnTo>
                  <a:pt x="659" y="49"/>
                </a:lnTo>
                <a:lnTo>
                  <a:pt x="657" y="51"/>
                </a:lnTo>
                <a:lnTo>
                  <a:pt x="655" y="53"/>
                </a:lnTo>
                <a:lnTo>
                  <a:pt x="654" y="56"/>
                </a:lnTo>
                <a:lnTo>
                  <a:pt x="654" y="57"/>
                </a:lnTo>
                <a:lnTo>
                  <a:pt x="654" y="60"/>
                </a:lnTo>
                <a:lnTo>
                  <a:pt x="654" y="62"/>
                </a:lnTo>
                <a:lnTo>
                  <a:pt x="654" y="65"/>
                </a:lnTo>
                <a:lnTo>
                  <a:pt x="654" y="67"/>
                </a:lnTo>
                <a:lnTo>
                  <a:pt x="655" y="69"/>
                </a:lnTo>
                <a:lnTo>
                  <a:pt x="656" y="72"/>
                </a:lnTo>
                <a:lnTo>
                  <a:pt x="657" y="74"/>
                </a:lnTo>
                <a:lnTo>
                  <a:pt x="659" y="76"/>
                </a:lnTo>
                <a:lnTo>
                  <a:pt x="661" y="77"/>
                </a:lnTo>
                <a:lnTo>
                  <a:pt x="663" y="80"/>
                </a:lnTo>
                <a:lnTo>
                  <a:pt x="666" y="81"/>
                </a:lnTo>
                <a:lnTo>
                  <a:pt x="670" y="83"/>
                </a:lnTo>
                <a:lnTo>
                  <a:pt x="674" y="85"/>
                </a:lnTo>
                <a:lnTo>
                  <a:pt x="678" y="86"/>
                </a:lnTo>
                <a:lnTo>
                  <a:pt x="683" y="88"/>
                </a:lnTo>
                <a:lnTo>
                  <a:pt x="689" y="89"/>
                </a:lnTo>
                <a:lnTo>
                  <a:pt x="694" y="90"/>
                </a:lnTo>
                <a:lnTo>
                  <a:pt x="698" y="91"/>
                </a:lnTo>
                <a:lnTo>
                  <a:pt x="703" y="92"/>
                </a:lnTo>
                <a:lnTo>
                  <a:pt x="709" y="93"/>
                </a:lnTo>
                <a:lnTo>
                  <a:pt x="713" y="93"/>
                </a:lnTo>
                <a:lnTo>
                  <a:pt x="718" y="93"/>
                </a:lnTo>
                <a:lnTo>
                  <a:pt x="722" y="93"/>
                </a:lnTo>
                <a:lnTo>
                  <a:pt x="726" y="93"/>
                </a:lnTo>
                <a:lnTo>
                  <a:pt x="729" y="92"/>
                </a:lnTo>
                <a:lnTo>
                  <a:pt x="731" y="91"/>
                </a:lnTo>
                <a:lnTo>
                  <a:pt x="733" y="90"/>
                </a:lnTo>
                <a:lnTo>
                  <a:pt x="735" y="89"/>
                </a:lnTo>
                <a:lnTo>
                  <a:pt x="737" y="88"/>
                </a:lnTo>
                <a:lnTo>
                  <a:pt x="738" y="86"/>
                </a:lnTo>
                <a:lnTo>
                  <a:pt x="739" y="84"/>
                </a:lnTo>
                <a:lnTo>
                  <a:pt x="740" y="82"/>
                </a:lnTo>
                <a:lnTo>
                  <a:pt x="741" y="79"/>
                </a:lnTo>
                <a:lnTo>
                  <a:pt x="741" y="77"/>
                </a:lnTo>
                <a:lnTo>
                  <a:pt x="741" y="75"/>
                </a:lnTo>
                <a:lnTo>
                  <a:pt x="741" y="73"/>
                </a:lnTo>
                <a:lnTo>
                  <a:pt x="741" y="71"/>
                </a:lnTo>
                <a:lnTo>
                  <a:pt x="740" y="69"/>
                </a:lnTo>
                <a:lnTo>
                  <a:pt x="739" y="68"/>
                </a:lnTo>
                <a:lnTo>
                  <a:pt x="738" y="66"/>
                </a:lnTo>
                <a:lnTo>
                  <a:pt x="738" y="65"/>
                </a:lnTo>
                <a:lnTo>
                  <a:pt x="743" y="66"/>
                </a:lnTo>
                <a:lnTo>
                  <a:pt x="745" y="59"/>
                </a:lnTo>
                <a:lnTo>
                  <a:pt x="745" y="59"/>
                </a:lnTo>
                <a:close/>
                <a:moveTo>
                  <a:pt x="707" y="32"/>
                </a:moveTo>
                <a:lnTo>
                  <a:pt x="748" y="39"/>
                </a:lnTo>
                <a:lnTo>
                  <a:pt x="750" y="30"/>
                </a:lnTo>
                <a:lnTo>
                  <a:pt x="708" y="23"/>
                </a:lnTo>
                <a:lnTo>
                  <a:pt x="663" y="0"/>
                </a:lnTo>
                <a:lnTo>
                  <a:pt x="662" y="9"/>
                </a:lnTo>
                <a:lnTo>
                  <a:pt x="698" y="26"/>
                </a:lnTo>
                <a:lnTo>
                  <a:pt x="658" y="33"/>
                </a:lnTo>
                <a:lnTo>
                  <a:pt x="657" y="42"/>
                </a:lnTo>
                <a:lnTo>
                  <a:pt x="707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76" name="íṥḻîḋè">
            <a:extLst>
              <a:ext uri="{FF2B5EF4-FFF2-40B4-BE49-F238E27FC236}">
                <a16:creationId xmlns:a16="http://schemas.microsoft.com/office/drawing/2014/main" id="{30259939-3C73-4C35-89FA-5952068EF2D2}"/>
              </a:ext>
            </a:extLst>
          </p:cNvPr>
          <p:cNvSpPr>
            <a:spLocks noGrp="1"/>
          </p:cNvSpPr>
          <p:nvPr/>
        </p:nvSpPr>
        <p:spPr>
          <a:xfrm>
            <a:off x="745920" y="788400"/>
            <a:ext cx="66600" cy="100800"/>
          </a:xfrm>
          <a:custGeom>
            <a:avLst/>
            <a:gdLst>
              <a:gd name="textAreaLeft" fmla="*/ 0 w 66600"/>
              <a:gd name="textAreaRight" fmla="*/ 66960 w 66600"/>
              <a:gd name="textAreaTop" fmla="*/ 0 h 100800"/>
              <a:gd name="textAreaBottom" fmla="*/ 101160 h 100800"/>
              <a:gd name="GluePoint1X" fmla="*/ 85 w 153"/>
              <a:gd name="GluePoint1Y" fmla="*/ 34 h 232"/>
              <a:gd name="GluePoint2X" fmla="*/ 90 w 153"/>
              <a:gd name="GluePoint2Y" fmla="*/ 26 h 232"/>
              <a:gd name="GluePoint3X" fmla="*/ 90 w 153"/>
              <a:gd name="GluePoint3Y" fmla="*/ 13 h 232"/>
              <a:gd name="GluePoint4X" fmla="*/ 86 w 153"/>
              <a:gd name="GluePoint4Y" fmla="*/ 5 h 232"/>
              <a:gd name="GluePoint5X" fmla="*/ 78 w 153"/>
              <a:gd name="GluePoint5Y" fmla="*/ 0 h 232"/>
              <a:gd name="GluePoint6X" fmla="*/ 58 w 153"/>
              <a:gd name="GluePoint6Y" fmla="*/ 4 h 232"/>
              <a:gd name="GluePoint7X" fmla="*/ 38 w 153"/>
              <a:gd name="GluePoint7Y" fmla="*/ 22 h 232"/>
              <a:gd name="GluePoint8X" fmla="*/ 21 w 153"/>
              <a:gd name="GluePoint8Y" fmla="*/ 38 h 232"/>
              <a:gd name="GluePoint9X" fmla="*/ 10 w 153"/>
              <a:gd name="GluePoint9Y" fmla="*/ 36 h 232"/>
              <a:gd name="GluePoint10X" fmla="*/ 7 w 153"/>
              <a:gd name="GluePoint10Y" fmla="*/ 27 h 232"/>
              <a:gd name="GluePoint11X" fmla="*/ 14 w 153"/>
              <a:gd name="GluePoint11Y" fmla="*/ 18 h 232"/>
              <a:gd name="GluePoint12X" fmla="*/ 15 w 153"/>
              <a:gd name="GluePoint12Y" fmla="*/ 9 h 232"/>
              <a:gd name="GluePoint13X" fmla="*/ 3 w 153"/>
              <a:gd name="GluePoint13Y" fmla="*/ 16 h 232"/>
              <a:gd name="GluePoint14X" fmla="*/ 1 w 153"/>
              <a:gd name="GluePoint14Y" fmla="*/ 31 h 232"/>
              <a:gd name="GluePoint15X" fmla="*/ 4 w 153"/>
              <a:gd name="GluePoint15Y" fmla="*/ 40 h 232"/>
              <a:gd name="GluePoint16X" fmla="*/ 14 w 153"/>
              <a:gd name="GluePoint16Y" fmla="*/ 46 h 232"/>
              <a:gd name="GluePoint17X" fmla="*/ 28 w 153"/>
              <a:gd name="GluePoint17Y" fmla="*/ 45 h 232"/>
              <a:gd name="GluePoint18X" fmla="*/ 39 w 153"/>
              <a:gd name="GluePoint18Y" fmla="*/ 33 h 232"/>
              <a:gd name="GluePoint19X" fmla="*/ 62 w 153"/>
              <a:gd name="GluePoint19Y" fmla="*/ 9 h 232"/>
              <a:gd name="GluePoint20X" fmla="*/ 74 w 153"/>
              <a:gd name="GluePoint20Y" fmla="*/ 7 h 232"/>
              <a:gd name="GluePoint21X" fmla="*/ 82 w 153"/>
              <a:gd name="GluePoint21Y" fmla="*/ 13 h 232"/>
              <a:gd name="GluePoint22X" fmla="*/ 83 w 153"/>
              <a:gd name="GluePoint22Y" fmla="*/ 23 h 232"/>
              <a:gd name="GluePoint23X" fmla="*/ 77 w 153"/>
              <a:gd name="GluePoint23Y" fmla="*/ 29 h 232"/>
              <a:gd name="GluePoint24X" fmla="*/ 73 w 153"/>
              <a:gd name="GluePoint24Y" fmla="*/ 39 h 232"/>
              <a:gd name="GluePoint25X" fmla="*/ 9 w 153"/>
              <a:gd name="GluePoint25Y" fmla="*/ 69 h 232"/>
              <a:gd name="GluePoint26X" fmla="*/ 17 w 153"/>
              <a:gd name="GluePoint26Y" fmla="*/ 60 h 232"/>
              <a:gd name="GluePoint27X" fmla="*/ 36 w 153"/>
              <a:gd name="GluePoint27Y" fmla="*/ 52 h 232"/>
              <a:gd name="GluePoint28X" fmla="*/ 71 w 153"/>
              <a:gd name="GluePoint28Y" fmla="*/ 44 h 232"/>
              <a:gd name="GluePoint29X" fmla="*/ 91 w 153"/>
              <a:gd name="GluePoint29Y" fmla="*/ 47 h 232"/>
              <a:gd name="GluePoint30X" fmla="*/ 98 w 153"/>
              <a:gd name="GluePoint30Y" fmla="*/ 56 h 232"/>
              <a:gd name="GluePoint31X" fmla="*/ 98 w 153"/>
              <a:gd name="GluePoint31Y" fmla="*/ 67 h 232"/>
              <a:gd name="GluePoint32X" fmla="*/ 90 w 153"/>
              <a:gd name="GluePoint32Y" fmla="*/ 76 h 232"/>
              <a:gd name="GluePoint33X" fmla="*/ 68 w 153"/>
              <a:gd name="GluePoint33Y" fmla="*/ 85 h 232"/>
              <a:gd name="GluePoint34X" fmla="*/ 42 w 153"/>
              <a:gd name="GluePoint34Y" fmla="*/ 90 h 232"/>
              <a:gd name="GluePoint35X" fmla="*/ 20 w 153"/>
              <a:gd name="GluePoint35Y" fmla="*/ 91 h 232"/>
              <a:gd name="GluePoint36X" fmla="*/ 11 w 153"/>
              <a:gd name="GluePoint36Y" fmla="*/ 84 h 232"/>
              <a:gd name="GluePoint37X" fmla="*/ 16 w 153"/>
              <a:gd name="GluePoint37Y" fmla="*/ 76 h 232"/>
              <a:gd name="GluePoint38X" fmla="*/ 21 w 153"/>
              <a:gd name="GluePoint38Y" fmla="*/ 82 h 232"/>
              <a:gd name="GluePoint39X" fmla="*/ 31 w 153"/>
              <a:gd name="GluePoint39Y" fmla="*/ 84 h 232"/>
              <a:gd name="GluePoint40X" fmla="*/ 62 w 153"/>
              <a:gd name="GluePoint40Y" fmla="*/ 77 h 232"/>
              <a:gd name="GluePoint41X" fmla="*/ 84 w 153"/>
              <a:gd name="GluePoint41Y" fmla="*/ 70 h 232"/>
              <a:gd name="GluePoint42X" fmla="*/ 90 w 153"/>
              <a:gd name="GluePoint42Y" fmla="*/ 64 h 232"/>
              <a:gd name="GluePoint43X" fmla="*/ 89 w 153"/>
              <a:gd name="GluePoint43Y" fmla="*/ 56 h 232"/>
              <a:gd name="GluePoint44X" fmla="*/ 82 w 153"/>
              <a:gd name="GluePoint44Y" fmla="*/ 52 h 232"/>
              <a:gd name="GluePoint45X" fmla="*/ 64 w 153"/>
              <a:gd name="GluePoint45Y" fmla="*/ 53 h 232"/>
              <a:gd name="GluePoint46X" fmla="*/ 32 w 153"/>
              <a:gd name="GluePoint46Y" fmla="*/ 61 h 232"/>
              <a:gd name="GluePoint47X" fmla="*/ 19 w 153"/>
              <a:gd name="GluePoint47Y" fmla="*/ 68 h 232"/>
              <a:gd name="GluePoint48X" fmla="*/ 15 w 153"/>
              <a:gd name="GluePoint48Y" fmla="*/ 75 h 232"/>
              <a:gd name="GluePoint49X" fmla="*/ 26 w 153"/>
              <a:gd name="GluePoint49Y" fmla="*/ 135 h 232"/>
              <a:gd name="GluePoint50X" fmla="*/ 34 w 153"/>
              <a:gd name="GluePoint50Y" fmla="*/ 140 h 232"/>
              <a:gd name="GluePoint51X" fmla="*/ 43 w 153"/>
              <a:gd name="GluePoint51Y" fmla="*/ 141 h 232"/>
              <a:gd name="GluePoint52X" fmla="*/ 44 w 153"/>
              <a:gd name="GluePoint52Y" fmla="*/ 132 h 232"/>
              <a:gd name="GluePoint53X" fmla="*/ 34 w 153"/>
              <a:gd name="GluePoint53Y" fmla="*/ 130 h 232"/>
              <a:gd name="GluePoint54X" fmla="*/ 30 w 153"/>
              <a:gd name="GluePoint54Y" fmla="*/ 121 h 232"/>
              <a:gd name="GluePoint55X" fmla="*/ 36 w 153"/>
              <a:gd name="GluePoint55Y" fmla="*/ 112 h 232"/>
              <a:gd name="GluePoint56X" fmla="*/ 34 w 153"/>
              <a:gd name="GluePoint56Y" fmla="*/ 103 h 232"/>
              <a:gd name="GluePoint57X" fmla="*/ 26 w 153"/>
              <a:gd name="GluePoint57Y" fmla="*/ 109 h 232"/>
              <a:gd name="GluePoint58X" fmla="*/ 22 w 153"/>
              <a:gd name="GluePoint58Y" fmla="*/ 119 h 232"/>
              <a:gd name="GluePoint59X" fmla="*/ 110 w 153"/>
              <a:gd name="GluePoint59Y" fmla="*/ 122 h 232"/>
              <a:gd name="GluePoint60X" fmla="*/ 42 w 153"/>
              <a:gd name="GluePoint60Y" fmla="*/ 172 h 232"/>
              <a:gd name="GluePoint61X" fmla="*/ 73 w 153"/>
              <a:gd name="GluePoint61Y" fmla="*/ 232 h 232"/>
              <a:gd name="GluePoint62X" fmla="*/ 137 w 153"/>
              <a:gd name="GluePoint62Y" fmla="*/ 163 h 232"/>
              <a:gd name="GluePoint63X" fmla="*/ 108 w 153"/>
              <a:gd name="GluePoint63Y" fmla="*/ 204 h 232"/>
            </a:gdLst>
            <a:ahLst/>
            <a:cxnLst/>
            <a:rect l="textAreaLeft" t="textAreaTop" r="textAreaRight" b="textAreaBottom"/>
            <a:pathLst>
              <a:path w="153" h="232">
                <a:moveTo>
                  <a:pt x="73" y="39"/>
                </a:moveTo>
                <a:lnTo>
                  <a:pt x="75" y="38"/>
                </a:lnTo>
                <a:lnTo>
                  <a:pt x="78" y="37"/>
                </a:lnTo>
                <a:lnTo>
                  <a:pt x="82" y="36"/>
                </a:lnTo>
                <a:lnTo>
                  <a:pt x="85" y="34"/>
                </a:lnTo>
                <a:lnTo>
                  <a:pt x="86" y="33"/>
                </a:lnTo>
                <a:lnTo>
                  <a:pt x="87" y="31"/>
                </a:lnTo>
                <a:lnTo>
                  <a:pt x="89" y="29"/>
                </a:lnTo>
                <a:lnTo>
                  <a:pt x="90" y="28"/>
                </a:lnTo>
                <a:lnTo>
                  <a:pt x="90" y="26"/>
                </a:lnTo>
                <a:lnTo>
                  <a:pt x="91" y="24"/>
                </a:lnTo>
                <a:lnTo>
                  <a:pt x="91" y="21"/>
                </a:lnTo>
                <a:lnTo>
                  <a:pt x="91" y="18"/>
                </a:lnTo>
                <a:lnTo>
                  <a:pt x="90" y="16"/>
                </a:lnTo>
                <a:lnTo>
                  <a:pt x="90" y="13"/>
                </a:lnTo>
                <a:lnTo>
                  <a:pt x="90" y="12"/>
                </a:lnTo>
                <a:lnTo>
                  <a:pt x="89" y="9"/>
                </a:lnTo>
                <a:lnTo>
                  <a:pt x="87" y="8"/>
                </a:lnTo>
                <a:lnTo>
                  <a:pt x="86" y="6"/>
                </a:lnTo>
                <a:lnTo>
                  <a:pt x="86" y="5"/>
                </a:lnTo>
                <a:lnTo>
                  <a:pt x="84" y="4"/>
                </a:lnTo>
                <a:lnTo>
                  <a:pt x="82" y="3"/>
                </a:lnTo>
                <a:lnTo>
                  <a:pt x="81" y="2"/>
                </a:lnTo>
                <a:lnTo>
                  <a:pt x="80" y="1"/>
                </a:lnTo>
                <a:lnTo>
                  <a:pt x="78" y="0"/>
                </a:lnTo>
                <a:lnTo>
                  <a:pt x="74" y="0"/>
                </a:lnTo>
                <a:lnTo>
                  <a:pt x="69" y="0"/>
                </a:lnTo>
                <a:lnTo>
                  <a:pt x="66" y="0"/>
                </a:lnTo>
                <a:lnTo>
                  <a:pt x="62" y="1"/>
                </a:lnTo>
                <a:lnTo>
                  <a:pt x="58" y="4"/>
                </a:lnTo>
                <a:lnTo>
                  <a:pt x="54" y="5"/>
                </a:lnTo>
                <a:lnTo>
                  <a:pt x="51" y="8"/>
                </a:lnTo>
                <a:lnTo>
                  <a:pt x="49" y="10"/>
                </a:lnTo>
                <a:lnTo>
                  <a:pt x="43" y="16"/>
                </a:lnTo>
                <a:lnTo>
                  <a:pt x="38" y="22"/>
                </a:lnTo>
                <a:lnTo>
                  <a:pt x="32" y="28"/>
                </a:lnTo>
                <a:lnTo>
                  <a:pt x="26" y="35"/>
                </a:lnTo>
                <a:lnTo>
                  <a:pt x="25" y="36"/>
                </a:lnTo>
                <a:lnTo>
                  <a:pt x="23" y="36"/>
                </a:lnTo>
                <a:lnTo>
                  <a:pt x="21" y="38"/>
                </a:lnTo>
                <a:lnTo>
                  <a:pt x="18" y="38"/>
                </a:lnTo>
                <a:lnTo>
                  <a:pt x="16" y="38"/>
                </a:lnTo>
                <a:lnTo>
                  <a:pt x="14" y="38"/>
                </a:lnTo>
                <a:lnTo>
                  <a:pt x="12" y="37"/>
                </a:lnTo>
                <a:lnTo>
                  <a:pt x="10" y="36"/>
                </a:lnTo>
                <a:lnTo>
                  <a:pt x="10" y="36"/>
                </a:lnTo>
                <a:lnTo>
                  <a:pt x="9" y="34"/>
                </a:lnTo>
                <a:lnTo>
                  <a:pt x="8" y="32"/>
                </a:lnTo>
                <a:lnTo>
                  <a:pt x="7" y="30"/>
                </a:lnTo>
                <a:lnTo>
                  <a:pt x="7" y="27"/>
                </a:lnTo>
                <a:lnTo>
                  <a:pt x="8" y="24"/>
                </a:lnTo>
                <a:lnTo>
                  <a:pt x="9" y="22"/>
                </a:lnTo>
                <a:lnTo>
                  <a:pt x="10" y="20"/>
                </a:lnTo>
                <a:lnTo>
                  <a:pt x="12" y="19"/>
                </a:lnTo>
                <a:lnTo>
                  <a:pt x="14" y="18"/>
                </a:lnTo>
                <a:lnTo>
                  <a:pt x="18" y="17"/>
                </a:lnTo>
                <a:lnTo>
                  <a:pt x="22" y="16"/>
                </a:lnTo>
                <a:lnTo>
                  <a:pt x="21" y="8"/>
                </a:lnTo>
                <a:lnTo>
                  <a:pt x="18" y="8"/>
                </a:lnTo>
                <a:lnTo>
                  <a:pt x="15" y="9"/>
                </a:lnTo>
                <a:lnTo>
                  <a:pt x="12" y="10"/>
                </a:lnTo>
                <a:lnTo>
                  <a:pt x="8" y="12"/>
                </a:lnTo>
                <a:lnTo>
                  <a:pt x="6" y="13"/>
                </a:lnTo>
                <a:lnTo>
                  <a:pt x="5" y="15"/>
                </a:lnTo>
                <a:lnTo>
                  <a:pt x="3" y="16"/>
                </a:lnTo>
                <a:lnTo>
                  <a:pt x="2" y="19"/>
                </a:lnTo>
                <a:lnTo>
                  <a:pt x="1" y="21"/>
                </a:lnTo>
                <a:lnTo>
                  <a:pt x="1" y="24"/>
                </a:lnTo>
                <a:lnTo>
                  <a:pt x="0" y="28"/>
                </a:lnTo>
                <a:lnTo>
                  <a:pt x="1" y="31"/>
                </a:lnTo>
                <a:lnTo>
                  <a:pt x="1" y="33"/>
                </a:lnTo>
                <a:lnTo>
                  <a:pt x="1" y="35"/>
                </a:lnTo>
                <a:lnTo>
                  <a:pt x="2" y="37"/>
                </a:lnTo>
                <a:lnTo>
                  <a:pt x="3" y="39"/>
                </a:lnTo>
                <a:lnTo>
                  <a:pt x="4" y="40"/>
                </a:lnTo>
                <a:lnTo>
                  <a:pt x="6" y="42"/>
                </a:lnTo>
                <a:lnTo>
                  <a:pt x="6" y="43"/>
                </a:lnTo>
                <a:lnTo>
                  <a:pt x="8" y="44"/>
                </a:lnTo>
                <a:lnTo>
                  <a:pt x="11" y="46"/>
                </a:lnTo>
                <a:lnTo>
                  <a:pt x="14" y="46"/>
                </a:lnTo>
                <a:lnTo>
                  <a:pt x="17" y="47"/>
                </a:lnTo>
                <a:lnTo>
                  <a:pt x="19" y="47"/>
                </a:lnTo>
                <a:lnTo>
                  <a:pt x="22" y="46"/>
                </a:lnTo>
                <a:lnTo>
                  <a:pt x="26" y="46"/>
                </a:lnTo>
                <a:lnTo>
                  <a:pt x="28" y="45"/>
                </a:lnTo>
                <a:lnTo>
                  <a:pt x="30" y="44"/>
                </a:lnTo>
                <a:lnTo>
                  <a:pt x="32" y="42"/>
                </a:lnTo>
                <a:lnTo>
                  <a:pt x="34" y="40"/>
                </a:lnTo>
                <a:lnTo>
                  <a:pt x="36" y="36"/>
                </a:lnTo>
                <a:lnTo>
                  <a:pt x="39" y="33"/>
                </a:lnTo>
                <a:lnTo>
                  <a:pt x="45" y="25"/>
                </a:lnTo>
                <a:lnTo>
                  <a:pt x="52" y="18"/>
                </a:lnTo>
                <a:lnTo>
                  <a:pt x="55" y="14"/>
                </a:lnTo>
                <a:lnTo>
                  <a:pt x="59" y="12"/>
                </a:lnTo>
                <a:lnTo>
                  <a:pt x="62" y="9"/>
                </a:lnTo>
                <a:lnTo>
                  <a:pt x="66" y="8"/>
                </a:lnTo>
                <a:lnTo>
                  <a:pt x="68" y="7"/>
                </a:lnTo>
                <a:lnTo>
                  <a:pt x="70" y="7"/>
                </a:lnTo>
                <a:lnTo>
                  <a:pt x="71" y="7"/>
                </a:lnTo>
                <a:lnTo>
                  <a:pt x="74" y="7"/>
                </a:lnTo>
                <a:lnTo>
                  <a:pt x="75" y="8"/>
                </a:lnTo>
                <a:lnTo>
                  <a:pt x="77" y="9"/>
                </a:lnTo>
                <a:lnTo>
                  <a:pt x="78" y="10"/>
                </a:lnTo>
                <a:lnTo>
                  <a:pt x="80" y="12"/>
                </a:lnTo>
                <a:lnTo>
                  <a:pt x="82" y="13"/>
                </a:lnTo>
                <a:lnTo>
                  <a:pt x="82" y="15"/>
                </a:lnTo>
                <a:lnTo>
                  <a:pt x="83" y="17"/>
                </a:lnTo>
                <a:lnTo>
                  <a:pt x="84" y="20"/>
                </a:lnTo>
                <a:lnTo>
                  <a:pt x="84" y="21"/>
                </a:lnTo>
                <a:lnTo>
                  <a:pt x="83" y="23"/>
                </a:lnTo>
                <a:lnTo>
                  <a:pt x="83" y="24"/>
                </a:lnTo>
                <a:lnTo>
                  <a:pt x="82" y="25"/>
                </a:lnTo>
                <a:lnTo>
                  <a:pt x="81" y="27"/>
                </a:lnTo>
                <a:lnTo>
                  <a:pt x="79" y="28"/>
                </a:lnTo>
                <a:lnTo>
                  <a:pt x="77" y="29"/>
                </a:lnTo>
                <a:lnTo>
                  <a:pt x="75" y="29"/>
                </a:lnTo>
                <a:lnTo>
                  <a:pt x="73" y="29"/>
                </a:lnTo>
                <a:lnTo>
                  <a:pt x="71" y="30"/>
                </a:lnTo>
                <a:lnTo>
                  <a:pt x="73" y="39"/>
                </a:lnTo>
                <a:lnTo>
                  <a:pt x="73" y="39"/>
                </a:lnTo>
                <a:close/>
                <a:moveTo>
                  <a:pt x="9" y="78"/>
                </a:moveTo>
                <a:lnTo>
                  <a:pt x="8" y="76"/>
                </a:lnTo>
                <a:lnTo>
                  <a:pt x="8" y="73"/>
                </a:lnTo>
                <a:lnTo>
                  <a:pt x="9" y="72"/>
                </a:lnTo>
                <a:lnTo>
                  <a:pt x="9" y="69"/>
                </a:lnTo>
                <a:lnTo>
                  <a:pt x="10" y="68"/>
                </a:lnTo>
                <a:lnTo>
                  <a:pt x="11" y="66"/>
                </a:lnTo>
                <a:lnTo>
                  <a:pt x="13" y="64"/>
                </a:lnTo>
                <a:lnTo>
                  <a:pt x="14" y="63"/>
                </a:lnTo>
                <a:lnTo>
                  <a:pt x="17" y="60"/>
                </a:lnTo>
                <a:lnTo>
                  <a:pt x="20" y="58"/>
                </a:lnTo>
                <a:lnTo>
                  <a:pt x="23" y="56"/>
                </a:lnTo>
                <a:lnTo>
                  <a:pt x="27" y="55"/>
                </a:lnTo>
                <a:lnTo>
                  <a:pt x="31" y="53"/>
                </a:lnTo>
                <a:lnTo>
                  <a:pt x="36" y="52"/>
                </a:lnTo>
                <a:lnTo>
                  <a:pt x="40" y="50"/>
                </a:lnTo>
                <a:lnTo>
                  <a:pt x="45" y="48"/>
                </a:lnTo>
                <a:lnTo>
                  <a:pt x="54" y="47"/>
                </a:lnTo>
                <a:lnTo>
                  <a:pt x="63" y="45"/>
                </a:lnTo>
                <a:lnTo>
                  <a:pt x="71" y="44"/>
                </a:lnTo>
                <a:lnTo>
                  <a:pt x="78" y="44"/>
                </a:lnTo>
                <a:lnTo>
                  <a:pt x="82" y="44"/>
                </a:lnTo>
                <a:lnTo>
                  <a:pt x="86" y="44"/>
                </a:lnTo>
                <a:lnTo>
                  <a:pt x="89" y="46"/>
                </a:lnTo>
                <a:lnTo>
                  <a:pt x="91" y="47"/>
                </a:lnTo>
                <a:lnTo>
                  <a:pt x="94" y="49"/>
                </a:lnTo>
                <a:lnTo>
                  <a:pt x="95" y="52"/>
                </a:lnTo>
                <a:lnTo>
                  <a:pt x="97" y="52"/>
                </a:lnTo>
                <a:lnTo>
                  <a:pt x="97" y="54"/>
                </a:lnTo>
                <a:lnTo>
                  <a:pt x="98" y="56"/>
                </a:lnTo>
                <a:lnTo>
                  <a:pt x="98" y="57"/>
                </a:lnTo>
                <a:lnTo>
                  <a:pt x="98" y="60"/>
                </a:lnTo>
                <a:lnTo>
                  <a:pt x="98" y="63"/>
                </a:lnTo>
                <a:lnTo>
                  <a:pt x="98" y="64"/>
                </a:lnTo>
                <a:lnTo>
                  <a:pt x="98" y="67"/>
                </a:lnTo>
                <a:lnTo>
                  <a:pt x="97" y="68"/>
                </a:lnTo>
                <a:lnTo>
                  <a:pt x="95" y="70"/>
                </a:lnTo>
                <a:lnTo>
                  <a:pt x="94" y="72"/>
                </a:lnTo>
                <a:lnTo>
                  <a:pt x="92" y="74"/>
                </a:lnTo>
                <a:lnTo>
                  <a:pt x="90" y="76"/>
                </a:lnTo>
                <a:lnTo>
                  <a:pt x="86" y="77"/>
                </a:lnTo>
                <a:lnTo>
                  <a:pt x="82" y="80"/>
                </a:lnTo>
                <a:lnTo>
                  <a:pt x="78" y="81"/>
                </a:lnTo>
                <a:lnTo>
                  <a:pt x="73" y="84"/>
                </a:lnTo>
                <a:lnTo>
                  <a:pt x="68" y="85"/>
                </a:lnTo>
                <a:lnTo>
                  <a:pt x="63" y="87"/>
                </a:lnTo>
                <a:lnTo>
                  <a:pt x="58" y="88"/>
                </a:lnTo>
                <a:lnTo>
                  <a:pt x="53" y="88"/>
                </a:lnTo>
                <a:lnTo>
                  <a:pt x="48" y="90"/>
                </a:lnTo>
                <a:lnTo>
                  <a:pt x="42" y="90"/>
                </a:lnTo>
                <a:lnTo>
                  <a:pt x="37" y="91"/>
                </a:lnTo>
                <a:lnTo>
                  <a:pt x="32" y="92"/>
                </a:lnTo>
                <a:lnTo>
                  <a:pt x="26" y="92"/>
                </a:lnTo>
                <a:lnTo>
                  <a:pt x="22" y="92"/>
                </a:lnTo>
                <a:lnTo>
                  <a:pt x="20" y="91"/>
                </a:lnTo>
                <a:lnTo>
                  <a:pt x="18" y="90"/>
                </a:lnTo>
                <a:lnTo>
                  <a:pt x="15" y="89"/>
                </a:lnTo>
                <a:lnTo>
                  <a:pt x="14" y="88"/>
                </a:lnTo>
                <a:lnTo>
                  <a:pt x="12" y="87"/>
                </a:lnTo>
                <a:lnTo>
                  <a:pt x="11" y="84"/>
                </a:lnTo>
                <a:lnTo>
                  <a:pt x="10" y="83"/>
                </a:lnTo>
                <a:lnTo>
                  <a:pt x="10" y="81"/>
                </a:lnTo>
                <a:lnTo>
                  <a:pt x="9" y="78"/>
                </a:lnTo>
                <a:lnTo>
                  <a:pt x="9" y="78"/>
                </a:lnTo>
                <a:close/>
                <a:moveTo>
                  <a:pt x="16" y="76"/>
                </a:moveTo>
                <a:lnTo>
                  <a:pt x="16" y="78"/>
                </a:lnTo>
                <a:lnTo>
                  <a:pt x="18" y="80"/>
                </a:lnTo>
                <a:lnTo>
                  <a:pt x="18" y="80"/>
                </a:lnTo>
                <a:lnTo>
                  <a:pt x="19" y="81"/>
                </a:lnTo>
                <a:lnTo>
                  <a:pt x="21" y="82"/>
                </a:lnTo>
                <a:lnTo>
                  <a:pt x="22" y="83"/>
                </a:lnTo>
                <a:lnTo>
                  <a:pt x="24" y="83"/>
                </a:lnTo>
                <a:lnTo>
                  <a:pt x="26" y="84"/>
                </a:lnTo>
                <a:lnTo>
                  <a:pt x="28" y="84"/>
                </a:lnTo>
                <a:lnTo>
                  <a:pt x="31" y="84"/>
                </a:lnTo>
                <a:lnTo>
                  <a:pt x="36" y="83"/>
                </a:lnTo>
                <a:lnTo>
                  <a:pt x="43" y="82"/>
                </a:lnTo>
                <a:lnTo>
                  <a:pt x="50" y="80"/>
                </a:lnTo>
                <a:lnTo>
                  <a:pt x="56" y="80"/>
                </a:lnTo>
                <a:lnTo>
                  <a:pt x="62" y="77"/>
                </a:lnTo>
                <a:lnTo>
                  <a:pt x="69" y="76"/>
                </a:lnTo>
                <a:lnTo>
                  <a:pt x="74" y="74"/>
                </a:lnTo>
                <a:lnTo>
                  <a:pt x="79" y="72"/>
                </a:lnTo>
                <a:lnTo>
                  <a:pt x="82" y="71"/>
                </a:lnTo>
                <a:lnTo>
                  <a:pt x="84" y="70"/>
                </a:lnTo>
                <a:lnTo>
                  <a:pt x="86" y="68"/>
                </a:lnTo>
                <a:lnTo>
                  <a:pt x="87" y="68"/>
                </a:lnTo>
                <a:lnTo>
                  <a:pt x="88" y="66"/>
                </a:lnTo>
                <a:lnTo>
                  <a:pt x="90" y="64"/>
                </a:lnTo>
                <a:lnTo>
                  <a:pt x="90" y="64"/>
                </a:lnTo>
                <a:lnTo>
                  <a:pt x="90" y="63"/>
                </a:lnTo>
                <a:lnTo>
                  <a:pt x="91" y="60"/>
                </a:lnTo>
                <a:lnTo>
                  <a:pt x="91" y="59"/>
                </a:lnTo>
                <a:lnTo>
                  <a:pt x="90" y="57"/>
                </a:lnTo>
                <a:lnTo>
                  <a:pt x="89" y="56"/>
                </a:lnTo>
                <a:lnTo>
                  <a:pt x="88" y="56"/>
                </a:lnTo>
                <a:lnTo>
                  <a:pt x="87" y="55"/>
                </a:lnTo>
                <a:lnTo>
                  <a:pt x="86" y="54"/>
                </a:lnTo>
                <a:lnTo>
                  <a:pt x="84" y="53"/>
                </a:lnTo>
                <a:lnTo>
                  <a:pt x="82" y="52"/>
                </a:lnTo>
                <a:lnTo>
                  <a:pt x="80" y="52"/>
                </a:lnTo>
                <a:lnTo>
                  <a:pt x="78" y="52"/>
                </a:lnTo>
                <a:lnTo>
                  <a:pt x="75" y="52"/>
                </a:lnTo>
                <a:lnTo>
                  <a:pt x="70" y="52"/>
                </a:lnTo>
                <a:lnTo>
                  <a:pt x="64" y="53"/>
                </a:lnTo>
                <a:lnTo>
                  <a:pt x="58" y="55"/>
                </a:lnTo>
                <a:lnTo>
                  <a:pt x="50" y="56"/>
                </a:lnTo>
                <a:lnTo>
                  <a:pt x="44" y="58"/>
                </a:lnTo>
                <a:lnTo>
                  <a:pt x="38" y="60"/>
                </a:lnTo>
                <a:lnTo>
                  <a:pt x="32" y="61"/>
                </a:lnTo>
                <a:lnTo>
                  <a:pt x="27" y="64"/>
                </a:lnTo>
                <a:lnTo>
                  <a:pt x="25" y="64"/>
                </a:lnTo>
                <a:lnTo>
                  <a:pt x="22" y="66"/>
                </a:lnTo>
                <a:lnTo>
                  <a:pt x="21" y="67"/>
                </a:lnTo>
                <a:lnTo>
                  <a:pt x="19" y="68"/>
                </a:lnTo>
                <a:lnTo>
                  <a:pt x="18" y="70"/>
                </a:lnTo>
                <a:lnTo>
                  <a:pt x="17" y="71"/>
                </a:lnTo>
                <a:lnTo>
                  <a:pt x="17" y="72"/>
                </a:lnTo>
                <a:lnTo>
                  <a:pt x="16" y="74"/>
                </a:lnTo>
                <a:lnTo>
                  <a:pt x="15" y="75"/>
                </a:lnTo>
                <a:lnTo>
                  <a:pt x="16" y="76"/>
                </a:lnTo>
                <a:lnTo>
                  <a:pt x="16" y="76"/>
                </a:lnTo>
                <a:close/>
                <a:moveTo>
                  <a:pt x="23" y="128"/>
                </a:moveTo>
                <a:lnTo>
                  <a:pt x="25" y="132"/>
                </a:lnTo>
                <a:lnTo>
                  <a:pt x="26" y="135"/>
                </a:lnTo>
                <a:lnTo>
                  <a:pt x="27" y="136"/>
                </a:lnTo>
                <a:lnTo>
                  <a:pt x="29" y="137"/>
                </a:lnTo>
                <a:lnTo>
                  <a:pt x="30" y="139"/>
                </a:lnTo>
                <a:lnTo>
                  <a:pt x="32" y="140"/>
                </a:lnTo>
                <a:lnTo>
                  <a:pt x="34" y="140"/>
                </a:lnTo>
                <a:lnTo>
                  <a:pt x="35" y="140"/>
                </a:lnTo>
                <a:lnTo>
                  <a:pt x="37" y="141"/>
                </a:lnTo>
                <a:lnTo>
                  <a:pt x="39" y="141"/>
                </a:lnTo>
                <a:lnTo>
                  <a:pt x="41" y="141"/>
                </a:lnTo>
                <a:lnTo>
                  <a:pt x="43" y="141"/>
                </a:lnTo>
                <a:lnTo>
                  <a:pt x="45" y="140"/>
                </a:lnTo>
                <a:lnTo>
                  <a:pt x="47" y="140"/>
                </a:lnTo>
                <a:lnTo>
                  <a:pt x="115" y="116"/>
                </a:lnTo>
                <a:lnTo>
                  <a:pt x="112" y="108"/>
                </a:lnTo>
                <a:lnTo>
                  <a:pt x="44" y="132"/>
                </a:lnTo>
                <a:lnTo>
                  <a:pt x="42" y="132"/>
                </a:lnTo>
                <a:lnTo>
                  <a:pt x="39" y="132"/>
                </a:lnTo>
                <a:lnTo>
                  <a:pt x="38" y="132"/>
                </a:lnTo>
                <a:lnTo>
                  <a:pt x="36" y="132"/>
                </a:lnTo>
                <a:lnTo>
                  <a:pt x="34" y="130"/>
                </a:lnTo>
                <a:lnTo>
                  <a:pt x="32" y="129"/>
                </a:lnTo>
                <a:lnTo>
                  <a:pt x="31" y="128"/>
                </a:lnTo>
                <a:lnTo>
                  <a:pt x="30" y="125"/>
                </a:lnTo>
                <a:lnTo>
                  <a:pt x="30" y="124"/>
                </a:lnTo>
                <a:lnTo>
                  <a:pt x="30" y="121"/>
                </a:lnTo>
                <a:lnTo>
                  <a:pt x="30" y="119"/>
                </a:lnTo>
                <a:lnTo>
                  <a:pt x="31" y="116"/>
                </a:lnTo>
                <a:lnTo>
                  <a:pt x="32" y="115"/>
                </a:lnTo>
                <a:lnTo>
                  <a:pt x="34" y="112"/>
                </a:lnTo>
                <a:lnTo>
                  <a:pt x="36" y="112"/>
                </a:lnTo>
                <a:lnTo>
                  <a:pt x="38" y="110"/>
                </a:lnTo>
                <a:lnTo>
                  <a:pt x="105" y="88"/>
                </a:lnTo>
                <a:lnTo>
                  <a:pt x="103" y="80"/>
                </a:lnTo>
                <a:lnTo>
                  <a:pt x="36" y="102"/>
                </a:lnTo>
                <a:lnTo>
                  <a:pt x="34" y="103"/>
                </a:lnTo>
                <a:lnTo>
                  <a:pt x="32" y="104"/>
                </a:lnTo>
                <a:lnTo>
                  <a:pt x="30" y="105"/>
                </a:lnTo>
                <a:lnTo>
                  <a:pt x="29" y="107"/>
                </a:lnTo>
                <a:lnTo>
                  <a:pt x="27" y="108"/>
                </a:lnTo>
                <a:lnTo>
                  <a:pt x="26" y="109"/>
                </a:lnTo>
                <a:lnTo>
                  <a:pt x="25" y="112"/>
                </a:lnTo>
                <a:lnTo>
                  <a:pt x="24" y="113"/>
                </a:lnTo>
                <a:lnTo>
                  <a:pt x="23" y="115"/>
                </a:lnTo>
                <a:lnTo>
                  <a:pt x="22" y="117"/>
                </a:lnTo>
                <a:lnTo>
                  <a:pt x="22" y="119"/>
                </a:lnTo>
                <a:lnTo>
                  <a:pt x="22" y="120"/>
                </a:lnTo>
                <a:lnTo>
                  <a:pt x="22" y="124"/>
                </a:lnTo>
                <a:lnTo>
                  <a:pt x="23" y="128"/>
                </a:lnTo>
                <a:lnTo>
                  <a:pt x="23" y="128"/>
                </a:lnTo>
                <a:close/>
                <a:moveTo>
                  <a:pt x="110" y="122"/>
                </a:moveTo>
                <a:lnTo>
                  <a:pt x="116" y="119"/>
                </a:lnTo>
                <a:lnTo>
                  <a:pt x="130" y="151"/>
                </a:lnTo>
                <a:lnTo>
                  <a:pt x="123" y="153"/>
                </a:lnTo>
                <a:lnTo>
                  <a:pt x="118" y="141"/>
                </a:lnTo>
                <a:lnTo>
                  <a:pt x="42" y="172"/>
                </a:lnTo>
                <a:lnTo>
                  <a:pt x="38" y="164"/>
                </a:lnTo>
                <a:lnTo>
                  <a:pt x="114" y="133"/>
                </a:lnTo>
                <a:lnTo>
                  <a:pt x="110" y="122"/>
                </a:lnTo>
                <a:lnTo>
                  <a:pt x="110" y="122"/>
                </a:lnTo>
                <a:close/>
                <a:moveTo>
                  <a:pt x="73" y="232"/>
                </a:moveTo>
                <a:lnTo>
                  <a:pt x="153" y="190"/>
                </a:lnTo>
                <a:lnTo>
                  <a:pt x="149" y="183"/>
                </a:lnTo>
                <a:lnTo>
                  <a:pt x="115" y="200"/>
                </a:lnTo>
                <a:lnTo>
                  <a:pt x="103" y="177"/>
                </a:lnTo>
                <a:lnTo>
                  <a:pt x="137" y="163"/>
                </a:lnTo>
                <a:lnTo>
                  <a:pt x="133" y="155"/>
                </a:lnTo>
                <a:lnTo>
                  <a:pt x="50" y="192"/>
                </a:lnTo>
                <a:lnTo>
                  <a:pt x="54" y="200"/>
                </a:lnTo>
                <a:lnTo>
                  <a:pt x="95" y="180"/>
                </a:lnTo>
                <a:lnTo>
                  <a:pt x="108" y="204"/>
                </a:lnTo>
                <a:lnTo>
                  <a:pt x="69" y="225"/>
                </a:lnTo>
                <a:lnTo>
                  <a:pt x="73" y="2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77" name="iṩ1íḋé">
            <a:extLst>
              <a:ext uri="{FF2B5EF4-FFF2-40B4-BE49-F238E27FC236}">
                <a16:creationId xmlns:a16="http://schemas.microsoft.com/office/drawing/2014/main" id="{CCC1C81A-111B-4356-95B9-EC3BDDFA0F7E}"/>
              </a:ext>
            </a:extLst>
          </p:cNvPr>
          <p:cNvSpPr>
            <a:spLocks noGrp="1"/>
          </p:cNvSpPr>
          <p:nvPr/>
        </p:nvSpPr>
        <p:spPr>
          <a:xfrm>
            <a:off x="790560" y="883080"/>
            <a:ext cx="83160" cy="83880"/>
          </a:xfrm>
          <a:custGeom>
            <a:avLst/>
            <a:gdLst>
              <a:gd name="textAreaLeft" fmla="*/ 0 w 83160"/>
              <a:gd name="textAreaRight" fmla="*/ 83520 w 83160"/>
              <a:gd name="textAreaTop" fmla="*/ 0 h 83880"/>
              <a:gd name="textAreaBottom" fmla="*/ 84240 h 83880"/>
              <a:gd name="GluePoint1X" fmla="*/ 20 w 191"/>
              <a:gd name="GluePoint1Y" fmla="*/ 59 h 193"/>
              <a:gd name="GluePoint2X" fmla="*/ 13 w 191"/>
              <a:gd name="GluePoint2Y" fmla="*/ 60 h 193"/>
              <a:gd name="GluePoint3X" fmla="*/ 9 w 191"/>
              <a:gd name="GluePoint3Y" fmla="*/ 56 h 193"/>
              <a:gd name="GluePoint4X" fmla="*/ 8 w 191"/>
              <a:gd name="GluePoint4Y" fmla="*/ 50 h 193"/>
              <a:gd name="GluePoint5X" fmla="*/ 10 w 191"/>
              <a:gd name="GluePoint5Y" fmla="*/ 45 h 193"/>
              <a:gd name="GluePoint6X" fmla="*/ 14 w 191"/>
              <a:gd name="GluePoint6Y" fmla="*/ 39 h 193"/>
              <a:gd name="GluePoint7X" fmla="*/ 24 w 191"/>
              <a:gd name="GluePoint7Y" fmla="*/ 30 h 193"/>
              <a:gd name="GluePoint8X" fmla="*/ 38 w 191"/>
              <a:gd name="GluePoint8Y" fmla="*/ 19 h 193"/>
              <a:gd name="GluePoint9X" fmla="*/ 52 w 191"/>
              <a:gd name="GluePoint9Y" fmla="*/ 12 h 193"/>
              <a:gd name="GluePoint10X" fmla="*/ 60 w 191"/>
              <a:gd name="GluePoint10Y" fmla="*/ 10 h 193"/>
              <a:gd name="GluePoint11X" fmla="*/ 65 w 191"/>
              <a:gd name="GluePoint11Y" fmla="*/ 10 h 193"/>
              <a:gd name="GluePoint12X" fmla="*/ 69 w 191"/>
              <a:gd name="GluePoint12Y" fmla="*/ 12 h 193"/>
              <a:gd name="GluePoint13X" fmla="*/ 71 w 191"/>
              <a:gd name="GluePoint13Y" fmla="*/ 18 h 193"/>
              <a:gd name="GluePoint14X" fmla="*/ 69 w 191"/>
              <a:gd name="GluePoint14Y" fmla="*/ 24 h 193"/>
              <a:gd name="GluePoint15X" fmla="*/ 61 w 191"/>
              <a:gd name="GluePoint15Y" fmla="*/ 32 h 193"/>
              <a:gd name="GluePoint16X" fmla="*/ 69 w 191"/>
              <a:gd name="GluePoint16Y" fmla="*/ 36 h 193"/>
              <a:gd name="GluePoint17X" fmla="*/ 75 w 191"/>
              <a:gd name="GluePoint17Y" fmla="*/ 31 h 193"/>
              <a:gd name="GluePoint18X" fmla="*/ 77 w 191"/>
              <a:gd name="GluePoint18Y" fmla="*/ 25 h 193"/>
              <a:gd name="GluePoint19X" fmla="*/ 79 w 191"/>
              <a:gd name="GluePoint19Y" fmla="*/ 19 h 193"/>
              <a:gd name="GluePoint20X" fmla="*/ 78 w 191"/>
              <a:gd name="GluePoint20Y" fmla="*/ 13 h 193"/>
              <a:gd name="GluePoint21X" fmla="*/ 75 w 191"/>
              <a:gd name="GluePoint21Y" fmla="*/ 7 h 193"/>
              <a:gd name="GluePoint22X" fmla="*/ 71 w 191"/>
              <a:gd name="GluePoint22Y" fmla="*/ 3 h 193"/>
              <a:gd name="GluePoint23X" fmla="*/ 64 w 191"/>
              <a:gd name="GluePoint23Y" fmla="*/ 0 h 193"/>
              <a:gd name="GluePoint24X" fmla="*/ 55 w 191"/>
              <a:gd name="GluePoint24Y" fmla="*/ 2 h 193"/>
              <a:gd name="GluePoint25X" fmla="*/ 42 w 191"/>
              <a:gd name="GluePoint25Y" fmla="*/ 7 h 193"/>
              <a:gd name="GluePoint26X" fmla="*/ 29 w 191"/>
              <a:gd name="GluePoint26Y" fmla="*/ 16 h 193"/>
              <a:gd name="GluePoint27X" fmla="*/ 17 w 191"/>
              <a:gd name="GluePoint27Y" fmla="*/ 25 h 193"/>
              <a:gd name="GluePoint28X" fmla="*/ 8 w 191"/>
              <a:gd name="GluePoint28Y" fmla="*/ 35 h 193"/>
              <a:gd name="GluePoint29X" fmla="*/ 2 w 191"/>
              <a:gd name="GluePoint29Y" fmla="*/ 43 h 193"/>
              <a:gd name="GluePoint30X" fmla="*/ 0 w 191"/>
              <a:gd name="GluePoint30Y" fmla="*/ 51 h 193"/>
              <a:gd name="GluePoint31X" fmla="*/ 2 w 191"/>
              <a:gd name="GluePoint31Y" fmla="*/ 58 h 193"/>
              <a:gd name="GluePoint32X" fmla="*/ 5 w 191"/>
              <a:gd name="GluePoint32Y" fmla="*/ 64 h 193"/>
              <a:gd name="GluePoint33X" fmla="*/ 9 w 191"/>
              <a:gd name="GluePoint33Y" fmla="*/ 67 h 193"/>
              <a:gd name="GluePoint34X" fmla="*/ 14 w 191"/>
              <a:gd name="GluePoint34Y" fmla="*/ 69 h 193"/>
              <a:gd name="GluePoint35X" fmla="*/ 20 w 191"/>
              <a:gd name="GluePoint35Y" fmla="*/ 68 h 193"/>
              <a:gd name="GluePoint36X" fmla="*/ 28 w 191"/>
              <a:gd name="GluePoint36Y" fmla="*/ 65 h 193"/>
              <a:gd name="GluePoint37X" fmla="*/ 29 w 191"/>
              <a:gd name="GluePoint37Y" fmla="*/ 55 h 193"/>
              <a:gd name="GluePoint38X" fmla="*/ 43 w 191"/>
              <a:gd name="GluePoint38Y" fmla="*/ 107 h 193"/>
              <a:gd name="GluePoint39X" fmla="*/ 27 w 191"/>
              <a:gd name="GluePoint39Y" fmla="*/ 89 h 193"/>
              <a:gd name="GluePoint40X" fmla="*/ 97 w 191"/>
              <a:gd name="GluePoint40Y" fmla="*/ 33 h 193"/>
              <a:gd name="GluePoint41X" fmla="*/ 110 w 191"/>
              <a:gd name="GluePoint41Y" fmla="*/ 47 h 193"/>
              <a:gd name="GluePoint42X" fmla="*/ 48 w 191"/>
              <a:gd name="GluePoint42Y" fmla="*/ 112 h 193"/>
              <a:gd name="GluePoint43X" fmla="*/ 124 w 191"/>
              <a:gd name="GluePoint43Y" fmla="*/ 60 h 193"/>
              <a:gd name="GluePoint44X" fmla="*/ 64 w 191"/>
              <a:gd name="GluePoint44Y" fmla="*/ 127 h 193"/>
              <a:gd name="GluePoint45X" fmla="*/ 169 w 191"/>
              <a:gd name="GluePoint45Y" fmla="*/ 95 h 193"/>
              <a:gd name="GluePoint46X" fmla="*/ 149 w 191"/>
              <a:gd name="GluePoint46Y" fmla="*/ 82 h 193"/>
              <a:gd name="GluePoint47X" fmla="*/ 82 w 191"/>
              <a:gd name="GluePoint47Y" fmla="*/ 143 h 193"/>
              <a:gd name="GluePoint48X" fmla="*/ 99 w 191"/>
              <a:gd name="GluePoint48Y" fmla="*/ 156 h 193"/>
              <a:gd name="GluePoint49X" fmla="*/ 145 w 191"/>
              <a:gd name="GluePoint49Y" fmla="*/ 188 h 193"/>
              <a:gd name="GluePoint50X" fmla="*/ 182 w 191"/>
              <a:gd name="GluePoint50Y" fmla="*/ 105 h 193"/>
              <a:gd name="GluePoint51X" fmla="*/ 147 w 191"/>
              <a:gd name="GluePoint51Y" fmla="*/ 148 h 193"/>
              <a:gd name="GluePoint52X" fmla="*/ 153 w 191"/>
              <a:gd name="GluePoint52Y" fmla="*/ 143 h 193"/>
            </a:gdLst>
            <a:ahLst/>
            <a:cxnLst/>
            <a:rect l="textAreaLeft" t="textAreaTop" r="textAreaRight" b="textAreaBottom"/>
            <a:pathLst>
              <a:path w="191" h="193">
                <a:moveTo>
                  <a:pt x="29" y="55"/>
                </a:moveTo>
                <a:lnTo>
                  <a:pt x="24" y="57"/>
                </a:lnTo>
                <a:lnTo>
                  <a:pt x="20" y="59"/>
                </a:lnTo>
                <a:lnTo>
                  <a:pt x="17" y="60"/>
                </a:lnTo>
                <a:lnTo>
                  <a:pt x="15" y="60"/>
                </a:lnTo>
                <a:lnTo>
                  <a:pt x="13" y="60"/>
                </a:lnTo>
                <a:lnTo>
                  <a:pt x="12" y="59"/>
                </a:lnTo>
                <a:lnTo>
                  <a:pt x="10" y="58"/>
                </a:lnTo>
                <a:lnTo>
                  <a:pt x="9" y="56"/>
                </a:lnTo>
                <a:lnTo>
                  <a:pt x="8" y="54"/>
                </a:lnTo>
                <a:lnTo>
                  <a:pt x="8" y="51"/>
                </a:lnTo>
                <a:lnTo>
                  <a:pt x="8" y="50"/>
                </a:lnTo>
                <a:lnTo>
                  <a:pt x="8" y="48"/>
                </a:lnTo>
                <a:lnTo>
                  <a:pt x="9" y="47"/>
                </a:lnTo>
                <a:lnTo>
                  <a:pt x="10" y="45"/>
                </a:lnTo>
                <a:lnTo>
                  <a:pt x="11" y="43"/>
                </a:lnTo>
                <a:lnTo>
                  <a:pt x="12" y="42"/>
                </a:lnTo>
                <a:lnTo>
                  <a:pt x="14" y="39"/>
                </a:lnTo>
                <a:lnTo>
                  <a:pt x="16" y="37"/>
                </a:lnTo>
                <a:lnTo>
                  <a:pt x="20" y="33"/>
                </a:lnTo>
                <a:lnTo>
                  <a:pt x="24" y="30"/>
                </a:lnTo>
                <a:lnTo>
                  <a:pt x="28" y="27"/>
                </a:lnTo>
                <a:lnTo>
                  <a:pt x="33" y="23"/>
                </a:lnTo>
                <a:lnTo>
                  <a:pt x="38" y="19"/>
                </a:lnTo>
                <a:lnTo>
                  <a:pt x="43" y="17"/>
                </a:lnTo>
                <a:lnTo>
                  <a:pt x="48" y="15"/>
                </a:lnTo>
                <a:lnTo>
                  <a:pt x="52" y="12"/>
                </a:lnTo>
                <a:lnTo>
                  <a:pt x="56" y="11"/>
                </a:lnTo>
                <a:lnTo>
                  <a:pt x="58" y="10"/>
                </a:lnTo>
                <a:lnTo>
                  <a:pt x="60" y="10"/>
                </a:lnTo>
                <a:lnTo>
                  <a:pt x="61" y="9"/>
                </a:lnTo>
                <a:lnTo>
                  <a:pt x="64" y="9"/>
                </a:lnTo>
                <a:lnTo>
                  <a:pt x="65" y="10"/>
                </a:lnTo>
                <a:lnTo>
                  <a:pt x="66" y="10"/>
                </a:lnTo>
                <a:lnTo>
                  <a:pt x="67" y="11"/>
                </a:lnTo>
                <a:lnTo>
                  <a:pt x="69" y="12"/>
                </a:lnTo>
                <a:lnTo>
                  <a:pt x="70" y="14"/>
                </a:lnTo>
                <a:lnTo>
                  <a:pt x="71" y="16"/>
                </a:lnTo>
                <a:lnTo>
                  <a:pt x="71" y="18"/>
                </a:lnTo>
                <a:lnTo>
                  <a:pt x="71" y="19"/>
                </a:lnTo>
                <a:lnTo>
                  <a:pt x="71" y="22"/>
                </a:lnTo>
                <a:lnTo>
                  <a:pt x="69" y="24"/>
                </a:lnTo>
                <a:lnTo>
                  <a:pt x="68" y="27"/>
                </a:lnTo>
                <a:lnTo>
                  <a:pt x="65" y="29"/>
                </a:lnTo>
                <a:lnTo>
                  <a:pt x="61" y="32"/>
                </a:lnTo>
                <a:lnTo>
                  <a:pt x="65" y="39"/>
                </a:lnTo>
                <a:lnTo>
                  <a:pt x="67" y="38"/>
                </a:lnTo>
                <a:lnTo>
                  <a:pt x="69" y="36"/>
                </a:lnTo>
                <a:lnTo>
                  <a:pt x="71" y="35"/>
                </a:lnTo>
                <a:lnTo>
                  <a:pt x="73" y="33"/>
                </a:lnTo>
                <a:lnTo>
                  <a:pt x="75" y="31"/>
                </a:lnTo>
                <a:lnTo>
                  <a:pt x="76" y="29"/>
                </a:lnTo>
                <a:lnTo>
                  <a:pt x="77" y="27"/>
                </a:lnTo>
                <a:lnTo>
                  <a:pt x="77" y="25"/>
                </a:lnTo>
                <a:lnTo>
                  <a:pt x="78" y="23"/>
                </a:lnTo>
                <a:lnTo>
                  <a:pt x="79" y="21"/>
                </a:lnTo>
                <a:lnTo>
                  <a:pt x="79" y="19"/>
                </a:lnTo>
                <a:lnTo>
                  <a:pt x="79" y="17"/>
                </a:lnTo>
                <a:lnTo>
                  <a:pt x="78" y="15"/>
                </a:lnTo>
                <a:lnTo>
                  <a:pt x="78" y="13"/>
                </a:lnTo>
                <a:lnTo>
                  <a:pt x="77" y="11"/>
                </a:lnTo>
                <a:lnTo>
                  <a:pt x="77" y="9"/>
                </a:lnTo>
                <a:lnTo>
                  <a:pt x="75" y="7"/>
                </a:lnTo>
                <a:lnTo>
                  <a:pt x="74" y="5"/>
                </a:lnTo>
                <a:lnTo>
                  <a:pt x="73" y="3"/>
                </a:lnTo>
                <a:lnTo>
                  <a:pt x="71" y="3"/>
                </a:lnTo>
                <a:lnTo>
                  <a:pt x="69" y="1"/>
                </a:lnTo>
                <a:lnTo>
                  <a:pt x="66" y="1"/>
                </a:lnTo>
                <a:lnTo>
                  <a:pt x="64" y="0"/>
                </a:lnTo>
                <a:lnTo>
                  <a:pt x="61" y="0"/>
                </a:lnTo>
                <a:lnTo>
                  <a:pt x="58" y="1"/>
                </a:lnTo>
                <a:lnTo>
                  <a:pt x="55" y="2"/>
                </a:lnTo>
                <a:lnTo>
                  <a:pt x="51" y="3"/>
                </a:lnTo>
                <a:lnTo>
                  <a:pt x="47" y="5"/>
                </a:lnTo>
                <a:lnTo>
                  <a:pt x="42" y="7"/>
                </a:lnTo>
                <a:lnTo>
                  <a:pt x="38" y="10"/>
                </a:lnTo>
                <a:lnTo>
                  <a:pt x="34" y="13"/>
                </a:lnTo>
                <a:lnTo>
                  <a:pt x="29" y="16"/>
                </a:lnTo>
                <a:lnTo>
                  <a:pt x="24" y="19"/>
                </a:lnTo>
                <a:lnTo>
                  <a:pt x="20" y="22"/>
                </a:lnTo>
                <a:lnTo>
                  <a:pt x="17" y="25"/>
                </a:lnTo>
                <a:lnTo>
                  <a:pt x="13" y="29"/>
                </a:lnTo>
                <a:lnTo>
                  <a:pt x="10" y="32"/>
                </a:lnTo>
                <a:lnTo>
                  <a:pt x="8" y="35"/>
                </a:lnTo>
                <a:lnTo>
                  <a:pt x="5" y="38"/>
                </a:lnTo>
                <a:lnTo>
                  <a:pt x="4" y="41"/>
                </a:lnTo>
                <a:lnTo>
                  <a:pt x="2" y="43"/>
                </a:lnTo>
                <a:lnTo>
                  <a:pt x="1" y="46"/>
                </a:lnTo>
                <a:lnTo>
                  <a:pt x="0" y="48"/>
                </a:lnTo>
                <a:lnTo>
                  <a:pt x="0" y="51"/>
                </a:lnTo>
                <a:lnTo>
                  <a:pt x="0" y="53"/>
                </a:lnTo>
                <a:lnTo>
                  <a:pt x="0" y="55"/>
                </a:lnTo>
                <a:lnTo>
                  <a:pt x="2" y="58"/>
                </a:lnTo>
                <a:lnTo>
                  <a:pt x="3" y="60"/>
                </a:lnTo>
                <a:lnTo>
                  <a:pt x="4" y="63"/>
                </a:lnTo>
                <a:lnTo>
                  <a:pt x="5" y="64"/>
                </a:lnTo>
                <a:lnTo>
                  <a:pt x="6" y="66"/>
                </a:lnTo>
                <a:lnTo>
                  <a:pt x="8" y="67"/>
                </a:lnTo>
                <a:lnTo>
                  <a:pt x="9" y="67"/>
                </a:lnTo>
                <a:lnTo>
                  <a:pt x="11" y="68"/>
                </a:lnTo>
                <a:lnTo>
                  <a:pt x="12" y="69"/>
                </a:lnTo>
                <a:lnTo>
                  <a:pt x="14" y="69"/>
                </a:lnTo>
                <a:lnTo>
                  <a:pt x="16" y="69"/>
                </a:lnTo>
                <a:lnTo>
                  <a:pt x="19" y="69"/>
                </a:lnTo>
                <a:lnTo>
                  <a:pt x="20" y="68"/>
                </a:lnTo>
                <a:lnTo>
                  <a:pt x="23" y="67"/>
                </a:lnTo>
                <a:lnTo>
                  <a:pt x="25" y="67"/>
                </a:lnTo>
                <a:lnTo>
                  <a:pt x="28" y="65"/>
                </a:lnTo>
                <a:lnTo>
                  <a:pt x="30" y="63"/>
                </a:lnTo>
                <a:lnTo>
                  <a:pt x="33" y="62"/>
                </a:lnTo>
                <a:lnTo>
                  <a:pt x="29" y="55"/>
                </a:lnTo>
                <a:lnTo>
                  <a:pt x="29" y="55"/>
                </a:lnTo>
                <a:close/>
                <a:moveTo>
                  <a:pt x="48" y="112"/>
                </a:moveTo>
                <a:lnTo>
                  <a:pt x="43" y="107"/>
                </a:lnTo>
                <a:lnTo>
                  <a:pt x="78" y="76"/>
                </a:lnTo>
                <a:lnTo>
                  <a:pt x="64" y="59"/>
                </a:lnTo>
                <a:lnTo>
                  <a:pt x="27" y="89"/>
                </a:lnTo>
                <a:lnTo>
                  <a:pt x="21" y="83"/>
                </a:lnTo>
                <a:lnTo>
                  <a:pt x="91" y="27"/>
                </a:lnTo>
                <a:lnTo>
                  <a:pt x="97" y="33"/>
                </a:lnTo>
                <a:lnTo>
                  <a:pt x="70" y="54"/>
                </a:lnTo>
                <a:lnTo>
                  <a:pt x="84" y="71"/>
                </a:lnTo>
                <a:lnTo>
                  <a:pt x="110" y="47"/>
                </a:lnTo>
                <a:lnTo>
                  <a:pt x="116" y="53"/>
                </a:lnTo>
                <a:lnTo>
                  <a:pt x="48" y="112"/>
                </a:lnTo>
                <a:lnTo>
                  <a:pt x="48" y="112"/>
                </a:lnTo>
                <a:close/>
                <a:moveTo>
                  <a:pt x="64" y="127"/>
                </a:moveTo>
                <a:lnTo>
                  <a:pt x="58" y="121"/>
                </a:lnTo>
                <a:lnTo>
                  <a:pt x="124" y="60"/>
                </a:lnTo>
                <a:lnTo>
                  <a:pt x="130" y="66"/>
                </a:lnTo>
                <a:lnTo>
                  <a:pt x="64" y="127"/>
                </a:lnTo>
                <a:lnTo>
                  <a:pt x="64" y="127"/>
                </a:lnTo>
                <a:close/>
                <a:moveTo>
                  <a:pt x="99" y="156"/>
                </a:moveTo>
                <a:lnTo>
                  <a:pt x="105" y="161"/>
                </a:lnTo>
                <a:lnTo>
                  <a:pt x="169" y="95"/>
                </a:lnTo>
                <a:lnTo>
                  <a:pt x="163" y="91"/>
                </a:lnTo>
                <a:lnTo>
                  <a:pt x="122" y="131"/>
                </a:lnTo>
                <a:lnTo>
                  <a:pt x="149" y="82"/>
                </a:lnTo>
                <a:lnTo>
                  <a:pt x="139" y="74"/>
                </a:lnTo>
                <a:lnTo>
                  <a:pt x="75" y="136"/>
                </a:lnTo>
                <a:lnTo>
                  <a:pt x="82" y="143"/>
                </a:lnTo>
                <a:lnTo>
                  <a:pt x="137" y="86"/>
                </a:lnTo>
                <a:lnTo>
                  <a:pt x="99" y="156"/>
                </a:lnTo>
                <a:lnTo>
                  <a:pt x="99" y="156"/>
                </a:lnTo>
                <a:close/>
                <a:moveTo>
                  <a:pt x="147" y="148"/>
                </a:moveTo>
                <a:lnTo>
                  <a:pt x="160" y="159"/>
                </a:lnTo>
                <a:lnTo>
                  <a:pt x="145" y="188"/>
                </a:lnTo>
                <a:lnTo>
                  <a:pt x="153" y="193"/>
                </a:lnTo>
                <a:lnTo>
                  <a:pt x="191" y="111"/>
                </a:lnTo>
                <a:lnTo>
                  <a:pt x="182" y="105"/>
                </a:lnTo>
                <a:lnTo>
                  <a:pt x="115" y="168"/>
                </a:lnTo>
                <a:lnTo>
                  <a:pt x="121" y="173"/>
                </a:lnTo>
                <a:lnTo>
                  <a:pt x="147" y="148"/>
                </a:lnTo>
                <a:lnTo>
                  <a:pt x="147" y="148"/>
                </a:lnTo>
                <a:close/>
                <a:moveTo>
                  <a:pt x="163" y="151"/>
                </a:moveTo>
                <a:lnTo>
                  <a:pt x="153" y="143"/>
                </a:lnTo>
                <a:lnTo>
                  <a:pt x="178" y="119"/>
                </a:lnTo>
                <a:lnTo>
                  <a:pt x="163" y="15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240" rIns="90000" bIns="39240" anchor="ctr">
            <a:noAutofit/>
          </a:bodyPr>
          <a:lstStyle/>
          <a:p>
            <a:endParaRPr/>
          </a:p>
        </p:txBody>
      </p:sp>
      <p:sp>
        <p:nvSpPr>
          <p:cNvPr id="378" name="ïś1ïḋe">
            <a:extLst>
              <a:ext uri="{FF2B5EF4-FFF2-40B4-BE49-F238E27FC236}">
                <a16:creationId xmlns:a16="http://schemas.microsoft.com/office/drawing/2014/main" id="{B64617EF-E1B9-4B89-AE77-014DA73C94BB}"/>
              </a:ext>
            </a:extLst>
          </p:cNvPr>
          <p:cNvSpPr>
            <a:spLocks noGrp="1"/>
          </p:cNvSpPr>
          <p:nvPr/>
        </p:nvSpPr>
        <p:spPr>
          <a:xfrm>
            <a:off x="997560" y="915480"/>
            <a:ext cx="10440" cy="19800"/>
          </a:xfrm>
          <a:custGeom>
            <a:avLst/>
            <a:gdLst>
              <a:gd name="textAreaLeft" fmla="*/ 0 w 10440"/>
              <a:gd name="textAreaRight" fmla="*/ 10800 w 10440"/>
              <a:gd name="textAreaTop" fmla="*/ 0 h 19800"/>
              <a:gd name="textAreaBottom" fmla="*/ 20160 h 19800"/>
              <a:gd name="GluePoint1X" fmla="*/ 13 w 25"/>
              <a:gd name="GluePoint1Y" fmla="*/ 0 h 46"/>
              <a:gd name="GluePoint2X" fmla="*/ 20 w 25"/>
              <a:gd name="GluePoint2Y" fmla="*/ 29 h 46"/>
              <a:gd name="GluePoint3X" fmla="*/ 24 w 25"/>
              <a:gd name="GluePoint3Y" fmla="*/ 28 h 46"/>
              <a:gd name="GluePoint4X" fmla="*/ 25 w 25"/>
              <a:gd name="GluePoint4Y" fmla="*/ 32 h 46"/>
              <a:gd name="GluePoint5X" fmla="*/ 21 w 25"/>
              <a:gd name="GluePoint5Y" fmla="*/ 33 h 46"/>
              <a:gd name="GluePoint6X" fmla="*/ 24 w 25"/>
              <a:gd name="GluePoint6Y" fmla="*/ 45 h 46"/>
              <a:gd name="GluePoint7X" fmla="*/ 20 w 25"/>
              <a:gd name="GluePoint7Y" fmla="*/ 46 h 46"/>
              <a:gd name="GluePoint8X" fmla="*/ 17 w 25"/>
              <a:gd name="GluePoint8Y" fmla="*/ 33 h 46"/>
              <a:gd name="GluePoint9X" fmla="*/ 2 w 25"/>
              <a:gd name="GluePoint9Y" fmla="*/ 37 h 46"/>
              <a:gd name="GluePoint10X" fmla="*/ 0 w 25"/>
              <a:gd name="GluePoint10Y" fmla="*/ 33 h 46"/>
              <a:gd name="GluePoint11X" fmla="*/ 11 w 25"/>
              <a:gd name="GluePoint11Y" fmla="*/ 0 h 46"/>
              <a:gd name="GluePoint12X" fmla="*/ 13 w 25"/>
              <a:gd name="GluePoint12Y" fmla="*/ 0 h 46"/>
              <a:gd name="GluePoint13X" fmla="*/ 13 w 25"/>
              <a:gd name="GluePoint13Y" fmla="*/ 0 h 46"/>
              <a:gd name="GluePoint14X" fmla="*/ 16 w 25"/>
              <a:gd name="GluePoint14Y" fmla="*/ 29 h 46"/>
              <a:gd name="GluePoint15X" fmla="*/ 11 w 25"/>
              <a:gd name="GluePoint15Y" fmla="*/ 7 h 46"/>
              <a:gd name="GluePoint16X" fmla="*/ 3 w 25"/>
              <a:gd name="GluePoint16Y" fmla="*/ 33 h 46"/>
              <a:gd name="GluePoint17X" fmla="*/ 16 w 25"/>
              <a:gd name="GluePoint17Y" fmla="*/ 29 h 46"/>
            </a:gdLst>
            <a:ahLst/>
            <a:cxnLst/>
            <a:rect l="textAreaLeft" t="textAreaTop" r="textAreaRight" b="textAreaBottom"/>
            <a:pathLst>
              <a:path w="25" h="46">
                <a:moveTo>
                  <a:pt x="13" y="0"/>
                </a:moveTo>
                <a:lnTo>
                  <a:pt x="20" y="29"/>
                </a:lnTo>
                <a:lnTo>
                  <a:pt x="24" y="28"/>
                </a:lnTo>
                <a:lnTo>
                  <a:pt x="25" y="32"/>
                </a:lnTo>
                <a:lnTo>
                  <a:pt x="21" y="33"/>
                </a:lnTo>
                <a:lnTo>
                  <a:pt x="24" y="45"/>
                </a:lnTo>
                <a:lnTo>
                  <a:pt x="20" y="46"/>
                </a:lnTo>
                <a:lnTo>
                  <a:pt x="17" y="33"/>
                </a:lnTo>
                <a:lnTo>
                  <a:pt x="2" y="37"/>
                </a:lnTo>
                <a:lnTo>
                  <a:pt x="0" y="33"/>
                </a:lnTo>
                <a:lnTo>
                  <a:pt x="11" y="0"/>
                </a:lnTo>
                <a:lnTo>
                  <a:pt x="13" y="0"/>
                </a:lnTo>
                <a:lnTo>
                  <a:pt x="13" y="0"/>
                </a:lnTo>
                <a:close/>
                <a:moveTo>
                  <a:pt x="16" y="29"/>
                </a:moveTo>
                <a:lnTo>
                  <a:pt x="11" y="7"/>
                </a:lnTo>
                <a:lnTo>
                  <a:pt x="3" y="33"/>
                </a:lnTo>
                <a:lnTo>
                  <a:pt x="16" y="29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ctr">
            <a:noAutofit/>
          </a:bodyPr>
          <a:lstStyle/>
          <a:p>
            <a:endParaRPr/>
          </a:p>
        </p:txBody>
      </p:sp>
      <p:sp>
        <p:nvSpPr>
          <p:cNvPr id="379" name="ís1íďe">
            <a:extLst>
              <a:ext uri="{FF2B5EF4-FFF2-40B4-BE49-F238E27FC236}">
                <a16:creationId xmlns:a16="http://schemas.microsoft.com/office/drawing/2014/main" id="{14385E3A-ED36-4277-8189-BB60B6A898E6}"/>
              </a:ext>
            </a:extLst>
          </p:cNvPr>
          <p:cNvSpPr>
            <a:spLocks noGrp="1"/>
          </p:cNvSpPr>
          <p:nvPr/>
        </p:nvSpPr>
        <p:spPr>
          <a:xfrm>
            <a:off x="936000" y="916560"/>
            <a:ext cx="10080" cy="19440"/>
          </a:xfrm>
          <a:custGeom>
            <a:avLst/>
            <a:gdLst>
              <a:gd name="textAreaLeft" fmla="*/ 0 w 10080"/>
              <a:gd name="textAreaRight" fmla="*/ 10440 w 10080"/>
              <a:gd name="textAreaTop" fmla="*/ 0 h 19440"/>
              <a:gd name="textAreaBottom" fmla="*/ 19800 h 19440"/>
              <a:gd name="GluePoint1X" fmla="*/ 16 w 24"/>
              <a:gd name="GluePoint1Y" fmla="*/ 10 h 45"/>
              <a:gd name="GluePoint2X" fmla="*/ 16 w 24"/>
              <a:gd name="GluePoint2Y" fmla="*/ 8 h 45"/>
              <a:gd name="GluePoint3X" fmla="*/ 16 w 24"/>
              <a:gd name="GluePoint3Y" fmla="*/ 7 h 45"/>
              <a:gd name="GluePoint4X" fmla="*/ 16 w 24"/>
              <a:gd name="GluePoint4Y" fmla="*/ 6 h 45"/>
              <a:gd name="GluePoint5X" fmla="*/ 15 w 24"/>
              <a:gd name="GluePoint5Y" fmla="*/ 5 h 45"/>
              <a:gd name="GluePoint6X" fmla="*/ 12 w 24"/>
              <a:gd name="GluePoint6Y" fmla="*/ 5 h 45"/>
              <a:gd name="GluePoint7X" fmla="*/ 9 w 24"/>
              <a:gd name="GluePoint7Y" fmla="*/ 5 h 45"/>
              <a:gd name="GluePoint8X" fmla="*/ 10 w 24"/>
              <a:gd name="GluePoint8Y" fmla="*/ 3 h 45"/>
              <a:gd name="GluePoint9X" fmla="*/ 13 w 24"/>
              <a:gd name="GluePoint9Y" fmla="*/ 3 h 45"/>
              <a:gd name="GluePoint10X" fmla="*/ 17 w 24"/>
              <a:gd name="GluePoint10Y" fmla="*/ 3 h 45"/>
              <a:gd name="GluePoint11X" fmla="*/ 20 w 24"/>
              <a:gd name="GluePoint11Y" fmla="*/ 2 h 45"/>
              <a:gd name="GluePoint12X" fmla="*/ 24 w 24"/>
              <a:gd name="GluePoint12Y" fmla="*/ 0 h 45"/>
              <a:gd name="GluePoint13X" fmla="*/ 14 w 24"/>
              <a:gd name="GluePoint13Y" fmla="*/ 39 h 45"/>
              <a:gd name="GluePoint14X" fmla="*/ 14 w 24"/>
              <a:gd name="GluePoint14Y" fmla="*/ 39 h 45"/>
              <a:gd name="GluePoint15X" fmla="*/ 14 w 24"/>
              <a:gd name="GluePoint15Y" fmla="*/ 40 h 45"/>
              <a:gd name="GluePoint16X" fmla="*/ 14 w 24"/>
              <a:gd name="GluePoint16Y" fmla="*/ 41 h 45"/>
              <a:gd name="GluePoint17X" fmla="*/ 14 w 24"/>
              <a:gd name="GluePoint17Y" fmla="*/ 42 h 45"/>
              <a:gd name="GluePoint18X" fmla="*/ 16 w 24"/>
              <a:gd name="GluePoint18Y" fmla="*/ 43 h 45"/>
              <a:gd name="GluePoint19X" fmla="*/ 18 w 24"/>
              <a:gd name="GluePoint19Y" fmla="*/ 43 h 45"/>
              <a:gd name="GluePoint20X" fmla="*/ 18 w 24"/>
              <a:gd name="GluePoint20Y" fmla="*/ 45 h 45"/>
              <a:gd name="GluePoint21X" fmla="*/ 0 w 24"/>
              <a:gd name="GluePoint21Y" fmla="*/ 40 h 45"/>
              <a:gd name="GluePoint22X" fmla="*/ 1 w 24"/>
              <a:gd name="GluePoint22Y" fmla="*/ 39 h 45"/>
              <a:gd name="GluePoint23X" fmla="*/ 4 w 24"/>
              <a:gd name="GluePoint23Y" fmla="*/ 39 h 45"/>
              <a:gd name="GluePoint24X" fmla="*/ 6 w 24"/>
              <a:gd name="GluePoint24Y" fmla="*/ 39 h 45"/>
              <a:gd name="GluePoint25X" fmla="*/ 7 w 24"/>
              <a:gd name="GluePoint25Y" fmla="*/ 39 h 45"/>
              <a:gd name="GluePoint26X" fmla="*/ 8 w 24"/>
              <a:gd name="GluePoint26Y" fmla="*/ 39 h 45"/>
              <a:gd name="GluePoint27X" fmla="*/ 8 w 24"/>
              <a:gd name="GluePoint27Y" fmla="*/ 39 h 45"/>
              <a:gd name="GluePoint28X" fmla="*/ 8 w 24"/>
              <a:gd name="GluePoint28Y" fmla="*/ 39 h 45"/>
              <a:gd name="GluePoint29X" fmla="*/ 16 w 24"/>
              <a:gd name="GluePoint29Y" fmla="*/ 10 h 45"/>
            </a:gdLst>
            <a:ahLst/>
            <a:cxnLst/>
            <a:rect l="textAreaLeft" t="textAreaTop" r="textAreaRight" b="textAreaBottom"/>
            <a:pathLst>
              <a:path w="24" h="45">
                <a:moveTo>
                  <a:pt x="16" y="10"/>
                </a:moveTo>
                <a:lnTo>
                  <a:pt x="16" y="8"/>
                </a:lnTo>
                <a:lnTo>
                  <a:pt x="16" y="7"/>
                </a:lnTo>
                <a:lnTo>
                  <a:pt x="16" y="6"/>
                </a:lnTo>
                <a:lnTo>
                  <a:pt x="15" y="5"/>
                </a:lnTo>
                <a:lnTo>
                  <a:pt x="12" y="5"/>
                </a:lnTo>
                <a:lnTo>
                  <a:pt x="9" y="5"/>
                </a:lnTo>
                <a:lnTo>
                  <a:pt x="10" y="3"/>
                </a:lnTo>
                <a:lnTo>
                  <a:pt x="13" y="3"/>
                </a:lnTo>
                <a:lnTo>
                  <a:pt x="17" y="3"/>
                </a:lnTo>
                <a:lnTo>
                  <a:pt x="20" y="2"/>
                </a:lnTo>
                <a:lnTo>
                  <a:pt x="24" y="0"/>
                </a:lnTo>
                <a:lnTo>
                  <a:pt x="14" y="39"/>
                </a:lnTo>
                <a:lnTo>
                  <a:pt x="14" y="39"/>
                </a:lnTo>
                <a:lnTo>
                  <a:pt x="14" y="40"/>
                </a:lnTo>
                <a:lnTo>
                  <a:pt x="14" y="41"/>
                </a:lnTo>
                <a:lnTo>
                  <a:pt x="14" y="42"/>
                </a:lnTo>
                <a:lnTo>
                  <a:pt x="16" y="43"/>
                </a:lnTo>
                <a:lnTo>
                  <a:pt x="18" y="43"/>
                </a:lnTo>
                <a:lnTo>
                  <a:pt x="18" y="45"/>
                </a:lnTo>
                <a:lnTo>
                  <a:pt x="0" y="40"/>
                </a:lnTo>
                <a:lnTo>
                  <a:pt x="1" y="39"/>
                </a:lnTo>
                <a:lnTo>
                  <a:pt x="4" y="39"/>
                </a:lnTo>
                <a:lnTo>
                  <a:pt x="6" y="39"/>
                </a:lnTo>
                <a:lnTo>
                  <a:pt x="7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16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380" name="i$ľide">
            <a:extLst>
              <a:ext uri="{FF2B5EF4-FFF2-40B4-BE49-F238E27FC236}">
                <a16:creationId xmlns:a16="http://schemas.microsoft.com/office/drawing/2014/main" id="{39B40FBE-F078-4742-8C3F-4079C808E664}"/>
              </a:ext>
            </a:extLst>
          </p:cNvPr>
          <p:cNvSpPr>
            <a:spLocks noGrp="1"/>
          </p:cNvSpPr>
          <p:nvPr/>
        </p:nvSpPr>
        <p:spPr>
          <a:xfrm>
            <a:off x="956880" y="917280"/>
            <a:ext cx="9720" cy="19440"/>
          </a:xfrm>
          <a:custGeom>
            <a:avLst/>
            <a:gdLst>
              <a:gd name="textAreaLeft" fmla="*/ 0 w 9720"/>
              <a:gd name="textAreaRight" fmla="*/ 10080 w 9720"/>
              <a:gd name="textAreaTop" fmla="*/ 0 h 19440"/>
              <a:gd name="textAreaBottom" fmla="*/ 19800 h 19440"/>
              <a:gd name="GluePoint1X" fmla="*/ 1 w 23"/>
              <a:gd name="GluePoint1Y" fmla="*/ 45 h 45"/>
              <a:gd name="GluePoint2X" fmla="*/ 6 w 23"/>
              <a:gd name="GluePoint2Y" fmla="*/ 42 h 45"/>
              <a:gd name="GluePoint3X" fmla="*/ 10 w 23"/>
              <a:gd name="GluePoint3Y" fmla="*/ 39 h 45"/>
              <a:gd name="GluePoint4X" fmla="*/ 14 w 23"/>
              <a:gd name="GluePoint4Y" fmla="*/ 33 h 45"/>
              <a:gd name="GluePoint5X" fmla="*/ 16 w 23"/>
              <a:gd name="GluePoint5Y" fmla="*/ 25 h 45"/>
              <a:gd name="GluePoint6X" fmla="*/ 12 w 23"/>
              <a:gd name="GluePoint6Y" fmla="*/ 28 h 45"/>
              <a:gd name="GluePoint7X" fmla="*/ 11 w 23"/>
              <a:gd name="GluePoint7Y" fmla="*/ 29 h 45"/>
              <a:gd name="GluePoint8X" fmla="*/ 8 w 23"/>
              <a:gd name="GluePoint8Y" fmla="*/ 29 h 45"/>
              <a:gd name="GluePoint9X" fmla="*/ 5 w 23"/>
              <a:gd name="GluePoint9Y" fmla="*/ 27 h 45"/>
              <a:gd name="GluePoint10X" fmla="*/ 3 w 23"/>
              <a:gd name="GluePoint10Y" fmla="*/ 24 h 45"/>
              <a:gd name="GluePoint11X" fmla="*/ 1 w 23"/>
              <a:gd name="GluePoint11Y" fmla="*/ 20 h 45"/>
              <a:gd name="GluePoint12X" fmla="*/ 0 w 23"/>
              <a:gd name="GluePoint12Y" fmla="*/ 14 h 45"/>
              <a:gd name="GluePoint13X" fmla="*/ 1 w 23"/>
              <a:gd name="GluePoint13Y" fmla="*/ 9 h 45"/>
              <a:gd name="GluePoint14X" fmla="*/ 4 w 23"/>
              <a:gd name="GluePoint14Y" fmla="*/ 5 h 45"/>
              <a:gd name="GluePoint15X" fmla="*/ 5 w 23"/>
              <a:gd name="GluePoint15Y" fmla="*/ 2 h 45"/>
              <a:gd name="GluePoint16X" fmla="*/ 8 w 23"/>
              <a:gd name="GluePoint16Y" fmla="*/ 1 h 45"/>
              <a:gd name="GluePoint17X" fmla="*/ 12 w 23"/>
              <a:gd name="GluePoint17Y" fmla="*/ 0 h 45"/>
              <a:gd name="GluePoint18X" fmla="*/ 14 w 23"/>
              <a:gd name="GluePoint18Y" fmla="*/ 0 h 45"/>
              <a:gd name="GluePoint19X" fmla="*/ 16 w 23"/>
              <a:gd name="GluePoint19Y" fmla="*/ 1 h 45"/>
              <a:gd name="GluePoint20X" fmla="*/ 20 w 23"/>
              <a:gd name="GluePoint20Y" fmla="*/ 6 h 45"/>
              <a:gd name="GluePoint21X" fmla="*/ 23 w 23"/>
              <a:gd name="GluePoint21Y" fmla="*/ 13 h 45"/>
              <a:gd name="GluePoint22X" fmla="*/ 23 w 23"/>
              <a:gd name="GluePoint22Y" fmla="*/ 21 h 45"/>
              <a:gd name="GluePoint23X" fmla="*/ 22 w 23"/>
              <a:gd name="GluePoint23Y" fmla="*/ 29 h 45"/>
              <a:gd name="GluePoint24X" fmla="*/ 20 w 23"/>
              <a:gd name="GluePoint24Y" fmla="*/ 33 h 45"/>
              <a:gd name="GluePoint25X" fmla="*/ 18 w 23"/>
              <a:gd name="GluePoint25Y" fmla="*/ 37 h 45"/>
              <a:gd name="GluePoint26X" fmla="*/ 15 w 23"/>
              <a:gd name="GluePoint26Y" fmla="*/ 40 h 45"/>
              <a:gd name="GluePoint27X" fmla="*/ 11 w 23"/>
              <a:gd name="GluePoint27Y" fmla="*/ 42 h 45"/>
              <a:gd name="GluePoint28X" fmla="*/ 7 w 23"/>
              <a:gd name="GluePoint28Y" fmla="*/ 45 h 45"/>
              <a:gd name="GluePoint29X" fmla="*/ 1 w 23"/>
              <a:gd name="GluePoint29Y" fmla="*/ 45 h 45"/>
              <a:gd name="GluePoint30X" fmla="*/ 16 w 23"/>
              <a:gd name="GluePoint30Y" fmla="*/ 7 h 45"/>
              <a:gd name="GluePoint31X" fmla="*/ 13 w 23"/>
              <a:gd name="GluePoint31Y" fmla="*/ 4 h 45"/>
              <a:gd name="GluePoint32X" fmla="*/ 12 w 23"/>
              <a:gd name="GluePoint32Y" fmla="*/ 3 h 45"/>
              <a:gd name="GluePoint33X" fmla="*/ 9 w 23"/>
              <a:gd name="GluePoint33Y" fmla="*/ 3 h 45"/>
              <a:gd name="GluePoint34X" fmla="*/ 8 w 23"/>
              <a:gd name="GluePoint34Y" fmla="*/ 4 h 45"/>
              <a:gd name="GluePoint35X" fmla="*/ 6 w 23"/>
              <a:gd name="GluePoint35Y" fmla="*/ 5 h 45"/>
              <a:gd name="GluePoint36X" fmla="*/ 5 w 23"/>
              <a:gd name="GluePoint36Y" fmla="*/ 9 h 45"/>
              <a:gd name="GluePoint37X" fmla="*/ 5 w 23"/>
              <a:gd name="GluePoint37Y" fmla="*/ 13 h 45"/>
              <a:gd name="GluePoint38X" fmla="*/ 5 w 23"/>
              <a:gd name="GluePoint38Y" fmla="*/ 21 h 45"/>
              <a:gd name="GluePoint39X" fmla="*/ 7 w 23"/>
              <a:gd name="GluePoint39Y" fmla="*/ 25 h 45"/>
              <a:gd name="GluePoint40X" fmla="*/ 8 w 23"/>
              <a:gd name="GluePoint40Y" fmla="*/ 25 h 45"/>
              <a:gd name="GluePoint41X" fmla="*/ 11 w 23"/>
              <a:gd name="GluePoint41Y" fmla="*/ 25 h 45"/>
              <a:gd name="GluePoint42X" fmla="*/ 15 w 23"/>
              <a:gd name="GluePoint42Y" fmla="*/ 24 h 45"/>
              <a:gd name="GluePoint43X" fmla="*/ 16 w 23"/>
              <a:gd name="GluePoint43Y" fmla="*/ 23 h 45"/>
              <a:gd name="GluePoint44X" fmla="*/ 17 w 23"/>
              <a:gd name="GluePoint44Y" fmla="*/ 21 h 45"/>
              <a:gd name="GluePoint45X" fmla="*/ 18 w 23"/>
              <a:gd name="GluePoint45Y" fmla="*/ 16 h 45"/>
              <a:gd name="GluePoint46X" fmla="*/ 17 w 23"/>
              <a:gd name="GluePoint46Y" fmla="*/ 11 h 45"/>
              <a:gd name="GluePoint47X" fmla="*/ 16 w 23"/>
              <a:gd name="GluePoint47Y" fmla="*/ 7 h 45"/>
            </a:gdLst>
            <a:ahLst/>
            <a:cxnLst/>
            <a:rect l="textAreaLeft" t="textAreaTop" r="textAreaRight" b="textAreaBottom"/>
            <a:pathLst>
              <a:path w="23" h="45">
                <a:moveTo>
                  <a:pt x="1" y="45"/>
                </a:moveTo>
                <a:lnTo>
                  <a:pt x="1" y="45"/>
                </a:lnTo>
                <a:lnTo>
                  <a:pt x="4" y="44"/>
                </a:lnTo>
                <a:lnTo>
                  <a:pt x="6" y="42"/>
                </a:lnTo>
                <a:lnTo>
                  <a:pt x="8" y="41"/>
                </a:lnTo>
                <a:lnTo>
                  <a:pt x="10" y="39"/>
                </a:lnTo>
                <a:lnTo>
                  <a:pt x="12" y="36"/>
                </a:lnTo>
                <a:lnTo>
                  <a:pt x="14" y="33"/>
                </a:lnTo>
                <a:lnTo>
                  <a:pt x="16" y="29"/>
                </a:lnTo>
                <a:lnTo>
                  <a:pt x="16" y="25"/>
                </a:lnTo>
                <a:lnTo>
                  <a:pt x="14" y="26"/>
                </a:lnTo>
                <a:lnTo>
                  <a:pt x="12" y="28"/>
                </a:lnTo>
                <a:lnTo>
                  <a:pt x="12" y="28"/>
                </a:lnTo>
                <a:lnTo>
                  <a:pt x="11" y="29"/>
                </a:lnTo>
                <a:lnTo>
                  <a:pt x="9" y="29"/>
                </a:lnTo>
                <a:lnTo>
                  <a:pt x="8" y="29"/>
                </a:lnTo>
                <a:lnTo>
                  <a:pt x="7" y="28"/>
                </a:lnTo>
                <a:lnTo>
                  <a:pt x="5" y="27"/>
                </a:lnTo>
                <a:lnTo>
                  <a:pt x="4" y="26"/>
                </a:lnTo>
                <a:lnTo>
                  <a:pt x="3" y="24"/>
                </a:lnTo>
                <a:lnTo>
                  <a:pt x="2" y="22"/>
                </a:lnTo>
                <a:lnTo>
                  <a:pt x="1" y="20"/>
                </a:lnTo>
                <a:lnTo>
                  <a:pt x="0" y="17"/>
                </a:lnTo>
                <a:lnTo>
                  <a:pt x="0" y="14"/>
                </a:lnTo>
                <a:lnTo>
                  <a:pt x="1" y="12"/>
                </a:lnTo>
                <a:lnTo>
                  <a:pt x="1" y="9"/>
                </a:lnTo>
                <a:lnTo>
                  <a:pt x="2" y="7"/>
                </a:lnTo>
                <a:lnTo>
                  <a:pt x="4" y="5"/>
                </a:lnTo>
                <a:lnTo>
                  <a:pt x="4" y="3"/>
                </a:lnTo>
                <a:lnTo>
                  <a:pt x="5" y="2"/>
                </a:lnTo>
                <a:lnTo>
                  <a:pt x="7" y="1"/>
                </a:lnTo>
                <a:lnTo>
                  <a:pt x="8" y="1"/>
                </a:lnTo>
                <a:lnTo>
                  <a:pt x="10" y="0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6" y="1"/>
                </a:lnTo>
                <a:lnTo>
                  <a:pt x="16" y="1"/>
                </a:lnTo>
                <a:lnTo>
                  <a:pt x="19" y="4"/>
                </a:lnTo>
                <a:lnTo>
                  <a:pt x="20" y="6"/>
                </a:lnTo>
                <a:lnTo>
                  <a:pt x="22" y="9"/>
                </a:lnTo>
                <a:lnTo>
                  <a:pt x="23" y="13"/>
                </a:lnTo>
                <a:lnTo>
                  <a:pt x="23" y="17"/>
                </a:lnTo>
                <a:lnTo>
                  <a:pt x="23" y="21"/>
                </a:lnTo>
                <a:lnTo>
                  <a:pt x="23" y="25"/>
                </a:lnTo>
                <a:lnTo>
                  <a:pt x="22" y="29"/>
                </a:lnTo>
                <a:lnTo>
                  <a:pt x="21" y="31"/>
                </a:lnTo>
                <a:lnTo>
                  <a:pt x="20" y="33"/>
                </a:lnTo>
                <a:lnTo>
                  <a:pt x="19" y="35"/>
                </a:lnTo>
                <a:lnTo>
                  <a:pt x="18" y="37"/>
                </a:lnTo>
                <a:lnTo>
                  <a:pt x="16" y="38"/>
                </a:lnTo>
                <a:lnTo>
                  <a:pt x="15" y="40"/>
                </a:lnTo>
                <a:lnTo>
                  <a:pt x="12" y="41"/>
                </a:lnTo>
                <a:lnTo>
                  <a:pt x="11" y="42"/>
                </a:lnTo>
                <a:lnTo>
                  <a:pt x="8" y="44"/>
                </a:lnTo>
                <a:lnTo>
                  <a:pt x="7" y="45"/>
                </a:lnTo>
                <a:lnTo>
                  <a:pt x="4" y="45"/>
                </a:lnTo>
                <a:lnTo>
                  <a:pt x="1" y="45"/>
                </a:lnTo>
                <a:lnTo>
                  <a:pt x="1" y="45"/>
                </a:lnTo>
                <a:close/>
                <a:moveTo>
                  <a:pt x="16" y="7"/>
                </a:moveTo>
                <a:lnTo>
                  <a:pt x="15" y="5"/>
                </a:lnTo>
                <a:lnTo>
                  <a:pt x="13" y="4"/>
                </a:lnTo>
                <a:lnTo>
                  <a:pt x="12" y="3"/>
                </a:lnTo>
                <a:lnTo>
                  <a:pt x="12" y="3"/>
                </a:lnTo>
                <a:lnTo>
                  <a:pt x="11" y="3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7" y="5"/>
                </a:lnTo>
                <a:lnTo>
                  <a:pt x="6" y="5"/>
                </a:lnTo>
                <a:lnTo>
                  <a:pt x="5" y="7"/>
                </a:lnTo>
                <a:lnTo>
                  <a:pt x="5" y="9"/>
                </a:lnTo>
                <a:lnTo>
                  <a:pt x="5" y="10"/>
                </a:lnTo>
                <a:lnTo>
                  <a:pt x="5" y="13"/>
                </a:lnTo>
                <a:lnTo>
                  <a:pt x="5" y="17"/>
                </a:lnTo>
                <a:lnTo>
                  <a:pt x="5" y="21"/>
                </a:lnTo>
                <a:lnTo>
                  <a:pt x="6" y="23"/>
                </a:lnTo>
                <a:lnTo>
                  <a:pt x="7" y="25"/>
                </a:lnTo>
                <a:lnTo>
                  <a:pt x="8" y="25"/>
                </a:lnTo>
                <a:lnTo>
                  <a:pt x="8" y="25"/>
                </a:lnTo>
                <a:lnTo>
                  <a:pt x="10" y="25"/>
                </a:lnTo>
                <a:lnTo>
                  <a:pt x="11" y="25"/>
                </a:lnTo>
                <a:lnTo>
                  <a:pt x="13" y="25"/>
                </a:lnTo>
                <a:lnTo>
                  <a:pt x="15" y="24"/>
                </a:lnTo>
                <a:lnTo>
                  <a:pt x="16" y="23"/>
                </a:lnTo>
                <a:lnTo>
                  <a:pt x="16" y="23"/>
                </a:lnTo>
                <a:lnTo>
                  <a:pt x="16" y="22"/>
                </a:lnTo>
                <a:lnTo>
                  <a:pt x="17" y="21"/>
                </a:lnTo>
                <a:lnTo>
                  <a:pt x="17" y="19"/>
                </a:lnTo>
                <a:lnTo>
                  <a:pt x="18" y="16"/>
                </a:lnTo>
                <a:lnTo>
                  <a:pt x="17" y="13"/>
                </a:lnTo>
                <a:lnTo>
                  <a:pt x="17" y="11"/>
                </a:lnTo>
                <a:lnTo>
                  <a:pt x="16" y="9"/>
                </a:lnTo>
                <a:lnTo>
                  <a:pt x="16" y="7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381" name="í$lïḓé">
            <a:extLst>
              <a:ext uri="{FF2B5EF4-FFF2-40B4-BE49-F238E27FC236}">
                <a16:creationId xmlns:a16="http://schemas.microsoft.com/office/drawing/2014/main" id="{F5B194C9-F78F-4DEF-8783-5290523C736E}"/>
              </a:ext>
            </a:extLst>
          </p:cNvPr>
          <p:cNvSpPr>
            <a:spLocks noGrp="1"/>
          </p:cNvSpPr>
          <p:nvPr/>
        </p:nvSpPr>
        <p:spPr>
          <a:xfrm>
            <a:off x="978480" y="916920"/>
            <a:ext cx="9360" cy="20160"/>
          </a:xfrm>
          <a:custGeom>
            <a:avLst/>
            <a:gdLst>
              <a:gd name="textAreaLeft" fmla="*/ 0 w 9360"/>
              <a:gd name="textAreaRight" fmla="*/ 9720 w 9360"/>
              <a:gd name="textAreaTop" fmla="*/ 0 h 20160"/>
              <a:gd name="textAreaBottom" fmla="*/ 20520 h 20160"/>
              <a:gd name="GluePoint1X" fmla="*/ 0 w 22"/>
              <a:gd name="GluePoint1Y" fmla="*/ 10 h 47"/>
              <a:gd name="GluePoint2X" fmla="*/ 1 w 22"/>
              <a:gd name="GluePoint2Y" fmla="*/ 6 h 47"/>
              <a:gd name="GluePoint3X" fmla="*/ 4 w 22"/>
              <a:gd name="GluePoint3Y" fmla="*/ 2 h 47"/>
              <a:gd name="GluePoint4X" fmla="*/ 8 w 22"/>
              <a:gd name="GluePoint4Y" fmla="*/ 1 h 47"/>
              <a:gd name="GluePoint5X" fmla="*/ 12 w 22"/>
              <a:gd name="GluePoint5Y" fmla="*/ 1 h 47"/>
              <a:gd name="GluePoint6X" fmla="*/ 16 w 22"/>
              <a:gd name="GluePoint6Y" fmla="*/ 2 h 47"/>
              <a:gd name="GluePoint7X" fmla="*/ 18 w 22"/>
              <a:gd name="GluePoint7Y" fmla="*/ 6 h 47"/>
              <a:gd name="GluePoint8X" fmla="*/ 20 w 22"/>
              <a:gd name="GluePoint8Y" fmla="*/ 10 h 47"/>
              <a:gd name="GluePoint9X" fmla="*/ 19 w 22"/>
              <a:gd name="GluePoint9Y" fmla="*/ 14 h 47"/>
              <a:gd name="GluePoint10X" fmla="*/ 16 w 22"/>
              <a:gd name="GluePoint10Y" fmla="*/ 18 h 47"/>
              <a:gd name="GluePoint11X" fmla="*/ 15 w 22"/>
              <a:gd name="GluePoint11Y" fmla="*/ 22 h 47"/>
              <a:gd name="GluePoint12X" fmla="*/ 17 w 22"/>
              <a:gd name="GluePoint12Y" fmla="*/ 24 h 47"/>
              <a:gd name="GluePoint13X" fmla="*/ 20 w 22"/>
              <a:gd name="GluePoint13Y" fmla="*/ 26 h 47"/>
              <a:gd name="GluePoint14X" fmla="*/ 21 w 22"/>
              <a:gd name="GluePoint14Y" fmla="*/ 29 h 47"/>
              <a:gd name="GluePoint15X" fmla="*/ 22 w 22"/>
              <a:gd name="GluePoint15Y" fmla="*/ 33 h 47"/>
              <a:gd name="GluePoint16X" fmla="*/ 21 w 22"/>
              <a:gd name="GluePoint16Y" fmla="*/ 38 h 47"/>
              <a:gd name="GluePoint17X" fmla="*/ 18 w 22"/>
              <a:gd name="GluePoint17Y" fmla="*/ 42 h 47"/>
              <a:gd name="GluePoint18X" fmla="*/ 14 w 22"/>
              <a:gd name="GluePoint18Y" fmla="*/ 46 h 47"/>
              <a:gd name="GluePoint19X" fmla="*/ 10 w 22"/>
              <a:gd name="GluePoint19Y" fmla="*/ 47 h 47"/>
              <a:gd name="GluePoint20X" fmla="*/ 6 w 22"/>
              <a:gd name="GluePoint20Y" fmla="*/ 47 h 47"/>
              <a:gd name="GluePoint21X" fmla="*/ 4 w 22"/>
              <a:gd name="GluePoint21Y" fmla="*/ 46 h 47"/>
              <a:gd name="GluePoint22X" fmla="*/ 1 w 22"/>
              <a:gd name="GluePoint22Y" fmla="*/ 45 h 47"/>
              <a:gd name="GluePoint23X" fmla="*/ 0 w 22"/>
              <a:gd name="GluePoint23Y" fmla="*/ 42 h 47"/>
              <a:gd name="GluePoint24X" fmla="*/ 1 w 22"/>
              <a:gd name="GluePoint24Y" fmla="*/ 40 h 47"/>
              <a:gd name="GluePoint25X" fmla="*/ 4 w 22"/>
              <a:gd name="GluePoint25Y" fmla="*/ 39 h 47"/>
              <a:gd name="GluePoint26X" fmla="*/ 5 w 22"/>
              <a:gd name="GluePoint26Y" fmla="*/ 40 h 47"/>
              <a:gd name="GluePoint27X" fmla="*/ 7 w 22"/>
              <a:gd name="GluePoint27Y" fmla="*/ 42 h 47"/>
              <a:gd name="GluePoint28X" fmla="*/ 9 w 22"/>
              <a:gd name="GluePoint28Y" fmla="*/ 43 h 47"/>
              <a:gd name="GluePoint29X" fmla="*/ 12 w 22"/>
              <a:gd name="GluePoint29Y" fmla="*/ 42 h 47"/>
              <a:gd name="GluePoint30X" fmla="*/ 14 w 22"/>
              <a:gd name="GluePoint30Y" fmla="*/ 41 h 47"/>
              <a:gd name="GluePoint31X" fmla="*/ 16 w 22"/>
              <a:gd name="GluePoint31Y" fmla="*/ 38 h 47"/>
              <a:gd name="GluePoint32X" fmla="*/ 17 w 22"/>
              <a:gd name="GluePoint32Y" fmla="*/ 36 h 47"/>
              <a:gd name="GluePoint33X" fmla="*/ 17 w 22"/>
              <a:gd name="GluePoint33Y" fmla="*/ 34 h 47"/>
              <a:gd name="GluePoint34X" fmla="*/ 17 w 22"/>
              <a:gd name="GluePoint34Y" fmla="*/ 30 h 47"/>
              <a:gd name="GluePoint35X" fmla="*/ 16 w 22"/>
              <a:gd name="GluePoint35Y" fmla="*/ 28 h 47"/>
              <a:gd name="GluePoint36X" fmla="*/ 13 w 22"/>
              <a:gd name="GluePoint36Y" fmla="*/ 26 h 47"/>
              <a:gd name="GluePoint37X" fmla="*/ 9 w 22"/>
              <a:gd name="GluePoint37Y" fmla="*/ 24 h 47"/>
              <a:gd name="GluePoint38X" fmla="*/ 6 w 22"/>
              <a:gd name="GluePoint38Y" fmla="*/ 22 h 47"/>
              <a:gd name="GluePoint39X" fmla="*/ 9 w 22"/>
              <a:gd name="GluePoint39Y" fmla="*/ 22 h 47"/>
              <a:gd name="GluePoint40X" fmla="*/ 12 w 22"/>
              <a:gd name="GluePoint40Y" fmla="*/ 19 h 47"/>
              <a:gd name="GluePoint41X" fmla="*/ 14 w 22"/>
              <a:gd name="GluePoint41Y" fmla="*/ 16 h 47"/>
              <a:gd name="GluePoint42X" fmla="*/ 14 w 22"/>
              <a:gd name="GluePoint42Y" fmla="*/ 13 h 47"/>
              <a:gd name="GluePoint43X" fmla="*/ 14 w 22"/>
              <a:gd name="GluePoint43Y" fmla="*/ 9 h 47"/>
              <a:gd name="GluePoint44X" fmla="*/ 12 w 22"/>
              <a:gd name="GluePoint44Y" fmla="*/ 6 h 47"/>
              <a:gd name="GluePoint45X" fmla="*/ 11 w 22"/>
              <a:gd name="GluePoint45Y" fmla="*/ 6 h 47"/>
              <a:gd name="GluePoint46X" fmla="*/ 8 w 22"/>
              <a:gd name="GluePoint46Y" fmla="*/ 5 h 47"/>
              <a:gd name="GluePoint47X" fmla="*/ 6 w 22"/>
              <a:gd name="GluePoint47Y" fmla="*/ 6 h 47"/>
              <a:gd name="GluePoint48X" fmla="*/ 4 w 22"/>
              <a:gd name="GluePoint48Y" fmla="*/ 6 h 47"/>
              <a:gd name="GluePoint49X" fmla="*/ 3 w 22"/>
              <a:gd name="GluePoint49Y" fmla="*/ 8 h 47"/>
              <a:gd name="GluePoint50X" fmla="*/ 2 w 22"/>
              <a:gd name="GluePoint50Y" fmla="*/ 11 h 47"/>
            </a:gdLst>
            <a:ahLst/>
            <a:cxnLst/>
            <a:rect l="textAreaLeft" t="textAreaTop" r="textAreaRight" b="textAreaBottom"/>
            <a:pathLst>
              <a:path w="22" h="47">
                <a:moveTo>
                  <a:pt x="0" y="11"/>
                </a:moveTo>
                <a:lnTo>
                  <a:pt x="0" y="10"/>
                </a:lnTo>
                <a:lnTo>
                  <a:pt x="1" y="8"/>
                </a:lnTo>
                <a:lnTo>
                  <a:pt x="1" y="6"/>
                </a:lnTo>
                <a:lnTo>
                  <a:pt x="3" y="5"/>
                </a:lnTo>
                <a:lnTo>
                  <a:pt x="4" y="2"/>
                </a:lnTo>
                <a:lnTo>
                  <a:pt x="6" y="2"/>
                </a:lnTo>
                <a:lnTo>
                  <a:pt x="8" y="1"/>
                </a:lnTo>
                <a:lnTo>
                  <a:pt x="10" y="0"/>
                </a:lnTo>
                <a:lnTo>
                  <a:pt x="12" y="1"/>
                </a:lnTo>
                <a:lnTo>
                  <a:pt x="14" y="2"/>
                </a:lnTo>
                <a:lnTo>
                  <a:pt x="16" y="2"/>
                </a:lnTo>
                <a:lnTo>
                  <a:pt x="17" y="4"/>
                </a:lnTo>
                <a:lnTo>
                  <a:pt x="18" y="6"/>
                </a:lnTo>
                <a:lnTo>
                  <a:pt x="19" y="8"/>
                </a:lnTo>
                <a:lnTo>
                  <a:pt x="20" y="10"/>
                </a:lnTo>
                <a:lnTo>
                  <a:pt x="20" y="12"/>
                </a:lnTo>
                <a:lnTo>
                  <a:pt x="19" y="14"/>
                </a:lnTo>
                <a:lnTo>
                  <a:pt x="17" y="17"/>
                </a:lnTo>
                <a:lnTo>
                  <a:pt x="16" y="18"/>
                </a:lnTo>
                <a:lnTo>
                  <a:pt x="13" y="21"/>
                </a:lnTo>
                <a:lnTo>
                  <a:pt x="15" y="22"/>
                </a:lnTo>
                <a:lnTo>
                  <a:pt x="16" y="22"/>
                </a:lnTo>
                <a:lnTo>
                  <a:pt x="17" y="24"/>
                </a:lnTo>
                <a:lnTo>
                  <a:pt x="19" y="25"/>
                </a:lnTo>
                <a:lnTo>
                  <a:pt x="20" y="26"/>
                </a:lnTo>
                <a:lnTo>
                  <a:pt x="20" y="27"/>
                </a:lnTo>
                <a:lnTo>
                  <a:pt x="21" y="29"/>
                </a:lnTo>
                <a:lnTo>
                  <a:pt x="21" y="30"/>
                </a:lnTo>
                <a:lnTo>
                  <a:pt x="22" y="33"/>
                </a:lnTo>
                <a:lnTo>
                  <a:pt x="22" y="35"/>
                </a:lnTo>
                <a:lnTo>
                  <a:pt x="21" y="38"/>
                </a:lnTo>
                <a:lnTo>
                  <a:pt x="20" y="40"/>
                </a:lnTo>
                <a:lnTo>
                  <a:pt x="18" y="42"/>
                </a:lnTo>
                <a:lnTo>
                  <a:pt x="16" y="44"/>
                </a:lnTo>
                <a:lnTo>
                  <a:pt x="14" y="46"/>
                </a:lnTo>
                <a:lnTo>
                  <a:pt x="12" y="46"/>
                </a:lnTo>
                <a:lnTo>
                  <a:pt x="10" y="47"/>
                </a:lnTo>
                <a:lnTo>
                  <a:pt x="7" y="47"/>
                </a:lnTo>
                <a:lnTo>
                  <a:pt x="6" y="47"/>
                </a:lnTo>
                <a:lnTo>
                  <a:pt x="4" y="46"/>
                </a:lnTo>
                <a:lnTo>
                  <a:pt x="4" y="46"/>
                </a:lnTo>
                <a:lnTo>
                  <a:pt x="2" y="46"/>
                </a:lnTo>
                <a:lnTo>
                  <a:pt x="1" y="45"/>
                </a:lnTo>
                <a:lnTo>
                  <a:pt x="0" y="44"/>
                </a:lnTo>
                <a:lnTo>
                  <a:pt x="0" y="42"/>
                </a:lnTo>
                <a:lnTo>
                  <a:pt x="0" y="41"/>
                </a:lnTo>
                <a:lnTo>
                  <a:pt x="1" y="40"/>
                </a:lnTo>
                <a:lnTo>
                  <a:pt x="3" y="39"/>
                </a:lnTo>
                <a:lnTo>
                  <a:pt x="4" y="39"/>
                </a:lnTo>
                <a:lnTo>
                  <a:pt x="4" y="39"/>
                </a:lnTo>
                <a:lnTo>
                  <a:pt x="5" y="40"/>
                </a:lnTo>
                <a:lnTo>
                  <a:pt x="6" y="41"/>
                </a:lnTo>
                <a:lnTo>
                  <a:pt x="7" y="42"/>
                </a:lnTo>
                <a:lnTo>
                  <a:pt x="8" y="43"/>
                </a:lnTo>
                <a:lnTo>
                  <a:pt x="9" y="43"/>
                </a:lnTo>
                <a:lnTo>
                  <a:pt x="11" y="43"/>
                </a:lnTo>
                <a:lnTo>
                  <a:pt x="12" y="42"/>
                </a:lnTo>
                <a:lnTo>
                  <a:pt x="13" y="42"/>
                </a:lnTo>
                <a:lnTo>
                  <a:pt x="14" y="41"/>
                </a:lnTo>
                <a:lnTo>
                  <a:pt x="16" y="40"/>
                </a:lnTo>
                <a:lnTo>
                  <a:pt x="16" y="38"/>
                </a:lnTo>
                <a:lnTo>
                  <a:pt x="17" y="38"/>
                </a:lnTo>
                <a:lnTo>
                  <a:pt x="17" y="36"/>
                </a:lnTo>
                <a:lnTo>
                  <a:pt x="17" y="34"/>
                </a:lnTo>
                <a:lnTo>
                  <a:pt x="17" y="34"/>
                </a:lnTo>
                <a:lnTo>
                  <a:pt x="17" y="32"/>
                </a:lnTo>
                <a:lnTo>
                  <a:pt x="17" y="30"/>
                </a:lnTo>
                <a:lnTo>
                  <a:pt x="16" y="29"/>
                </a:lnTo>
                <a:lnTo>
                  <a:pt x="16" y="28"/>
                </a:lnTo>
                <a:lnTo>
                  <a:pt x="15" y="26"/>
                </a:lnTo>
                <a:lnTo>
                  <a:pt x="13" y="26"/>
                </a:lnTo>
                <a:lnTo>
                  <a:pt x="12" y="24"/>
                </a:lnTo>
                <a:lnTo>
                  <a:pt x="9" y="24"/>
                </a:lnTo>
                <a:lnTo>
                  <a:pt x="6" y="24"/>
                </a:lnTo>
                <a:lnTo>
                  <a:pt x="6" y="22"/>
                </a:lnTo>
                <a:lnTo>
                  <a:pt x="8" y="22"/>
                </a:lnTo>
                <a:lnTo>
                  <a:pt x="9" y="22"/>
                </a:lnTo>
                <a:lnTo>
                  <a:pt x="10" y="21"/>
                </a:lnTo>
                <a:lnTo>
                  <a:pt x="12" y="19"/>
                </a:lnTo>
                <a:lnTo>
                  <a:pt x="13" y="18"/>
                </a:lnTo>
                <a:lnTo>
                  <a:pt x="14" y="16"/>
                </a:lnTo>
                <a:lnTo>
                  <a:pt x="14" y="14"/>
                </a:lnTo>
                <a:lnTo>
                  <a:pt x="14" y="13"/>
                </a:lnTo>
                <a:lnTo>
                  <a:pt x="14" y="10"/>
                </a:lnTo>
                <a:lnTo>
                  <a:pt x="14" y="9"/>
                </a:lnTo>
                <a:lnTo>
                  <a:pt x="13" y="8"/>
                </a:lnTo>
                <a:lnTo>
                  <a:pt x="12" y="6"/>
                </a:lnTo>
                <a:lnTo>
                  <a:pt x="12" y="6"/>
                </a:lnTo>
                <a:lnTo>
                  <a:pt x="11" y="6"/>
                </a:lnTo>
                <a:lnTo>
                  <a:pt x="10" y="5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4" y="6"/>
                </a:lnTo>
                <a:lnTo>
                  <a:pt x="4" y="6"/>
                </a:lnTo>
                <a:lnTo>
                  <a:pt x="4" y="7"/>
                </a:lnTo>
                <a:lnTo>
                  <a:pt x="3" y="8"/>
                </a:lnTo>
                <a:lnTo>
                  <a:pt x="3" y="10"/>
                </a:lnTo>
                <a:lnTo>
                  <a:pt x="2" y="11"/>
                </a:lnTo>
                <a:lnTo>
                  <a:pt x="0" y="1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480" rIns="90000" bIns="-24480" anchor="ctr">
            <a:noAutofit/>
          </a:bodyPr>
          <a:lstStyle/>
          <a:p>
            <a:endParaRPr/>
          </a:p>
        </p:txBody>
      </p:sp>
      <p:sp>
        <p:nvSpPr>
          <p:cNvPr id="383" name="ïṩḷïḋê">
            <a:extLst>
              <a:ext uri="{FF2B5EF4-FFF2-40B4-BE49-F238E27FC236}">
                <a16:creationId xmlns:a16="http://schemas.microsoft.com/office/drawing/2014/main" id="{5003D0B3-FA45-47BD-AEF0-FF3BCD87AC16}"/>
              </a:ext>
            </a:extLst>
          </p:cNvPr>
          <p:cNvSpPr>
            <a:spLocks noGrp="1"/>
          </p:cNvSpPr>
          <p:nvPr/>
        </p:nvSpPr>
        <p:spPr>
          <a:xfrm>
            <a:off x="2816280" y="554400"/>
            <a:ext cx="190800" cy="333360"/>
          </a:xfrm>
          <a:custGeom>
            <a:avLst/>
            <a:gdLst>
              <a:gd name="textAreaLeft" fmla="*/ 0 w 190800"/>
              <a:gd name="textAreaRight" fmla="*/ 191160 w 190800"/>
              <a:gd name="textAreaTop" fmla="*/ 0 h 333360"/>
              <a:gd name="textAreaBottom" fmla="*/ 333720 h 333360"/>
              <a:gd name="GluePoint1X" fmla="*/ 199 w 438"/>
              <a:gd name="GluePoint1Y" fmla="*/ 337 h 764"/>
              <a:gd name="GluePoint2X" fmla="*/ 183 w 438"/>
              <a:gd name="GluePoint2Y" fmla="*/ 308 h 764"/>
              <a:gd name="GluePoint3X" fmla="*/ 126 w 438"/>
              <a:gd name="GluePoint3Y" fmla="*/ 371 h 764"/>
              <a:gd name="GluePoint4X" fmla="*/ 78 w 438"/>
              <a:gd name="GluePoint4Y" fmla="*/ 348 h 764"/>
              <a:gd name="GluePoint5X" fmla="*/ 55 w 438"/>
              <a:gd name="GluePoint5Y" fmla="*/ 290 h 764"/>
              <a:gd name="GluePoint6X" fmla="*/ 103 w 438"/>
              <a:gd name="GluePoint6Y" fmla="*/ 283 h 764"/>
              <a:gd name="GluePoint7X" fmla="*/ 78 w 438"/>
              <a:gd name="GluePoint7Y" fmla="*/ 216 h 764"/>
              <a:gd name="GluePoint8X" fmla="*/ 83 w 438"/>
              <a:gd name="GluePoint8Y" fmla="*/ 183 h 764"/>
              <a:gd name="GluePoint9X" fmla="*/ 159 w 438"/>
              <a:gd name="GluePoint9Y" fmla="*/ 189 h 764"/>
              <a:gd name="GluePoint10X" fmla="*/ 233 w 438"/>
              <a:gd name="GluePoint10Y" fmla="*/ 120 h 764"/>
              <a:gd name="GluePoint11X" fmla="*/ 250 w 438"/>
              <a:gd name="GluePoint11Y" fmla="*/ 27 h 764"/>
              <a:gd name="GluePoint12X" fmla="*/ 319 w 438"/>
              <a:gd name="GluePoint12Y" fmla="*/ 21 h 764"/>
              <a:gd name="GluePoint13X" fmla="*/ 276 w 438"/>
              <a:gd name="GluePoint13Y" fmla="*/ 123 h 764"/>
              <a:gd name="GluePoint14X" fmla="*/ 255 w 438"/>
              <a:gd name="GluePoint14Y" fmla="*/ 180 h 764"/>
              <a:gd name="GluePoint15X" fmla="*/ 315 w 438"/>
              <a:gd name="GluePoint15Y" fmla="*/ 172 h 764"/>
              <a:gd name="GluePoint16X" fmla="*/ 409 w 438"/>
              <a:gd name="GluePoint16Y" fmla="*/ 132 h 764"/>
              <a:gd name="GluePoint17X" fmla="*/ 435 w 438"/>
              <a:gd name="GluePoint17Y" fmla="*/ 194 h 764"/>
              <a:gd name="GluePoint18X" fmla="*/ 396 w 438"/>
              <a:gd name="GluePoint18Y" fmla="*/ 231 h 764"/>
              <a:gd name="GluePoint19X" fmla="*/ 364 w 438"/>
              <a:gd name="GluePoint19Y" fmla="*/ 260 h 764"/>
              <a:gd name="GluePoint20X" fmla="*/ 321 w 438"/>
              <a:gd name="GluePoint20Y" fmla="*/ 307 h 764"/>
              <a:gd name="GluePoint21X" fmla="*/ 356 w 438"/>
              <a:gd name="GluePoint21Y" fmla="*/ 387 h 764"/>
              <a:gd name="GluePoint22X" fmla="*/ 292 w 438"/>
              <a:gd name="GluePoint22Y" fmla="*/ 434 h 764"/>
              <a:gd name="GluePoint23X" fmla="*/ 251 w 438"/>
              <a:gd name="GluePoint23Y" fmla="*/ 469 h 764"/>
              <a:gd name="GluePoint24X" fmla="*/ 225 w 438"/>
              <a:gd name="GluePoint24Y" fmla="*/ 504 h 764"/>
              <a:gd name="GluePoint25X" fmla="*/ 306 w 438"/>
              <a:gd name="GluePoint25Y" fmla="*/ 484 h 764"/>
              <a:gd name="GluePoint26X" fmla="*/ 326 w 438"/>
              <a:gd name="GluePoint26Y" fmla="*/ 532 h 764"/>
              <a:gd name="GluePoint27X" fmla="*/ 282 w 438"/>
              <a:gd name="GluePoint27Y" fmla="*/ 553 h 764"/>
              <a:gd name="GluePoint28X" fmla="*/ 243 w 438"/>
              <a:gd name="GluePoint28Y" fmla="*/ 541 h 764"/>
              <a:gd name="GluePoint29X" fmla="*/ 251 w 438"/>
              <a:gd name="GluePoint29Y" fmla="*/ 613 h 764"/>
              <a:gd name="GluePoint30X" fmla="*/ 263 w 438"/>
              <a:gd name="GluePoint30Y" fmla="*/ 691 h 764"/>
              <a:gd name="GluePoint31X" fmla="*/ 245 w 438"/>
              <a:gd name="GluePoint31Y" fmla="*/ 760 h 764"/>
              <a:gd name="GluePoint32X" fmla="*/ 196 w 438"/>
              <a:gd name="GluePoint32Y" fmla="*/ 749 h 764"/>
              <a:gd name="GluePoint33X" fmla="*/ 142 w 438"/>
              <a:gd name="GluePoint33Y" fmla="*/ 719 h 764"/>
              <a:gd name="GluePoint34X" fmla="*/ 207 w 438"/>
              <a:gd name="GluePoint34Y" fmla="*/ 700 h 764"/>
              <a:gd name="GluePoint35X" fmla="*/ 217 w 438"/>
              <a:gd name="GluePoint35Y" fmla="*/ 634 h 764"/>
              <a:gd name="GluePoint36X" fmla="*/ 163 w 438"/>
              <a:gd name="GluePoint36Y" fmla="*/ 584 h 764"/>
              <a:gd name="GluePoint37X" fmla="*/ 71 w 438"/>
              <a:gd name="GluePoint37Y" fmla="*/ 634 h 764"/>
              <a:gd name="GluePoint38X" fmla="*/ 3 w 438"/>
              <a:gd name="GluePoint38Y" fmla="*/ 622 h 764"/>
              <a:gd name="GluePoint39X" fmla="*/ 68 w 438"/>
              <a:gd name="GluePoint39Y" fmla="*/ 588 h 764"/>
              <a:gd name="GluePoint40X" fmla="*/ 151 w 438"/>
              <a:gd name="GluePoint40Y" fmla="*/ 536 h 764"/>
              <a:gd name="GluePoint41X" fmla="*/ 195 w 438"/>
              <a:gd name="GluePoint41Y" fmla="*/ 496 h 764"/>
              <a:gd name="GluePoint42X" fmla="*/ 262 w 438"/>
              <a:gd name="GluePoint42Y" fmla="*/ 432 h 764"/>
              <a:gd name="GluePoint43X" fmla="*/ 238 w 438"/>
              <a:gd name="GluePoint43Y" fmla="*/ 413 h 764"/>
              <a:gd name="GluePoint44X" fmla="*/ 176 w 438"/>
              <a:gd name="GluePoint44Y" fmla="*/ 445 h 764"/>
              <a:gd name="GluePoint45X" fmla="*/ 113 w 438"/>
              <a:gd name="GluePoint45Y" fmla="*/ 449 h 764"/>
              <a:gd name="GluePoint46X" fmla="*/ 213 w 438"/>
              <a:gd name="GluePoint46Y" fmla="*/ 395 h 764"/>
              <a:gd name="GluePoint47X" fmla="*/ 277 w 438"/>
              <a:gd name="GluePoint47Y" fmla="*/ 361 h 764"/>
              <a:gd name="GluePoint48X" fmla="*/ 300 w 438"/>
              <a:gd name="GluePoint48Y" fmla="*/ 303 h 764"/>
              <a:gd name="GluePoint49X" fmla="*/ 335 w 438"/>
              <a:gd name="GluePoint49Y" fmla="*/ 263 h 764"/>
              <a:gd name="GluePoint50X" fmla="*/ 368 w 438"/>
              <a:gd name="GluePoint50Y" fmla="*/ 191 h 764"/>
              <a:gd name="GluePoint51X" fmla="*/ 309 w 438"/>
              <a:gd name="GluePoint51Y" fmla="*/ 206 h 764"/>
              <a:gd name="GluePoint52X" fmla="*/ 313 w 438"/>
              <a:gd name="GluePoint52Y" fmla="*/ 245 h 764"/>
              <a:gd name="GluePoint53X" fmla="*/ 284 w 438"/>
              <a:gd name="GluePoint53Y" fmla="*/ 301 h 764"/>
              <a:gd name="GluePoint54X" fmla="*/ 243 w 438"/>
              <a:gd name="GluePoint54Y" fmla="*/ 356 h 764"/>
              <a:gd name="GluePoint55X" fmla="*/ 134 w 438"/>
              <a:gd name="GluePoint55Y" fmla="*/ 220 h 764"/>
              <a:gd name="GluePoint56X" fmla="*/ 131 w 438"/>
              <a:gd name="GluePoint56Y" fmla="*/ 279 h 764"/>
              <a:gd name="GluePoint57X" fmla="*/ 153 w 438"/>
              <a:gd name="GluePoint57Y" fmla="*/ 279 h 764"/>
              <a:gd name="GluePoint58X" fmla="*/ 167 w 438"/>
              <a:gd name="GluePoint58Y" fmla="*/ 224 h 764"/>
              <a:gd name="GluePoint59X" fmla="*/ 179 w 438"/>
              <a:gd name="GluePoint59Y" fmla="*/ 250 h 764"/>
              <a:gd name="GluePoint60X" fmla="*/ 226 w 438"/>
              <a:gd name="GluePoint60Y" fmla="*/ 228 h 764"/>
              <a:gd name="GluePoint61X" fmla="*/ 248 w 438"/>
              <a:gd name="GluePoint61Y" fmla="*/ 279 h 764"/>
              <a:gd name="GluePoint62X" fmla="*/ 274 w 438"/>
              <a:gd name="GluePoint62Y" fmla="*/ 254 h 764"/>
            </a:gdLst>
            <a:ahLst/>
            <a:cxnLst/>
            <a:rect l="textAreaLeft" t="textAreaTop" r="textAreaRight" b="textAreaBottom"/>
            <a:pathLst>
              <a:path w="438" h="764">
                <a:moveTo>
                  <a:pt x="244" y="325"/>
                </a:moveTo>
                <a:lnTo>
                  <a:pt x="239" y="324"/>
                </a:lnTo>
                <a:lnTo>
                  <a:pt x="235" y="324"/>
                </a:lnTo>
                <a:lnTo>
                  <a:pt x="231" y="323"/>
                </a:lnTo>
                <a:lnTo>
                  <a:pt x="227" y="321"/>
                </a:lnTo>
                <a:lnTo>
                  <a:pt x="223" y="320"/>
                </a:lnTo>
                <a:lnTo>
                  <a:pt x="219" y="320"/>
                </a:lnTo>
                <a:lnTo>
                  <a:pt x="216" y="320"/>
                </a:lnTo>
                <a:lnTo>
                  <a:pt x="214" y="320"/>
                </a:lnTo>
                <a:lnTo>
                  <a:pt x="211" y="320"/>
                </a:lnTo>
                <a:lnTo>
                  <a:pt x="209" y="320"/>
                </a:lnTo>
                <a:lnTo>
                  <a:pt x="209" y="323"/>
                </a:lnTo>
                <a:lnTo>
                  <a:pt x="208" y="325"/>
                </a:lnTo>
                <a:lnTo>
                  <a:pt x="207" y="328"/>
                </a:lnTo>
                <a:lnTo>
                  <a:pt x="206" y="330"/>
                </a:lnTo>
                <a:lnTo>
                  <a:pt x="204" y="332"/>
                </a:lnTo>
                <a:lnTo>
                  <a:pt x="203" y="334"/>
                </a:lnTo>
                <a:lnTo>
                  <a:pt x="201" y="336"/>
                </a:lnTo>
                <a:lnTo>
                  <a:pt x="199" y="337"/>
                </a:lnTo>
                <a:lnTo>
                  <a:pt x="195" y="341"/>
                </a:lnTo>
                <a:lnTo>
                  <a:pt x="189" y="343"/>
                </a:lnTo>
                <a:lnTo>
                  <a:pt x="184" y="345"/>
                </a:lnTo>
                <a:lnTo>
                  <a:pt x="179" y="347"/>
                </a:lnTo>
                <a:lnTo>
                  <a:pt x="178" y="344"/>
                </a:lnTo>
                <a:lnTo>
                  <a:pt x="177" y="341"/>
                </a:lnTo>
                <a:lnTo>
                  <a:pt x="176" y="340"/>
                </a:lnTo>
                <a:lnTo>
                  <a:pt x="175" y="339"/>
                </a:lnTo>
                <a:lnTo>
                  <a:pt x="175" y="337"/>
                </a:lnTo>
                <a:lnTo>
                  <a:pt x="175" y="335"/>
                </a:lnTo>
                <a:lnTo>
                  <a:pt x="177" y="332"/>
                </a:lnTo>
                <a:lnTo>
                  <a:pt x="179" y="330"/>
                </a:lnTo>
                <a:lnTo>
                  <a:pt x="181" y="327"/>
                </a:lnTo>
                <a:lnTo>
                  <a:pt x="183" y="323"/>
                </a:lnTo>
                <a:lnTo>
                  <a:pt x="184" y="320"/>
                </a:lnTo>
                <a:lnTo>
                  <a:pt x="185" y="316"/>
                </a:lnTo>
                <a:lnTo>
                  <a:pt x="186" y="312"/>
                </a:lnTo>
                <a:lnTo>
                  <a:pt x="186" y="309"/>
                </a:lnTo>
                <a:lnTo>
                  <a:pt x="183" y="308"/>
                </a:lnTo>
                <a:lnTo>
                  <a:pt x="179" y="307"/>
                </a:lnTo>
                <a:lnTo>
                  <a:pt x="175" y="307"/>
                </a:lnTo>
                <a:lnTo>
                  <a:pt x="170" y="306"/>
                </a:lnTo>
                <a:lnTo>
                  <a:pt x="169" y="308"/>
                </a:lnTo>
                <a:lnTo>
                  <a:pt x="168" y="311"/>
                </a:lnTo>
                <a:lnTo>
                  <a:pt x="167" y="312"/>
                </a:lnTo>
                <a:lnTo>
                  <a:pt x="167" y="314"/>
                </a:lnTo>
                <a:lnTo>
                  <a:pt x="163" y="317"/>
                </a:lnTo>
                <a:lnTo>
                  <a:pt x="161" y="320"/>
                </a:lnTo>
                <a:lnTo>
                  <a:pt x="155" y="326"/>
                </a:lnTo>
                <a:lnTo>
                  <a:pt x="149" y="332"/>
                </a:lnTo>
                <a:lnTo>
                  <a:pt x="147" y="335"/>
                </a:lnTo>
                <a:lnTo>
                  <a:pt x="144" y="339"/>
                </a:lnTo>
                <a:lnTo>
                  <a:pt x="142" y="343"/>
                </a:lnTo>
                <a:lnTo>
                  <a:pt x="140" y="347"/>
                </a:lnTo>
                <a:lnTo>
                  <a:pt x="135" y="355"/>
                </a:lnTo>
                <a:lnTo>
                  <a:pt x="131" y="363"/>
                </a:lnTo>
                <a:lnTo>
                  <a:pt x="128" y="367"/>
                </a:lnTo>
                <a:lnTo>
                  <a:pt x="126" y="371"/>
                </a:lnTo>
                <a:lnTo>
                  <a:pt x="122" y="374"/>
                </a:lnTo>
                <a:lnTo>
                  <a:pt x="119" y="376"/>
                </a:lnTo>
                <a:lnTo>
                  <a:pt x="116" y="378"/>
                </a:lnTo>
                <a:lnTo>
                  <a:pt x="115" y="379"/>
                </a:lnTo>
                <a:lnTo>
                  <a:pt x="112" y="380"/>
                </a:lnTo>
                <a:lnTo>
                  <a:pt x="110" y="380"/>
                </a:lnTo>
                <a:lnTo>
                  <a:pt x="107" y="380"/>
                </a:lnTo>
                <a:lnTo>
                  <a:pt x="105" y="381"/>
                </a:lnTo>
                <a:lnTo>
                  <a:pt x="102" y="381"/>
                </a:lnTo>
                <a:lnTo>
                  <a:pt x="99" y="380"/>
                </a:lnTo>
                <a:lnTo>
                  <a:pt x="97" y="376"/>
                </a:lnTo>
                <a:lnTo>
                  <a:pt x="95" y="373"/>
                </a:lnTo>
                <a:lnTo>
                  <a:pt x="93" y="369"/>
                </a:lnTo>
                <a:lnTo>
                  <a:pt x="91" y="365"/>
                </a:lnTo>
                <a:lnTo>
                  <a:pt x="87" y="364"/>
                </a:lnTo>
                <a:lnTo>
                  <a:pt x="84" y="363"/>
                </a:lnTo>
                <a:lnTo>
                  <a:pt x="82" y="358"/>
                </a:lnTo>
                <a:lnTo>
                  <a:pt x="79" y="354"/>
                </a:lnTo>
                <a:lnTo>
                  <a:pt x="78" y="348"/>
                </a:lnTo>
                <a:lnTo>
                  <a:pt x="76" y="344"/>
                </a:lnTo>
                <a:lnTo>
                  <a:pt x="75" y="339"/>
                </a:lnTo>
                <a:lnTo>
                  <a:pt x="73" y="334"/>
                </a:lnTo>
                <a:lnTo>
                  <a:pt x="72" y="332"/>
                </a:lnTo>
                <a:lnTo>
                  <a:pt x="71" y="329"/>
                </a:lnTo>
                <a:lnTo>
                  <a:pt x="70" y="328"/>
                </a:lnTo>
                <a:lnTo>
                  <a:pt x="68" y="325"/>
                </a:lnTo>
                <a:lnTo>
                  <a:pt x="64" y="321"/>
                </a:lnTo>
                <a:lnTo>
                  <a:pt x="60" y="317"/>
                </a:lnTo>
                <a:lnTo>
                  <a:pt x="55" y="314"/>
                </a:lnTo>
                <a:lnTo>
                  <a:pt x="51" y="310"/>
                </a:lnTo>
                <a:lnTo>
                  <a:pt x="51" y="305"/>
                </a:lnTo>
                <a:lnTo>
                  <a:pt x="51" y="300"/>
                </a:lnTo>
                <a:lnTo>
                  <a:pt x="51" y="298"/>
                </a:lnTo>
                <a:lnTo>
                  <a:pt x="51" y="296"/>
                </a:lnTo>
                <a:lnTo>
                  <a:pt x="52" y="295"/>
                </a:lnTo>
                <a:lnTo>
                  <a:pt x="53" y="292"/>
                </a:lnTo>
                <a:lnTo>
                  <a:pt x="54" y="291"/>
                </a:lnTo>
                <a:lnTo>
                  <a:pt x="55" y="290"/>
                </a:lnTo>
                <a:lnTo>
                  <a:pt x="57" y="288"/>
                </a:lnTo>
                <a:lnTo>
                  <a:pt x="59" y="287"/>
                </a:lnTo>
                <a:lnTo>
                  <a:pt x="61" y="287"/>
                </a:lnTo>
                <a:lnTo>
                  <a:pt x="63" y="286"/>
                </a:lnTo>
                <a:lnTo>
                  <a:pt x="66" y="286"/>
                </a:lnTo>
                <a:lnTo>
                  <a:pt x="69" y="286"/>
                </a:lnTo>
                <a:lnTo>
                  <a:pt x="71" y="288"/>
                </a:lnTo>
                <a:lnTo>
                  <a:pt x="73" y="291"/>
                </a:lnTo>
                <a:lnTo>
                  <a:pt x="76" y="292"/>
                </a:lnTo>
                <a:lnTo>
                  <a:pt x="79" y="294"/>
                </a:lnTo>
                <a:lnTo>
                  <a:pt x="83" y="295"/>
                </a:lnTo>
                <a:lnTo>
                  <a:pt x="87" y="296"/>
                </a:lnTo>
                <a:lnTo>
                  <a:pt x="91" y="296"/>
                </a:lnTo>
                <a:lnTo>
                  <a:pt x="95" y="297"/>
                </a:lnTo>
                <a:lnTo>
                  <a:pt x="97" y="295"/>
                </a:lnTo>
                <a:lnTo>
                  <a:pt x="99" y="292"/>
                </a:lnTo>
                <a:lnTo>
                  <a:pt x="101" y="290"/>
                </a:lnTo>
                <a:lnTo>
                  <a:pt x="102" y="287"/>
                </a:lnTo>
                <a:lnTo>
                  <a:pt x="103" y="283"/>
                </a:lnTo>
                <a:lnTo>
                  <a:pt x="103" y="279"/>
                </a:lnTo>
                <a:lnTo>
                  <a:pt x="103" y="276"/>
                </a:lnTo>
                <a:lnTo>
                  <a:pt x="103" y="272"/>
                </a:lnTo>
                <a:lnTo>
                  <a:pt x="103" y="268"/>
                </a:lnTo>
                <a:lnTo>
                  <a:pt x="102" y="265"/>
                </a:lnTo>
                <a:lnTo>
                  <a:pt x="101" y="261"/>
                </a:lnTo>
                <a:lnTo>
                  <a:pt x="100" y="257"/>
                </a:lnTo>
                <a:lnTo>
                  <a:pt x="98" y="254"/>
                </a:lnTo>
                <a:lnTo>
                  <a:pt x="96" y="250"/>
                </a:lnTo>
                <a:lnTo>
                  <a:pt x="95" y="247"/>
                </a:lnTo>
                <a:lnTo>
                  <a:pt x="92" y="243"/>
                </a:lnTo>
                <a:lnTo>
                  <a:pt x="91" y="240"/>
                </a:lnTo>
                <a:lnTo>
                  <a:pt x="88" y="237"/>
                </a:lnTo>
                <a:lnTo>
                  <a:pt x="88" y="233"/>
                </a:lnTo>
                <a:lnTo>
                  <a:pt x="87" y="229"/>
                </a:lnTo>
                <a:lnTo>
                  <a:pt x="87" y="224"/>
                </a:lnTo>
                <a:lnTo>
                  <a:pt x="87" y="220"/>
                </a:lnTo>
                <a:lnTo>
                  <a:pt x="82" y="219"/>
                </a:lnTo>
                <a:lnTo>
                  <a:pt x="78" y="216"/>
                </a:lnTo>
                <a:lnTo>
                  <a:pt x="75" y="215"/>
                </a:lnTo>
                <a:lnTo>
                  <a:pt x="74" y="211"/>
                </a:lnTo>
                <a:lnTo>
                  <a:pt x="71" y="207"/>
                </a:lnTo>
                <a:lnTo>
                  <a:pt x="68" y="203"/>
                </a:lnTo>
                <a:lnTo>
                  <a:pt x="65" y="199"/>
                </a:lnTo>
                <a:lnTo>
                  <a:pt x="63" y="195"/>
                </a:lnTo>
                <a:lnTo>
                  <a:pt x="61" y="191"/>
                </a:lnTo>
                <a:lnTo>
                  <a:pt x="61" y="188"/>
                </a:lnTo>
                <a:lnTo>
                  <a:pt x="62" y="185"/>
                </a:lnTo>
                <a:lnTo>
                  <a:pt x="63" y="183"/>
                </a:lnTo>
                <a:lnTo>
                  <a:pt x="67" y="182"/>
                </a:lnTo>
                <a:lnTo>
                  <a:pt x="69" y="180"/>
                </a:lnTo>
                <a:lnTo>
                  <a:pt x="70" y="179"/>
                </a:lnTo>
                <a:lnTo>
                  <a:pt x="72" y="179"/>
                </a:lnTo>
                <a:lnTo>
                  <a:pt x="74" y="179"/>
                </a:lnTo>
                <a:lnTo>
                  <a:pt x="76" y="178"/>
                </a:lnTo>
                <a:lnTo>
                  <a:pt x="79" y="179"/>
                </a:lnTo>
                <a:lnTo>
                  <a:pt x="81" y="181"/>
                </a:lnTo>
                <a:lnTo>
                  <a:pt x="83" y="183"/>
                </a:lnTo>
                <a:lnTo>
                  <a:pt x="86" y="184"/>
                </a:lnTo>
                <a:lnTo>
                  <a:pt x="89" y="187"/>
                </a:lnTo>
                <a:lnTo>
                  <a:pt x="93" y="192"/>
                </a:lnTo>
                <a:lnTo>
                  <a:pt x="96" y="196"/>
                </a:lnTo>
                <a:lnTo>
                  <a:pt x="100" y="200"/>
                </a:lnTo>
                <a:lnTo>
                  <a:pt x="103" y="202"/>
                </a:lnTo>
                <a:lnTo>
                  <a:pt x="105" y="203"/>
                </a:lnTo>
                <a:lnTo>
                  <a:pt x="107" y="205"/>
                </a:lnTo>
                <a:lnTo>
                  <a:pt x="111" y="206"/>
                </a:lnTo>
                <a:lnTo>
                  <a:pt x="112" y="207"/>
                </a:lnTo>
                <a:lnTo>
                  <a:pt x="115" y="207"/>
                </a:lnTo>
                <a:lnTo>
                  <a:pt x="117" y="206"/>
                </a:lnTo>
                <a:lnTo>
                  <a:pt x="119" y="206"/>
                </a:lnTo>
                <a:lnTo>
                  <a:pt x="126" y="203"/>
                </a:lnTo>
                <a:lnTo>
                  <a:pt x="131" y="201"/>
                </a:lnTo>
                <a:lnTo>
                  <a:pt x="143" y="195"/>
                </a:lnTo>
                <a:lnTo>
                  <a:pt x="150" y="191"/>
                </a:lnTo>
                <a:lnTo>
                  <a:pt x="155" y="190"/>
                </a:lnTo>
                <a:lnTo>
                  <a:pt x="159" y="189"/>
                </a:lnTo>
                <a:lnTo>
                  <a:pt x="163" y="189"/>
                </a:lnTo>
                <a:lnTo>
                  <a:pt x="167" y="188"/>
                </a:lnTo>
                <a:lnTo>
                  <a:pt x="172" y="185"/>
                </a:lnTo>
                <a:lnTo>
                  <a:pt x="176" y="181"/>
                </a:lnTo>
                <a:lnTo>
                  <a:pt x="185" y="178"/>
                </a:lnTo>
                <a:lnTo>
                  <a:pt x="192" y="175"/>
                </a:lnTo>
                <a:lnTo>
                  <a:pt x="196" y="174"/>
                </a:lnTo>
                <a:lnTo>
                  <a:pt x="199" y="172"/>
                </a:lnTo>
                <a:lnTo>
                  <a:pt x="203" y="170"/>
                </a:lnTo>
                <a:lnTo>
                  <a:pt x="207" y="167"/>
                </a:lnTo>
                <a:lnTo>
                  <a:pt x="209" y="165"/>
                </a:lnTo>
                <a:lnTo>
                  <a:pt x="211" y="163"/>
                </a:lnTo>
                <a:lnTo>
                  <a:pt x="212" y="160"/>
                </a:lnTo>
                <a:lnTo>
                  <a:pt x="214" y="157"/>
                </a:lnTo>
                <a:lnTo>
                  <a:pt x="216" y="151"/>
                </a:lnTo>
                <a:lnTo>
                  <a:pt x="219" y="144"/>
                </a:lnTo>
                <a:lnTo>
                  <a:pt x="223" y="136"/>
                </a:lnTo>
                <a:lnTo>
                  <a:pt x="228" y="128"/>
                </a:lnTo>
                <a:lnTo>
                  <a:pt x="233" y="120"/>
                </a:lnTo>
                <a:lnTo>
                  <a:pt x="239" y="111"/>
                </a:lnTo>
                <a:lnTo>
                  <a:pt x="244" y="103"/>
                </a:lnTo>
                <a:lnTo>
                  <a:pt x="250" y="95"/>
                </a:lnTo>
                <a:lnTo>
                  <a:pt x="255" y="87"/>
                </a:lnTo>
                <a:lnTo>
                  <a:pt x="260" y="79"/>
                </a:lnTo>
                <a:lnTo>
                  <a:pt x="261" y="77"/>
                </a:lnTo>
                <a:lnTo>
                  <a:pt x="262" y="75"/>
                </a:lnTo>
                <a:lnTo>
                  <a:pt x="263" y="72"/>
                </a:lnTo>
                <a:lnTo>
                  <a:pt x="262" y="69"/>
                </a:lnTo>
                <a:lnTo>
                  <a:pt x="262" y="67"/>
                </a:lnTo>
                <a:lnTo>
                  <a:pt x="261" y="63"/>
                </a:lnTo>
                <a:lnTo>
                  <a:pt x="260" y="60"/>
                </a:lnTo>
                <a:lnTo>
                  <a:pt x="259" y="58"/>
                </a:lnTo>
                <a:lnTo>
                  <a:pt x="257" y="52"/>
                </a:lnTo>
                <a:lnTo>
                  <a:pt x="255" y="47"/>
                </a:lnTo>
                <a:lnTo>
                  <a:pt x="252" y="44"/>
                </a:lnTo>
                <a:lnTo>
                  <a:pt x="251" y="41"/>
                </a:lnTo>
                <a:lnTo>
                  <a:pt x="251" y="37"/>
                </a:lnTo>
                <a:lnTo>
                  <a:pt x="250" y="27"/>
                </a:lnTo>
                <a:lnTo>
                  <a:pt x="249" y="16"/>
                </a:lnTo>
                <a:lnTo>
                  <a:pt x="248" y="9"/>
                </a:lnTo>
                <a:lnTo>
                  <a:pt x="250" y="9"/>
                </a:lnTo>
                <a:lnTo>
                  <a:pt x="251" y="8"/>
                </a:lnTo>
                <a:lnTo>
                  <a:pt x="252" y="7"/>
                </a:lnTo>
                <a:lnTo>
                  <a:pt x="254" y="6"/>
                </a:lnTo>
                <a:lnTo>
                  <a:pt x="255" y="3"/>
                </a:lnTo>
                <a:lnTo>
                  <a:pt x="257" y="1"/>
                </a:lnTo>
                <a:lnTo>
                  <a:pt x="265" y="0"/>
                </a:lnTo>
                <a:lnTo>
                  <a:pt x="272" y="1"/>
                </a:lnTo>
                <a:lnTo>
                  <a:pt x="280" y="2"/>
                </a:lnTo>
                <a:lnTo>
                  <a:pt x="286" y="3"/>
                </a:lnTo>
                <a:lnTo>
                  <a:pt x="292" y="4"/>
                </a:lnTo>
                <a:lnTo>
                  <a:pt x="297" y="6"/>
                </a:lnTo>
                <a:lnTo>
                  <a:pt x="302" y="8"/>
                </a:lnTo>
                <a:lnTo>
                  <a:pt x="307" y="11"/>
                </a:lnTo>
                <a:lnTo>
                  <a:pt x="311" y="14"/>
                </a:lnTo>
                <a:lnTo>
                  <a:pt x="315" y="17"/>
                </a:lnTo>
                <a:lnTo>
                  <a:pt x="319" y="21"/>
                </a:lnTo>
                <a:lnTo>
                  <a:pt x="323" y="25"/>
                </a:lnTo>
                <a:lnTo>
                  <a:pt x="331" y="34"/>
                </a:lnTo>
                <a:lnTo>
                  <a:pt x="339" y="43"/>
                </a:lnTo>
                <a:lnTo>
                  <a:pt x="338" y="50"/>
                </a:lnTo>
                <a:lnTo>
                  <a:pt x="336" y="55"/>
                </a:lnTo>
                <a:lnTo>
                  <a:pt x="334" y="60"/>
                </a:lnTo>
                <a:lnTo>
                  <a:pt x="332" y="65"/>
                </a:lnTo>
                <a:lnTo>
                  <a:pt x="328" y="69"/>
                </a:lnTo>
                <a:lnTo>
                  <a:pt x="324" y="73"/>
                </a:lnTo>
                <a:lnTo>
                  <a:pt x="321" y="77"/>
                </a:lnTo>
                <a:lnTo>
                  <a:pt x="317" y="81"/>
                </a:lnTo>
                <a:lnTo>
                  <a:pt x="309" y="87"/>
                </a:lnTo>
                <a:lnTo>
                  <a:pt x="301" y="95"/>
                </a:lnTo>
                <a:lnTo>
                  <a:pt x="297" y="98"/>
                </a:lnTo>
                <a:lnTo>
                  <a:pt x="293" y="102"/>
                </a:lnTo>
                <a:lnTo>
                  <a:pt x="289" y="105"/>
                </a:lnTo>
                <a:lnTo>
                  <a:pt x="286" y="109"/>
                </a:lnTo>
                <a:lnTo>
                  <a:pt x="280" y="116"/>
                </a:lnTo>
                <a:lnTo>
                  <a:pt x="276" y="123"/>
                </a:lnTo>
                <a:lnTo>
                  <a:pt x="273" y="127"/>
                </a:lnTo>
                <a:lnTo>
                  <a:pt x="271" y="130"/>
                </a:lnTo>
                <a:lnTo>
                  <a:pt x="267" y="133"/>
                </a:lnTo>
                <a:lnTo>
                  <a:pt x="265" y="136"/>
                </a:lnTo>
                <a:lnTo>
                  <a:pt x="255" y="143"/>
                </a:lnTo>
                <a:lnTo>
                  <a:pt x="246" y="151"/>
                </a:lnTo>
                <a:lnTo>
                  <a:pt x="243" y="153"/>
                </a:lnTo>
                <a:lnTo>
                  <a:pt x="242" y="155"/>
                </a:lnTo>
                <a:lnTo>
                  <a:pt x="239" y="158"/>
                </a:lnTo>
                <a:lnTo>
                  <a:pt x="238" y="160"/>
                </a:lnTo>
                <a:lnTo>
                  <a:pt x="237" y="163"/>
                </a:lnTo>
                <a:lnTo>
                  <a:pt x="235" y="166"/>
                </a:lnTo>
                <a:lnTo>
                  <a:pt x="235" y="169"/>
                </a:lnTo>
                <a:lnTo>
                  <a:pt x="235" y="172"/>
                </a:lnTo>
                <a:lnTo>
                  <a:pt x="237" y="175"/>
                </a:lnTo>
                <a:lnTo>
                  <a:pt x="239" y="177"/>
                </a:lnTo>
                <a:lnTo>
                  <a:pt x="244" y="178"/>
                </a:lnTo>
                <a:lnTo>
                  <a:pt x="250" y="179"/>
                </a:lnTo>
                <a:lnTo>
                  <a:pt x="255" y="180"/>
                </a:lnTo>
                <a:lnTo>
                  <a:pt x="260" y="181"/>
                </a:lnTo>
                <a:lnTo>
                  <a:pt x="263" y="183"/>
                </a:lnTo>
                <a:lnTo>
                  <a:pt x="265" y="185"/>
                </a:lnTo>
                <a:lnTo>
                  <a:pt x="267" y="186"/>
                </a:lnTo>
                <a:lnTo>
                  <a:pt x="268" y="187"/>
                </a:lnTo>
                <a:lnTo>
                  <a:pt x="270" y="187"/>
                </a:lnTo>
                <a:lnTo>
                  <a:pt x="272" y="188"/>
                </a:lnTo>
                <a:lnTo>
                  <a:pt x="274" y="189"/>
                </a:lnTo>
                <a:lnTo>
                  <a:pt x="277" y="189"/>
                </a:lnTo>
                <a:lnTo>
                  <a:pt x="280" y="189"/>
                </a:lnTo>
                <a:lnTo>
                  <a:pt x="282" y="189"/>
                </a:lnTo>
                <a:lnTo>
                  <a:pt x="285" y="188"/>
                </a:lnTo>
                <a:lnTo>
                  <a:pt x="288" y="187"/>
                </a:lnTo>
                <a:lnTo>
                  <a:pt x="291" y="187"/>
                </a:lnTo>
                <a:lnTo>
                  <a:pt x="293" y="185"/>
                </a:lnTo>
                <a:lnTo>
                  <a:pt x="299" y="183"/>
                </a:lnTo>
                <a:lnTo>
                  <a:pt x="304" y="179"/>
                </a:lnTo>
                <a:lnTo>
                  <a:pt x="309" y="176"/>
                </a:lnTo>
                <a:lnTo>
                  <a:pt x="315" y="172"/>
                </a:lnTo>
                <a:lnTo>
                  <a:pt x="325" y="165"/>
                </a:lnTo>
                <a:lnTo>
                  <a:pt x="335" y="157"/>
                </a:lnTo>
                <a:lnTo>
                  <a:pt x="339" y="154"/>
                </a:lnTo>
                <a:lnTo>
                  <a:pt x="344" y="151"/>
                </a:lnTo>
                <a:lnTo>
                  <a:pt x="347" y="148"/>
                </a:lnTo>
                <a:lnTo>
                  <a:pt x="351" y="146"/>
                </a:lnTo>
                <a:lnTo>
                  <a:pt x="355" y="145"/>
                </a:lnTo>
                <a:lnTo>
                  <a:pt x="359" y="144"/>
                </a:lnTo>
                <a:lnTo>
                  <a:pt x="364" y="143"/>
                </a:lnTo>
                <a:lnTo>
                  <a:pt x="367" y="142"/>
                </a:lnTo>
                <a:lnTo>
                  <a:pt x="378" y="136"/>
                </a:lnTo>
                <a:lnTo>
                  <a:pt x="388" y="131"/>
                </a:lnTo>
                <a:lnTo>
                  <a:pt x="391" y="130"/>
                </a:lnTo>
                <a:lnTo>
                  <a:pt x="394" y="129"/>
                </a:lnTo>
                <a:lnTo>
                  <a:pt x="396" y="128"/>
                </a:lnTo>
                <a:lnTo>
                  <a:pt x="400" y="128"/>
                </a:lnTo>
                <a:lnTo>
                  <a:pt x="403" y="129"/>
                </a:lnTo>
                <a:lnTo>
                  <a:pt x="406" y="131"/>
                </a:lnTo>
                <a:lnTo>
                  <a:pt x="409" y="132"/>
                </a:lnTo>
                <a:lnTo>
                  <a:pt x="413" y="135"/>
                </a:lnTo>
                <a:lnTo>
                  <a:pt x="416" y="137"/>
                </a:lnTo>
                <a:lnTo>
                  <a:pt x="418" y="140"/>
                </a:lnTo>
                <a:lnTo>
                  <a:pt x="420" y="143"/>
                </a:lnTo>
                <a:lnTo>
                  <a:pt x="424" y="146"/>
                </a:lnTo>
                <a:lnTo>
                  <a:pt x="426" y="150"/>
                </a:lnTo>
                <a:lnTo>
                  <a:pt x="428" y="154"/>
                </a:lnTo>
                <a:lnTo>
                  <a:pt x="431" y="158"/>
                </a:lnTo>
                <a:lnTo>
                  <a:pt x="433" y="162"/>
                </a:lnTo>
                <a:lnTo>
                  <a:pt x="435" y="167"/>
                </a:lnTo>
                <a:lnTo>
                  <a:pt x="436" y="171"/>
                </a:lnTo>
                <a:lnTo>
                  <a:pt x="437" y="176"/>
                </a:lnTo>
                <a:lnTo>
                  <a:pt x="438" y="180"/>
                </a:lnTo>
                <a:lnTo>
                  <a:pt x="437" y="183"/>
                </a:lnTo>
                <a:lnTo>
                  <a:pt x="437" y="185"/>
                </a:lnTo>
                <a:lnTo>
                  <a:pt x="437" y="187"/>
                </a:lnTo>
                <a:lnTo>
                  <a:pt x="436" y="189"/>
                </a:lnTo>
                <a:lnTo>
                  <a:pt x="436" y="191"/>
                </a:lnTo>
                <a:lnTo>
                  <a:pt x="435" y="194"/>
                </a:lnTo>
                <a:lnTo>
                  <a:pt x="434" y="196"/>
                </a:lnTo>
                <a:lnTo>
                  <a:pt x="432" y="198"/>
                </a:lnTo>
                <a:lnTo>
                  <a:pt x="430" y="200"/>
                </a:lnTo>
                <a:lnTo>
                  <a:pt x="428" y="202"/>
                </a:lnTo>
                <a:lnTo>
                  <a:pt x="425" y="203"/>
                </a:lnTo>
                <a:lnTo>
                  <a:pt x="422" y="205"/>
                </a:lnTo>
                <a:lnTo>
                  <a:pt x="419" y="207"/>
                </a:lnTo>
                <a:lnTo>
                  <a:pt x="416" y="208"/>
                </a:lnTo>
                <a:lnTo>
                  <a:pt x="413" y="210"/>
                </a:lnTo>
                <a:lnTo>
                  <a:pt x="411" y="211"/>
                </a:lnTo>
                <a:lnTo>
                  <a:pt x="409" y="214"/>
                </a:lnTo>
                <a:lnTo>
                  <a:pt x="408" y="216"/>
                </a:lnTo>
                <a:lnTo>
                  <a:pt x="406" y="219"/>
                </a:lnTo>
                <a:lnTo>
                  <a:pt x="404" y="221"/>
                </a:lnTo>
                <a:lnTo>
                  <a:pt x="403" y="223"/>
                </a:lnTo>
                <a:lnTo>
                  <a:pt x="401" y="226"/>
                </a:lnTo>
                <a:lnTo>
                  <a:pt x="400" y="228"/>
                </a:lnTo>
                <a:lnTo>
                  <a:pt x="397" y="230"/>
                </a:lnTo>
                <a:lnTo>
                  <a:pt x="396" y="231"/>
                </a:lnTo>
                <a:lnTo>
                  <a:pt x="394" y="231"/>
                </a:lnTo>
                <a:lnTo>
                  <a:pt x="392" y="231"/>
                </a:lnTo>
                <a:lnTo>
                  <a:pt x="390" y="231"/>
                </a:lnTo>
                <a:lnTo>
                  <a:pt x="388" y="232"/>
                </a:lnTo>
                <a:lnTo>
                  <a:pt x="387" y="233"/>
                </a:lnTo>
                <a:lnTo>
                  <a:pt x="385" y="234"/>
                </a:lnTo>
                <a:lnTo>
                  <a:pt x="384" y="235"/>
                </a:lnTo>
                <a:lnTo>
                  <a:pt x="384" y="237"/>
                </a:lnTo>
                <a:lnTo>
                  <a:pt x="384" y="239"/>
                </a:lnTo>
                <a:lnTo>
                  <a:pt x="381" y="242"/>
                </a:lnTo>
                <a:lnTo>
                  <a:pt x="379" y="243"/>
                </a:lnTo>
                <a:lnTo>
                  <a:pt x="376" y="246"/>
                </a:lnTo>
                <a:lnTo>
                  <a:pt x="374" y="247"/>
                </a:lnTo>
                <a:lnTo>
                  <a:pt x="372" y="249"/>
                </a:lnTo>
                <a:lnTo>
                  <a:pt x="368" y="251"/>
                </a:lnTo>
                <a:lnTo>
                  <a:pt x="367" y="253"/>
                </a:lnTo>
                <a:lnTo>
                  <a:pt x="364" y="255"/>
                </a:lnTo>
                <a:lnTo>
                  <a:pt x="364" y="258"/>
                </a:lnTo>
                <a:lnTo>
                  <a:pt x="364" y="260"/>
                </a:lnTo>
                <a:lnTo>
                  <a:pt x="362" y="263"/>
                </a:lnTo>
                <a:lnTo>
                  <a:pt x="359" y="267"/>
                </a:lnTo>
                <a:lnTo>
                  <a:pt x="356" y="269"/>
                </a:lnTo>
                <a:lnTo>
                  <a:pt x="352" y="271"/>
                </a:lnTo>
                <a:lnTo>
                  <a:pt x="345" y="276"/>
                </a:lnTo>
                <a:lnTo>
                  <a:pt x="339" y="281"/>
                </a:lnTo>
                <a:lnTo>
                  <a:pt x="338" y="282"/>
                </a:lnTo>
                <a:lnTo>
                  <a:pt x="337" y="283"/>
                </a:lnTo>
                <a:lnTo>
                  <a:pt x="336" y="285"/>
                </a:lnTo>
                <a:lnTo>
                  <a:pt x="336" y="287"/>
                </a:lnTo>
                <a:lnTo>
                  <a:pt x="336" y="291"/>
                </a:lnTo>
                <a:lnTo>
                  <a:pt x="335" y="294"/>
                </a:lnTo>
                <a:lnTo>
                  <a:pt x="333" y="295"/>
                </a:lnTo>
                <a:lnTo>
                  <a:pt x="332" y="296"/>
                </a:lnTo>
                <a:lnTo>
                  <a:pt x="331" y="298"/>
                </a:lnTo>
                <a:lnTo>
                  <a:pt x="329" y="299"/>
                </a:lnTo>
                <a:lnTo>
                  <a:pt x="326" y="300"/>
                </a:lnTo>
                <a:lnTo>
                  <a:pt x="324" y="303"/>
                </a:lnTo>
                <a:lnTo>
                  <a:pt x="321" y="307"/>
                </a:lnTo>
                <a:lnTo>
                  <a:pt x="319" y="314"/>
                </a:lnTo>
                <a:lnTo>
                  <a:pt x="316" y="322"/>
                </a:lnTo>
                <a:lnTo>
                  <a:pt x="314" y="326"/>
                </a:lnTo>
                <a:lnTo>
                  <a:pt x="323" y="331"/>
                </a:lnTo>
                <a:lnTo>
                  <a:pt x="332" y="336"/>
                </a:lnTo>
                <a:lnTo>
                  <a:pt x="336" y="337"/>
                </a:lnTo>
                <a:lnTo>
                  <a:pt x="340" y="340"/>
                </a:lnTo>
                <a:lnTo>
                  <a:pt x="343" y="343"/>
                </a:lnTo>
                <a:lnTo>
                  <a:pt x="347" y="346"/>
                </a:lnTo>
                <a:lnTo>
                  <a:pt x="350" y="349"/>
                </a:lnTo>
                <a:lnTo>
                  <a:pt x="352" y="352"/>
                </a:lnTo>
                <a:lnTo>
                  <a:pt x="355" y="356"/>
                </a:lnTo>
                <a:lnTo>
                  <a:pt x="356" y="361"/>
                </a:lnTo>
                <a:lnTo>
                  <a:pt x="358" y="365"/>
                </a:lnTo>
                <a:lnTo>
                  <a:pt x="360" y="371"/>
                </a:lnTo>
                <a:lnTo>
                  <a:pt x="360" y="376"/>
                </a:lnTo>
                <a:lnTo>
                  <a:pt x="360" y="383"/>
                </a:lnTo>
                <a:lnTo>
                  <a:pt x="358" y="384"/>
                </a:lnTo>
                <a:lnTo>
                  <a:pt x="356" y="387"/>
                </a:lnTo>
                <a:lnTo>
                  <a:pt x="354" y="389"/>
                </a:lnTo>
                <a:lnTo>
                  <a:pt x="352" y="391"/>
                </a:lnTo>
                <a:lnTo>
                  <a:pt x="350" y="396"/>
                </a:lnTo>
                <a:lnTo>
                  <a:pt x="346" y="400"/>
                </a:lnTo>
                <a:lnTo>
                  <a:pt x="342" y="401"/>
                </a:lnTo>
                <a:lnTo>
                  <a:pt x="337" y="402"/>
                </a:lnTo>
                <a:lnTo>
                  <a:pt x="334" y="407"/>
                </a:lnTo>
                <a:lnTo>
                  <a:pt x="330" y="412"/>
                </a:lnTo>
                <a:lnTo>
                  <a:pt x="328" y="412"/>
                </a:lnTo>
                <a:lnTo>
                  <a:pt x="326" y="413"/>
                </a:lnTo>
                <a:lnTo>
                  <a:pt x="324" y="414"/>
                </a:lnTo>
                <a:lnTo>
                  <a:pt x="322" y="415"/>
                </a:lnTo>
                <a:lnTo>
                  <a:pt x="317" y="416"/>
                </a:lnTo>
                <a:lnTo>
                  <a:pt x="313" y="418"/>
                </a:lnTo>
                <a:lnTo>
                  <a:pt x="309" y="423"/>
                </a:lnTo>
                <a:lnTo>
                  <a:pt x="306" y="428"/>
                </a:lnTo>
                <a:lnTo>
                  <a:pt x="300" y="430"/>
                </a:lnTo>
                <a:lnTo>
                  <a:pt x="296" y="433"/>
                </a:lnTo>
                <a:lnTo>
                  <a:pt x="292" y="434"/>
                </a:lnTo>
                <a:lnTo>
                  <a:pt x="291" y="436"/>
                </a:lnTo>
                <a:lnTo>
                  <a:pt x="288" y="437"/>
                </a:lnTo>
                <a:lnTo>
                  <a:pt x="286" y="439"/>
                </a:lnTo>
                <a:lnTo>
                  <a:pt x="283" y="442"/>
                </a:lnTo>
                <a:lnTo>
                  <a:pt x="280" y="446"/>
                </a:lnTo>
                <a:lnTo>
                  <a:pt x="279" y="448"/>
                </a:lnTo>
                <a:lnTo>
                  <a:pt x="277" y="450"/>
                </a:lnTo>
                <a:lnTo>
                  <a:pt x="276" y="452"/>
                </a:lnTo>
                <a:lnTo>
                  <a:pt x="274" y="452"/>
                </a:lnTo>
                <a:lnTo>
                  <a:pt x="272" y="453"/>
                </a:lnTo>
                <a:lnTo>
                  <a:pt x="268" y="453"/>
                </a:lnTo>
                <a:lnTo>
                  <a:pt x="266" y="456"/>
                </a:lnTo>
                <a:lnTo>
                  <a:pt x="263" y="460"/>
                </a:lnTo>
                <a:lnTo>
                  <a:pt x="262" y="462"/>
                </a:lnTo>
                <a:lnTo>
                  <a:pt x="261" y="464"/>
                </a:lnTo>
                <a:lnTo>
                  <a:pt x="259" y="465"/>
                </a:lnTo>
                <a:lnTo>
                  <a:pt x="258" y="467"/>
                </a:lnTo>
                <a:lnTo>
                  <a:pt x="254" y="468"/>
                </a:lnTo>
                <a:lnTo>
                  <a:pt x="251" y="469"/>
                </a:lnTo>
                <a:lnTo>
                  <a:pt x="250" y="470"/>
                </a:lnTo>
                <a:lnTo>
                  <a:pt x="248" y="472"/>
                </a:lnTo>
                <a:lnTo>
                  <a:pt x="247" y="475"/>
                </a:lnTo>
                <a:lnTo>
                  <a:pt x="244" y="476"/>
                </a:lnTo>
                <a:lnTo>
                  <a:pt x="243" y="478"/>
                </a:lnTo>
                <a:lnTo>
                  <a:pt x="240" y="480"/>
                </a:lnTo>
                <a:lnTo>
                  <a:pt x="235" y="482"/>
                </a:lnTo>
                <a:lnTo>
                  <a:pt x="231" y="484"/>
                </a:lnTo>
                <a:lnTo>
                  <a:pt x="229" y="486"/>
                </a:lnTo>
                <a:lnTo>
                  <a:pt x="227" y="488"/>
                </a:lnTo>
                <a:lnTo>
                  <a:pt x="225" y="489"/>
                </a:lnTo>
                <a:lnTo>
                  <a:pt x="223" y="492"/>
                </a:lnTo>
                <a:lnTo>
                  <a:pt x="222" y="494"/>
                </a:lnTo>
                <a:lnTo>
                  <a:pt x="221" y="496"/>
                </a:lnTo>
                <a:lnTo>
                  <a:pt x="221" y="500"/>
                </a:lnTo>
                <a:lnTo>
                  <a:pt x="221" y="504"/>
                </a:lnTo>
                <a:lnTo>
                  <a:pt x="222" y="504"/>
                </a:lnTo>
                <a:lnTo>
                  <a:pt x="224" y="504"/>
                </a:lnTo>
                <a:lnTo>
                  <a:pt x="225" y="504"/>
                </a:lnTo>
                <a:lnTo>
                  <a:pt x="227" y="504"/>
                </a:lnTo>
                <a:lnTo>
                  <a:pt x="229" y="504"/>
                </a:lnTo>
                <a:lnTo>
                  <a:pt x="232" y="504"/>
                </a:lnTo>
                <a:lnTo>
                  <a:pt x="239" y="502"/>
                </a:lnTo>
                <a:lnTo>
                  <a:pt x="246" y="500"/>
                </a:lnTo>
                <a:lnTo>
                  <a:pt x="259" y="494"/>
                </a:lnTo>
                <a:lnTo>
                  <a:pt x="267" y="490"/>
                </a:lnTo>
                <a:lnTo>
                  <a:pt x="272" y="489"/>
                </a:lnTo>
                <a:lnTo>
                  <a:pt x="276" y="488"/>
                </a:lnTo>
                <a:lnTo>
                  <a:pt x="280" y="488"/>
                </a:lnTo>
                <a:lnTo>
                  <a:pt x="284" y="488"/>
                </a:lnTo>
                <a:lnTo>
                  <a:pt x="287" y="487"/>
                </a:lnTo>
                <a:lnTo>
                  <a:pt x="290" y="485"/>
                </a:lnTo>
                <a:lnTo>
                  <a:pt x="292" y="485"/>
                </a:lnTo>
                <a:lnTo>
                  <a:pt x="296" y="484"/>
                </a:lnTo>
                <a:lnTo>
                  <a:pt x="298" y="484"/>
                </a:lnTo>
                <a:lnTo>
                  <a:pt x="301" y="484"/>
                </a:lnTo>
                <a:lnTo>
                  <a:pt x="304" y="484"/>
                </a:lnTo>
                <a:lnTo>
                  <a:pt x="306" y="484"/>
                </a:lnTo>
                <a:lnTo>
                  <a:pt x="308" y="485"/>
                </a:lnTo>
                <a:lnTo>
                  <a:pt x="311" y="485"/>
                </a:lnTo>
                <a:lnTo>
                  <a:pt x="313" y="486"/>
                </a:lnTo>
                <a:lnTo>
                  <a:pt x="315" y="487"/>
                </a:lnTo>
                <a:lnTo>
                  <a:pt x="320" y="489"/>
                </a:lnTo>
                <a:lnTo>
                  <a:pt x="323" y="492"/>
                </a:lnTo>
                <a:lnTo>
                  <a:pt x="327" y="495"/>
                </a:lnTo>
                <a:lnTo>
                  <a:pt x="330" y="499"/>
                </a:lnTo>
                <a:lnTo>
                  <a:pt x="332" y="502"/>
                </a:lnTo>
                <a:lnTo>
                  <a:pt x="335" y="506"/>
                </a:lnTo>
                <a:lnTo>
                  <a:pt x="337" y="511"/>
                </a:lnTo>
                <a:lnTo>
                  <a:pt x="339" y="515"/>
                </a:lnTo>
                <a:lnTo>
                  <a:pt x="340" y="520"/>
                </a:lnTo>
                <a:lnTo>
                  <a:pt x="342" y="524"/>
                </a:lnTo>
                <a:lnTo>
                  <a:pt x="338" y="528"/>
                </a:lnTo>
                <a:lnTo>
                  <a:pt x="335" y="532"/>
                </a:lnTo>
                <a:lnTo>
                  <a:pt x="332" y="532"/>
                </a:lnTo>
                <a:lnTo>
                  <a:pt x="328" y="532"/>
                </a:lnTo>
                <a:lnTo>
                  <a:pt x="326" y="532"/>
                </a:lnTo>
                <a:lnTo>
                  <a:pt x="323" y="532"/>
                </a:lnTo>
                <a:lnTo>
                  <a:pt x="319" y="533"/>
                </a:lnTo>
                <a:lnTo>
                  <a:pt x="315" y="536"/>
                </a:lnTo>
                <a:lnTo>
                  <a:pt x="311" y="539"/>
                </a:lnTo>
                <a:lnTo>
                  <a:pt x="307" y="541"/>
                </a:lnTo>
                <a:lnTo>
                  <a:pt x="304" y="541"/>
                </a:lnTo>
                <a:lnTo>
                  <a:pt x="302" y="541"/>
                </a:lnTo>
                <a:lnTo>
                  <a:pt x="300" y="542"/>
                </a:lnTo>
                <a:lnTo>
                  <a:pt x="297" y="542"/>
                </a:lnTo>
                <a:lnTo>
                  <a:pt x="296" y="542"/>
                </a:lnTo>
                <a:lnTo>
                  <a:pt x="293" y="542"/>
                </a:lnTo>
                <a:lnTo>
                  <a:pt x="292" y="542"/>
                </a:lnTo>
                <a:lnTo>
                  <a:pt x="290" y="543"/>
                </a:lnTo>
                <a:lnTo>
                  <a:pt x="290" y="544"/>
                </a:lnTo>
                <a:lnTo>
                  <a:pt x="290" y="545"/>
                </a:lnTo>
                <a:lnTo>
                  <a:pt x="289" y="546"/>
                </a:lnTo>
                <a:lnTo>
                  <a:pt x="288" y="548"/>
                </a:lnTo>
                <a:lnTo>
                  <a:pt x="285" y="550"/>
                </a:lnTo>
                <a:lnTo>
                  <a:pt x="282" y="553"/>
                </a:lnTo>
                <a:lnTo>
                  <a:pt x="278" y="556"/>
                </a:lnTo>
                <a:lnTo>
                  <a:pt x="274" y="558"/>
                </a:lnTo>
                <a:lnTo>
                  <a:pt x="271" y="559"/>
                </a:lnTo>
                <a:lnTo>
                  <a:pt x="267" y="560"/>
                </a:lnTo>
                <a:lnTo>
                  <a:pt x="267" y="559"/>
                </a:lnTo>
                <a:lnTo>
                  <a:pt x="267" y="558"/>
                </a:lnTo>
                <a:lnTo>
                  <a:pt x="264" y="556"/>
                </a:lnTo>
                <a:lnTo>
                  <a:pt x="261" y="552"/>
                </a:lnTo>
                <a:lnTo>
                  <a:pt x="260" y="551"/>
                </a:lnTo>
                <a:lnTo>
                  <a:pt x="260" y="549"/>
                </a:lnTo>
                <a:lnTo>
                  <a:pt x="260" y="548"/>
                </a:lnTo>
                <a:lnTo>
                  <a:pt x="261" y="546"/>
                </a:lnTo>
                <a:lnTo>
                  <a:pt x="261" y="545"/>
                </a:lnTo>
                <a:lnTo>
                  <a:pt x="261" y="544"/>
                </a:lnTo>
                <a:lnTo>
                  <a:pt x="261" y="542"/>
                </a:lnTo>
                <a:lnTo>
                  <a:pt x="260" y="541"/>
                </a:lnTo>
                <a:lnTo>
                  <a:pt x="255" y="541"/>
                </a:lnTo>
                <a:lnTo>
                  <a:pt x="248" y="541"/>
                </a:lnTo>
                <a:lnTo>
                  <a:pt x="243" y="541"/>
                </a:lnTo>
                <a:lnTo>
                  <a:pt x="237" y="541"/>
                </a:lnTo>
                <a:lnTo>
                  <a:pt x="235" y="543"/>
                </a:lnTo>
                <a:lnTo>
                  <a:pt x="235" y="546"/>
                </a:lnTo>
                <a:lnTo>
                  <a:pt x="235" y="548"/>
                </a:lnTo>
                <a:lnTo>
                  <a:pt x="235" y="551"/>
                </a:lnTo>
                <a:lnTo>
                  <a:pt x="235" y="553"/>
                </a:lnTo>
                <a:lnTo>
                  <a:pt x="235" y="556"/>
                </a:lnTo>
                <a:lnTo>
                  <a:pt x="236" y="561"/>
                </a:lnTo>
                <a:lnTo>
                  <a:pt x="239" y="567"/>
                </a:lnTo>
                <a:lnTo>
                  <a:pt x="243" y="576"/>
                </a:lnTo>
                <a:lnTo>
                  <a:pt x="247" y="586"/>
                </a:lnTo>
                <a:lnTo>
                  <a:pt x="247" y="589"/>
                </a:lnTo>
                <a:lnTo>
                  <a:pt x="248" y="593"/>
                </a:lnTo>
                <a:lnTo>
                  <a:pt x="248" y="596"/>
                </a:lnTo>
                <a:lnTo>
                  <a:pt x="248" y="600"/>
                </a:lnTo>
                <a:lnTo>
                  <a:pt x="248" y="603"/>
                </a:lnTo>
                <a:lnTo>
                  <a:pt x="249" y="606"/>
                </a:lnTo>
                <a:lnTo>
                  <a:pt x="250" y="609"/>
                </a:lnTo>
                <a:lnTo>
                  <a:pt x="251" y="613"/>
                </a:lnTo>
                <a:lnTo>
                  <a:pt x="253" y="616"/>
                </a:lnTo>
                <a:lnTo>
                  <a:pt x="255" y="618"/>
                </a:lnTo>
                <a:lnTo>
                  <a:pt x="256" y="620"/>
                </a:lnTo>
                <a:lnTo>
                  <a:pt x="257" y="622"/>
                </a:lnTo>
                <a:lnTo>
                  <a:pt x="257" y="624"/>
                </a:lnTo>
                <a:lnTo>
                  <a:pt x="257" y="625"/>
                </a:lnTo>
                <a:lnTo>
                  <a:pt x="257" y="628"/>
                </a:lnTo>
                <a:lnTo>
                  <a:pt x="257" y="629"/>
                </a:lnTo>
                <a:lnTo>
                  <a:pt x="257" y="632"/>
                </a:lnTo>
                <a:lnTo>
                  <a:pt x="258" y="634"/>
                </a:lnTo>
                <a:lnTo>
                  <a:pt x="261" y="639"/>
                </a:lnTo>
                <a:lnTo>
                  <a:pt x="263" y="643"/>
                </a:lnTo>
                <a:lnTo>
                  <a:pt x="265" y="645"/>
                </a:lnTo>
                <a:lnTo>
                  <a:pt x="265" y="648"/>
                </a:lnTo>
                <a:lnTo>
                  <a:pt x="266" y="652"/>
                </a:lnTo>
                <a:lnTo>
                  <a:pt x="266" y="657"/>
                </a:lnTo>
                <a:lnTo>
                  <a:pt x="266" y="668"/>
                </a:lnTo>
                <a:lnTo>
                  <a:pt x="265" y="679"/>
                </a:lnTo>
                <a:lnTo>
                  <a:pt x="263" y="691"/>
                </a:lnTo>
                <a:lnTo>
                  <a:pt x="263" y="700"/>
                </a:lnTo>
                <a:lnTo>
                  <a:pt x="261" y="708"/>
                </a:lnTo>
                <a:lnTo>
                  <a:pt x="260" y="713"/>
                </a:lnTo>
                <a:lnTo>
                  <a:pt x="259" y="716"/>
                </a:lnTo>
                <a:lnTo>
                  <a:pt x="259" y="720"/>
                </a:lnTo>
                <a:lnTo>
                  <a:pt x="259" y="723"/>
                </a:lnTo>
                <a:lnTo>
                  <a:pt x="259" y="727"/>
                </a:lnTo>
                <a:lnTo>
                  <a:pt x="258" y="732"/>
                </a:lnTo>
                <a:lnTo>
                  <a:pt x="258" y="739"/>
                </a:lnTo>
                <a:lnTo>
                  <a:pt x="258" y="741"/>
                </a:lnTo>
                <a:lnTo>
                  <a:pt x="257" y="744"/>
                </a:lnTo>
                <a:lnTo>
                  <a:pt x="257" y="747"/>
                </a:lnTo>
                <a:lnTo>
                  <a:pt x="256" y="749"/>
                </a:lnTo>
                <a:lnTo>
                  <a:pt x="255" y="752"/>
                </a:lnTo>
                <a:lnTo>
                  <a:pt x="254" y="754"/>
                </a:lnTo>
                <a:lnTo>
                  <a:pt x="251" y="756"/>
                </a:lnTo>
                <a:lnTo>
                  <a:pt x="249" y="758"/>
                </a:lnTo>
                <a:lnTo>
                  <a:pt x="247" y="760"/>
                </a:lnTo>
                <a:lnTo>
                  <a:pt x="245" y="760"/>
                </a:lnTo>
                <a:lnTo>
                  <a:pt x="243" y="762"/>
                </a:lnTo>
                <a:lnTo>
                  <a:pt x="239" y="763"/>
                </a:lnTo>
                <a:lnTo>
                  <a:pt x="236" y="764"/>
                </a:lnTo>
                <a:lnTo>
                  <a:pt x="233" y="764"/>
                </a:lnTo>
                <a:lnTo>
                  <a:pt x="230" y="764"/>
                </a:lnTo>
                <a:lnTo>
                  <a:pt x="226" y="764"/>
                </a:lnTo>
                <a:lnTo>
                  <a:pt x="223" y="763"/>
                </a:lnTo>
                <a:lnTo>
                  <a:pt x="219" y="763"/>
                </a:lnTo>
                <a:lnTo>
                  <a:pt x="216" y="762"/>
                </a:lnTo>
                <a:lnTo>
                  <a:pt x="213" y="761"/>
                </a:lnTo>
                <a:lnTo>
                  <a:pt x="210" y="760"/>
                </a:lnTo>
                <a:lnTo>
                  <a:pt x="207" y="760"/>
                </a:lnTo>
                <a:lnTo>
                  <a:pt x="205" y="758"/>
                </a:lnTo>
                <a:lnTo>
                  <a:pt x="203" y="757"/>
                </a:lnTo>
                <a:lnTo>
                  <a:pt x="201" y="756"/>
                </a:lnTo>
                <a:lnTo>
                  <a:pt x="200" y="754"/>
                </a:lnTo>
                <a:lnTo>
                  <a:pt x="199" y="752"/>
                </a:lnTo>
                <a:lnTo>
                  <a:pt x="197" y="751"/>
                </a:lnTo>
                <a:lnTo>
                  <a:pt x="196" y="749"/>
                </a:lnTo>
                <a:lnTo>
                  <a:pt x="195" y="748"/>
                </a:lnTo>
                <a:lnTo>
                  <a:pt x="193" y="746"/>
                </a:lnTo>
                <a:lnTo>
                  <a:pt x="191" y="745"/>
                </a:lnTo>
                <a:lnTo>
                  <a:pt x="187" y="744"/>
                </a:lnTo>
                <a:lnTo>
                  <a:pt x="182" y="742"/>
                </a:lnTo>
                <a:lnTo>
                  <a:pt x="177" y="740"/>
                </a:lnTo>
                <a:lnTo>
                  <a:pt x="172" y="740"/>
                </a:lnTo>
                <a:lnTo>
                  <a:pt x="168" y="738"/>
                </a:lnTo>
                <a:lnTo>
                  <a:pt x="163" y="736"/>
                </a:lnTo>
                <a:lnTo>
                  <a:pt x="162" y="736"/>
                </a:lnTo>
                <a:lnTo>
                  <a:pt x="159" y="734"/>
                </a:lnTo>
                <a:lnTo>
                  <a:pt x="158" y="733"/>
                </a:lnTo>
                <a:lnTo>
                  <a:pt x="156" y="732"/>
                </a:lnTo>
                <a:lnTo>
                  <a:pt x="151" y="728"/>
                </a:lnTo>
                <a:lnTo>
                  <a:pt x="146" y="724"/>
                </a:lnTo>
                <a:lnTo>
                  <a:pt x="144" y="723"/>
                </a:lnTo>
                <a:lnTo>
                  <a:pt x="143" y="721"/>
                </a:lnTo>
                <a:lnTo>
                  <a:pt x="143" y="720"/>
                </a:lnTo>
                <a:lnTo>
                  <a:pt x="142" y="719"/>
                </a:lnTo>
                <a:lnTo>
                  <a:pt x="142" y="717"/>
                </a:lnTo>
                <a:lnTo>
                  <a:pt x="142" y="716"/>
                </a:lnTo>
                <a:lnTo>
                  <a:pt x="143" y="716"/>
                </a:lnTo>
                <a:lnTo>
                  <a:pt x="144" y="714"/>
                </a:lnTo>
                <a:lnTo>
                  <a:pt x="145" y="713"/>
                </a:lnTo>
                <a:lnTo>
                  <a:pt x="147" y="712"/>
                </a:lnTo>
                <a:lnTo>
                  <a:pt x="149" y="712"/>
                </a:lnTo>
                <a:lnTo>
                  <a:pt x="151" y="711"/>
                </a:lnTo>
                <a:lnTo>
                  <a:pt x="159" y="709"/>
                </a:lnTo>
                <a:lnTo>
                  <a:pt x="166" y="708"/>
                </a:lnTo>
                <a:lnTo>
                  <a:pt x="179" y="706"/>
                </a:lnTo>
                <a:lnTo>
                  <a:pt x="188" y="705"/>
                </a:lnTo>
                <a:lnTo>
                  <a:pt x="191" y="705"/>
                </a:lnTo>
                <a:lnTo>
                  <a:pt x="195" y="705"/>
                </a:lnTo>
                <a:lnTo>
                  <a:pt x="199" y="705"/>
                </a:lnTo>
                <a:lnTo>
                  <a:pt x="202" y="705"/>
                </a:lnTo>
                <a:lnTo>
                  <a:pt x="203" y="704"/>
                </a:lnTo>
                <a:lnTo>
                  <a:pt x="206" y="702"/>
                </a:lnTo>
                <a:lnTo>
                  <a:pt x="207" y="700"/>
                </a:lnTo>
                <a:lnTo>
                  <a:pt x="210" y="697"/>
                </a:lnTo>
                <a:lnTo>
                  <a:pt x="212" y="695"/>
                </a:lnTo>
                <a:lnTo>
                  <a:pt x="214" y="693"/>
                </a:lnTo>
                <a:lnTo>
                  <a:pt x="215" y="692"/>
                </a:lnTo>
                <a:lnTo>
                  <a:pt x="217" y="692"/>
                </a:lnTo>
                <a:lnTo>
                  <a:pt x="217" y="688"/>
                </a:lnTo>
                <a:lnTo>
                  <a:pt x="217" y="684"/>
                </a:lnTo>
                <a:lnTo>
                  <a:pt x="218" y="679"/>
                </a:lnTo>
                <a:lnTo>
                  <a:pt x="219" y="675"/>
                </a:lnTo>
                <a:lnTo>
                  <a:pt x="221" y="665"/>
                </a:lnTo>
                <a:lnTo>
                  <a:pt x="223" y="657"/>
                </a:lnTo>
                <a:lnTo>
                  <a:pt x="223" y="655"/>
                </a:lnTo>
                <a:lnTo>
                  <a:pt x="224" y="653"/>
                </a:lnTo>
                <a:lnTo>
                  <a:pt x="224" y="652"/>
                </a:lnTo>
                <a:lnTo>
                  <a:pt x="224" y="649"/>
                </a:lnTo>
                <a:lnTo>
                  <a:pt x="223" y="647"/>
                </a:lnTo>
                <a:lnTo>
                  <a:pt x="222" y="644"/>
                </a:lnTo>
                <a:lnTo>
                  <a:pt x="219" y="638"/>
                </a:lnTo>
                <a:lnTo>
                  <a:pt x="217" y="634"/>
                </a:lnTo>
                <a:lnTo>
                  <a:pt x="217" y="628"/>
                </a:lnTo>
                <a:lnTo>
                  <a:pt x="217" y="622"/>
                </a:lnTo>
                <a:lnTo>
                  <a:pt x="217" y="616"/>
                </a:lnTo>
                <a:lnTo>
                  <a:pt x="217" y="611"/>
                </a:lnTo>
                <a:lnTo>
                  <a:pt x="214" y="602"/>
                </a:lnTo>
                <a:lnTo>
                  <a:pt x="211" y="592"/>
                </a:lnTo>
                <a:lnTo>
                  <a:pt x="211" y="587"/>
                </a:lnTo>
                <a:lnTo>
                  <a:pt x="209" y="582"/>
                </a:lnTo>
                <a:lnTo>
                  <a:pt x="208" y="578"/>
                </a:lnTo>
                <a:lnTo>
                  <a:pt x="207" y="574"/>
                </a:lnTo>
                <a:lnTo>
                  <a:pt x="201" y="573"/>
                </a:lnTo>
                <a:lnTo>
                  <a:pt x="196" y="573"/>
                </a:lnTo>
                <a:lnTo>
                  <a:pt x="191" y="574"/>
                </a:lnTo>
                <a:lnTo>
                  <a:pt x="186" y="575"/>
                </a:lnTo>
                <a:lnTo>
                  <a:pt x="181" y="576"/>
                </a:lnTo>
                <a:lnTo>
                  <a:pt x="178" y="576"/>
                </a:lnTo>
                <a:lnTo>
                  <a:pt x="174" y="578"/>
                </a:lnTo>
                <a:lnTo>
                  <a:pt x="170" y="580"/>
                </a:lnTo>
                <a:lnTo>
                  <a:pt x="163" y="584"/>
                </a:lnTo>
                <a:lnTo>
                  <a:pt x="155" y="589"/>
                </a:lnTo>
                <a:lnTo>
                  <a:pt x="149" y="594"/>
                </a:lnTo>
                <a:lnTo>
                  <a:pt x="143" y="599"/>
                </a:lnTo>
                <a:lnTo>
                  <a:pt x="140" y="600"/>
                </a:lnTo>
                <a:lnTo>
                  <a:pt x="138" y="600"/>
                </a:lnTo>
                <a:lnTo>
                  <a:pt x="135" y="601"/>
                </a:lnTo>
                <a:lnTo>
                  <a:pt x="133" y="602"/>
                </a:lnTo>
                <a:lnTo>
                  <a:pt x="131" y="602"/>
                </a:lnTo>
                <a:lnTo>
                  <a:pt x="128" y="603"/>
                </a:lnTo>
                <a:lnTo>
                  <a:pt x="126" y="604"/>
                </a:lnTo>
                <a:lnTo>
                  <a:pt x="123" y="605"/>
                </a:lnTo>
                <a:lnTo>
                  <a:pt x="119" y="609"/>
                </a:lnTo>
                <a:lnTo>
                  <a:pt x="115" y="612"/>
                </a:lnTo>
                <a:lnTo>
                  <a:pt x="108" y="616"/>
                </a:lnTo>
                <a:lnTo>
                  <a:pt x="102" y="620"/>
                </a:lnTo>
                <a:lnTo>
                  <a:pt x="95" y="624"/>
                </a:lnTo>
                <a:lnTo>
                  <a:pt x="87" y="628"/>
                </a:lnTo>
                <a:lnTo>
                  <a:pt x="79" y="631"/>
                </a:lnTo>
                <a:lnTo>
                  <a:pt x="71" y="634"/>
                </a:lnTo>
                <a:lnTo>
                  <a:pt x="62" y="637"/>
                </a:lnTo>
                <a:lnTo>
                  <a:pt x="54" y="640"/>
                </a:lnTo>
                <a:lnTo>
                  <a:pt x="45" y="641"/>
                </a:lnTo>
                <a:lnTo>
                  <a:pt x="36" y="642"/>
                </a:lnTo>
                <a:lnTo>
                  <a:pt x="32" y="643"/>
                </a:lnTo>
                <a:lnTo>
                  <a:pt x="28" y="643"/>
                </a:lnTo>
                <a:lnTo>
                  <a:pt x="24" y="643"/>
                </a:lnTo>
                <a:lnTo>
                  <a:pt x="20" y="643"/>
                </a:lnTo>
                <a:lnTo>
                  <a:pt x="16" y="642"/>
                </a:lnTo>
                <a:lnTo>
                  <a:pt x="13" y="641"/>
                </a:lnTo>
                <a:lnTo>
                  <a:pt x="9" y="641"/>
                </a:lnTo>
                <a:lnTo>
                  <a:pt x="5" y="640"/>
                </a:lnTo>
                <a:lnTo>
                  <a:pt x="3" y="636"/>
                </a:lnTo>
                <a:lnTo>
                  <a:pt x="3" y="633"/>
                </a:lnTo>
                <a:lnTo>
                  <a:pt x="2" y="632"/>
                </a:lnTo>
                <a:lnTo>
                  <a:pt x="1" y="629"/>
                </a:lnTo>
                <a:lnTo>
                  <a:pt x="1" y="628"/>
                </a:lnTo>
                <a:lnTo>
                  <a:pt x="0" y="625"/>
                </a:lnTo>
                <a:lnTo>
                  <a:pt x="3" y="622"/>
                </a:lnTo>
                <a:lnTo>
                  <a:pt x="5" y="618"/>
                </a:lnTo>
                <a:lnTo>
                  <a:pt x="7" y="615"/>
                </a:lnTo>
                <a:lnTo>
                  <a:pt x="10" y="611"/>
                </a:lnTo>
                <a:lnTo>
                  <a:pt x="15" y="610"/>
                </a:lnTo>
                <a:lnTo>
                  <a:pt x="21" y="608"/>
                </a:lnTo>
                <a:lnTo>
                  <a:pt x="27" y="606"/>
                </a:lnTo>
                <a:lnTo>
                  <a:pt x="32" y="603"/>
                </a:lnTo>
                <a:lnTo>
                  <a:pt x="37" y="600"/>
                </a:lnTo>
                <a:lnTo>
                  <a:pt x="42" y="597"/>
                </a:lnTo>
                <a:lnTo>
                  <a:pt x="47" y="595"/>
                </a:lnTo>
                <a:lnTo>
                  <a:pt x="51" y="592"/>
                </a:lnTo>
                <a:lnTo>
                  <a:pt x="53" y="591"/>
                </a:lnTo>
                <a:lnTo>
                  <a:pt x="55" y="590"/>
                </a:lnTo>
                <a:lnTo>
                  <a:pt x="57" y="589"/>
                </a:lnTo>
                <a:lnTo>
                  <a:pt x="59" y="589"/>
                </a:lnTo>
                <a:lnTo>
                  <a:pt x="62" y="589"/>
                </a:lnTo>
                <a:lnTo>
                  <a:pt x="64" y="589"/>
                </a:lnTo>
                <a:lnTo>
                  <a:pt x="67" y="588"/>
                </a:lnTo>
                <a:lnTo>
                  <a:pt x="68" y="588"/>
                </a:lnTo>
                <a:lnTo>
                  <a:pt x="73" y="584"/>
                </a:lnTo>
                <a:lnTo>
                  <a:pt x="78" y="579"/>
                </a:lnTo>
                <a:lnTo>
                  <a:pt x="83" y="575"/>
                </a:lnTo>
                <a:lnTo>
                  <a:pt x="87" y="572"/>
                </a:lnTo>
                <a:lnTo>
                  <a:pt x="93" y="568"/>
                </a:lnTo>
                <a:lnTo>
                  <a:pt x="99" y="566"/>
                </a:lnTo>
                <a:lnTo>
                  <a:pt x="105" y="564"/>
                </a:lnTo>
                <a:lnTo>
                  <a:pt x="111" y="561"/>
                </a:lnTo>
                <a:lnTo>
                  <a:pt x="117" y="560"/>
                </a:lnTo>
                <a:lnTo>
                  <a:pt x="123" y="557"/>
                </a:lnTo>
                <a:lnTo>
                  <a:pt x="129" y="555"/>
                </a:lnTo>
                <a:lnTo>
                  <a:pt x="135" y="552"/>
                </a:lnTo>
                <a:lnTo>
                  <a:pt x="136" y="550"/>
                </a:lnTo>
                <a:lnTo>
                  <a:pt x="138" y="548"/>
                </a:lnTo>
                <a:lnTo>
                  <a:pt x="139" y="547"/>
                </a:lnTo>
                <a:lnTo>
                  <a:pt x="141" y="545"/>
                </a:lnTo>
                <a:lnTo>
                  <a:pt x="143" y="541"/>
                </a:lnTo>
                <a:lnTo>
                  <a:pt x="147" y="539"/>
                </a:lnTo>
                <a:lnTo>
                  <a:pt x="151" y="536"/>
                </a:lnTo>
                <a:lnTo>
                  <a:pt x="156" y="534"/>
                </a:lnTo>
                <a:lnTo>
                  <a:pt x="163" y="532"/>
                </a:lnTo>
                <a:lnTo>
                  <a:pt x="170" y="529"/>
                </a:lnTo>
                <a:lnTo>
                  <a:pt x="176" y="526"/>
                </a:lnTo>
                <a:lnTo>
                  <a:pt x="183" y="524"/>
                </a:lnTo>
                <a:lnTo>
                  <a:pt x="185" y="523"/>
                </a:lnTo>
                <a:lnTo>
                  <a:pt x="187" y="521"/>
                </a:lnTo>
                <a:lnTo>
                  <a:pt x="189" y="520"/>
                </a:lnTo>
                <a:lnTo>
                  <a:pt x="191" y="518"/>
                </a:lnTo>
                <a:lnTo>
                  <a:pt x="191" y="516"/>
                </a:lnTo>
                <a:lnTo>
                  <a:pt x="191" y="514"/>
                </a:lnTo>
                <a:lnTo>
                  <a:pt x="191" y="512"/>
                </a:lnTo>
                <a:lnTo>
                  <a:pt x="191" y="509"/>
                </a:lnTo>
                <a:lnTo>
                  <a:pt x="192" y="507"/>
                </a:lnTo>
                <a:lnTo>
                  <a:pt x="192" y="504"/>
                </a:lnTo>
                <a:lnTo>
                  <a:pt x="192" y="502"/>
                </a:lnTo>
                <a:lnTo>
                  <a:pt x="193" y="500"/>
                </a:lnTo>
                <a:lnTo>
                  <a:pt x="194" y="498"/>
                </a:lnTo>
                <a:lnTo>
                  <a:pt x="195" y="496"/>
                </a:lnTo>
                <a:lnTo>
                  <a:pt x="196" y="496"/>
                </a:lnTo>
                <a:lnTo>
                  <a:pt x="197" y="494"/>
                </a:lnTo>
                <a:lnTo>
                  <a:pt x="199" y="492"/>
                </a:lnTo>
                <a:lnTo>
                  <a:pt x="203" y="490"/>
                </a:lnTo>
                <a:lnTo>
                  <a:pt x="206" y="488"/>
                </a:lnTo>
                <a:lnTo>
                  <a:pt x="208" y="487"/>
                </a:lnTo>
                <a:lnTo>
                  <a:pt x="211" y="484"/>
                </a:lnTo>
                <a:lnTo>
                  <a:pt x="213" y="483"/>
                </a:lnTo>
                <a:lnTo>
                  <a:pt x="218" y="476"/>
                </a:lnTo>
                <a:lnTo>
                  <a:pt x="222" y="469"/>
                </a:lnTo>
                <a:lnTo>
                  <a:pt x="226" y="464"/>
                </a:lnTo>
                <a:lnTo>
                  <a:pt x="231" y="457"/>
                </a:lnTo>
                <a:lnTo>
                  <a:pt x="234" y="454"/>
                </a:lnTo>
                <a:lnTo>
                  <a:pt x="236" y="452"/>
                </a:lnTo>
                <a:lnTo>
                  <a:pt x="239" y="449"/>
                </a:lnTo>
                <a:lnTo>
                  <a:pt x="243" y="447"/>
                </a:lnTo>
                <a:lnTo>
                  <a:pt x="249" y="442"/>
                </a:lnTo>
                <a:lnTo>
                  <a:pt x="255" y="437"/>
                </a:lnTo>
                <a:lnTo>
                  <a:pt x="262" y="432"/>
                </a:lnTo>
                <a:lnTo>
                  <a:pt x="267" y="426"/>
                </a:lnTo>
                <a:lnTo>
                  <a:pt x="270" y="424"/>
                </a:lnTo>
                <a:lnTo>
                  <a:pt x="272" y="420"/>
                </a:lnTo>
                <a:lnTo>
                  <a:pt x="275" y="417"/>
                </a:lnTo>
                <a:lnTo>
                  <a:pt x="276" y="413"/>
                </a:lnTo>
                <a:lnTo>
                  <a:pt x="276" y="408"/>
                </a:lnTo>
                <a:lnTo>
                  <a:pt x="276" y="404"/>
                </a:lnTo>
                <a:lnTo>
                  <a:pt x="272" y="403"/>
                </a:lnTo>
                <a:lnTo>
                  <a:pt x="267" y="402"/>
                </a:lnTo>
                <a:lnTo>
                  <a:pt x="263" y="402"/>
                </a:lnTo>
                <a:lnTo>
                  <a:pt x="256" y="402"/>
                </a:lnTo>
                <a:lnTo>
                  <a:pt x="256" y="402"/>
                </a:lnTo>
                <a:lnTo>
                  <a:pt x="255" y="402"/>
                </a:lnTo>
                <a:lnTo>
                  <a:pt x="253" y="405"/>
                </a:lnTo>
                <a:lnTo>
                  <a:pt x="250" y="408"/>
                </a:lnTo>
                <a:lnTo>
                  <a:pt x="247" y="411"/>
                </a:lnTo>
                <a:lnTo>
                  <a:pt x="244" y="413"/>
                </a:lnTo>
                <a:lnTo>
                  <a:pt x="241" y="413"/>
                </a:lnTo>
                <a:lnTo>
                  <a:pt x="238" y="413"/>
                </a:lnTo>
                <a:lnTo>
                  <a:pt x="235" y="413"/>
                </a:lnTo>
                <a:lnTo>
                  <a:pt x="231" y="413"/>
                </a:lnTo>
                <a:lnTo>
                  <a:pt x="225" y="416"/>
                </a:lnTo>
                <a:lnTo>
                  <a:pt x="218" y="420"/>
                </a:lnTo>
                <a:lnTo>
                  <a:pt x="211" y="424"/>
                </a:lnTo>
                <a:lnTo>
                  <a:pt x="205" y="428"/>
                </a:lnTo>
                <a:lnTo>
                  <a:pt x="203" y="428"/>
                </a:lnTo>
                <a:lnTo>
                  <a:pt x="200" y="428"/>
                </a:lnTo>
                <a:lnTo>
                  <a:pt x="198" y="429"/>
                </a:lnTo>
                <a:lnTo>
                  <a:pt x="196" y="429"/>
                </a:lnTo>
                <a:lnTo>
                  <a:pt x="194" y="429"/>
                </a:lnTo>
                <a:lnTo>
                  <a:pt x="192" y="430"/>
                </a:lnTo>
                <a:lnTo>
                  <a:pt x="190" y="430"/>
                </a:lnTo>
                <a:lnTo>
                  <a:pt x="188" y="432"/>
                </a:lnTo>
                <a:lnTo>
                  <a:pt x="186" y="434"/>
                </a:lnTo>
                <a:lnTo>
                  <a:pt x="183" y="437"/>
                </a:lnTo>
                <a:lnTo>
                  <a:pt x="181" y="440"/>
                </a:lnTo>
                <a:lnTo>
                  <a:pt x="179" y="443"/>
                </a:lnTo>
                <a:lnTo>
                  <a:pt x="176" y="445"/>
                </a:lnTo>
                <a:lnTo>
                  <a:pt x="174" y="448"/>
                </a:lnTo>
                <a:lnTo>
                  <a:pt x="171" y="451"/>
                </a:lnTo>
                <a:lnTo>
                  <a:pt x="167" y="452"/>
                </a:lnTo>
                <a:lnTo>
                  <a:pt x="163" y="452"/>
                </a:lnTo>
                <a:lnTo>
                  <a:pt x="157" y="452"/>
                </a:lnTo>
                <a:lnTo>
                  <a:pt x="151" y="452"/>
                </a:lnTo>
                <a:lnTo>
                  <a:pt x="147" y="452"/>
                </a:lnTo>
                <a:lnTo>
                  <a:pt x="142" y="454"/>
                </a:lnTo>
                <a:lnTo>
                  <a:pt x="136" y="456"/>
                </a:lnTo>
                <a:lnTo>
                  <a:pt x="133" y="456"/>
                </a:lnTo>
                <a:lnTo>
                  <a:pt x="131" y="456"/>
                </a:lnTo>
                <a:lnTo>
                  <a:pt x="127" y="456"/>
                </a:lnTo>
                <a:lnTo>
                  <a:pt x="125" y="456"/>
                </a:lnTo>
                <a:lnTo>
                  <a:pt x="122" y="456"/>
                </a:lnTo>
                <a:lnTo>
                  <a:pt x="120" y="456"/>
                </a:lnTo>
                <a:lnTo>
                  <a:pt x="118" y="455"/>
                </a:lnTo>
                <a:lnTo>
                  <a:pt x="115" y="453"/>
                </a:lnTo>
                <a:lnTo>
                  <a:pt x="114" y="452"/>
                </a:lnTo>
                <a:lnTo>
                  <a:pt x="113" y="449"/>
                </a:lnTo>
                <a:lnTo>
                  <a:pt x="112" y="447"/>
                </a:lnTo>
                <a:lnTo>
                  <a:pt x="111" y="443"/>
                </a:lnTo>
                <a:lnTo>
                  <a:pt x="122" y="439"/>
                </a:lnTo>
                <a:lnTo>
                  <a:pt x="132" y="435"/>
                </a:lnTo>
                <a:lnTo>
                  <a:pt x="142" y="430"/>
                </a:lnTo>
                <a:lnTo>
                  <a:pt x="151" y="425"/>
                </a:lnTo>
                <a:lnTo>
                  <a:pt x="161" y="420"/>
                </a:lnTo>
                <a:lnTo>
                  <a:pt x="171" y="415"/>
                </a:lnTo>
                <a:lnTo>
                  <a:pt x="179" y="409"/>
                </a:lnTo>
                <a:lnTo>
                  <a:pt x="188" y="404"/>
                </a:lnTo>
                <a:lnTo>
                  <a:pt x="191" y="403"/>
                </a:lnTo>
                <a:lnTo>
                  <a:pt x="192" y="402"/>
                </a:lnTo>
                <a:lnTo>
                  <a:pt x="195" y="402"/>
                </a:lnTo>
                <a:lnTo>
                  <a:pt x="198" y="401"/>
                </a:lnTo>
                <a:lnTo>
                  <a:pt x="200" y="401"/>
                </a:lnTo>
                <a:lnTo>
                  <a:pt x="202" y="400"/>
                </a:lnTo>
                <a:lnTo>
                  <a:pt x="204" y="400"/>
                </a:lnTo>
                <a:lnTo>
                  <a:pt x="207" y="399"/>
                </a:lnTo>
                <a:lnTo>
                  <a:pt x="213" y="395"/>
                </a:lnTo>
                <a:lnTo>
                  <a:pt x="219" y="389"/>
                </a:lnTo>
                <a:lnTo>
                  <a:pt x="222" y="387"/>
                </a:lnTo>
                <a:lnTo>
                  <a:pt x="226" y="384"/>
                </a:lnTo>
                <a:lnTo>
                  <a:pt x="229" y="383"/>
                </a:lnTo>
                <a:lnTo>
                  <a:pt x="232" y="380"/>
                </a:lnTo>
                <a:lnTo>
                  <a:pt x="235" y="380"/>
                </a:lnTo>
                <a:lnTo>
                  <a:pt x="239" y="380"/>
                </a:lnTo>
                <a:lnTo>
                  <a:pt x="241" y="379"/>
                </a:lnTo>
                <a:lnTo>
                  <a:pt x="244" y="378"/>
                </a:lnTo>
                <a:lnTo>
                  <a:pt x="250" y="376"/>
                </a:lnTo>
                <a:lnTo>
                  <a:pt x="255" y="372"/>
                </a:lnTo>
                <a:lnTo>
                  <a:pt x="259" y="368"/>
                </a:lnTo>
                <a:lnTo>
                  <a:pt x="265" y="364"/>
                </a:lnTo>
                <a:lnTo>
                  <a:pt x="267" y="364"/>
                </a:lnTo>
                <a:lnTo>
                  <a:pt x="268" y="363"/>
                </a:lnTo>
                <a:lnTo>
                  <a:pt x="271" y="363"/>
                </a:lnTo>
                <a:lnTo>
                  <a:pt x="273" y="363"/>
                </a:lnTo>
                <a:lnTo>
                  <a:pt x="276" y="362"/>
                </a:lnTo>
                <a:lnTo>
                  <a:pt x="277" y="361"/>
                </a:lnTo>
                <a:lnTo>
                  <a:pt x="280" y="361"/>
                </a:lnTo>
                <a:lnTo>
                  <a:pt x="280" y="360"/>
                </a:lnTo>
                <a:lnTo>
                  <a:pt x="283" y="357"/>
                </a:lnTo>
                <a:lnTo>
                  <a:pt x="284" y="353"/>
                </a:lnTo>
                <a:lnTo>
                  <a:pt x="285" y="349"/>
                </a:lnTo>
                <a:lnTo>
                  <a:pt x="287" y="344"/>
                </a:lnTo>
                <a:lnTo>
                  <a:pt x="288" y="336"/>
                </a:lnTo>
                <a:lnTo>
                  <a:pt x="290" y="328"/>
                </a:lnTo>
                <a:lnTo>
                  <a:pt x="290" y="327"/>
                </a:lnTo>
                <a:lnTo>
                  <a:pt x="290" y="325"/>
                </a:lnTo>
                <a:lnTo>
                  <a:pt x="292" y="324"/>
                </a:lnTo>
                <a:lnTo>
                  <a:pt x="292" y="323"/>
                </a:lnTo>
                <a:lnTo>
                  <a:pt x="293" y="321"/>
                </a:lnTo>
                <a:lnTo>
                  <a:pt x="294" y="320"/>
                </a:lnTo>
                <a:lnTo>
                  <a:pt x="295" y="317"/>
                </a:lnTo>
                <a:lnTo>
                  <a:pt x="296" y="313"/>
                </a:lnTo>
                <a:lnTo>
                  <a:pt x="297" y="310"/>
                </a:lnTo>
                <a:lnTo>
                  <a:pt x="298" y="308"/>
                </a:lnTo>
                <a:lnTo>
                  <a:pt x="300" y="303"/>
                </a:lnTo>
                <a:lnTo>
                  <a:pt x="302" y="301"/>
                </a:lnTo>
                <a:lnTo>
                  <a:pt x="305" y="298"/>
                </a:lnTo>
                <a:lnTo>
                  <a:pt x="308" y="295"/>
                </a:lnTo>
                <a:lnTo>
                  <a:pt x="312" y="292"/>
                </a:lnTo>
                <a:lnTo>
                  <a:pt x="316" y="290"/>
                </a:lnTo>
                <a:lnTo>
                  <a:pt x="317" y="287"/>
                </a:lnTo>
                <a:lnTo>
                  <a:pt x="318" y="286"/>
                </a:lnTo>
                <a:lnTo>
                  <a:pt x="319" y="283"/>
                </a:lnTo>
                <a:lnTo>
                  <a:pt x="320" y="282"/>
                </a:lnTo>
                <a:lnTo>
                  <a:pt x="321" y="278"/>
                </a:lnTo>
                <a:lnTo>
                  <a:pt x="323" y="274"/>
                </a:lnTo>
                <a:lnTo>
                  <a:pt x="324" y="272"/>
                </a:lnTo>
                <a:lnTo>
                  <a:pt x="325" y="271"/>
                </a:lnTo>
                <a:lnTo>
                  <a:pt x="326" y="271"/>
                </a:lnTo>
                <a:lnTo>
                  <a:pt x="328" y="270"/>
                </a:lnTo>
                <a:lnTo>
                  <a:pt x="330" y="268"/>
                </a:lnTo>
                <a:lnTo>
                  <a:pt x="332" y="267"/>
                </a:lnTo>
                <a:lnTo>
                  <a:pt x="333" y="265"/>
                </a:lnTo>
                <a:lnTo>
                  <a:pt x="335" y="263"/>
                </a:lnTo>
                <a:lnTo>
                  <a:pt x="336" y="262"/>
                </a:lnTo>
                <a:lnTo>
                  <a:pt x="336" y="259"/>
                </a:lnTo>
                <a:lnTo>
                  <a:pt x="336" y="257"/>
                </a:lnTo>
                <a:lnTo>
                  <a:pt x="337" y="255"/>
                </a:lnTo>
                <a:lnTo>
                  <a:pt x="338" y="253"/>
                </a:lnTo>
                <a:lnTo>
                  <a:pt x="339" y="251"/>
                </a:lnTo>
                <a:lnTo>
                  <a:pt x="344" y="244"/>
                </a:lnTo>
                <a:lnTo>
                  <a:pt x="348" y="239"/>
                </a:lnTo>
                <a:lnTo>
                  <a:pt x="353" y="231"/>
                </a:lnTo>
                <a:lnTo>
                  <a:pt x="358" y="225"/>
                </a:lnTo>
                <a:lnTo>
                  <a:pt x="360" y="222"/>
                </a:lnTo>
                <a:lnTo>
                  <a:pt x="363" y="218"/>
                </a:lnTo>
                <a:lnTo>
                  <a:pt x="365" y="215"/>
                </a:lnTo>
                <a:lnTo>
                  <a:pt x="367" y="211"/>
                </a:lnTo>
                <a:lnTo>
                  <a:pt x="368" y="206"/>
                </a:lnTo>
                <a:lnTo>
                  <a:pt x="368" y="202"/>
                </a:lnTo>
                <a:lnTo>
                  <a:pt x="369" y="198"/>
                </a:lnTo>
                <a:lnTo>
                  <a:pt x="369" y="192"/>
                </a:lnTo>
                <a:lnTo>
                  <a:pt x="368" y="191"/>
                </a:lnTo>
                <a:lnTo>
                  <a:pt x="366" y="189"/>
                </a:lnTo>
                <a:lnTo>
                  <a:pt x="362" y="189"/>
                </a:lnTo>
                <a:lnTo>
                  <a:pt x="358" y="188"/>
                </a:lnTo>
                <a:lnTo>
                  <a:pt x="354" y="189"/>
                </a:lnTo>
                <a:lnTo>
                  <a:pt x="352" y="189"/>
                </a:lnTo>
                <a:lnTo>
                  <a:pt x="348" y="190"/>
                </a:lnTo>
                <a:lnTo>
                  <a:pt x="345" y="191"/>
                </a:lnTo>
                <a:lnTo>
                  <a:pt x="342" y="191"/>
                </a:lnTo>
                <a:lnTo>
                  <a:pt x="340" y="193"/>
                </a:lnTo>
                <a:lnTo>
                  <a:pt x="334" y="195"/>
                </a:lnTo>
                <a:lnTo>
                  <a:pt x="328" y="198"/>
                </a:lnTo>
                <a:lnTo>
                  <a:pt x="324" y="199"/>
                </a:lnTo>
                <a:lnTo>
                  <a:pt x="321" y="199"/>
                </a:lnTo>
                <a:lnTo>
                  <a:pt x="317" y="200"/>
                </a:lnTo>
                <a:lnTo>
                  <a:pt x="313" y="200"/>
                </a:lnTo>
                <a:lnTo>
                  <a:pt x="312" y="202"/>
                </a:lnTo>
                <a:lnTo>
                  <a:pt x="312" y="203"/>
                </a:lnTo>
                <a:lnTo>
                  <a:pt x="311" y="204"/>
                </a:lnTo>
                <a:lnTo>
                  <a:pt x="309" y="206"/>
                </a:lnTo>
                <a:lnTo>
                  <a:pt x="307" y="207"/>
                </a:lnTo>
                <a:lnTo>
                  <a:pt x="304" y="210"/>
                </a:lnTo>
                <a:lnTo>
                  <a:pt x="301" y="211"/>
                </a:lnTo>
                <a:lnTo>
                  <a:pt x="299" y="213"/>
                </a:lnTo>
                <a:lnTo>
                  <a:pt x="298" y="215"/>
                </a:lnTo>
                <a:lnTo>
                  <a:pt x="297" y="215"/>
                </a:lnTo>
                <a:lnTo>
                  <a:pt x="296" y="216"/>
                </a:lnTo>
                <a:lnTo>
                  <a:pt x="296" y="218"/>
                </a:lnTo>
                <a:lnTo>
                  <a:pt x="296" y="219"/>
                </a:lnTo>
                <a:lnTo>
                  <a:pt x="296" y="222"/>
                </a:lnTo>
                <a:lnTo>
                  <a:pt x="296" y="224"/>
                </a:lnTo>
                <a:lnTo>
                  <a:pt x="298" y="226"/>
                </a:lnTo>
                <a:lnTo>
                  <a:pt x="301" y="230"/>
                </a:lnTo>
                <a:lnTo>
                  <a:pt x="305" y="234"/>
                </a:lnTo>
                <a:lnTo>
                  <a:pt x="308" y="236"/>
                </a:lnTo>
                <a:lnTo>
                  <a:pt x="309" y="238"/>
                </a:lnTo>
                <a:lnTo>
                  <a:pt x="312" y="240"/>
                </a:lnTo>
                <a:lnTo>
                  <a:pt x="312" y="243"/>
                </a:lnTo>
                <a:lnTo>
                  <a:pt x="313" y="245"/>
                </a:lnTo>
                <a:lnTo>
                  <a:pt x="314" y="247"/>
                </a:lnTo>
                <a:lnTo>
                  <a:pt x="314" y="250"/>
                </a:lnTo>
                <a:lnTo>
                  <a:pt x="313" y="253"/>
                </a:lnTo>
                <a:lnTo>
                  <a:pt x="312" y="256"/>
                </a:lnTo>
                <a:lnTo>
                  <a:pt x="309" y="259"/>
                </a:lnTo>
                <a:lnTo>
                  <a:pt x="307" y="262"/>
                </a:lnTo>
                <a:lnTo>
                  <a:pt x="304" y="265"/>
                </a:lnTo>
                <a:lnTo>
                  <a:pt x="303" y="268"/>
                </a:lnTo>
                <a:lnTo>
                  <a:pt x="301" y="275"/>
                </a:lnTo>
                <a:lnTo>
                  <a:pt x="300" y="281"/>
                </a:lnTo>
                <a:lnTo>
                  <a:pt x="297" y="286"/>
                </a:lnTo>
                <a:lnTo>
                  <a:pt x="296" y="287"/>
                </a:lnTo>
                <a:lnTo>
                  <a:pt x="295" y="289"/>
                </a:lnTo>
                <a:lnTo>
                  <a:pt x="293" y="291"/>
                </a:lnTo>
                <a:lnTo>
                  <a:pt x="292" y="292"/>
                </a:lnTo>
                <a:lnTo>
                  <a:pt x="288" y="295"/>
                </a:lnTo>
                <a:lnTo>
                  <a:pt x="286" y="298"/>
                </a:lnTo>
                <a:lnTo>
                  <a:pt x="285" y="299"/>
                </a:lnTo>
                <a:lnTo>
                  <a:pt x="284" y="301"/>
                </a:lnTo>
                <a:lnTo>
                  <a:pt x="284" y="303"/>
                </a:lnTo>
                <a:lnTo>
                  <a:pt x="284" y="305"/>
                </a:lnTo>
                <a:lnTo>
                  <a:pt x="284" y="307"/>
                </a:lnTo>
                <a:lnTo>
                  <a:pt x="283" y="308"/>
                </a:lnTo>
                <a:lnTo>
                  <a:pt x="282" y="310"/>
                </a:lnTo>
                <a:lnTo>
                  <a:pt x="282" y="312"/>
                </a:lnTo>
                <a:lnTo>
                  <a:pt x="277" y="315"/>
                </a:lnTo>
                <a:lnTo>
                  <a:pt x="273" y="319"/>
                </a:lnTo>
                <a:lnTo>
                  <a:pt x="268" y="322"/>
                </a:lnTo>
                <a:lnTo>
                  <a:pt x="265" y="325"/>
                </a:lnTo>
                <a:lnTo>
                  <a:pt x="264" y="328"/>
                </a:lnTo>
                <a:lnTo>
                  <a:pt x="263" y="332"/>
                </a:lnTo>
                <a:lnTo>
                  <a:pt x="263" y="336"/>
                </a:lnTo>
                <a:lnTo>
                  <a:pt x="263" y="339"/>
                </a:lnTo>
                <a:lnTo>
                  <a:pt x="259" y="344"/>
                </a:lnTo>
                <a:lnTo>
                  <a:pt x="254" y="348"/>
                </a:lnTo>
                <a:lnTo>
                  <a:pt x="248" y="353"/>
                </a:lnTo>
                <a:lnTo>
                  <a:pt x="244" y="357"/>
                </a:lnTo>
                <a:lnTo>
                  <a:pt x="243" y="356"/>
                </a:lnTo>
                <a:lnTo>
                  <a:pt x="241" y="356"/>
                </a:lnTo>
                <a:lnTo>
                  <a:pt x="239" y="355"/>
                </a:lnTo>
                <a:lnTo>
                  <a:pt x="239" y="353"/>
                </a:lnTo>
                <a:lnTo>
                  <a:pt x="238" y="352"/>
                </a:lnTo>
                <a:lnTo>
                  <a:pt x="238" y="348"/>
                </a:lnTo>
                <a:lnTo>
                  <a:pt x="240" y="343"/>
                </a:lnTo>
                <a:lnTo>
                  <a:pt x="243" y="337"/>
                </a:lnTo>
                <a:lnTo>
                  <a:pt x="243" y="335"/>
                </a:lnTo>
                <a:lnTo>
                  <a:pt x="243" y="332"/>
                </a:lnTo>
                <a:lnTo>
                  <a:pt x="244" y="329"/>
                </a:lnTo>
                <a:lnTo>
                  <a:pt x="244" y="325"/>
                </a:lnTo>
                <a:lnTo>
                  <a:pt x="244" y="325"/>
                </a:lnTo>
                <a:close/>
                <a:moveTo>
                  <a:pt x="147" y="217"/>
                </a:moveTo>
                <a:lnTo>
                  <a:pt x="146" y="218"/>
                </a:lnTo>
                <a:lnTo>
                  <a:pt x="144" y="219"/>
                </a:lnTo>
                <a:lnTo>
                  <a:pt x="143" y="219"/>
                </a:lnTo>
                <a:lnTo>
                  <a:pt x="141" y="219"/>
                </a:lnTo>
                <a:lnTo>
                  <a:pt x="137" y="220"/>
                </a:lnTo>
                <a:lnTo>
                  <a:pt x="134" y="220"/>
                </a:lnTo>
                <a:lnTo>
                  <a:pt x="132" y="220"/>
                </a:lnTo>
                <a:lnTo>
                  <a:pt x="130" y="221"/>
                </a:lnTo>
                <a:lnTo>
                  <a:pt x="128" y="222"/>
                </a:lnTo>
                <a:lnTo>
                  <a:pt x="127" y="223"/>
                </a:lnTo>
                <a:lnTo>
                  <a:pt x="125" y="224"/>
                </a:lnTo>
                <a:lnTo>
                  <a:pt x="124" y="226"/>
                </a:lnTo>
                <a:lnTo>
                  <a:pt x="123" y="227"/>
                </a:lnTo>
                <a:lnTo>
                  <a:pt x="121" y="230"/>
                </a:lnTo>
                <a:lnTo>
                  <a:pt x="121" y="231"/>
                </a:lnTo>
                <a:lnTo>
                  <a:pt x="120" y="233"/>
                </a:lnTo>
                <a:lnTo>
                  <a:pt x="120" y="235"/>
                </a:lnTo>
                <a:lnTo>
                  <a:pt x="120" y="236"/>
                </a:lnTo>
                <a:lnTo>
                  <a:pt x="120" y="241"/>
                </a:lnTo>
                <a:lnTo>
                  <a:pt x="122" y="246"/>
                </a:lnTo>
                <a:lnTo>
                  <a:pt x="123" y="251"/>
                </a:lnTo>
                <a:lnTo>
                  <a:pt x="124" y="256"/>
                </a:lnTo>
                <a:lnTo>
                  <a:pt x="126" y="263"/>
                </a:lnTo>
                <a:lnTo>
                  <a:pt x="127" y="268"/>
                </a:lnTo>
                <a:lnTo>
                  <a:pt x="131" y="279"/>
                </a:lnTo>
                <a:lnTo>
                  <a:pt x="135" y="288"/>
                </a:lnTo>
                <a:lnTo>
                  <a:pt x="137" y="292"/>
                </a:lnTo>
                <a:lnTo>
                  <a:pt x="139" y="295"/>
                </a:lnTo>
                <a:lnTo>
                  <a:pt x="139" y="297"/>
                </a:lnTo>
                <a:lnTo>
                  <a:pt x="140" y="298"/>
                </a:lnTo>
                <a:lnTo>
                  <a:pt x="142" y="299"/>
                </a:lnTo>
                <a:lnTo>
                  <a:pt x="143" y="299"/>
                </a:lnTo>
                <a:lnTo>
                  <a:pt x="145" y="299"/>
                </a:lnTo>
                <a:lnTo>
                  <a:pt x="147" y="298"/>
                </a:lnTo>
                <a:lnTo>
                  <a:pt x="148" y="297"/>
                </a:lnTo>
                <a:lnTo>
                  <a:pt x="150" y="296"/>
                </a:lnTo>
                <a:lnTo>
                  <a:pt x="151" y="295"/>
                </a:lnTo>
                <a:lnTo>
                  <a:pt x="152" y="294"/>
                </a:lnTo>
                <a:lnTo>
                  <a:pt x="155" y="291"/>
                </a:lnTo>
                <a:lnTo>
                  <a:pt x="157" y="287"/>
                </a:lnTo>
                <a:lnTo>
                  <a:pt x="156" y="284"/>
                </a:lnTo>
                <a:lnTo>
                  <a:pt x="155" y="282"/>
                </a:lnTo>
                <a:lnTo>
                  <a:pt x="154" y="280"/>
                </a:lnTo>
                <a:lnTo>
                  <a:pt x="153" y="279"/>
                </a:lnTo>
                <a:lnTo>
                  <a:pt x="151" y="277"/>
                </a:lnTo>
                <a:lnTo>
                  <a:pt x="150" y="276"/>
                </a:lnTo>
                <a:lnTo>
                  <a:pt x="147" y="275"/>
                </a:lnTo>
                <a:lnTo>
                  <a:pt x="144" y="274"/>
                </a:lnTo>
                <a:lnTo>
                  <a:pt x="144" y="271"/>
                </a:lnTo>
                <a:lnTo>
                  <a:pt x="144" y="267"/>
                </a:lnTo>
                <a:lnTo>
                  <a:pt x="145" y="263"/>
                </a:lnTo>
                <a:lnTo>
                  <a:pt x="146" y="260"/>
                </a:lnTo>
                <a:lnTo>
                  <a:pt x="147" y="256"/>
                </a:lnTo>
                <a:lnTo>
                  <a:pt x="148" y="253"/>
                </a:lnTo>
                <a:lnTo>
                  <a:pt x="150" y="250"/>
                </a:lnTo>
                <a:lnTo>
                  <a:pt x="151" y="247"/>
                </a:lnTo>
                <a:lnTo>
                  <a:pt x="153" y="243"/>
                </a:lnTo>
                <a:lnTo>
                  <a:pt x="155" y="241"/>
                </a:lnTo>
                <a:lnTo>
                  <a:pt x="157" y="238"/>
                </a:lnTo>
                <a:lnTo>
                  <a:pt x="159" y="235"/>
                </a:lnTo>
                <a:lnTo>
                  <a:pt x="163" y="231"/>
                </a:lnTo>
                <a:lnTo>
                  <a:pt x="167" y="227"/>
                </a:lnTo>
                <a:lnTo>
                  <a:pt x="167" y="224"/>
                </a:lnTo>
                <a:lnTo>
                  <a:pt x="167" y="221"/>
                </a:lnTo>
                <a:lnTo>
                  <a:pt x="163" y="219"/>
                </a:lnTo>
                <a:lnTo>
                  <a:pt x="159" y="219"/>
                </a:lnTo>
                <a:lnTo>
                  <a:pt x="155" y="218"/>
                </a:lnTo>
                <a:lnTo>
                  <a:pt x="154" y="217"/>
                </a:lnTo>
                <a:lnTo>
                  <a:pt x="151" y="217"/>
                </a:lnTo>
                <a:lnTo>
                  <a:pt x="147" y="217"/>
                </a:lnTo>
                <a:lnTo>
                  <a:pt x="147" y="217"/>
                </a:lnTo>
                <a:close/>
                <a:moveTo>
                  <a:pt x="195" y="216"/>
                </a:moveTo>
                <a:lnTo>
                  <a:pt x="193" y="220"/>
                </a:lnTo>
                <a:lnTo>
                  <a:pt x="191" y="224"/>
                </a:lnTo>
                <a:lnTo>
                  <a:pt x="188" y="227"/>
                </a:lnTo>
                <a:lnTo>
                  <a:pt x="185" y="231"/>
                </a:lnTo>
                <a:lnTo>
                  <a:pt x="183" y="235"/>
                </a:lnTo>
                <a:lnTo>
                  <a:pt x="181" y="240"/>
                </a:lnTo>
                <a:lnTo>
                  <a:pt x="180" y="243"/>
                </a:lnTo>
                <a:lnTo>
                  <a:pt x="179" y="245"/>
                </a:lnTo>
                <a:lnTo>
                  <a:pt x="179" y="247"/>
                </a:lnTo>
                <a:lnTo>
                  <a:pt x="179" y="250"/>
                </a:lnTo>
                <a:lnTo>
                  <a:pt x="180" y="252"/>
                </a:lnTo>
                <a:lnTo>
                  <a:pt x="182" y="253"/>
                </a:lnTo>
                <a:lnTo>
                  <a:pt x="185" y="254"/>
                </a:lnTo>
                <a:lnTo>
                  <a:pt x="188" y="254"/>
                </a:lnTo>
                <a:lnTo>
                  <a:pt x="192" y="254"/>
                </a:lnTo>
                <a:lnTo>
                  <a:pt x="195" y="253"/>
                </a:lnTo>
                <a:lnTo>
                  <a:pt x="199" y="252"/>
                </a:lnTo>
                <a:lnTo>
                  <a:pt x="202" y="251"/>
                </a:lnTo>
                <a:lnTo>
                  <a:pt x="205" y="250"/>
                </a:lnTo>
                <a:lnTo>
                  <a:pt x="208" y="248"/>
                </a:lnTo>
                <a:lnTo>
                  <a:pt x="211" y="247"/>
                </a:lnTo>
                <a:lnTo>
                  <a:pt x="214" y="244"/>
                </a:lnTo>
                <a:lnTo>
                  <a:pt x="217" y="242"/>
                </a:lnTo>
                <a:lnTo>
                  <a:pt x="219" y="240"/>
                </a:lnTo>
                <a:lnTo>
                  <a:pt x="221" y="238"/>
                </a:lnTo>
                <a:lnTo>
                  <a:pt x="223" y="235"/>
                </a:lnTo>
                <a:lnTo>
                  <a:pt x="224" y="233"/>
                </a:lnTo>
                <a:lnTo>
                  <a:pt x="226" y="231"/>
                </a:lnTo>
                <a:lnTo>
                  <a:pt x="226" y="228"/>
                </a:lnTo>
                <a:lnTo>
                  <a:pt x="225" y="226"/>
                </a:lnTo>
                <a:lnTo>
                  <a:pt x="219" y="222"/>
                </a:lnTo>
                <a:lnTo>
                  <a:pt x="213" y="219"/>
                </a:lnTo>
                <a:lnTo>
                  <a:pt x="209" y="218"/>
                </a:lnTo>
                <a:lnTo>
                  <a:pt x="205" y="217"/>
                </a:lnTo>
                <a:lnTo>
                  <a:pt x="201" y="216"/>
                </a:lnTo>
                <a:lnTo>
                  <a:pt x="195" y="216"/>
                </a:lnTo>
                <a:lnTo>
                  <a:pt x="195" y="216"/>
                </a:lnTo>
                <a:close/>
                <a:moveTo>
                  <a:pt x="256" y="238"/>
                </a:moveTo>
                <a:lnTo>
                  <a:pt x="253" y="241"/>
                </a:lnTo>
                <a:lnTo>
                  <a:pt x="249" y="244"/>
                </a:lnTo>
                <a:lnTo>
                  <a:pt x="248" y="246"/>
                </a:lnTo>
                <a:lnTo>
                  <a:pt x="248" y="248"/>
                </a:lnTo>
                <a:lnTo>
                  <a:pt x="247" y="250"/>
                </a:lnTo>
                <a:lnTo>
                  <a:pt x="247" y="253"/>
                </a:lnTo>
                <a:lnTo>
                  <a:pt x="247" y="259"/>
                </a:lnTo>
                <a:lnTo>
                  <a:pt x="247" y="267"/>
                </a:lnTo>
                <a:lnTo>
                  <a:pt x="247" y="273"/>
                </a:lnTo>
                <a:lnTo>
                  <a:pt x="248" y="279"/>
                </a:lnTo>
                <a:lnTo>
                  <a:pt x="249" y="282"/>
                </a:lnTo>
                <a:lnTo>
                  <a:pt x="250" y="283"/>
                </a:lnTo>
                <a:lnTo>
                  <a:pt x="250" y="285"/>
                </a:lnTo>
                <a:lnTo>
                  <a:pt x="251" y="286"/>
                </a:lnTo>
                <a:lnTo>
                  <a:pt x="251" y="287"/>
                </a:lnTo>
                <a:lnTo>
                  <a:pt x="252" y="288"/>
                </a:lnTo>
                <a:lnTo>
                  <a:pt x="253" y="288"/>
                </a:lnTo>
                <a:lnTo>
                  <a:pt x="255" y="288"/>
                </a:lnTo>
                <a:lnTo>
                  <a:pt x="257" y="288"/>
                </a:lnTo>
                <a:lnTo>
                  <a:pt x="260" y="288"/>
                </a:lnTo>
                <a:lnTo>
                  <a:pt x="263" y="288"/>
                </a:lnTo>
                <a:lnTo>
                  <a:pt x="267" y="288"/>
                </a:lnTo>
                <a:lnTo>
                  <a:pt x="269" y="283"/>
                </a:lnTo>
                <a:lnTo>
                  <a:pt x="272" y="278"/>
                </a:lnTo>
                <a:lnTo>
                  <a:pt x="273" y="271"/>
                </a:lnTo>
                <a:lnTo>
                  <a:pt x="274" y="264"/>
                </a:lnTo>
                <a:lnTo>
                  <a:pt x="274" y="260"/>
                </a:lnTo>
                <a:lnTo>
                  <a:pt x="274" y="257"/>
                </a:lnTo>
                <a:lnTo>
                  <a:pt x="274" y="254"/>
                </a:lnTo>
                <a:lnTo>
                  <a:pt x="273" y="251"/>
                </a:lnTo>
                <a:lnTo>
                  <a:pt x="272" y="248"/>
                </a:lnTo>
                <a:lnTo>
                  <a:pt x="271" y="246"/>
                </a:lnTo>
                <a:lnTo>
                  <a:pt x="269" y="243"/>
                </a:lnTo>
                <a:lnTo>
                  <a:pt x="267" y="242"/>
                </a:lnTo>
                <a:lnTo>
                  <a:pt x="266" y="241"/>
                </a:lnTo>
                <a:lnTo>
                  <a:pt x="265" y="240"/>
                </a:lnTo>
                <a:lnTo>
                  <a:pt x="263" y="239"/>
                </a:lnTo>
                <a:lnTo>
                  <a:pt x="263" y="239"/>
                </a:lnTo>
                <a:lnTo>
                  <a:pt x="259" y="238"/>
                </a:lnTo>
                <a:lnTo>
                  <a:pt x="256" y="23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84" name="iṧḻidè">
            <a:extLst>
              <a:ext uri="{FF2B5EF4-FFF2-40B4-BE49-F238E27FC236}">
                <a16:creationId xmlns:a16="http://schemas.microsoft.com/office/drawing/2014/main" id="{035FAE3E-050A-45C8-B0F9-DB3EC78C3F92}"/>
              </a:ext>
            </a:extLst>
          </p:cNvPr>
          <p:cNvSpPr>
            <a:spLocks noGrp="1"/>
          </p:cNvSpPr>
          <p:nvPr/>
        </p:nvSpPr>
        <p:spPr>
          <a:xfrm>
            <a:off x="1320840" y="528480"/>
            <a:ext cx="241560" cy="333000"/>
          </a:xfrm>
          <a:custGeom>
            <a:avLst/>
            <a:gdLst>
              <a:gd name="textAreaLeft" fmla="*/ 0 w 241560"/>
              <a:gd name="textAreaRight" fmla="*/ 241920 w 241560"/>
              <a:gd name="textAreaTop" fmla="*/ 0 h 333000"/>
              <a:gd name="textAreaBottom" fmla="*/ 333360 h 333000"/>
              <a:gd name="GluePoint1X" fmla="*/ 343 w 554"/>
              <a:gd name="GluePoint1Y" fmla="*/ 23 h 763"/>
              <a:gd name="GluePoint2X" fmla="*/ 345 w 554"/>
              <a:gd name="GluePoint2Y" fmla="*/ 54 h 763"/>
              <a:gd name="GluePoint3X" fmla="*/ 339 w 554"/>
              <a:gd name="GluePoint3Y" fmla="*/ 90 h 763"/>
              <a:gd name="GluePoint4X" fmla="*/ 392 w 554"/>
              <a:gd name="GluePoint4Y" fmla="*/ 84 h 763"/>
              <a:gd name="GluePoint5X" fmla="*/ 424 w 554"/>
              <a:gd name="GluePoint5Y" fmla="*/ 58 h 763"/>
              <a:gd name="GluePoint6X" fmla="*/ 480 w 554"/>
              <a:gd name="GluePoint6Y" fmla="*/ 3 h 763"/>
              <a:gd name="GluePoint7X" fmla="*/ 527 w 554"/>
              <a:gd name="GluePoint7Y" fmla="*/ 16 h 763"/>
              <a:gd name="GluePoint8X" fmla="*/ 493 w 554"/>
              <a:gd name="GluePoint8Y" fmla="*/ 52 h 763"/>
              <a:gd name="GluePoint9X" fmla="*/ 417 w 554"/>
              <a:gd name="GluePoint9Y" fmla="*/ 94 h 763"/>
              <a:gd name="GluePoint10X" fmla="*/ 333 w 554"/>
              <a:gd name="GluePoint10Y" fmla="*/ 134 h 763"/>
              <a:gd name="GluePoint11X" fmla="*/ 307 w 554"/>
              <a:gd name="GluePoint11Y" fmla="*/ 200 h 763"/>
              <a:gd name="GluePoint12X" fmla="*/ 328 w 554"/>
              <a:gd name="GluePoint12Y" fmla="*/ 242 h 763"/>
              <a:gd name="GluePoint13X" fmla="*/ 372 w 554"/>
              <a:gd name="GluePoint13Y" fmla="*/ 207 h 763"/>
              <a:gd name="GluePoint14X" fmla="*/ 435 w 554"/>
              <a:gd name="GluePoint14Y" fmla="*/ 164 h 763"/>
              <a:gd name="GluePoint15X" fmla="*/ 475 w 554"/>
              <a:gd name="GluePoint15Y" fmla="*/ 138 h 763"/>
              <a:gd name="GluePoint16X" fmla="*/ 519 w 554"/>
              <a:gd name="GluePoint16Y" fmla="*/ 155 h 763"/>
              <a:gd name="GluePoint17X" fmla="*/ 526 w 554"/>
              <a:gd name="GluePoint17Y" fmla="*/ 186 h 763"/>
              <a:gd name="GluePoint18X" fmla="*/ 460 w 554"/>
              <a:gd name="GluePoint18Y" fmla="*/ 211 h 763"/>
              <a:gd name="GluePoint19X" fmla="*/ 383 w 554"/>
              <a:gd name="GluePoint19Y" fmla="*/ 273 h 763"/>
              <a:gd name="GluePoint20X" fmla="*/ 363 w 554"/>
              <a:gd name="GluePoint20Y" fmla="*/ 342 h 763"/>
              <a:gd name="GluePoint21X" fmla="*/ 435 w 554"/>
              <a:gd name="GluePoint21Y" fmla="*/ 318 h 763"/>
              <a:gd name="GluePoint22X" fmla="*/ 511 w 554"/>
              <a:gd name="GluePoint22Y" fmla="*/ 278 h 763"/>
              <a:gd name="GluePoint23X" fmla="*/ 542 w 554"/>
              <a:gd name="GluePoint23Y" fmla="*/ 305 h 763"/>
              <a:gd name="GluePoint24X" fmla="*/ 472 w 554"/>
              <a:gd name="GluePoint24Y" fmla="*/ 329 h 763"/>
              <a:gd name="GluePoint25X" fmla="*/ 362 w 554"/>
              <a:gd name="GluePoint25Y" fmla="*/ 371 h 763"/>
              <a:gd name="GluePoint26X" fmla="*/ 337 w 554"/>
              <a:gd name="GluePoint26Y" fmla="*/ 461 h 763"/>
              <a:gd name="GluePoint27X" fmla="*/ 401 w 554"/>
              <a:gd name="GluePoint27Y" fmla="*/ 480 h 763"/>
              <a:gd name="GluePoint28X" fmla="*/ 381 w 554"/>
              <a:gd name="GluePoint28Y" fmla="*/ 527 h 763"/>
              <a:gd name="GluePoint29X" fmla="*/ 337 w 554"/>
              <a:gd name="GluePoint29Y" fmla="*/ 571 h 763"/>
              <a:gd name="GluePoint30X" fmla="*/ 343 w 554"/>
              <a:gd name="GluePoint30Y" fmla="*/ 648 h 763"/>
              <a:gd name="GluePoint31X" fmla="*/ 342 w 554"/>
              <a:gd name="GluePoint31Y" fmla="*/ 730 h 763"/>
              <a:gd name="GluePoint32X" fmla="*/ 315 w 554"/>
              <a:gd name="GluePoint32Y" fmla="*/ 757 h 763"/>
              <a:gd name="GluePoint33X" fmla="*/ 274 w 554"/>
              <a:gd name="GluePoint33Y" fmla="*/ 705 h 763"/>
              <a:gd name="GluePoint34X" fmla="*/ 296 w 554"/>
              <a:gd name="GluePoint34Y" fmla="*/ 659 h 763"/>
              <a:gd name="GluePoint35X" fmla="*/ 287 w 554"/>
              <a:gd name="GluePoint35Y" fmla="*/ 569 h 763"/>
              <a:gd name="GluePoint36X" fmla="*/ 244 w 554"/>
              <a:gd name="GluePoint36Y" fmla="*/ 604 h 763"/>
              <a:gd name="GluePoint37X" fmla="*/ 194 w 554"/>
              <a:gd name="GluePoint37Y" fmla="*/ 575 h 763"/>
              <a:gd name="GluePoint38X" fmla="*/ 264 w 554"/>
              <a:gd name="GluePoint38Y" fmla="*/ 522 h 763"/>
              <a:gd name="GluePoint39X" fmla="*/ 307 w 554"/>
              <a:gd name="GluePoint39Y" fmla="*/ 479 h 763"/>
              <a:gd name="GluePoint40X" fmla="*/ 307 w 554"/>
              <a:gd name="GluePoint40Y" fmla="*/ 394 h 763"/>
              <a:gd name="GluePoint41X" fmla="*/ 262 w 554"/>
              <a:gd name="GluePoint41Y" fmla="*/ 410 h 763"/>
              <a:gd name="GluePoint42X" fmla="*/ 227 w 554"/>
              <a:gd name="GluePoint42Y" fmla="*/ 430 h 763"/>
              <a:gd name="GluePoint43X" fmla="*/ 146 w 554"/>
              <a:gd name="GluePoint43Y" fmla="*/ 486 h 763"/>
              <a:gd name="GluePoint44X" fmla="*/ 106 w 554"/>
              <a:gd name="GluePoint44Y" fmla="*/ 535 h 763"/>
              <a:gd name="GluePoint45X" fmla="*/ 44 w 554"/>
              <a:gd name="GluePoint45Y" fmla="*/ 559 h 763"/>
              <a:gd name="GluePoint46X" fmla="*/ 1 w 554"/>
              <a:gd name="GluePoint46Y" fmla="*/ 526 h 763"/>
              <a:gd name="GluePoint47X" fmla="*/ 34 w 554"/>
              <a:gd name="GluePoint47Y" fmla="*/ 505 h 763"/>
              <a:gd name="GluePoint48X" fmla="*/ 62 w 554"/>
              <a:gd name="GluePoint48Y" fmla="*/ 488 h 763"/>
              <a:gd name="GluePoint49X" fmla="*/ 108 w 554"/>
              <a:gd name="GluePoint49Y" fmla="*/ 471 h 763"/>
              <a:gd name="GluePoint50X" fmla="*/ 160 w 554"/>
              <a:gd name="GluePoint50Y" fmla="*/ 442 h 763"/>
              <a:gd name="GluePoint51X" fmla="*/ 196 w 554"/>
              <a:gd name="GluePoint51Y" fmla="*/ 423 h 763"/>
              <a:gd name="GluePoint52X" fmla="*/ 294 w 554"/>
              <a:gd name="GluePoint52Y" fmla="*/ 376 h 763"/>
              <a:gd name="GluePoint53X" fmla="*/ 316 w 554"/>
              <a:gd name="GluePoint53Y" fmla="*/ 352 h 763"/>
              <a:gd name="GluePoint54X" fmla="*/ 309 w 554"/>
              <a:gd name="GluePoint54Y" fmla="*/ 274 h 763"/>
              <a:gd name="GluePoint55X" fmla="*/ 262 w 554"/>
              <a:gd name="GluePoint55Y" fmla="*/ 313 h 763"/>
              <a:gd name="GluePoint56X" fmla="*/ 206 w 554"/>
              <a:gd name="GluePoint56Y" fmla="*/ 336 h 763"/>
              <a:gd name="GluePoint57X" fmla="*/ 198 w 554"/>
              <a:gd name="GluePoint57Y" fmla="*/ 303 h 763"/>
              <a:gd name="GluePoint58X" fmla="*/ 263 w 554"/>
              <a:gd name="GluePoint58Y" fmla="*/ 250 h 763"/>
              <a:gd name="GluePoint59X" fmla="*/ 290 w 554"/>
              <a:gd name="GluePoint59Y" fmla="*/ 153 h 763"/>
              <a:gd name="GluePoint60X" fmla="*/ 268 w 554"/>
              <a:gd name="GluePoint60Y" fmla="*/ 129 h 763"/>
              <a:gd name="GluePoint61X" fmla="*/ 291 w 554"/>
              <a:gd name="GluePoint61Y" fmla="*/ 90 h 763"/>
              <a:gd name="GluePoint62X" fmla="*/ 288 w 554"/>
              <a:gd name="GluePoint62Y" fmla="*/ 40 h 763"/>
            </a:gdLst>
            <a:ahLst/>
            <a:cxnLst/>
            <a:rect l="textAreaLeft" t="textAreaTop" r="textAreaRight" b="textAreaBottom"/>
            <a:pathLst>
              <a:path w="554" h="763">
                <a:moveTo>
                  <a:pt x="303" y="20"/>
                </a:moveTo>
                <a:lnTo>
                  <a:pt x="306" y="20"/>
                </a:lnTo>
                <a:lnTo>
                  <a:pt x="308" y="20"/>
                </a:lnTo>
                <a:lnTo>
                  <a:pt x="308" y="18"/>
                </a:lnTo>
                <a:lnTo>
                  <a:pt x="309" y="17"/>
                </a:lnTo>
                <a:lnTo>
                  <a:pt x="310" y="14"/>
                </a:lnTo>
                <a:lnTo>
                  <a:pt x="312" y="13"/>
                </a:lnTo>
                <a:lnTo>
                  <a:pt x="314" y="12"/>
                </a:lnTo>
                <a:lnTo>
                  <a:pt x="316" y="11"/>
                </a:lnTo>
                <a:lnTo>
                  <a:pt x="319" y="10"/>
                </a:lnTo>
                <a:lnTo>
                  <a:pt x="322" y="10"/>
                </a:lnTo>
                <a:lnTo>
                  <a:pt x="326" y="10"/>
                </a:lnTo>
                <a:lnTo>
                  <a:pt x="329" y="10"/>
                </a:lnTo>
                <a:lnTo>
                  <a:pt x="335" y="15"/>
                </a:lnTo>
                <a:lnTo>
                  <a:pt x="342" y="22"/>
                </a:lnTo>
                <a:lnTo>
                  <a:pt x="343" y="23"/>
                </a:lnTo>
                <a:lnTo>
                  <a:pt x="345" y="25"/>
                </a:lnTo>
                <a:lnTo>
                  <a:pt x="346" y="26"/>
                </a:lnTo>
                <a:lnTo>
                  <a:pt x="347" y="28"/>
                </a:lnTo>
                <a:lnTo>
                  <a:pt x="347" y="30"/>
                </a:lnTo>
                <a:lnTo>
                  <a:pt x="348" y="33"/>
                </a:lnTo>
                <a:lnTo>
                  <a:pt x="347" y="34"/>
                </a:lnTo>
                <a:lnTo>
                  <a:pt x="347" y="37"/>
                </a:lnTo>
                <a:lnTo>
                  <a:pt x="347" y="39"/>
                </a:lnTo>
                <a:lnTo>
                  <a:pt x="348" y="42"/>
                </a:lnTo>
                <a:lnTo>
                  <a:pt x="348" y="44"/>
                </a:lnTo>
                <a:lnTo>
                  <a:pt x="347" y="46"/>
                </a:lnTo>
                <a:lnTo>
                  <a:pt x="347" y="48"/>
                </a:lnTo>
                <a:lnTo>
                  <a:pt x="347" y="50"/>
                </a:lnTo>
                <a:lnTo>
                  <a:pt x="346" y="51"/>
                </a:lnTo>
                <a:lnTo>
                  <a:pt x="345" y="52"/>
                </a:lnTo>
                <a:lnTo>
                  <a:pt x="345" y="54"/>
                </a:lnTo>
                <a:lnTo>
                  <a:pt x="345" y="54"/>
                </a:lnTo>
                <a:lnTo>
                  <a:pt x="345" y="55"/>
                </a:lnTo>
                <a:lnTo>
                  <a:pt x="345" y="57"/>
                </a:lnTo>
                <a:lnTo>
                  <a:pt x="345" y="58"/>
                </a:lnTo>
                <a:lnTo>
                  <a:pt x="346" y="61"/>
                </a:lnTo>
                <a:lnTo>
                  <a:pt x="346" y="63"/>
                </a:lnTo>
                <a:lnTo>
                  <a:pt x="347" y="66"/>
                </a:lnTo>
                <a:lnTo>
                  <a:pt x="346" y="67"/>
                </a:lnTo>
                <a:lnTo>
                  <a:pt x="346" y="70"/>
                </a:lnTo>
                <a:lnTo>
                  <a:pt x="345" y="71"/>
                </a:lnTo>
                <a:lnTo>
                  <a:pt x="344" y="74"/>
                </a:lnTo>
                <a:lnTo>
                  <a:pt x="343" y="77"/>
                </a:lnTo>
                <a:lnTo>
                  <a:pt x="340" y="80"/>
                </a:lnTo>
                <a:lnTo>
                  <a:pt x="340" y="83"/>
                </a:lnTo>
                <a:lnTo>
                  <a:pt x="339" y="86"/>
                </a:lnTo>
                <a:lnTo>
                  <a:pt x="339" y="90"/>
                </a:lnTo>
                <a:lnTo>
                  <a:pt x="339" y="94"/>
                </a:lnTo>
                <a:lnTo>
                  <a:pt x="340" y="101"/>
                </a:lnTo>
                <a:lnTo>
                  <a:pt x="340" y="106"/>
                </a:lnTo>
                <a:lnTo>
                  <a:pt x="343" y="106"/>
                </a:lnTo>
                <a:lnTo>
                  <a:pt x="347" y="106"/>
                </a:lnTo>
                <a:lnTo>
                  <a:pt x="350" y="106"/>
                </a:lnTo>
                <a:lnTo>
                  <a:pt x="352" y="106"/>
                </a:lnTo>
                <a:lnTo>
                  <a:pt x="357" y="102"/>
                </a:lnTo>
                <a:lnTo>
                  <a:pt x="366" y="96"/>
                </a:lnTo>
                <a:lnTo>
                  <a:pt x="375" y="90"/>
                </a:lnTo>
                <a:lnTo>
                  <a:pt x="380" y="87"/>
                </a:lnTo>
                <a:lnTo>
                  <a:pt x="383" y="86"/>
                </a:lnTo>
                <a:lnTo>
                  <a:pt x="387" y="86"/>
                </a:lnTo>
                <a:lnTo>
                  <a:pt x="389" y="85"/>
                </a:lnTo>
                <a:lnTo>
                  <a:pt x="391" y="85"/>
                </a:lnTo>
                <a:lnTo>
                  <a:pt x="392" y="84"/>
                </a:lnTo>
                <a:lnTo>
                  <a:pt x="394" y="83"/>
                </a:lnTo>
                <a:lnTo>
                  <a:pt x="396" y="81"/>
                </a:lnTo>
                <a:lnTo>
                  <a:pt x="398" y="79"/>
                </a:lnTo>
                <a:lnTo>
                  <a:pt x="399" y="77"/>
                </a:lnTo>
                <a:lnTo>
                  <a:pt x="401" y="74"/>
                </a:lnTo>
                <a:lnTo>
                  <a:pt x="403" y="72"/>
                </a:lnTo>
                <a:lnTo>
                  <a:pt x="404" y="70"/>
                </a:lnTo>
                <a:lnTo>
                  <a:pt x="407" y="68"/>
                </a:lnTo>
                <a:lnTo>
                  <a:pt x="408" y="66"/>
                </a:lnTo>
                <a:lnTo>
                  <a:pt x="411" y="64"/>
                </a:lnTo>
                <a:lnTo>
                  <a:pt x="415" y="63"/>
                </a:lnTo>
                <a:lnTo>
                  <a:pt x="417" y="62"/>
                </a:lnTo>
                <a:lnTo>
                  <a:pt x="419" y="62"/>
                </a:lnTo>
                <a:lnTo>
                  <a:pt x="420" y="61"/>
                </a:lnTo>
                <a:lnTo>
                  <a:pt x="422" y="60"/>
                </a:lnTo>
                <a:lnTo>
                  <a:pt x="424" y="58"/>
                </a:lnTo>
                <a:lnTo>
                  <a:pt x="427" y="55"/>
                </a:lnTo>
                <a:lnTo>
                  <a:pt x="428" y="53"/>
                </a:lnTo>
                <a:lnTo>
                  <a:pt x="431" y="50"/>
                </a:lnTo>
                <a:lnTo>
                  <a:pt x="434" y="46"/>
                </a:lnTo>
                <a:lnTo>
                  <a:pt x="439" y="41"/>
                </a:lnTo>
                <a:lnTo>
                  <a:pt x="443" y="38"/>
                </a:lnTo>
                <a:lnTo>
                  <a:pt x="447" y="37"/>
                </a:lnTo>
                <a:lnTo>
                  <a:pt x="451" y="33"/>
                </a:lnTo>
                <a:lnTo>
                  <a:pt x="455" y="29"/>
                </a:lnTo>
                <a:lnTo>
                  <a:pt x="459" y="24"/>
                </a:lnTo>
                <a:lnTo>
                  <a:pt x="463" y="20"/>
                </a:lnTo>
                <a:lnTo>
                  <a:pt x="466" y="15"/>
                </a:lnTo>
                <a:lnTo>
                  <a:pt x="470" y="11"/>
                </a:lnTo>
                <a:lnTo>
                  <a:pt x="474" y="7"/>
                </a:lnTo>
                <a:lnTo>
                  <a:pt x="478" y="4"/>
                </a:lnTo>
                <a:lnTo>
                  <a:pt x="480" y="3"/>
                </a:lnTo>
                <a:lnTo>
                  <a:pt x="483" y="2"/>
                </a:lnTo>
                <a:lnTo>
                  <a:pt x="486" y="1"/>
                </a:lnTo>
                <a:lnTo>
                  <a:pt x="488" y="0"/>
                </a:lnTo>
                <a:lnTo>
                  <a:pt x="491" y="0"/>
                </a:lnTo>
                <a:lnTo>
                  <a:pt x="493" y="0"/>
                </a:lnTo>
                <a:lnTo>
                  <a:pt x="496" y="0"/>
                </a:lnTo>
                <a:lnTo>
                  <a:pt x="499" y="1"/>
                </a:lnTo>
                <a:lnTo>
                  <a:pt x="503" y="2"/>
                </a:lnTo>
                <a:lnTo>
                  <a:pt x="508" y="5"/>
                </a:lnTo>
                <a:lnTo>
                  <a:pt x="513" y="8"/>
                </a:lnTo>
                <a:lnTo>
                  <a:pt x="517" y="10"/>
                </a:lnTo>
                <a:lnTo>
                  <a:pt x="520" y="13"/>
                </a:lnTo>
                <a:lnTo>
                  <a:pt x="523" y="14"/>
                </a:lnTo>
                <a:lnTo>
                  <a:pt x="525" y="14"/>
                </a:lnTo>
                <a:lnTo>
                  <a:pt x="526" y="15"/>
                </a:lnTo>
                <a:lnTo>
                  <a:pt x="527" y="16"/>
                </a:lnTo>
                <a:lnTo>
                  <a:pt x="528" y="18"/>
                </a:lnTo>
                <a:lnTo>
                  <a:pt x="529" y="19"/>
                </a:lnTo>
                <a:lnTo>
                  <a:pt x="530" y="21"/>
                </a:lnTo>
                <a:lnTo>
                  <a:pt x="530" y="22"/>
                </a:lnTo>
                <a:lnTo>
                  <a:pt x="530" y="24"/>
                </a:lnTo>
                <a:lnTo>
                  <a:pt x="529" y="26"/>
                </a:lnTo>
                <a:lnTo>
                  <a:pt x="529" y="27"/>
                </a:lnTo>
                <a:lnTo>
                  <a:pt x="527" y="29"/>
                </a:lnTo>
                <a:lnTo>
                  <a:pt x="527" y="30"/>
                </a:lnTo>
                <a:lnTo>
                  <a:pt x="525" y="33"/>
                </a:lnTo>
                <a:lnTo>
                  <a:pt x="522" y="36"/>
                </a:lnTo>
                <a:lnTo>
                  <a:pt x="519" y="38"/>
                </a:lnTo>
                <a:lnTo>
                  <a:pt x="515" y="41"/>
                </a:lnTo>
                <a:lnTo>
                  <a:pt x="507" y="46"/>
                </a:lnTo>
                <a:lnTo>
                  <a:pt x="499" y="49"/>
                </a:lnTo>
                <a:lnTo>
                  <a:pt x="493" y="52"/>
                </a:lnTo>
                <a:lnTo>
                  <a:pt x="488" y="54"/>
                </a:lnTo>
                <a:lnTo>
                  <a:pt x="481" y="59"/>
                </a:lnTo>
                <a:lnTo>
                  <a:pt x="474" y="64"/>
                </a:lnTo>
                <a:lnTo>
                  <a:pt x="467" y="69"/>
                </a:lnTo>
                <a:lnTo>
                  <a:pt x="459" y="74"/>
                </a:lnTo>
                <a:lnTo>
                  <a:pt x="457" y="77"/>
                </a:lnTo>
                <a:lnTo>
                  <a:pt x="454" y="80"/>
                </a:lnTo>
                <a:lnTo>
                  <a:pt x="450" y="82"/>
                </a:lnTo>
                <a:lnTo>
                  <a:pt x="446" y="83"/>
                </a:lnTo>
                <a:lnTo>
                  <a:pt x="441" y="85"/>
                </a:lnTo>
                <a:lnTo>
                  <a:pt x="437" y="86"/>
                </a:lnTo>
                <a:lnTo>
                  <a:pt x="432" y="87"/>
                </a:lnTo>
                <a:lnTo>
                  <a:pt x="427" y="89"/>
                </a:lnTo>
                <a:lnTo>
                  <a:pt x="423" y="90"/>
                </a:lnTo>
                <a:lnTo>
                  <a:pt x="420" y="92"/>
                </a:lnTo>
                <a:lnTo>
                  <a:pt x="417" y="94"/>
                </a:lnTo>
                <a:lnTo>
                  <a:pt x="415" y="97"/>
                </a:lnTo>
                <a:lnTo>
                  <a:pt x="411" y="99"/>
                </a:lnTo>
                <a:lnTo>
                  <a:pt x="408" y="102"/>
                </a:lnTo>
                <a:lnTo>
                  <a:pt x="405" y="102"/>
                </a:lnTo>
                <a:lnTo>
                  <a:pt x="402" y="102"/>
                </a:lnTo>
                <a:lnTo>
                  <a:pt x="398" y="103"/>
                </a:lnTo>
                <a:lnTo>
                  <a:pt x="395" y="104"/>
                </a:lnTo>
                <a:lnTo>
                  <a:pt x="387" y="108"/>
                </a:lnTo>
                <a:lnTo>
                  <a:pt x="379" y="113"/>
                </a:lnTo>
                <a:lnTo>
                  <a:pt x="371" y="117"/>
                </a:lnTo>
                <a:lnTo>
                  <a:pt x="363" y="122"/>
                </a:lnTo>
                <a:lnTo>
                  <a:pt x="355" y="126"/>
                </a:lnTo>
                <a:lnTo>
                  <a:pt x="347" y="130"/>
                </a:lnTo>
                <a:lnTo>
                  <a:pt x="343" y="131"/>
                </a:lnTo>
                <a:lnTo>
                  <a:pt x="338" y="132"/>
                </a:lnTo>
                <a:lnTo>
                  <a:pt x="333" y="134"/>
                </a:lnTo>
                <a:lnTo>
                  <a:pt x="327" y="134"/>
                </a:lnTo>
                <a:lnTo>
                  <a:pt x="325" y="142"/>
                </a:lnTo>
                <a:lnTo>
                  <a:pt x="322" y="149"/>
                </a:lnTo>
                <a:lnTo>
                  <a:pt x="318" y="155"/>
                </a:lnTo>
                <a:lnTo>
                  <a:pt x="315" y="162"/>
                </a:lnTo>
                <a:lnTo>
                  <a:pt x="314" y="163"/>
                </a:lnTo>
                <a:lnTo>
                  <a:pt x="314" y="166"/>
                </a:lnTo>
                <a:lnTo>
                  <a:pt x="313" y="169"/>
                </a:lnTo>
                <a:lnTo>
                  <a:pt x="312" y="173"/>
                </a:lnTo>
                <a:lnTo>
                  <a:pt x="312" y="176"/>
                </a:lnTo>
                <a:lnTo>
                  <a:pt x="310" y="180"/>
                </a:lnTo>
                <a:lnTo>
                  <a:pt x="310" y="184"/>
                </a:lnTo>
                <a:lnTo>
                  <a:pt x="308" y="187"/>
                </a:lnTo>
                <a:lnTo>
                  <a:pt x="307" y="191"/>
                </a:lnTo>
                <a:lnTo>
                  <a:pt x="307" y="195"/>
                </a:lnTo>
                <a:lnTo>
                  <a:pt x="307" y="200"/>
                </a:lnTo>
                <a:lnTo>
                  <a:pt x="307" y="203"/>
                </a:lnTo>
                <a:lnTo>
                  <a:pt x="305" y="209"/>
                </a:lnTo>
                <a:lnTo>
                  <a:pt x="303" y="214"/>
                </a:lnTo>
                <a:lnTo>
                  <a:pt x="302" y="219"/>
                </a:lnTo>
                <a:lnTo>
                  <a:pt x="301" y="224"/>
                </a:lnTo>
                <a:lnTo>
                  <a:pt x="299" y="230"/>
                </a:lnTo>
                <a:lnTo>
                  <a:pt x="299" y="237"/>
                </a:lnTo>
                <a:lnTo>
                  <a:pt x="298" y="242"/>
                </a:lnTo>
                <a:lnTo>
                  <a:pt x="299" y="250"/>
                </a:lnTo>
                <a:lnTo>
                  <a:pt x="301" y="250"/>
                </a:lnTo>
                <a:lnTo>
                  <a:pt x="302" y="251"/>
                </a:lnTo>
                <a:lnTo>
                  <a:pt x="304" y="251"/>
                </a:lnTo>
                <a:lnTo>
                  <a:pt x="307" y="251"/>
                </a:lnTo>
                <a:lnTo>
                  <a:pt x="316" y="248"/>
                </a:lnTo>
                <a:lnTo>
                  <a:pt x="324" y="244"/>
                </a:lnTo>
                <a:lnTo>
                  <a:pt x="328" y="242"/>
                </a:lnTo>
                <a:lnTo>
                  <a:pt x="331" y="240"/>
                </a:lnTo>
                <a:lnTo>
                  <a:pt x="335" y="238"/>
                </a:lnTo>
                <a:lnTo>
                  <a:pt x="338" y="236"/>
                </a:lnTo>
                <a:lnTo>
                  <a:pt x="341" y="233"/>
                </a:lnTo>
                <a:lnTo>
                  <a:pt x="343" y="230"/>
                </a:lnTo>
                <a:lnTo>
                  <a:pt x="346" y="227"/>
                </a:lnTo>
                <a:lnTo>
                  <a:pt x="348" y="224"/>
                </a:lnTo>
                <a:lnTo>
                  <a:pt x="351" y="221"/>
                </a:lnTo>
                <a:lnTo>
                  <a:pt x="353" y="217"/>
                </a:lnTo>
                <a:lnTo>
                  <a:pt x="355" y="213"/>
                </a:lnTo>
                <a:lnTo>
                  <a:pt x="357" y="208"/>
                </a:lnTo>
                <a:lnTo>
                  <a:pt x="360" y="208"/>
                </a:lnTo>
                <a:lnTo>
                  <a:pt x="363" y="207"/>
                </a:lnTo>
                <a:lnTo>
                  <a:pt x="364" y="206"/>
                </a:lnTo>
                <a:lnTo>
                  <a:pt x="367" y="205"/>
                </a:lnTo>
                <a:lnTo>
                  <a:pt x="372" y="207"/>
                </a:lnTo>
                <a:lnTo>
                  <a:pt x="378" y="211"/>
                </a:lnTo>
                <a:lnTo>
                  <a:pt x="381" y="213"/>
                </a:lnTo>
                <a:lnTo>
                  <a:pt x="385" y="214"/>
                </a:lnTo>
                <a:lnTo>
                  <a:pt x="387" y="214"/>
                </a:lnTo>
                <a:lnTo>
                  <a:pt x="389" y="214"/>
                </a:lnTo>
                <a:lnTo>
                  <a:pt x="391" y="213"/>
                </a:lnTo>
                <a:lnTo>
                  <a:pt x="394" y="213"/>
                </a:lnTo>
                <a:lnTo>
                  <a:pt x="395" y="211"/>
                </a:lnTo>
                <a:lnTo>
                  <a:pt x="398" y="210"/>
                </a:lnTo>
                <a:lnTo>
                  <a:pt x="400" y="207"/>
                </a:lnTo>
                <a:lnTo>
                  <a:pt x="403" y="204"/>
                </a:lnTo>
                <a:lnTo>
                  <a:pt x="410" y="197"/>
                </a:lnTo>
                <a:lnTo>
                  <a:pt x="417" y="188"/>
                </a:lnTo>
                <a:lnTo>
                  <a:pt x="424" y="179"/>
                </a:lnTo>
                <a:lnTo>
                  <a:pt x="431" y="170"/>
                </a:lnTo>
                <a:lnTo>
                  <a:pt x="435" y="164"/>
                </a:lnTo>
                <a:lnTo>
                  <a:pt x="439" y="159"/>
                </a:lnTo>
                <a:lnTo>
                  <a:pt x="442" y="150"/>
                </a:lnTo>
                <a:lnTo>
                  <a:pt x="444" y="141"/>
                </a:lnTo>
                <a:lnTo>
                  <a:pt x="446" y="137"/>
                </a:lnTo>
                <a:lnTo>
                  <a:pt x="447" y="134"/>
                </a:lnTo>
                <a:lnTo>
                  <a:pt x="448" y="131"/>
                </a:lnTo>
                <a:lnTo>
                  <a:pt x="450" y="130"/>
                </a:lnTo>
                <a:lnTo>
                  <a:pt x="451" y="128"/>
                </a:lnTo>
                <a:lnTo>
                  <a:pt x="454" y="126"/>
                </a:lnTo>
                <a:lnTo>
                  <a:pt x="457" y="127"/>
                </a:lnTo>
                <a:lnTo>
                  <a:pt x="461" y="127"/>
                </a:lnTo>
                <a:lnTo>
                  <a:pt x="465" y="128"/>
                </a:lnTo>
                <a:lnTo>
                  <a:pt x="469" y="129"/>
                </a:lnTo>
                <a:lnTo>
                  <a:pt x="471" y="132"/>
                </a:lnTo>
                <a:lnTo>
                  <a:pt x="473" y="134"/>
                </a:lnTo>
                <a:lnTo>
                  <a:pt x="475" y="138"/>
                </a:lnTo>
                <a:lnTo>
                  <a:pt x="478" y="140"/>
                </a:lnTo>
                <a:lnTo>
                  <a:pt x="478" y="144"/>
                </a:lnTo>
                <a:lnTo>
                  <a:pt x="479" y="147"/>
                </a:lnTo>
                <a:lnTo>
                  <a:pt x="479" y="151"/>
                </a:lnTo>
                <a:lnTo>
                  <a:pt x="478" y="155"/>
                </a:lnTo>
                <a:lnTo>
                  <a:pt x="478" y="162"/>
                </a:lnTo>
                <a:lnTo>
                  <a:pt x="478" y="168"/>
                </a:lnTo>
                <a:lnTo>
                  <a:pt x="480" y="169"/>
                </a:lnTo>
                <a:lnTo>
                  <a:pt x="483" y="170"/>
                </a:lnTo>
                <a:lnTo>
                  <a:pt x="486" y="168"/>
                </a:lnTo>
                <a:lnTo>
                  <a:pt x="491" y="166"/>
                </a:lnTo>
                <a:lnTo>
                  <a:pt x="498" y="162"/>
                </a:lnTo>
                <a:lnTo>
                  <a:pt x="506" y="159"/>
                </a:lnTo>
                <a:lnTo>
                  <a:pt x="511" y="158"/>
                </a:lnTo>
                <a:lnTo>
                  <a:pt x="515" y="156"/>
                </a:lnTo>
                <a:lnTo>
                  <a:pt x="519" y="155"/>
                </a:lnTo>
                <a:lnTo>
                  <a:pt x="523" y="154"/>
                </a:lnTo>
                <a:lnTo>
                  <a:pt x="527" y="154"/>
                </a:lnTo>
                <a:lnTo>
                  <a:pt x="531" y="154"/>
                </a:lnTo>
                <a:lnTo>
                  <a:pt x="535" y="154"/>
                </a:lnTo>
                <a:lnTo>
                  <a:pt x="537" y="155"/>
                </a:lnTo>
                <a:lnTo>
                  <a:pt x="539" y="156"/>
                </a:lnTo>
                <a:lnTo>
                  <a:pt x="542" y="158"/>
                </a:lnTo>
                <a:lnTo>
                  <a:pt x="544" y="159"/>
                </a:lnTo>
                <a:lnTo>
                  <a:pt x="547" y="162"/>
                </a:lnTo>
                <a:lnTo>
                  <a:pt x="548" y="164"/>
                </a:lnTo>
                <a:lnTo>
                  <a:pt x="550" y="166"/>
                </a:lnTo>
                <a:lnTo>
                  <a:pt x="551" y="170"/>
                </a:lnTo>
                <a:lnTo>
                  <a:pt x="551" y="174"/>
                </a:lnTo>
                <a:lnTo>
                  <a:pt x="542" y="178"/>
                </a:lnTo>
                <a:lnTo>
                  <a:pt x="531" y="183"/>
                </a:lnTo>
                <a:lnTo>
                  <a:pt x="526" y="186"/>
                </a:lnTo>
                <a:lnTo>
                  <a:pt x="521" y="189"/>
                </a:lnTo>
                <a:lnTo>
                  <a:pt x="516" y="191"/>
                </a:lnTo>
                <a:lnTo>
                  <a:pt x="512" y="194"/>
                </a:lnTo>
                <a:lnTo>
                  <a:pt x="511" y="195"/>
                </a:lnTo>
                <a:lnTo>
                  <a:pt x="509" y="196"/>
                </a:lnTo>
                <a:lnTo>
                  <a:pt x="507" y="196"/>
                </a:lnTo>
                <a:lnTo>
                  <a:pt x="504" y="196"/>
                </a:lnTo>
                <a:lnTo>
                  <a:pt x="502" y="195"/>
                </a:lnTo>
                <a:lnTo>
                  <a:pt x="499" y="195"/>
                </a:lnTo>
                <a:lnTo>
                  <a:pt x="498" y="196"/>
                </a:lnTo>
                <a:lnTo>
                  <a:pt x="495" y="196"/>
                </a:lnTo>
                <a:lnTo>
                  <a:pt x="488" y="200"/>
                </a:lnTo>
                <a:lnTo>
                  <a:pt x="479" y="203"/>
                </a:lnTo>
                <a:lnTo>
                  <a:pt x="471" y="207"/>
                </a:lnTo>
                <a:lnTo>
                  <a:pt x="464" y="210"/>
                </a:lnTo>
                <a:lnTo>
                  <a:pt x="460" y="211"/>
                </a:lnTo>
                <a:lnTo>
                  <a:pt x="455" y="212"/>
                </a:lnTo>
                <a:lnTo>
                  <a:pt x="451" y="213"/>
                </a:lnTo>
                <a:lnTo>
                  <a:pt x="446" y="213"/>
                </a:lnTo>
                <a:lnTo>
                  <a:pt x="439" y="215"/>
                </a:lnTo>
                <a:lnTo>
                  <a:pt x="431" y="219"/>
                </a:lnTo>
                <a:lnTo>
                  <a:pt x="427" y="221"/>
                </a:lnTo>
                <a:lnTo>
                  <a:pt x="423" y="223"/>
                </a:lnTo>
                <a:lnTo>
                  <a:pt x="419" y="225"/>
                </a:lnTo>
                <a:lnTo>
                  <a:pt x="417" y="226"/>
                </a:lnTo>
                <a:lnTo>
                  <a:pt x="413" y="230"/>
                </a:lnTo>
                <a:lnTo>
                  <a:pt x="409" y="234"/>
                </a:lnTo>
                <a:lnTo>
                  <a:pt x="405" y="238"/>
                </a:lnTo>
                <a:lnTo>
                  <a:pt x="402" y="243"/>
                </a:lnTo>
                <a:lnTo>
                  <a:pt x="395" y="253"/>
                </a:lnTo>
                <a:lnTo>
                  <a:pt x="389" y="263"/>
                </a:lnTo>
                <a:lnTo>
                  <a:pt x="383" y="273"/>
                </a:lnTo>
                <a:lnTo>
                  <a:pt x="378" y="282"/>
                </a:lnTo>
                <a:lnTo>
                  <a:pt x="375" y="287"/>
                </a:lnTo>
                <a:lnTo>
                  <a:pt x="371" y="291"/>
                </a:lnTo>
                <a:lnTo>
                  <a:pt x="368" y="295"/>
                </a:lnTo>
                <a:lnTo>
                  <a:pt x="364" y="298"/>
                </a:lnTo>
                <a:lnTo>
                  <a:pt x="363" y="303"/>
                </a:lnTo>
                <a:lnTo>
                  <a:pt x="363" y="309"/>
                </a:lnTo>
                <a:lnTo>
                  <a:pt x="362" y="314"/>
                </a:lnTo>
                <a:lnTo>
                  <a:pt x="361" y="320"/>
                </a:lnTo>
                <a:lnTo>
                  <a:pt x="359" y="326"/>
                </a:lnTo>
                <a:lnTo>
                  <a:pt x="359" y="332"/>
                </a:lnTo>
                <a:lnTo>
                  <a:pt x="359" y="334"/>
                </a:lnTo>
                <a:lnTo>
                  <a:pt x="359" y="337"/>
                </a:lnTo>
                <a:lnTo>
                  <a:pt x="359" y="338"/>
                </a:lnTo>
                <a:lnTo>
                  <a:pt x="360" y="340"/>
                </a:lnTo>
                <a:lnTo>
                  <a:pt x="363" y="342"/>
                </a:lnTo>
                <a:lnTo>
                  <a:pt x="364" y="345"/>
                </a:lnTo>
                <a:lnTo>
                  <a:pt x="367" y="345"/>
                </a:lnTo>
                <a:lnTo>
                  <a:pt x="371" y="344"/>
                </a:lnTo>
                <a:lnTo>
                  <a:pt x="374" y="343"/>
                </a:lnTo>
                <a:lnTo>
                  <a:pt x="378" y="342"/>
                </a:lnTo>
                <a:lnTo>
                  <a:pt x="383" y="340"/>
                </a:lnTo>
                <a:lnTo>
                  <a:pt x="390" y="337"/>
                </a:lnTo>
                <a:lnTo>
                  <a:pt x="401" y="330"/>
                </a:lnTo>
                <a:lnTo>
                  <a:pt x="411" y="324"/>
                </a:lnTo>
                <a:lnTo>
                  <a:pt x="415" y="322"/>
                </a:lnTo>
                <a:lnTo>
                  <a:pt x="418" y="322"/>
                </a:lnTo>
                <a:lnTo>
                  <a:pt x="422" y="321"/>
                </a:lnTo>
                <a:lnTo>
                  <a:pt x="425" y="320"/>
                </a:lnTo>
                <a:lnTo>
                  <a:pt x="428" y="320"/>
                </a:lnTo>
                <a:lnTo>
                  <a:pt x="431" y="318"/>
                </a:lnTo>
                <a:lnTo>
                  <a:pt x="435" y="318"/>
                </a:lnTo>
                <a:lnTo>
                  <a:pt x="439" y="316"/>
                </a:lnTo>
                <a:lnTo>
                  <a:pt x="442" y="314"/>
                </a:lnTo>
                <a:lnTo>
                  <a:pt x="446" y="312"/>
                </a:lnTo>
                <a:lnTo>
                  <a:pt x="450" y="310"/>
                </a:lnTo>
                <a:lnTo>
                  <a:pt x="454" y="308"/>
                </a:lnTo>
                <a:lnTo>
                  <a:pt x="457" y="307"/>
                </a:lnTo>
                <a:lnTo>
                  <a:pt x="461" y="306"/>
                </a:lnTo>
                <a:lnTo>
                  <a:pt x="464" y="306"/>
                </a:lnTo>
                <a:lnTo>
                  <a:pt x="468" y="306"/>
                </a:lnTo>
                <a:lnTo>
                  <a:pt x="478" y="299"/>
                </a:lnTo>
                <a:lnTo>
                  <a:pt x="487" y="293"/>
                </a:lnTo>
                <a:lnTo>
                  <a:pt x="498" y="286"/>
                </a:lnTo>
                <a:lnTo>
                  <a:pt x="507" y="279"/>
                </a:lnTo>
                <a:lnTo>
                  <a:pt x="508" y="279"/>
                </a:lnTo>
                <a:lnTo>
                  <a:pt x="510" y="278"/>
                </a:lnTo>
                <a:lnTo>
                  <a:pt x="511" y="278"/>
                </a:lnTo>
                <a:lnTo>
                  <a:pt x="514" y="278"/>
                </a:lnTo>
                <a:lnTo>
                  <a:pt x="519" y="278"/>
                </a:lnTo>
                <a:lnTo>
                  <a:pt x="523" y="278"/>
                </a:lnTo>
                <a:lnTo>
                  <a:pt x="534" y="279"/>
                </a:lnTo>
                <a:lnTo>
                  <a:pt x="543" y="279"/>
                </a:lnTo>
                <a:lnTo>
                  <a:pt x="543" y="281"/>
                </a:lnTo>
                <a:lnTo>
                  <a:pt x="544" y="282"/>
                </a:lnTo>
                <a:lnTo>
                  <a:pt x="546" y="283"/>
                </a:lnTo>
                <a:lnTo>
                  <a:pt x="547" y="285"/>
                </a:lnTo>
                <a:lnTo>
                  <a:pt x="551" y="287"/>
                </a:lnTo>
                <a:lnTo>
                  <a:pt x="554" y="289"/>
                </a:lnTo>
                <a:lnTo>
                  <a:pt x="554" y="292"/>
                </a:lnTo>
                <a:lnTo>
                  <a:pt x="554" y="296"/>
                </a:lnTo>
                <a:lnTo>
                  <a:pt x="550" y="298"/>
                </a:lnTo>
                <a:lnTo>
                  <a:pt x="546" y="302"/>
                </a:lnTo>
                <a:lnTo>
                  <a:pt x="542" y="305"/>
                </a:lnTo>
                <a:lnTo>
                  <a:pt x="538" y="308"/>
                </a:lnTo>
                <a:lnTo>
                  <a:pt x="533" y="309"/>
                </a:lnTo>
                <a:lnTo>
                  <a:pt x="528" y="310"/>
                </a:lnTo>
                <a:lnTo>
                  <a:pt x="524" y="311"/>
                </a:lnTo>
                <a:lnTo>
                  <a:pt x="519" y="312"/>
                </a:lnTo>
                <a:lnTo>
                  <a:pt x="516" y="314"/>
                </a:lnTo>
                <a:lnTo>
                  <a:pt x="513" y="315"/>
                </a:lnTo>
                <a:lnTo>
                  <a:pt x="511" y="318"/>
                </a:lnTo>
                <a:lnTo>
                  <a:pt x="508" y="319"/>
                </a:lnTo>
                <a:lnTo>
                  <a:pt x="504" y="319"/>
                </a:lnTo>
                <a:lnTo>
                  <a:pt x="501" y="319"/>
                </a:lnTo>
                <a:lnTo>
                  <a:pt x="495" y="322"/>
                </a:lnTo>
                <a:lnTo>
                  <a:pt x="488" y="324"/>
                </a:lnTo>
                <a:lnTo>
                  <a:pt x="481" y="327"/>
                </a:lnTo>
                <a:lnTo>
                  <a:pt x="475" y="329"/>
                </a:lnTo>
                <a:lnTo>
                  <a:pt x="472" y="329"/>
                </a:lnTo>
                <a:lnTo>
                  <a:pt x="470" y="329"/>
                </a:lnTo>
                <a:lnTo>
                  <a:pt x="467" y="329"/>
                </a:lnTo>
                <a:lnTo>
                  <a:pt x="464" y="329"/>
                </a:lnTo>
                <a:lnTo>
                  <a:pt x="454" y="334"/>
                </a:lnTo>
                <a:lnTo>
                  <a:pt x="443" y="341"/>
                </a:lnTo>
                <a:lnTo>
                  <a:pt x="431" y="346"/>
                </a:lnTo>
                <a:lnTo>
                  <a:pt x="420" y="351"/>
                </a:lnTo>
                <a:lnTo>
                  <a:pt x="411" y="354"/>
                </a:lnTo>
                <a:lnTo>
                  <a:pt x="402" y="357"/>
                </a:lnTo>
                <a:lnTo>
                  <a:pt x="392" y="359"/>
                </a:lnTo>
                <a:lnTo>
                  <a:pt x="383" y="362"/>
                </a:lnTo>
                <a:lnTo>
                  <a:pt x="378" y="363"/>
                </a:lnTo>
                <a:lnTo>
                  <a:pt x="374" y="365"/>
                </a:lnTo>
                <a:lnTo>
                  <a:pt x="370" y="367"/>
                </a:lnTo>
                <a:lnTo>
                  <a:pt x="365" y="368"/>
                </a:lnTo>
                <a:lnTo>
                  <a:pt x="362" y="371"/>
                </a:lnTo>
                <a:lnTo>
                  <a:pt x="358" y="373"/>
                </a:lnTo>
                <a:lnTo>
                  <a:pt x="355" y="375"/>
                </a:lnTo>
                <a:lnTo>
                  <a:pt x="352" y="379"/>
                </a:lnTo>
                <a:lnTo>
                  <a:pt x="351" y="382"/>
                </a:lnTo>
                <a:lnTo>
                  <a:pt x="349" y="385"/>
                </a:lnTo>
                <a:lnTo>
                  <a:pt x="347" y="390"/>
                </a:lnTo>
                <a:lnTo>
                  <a:pt x="346" y="395"/>
                </a:lnTo>
                <a:lnTo>
                  <a:pt x="344" y="405"/>
                </a:lnTo>
                <a:lnTo>
                  <a:pt x="343" y="416"/>
                </a:lnTo>
                <a:lnTo>
                  <a:pt x="343" y="427"/>
                </a:lnTo>
                <a:lnTo>
                  <a:pt x="341" y="439"/>
                </a:lnTo>
                <a:lnTo>
                  <a:pt x="340" y="444"/>
                </a:lnTo>
                <a:lnTo>
                  <a:pt x="339" y="449"/>
                </a:lnTo>
                <a:lnTo>
                  <a:pt x="339" y="453"/>
                </a:lnTo>
                <a:lnTo>
                  <a:pt x="337" y="457"/>
                </a:lnTo>
                <a:lnTo>
                  <a:pt x="337" y="461"/>
                </a:lnTo>
                <a:lnTo>
                  <a:pt x="337" y="465"/>
                </a:lnTo>
                <a:lnTo>
                  <a:pt x="337" y="469"/>
                </a:lnTo>
                <a:lnTo>
                  <a:pt x="336" y="473"/>
                </a:lnTo>
                <a:lnTo>
                  <a:pt x="339" y="476"/>
                </a:lnTo>
                <a:lnTo>
                  <a:pt x="340" y="479"/>
                </a:lnTo>
                <a:lnTo>
                  <a:pt x="346" y="479"/>
                </a:lnTo>
                <a:lnTo>
                  <a:pt x="353" y="479"/>
                </a:lnTo>
                <a:lnTo>
                  <a:pt x="362" y="477"/>
                </a:lnTo>
                <a:lnTo>
                  <a:pt x="371" y="476"/>
                </a:lnTo>
                <a:lnTo>
                  <a:pt x="379" y="475"/>
                </a:lnTo>
                <a:lnTo>
                  <a:pt x="387" y="475"/>
                </a:lnTo>
                <a:lnTo>
                  <a:pt x="390" y="475"/>
                </a:lnTo>
                <a:lnTo>
                  <a:pt x="393" y="475"/>
                </a:lnTo>
                <a:lnTo>
                  <a:pt x="395" y="476"/>
                </a:lnTo>
                <a:lnTo>
                  <a:pt x="397" y="477"/>
                </a:lnTo>
                <a:lnTo>
                  <a:pt x="401" y="480"/>
                </a:lnTo>
                <a:lnTo>
                  <a:pt x="405" y="483"/>
                </a:lnTo>
                <a:lnTo>
                  <a:pt x="410" y="487"/>
                </a:lnTo>
                <a:lnTo>
                  <a:pt x="415" y="490"/>
                </a:lnTo>
                <a:lnTo>
                  <a:pt x="415" y="493"/>
                </a:lnTo>
                <a:lnTo>
                  <a:pt x="415" y="495"/>
                </a:lnTo>
                <a:lnTo>
                  <a:pt x="415" y="497"/>
                </a:lnTo>
                <a:lnTo>
                  <a:pt x="414" y="499"/>
                </a:lnTo>
                <a:lnTo>
                  <a:pt x="413" y="502"/>
                </a:lnTo>
                <a:lnTo>
                  <a:pt x="412" y="503"/>
                </a:lnTo>
                <a:lnTo>
                  <a:pt x="411" y="506"/>
                </a:lnTo>
                <a:lnTo>
                  <a:pt x="410" y="507"/>
                </a:lnTo>
                <a:lnTo>
                  <a:pt x="407" y="511"/>
                </a:lnTo>
                <a:lnTo>
                  <a:pt x="404" y="513"/>
                </a:lnTo>
                <a:lnTo>
                  <a:pt x="401" y="516"/>
                </a:lnTo>
                <a:lnTo>
                  <a:pt x="397" y="519"/>
                </a:lnTo>
                <a:lnTo>
                  <a:pt x="381" y="527"/>
                </a:lnTo>
                <a:lnTo>
                  <a:pt x="367" y="535"/>
                </a:lnTo>
                <a:lnTo>
                  <a:pt x="361" y="535"/>
                </a:lnTo>
                <a:lnTo>
                  <a:pt x="357" y="535"/>
                </a:lnTo>
                <a:lnTo>
                  <a:pt x="351" y="538"/>
                </a:lnTo>
                <a:lnTo>
                  <a:pt x="345" y="541"/>
                </a:lnTo>
                <a:lnTo>
                  <a:pt x="342" y="543"/>
                </a:lnTo>
                <a:lnTo>
                  <a:pt x="339" y="544"/>
                </a:lnTo>
                <a:lnTo>
                  <a:pt x="337" y="547"/>
                </a:lnTo>
                <a:lnTo>
                  <a:pt x="335" y="549"/>
                </a:lnTo>
                <a:lnTo>
                  <a:pt x="334" y="551"/>
                </a:lnTo>
                <a:lnTo>
                  <a:pt x="334" y="553"/>
                </a:lnTo>
                <a:lnTo>
                  <a:pt x="333" y="555"/>
                </a:lnTo>
                <a:lnTo>
                  <a:pt x="334" y="557"/>
                </a:lnTo>
                <a:lnTo>
                  <a:pt x="335" y="561"/>
                </a:lnTo>
                <a:lnTo>
                  <a:pt x="335" y="566"/>
                </a:lnTo>
                <a:lnTo>
                  <a:pt x="337" y="571"/>
                </a:lnTo>
                <a:lnTo>
                  <a:pt x="337" y="575"/>
                </a:lnTo>
                <a:lnTo>
                  <a:pt x="337" y="578"/>
                </a:lnTo>
                <a:lnTo>
                  <a:pt x="337" y="581"/>
                </a:lnTo>
                <a:lnTo>
                  <a:pt x="337" y="583"/>
                </a:lnTo>
                <a:lnTo>
                  <a:pt x="336" y="586"/>
                </a:lnTo>
                <a:lnTo>
                  <a:pt x="335" y="589"/>
                </a:lnTo>
                <a:lnTo>
                  <a:pt x="335" y="591"/>
                </a:lnTo>
                <a:lnTo>
                  <a:pt x="335" y="595"/>
                </a:lnTo>
                <a:lnTo>
                  <a:pt x="335" y="597"/>
                </a:lnTo>
                <a:lnTo>
                  <a:pt x="335" y="603"/>
                </a:lnTo>
                <a:lnTo>
                  <a:pt x="335" y="609"/>
                </a:lnTo>
                <a:lnTo>
                  <a:pt x="338" y="621"/>
                </a:lnTo>
                <a:lnTo>
                  <a:pt x="340" y="631"/>
                </a:lnTo>
                <a:lnTo>
                  <a:pt x="341" y="635"/>
                </a:lnTo>
                <a:lnTo>
                  <a:pt x="342" y="641"/>
                </a:lnTo>
                <a:lnTo>
                  <a:pt x="343" y="648"/>
                </a:lnTo>
                <a:lnTo>
                  <a:pt x="343" y="655"/>
                </a:lnTo>
                <a:lnTo>
                  <a:pt x="343" y="671"/>
                </a:lnTo>
                <a:lnTo>
                  <a:pt x="343" y="680"/>
                </a:lnTo>
                <a:lnTo>
                  <a:pt x="342" y="683"/>
                </a:lnTo>
                <a:lnTo>
                  <a:pt x="342" y="687"/>
                </a:lnTo>
                <a:lnTo>
                  <a:pt x="341" y="690"/>
                </a:lnTo>
                <a:lnTo>
                  <a:pt x="340" y="693"/>
                </a:lnTo>
                <a:lnTo>
                  <a:pt x="343" y="699"/>
                </a:lnTo>
                <a:lnTo>
                  <a:pt x="343" y="704"/>
                </a:lnTo>
                <a:lnTo>
                  <a:pt x="344" y="707"/>
                </a:lnTo>
                <a:lnTo>
                  <a:pt x="344" y="710"/>
                </a:lnTo>
                <a:lnTo>
                  <a:pt x="343" y="713"/>
                </a:lnTo>
                <a:lnTo>
                  <a:pt x="343" y="716"/>
                </a:lnTo>
                <a:lnTo>
                  <a:pt x="342" y="721"/>
                </a:lnTo>
                <a:lnTo>
                  <a:pt x="342" y="726"/>
                </a:lnTo>
                <a:lnTo>
                  <a:pt x="342" y="730"/>
                </a:lnTo>
                <a:lnTo>
                  <a:pt x="342" y="735"/>
                </a:lnTo>
                <a:lnTo>
                  <a:pt x="342" y="743"/>
                </a:lnTo>
                <a:lnTo>
                  <a:pt x="342" y="750"/>
                </a:lnTo>
                <a:lnTo>
                  <a:pt x="341" y="753"/>
                </a:lnTo>
                <a:lnTo>
                  <a:pt x="340" y="755"/>
                </a:lnTo>
                <a:lnTo>
                  <a:pt x="339" y="757"/>
                </a:lnTo>
                <a:lnTo>
                  <a:pt x="339" y="758"/>
                </a:lnTo>
                <a:lnTo>
                  <a:pt x="338" y="759"/>
                </a:lnTo>
                <a:lnTo>
                  <a:pt x="337" y="759"/>
                </a:lnTo>
                <a:lnTo>
                  <a:pt x="335" y="760"/>
                </a:lnTo>
                <a:lnTo>
                  <a:pt x="334" y="761"/>
                </a:lnTo>
                <a:lnTo>
                  <a:pt x="332" y="762"/>
                </a:lnTo>
                <a:lnTo>
                  <a:pt x="330" y="762"/>
                </a:lnTo>
                <a:lnTo>
                  <a:pt x="326" y="763"/>
                </a:lnTo>
                <a:lnTo>
                  <a:pt x="319" y="763"/>
                </a:lnTo>
                <a:lnTo>
                  <a:pt x="315" y="757"/>
                </a:lnTo>
                <a:lnTo>
                  <a:pt x="312" y="751"/>
                </a:lnTo>
                <a:lnTo>
                  <a:pt x="309" y="744"/>
                </a:lnTo>
                <a:lnTo>
                  <a:pt x="306" y="736"/>
                </a:lnTo>
                <a:lnTo>
                  <a:pt x="302" y="736"/>
                </a:lnTo>
                <a:lnTo>
                  <a:pt x="299" y="736"/>
                </a:lnTo>
                <a:lnTo>
                  <a:pt x="296" y="737"/>
                </a:lnTo>
                <a:lnTo>
                  <a:pt x="292" y="737"/>
                </a:lnTo>
                <a:lnTo>
                  <a:pt x="290" y="734"/>
                </a:lnTo>
                <a:lnTo>
                  <a:pt x="290" y="730"/>
                </a:lnTo>
                <a:lnTo>
                  <a:pt x="288" y="726"/>
                </a:lnTo>
                <a:lnTo>
                  <a:pt x="287" y="723"/>
                </a:lnTo>
                <a:lnTo>
                  <a:pt x="281" y="716"/>
                </a:lnTo>
                <a:lnTo>
                  <a:pt x="276" y="711"/>
                </a:lnTo>
                <a:lnTo>
                  <a:pt x="275" y="709"/>
                </a:lnTo>
                <a:lnTo>
                  <a:pt x="274" y="707"/>
                </a:lnTo>
                <a:lnTo>
                  <a:pt x="274" y="705"/>
                </a:lnTo>
                <a:lnTo>
                  <a:pt x="273" y="703"/>
                </a:lnTo>
                <a:lnTo>
                  <a:pt x="272" y="700"/>
                </a:lnTo>
                <a:lnTo>
                  <a:pt x="272" y="697"/>
                </a:lnTo>
                <a:lnTo>
                  <a:pt x="272" y="694"/>
                </a:lnTo>
                <a:lnTo>
                  <a:pt x="271" y="690"/>
                </a:lnTo>
                <a:lnTo>
                  <a:pt x="275" y="688"/>
                </a:lnTo>
                <a:lnTo>
                  <a:pt x="278" y="686"/>
                </a:lnTo>
                <a:lnTo>
                  <a:pt x="281" y="684"/>
                </a:lnTo>
                <a:lnTo>
                  <a:pt x="283" y="682"/>
                </a:lnTo>
                <a:lnTo>
                  <a:pt x="286" y="679"/>
                </a:lnTo>
                <a:lnTo>
                  <a:pt x="288" y="676"/>
                </a:lnTo>
                <a:lnTo>
                  <a:pt x="290" y="673"/>
                </a:lnTo>
                <a:lnTo>
                  <a:pt x="292" y="670"/>
                </a:lnTo>
                <a:lnTo>
                  <a:pt x="294" y="667"/>
                </a:lnTo>
                <a:lnTo>
                  <a:pt x="295" y="663"/>
                </a:lnTo>
                <a:lnTo>
                  <a:pt x="296" y="659"/>
                </a:lnTo>
                <a:lnTo>
                  <a:pt x="298" y="656"/>
                </a:lnTo>
                <a:lnTo>
                  <a:pt x="299" y="648"/>
                </a:lnTo>
                <a:lnTo>
                  <a:pt x="301" y="640"/>
                </a:lnTo>
                <a:lnTo>
                  <a:pt x="302" y="632"/>
                </a:lnTo>
                <a:lnTo>
                  <a:pt x="302" y="623"/>
                </a:lnTo>
                <a:lnTo>
                  <a:pt x="302" y="615"/>
                </a:lnTo>
                <a:lnTo>
                  <a:pt x="302" y="606"/>
                </a:lnTo>
                <a:lnTo>
                  <a:pt x="301" y="589"/>
                </a:lnTo>
                <a:lnTo>
                  <a:pt x="299" y="572"/>
                </a:lnTo>
                <a:lnTo>
                  <a:pt x="298" y="571"/>
                </a:lnTo>
                <a:lnTo>
                  <a:pt x="296" y="571"/>
                </a:lnTo>
                <a:lnTo>
                  <a:pt x="295" y="571"/>
                </a:lnTo>
                <a:lnTo>
                  <a:pt x="292" y="570"/>
                </a:lnTo>
                <a:lnTo>
                  <a:pt x="290" y="569"/>
                </a:lnTo>
                <a:lnTo>
                  <a:pt x="289" y="569"/>
                </a:lnTo>
                <a:lnTo>
                  <a:pt x="287" y="569"/>
                </a:lnTo>
                <a:lnTo>
                  <a:pt x="286" y="569"/>
                </a:lnTo>
                <a:lnTo>
                  <a:pt x="283" y="569"/>
                </a:lnTo>
                <a:lnTo>
                  <a:pt x="282" y="569"/>
                </a:lnTo>
                <a:lnTo>
                  <a:pt x="280" y="570"/>
                </a:lnTo>
                <a:lnTo>
                  <a:pt x="278" y="571"/>
                </a:lnTo>
                <a:lnTo>
                  <a:pt x="274" y="572"/>
                </a:lnTo>
                <a:lnTo>
                  <a:pt x="270" y="575"/>
                </a:lnTo>
                <a:lnTo>
                  <a:pt x="266" y="578"/>
                </a:lnTo>
                <a:lnTo>
                  <a:pt x="262" y="581"/>
                </a:lnTo>
                <a:lnTo>
                  <a:pt x="259" y="584"/>
                </a:lnTo>
                <a:lnTo>
                  <a:pt x="256" y="588"/>
                </a:lnTo>
                <a:lnTo>
                  <a:pt x="253" y="591"/>
                </a:lnTo>
                <a:lnTo>
                  <a:pt x="250" y="595"/>
                </a:lnTo>
                <a:lnTo>
                  <a:pt x="247" y="599"/>
                </a:lnTo>
                <a:lnTo>
                  <a:pt x="246" y="602"/>
                </a:lnTo>
                <a:lnTo>
                  <a:pt x="244" y="604"/>
                </a:lnTo>
                <a:lnTo>
                  <a:pt x="243" y="607"/>
                </a:lnTo>
                <a:lnTo>
                  <a:pt x="238" y="607"/>
                </a:lnTo>
                <a:lnTo>
                  <a:pt x="234" y="607"/>
                </a:lnTo>
                <a:lnTo>
                  <a:pt x="229" y="607"/>
                </a:lnTo>
                <a:lnTo>
                  <a:pt x="225" y="607"/>
                </a:lnTo>
                <a:lnTo>
                  <a:pt x="216" y="606"/>
                </a:lnTo>
                <a:lnTo>
                  <a:pt x="206" y="605"/>
                </a:lnTo>
                <a:lnTo>
                  <a:pt x="206" y="602"/>
                </a:lnTo>
                <a:lnTo>
                  <a:pt x="204" y="599"/>
                </a:lnTo>
                <a:lnTo>
                  <a:pt x="202" y="597"/>
                </a:lnTo>
                <a:lnTo>
                  <a:pt x="200" y="595"/>
                </a:lnTo>
                <a:lnTo>
                  <a:pt x="196" y="591"/>
                </a:lnTo>
                <a:lnTo>
                  <a:pt x="192" y="587"/>
                </a:lnTo>
                <a:lnTo>
                  <a:pt x="192" y="583"/>
                </a:lnTo>
                <a:lnTo>
                  <a:pt x="193" y="579"/>
                </a:lnTo>
                <a:lnTo>
                  <a:pt x="194" y="575"/>
                </a:lnTo>
                <a:lnTo>
                  <a:pt x="194" y="571"/>
                </a:lnTo>
                <a:lnTo>
                  <a:pt x="196" y="568"/>
                </a:lnTo>
                <a:lnTo>
                  <a:pt x="198" y="565"/>
                </a:lnTo>
                <a:lnTo>
                  <a:pt x="200" y="562"/>
                </a:lnTo>
                <a:lnTo>
                  <a:pt x="202" y="559"/>
                </a:lnTo>
                <a:lnTo>
                  <a:pt x="205" y="556"/>
                </a:lnTo>
                <a:lnTo>
                  <a:pt x="207" y="554"/>
                </a:lnTo>
                <a:lnTo>
                  <a:pt x="210" y="551"/>
                </a:lnTo>
                <a:lnTo>
                  <a:pt x="214" y="548"/>
                </a:lnTo>
                <a:lnTo>
                  <a:pt x="220" y="544"/>
                </a:lnTo>
                <a:lnTo>
                  <a:pt x="226" y="539"/>
                </a:lnTo>
                <a:lnTo>
                  <a:pt x="234" y="535"/>
                </a:lnTo>
                <a:lnTo>
                  <a:pt x="242" y="532"/>
                </a:lnTo>
                <a:lnTo>
                  <a:pt x="249" y="529"/>
                </a:lnTo>
                <a:lnTo>
                  <a:pt x="257" y="526"/>
                </a:lnTo>
                <a:lnTo>
                  <a:pt x="264" y="522"/>
                </a:lnTo>
                <a:lnTo>
                  <a:pt x="270" y="519"/>
                </a:lnTo>
                <a:lnTo>
                  <a:pt x="277" y="515"/>
                </a:lnTo>
                <a:lnTo>
                  <a:pt x="282" y="511"/>
                </a:lnTo>
                <a:lnTo>
                  <a:pt x="286" y="509"/>
                </a:lnTo>
                <a:lnTo>
                  <a:pt x="290" y="507"/>
                </a:lnTo>
                <a:lnTo>
                  <a:pt x="294" y="507"/>
                </a:lnTo>
                <a:lnTo>
                  <a:pt x="297" y="506"/>
                </a:lnTo>
                <a:lnTo>
                  <a:pt x="300" y="503"/>
                </a:lnTo>
                <a:lnTo>
                  <a:pt x="303" y="502"/>
                </a:lnTo>
                <a:lnTo>
                  <a:pt x="304" y="501"/>
                </a:lnTo>
                <a:lnTo>
                  <a:pt x="306" y="499"/>
                </a:lnTo>
                <a:lnTo>
                  <a:pt x="306" y="498"/>
                </a:lnTo>
                <a:lnTo>
                  <a:pt x="308" y="495"/>
                </a:lnTo>
                <a:lnTo>
                  <a:pt x="307" y="491"/>
                </a:lnTo>
                <a:lnTo>
                  <a:pt x="307" y="485"/>
                </a:lnTo>
                <a:lnTo>
                  <a:pt x="307" y="479"/>
                </a:lnTo>
                <a:lnTo>
                  <a:pt x="307" y="475"/>
                </a:lnTo>
                <a:lnTo>
                  <a:pt x="309" y="465"/>
                </a:lnTo>
                <a:lnTo>
                  <a:pt x="310" y="453"/>
                </a:lnTo>
                <a:lnTo>
                  <a:pt x="312" y="447"/>
                </a:lnTo>
                <a:lnTo>
                  <a:pt x="312" y="439"/>
                </a:lnTo>
                <a:lnTo>
                  <a:pt x="313" y="433"/>
                </a:lnTo>
                <a:lnTo>
                  <a:pt x="314" y="426"/>
                </a:lnTo>
                <a:lnTo>
                  <a:pt x="314" y="419"/>
                </a:lnTo>
                <a:lnTo>
                  <a:pt x="314" y="413"/>
                </a:lnTo>
                <a:lnTo>
                  <a:pt x="313" y="407"/>
                </a:lnTo>
                <a:lnTo>
                  <a:pt x="312" y="403"/>
                </a:lnTo>
                <a:lnTo>
                  <a:pt x="311" y="400"/>
                </a:lnTo>
                <a:lnTo>
                  <a:pt x="310" y="398"/>
                </a:lnTo>
                <a:lnTo>
                  <a:pt x="309" y="396"/>
                </a:lnTo>
                <a:lnTo>
                  <a:pt x="308" y="395"/>
                </a:lnTo>
                <a:lnTo>
                  <a:pt x="307" y="394"/>
                </a:lnTo>
                <a:lnTo>
                  <a:pt x="305" y="392"/>
                </a:lnTo>
                <a:lnTo>
                  <a:pt x="304" y="392"/>
                </a:lnTo>
                <a:lnTo>
                  <a:pt x="302" y="391"/>
                </a:lnTo>
                <a:lnTo>
                  <a:pt x="301" y="392"/>
                </a:lnTo>
                <a:lnTo>
                  <a:pt x="299" y="393"/>
                </a:lnTo>
                <a:lnTo>
                  <a:pt x="298" y="393"/>
                </a:lnTo>
                <a:lnTo>
                  <a:pt x="296" y="393"/>
                </a:lnTo>
                <a:lnTo>
                  <a:pt x="294" y="393"/>
                </a:lnTo>
                <a:lnTo>
                  <a:pt x="293" y="393"/>
                </a:lnTo>
                <a:lnTo>
                  <a:pt x="291" y="393"/>
                </a:lnTo>
                <a:lnTo>
                  <a:pt x="290" y="394"/>
                </a:lnTo>
                <a:lnTo>
                  <a:pt x="283" y="398"/>
                </a:lnTo>
                <a:lnTo>
                  <a:pt x="278" y="402"/>
                </a:lnTo>
                <a:lnTo>
                  <a:pt x="272" y="406"/>
                </a:lnTo>
                <a:lnTo>
                  <a:pt x="266" y="410"/>
                </a:lnTo>
                <a:lnTo>
                  <a:pt x="262" y="410"/>
                </a:lnTo>
                <a:lnTo>
                  <a:pt x="257" y="410"/>
                </a:lnTo>
                <a:lnTo>
                  <a:pt x="255" y="411"/>
                </a:lnTo>
                <a:lnTo>
                  <a:pt x="254" y="411"/>
                </a:lnTo>
                <a:lnTo>
                  <a:pt x="253" y="413"/>
                </a:lnTo>
                <a:lnTo>
                  <a:pt x="252" y="415"/>
                </a:lnTo>
                <a:lnTo>
                  <a:pt x="250" y="417"/>
                </a:lnTo>
                <a:lnTo>
                  <a:pt x="248" y="419"/>
                </a:lnTo>
                <a:lnTo>
                  <a:pt x="246" y="420"/>
                </a:lnTo>
                <a:lnTo>
                  <a:pt x="244" y="422"/>
                </a:lnTo>
                <a:lnTo>
                  <a:pt x="242" y="423"/>
                </a:lnTo>
                <a:lnTo>
                  <a:pt x="239" y="423"/>
                </a:lnTo>
                <a:lnTo>
                  <a:pt x="237" y="424"/>
                </a:lnTo>
                <a:lnTo>
                  <a:pt x="234" y="424"/>
                </a:lnTo>
                <a:lnTo>
                  <a:pt x="232" y="426"/>
                </a:lnTo>
                <a:lnTo>
                  <a:pt x="230" y="427"/>
                </a:lnTo>
                <a:lnTo>
                  <a:pt x="227" y="430"/>
                </a:lnTo>
                <a:lnTo>
                  <a:pt x="225" y="433"/>
                </a:lnTo>
                <a:lnTo>
                  <a:pt x="222" y="435"/>
                </a:lnTo>
                <a:lnTo>
                  <a:pt x="218" y="435"/>
                </a:lnTo>
                <a:lnTo>
                  <a:pt x="216" y="435"/>
                </a:lnTo>
                <a:lnTo>
                  <a:pt x="214" y="436"/>
                </a:lnTo>
                <a:lnTo>
                  <a:pt x="213" y="437"/>
                </a:lnTo>
                <a:lnTo>
                  <a:pt x="211" y="437"/>
                </a:lnTo>
                <a:lnTo>
                  <a:pt x="202" y="444"/>
                </a:lnTo>
                <a:lnTo>
                  <a:pt x="192" y="452"/>
                </a:lnTo>
                <a:lnTo>
                  <a:pt x="183" y="460"/>
                </a:lnTo>
                <a:lnTo>
                  <a:pt x="174" y="468"/>
                </a:lnTo>
                <a:lnTo>
                  <a:pt x="171" y="468"/>
                </a:lnTo>
                <a:lnTo>
                  <a:pt x="169" y="468"/>
                </a:lnTo>
                <a:lnTo>
                  <a:pt x="163" y="472"/>
                </a:lnTo>
                <a:lnTo>
                  <a:pt x="155" y="479"/>
                </a:lnTo>
                <a:lnTo>
                  <a:pt x="146" y="486"/>
                </a:lnTo>
                <a:lnTo>
                  <a:pt x="141" y="491"/>
                </a:lnTo>
                <a:lnTo>
                  <a:pt x="140" y="492"/>
                </a:lnTo>
                <a:lnTo>
                  <a:pt x="139" y="494"/>
                </a:lnTo>
                <a:lnTo>
                  <a:pt x="138" y="496"/>
                </a:lnTo>
                <a:lnTo>
                  <a:pt x="138" y="498"/>
                </a:lnTo>
                <a:lnTo>
                  <a:pt x="137" y="500"/>
                </a:lnTo>
                <a:lnTo>
                  <a:pt x="136" y="502"/>
                </a:lnTo>
                <a:lnTo>
                  <a:pt x="136" y="504"/>
                </a:lnTo>
                <a:lnTo>
                  <a:pt x="134" y="506"/>
                </a:lnTo>
                <a:lnTo>
                  <a:pt x="131" y="511"/>
                </a:lnTo>
                <a:lnTo>
                  <a:pt x="127" y="515"/>
                </a:lnTo>
                <a:lnTo>
                  <a:pt x="124" y="519"/>
                </a:lnTo>
                <a:lnTo>
                  <a:pt x="120" y="524"/>
                </a:lnTo>
                <a:lnTo>
                  <a:pt x="116" y="528"/>
                </a:lnTo>
                <a:lnTo>
                  <a:pt x="111" y="531"/>
                </a:lnTo>
                <a:lnTo>
                  <a:pt x="106" y="535"/>
                </a:lnTo>
                <a:lnTo>
                  <a:pt x="102" y="539"/>
                </a:lnTo>
                <a:lnTo>
                  <a:pt x="99" y="541"/>
                </a:lnTo>
                <a:lnTo>
                  <a:pt x="96" y="543"/>
                </a:lnTo>
                <a:lnTo>
                  <a:pt x="93" y="543"/>
                </a:lnTo>
                <a:lnTo>
                  <a:pt x="90" y="544"/>
                </a:lnTo>
                <a:lnTo>
                  <a:pt x="82" y="546"/>
                </a:lnTo>
                <a:lnTo>
                  <a:pt x="75" y="547"/>
                </a:lnTo>
                <a:lnTo>
                  <a:pt x="67" y="547"/>
                </a:lnTo>
                <a:lnTo>
                  <a:pt x="60" y="548"/>
                </a:lnTo>
                <a:lnTo>
                  <a:pt x="58" y="549"/>
                </a:lnTo>
                <a:lnTo>
                  <a:pt x="54" y="550"/>
                </a:lnTo>
                <a:lnTo>
                  <a:pt x="52" y="551"/>
                </a:lnTo>
                <a:lnTo>
                  <a:pt x="50" y="552"/>
                </a:lnTo>
                <a:lnTo>
                  <a:pt x="50" y="555"/>
                </a:lnTo>
                <a:lnTo>
                  <a:pt x="49" y="559"/>
                </a:lnTo>
                <a:lnTo>
                  <a:pt x="44" y="559"/>
                </a:lnTo>
                <a:lnTo>
                  <a:pt x="39" y="559"/>
                </a:lnTo>
                <a:lnTo>
                  <a:pt x="34" y="559"/>
                </a:lnTo>
                <a:lnTo>
                  <a:pt x="28" y="558"/>
                </a:lnTo>
                <a:lnTo>
                  <a:pt x="22" y="556"/>
                </a:lnTo>
                <a:lnTo>
                  <a:pt x="18" y="554"/>
                </a:lnTo>
                <a:lnTo>
                  <a:pt x="16" y="553"/>
                </a:lnTo>
                <a:lnTo>
                  <a:pt x="14" y="551"/>
                </a:lnTo>
                <a:lnTo>
                  <a:pt x="13" y="550"/>
                </a:lnTo>
                <a:lnTo>
                  <a:pt x="12" y="549"/>
                </a:lnTo>
                <a:lnTo>
                  <a:pt x="10" y="547"/>
                </a:lnTo>
                <a:lnTo>
                  <a:pt x="9" y="545"/>
                </a:lnTo>
                <a:lnTo>
                  <a:pt x="7" y="541"/>
                </a:lnTo>
                <a:lnTo>
                  <a:pt x="5" y="537"/>
                </a:lnTo>
                <a:lnTo>
                  <a:pt x="3" y="533"/>
                </a:lnTo>
                <a:lnTo>
                  <a:pt x="2" y="529"/>
                </a:lnTo>
                <a:lnTo>
                  <a:pt x="1" y="526"/>
                </a:lnTo>
                <a:lnTo>
                  <a:pt x="0" y="523"/>
                </a:lnTo>
                <a:lnTo>
                  <a:pt x="3" y="522"/>
                </a:lnTo>
                <a:lnTo>
                  <a:pt x="6" y="520"/>
                </a:lnTo>
                <a:lnTo>
                  <a:pt x="9" y="518"/>
                </a:lnTo>
                <a:lnTo>
                  <a:pt x="12" y="516"/>
                </a:lnTo>
                <a:lnTo>
                  <a:pt x="16" y="516"/>
                </a:lnTo>
                <a:lnTo>
                  <a:pt x="21" y="516"/>
                </a:lnTo>
                <a:lnTo>
                  <a:pt x="22" y="515"/>
                </a:lnTo>
                <a:lnTo>
                  <a:pt x="23" y="514"/>
                </a:lnTo>
                <a:lnTo>
                  <a:pt x="25" y="512"/>
                </a:lnTo>
                <a:lnTo>
                  <a:pt x="26" y="511"/>
                </a:lnTo>
                <a:lnTo>
                  <a:pt x="26" y="509"/>
                </a:lnTo>
                <a:lnTo>
                  <a:pt x="27" y="507"/>
                </a:lnTo>
                <a:lnTo>
                  <a:pt x="29" y="506"/>
                </a:lnTo>
                <a:lnTo>
                  <a:pt x="30" y="505"/>
                </a:lnTo>
                <a:lnTo>
                  <a:pt x="34" y="505"/>
                </a:lnTo>
                <a:lnTo>
                  <a:pt x="37" y="505"/>
                </a:lnTo>
                <a:lnTo>
                  <a:pt x="38" y="503"/>
                </a:lnTo>
                <a:lnTo>
                  <a:pt x="39" y="500"/>
                </a:lnTo>
                <a:lnTo>
                  <a:pt x="41" y="499"/>
                </a:lnTo>
                <a:lnTo>
                  <a:pt x="42" y="499"/>
                </a:lnTo>
                <a:lnTo>
                  <a:pt x="44" y="499"/>
                </a:lnTo>
                <a:lnTo>
                  <a:pt x="46" y="499"/>
                </a:lnTo>
                <a:lnTo>
                  <a:pt x="48" y="499"/>
                </a:lnTo>
                <a:lnTo>
                  <a:pt x="50" y="499"/>
                </a:lnTo>
                <a:lnTo>
                  <a:pt x="51" y="499"/>
                </a:lnTo>
                <a:lnTo>
                  <a:pt x="53" y="498"/>
                </a:lnTo>
                <a:lnTo>
                  <a:pt x="55" y="495"/>
                </a:lnTo>
                <a:lnTo>
                  <a:pt x="58" y="491"/>
                </a:lnTo>
                <a:lnTo>
                  <a:pt x="58" y="490"/>
                </a:lnTo>
                <a:lnTo>
                  <a:pt x="60" y="489"/>
                </a:lnTo>
                <a:lnTo>
                  <a:pt x="62" y="488"/>
                </a:lnTo>
                <a:lnTo>
                  <a:pt x="63" y="488"/>
                </a:lnTo>
                <a:lnTo>
                  <a:pt x="66" y="487"/>
                </a:lnTo>
                <a:lnTo>
                  <a:pt x="70" y="487"/>
                </a:lnTo>
                <a:lnTo>
                  <a:pt x="74" y="487"/>
                </a:lnTo>
                <a:lnTo>
                  <a:pt x="78" y="486"/>
                </a:lnTo>
                <a:lnTo>
                  <a:pt x="81" y="485"/>
                </a:lnTo>
                <a:lnTo>
                  <a:pt x="84" y="484"/>
                </a:lnTo>
                <a:lnTo>
                  <a:pt x="86" y="482"/>
                </a:lnTo>
                <a:lnTo>
                  <a:pt x="89" y="479"/>
                </a:lnTo>
                <a:lnTo>
                  <a:pt x="92" y="476"/>
                </a:lnTo>
                <a:lnTo>
                  <a:pt x="94" y="475"/>
                </a:lnTo>
                <a:lnTo>
                  <a:pt x="97" y="474"/>
                </a:lnTo>
                <a:lnTo>
                  <a:pt x="99" y="473"/>
                </a:lnTo>
                <a:lnTo>
                  <a:pt x="102" y="472"/>
                </a:lnTo>
                <a:lnTo>
                  <a:pt x="105" y="471"/>
                </a:lnTo>
                <a:lnTo>
                  <a:pt x="108" y="471"/>
                </a:lnTo>
                <a:lnTo>
                  <a:pt x="111" y="471"/>
                </a:lnTo>
                <a:lnTo>
                  <a:pt x="114" y="469"/>
                </a:lnTo>
                <a:lnTo>
                  <a:pt x="116" y="468"/>
                </a:lnTo>
                <a:lnTo>
                  <a:pt x="117" y="466"/>
                </a:lnTo>
                <a:lnTo>
                  <a:pt x="118" y="463"/>
                </a:lnTo>
                <a:lnTo>
                  <a:pt x="122" y="462"/>
                </a:lnTo>
                <a:lnTo>
                  <a:pt x="126" y="461"/>
                </a:lnTo>
                <a:lnTo>
                  <a:pt x="130" y="459"/>
                </a:lnTo>
                <a:lnTo>
                  <a:pt x="134" y="459"/>
                </a:lnTo>
                <a:lnTo>
                  <a:pt x="138" y="457"/>
                </a:lnTo>
                <a:lnTo>
                  <a:pt x="141" y="455"/>
                </a:lnTo>
                <a:lnTo>
                  <a:pt x="144" y="453"/>
                </a:lnTo>
                <a:lnTo>
                  <a:pt x="146" y="451"/>
                </a:lnTo>
                <a:lnTo>
                  <a:pt x="152" y="447"/>
                </a:lnTo>
                <a:lnTo>
                  <a:pt x="158" y="443"/>
                </a:lnTo>
                <a:lnTo>
                  <a:pt x="160" y="442"/>
                </a:lnTo>
                <a:lnTo>
                  <a:pt x="162" y="441"/>
                </a:lnTo>
                <a:lnTo>
                  <a:pt x="164" y="441"/>
                </a:lnTo>
                <a:lnTo>
                  <a:pt x="166" y="441"/>
                </a:lnTo>
                <a:lnTo>
                  <a:pt x="168" y="441"/>
                </a:lnTo>
                <a:lnTo>
                  <a:pt x="170" y="441"/>
                </a:lnTo>
                <a:lnTo>
                  <a:pt x="171" y="440"/>
                </a:lnTo>
                <a:lnTo>
                  <a:pt x="174" y="439"/>
                </a:lnTo>
                <a:lnTo>
                  <a:pt x="175" y="435"/>
                </a:lnTo>
                <a:lnTo>
                  <a:pt x="178" y="431"/>
                </a:lnTo>
                <a:lnTo>
                  <a:pt x="179" y="430"/>
                </a:lnTo>
                <a:lnTo>
                  <a:pt x="181" y="430"/>
                </a:lnTo>
                <a:lnTo>
                  <a:pt x="182" y="429"/>
                </a:lnTo>
                <a:lnTo>
                  <a:pt x="183" y="429"/>
                </a:lnTo>
                <a:lnTo>
                  <a:pt x="186" y="428"/>
                </a:lnTo>
                <a:lnTo>
                  <a:pt x="189" y="427"/>
                </a:lnTo>
                <a:lnTo>
                  <a:pt x="196" y="423"/>
                </a:lnTo>
                <a:lnTo>
                  <a:pt x="203" y="417"/>
                </a:lnTo>
                <a:lnTo>
                  <a:pt x="206" y="415"/>
                </a:lnTo>
                <a:lnTo>
                  <a:pt x="210" y="411"/>
                </a:lnTo>
                <a:lnTo>
                  <a:pt x="214" y="409"/>
                </a:lnTo>
                <a:lnTo>
                  <a:pt x="217" y="407"/>
                </a:lnTo>
                <a:lnTo>
                  <a:pt x="226" y="403"/>
                </a:lnTo>
                <a:lnTo>
                  <a:pt x="234" y="400"/>
                </a:lnTo>
                <a:lnTo>
                  <a:pt x="242" y="397"/>
                </a:lnTo>
                <a:lnTo>
                  <a:pt x="251" y="395"/>
                </a:lnTo>
                <a:lnTo>
                  <a:pt x="260" y="391"/>
                </a:lnTo>
                <a:lnTo>
                  <a:pt x="268" y="387"/>
                </a:lnTo>
                <a:lnTo>
                  <a:pt x="276" y="383"/>
                </a:lnTo>
                <a:lnTo>
                  <a:pt x="285" y="379"/>
                </a:lnTo>
                <a:lnTo>
                  <a:pt x="287" y="378"/>
                </a:lnTo>
                <a:lnTo>
                  <a:pt x="290" y="377"/>
                </a:lnTo>
                <a:lnTo>
                  <a:pt x="294" y="376"/>
                </a:lnTo>
                <a:lnTo>
                  <a:pt x="298" y="375"/>
                </a:lnTo>
                <a:lnTo>
                  <a:pt x="302" y="374"/>
                </a:lnTo>
                <a:lnTo>
                  <a:pt x="306" y="372"/>
                </a:lnTo>
                <a:lnTo>
                  <a:pt x="307" y="371"/>
                </a:lnTo>
                <a:lnTo>
                  <a:pt x="309" y="371"/>
                </a:lnTo>
                <a:lnTo>
                  <a:pt x="310" y="370"/>
                </a:lnTo>
                <a:lnTo>
                  <a:pt x="310" y="368"/>
                </a:lnTo>
                <a:lnTo>
                  <a:pt x="312" y="367"/>
                </a:lnTo>
                <a:lnTo>
                  <a:pt x="313" y="367"/>
                </a:lnTo>
                <a:lnTo>
                  <a:pt x="314" y="366"/>
                </a:lnTo>
                <a:lnTo>
                  <a:pt x="314" y="365"/>
                </a:lnTo>
                <a:lnTo>
                  <a:pt x="315" y="362"/>
                </a:lnTo>
                <a:lnTo>
                  <a:pt x="316" y="361"/>
                </a:lnTo>
                <a:lnTo>
                  <a:pt x="316" y="358"/>
                </a:lnTo>
                <a:lnTo>
                  <a:pt x="316" y="355"/>
                </a:lnTo>
                <a:lnTo>
                  <a:pt x="316" y="352"/>
                </a:lnTo>
                <a:lnTo>
                  <a:pt x="318" y="350"/>
                </a:lnTo>
                <a:lnTo>
                  <a:pt x="319" y="344"/>
                </a:lnTo>
                <a:lnTo>
                  <a:pt x="322" y="335"/>
                </a:lnTo>
                <a:lnTo>
                  <a:pt x="325" y="324"/>
                </a:lnTo>
                <a:lnTo>
                  <a:pt x="328" y="311"/>
                </a:lnTo>
                <a:lnTo>
                  <a:pt x="330" y="299"/>
                </a:lnTo>
                <a:lnTo>
                  <a:pt x="333" y="288"/>
                </a:lnTo>
                <a:lnTo>
                  <a:pt x="334" y="283"/>
                </a:lnTo>
                <a:lnTo>
                  <a:pt x="334" y="279"/>
                </a:lnTo>
                <a:lnTo>
                  <a:pt x="334" y="276"/>
                </a:lnTo>
                <a:lnTo>
                  <a:pt x="333" y="274"/>
                </a:lnTo>
                <a:lnTo>
                  <a:pt x="330" y="271"/>
                </a:lnTo>
                <a:lnTo>
                  <a:pt x="327" y="270"/>
                </a:lnTo>
                <a:lnTo>
                  <a:pt x="320" y="270"/>
                </a:lnTo>
                <a:lnTo>
                  <a:pt x="314" y="272"/>
                </a:lnTo>
                <a:lnTo>
                  <a:pt x="309" y="274"/>
                </a:lnTo>
                <a:lnTo>
                  <a:pt x="304" y="276"/>
                </a:lnTo>
                <a:lnTo>
                  <a:pt x="300" y="278"/>
                </a:lnTo>
                <a:lnTo>
                  <a:pt x="297" y="281"/>
                </a:lnTo>
                <a:lnTo>
                  <a:pt x="294" y="283"/>
                </a:lnTo>
                <a:lnTo>
                  <a:pt x="291" y="286"/>
                </a:lnTo>
                <a:lnTo>
                  <a:pt x="287" y="292"/>
                </a:lnTo>
                <a:lnTo>
                  <a:pt x="282" y="300"/>
                </a:lnTo>
                <a:lnTo>
                  <a:pt x="281" y="304"/>
                </a:lnTo>
                <a:lnTo>
                  <a:pt x="278" y="308"/>
                </a:lnTo>
                <a:lnTo>
                  <a:pt x="275" y="313"/>
                </a:lnTo>
                <a:lnTo>
                  <a:pt x="271" y="318"/>
                </a:lnTo>
                <a:lnTo>
                  <a:pt x="270" y="318"/>
                </a:lnTo>
                <a:lnTo>
                  <a:pt x="267" y="316"/>
                </a:lnTo>
                <a:lnTo>
                  <a:pt x="266" y="315"/>
                </a:lnTo>
                <a:lnTo>
                  <a:pt x="264" y="314"/>
                </a:lnTo>
                <a:lnTo>
                  <a:pt x="262" y="313"/>
                </a:lnTo>
                <a:lnTo>
                  <a:pt x="259" y="311"/>
                </a:lnTo>
                <a:lnTo>
                  <a:pt x="254" y="311"/>
                </a:lnTo>
                <a:lnTo>
                  <a:pt x="249" y="311"/>
                </a:lnTo>
                <a:lnTo>
                  <a:pt x="244" y="312"/>
                </a:lnTo>
                <a:lnTo>
                  <a:pt x="238" y="312"/>
                </a:lnTo>
                <a:lnTo>
                  <a:pt x="237" y="315"/>
                </a:lnTo>
                <a:lnTo>
                  <a:pt x="234" y="318"/>
                </a:lnTo>
                <a:lnTo>
                  <a:pt x="231" y="322"/>
                </a:lnTo>
                <a:lnTo>
                  <a:pt x="227" y="326"/>
                </a:lnTo>
                <a:lnTo>
                  <a:pt x="223" y="329"/>
                </a:lnTo>
                <a:lnTo>
                  <a:pt x="220" y="331"/>
                </a:lnTo>
                <a:lnTo>
                  <a:pt x="216" y="334"/>
                </a:lnTo>
                <a:lnTo>
                  <a:pt x="213" y="335"/>
                </a:lnTo>
                <a:lnTo>
                  <a:pt x="211" y="336"/>
                </a:lnTo>
                <a:lnTo>
                  <a:pt x="209" y="336"/>
                </a:lnTo>
                <a:lnTo>
                  <a:pt x="206" y="336"/>
                </a:lnTo>
                <a:lnTo>
                  <a:pt x="204" y="336"/>
                </a:lnTo>
                <a:lnTo>
                  <a:pt x="199" y="335"/>
                </a:lnTo>
                <a:lnTo>
                  <a:pt x="195" y="335"/>
                </a:lnTo>
                <a:lnTo>
                  <a:pt x="191" y="331"/>
                </a:lnTo>
                <a:lnTo>
                  <a:pt x="186" y="327"/>
                </a:lnTo>
                <a:lnTo>
                  <a:pt x="185" y="326"/>
                </a:lnTo>
                <a:lnTo>
                  <a:pt x="183" y="323"/>
                </a:lnTo>
                <a:lnTo>
                  <a:pt x="182" y="322"/>
                </a:lnTo>
                <a:lnTo>
                  <a:pt x="182" y="320"/>
                </a:lnTo>
                <a:lnTo>
                  <a:pt x="182" y="318"/>
                </a:lnTo>
                <a:lnTo>
                  <a:pt x="181" y="316"/>
                </a:lnTo>
                <a:lnTo>
                  <a:pt x="185" y="314"/>
                </a:lnTo>
                <a:lnTo>
                  <a:pt x="188" y="311"/>
                </a:lnTo>
                <a:lnTo>
                  <a:pt x="191" y="309"/>
                </a:lnTo>
                <a:lnTo>
                  <a:pt x="194" y="306"/>
                </a:lnTo>
                <a:lnTo>
                  <a:pt x="198" y="303"/>
                </a:lnTo>
                <a:lnTo>
                  <a:pt x="201" y="300"/>
                </a:lnTo>
                <a:lnTo>
                  <a:pt x="205" y="298"/>
                </a:lnTo>
                <a:lnTo>
                  <a:pt x="208" y="296"/>
                </a:lnTo>
                <a:lnTo>
                  <a:pt x="212" y="296"/>
                </a:lnTo>
                <a:lnTo>
                  <a:pt x="215" y="296"/>
                </a:lnTo>
                <a:lnTo>
                  <a:pt x="221" y="294"/>
                </a:lnTo>
                <a:lnTo>
                  <a:pt x="227" y="290"/>
                </a:lnTo>
                <a:lnTo>
                  <a:pt x="233" y="287"/>
                </a:lnTo>
                <a:lnTo>
                  <a:pt x="238" y="285"/>
                </a:lnTo>
                <a:lnTo>
                  <a:pt x="242" y="282"/>
                </a:lnTo>
                <a:lnTo>
                  <a:pt x="247" y="279"/>
                </a:lnTo>
                <a:lnTo>
                  <a:pt x="253" y="276"/>
                </a:lnTo>
                <a:lnTo>
                  <a:pt x="254" y="275"/>
                </a:lnTo>
                <a:lnTo>
                  <a:pt x="258" y="267"/>
                </a:lnTo>
                <a:lnTo>
                  <a:pt x="261" y="259"/>
                </a:lnTo>
                <a:lnTo>
                  <a:pt x="263" y="250"/>
                </a:lnTo>
                <a:lnTo>
                  <a:pt x="266" y="242"/>
                </a:lnTo>
                <a:lnTo>
                  <a:pt x="268" y="234"/>
                </a:lnTo>
                <a:lnTo>
                  <a:pt x="270" y="225"/>
                </a:lnTo>
                <a:lnTo>
                  <a:pt x="273" y="216"/>
                </a:lnTo>
                <a:lnTo>
                  <a:pt x="276" y="208"/>
                </a:lnTo>
                <a:lnTo>
                  <a:pt x="277" y="204"/>
                </a:lnTo>
                <a:lnTo>
                  <a:pt x="280" y="198"/>
                </a:lnTo>
                <a:lnTo>
                  <a:pt x="282" y="190"/>
                </a:lnTo>
                <a:lnTo>
                  <a:pt x="286" y="181"/>
                </a:lnTo>
                <a:lnTo>
                  <a:pt x="288" y="172"/>
                </a:lnTo>
                <a:lnTo>
                  <a:pt x="290" y="165"/>
                </a:lnTo>
                <a:lnTo>
                  <a:pt x="291" y="161"/>
                </a:lnTo>
                <a:lnTo>
                  <a:pt x="291" y="158"/>
                </a:lnTo>
                <a:lnTo>
                  <a:pt x="291" y="156"/>
                </a:lnTo>
                <a:lnTo>
                  <a:pt x="291" y="154"/>
                </a:lnTo>
                <a:lnTo>
                  <a:pt x="290" y="153"/>
                </a:lnTo>
                <a:lnTo>
                  <a:pt x="289" y="150"/>
                </a:lnTo>
                <a:lnTo>
                  <a:pt x="285" y="151"/>
                </a:lnTo>
                <a:lnTo>
                  <a:pt x="282" y="150"/>
                </a:lnTo>
                <a:lnTo>
                  <a:pt x="279" y="150"/>
                </a:lnTo>
                <a:lnTo>
                  <a:pt x="276" y="149"/>
                </a:lnTo>
                <a:lnTo>
                  <a:pt x="274" y="148"/>
                </a:lnTo>
                <a:lnTo>
                  <a:pt x="270" y="146"/>
                </a:lnTo>
                <a:lnTo>
                  <a:pt x="268" y="146"/>
                </a:lnTo>
                <a:lnTo>
                  <a:pt x="264" y="146"/>
                </a:lnTo>
                <a:lnTo>
                  <a:pt x="262" y="141"/>
                </a:lnTo>
                <a:lnTo>
                  <a:pt x="261" y="138"/>
                </a:lnTo>
                <a:lnTo>
                  <a:pt x="261" y="136"/>
                </a:lnTo>
                <a:lnTo>
                  <a:pt x="261" y="134"/>
                </a:lnTo>
                <a:lnTo>
                  <a:pt x="261" y="132"/>
                </a:lnTo>
                <a:lnTo>
                  <a:pt x="262" y="129"/>
                </a:lnTo>
                <a:lnTo>
                  <a:pt x="268" y="129"/>
                </a:lnTo>
                <a:lnTo>
                  <a:pt x="274" y="128"/>
                </a:lnTo>
                <a:lnTo>
                  <a:pt x="278" y="127"/>
                </a:lnTo>
                <a:lnTo>
                  <a:pt x="281" y="127"/>
                </a:lnTo>
                <a:lnTo>
                  <a:pt x="285" y="126"/>
                </a:lnTo>
                <a:lnTo>
                  <a:pt x="288" y="125"/>
                </a:lnTo>
                <a:lnTo>
                  <a:pt x="292" y="122"/>
                </a:lnTo>
                <a:lnTo>
                  <a:pt x="297" y="120"/>
                </a:lnTo>
                <a:lnTo>
                  <a:pt x="298" y="114"/>
                </a:lnTo>
                <a:lnTo>
                  <a:pt x="299" y="107"/>
                </a:lnTo>
                <a:lnTo>
                  <a:pt x="299" y="103"/>
                </a:lnTo>
                <a:lnTo>
                  <a:pt x="299" y="100"/>
                </a:lnTo>
                <a:lnTo>
                  <a:pt x="299" y="98"/>
                </a:lnTo>
                <a:lnTo>
                  <a:pt x="298" y="98"/>
                </a:lnTo>
                <a:lnTo>
                  <a:pt x="298" y="96"/>
                </a:lnTo>
                <a:lnTo>
                  <a:pt x="297" y="94"/>
                </a:lnTo>
                <a:lnTo>
                  <a:pt x="291" y="90"/>
                </a:lnTo>
                <a:lnTo>
                  <a:pt x="285" y="84"/>
                </a:lnTo>
                <a:lnTo>
                  <a:pt x="282" y="82"/>
                </a:lnTo>
                <a:lnTo>
                  <a:pt x="281" y="81"/>
                </a:lnTo>
                <a:lnTo>
                  <a:pt x="280" y="79"/>
                </a:lnTo>
                <a:lnTo>
                  <a:pt x="278" y="77"/>
                </a:lnTo>
                <a:lnTo>
                  <a:pt x="278" y="75"/>
                </a:lnTo>
                <a:lnTo>
                  <a:pt x="278" y="73"/>
                </a:lnTo>
                <a:lnTo>
                  <a:pt x="278" y="70"/>
                </a:lnTo>
                <a:lnTo>
                  <a:pt x="278" y="68"/>
                </a:lnTo>
                <a:lnTo>
                  <a:pt x="279" y="62"/>
                </a:lnTo>
                <a:lnTo>
                  <a:pt x="281" y="56"/>
                </a:lnTo>
                <a:lnTo>
                  <a:pt x="282" y="52"/>
                </a:lnTo>
                <a:lnTo>
                  <a:pt x="283" y="49"/>
                </a:lnTo>
                <a:lnTo>
                  <a:pt x="285" y="46"/>
                </a:lnTo>
                <a:lnTo>
                  <a:pt x="286" y="43"/>
                </a:lnTo>
                <a:lnTo>
                  <a:pt x="288" y="40"/>
                </a:lnTo>
                <a:lnTo>
                  <a:pt x="290" y="38"/>
                </a:lnTo>
                <a:lnTo>
                  <a:pt x="293" y="35"/>
                </a:lnTo>
                <a:lnTo>
                  <a:pt x="296" y="33"/>
                </a:lnTo>
                <a:lnTo>
                  <a:pt x="298" y="30"/>
                </a:lnTo>
                <a:lnTo>
                  <a:pt x="301" y="27"/>
                </a:lnTo>
                <a:lnTo>
                  <a:pt x="302" y="26"/>
                </a:lnTo>
                <a:lnTo>
                  <a:pt x="302" y="24"/>
                </a:lnTo>
                <a:lnTo>
                  <a:pt x="303" y="22"/>
                </a:lnTo>
                <a:lnTo>
                  <a:pt x="303" y="2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85" name="íṥḷïďê">
            <a:extLst>
              <a:ext uri="{FF2B5EF4-FFF2-40B4-BE49-F238E27FC236}">
                <a16:creationId xmlns:a16="http://schemas.microsoft.com/office/drawing/2014/main" id="{C49D008B-CE57-4D7A-9849-B784FD6B71EF}"/>
              </a:ext>
            </a:extLst>
          </p:cNvPr>
          <p:cNvSpPr>
            <a:spLocks noGrp="1"/>
          </p:cNvSpPr>
          <p:nvPr/>
        </p:nvSpPr>
        <p:spPr>
          <a:xfrm>
            <a:off x="2053080" y="588960"/>
            <a:ext cx="109440" cy="225360"/>
          </a:xfrm>
          <a:custGeom>
            <a:avLst/>
            <a:gdLst>
              <a:gd name="textAreaLeft" fmla="*/ 0 w 109440"/>
              <a:gd name="textAreaRight" fmla="*/ 109800 w 109440"/>
              <a:gd name="textAreaTop" fmla="*/ 0 h 225360"/>
              <a:gd name="textAreaBottom" fmla="*/ 225720 h 225360"/>
              <a:gd name="GluePoint1X" fmla="*/ 157 w 251"/>
              <a:gd name="GluePoint1Y" fmla="*/ 40 h 517"/>
              <a:gd name="GluePoint2X" fmla="*/ 205 w 251"/>
              <a:gd name="GluePoint2Y" fmla="*/ 1 h 517"/>
              <a:gd name="GluePoint3X" fmla="*/ 225 w 251"/>
              <a:gd name="GluePoint3Y" fmla="*/ 10 h 517"/>
              <a:gd name="GluePoint4X" fmla="*/ 250 w 251"/>
              <a:gd name="GluePoint4Y" fmla="*/ 44 h 517"/>
              <a:gd name="GluePoint5X" fmla="*/ 233 w 251"/>
              <a:gd name="GluePoint5Y" fmla="*/ 72 h 517"/>
              <a:gd name="GluePoint6X" fmla="*/ 202 w 251"/>
              <a:gd name="GluePoint6Y" fmla="*/ 123 h 517"/>
              <a:gd name="GluePoint7X" fmla="*/ 181 w 251"/>
              <a:gd name="GluePoint7Y" fmla="*/ 164 h 517"/>
              <a:gd name="GluePoint8X" fmla="*/ 150 w 251"/>
              <a:gd name="GluePoint8Y" fmla="*/ 222 h 517"/>
              <a:gd name="GluePoint9X" fmla="*/ 140 w 251"/>
              <a:gd name="GluePoint9Y" fmla="*/ 251 h 517"/>
              <a:gd name="GluePoint10X" fmla="*/ 110 w 251"/>
              <a:gd name="GluePoint10Y" fmla="*/ 275 h 517"/>
              <a:gd name="GluePoint11X" fmla="*/ 102 w 251"/>
              <a:gd name="GluePoint11Y" fmla="*/ 313 h 517"/>
              <a:gd name="GluePoint12X" fmla="*/ 118 w 251"/>
              <a:gd name="GluePoint12Y" fmla="*/ 347 h 517"/>
              <a:gd name="GluePoint13X" fmla="*/ 148 w 251"/>
              <a:gd name="GluePoint13Y" fmla="*/ 351 h 517"/>
              <a:gd name="GluePoint14X" fmla="*/ 153 w 251"/>
              <a:gd name="GluePoint14Y" fmla="*/ 371 h 517"/>
              <a:gd name="GluePoint15X" fmla="*/ 142 w 251"/>
              <a:gd name="GluePoint15Y" fmla="*/ 397 h 517"/>
              <a:gd name="GluePoint16X" fmla="*/ 125 w 251"/>
              <a:gd name="GluePoint16Y" fmla="*/ 409 h 517"/>
              <a:gd name="GluePoint17X" fmla="*/ 97 w 251"/>
              <a:gd name="GluePoint17Y" fmla="*/ 446 h 517"/>
              <a:gd name="GluePoint18X" fmla="*/ 99 w 251"/>
              <a:gd name="GluePoint18Y" fmla="*/ 463 h 517"/>
              <a:gd name="GluePoint19X" fmla="*/ 147 w 251"/>
              <a:gd name="GluePoint19Y" fmla="*/ 456 h 517"/>
              <a:gd name="GluePoint20X" fmla="*/ 174 w 251"/>
              <a:gd name="GluePoint20Y" fmla="*/ 454 h 517"/>
              <a:gd name="GluePoint21X" fmla="*/ 191 w 251"/>
              <a:gd name="GluePoint21Y" fmla="*/ 479 h 517"/>
              <a:gd name="GluePoint22X" fmla="*/ 175 w 251"/>
              <a:gd name="GluePoint22Y" fmla="*/ 497 h 517"/>
              <a:gd name="GluePoint23X" fmla="*/ 134 w 251"/>
              <a:gd name="GluePoint23Y" fmla="*/ 504 h 517"/>
              <a:gd name="GluePoint24X" fmla="*/ 85 w 251"/>
              <a:gd name="GluePoint24Y" fmla="*/ 517 h 517"/>
              <a:gd name="GluePoint25X" fmla="*/ 61 w 251"/>
              <a:gd name="GluePoint25Y" fmla="*/ 510 h 517"/>
              <a:gd name="GluePoint26X" fmla="*/ 50 w 251"/>
              <a:gd name="GluePoint26Y" fmla="*/ 497 h 517"/>
              <a:gd name="GluePoint27X" fmla="*/ 67 w 251"/>
              <a:gd name="GluePoint27Y" fmla="*/ 452 h 517"/>
              <a:gd name="GluePoint28X" fmla="*/ 78 w 251"/>
              <a:gd name="GluePoint28Y" fmla="*/ 420 h 517"/>
              <a:gd name="GluePoint29X" fmla="*/ 70 w 251"/>
              <a:gd name="GluePoint29Y" fmla="*/ 409 h 517"/>
              <a:gd name="GluePoint30X" fmla="*/ 50 w 251"/>
              <a:gd name="GluePoint30Y" fmla="*/ 388 h 517"/>
              <a:gd name="GluePoint31X" fmla="*/ 74 w 251"/>
              <a:gd name="GluePoint31Y" fmla="*/ 367 h 517"/>
              <a:gd name="GluePoint32X" fmla="*/ 65 w 251"/>
              <a:gd name="GluePoint32Y" fmla="*/ 313 h 517"/>
              <a:gd name="GluePoint33X" fmla="*/ 58 w 251"/>
              <a:gd name="GluePoint33Y" fmla="*/ 275 h 517"/>
              <a:gd name="GluePoint34X" fmla="*/ 86 w 251"/>
              <a:gd name="GluePoint34Y" fmla="*/ 238 h 517"/>
              <a:gd name="GluePoint35X" fmla="*/ 58 w 251"/>
              <a:gd name="GluePoint35Y" fmla="*/ 206 h 517"/>
              <a:gd name="GluePoint36X" fmla="*/ 82 w 251"/>
              <a:gd name="GluePoint36Y" fmla="*/ 191 h 517"/>
              <a:gd name="GluePoint37X" fmla="*/ 100 w 251"/>
              <a:gd name="GluePoint37Y" fmla="*/ 165 h 517"/>
              <a:gd name="GluePoint38X" fmla="*/ 105 w 251"/>
              <a:gd name="GluePoint38Y" fmla="*/ 126 h 517"/>
              <a:gd name="GluePoint39X" fmla="*/ 123 w 251"/>
              <a:gd name="GluePoint39Y" fmla="*/ 132 h 517"/>
              <a:gd name="GluePoint40X" fmla="*/ 118 w 251"/>
              <a:gd name="GluePoint40Y" fmla="*/ 165 h 517"/>
              <a:gd name="GluePoint41X" fmla="*/ 139 w 251"/>
              <a:gd name="GluePoint41Y" fmla="*/ 171 h 517"/>
              <a:gd name="GluePoint42X" fmla="*/ 181 w 251"/>
              <a:gd name="GluePoint42Y" fmla="*/ 106 h 517"/>
              <a:gd name="GluePoint43X" fmla="*/ 206 w 251"/>
              <a:gd name="GluePoint43Y" fmla="*/ 59 h 517"/>
              <a:gd name="GluePoint44X" fmla="*/ 167 w 251"/>
              <a:gd name="GluePoint44Y" fmla="*/ 50 h 517"/>
              <a:gd name="GluePoint45X" fmla="*/ 150 w 251"/>
              <a:gd name="GluePoint45Y" fmla="*/ 60 h 517"/>
              <a:gd name="GluePoint46X" fmla="*/ 126 w 251"/>
              <a:gd name="GluePoint46Y" fmla="*/ 77 h 517"/>
              <a:gd name="GluePoint47X" fmla="*/ 73 w 251"/>
              <a:gd name="GluePoint47Y" fmla="*/ 112 h 517"/>
              <a:gd name="GluePoint48X" fmla="*/ 46 w 251"/>
              <a:gd name="GluePoint48Y" fmla="*/ 136 h 517"/>
              <a:gd name="GluePoint49X" fmla="*/ 38 w 251"/>
              <a:gd name="GluePoint49Y" fmla="*/ 168 h 517"/>
              <a:gd name="GluePoint50X" fmla="*/ 27 w 251"/>
              <a:gd name="GluePoint50Y" fmla="*/ 230 h 517"/>
              <a:gd name="GluePoint51X" fmla="*/ 9 w 251"/>
              <a:gd name="GluePoint51Y" fmla="*/ 221 h 517"/>
              <a:gd name="GluePoint52X" fmla="*/ 9 w 251"/>
              <a:gd name="GluePoint52Y" fmla="*/ 167 h 517"/>
              <a:gd name="GluePoint53X" fmla="*/ 7 w 251"/>
              <a:gd name="GluePoint53Y" fmla="*/ 141 h 517"/>
              <a:gd name="GluePoint54X" fmla="*/ 2 w 251"/>
              <a:gd name="GluePoint54Y" fmla="*/ 114 h 517"/>
              <a:gd name="GluePoint55X" fmla="*/ 28 w 251"/>
              <a:gd name="GluePoint55Y" fmla="*/ 123 h 517"/>
              <a:gd name="GluePoint56X" fmla="*/ 51 w 251"/>
              <a:gd name="GluePoint56Y" fmla="*/ 116 h 517"/>
              <a:gd name="GluePoint57X" fmla="*/ 79 w 251"/>
              <a:gd name="GluePoint57Y" fmla="*/ 96 h 517"/>
              <a:gd name="GluePoint58X" fmla="*/ 110 w 251"/>
              <a:gd name="GluePoint58Y" fmla="*/ 75 h 517"/>
              <a:gd name="GluePoint59X" fmla="*/ 135 w 251"/>
              <a:gd name="GluePoint59Y" fmla="*/ 57 h 517"/>
            </a:gdLst>
            <a:ahLst/>
            <a:cxnLst/>
            <a:rect l="textAreaLeft" t="textAreaTop" r="textAreaRight" b="textAreaBottom"/>
            <a:pathLst>
              <a:path w="251" h="517">
                <a:moveTo>
                  <a:pt x="139" y="56"/>
                </a:moveTo>
                <a:lnTo>
                  <a:pt x="139" y="54"/>
                </a:lnTo>
                <a:lnTo>
                  <a:pt x="139" y="52"/>
                </a:lnTo>
                <a:lnTo>
                  <a:pt x="142" y="51"/>
                </a:lnTo>
                <a:lnTo>
                  <a:pt x="143" y="50"/>
                </a:lnTo>
                <a:lnTo>
                  <a:pt x="146" y="48"/>
                </a:lnTo>
                <a:lnTo>
                  <a:pt x="147" y="47"/>
                </a:lnTo>
                <a:lnTo>
                  <a:pt x="152" y="44"/>
                </a:lnTo>
                <a:lnTo>
                  <a:pt x="157" y="40"/>
                </a:lnTo>
                <a:lnTo>
                  <a:pt x="167" y="30"/>
                </a:lnTo>
                <a:lnTo>
                  <a:pt x="177" y="20"/>
                </a:lnTo>
                <a:lnTo>
                  <a:pt x="183" y="16"/>
                </a:lnTo>
                <a:lnTo>
                  <a:pt x="187" y="11"/>
                </a:lnTo>
                <a:lnTo>
                  <a:pt x="192" y="7"/>
                </a:lnTo>
                <a:lnTo>
                  <a:pt x="198" y="4"/>
                </a:lnTo>
                <a:lnTo>
                  <a:pt x="200" y="3"/>
                </a:lnTo>
                <a:lnTo>
                  <a:pt x="203" y="2"/>
                </a:lnTo>
                <a:lnTo>
                  <a:pt x="205" y="1"/>
                </a:lnTo>
                <a:lnTo>
                  <a:pt x="207" y="0"/>
                </a:lnTo>
                <a:lnTo>
                  <a:pt x="210" y="0"/>
                </a:lnTo>
                <a:lnTo>
                  <a:pt x="212" y="1"/>
                </a:lnTo>
                <a:lnTo>
                  <a:pt x="215" y="1"/>
                </a:lnTo>
                <a:lnTo>
                  <a:pt x="217" y="2"/>
                </a:lnTo>
                <a:lnTo>
                  <a:pt x="219" y="4"/>
                </a:lnTo>
                <a:lnTo>
                  <a:pt x="221" y="5"/>
                </a:lnTo>
                <a:lnTo>
                  <a:pt x="223" y="8"/>
                </a:lnTo>
                <a:lnTo>
                  <a:pt x="225" y="10"/>
                </a:lnTo>
                <a:lnTo>
                  <a:pt x="229" y="16"/>
                </a:lnTo>
                <a:lnTo>
                  <a:pt x="233" y="21"/>
                </a:lnTo>
                <a:lnTo>
                  <a:pt x="237" y="28"/>
                </a:lnTo>
                <a:lnTo>
                  <a:pt x="241" y="33"/>
                </a:lnTo>
                <a:lnTo>
                  <a:pt x="243" y="36"/>
                </a:lnTo>
                <a:lnTo>
                  <a:pt x="245" y="37"/>
                </a:lnTo>
                <a:lnTo>
                  <a:pt x="247" y="39"/>
                </a:lnTo>
                <a:lnTo>
                  <a:pt x="249" y="40"/>
                </a:lnTo>
                <a:lnTo>
                  <a:pt x="250" y="44"/>
                </a:lnTo>
                <a:lnTo>
                  <a:pt x="251" y="48"/>
                </a:lnTo>
                <a:lnTo>
                  <a:pt x="250" y="51"/>
                </a:lnTo>
                <a:lnTo>
                  <a:pt x="249" y="52"/>
                </a:lnTo>
                <a:lnTo>
                  <a:pt x="247" y="55"/>
                </a:lnTo>
                <a:lnTo>
                  <a:pt x="247" y="56"/>
                </a:lnTo>
                <a:lnTo>
                  <a:pt x="243" y="60"/>
                </a:lnTo>
                <a:lnTo>
                  <a:pt x="240" y="64"/>
                </a:lnTo>
                <a:lnTo>
                  <a:pt x="236" y="68"/>
                </a:lnTo>
                <a:lnTo>
                  <a:pt x="233" y="72"/>
                </a:lnTo>
                <a:lnTo>
                  <a:pt x="230" y="75"/>
                </a:lnTo>
                <a:lnTo>
                  <a:pt x="227" y="79"/>
                </a:lnTo>
                <a:lnTo>
                  <a:pt x="227" y="82"/>
                </a:lnTo>
                <a:lnTo>
                  <a:pt x="227" y="86"/>
                </a:lnTo>
                <a:lnTo>
                  <a:pt x="223" y="92"/>
                </a:lnTo>
                <a:lnTo>
                  <a:pt x="219" y="99"/>
                </a:lnTo>
                <a:lnTo>
                  <a:pt x="215" y="105"/>
                </a:lnTo>
                <a:lnTo>
                  <a:pt x="211" y="111"/>
                </a:lnTo>
                <a:lnTo>
                  <a:pt x="202" y="123"/>
                </a:lnTo>
                <a:lnTo>
                  <a:pt x="193" y="135"/>
                </a:lnTo>
                <a:lnTo>
                  <a:pt x="192" y="140"/>
                </a:lnTo>
                <a:lnTo>
                  <a:pt x="191" y="144"/>
                </a:lnTo>
                <a:lnTo>
                  <a:pt x="191" y="148"/>
                </a:lnTo>
                <a:lnTo>
                  <a:pt x="191" y="152"/>
                </a:lnTo>
                <a:lnTo>
                  <a:pt x="188" y="156"/>
                </a:lnTo>
                <a:lnTo>
                  <a:pt x="186" y="158"/>
                </a:lnTo>
                <a:lnTo>
                  <a:pt x="183" y="161"/>
                </a:lnTo>
                <a:lnTo>
                  <a:pt x="181" y="164"/>
                </a:lnTo>
                <a:lnTo>
                  <a:pt x="178" y="171"/>
                </a:lnTo>
                <a:lnTo>
                  <a:pt x="175" y="178"/>
                </a:lnTo>
                <a:lnTo>
                  <a:pt x="171" y="186"/>
                </a:lnTo>
                <a:lnTo>
                  <a:pt x="168" y="193"/>
                </a:lnTo>
                <a:lnTo>
                  <a:pt x="164" y="200"/>
                </a:lnTo>
                <a:lnTo>
                  <a:pt x="160" y="208"/>
                </a:lnTo>
                <a:lnTo>
                  <a:pt x="156" y="214"/>
                </a:lnTo>
                <a:lnTo>
                  <a:pt x="151" y="221"/>
                </a:lnTo>
                <a:lnTo>
                  <a:pt x="150" y="222"/>
                </a:lnTo>
                <a:lnTo>
                  <a:pt x="149" y="224"/>
                </a:lnTo>
                <a:lnTo>
                  <a:pt x="148" y="225"/>
                </a:lnTo>
                <a:lnTo>
                  <a:pt x="147" y="228"/>
                </a:lnTo>
                <a:lnTo>
                  <a:pt x="146" y="232"/>
                </a:lnTo>
                <a:lnTo>
                  <a:pt x="146" y="236"/>
                </a:lnTo>
                <a:lnTo>
                  <a:pt x="144" y="240"/>
                </a:lnTo>
                <a:lnTo>
                  <a:pt x="143" y="244"/>
                </a:lnTo>
                <a:lnTo>
                  <a:pt x="142" y="247"/>
                </a:lnTo>
                <a:lnTo>
                  <a:pt x="140" y="251"/>
                </a:lnTo>
                <a:lnTo>
                  <a:pt x="138" y="253"/>
                </a:lnTo>
                <a:lnTo>
                  <a:pt x="136" y="256"/>
                </a:lnTo>
                <a:lnTo>
                  <a:pt x="134" y="258"/>
                </a:lnTo>
                <a:lnTo>
                  <a:pt x="132" y="260"/>
                </a:lnTo>
                <a:lnTo>
                  <a:pt x="127" y="263"/>
                </a:lnTo>
                <a:lnTo>
                  <a:pt x="122" y="266"/>
                </a:lnTo>
                <a:lnTo>
                  <a:pt x="118" y="269"/>
                </a:lnTo>
                <a:lnTo>
                  <a:pt x="112" y="273"/>
                </a:lnTo>
                <a:lnTo>
                  <a:pt x="110" y="275"/>
                </a:lnTo>
                <a:lnTo>
                  <a:pt x="108" y="277"/>
                </a:lnTo>
                <a:lnTo>
                  <a:pt x="106" y="279"/>
                </a:lnTo>
                <a:lnTo>
                  <a:pt x="105" y="281"/>
                </a:lnTo>
                <a:lnTo>
                  <a:pt x="104" y="283"/>
                </a:lnTo>
                <a:lnTo>
                  <a:pt x="103" y="285"/>
                </a:lnTo>
                <a:lnTo>
                  <a:pt x="103" y="289"/>
                </a:lnTo>
                <a:lnTo>
                  <a:pt x="102" y="293"/>
                </a:lnTo>
                <a:lnTo>
                  <a:pt x="102" y="302"/>
                </a:lnTo>
                <a:lnTo>
                  <a:pt x="102" y="313"/>
                </a:lnTo>
                <a:lnTo>
                  <a:pt x="102" y="323"/>
                </a:lnTo>
                <a:lnTo>
                  <a:pt x="102" y="333"/>
                </a:lnTo>
                <a:lnTo>
                  <a:pt x="102" y="340"/>
                </a:lnTo>
                <a:lnTo>
                  <a:pt x="102" y="344"/>
                </a:lnTo>
                <a:lnTo>
                  <a:pt x="105" y="345"/>
                </a:lnTo>
                <a:lnTo>
                  <a:pt x="106" y="346"/>
                </a:lnTo>
                <a:lnTo>
                  <a:pt x="110" y="347"/>
                </a:lnTo>
                <a:lnTo>
                  <a:pt x="114" y="347"/>
                </a:lnTo>
                <a:lnTo>
                  <a:pt x="118" y="347"/>
                </a:lnTo>
                <a:lnTo>
                  <a:pt x="122" y="347"/>
                </a:lnTo>
                <a:lnTo>
                  <a:pt x="127" y="345"/>
                </a:lnTo>
                <a:lnTo>
                  <a:pt x="133" y="345"/>
                </a:lnTo>
                <a:lnTo>
                  <a:pt x="136" y="345"/>
                </a:lnTo>
                <a:lnTo>
                  <a:pt x="138" y="345"/>
                </a:lnTo>
                <a:lnTo>
                  <a:pt x="141" y="345"/>
                </a:lnTo>
                <a:lnTo>
                  <a:pt x="143" y="347"/>
                </a:lnTo>
                <a:lnTo>
                  <a:pt x="146" y="349"/>
                </a:lnTo>
                <a:lnTo>
                  <a:pt x="148" y="351"/>
                </a:lnTo>
                <a:lnTo>
                  <a:pt x="150" y="353"/>
                </a:lnTo>
                <a:lnTo>
                  <a:pt x="153" y="357"/>
                </a:lnTo>
                <a:lnTo>
                  <a:pt x="155" y="360"/>
                </a:lnTo>
                <a:lnTo>
                  <a:pt x="157" y="362"/>
                </a:lnTo>
                <a:lnTo>
                  <a:pt x="157" y="363"/>
                </a:lnTo>
                <a:lnTo>
                  <a:pt x="158" y="365"/>
                </a:lnTo>
                <a:lnTo>
                  <a:pt x="158" y="366"/>
                </a:lnTo>
                <a:lnTo>
                  <a:pt x="157" y="368"/>
                </a:lnTo>
                <a:lnTo>
                  <a:pt x="153" y="371"/>
                </a:lnTo>
                <a:lnTo>
                  <a:pt x="149" y="373"/>
                </a:lnTo>
                <a:lnTo>
                  <a:pt x="147" y="377"/>
                </a:lnTo>
                <a:lnTo>
                  <a:pt x="146" y="379"/>
                </a:lnTo>
                <a:lnTo>
                  <a:pt x="146" y="382"/>
                </a:lnTo>
                <a:lnTo>
                  <a:pt x="146" y="385"/>
                </a:lnTo>
                <a:lnTo>
                  <a:pt x="145" y="389"/>
                </a:lnTo>
                <a:lnTo>
                  <a:pt x="144" y="392"/>
                </a:lnTo>
                <a:lnTo>
                  <a:pt x="143" y="394"/>
                </a:lnTo>
                <a:lnTo>
                  <a:pt x="142" y="397"/>
                </a:lnTo>
                <a:lnTo>
                  <a:pt x="140" y="398"/>
                </a:lnTo>
                <a:lnTo>
                  <a:pt x="138" y="399"/>
                </a:lnTo>
                <a:lnTo>
                  <a:pt x="137" y="400"/>
                </a:lnTo>
                <a:lnTo>
                  <a:pt x="135" y="401"/>
                </a:lnTo>
                <a:lnTo>
                  <a:pt x="131" y="402"/>
                </a:lnTo>
                <a:lnTo>
                  <a:pt x="128" y="405"/>
                </a:lnTo>
                <a:lnTo>
                  <a:pt x="126" y="405"/>
                </a:lnTo>
                <a:lnTo>
                  <a:pt x="126" y="407"/>
                </a:lnTo>
                <a:lnTo>
                  <a:pt x="125" y="409"/>
                </a:lnTo>
                <a:lnTo>
                  <a:pt x="124" y="410"/>
                </a:lnTo>
                <a:lnTo>
                  <a:pt x="122" y="414"/>
                </a:lnTo>
                <a:lnTo>
                  <a:pt x="121" y="417"/>
                </a:lnTo>
                <a:lnTo>
                  <a:pt x="118" y="419"/>
                </a:lnTo>
                <a:lnTo>
                  <a:pt x="114" y="421"/>
                </a:lnTo>
                <a:lnTo>
                  <a:pt x="109" y="427"/>
                </a:lnTo>
                <a:lnTo>
                  <a:pt x="102" y="436"/>
                </a:lnTo>
                <a:lnTo>
                  <a:pt x="99" y="441"/>
                </a:lnTo>
                <a:lnTo>
                  <a:pt x="97" y="446"/>
                </a:lnTo>
                <a:lnTo>
                  <a:pt x="96" y="448"/>
                </a:lnTo>
                <a:lnTo>
                  <a:pt x="95" y="450"/>
                </a:lnTo>
                <a:lnTo>
                  <a:pt x="94" y="452"/>
                </a:lnTo>
                <a:lnTo>
                  <a:pt x="94" y="453"/>
                </a:lnTo>
                <a:lnTo>
                  <a:pt x="94" y="455"/>
                </a:lnTo>
                <a:lnTo>
                  <a:pt x="95" y="457"/>
                </a:lnTo>
                <a:lnTo>
                  <a:pt x="96" y="458"/>
                </a:lnTo>
                <a:lnTo>
                  <a:pt x="97" y="461"/>
                </a:lnTo>
                <a:lnTo>
                  <a:pt x="99" y="463"/>
                </a:lnTo>
                <a:lnTo>
                  <a:pt x="101" y="466"/>
                </a:lnTo>
                <a:lnTo>
                  <a:pt x="105" y="466"/>
                </a:lnTo>
                <a:lnTo>
                  <a:pt x="110" y="466"/>
                </a:lnTo>
                <a:lnTo>
                  <a:pt x="114" y="467"/>
                </a:lnTo>
                <a:lnTo>
                  <a:pt x="118" y="467"/>
                </a:lnTo>
                <a:lnTo>
                  <a:pt x="122" y="465"/>
                </a:lnTo>
                <a:lnTo>
                  <a:pt x="130" y="462"/>
                </a:lnTo>
                <a:lnTo>
                  <a:pt x="138" y="459"/>
                </a:lnTo>
                <a:lnTo>
                  <a:pt x="147" y="456"/>
                </a:lnTo>
                <a:lnTo>
                  <a:pt x="151" y="454"/>
                </a:lnTo>
                <a:lnTo>
                  <a:pt x="156" y="453"/>
                </a:lnTo>
                <a:lnTo>
                  <a:pt x="161" y="452"/>
                </a:lnTo>
                <a:lnTo>
                  <a:pt x="164" y="451"/>
                </a:lnTo>
                <a:lnTo>
                  <a:pt x="168" y="452"/>
                </a:lnTo>
                <a:lnTo>
                  <a:pt x="171" y="452"/>
                </a:lnTo>
                <a:lnTo>
                  <a:pt x="172" y="453"/>
                </a:lnTo>
                <a:lnTo>
                  <a:pt x="173" y="453"/>
                </a:lnTo>
                <a:lnTo>
                  <a:pt x="174" y="454"/>
                </a:lnTo>
                <a:lnTo>
                  <a:pt x="175" y="455"/>
                </a:lnTo>
                <a:lnTo>
                  <a:pt x="176" y="457"/>
                </a:lnTo>
                <a:lnTo>
                  <a:pt x="178" y="457"/>
                </a:lnTo>
                <a:lnTo>
                  <a:pt x="179" y="459"/>
                </a:lnTo>
                <a:lnTo>
                  <a:pt x="181" y="461"/>
                </a:lnTo>
                <a:lnTo>
                  <a:pt x="184" y="465"/>
                </a:lnTo>
                <a:lnTo>
                  <a:pt x="187" y="469"/>
                </a:lnTo>
                <a:lnTo>
                  <a:pt x="189" y="473"/>
                </a:lnTo>
                <a:lnTo>
                  <a:pt x="191" y="479"/>
                </a:lnTo>
                <a:lnTo>
                  <a:pt x="193" y="484"/>
                </a:lnTo>
                <a:lnTo>
                  <a:pt x="194" y="488"/>
                </a:lnTo>
                <a:lnTo>
                  <a:pt x="192" y="490"/>
                </a:lnTo>
                <a:lnTo>
                  <a:pt x="189" y="492"/>
                </a:lnTo>
                <a:lnTo>
                  <a:pt x="187" y="493"/>
                </a:lnTo>
                <a:lnTo>
                  <a:pt x="184" y="495"/>
                </a:lnTo>
                <a:lnTo>
                  <a:pt x="181" y="496"/>
                </a:lnTo>
                <a:lnTo>
                  <a:pt x="178" y="497"/>
                </a:lnTo>
                <a:lnTo>
                  <a:pt x="175" y="497"/>
                </a:lnTo>
                <a:lnTo>
                  <a:pt x="171" y="498"/>
                </a:lnTo>
                <a:lnTo>
                  <a:pt x="164" y="499"/>
                </a:lnTo>
                <a:lnTo>
                  <a:pt x="158" y="501"/>
                </a:lnTo>
                <a:lnTo>
                  <a:pt x="154" y="501"/>
                </a:lnTo>
                <a:lnTo>
                  <a:pt x="150" y="502"/>
                </a:lnTo>
                <a:lnTo>
                  <a:pt x="147" y="503"/>
                </a:lnTo>
                <a:lnTo>
                  <a:pt x="144" y="504"/>
                </a:lnTo>
                <a:lnTo>
                  <a:pt x="138" y="504"/>
                </a:lnTo>
                <a:lnTo>
                  <a:pt x="134" y="504"/>
                </a:lnTo>
                <a:lnTo>
                  <a:pt x="129" y="504"/>
                </a:lnTo>
                <a:lnTo>
                  <a:pt x="123" y="504"/>
                </a:lnTo>
                <a:lnTo>
                  <a:pt x="114" y="509"/>
                </a:lnTo>
                <a:lnTo>
                  <a:pt x="104" y="513"/>
                </a:lnTo>
                <a:lnTo>
                  <a:pt x="99" y="515"/>
                </a:lnTo>
                <a:lnTo>
                  <a:pt x="94" y="517"/>
                </a:lnTo>
                <a:lnTo>
                  <a:pt x="90" y="517"/>
                </a:lnTo>
                <a:lnTo>
                  <a:pt x="87" y="517"/>
                </a:lnTo>
                <a:lnTo>
                  <a:pt x="85" y="517"/>
                </a:lnTo>
                <a:lnTo>
                  <a:pt x="81" y="517"/>
                </a:lnTo>
                <a:lnTo>
                  <a:pt x="80" y="517"/>
                </a:lnTo>
                <a:lnTo>
                  <a:pt x="79" y="515"/>
                </a:lnTo>
                <a:lnTo>
                  <a:pt x="78" y="514"/>
                </a:lnTo>
                <a:lnTo>
                  <a:pt x="76" y="513"/>
                </a:lnTo>
                <a:lnTo>
                  <a:pt x="73" y="513"/>
                </a:lnTo>
                <a:lnTo>
                  <a:pt x="69" y="512"/>
                </a:lnTo>
                <a:lnTo>
                  <a:pt x="65" y="511"/>
                </a:lnTo>
                <a:lnTo>
                  <a:pt x="61" y="510"/>
                </a:lnTo>
                <a:lnTo>
                  <a:pt x="59" y="509"/>
                </a:lnTo>
                <a:lnTo>
                  <a:pt x="58" y="509"/>
                </a:lnTo>
                <a:lnTo>
                  <a:pt x="57" y="507"/>
                </a:lnTo>
                <a:lnTo>
                  <a:pt x="56" y="506"/>
                </a:lnTo>
                <a:lnTo>
                  <a:pt x="54" y="505"/>
                </a:lnTo>
                <a:lnTo>
                  <a:pt x="53" y="503"/>
                </a:lnTo>
                <a:lnTo>
                  <a:pt x="51" y="501"/>
                </a:lnTo>
                <a:lnTo>
                  <a:pt x="50" y="499"/>
                </a:lnTo>
                <a:lnTo>
                  <a:pt x="50" y="497"/>
                </a:lnTo>
                <a:lnTo>
                  <a:pt x="50" y="495"/>
                </a:lnTo>
                <a:lnTo>
                  <a:pt x="49" y="493"/>
                </a:lnTo>
                <a:lnTo>
                  <a:pt x="50" y="490"/>
                </a:lnTo>
                <a:lnTo>
                  <a:pt x="50" y="485"/>
                </a:lnTo>
                <a:lnTo>
                  <a:pt x="51" y="481"/>
                </a:lnTo>
                <a:lnTo>
                  <a:pt x="53" y="475"/>
                </a:lnTo>
                <a:lnTo>
                  <a:pt x="56" y="470"/>
                </a:lnTo>
                <a:lnTo>
                  <a:pt x="62" y="461"/>
                </a:lnTo>
                <a:lnTo>
                  <a:pt x="67" y="452"/>
                </a:lnTo>
                <a:lnTo>
                  <a:pt x="70" y="448"/>
                </a:lnTo>
                <a:lnTo>
                  <a:pt x="72" y="444"/>
                </a:lnTo>
                <a:lnTo>
                  <a:pt x="74" y="441"/>
                </a:lnTo>
                <a:lnTo>
                  <a:pt x="74" y="438"/>
                </a:lnTo>
                <a:lnTo>
                  <a:pt x="75" y="436"/>
                </a:lnTo>
                <a:lnTo>
                  <a:pt x="77" y="432"/>
                </a:lnTo>
                <a:lnTo>
                  <a:pt x="77" y="428"/>
                </a:lnTo>
                <a:lnTo>
                  <a:pt x="78" y="424"/>
                </a:lnTo>
                <a:lnTo>
                  <a:pt x="78" y="420"/>
                </a:lnTo>
                <a:lnTo>
                  <a:pt x="78" y="416"/>
                </a:lnTo>
                <a:lnTo>
                  <a:pt x="77" y="414"/>
                </a:lnTo>
                <a:lnTo>
                  <a:pt x="77" y="413"/>
                </a:lnTo>
                <a:lnTo>
                  <a:pt x="75" y="411"/>
                </a:lnTo>
                <a:lnTo>
                  <a:pt x="74" y="410"/>
                </a:lnTo>
                <a:lnTo>
                  <a:pt x="74" y="409"/>
                </a:lnTo>
                <a:lnTo>
                  <a:pt x="72" y="409"/>
                </a:lnTo>
                <a:lnTo>
                  <a:pt x="71" y="409"/>
                </a:lnTo>
                <a:lnTo>
                  <a:pt x="70" y="409"/>
                </a:lnTo>
                <a:lnTo>
                  <a:pt x="68" y="409"/>
                </a:lnTo>
                <a:lnTo>
                  <a:pt x="67" y="408"/>
                </a:lnTo>
                <a:lnTo>
                  <a:pt x="66" y="407"/>
                </a:lnTo>
                <a:lnTo>
                  <a:pt x="66" y="406"/>
                </a:lnTo>
                <a:lnTo>
                  <a:pt x="62" y="403"/>
                </a:lnTo>
                <a:lnTo>
                  <a:pt x="57" y="397"/>
                </a:lnTo>
                <a:lnTo>
                  <a:pt x="54" y="393"/>
                </a:lnTo>
                <a:lnTo>
                  <a:pt x="52" y="390"/>
                </a:lnTo>
                <a:lnTo>
                  <a:pt x="50" y="388"/>
                </a:lnTo>
                <a:lnTo>
                  <a:pt x="50" y="386"/>
                </a:lnTo>
                <a:lnTo>
                  <a:pt x="53" y="384"/>
                </a:lnTo>
                <a:lnTo>
                  <a:pt x="56" y="381"/>
                </a:lnTo>
                <a:lnTo>
                  <a:pt x="59" y="379"/>
                </a:lnTo>
                <a:lnTo>
                  <a:pt x="62" y="376"/>
                </a:lnTo>
                <a:lnTo>
                  <a:pt x="65" y="373"/>
                </a:lnTo>
                <a:lnTo>
                  <a:pt x="68" y="371"/>
                </a:lnTo>
                <a:lnTo>
                  <a:pt x="71" y="369"/>
                </a:lnTo>
                <a:lnTo>
                  <a:pt x="74" y="367"/>
                </a:lnTo>
                <a:lnTo>
                  <a:pt x="75" y="357"/>
                </a:lnTo>
                <a:lnTo>
                  <a:pt x="75" y="345"/>
                </a:lnTo>
                <a:lnTo>
                  <a:pt x="75" y="333"/>
                </a:lnTo>
                <a:lnTo>
                  <a:pt x="74" y="321"/>
                </a:lnTo>
                <a:lnTo>
                  <a:pt x="74" y="320"/>
                </a:lnTo>
                <a:lnTo>
                  <a:pt x="71" y="319"/>
                </a:lnTo>
                <a:lnTo>
                  <a:pt x="70" y="318"/>
                </a:lnTo>
                <a:lnTo>
                  <a:pt x="68" y="317"/>
                </a:lnTo>
                <a:lnTo>
                  <a:pt x="65" y="313"/>
                </a:lnTo>
                <a:lnTo>
                  <a:pt x="62" y="310"/>
                </a:lnTo>
                <a:lnTo>
                  <a:pt x="56" y="302"/>
                </a:lnTo>
                <a:lnTo>
                  <a:pt x="51" y="296"/>
                </a:lnTo>
                <a:lnTo>
                  <a:pt x="51" y="293"/>
                </a:lnTo>
                <a:lnTo>
                  <a:pt x="52" y="290"/>
                </a:lnTo>
                <a:lnTo>
                  <a:pt x="52" y="288"/>
                </a:lnTo>
                <a:lnTo>
                  <a:pt x="53" y="285"/>
                </a:lnTo>
                <a:lnTo>
                  <a:pt x="55" y="280"/>
                </a:lnTo>
                <a:lnTo>
                  <a:pt x="58" y="275"/>
                </a:lnTo>
                <a:lnTo>
                  <a:pt x="60" y="271"/>
                </a:lnTo>
                <a:lnTo>
                  <a:pt x="63" y="267"/>
                </a:lnTo>
                <a:lnTo>
                  <a:pt x="66" y="263"/>
                </a:lnTo>
                <a:lnTo>
                  <a:pt x="70" y="259"/>
                </a:lnTo>
                <a:lnTo>
                  <a:pt x="74" y="255"/>
                </a:lnTo>
                <a:lnTo>
                  <a:pt x="77" y="251"/>
                </a:lnTo>
                <a:lnTo>
                  <a:pt x="80" y="247"/>
                </a:lnTo>
                <a:lnTo>
                  <a:pt x="83" y="242"/>
                </a:lnTo>
                <a:lnTo>
                  <a:pt x="86" y="238"/>
                </a:lnTo>
                <a:lnTo>
                  <a:pt x="87" y="233"/>
                </a:lnTo>
                <a:lnTo>
                  <a:pt x="88" y="230"/>
                </a:lnTo>
                <a:lnTo>
                  <a:pt x="88" y="227"/>
                </a:lnTo>
                <a:lnTo>
                  <a:pt x="88" y="224"/>
                </a:lnTo>
                <a:lnTo>
                  <a:pt x="88" y="221"/>
                </a:lnTo>
                <a:lnTo>
                  <a:pt x="81" y="217"/>
                </a:lnTo>
                <a:lnTo>
                  <a:pt x="73" y="214"/>
                </a:lnTo>
                <a:lnTo>
                  <a:pt x="66" y="210"/>
                </a:lnTo>
                <a:lnTo>
                  <a:pt x="58" y="206"/>
                </a:lnTo>
                <a:lnTo>
                  <a:pt x="58" y="204"/>
                </a:lnTo>
                <a:lnTo>
                  <a:pt x="59" y="202"/>
                </a:lnTo>
                <a:lnTo>
                  <a:pt x="62" y="200"/>
                </a:lnTo>
                <a:lnTo>
                  <a:pt x="63" y="199"/>
                </a:lnTo>
                <a:lnTo>
                  <a:pt x="66" y="197"/>
                </a:lnTo>
                <a:lnTo>
                  <a:pt x="69" y="196"/>
                </a:lnTo>
                <a:lnTo>
                  <a:pt x="71" y="195"/>
                </a:lnTo>
                <a:lnTo>
                  <a:pt x="75" y="193"/>
                </a:lnTo>
                <a:lnTo>
                  <a:pt x="82" y="191"/>
                </a:lnTo>
                <a:lnTo>
                  <a:pt x="88" y="188"/>
                </a:lnTo>
                <a:lnTo>
                  <a:pt x="90" y="187"/>
                </a:lnTo>
                <a:lnTo>
                  <a:pt x="94" y="185"/>
                </a:lnTo>
                <a:lnTo>
                  <a:pt x="95" y="184"/>
                </a:lnTo>
                <a:lnTo>
                  <a:pt x="98" y="181"/>
                </a:lnTo>
                <a:lnTo>
                  <a:pt x="98" y="178"/>
                </a:lnTo>
                <a:lnTo>
                  <a:pt x="99" y="174"/>
                </a:lnTo>
                <a:lnTo>
                  <a:pt x="99" y="170"/>
                </a:lnTo>
                <a:lnTo>
                  <a:pt x="100" y="165"/>
                </a:lnTo>
                <a:lnTo>
                  <a:pt x="99" y="156"/>
                </a:lnTo>
                <a:lnTo>
                  <a:pt x="99" y="148"/>
                </a:lnTo>
                <a:lnTo>
                  <a:pt x="99" y="144"/>
                </a:lnTo>
                <a:lnTo>
                  <a:pt x="99" y="140"/>
                </a:lnTo>
                <a:lnTo>
                  <a:pt x="100" y="136"/>
                </a:lnTo>
                <a:lnTo>
                  <a:pt x="101" y="133"/>
                </a:lnTo>
                <a:lnTo>
                  <a:pt x="102" y="130"/>
                </a:lnTo>
                <a:lnTo>
                  <a:pt x="104" y="127"/>
                </a:lnTo>
                <a:lnTo>
                  <a:pt x="105" y="126"/>
                </a:lnTo>
                <a:lnTo>
                  <a:pt x="106" y="124"/>
                </a:lnTo>
                <a:lnTo>
                  <a:pt x="107" y="124"/>
                </a:lnTo>
                <a:lnTo>
                  <a:pt x="109" y="123"/>
                </a:lnTo>
                <a:lnTo>
                  <a:pt x="114" y="123"/>
                </a:lnTo>
                <a:lnTo>
                  <a:pt x="118" y="123"/>
                </a:lnTo>
                <a:lnTo>
                  <a:pt x="120" y="126"/>
                </a:lnTo>
                <a:lnTo>
                  <a:pt x="122" y="128"/>
                </a:lnTo>
                <a:lnTo>
                  <a:pt x="122" y="130"/>
                </a:lnTo>
                <a:lnTo>
                  <a:pt x="123" y="132"/>
                </a:lnTo>
                <a:lnTo>
                  <a:pt x="123" y="134"/>
                </a:lnTo>
                <a:lnTo>
                  <a:pt x="123" y="137"/>
                </a:lnTo>
                <a:lnTo>
                  <a:pt x="122" y="140"/>
                </a:lnTo>
                <a:lnTo>
                  <a:pt x="121" y="141"/>
                </a:lnTo>
                <a:lnTo>
                  <a:pt x="120" y="144"/>
                </a:lnTo>
                <a:lnTo>
                  <a:pt x="119" y="146"/>
                </a:lnTo>
                <a:lnTo>
                  <a:pt x="118" y="151"/>
                </a:lnTo>
                <a:lnTo>
                  <a:pt x="118" y="156"/>
                </a:lnTo>
                <a:lnTo>
                  <a:pt x="118" y="165"/>
                </a:lnTo>
                <a:lnTo>
                  <a:pt x="118" y="176"/>
                </a:lnTo>
                <a:lnTo>
                  <a:pt x="122" y="179"/>
                </a:lnTo>
                <a:lnTo>
                  <a:pt x="126" y="181"/>
                </a:lnTo>
                <a:lnTo>
                  <a:pt x="130" y="181"/>
                </a:lnTo>
                <a:lnTo>
                  <a:pt x="134" y="181"/>
                </a:lnTo>
                <a:lnTo>
                  <a:pt x="135" y="179"/>
                </a:lnTo>
                <a:lnTo>
                  <a:pt x="136" y="176"/>
                </a:lnTo>
                <a:lnTo>
                  <a:pt x="138" y="173"/>
                </a:lnTo>
                <a:lnTo>
                  <a:pt x="139" y="171"/>
                </a:lnTo>
                <a:lnTo>
                  <a:pt x="143" y="165"/>
                </a:lnTo>
                <a:lnTo>
                  <a:pt x="147" y="160"/>
                </a:lnTo>
                <a:lnTo>
                  <a:pt x="155" y="151"/>
                </a:lnTo>
                <a:lnTo>
                  <a:pt x="163" y="141"/>
                </a:lnTo>
                <a:lnTo>
                  <a:pt x="167" y="136"/>
                </a:lnTo>
                <a:lnTo>
                  <a:pt x="171" y="128"/>
                </a:lnTo>
                <a:lnTo>
                  <a:pt x="174" y="121"/>
                </a:lnTo>
                <a:lnTo>
                  <a:pt x="177" y="114"/>
                </a:lnTo>
                <a:lnTo>
                  <a:pt x="181" y="106"/>
                </a:lnTo>
                <a:lnTo>
                  <a:pt x="184" y="99"/>
                </a:lnTo>
                <a:lnTo>
                  <a:pt x="187" y="92"/>
                </a:lnTo>
                <a:lnTo>
                  <a:pt x="191" y="84"/>
                </a:lnTo>
                <a:lnTo>
                  <a:pt x="195" y="78"/>
                </a:lnTo>
                <a:lnTo>
                  <a:pt x="200" y="71"/>
                </a:lnTo>
                <a:lnTo>
                  <a:pt x="203" y="68"/>
                </a:lnTo>
                <a:lnTo>
                  <a:pt x="205" y="64"/>
                </a:lnTo>
                <a:lnTo>
                  <a:pt x="205" y="61"/>
                </a:lnTo>
                <a:lnTo>
                  <a:pt x="206" y="59"/>
                </a:lnTo>
                <a:lnTo>
                  <a:pt x="207" y="56"/>
                </a:lnTo>
                <a:lnTo>
                  <a:pt x="207" y="53"/>
                </a:lnTo>
                <a:lnTo>
                  <a:pt x="203" y="49"/>
                </a:lnTo>
                <a:lnTo>
                  <a:pt x="200" y="44"/>
                </a:lnTo>
                <a:lnTo>
                  <a:pt x="192" y="45"/>
                </a:lnTo>
                <a:lnTo>
                  <a:pt x="183" y="46"/>
                </a:lnTo>
                <a:lnTo>
                  <a:pt x="175" y="46"/>
                </a:lnTo>
                <a:lnTo>
                  <a:pt x="167" y="47"/>
                </a:lnTo>
                <a:lnTo>
                  <a:pt x="167" y="50"/>
                </a:lnTo>
                <a:lnTo>
                  <a:pt x="165" y="52"/>
                </a:lnTo>
                <a:lnTo>
                  <a:pt x="163" y="54"/>
                </a:lnTo>
                <a:lnTo>
                  <a:pt x="163" y="56"/>
                </a:lnTo>
                <a:lnTo>
                  <a:pt x="161" y="56"/>
                </a:lnTo>
                <a:lnTo>
                  <a:pt x="159" y="57"/>
                </a:lnTo>
                <a:lnTo>
                  <a:pt x="159" y="58"/>
                </a:lnTo>
                <a:lnTo>
                  <a:pt x="157" y="58"/>
                </a:lnTo>
                <a:lnTo>
                  <a:pt x="154" y="59"/>
                </a:lnTo>
                <a:lnTo>
                  <a:pt x="150" y="60"/>
                </a:lnTo>
                <a:lnTo>
                  <a:pt x="148" y="60"/>
                </a:lnTo>
                <a:lnTo>
                  <a:pt x="146" y="60"/>
                </a:lnTo>
                <a:lnTo>
                  <a:pt x="144" y="62"/>
                </a:lnTo>
                <a:lnTo>
                  <a:pt x="142" y="63"/>
                </a:lnTo>
                <a:lnTo>
                  <a:pt x="139" y="65"/>
                </a:lnTo>
                <a:lnTo>
                  <a:pt x="136" y="67"/>
                </a:lnTo>
                <a:lnTo>
                  <a:pt x="134" y="69"/>
                </a:lnTo>
                <a:lnTo>
                  <a:pt x="131" y="72"/>
                </a:lnTo>
                <a:lnTo>
                  <a:pt x="126" y="77"/>
                </a:lnTo>
                <a:lnTo>
                  <a:pt x="121" y="82"/>
                </a:lnTo>
                <a:lnTo>
                  <a:pt x="118" y="82"/>
                </a:lnTo>
                <a:lnTo>
                  <a:pt x="116" y="82"/>
                </a:lnTo>
                <a:lnTo>
                  <a:pt x="106" y="88"/>
                </a:lnTo>
                <a:lnTo>
                  <a:pt x="94" y="96"/>
                </a:lnTo>
                <a:lnTo>
                  <a:pt x="89" y="100"/>
                </a:lnTo>
                <a:lnTo>
                  <a:pt x="82" y="104"/>
                </a:lnTo>
                <a:lnTo>
                  <a:pt x="78" y="108"/>
                </a:lnTo>
                <a:lnTo>
                  <a:pt x="73" y="112"/>
                </a:lnTo>
                <a:lnTo>
                  <a:pt x="67" y="118"/>
                </a:lnTo>
                <a:lnTo>
                  <a:pt x="61" y="124"/>
                </a:lnTo>
                <a:lnTo>
                  <a:pt x="57" y="128"/>
                </a:lnTo>
                <a:lnTo>
                  <a:pt x="53" y="131"/>
                </a:lnTo>
                <a:lnTo>
                  <a:pt x="51" y="132"/>
                </a:lnTo>
                <a:lnTo>
                  <a:pt x="50" y="132"/>
                </a:lnTo>
                <a:lnTo>
                  <a:pt x="48" y="132"/>
                </a:lnTo>
                <a:lnTo>
                  <a:pt x="46" y="132"/>
                </a:lnTo>
                <a:lnTo>
                  <a:pt x="46" y="136"/>
                </a:lnTo>
                <a:lnTo>
                  <a:pt x="45" y="138"/>
                </a:lnTo>
                <a:lnTo>
                  <a:pt x="44" y="140"/>
                </a:lnTo>
                <a:lnTo>
                  <a:pt x="42" y="142"/>
                </a:lnTo>
                <a:lnTo>
                  <a:pt x="41" y="145"/>
                </a:lnTo>
                <a:lnTo>
                  <a:pt x="40" y="148"/>
                </a:lnTo>
                <a:lnTo>
                  <a:pt x="39" y="151"/>
                </a:lnTo>
                <a:lnTo>
                  <a:pt x="39" y="154"/>
                </a:lnTo>
                <a:lnTo>
                  <a:pt x="39" y="159"/>
                </a:lnTo>
                <a:lnTo>
                  <a:pt x="38" y="168"/>
                </a:lnTo>
                <a:lnTo>
                  <a:pt x="38" y="180"/>
                </a:lnTo>
                <a:lnTo>
                  <a:pt x="38" y="192"/>
                </a:lnTo>
                <a:lnTo>
                  <a:pt x="36" y="205"/>
                </a:lnTo>
                <a:lnTo>
                  <a:pt x="34" y="216"/>
                </a:lnTo>
                <a:lnTo>
                  <a:pt x="34" y="221"/>
                </a:lnTo>
                <a:lnTo>
                  <a:pt x="33" y="225"/>
                </a:lnTo>
                <a:lnTo>
                  <a:pt x="31" y="229"/>
                </a:lnTo>
                <a:lnTo>
                  <a:pt x="30" y="230"/>
                </a:lnTo>
                <a:lnTo>
                  <a:pt x="27" y="230"/>
                </a:lnTo>
                <a:lnTo>
                  <a:pt x="25" y="230"/>
                </a:lnTo>
                <a:lnTo>
                  <a:pt x="22" y="230"/>
                </a:lnTo>
                <a:lnTo>
                  <a:pt x="18" y="230"/>
                </a:lnTo>
                <a:lnTo>
                  <a:pt x="18" y="229"/>
                </a:lnTo>
                <a:lnTo>
                  <a:pt x="17" y="227"/>
                </a:lnTo>
                <a:lnTo>
                  <a:pt x="16" y="225"/>
                </a:lnTo>
                <a:lnTo>
                  <a:pt x="14" y="224"/>
                </a:lnTo>
                <a:lnTo>
                  <a:pt x="12" y="223"/>
                </a:lnTo>
                <a:lnTo>
                  <a:pt x="9" y="221"/>
                </a:lnTo>
                <a:lnTo>
                  <a:pt x="9" y="214"/>
                </a:lnTo>
                <a:lnTo>
                  <a:pt x="9" y="208"/>
                </a:lnTo>
                <a:lnTo>
                  <a:pt x="9" y="200"/>
                </a:lnTo>
                <a:lnTo>
                  <a:pt x="9" y="194"/>
                </a:lnTo>
                <a:lnTo>
                  <a:pt x="9" y="188"/>
                </a:lnTo>
                <a:lnTo>
                  <a:pt x="9" y="180"/>
                </a:lnTo>
                <a:lnTo>
                  <a:pt x="9" y="174"/>
                </a:lnTo>
                <a:lnTo>
                  <a:pt x="9" y="168"/>
                </a:lnTo>
                <a:lnTo>
                  <a:pt x="9" y="167"/>
                </a:lnTo>
                <a:lnTo>
                  <a:pt x="8" y="165"/>
                </a:lnTo>
                <a:lnTo>
                  <a:pt x="7" y="164"/>
                </a:lnTo>
                <a:lnTo>
                  <a:pt x="7" y="163"/>
                </a:lnTo>
                <a:lnTo>
                  <a:pt x="7" y="160"/>
                </a:lnTo>
                <a:lnTo>
                  <a:pt x="7" y="156"/>
                </a:lnTo>
                <a:lnTo>
                  <a:pt x="8" y="152"/>
                </a:lnTo>
                <a:lnTo>
                  <a:pt x="8" y="148"/>
                </a:lnTo>
                <a:lnTo>
                  <a:pt x="8" y="145"/>
                </a:lnTo>
                <a:lnTo>
                  <a:pt x="7" y="141"/>
                </a:lnTo>
                <a:lnTo>
                  <a:pt x="4" y="136"/>
                </a:lnTo>
                <a:lnTo>
                  <a:pt x="1" y="127"/>
                </a:lnTo>
                <a:lnTo>
                  <a:pt x="1" y="125"/>
                </a:lnTo>
                <a:lnTo>
                  <a:pt x="0" y="123"/>
                </a:lnTo>
                <a:lnTo>
                  <a:pt x="0" y="121"/>
                </a:lnTo>
                <a:lnTo>
                  <a:pt x="0" y="119"/>
                </a:lnTo>
                <a:lnTo>
                  <a:pt x="1" y="117"/>
                </a:lnTo>
                <a:lnTo>
                  <a:pt x="1" y="116"/>
                </a:lnTo>
                <a:lnTo>
                  <a:pt x="2" y="114"/>
                </a:lnTo>
                <a:lnTo>
                  <a:pt x="4" y="113"/>
                </a:lnTo>
                <a:lnTo>
                  <a:pt x="6" y="112"/>
                </a:lnTo>
                <a:lnTo>
                  <a:pt x="8" y="112"/>
                </a:lnTo>
                <a:lnTo>
                  <a:pt x="10" y="112"/>
                </a:lnTo>
                <a:lnTo>
                  <a:pt x="11" y="112"/>
                </a:lnTo>
                <a:lnTo>
                  <a:pt x="14" y="114"/>
                </a:lnTo>
                <a:lnTo>
                  <a:pt x="18" y="116"/>
                </a:lnTo>
                <a:lnTo>
                  <a:pt x="23" y="120"/>
                </a:lnTo>
                <a:lnTo>
                  <a:pt x="28" y="123"/>
                </a:lnTo>
                <a:lnTo>
                  <a:pt x="31" y="123"/>
                </a:lnTo>
                <a:lnTo>
                  <a:pt x="35" y="123"/>
                </a:lnTo>
                <a:lnTo>
                  <a:pt x="38" y="123"/>
                </a:lnTo>
                <a:lnTo>
                  <a:pt x="42" y="123"/>
                </a:lnTo>
                <a:lnTo>
                  <a:pt x="43" y="121"/>
                </a:lnTo>
                <a:lnTo>
                  <a:pt x="45" y="120"/>
                </a:lnTo>
                <a:lnTo>
                  <a:pt x="46" y="119"/>
                </a:lnTo>
                <a:lnTo>
                  <a:pt x="48" y="117"/>
                </a:lnTo>
                <a:lnTo>
                  <a:pt x="51" y="116"/>
                </a:lnTo>
                <a:lnTo>
                  <a:pt x="56" y="113"/>
                </a:lnTo>
                <a:lnTo>
                  <a:pt x="58" y="112"/>
                </a:lnTo>
                <a:lnTo>
                  <a:pt x="59" y="110"/>
                </a:lnTo>
                <a:lnTo>
                  <a:pt x="61" y="108"/>
                </a:lnTo>
                <a:lnTo>
                  <a:pt x="62" y="106"/>
                </a:lnTo>
                <a:lnTo>
                  <a:pt x="66" y="102"/>
                </a:lnTo>
                <a:lnTo>
                  <a:pt x="70" y="99"/>
                </a:lnTo>
                <a:lnTo>
                  <a:pt x="74" y="97"/>
                </a:lnTo>
                <a:lnTo>
                  <a:pt x="79" y="96"/>
                </a:lnTo>
                <a:lnTo>
                  <a:pt x="84" y="92"/>
                </a:lnTo>
                <a:lnTo>
                  <a:pt x="89" y="87"/>
                </a:lnTo>
                <a:lnTo>
                  <a:pt x="94" y="83"/>
                </a:lnTo>
                <a:lnTo>
                  <a:pt x="99" y="79"/>
                </a:lnTo>
                <a:lnTo>
                  <a:pt x="102" y="78"/>
                </a:lnTo>
                <a:lnTo>
                  <a:pt x="103" y="76"/>
                </a:lnTo>
                <a:lnTo>
                  <a:pt x="106" y="76"/>
                </a:lnTo>
                <a:lnTo>
                  <a:pt x="108" y="76"/>
                </a:lnTo>
                <a:lnTo>
                  <a:pt x="110" y="75"/>
                </a:lnTo>
                <a:lnTo>
                  <a:pt x="112" y="75"/>
                </a:lnTo>
                <a:lnTo>
                  <a:pt x="114" y="73"/>
                </a:lnTo>
                <a:lnTo>
                  <a:pt x="116" y="72"/>
                </a:lnTo>
                <a:lnTo>
                  <a:pt x="121" y="68"/>
                </a:lnTo>
                <a:lnTo>
                  <a:pt x="126" y="63"/>
                </a:lnTo>
                <a:lnTo>
                  <a:pt x="129" y="60"/>
                </a:lnTo>
                <a:lnTo>
                  <a:pt x="131" y="58"/>
                </a:lnTo>
                <a:lnTo>
                  <a:pt x="134" y="58"/>
                </a:lnTo>
                <a:lnTo>
                  <a:pt x="135" y="57"/>
                </a:lnTo>
                <a:lnTo>
                  <a:pt x="137" y="56"/>
                </a:lnTo>
                <a:lnTo>
                  <a:pt x="139" y="5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86" name="îşļïḑe">
            <a:extLst>
              <a:ext uri="{FF2B5EF4-FFF2-40B4-BE49-F238E27FC236}">
                <a16:creationId xmlns:a16="http://schemas.microsoft.com/office/drawing/2014/main" id="{CBCE17F0-10FF-4212-B03E-AABB31128B1D}"/>
              </a:ext>
            </a:extLst>
          </p:cNvPr>
          <p:cNvSpPr>
            <a:spLocks noGrp="1"/>
          </p:cNvSpPr>
          <p:nvPr/>
        </p:nvSpPr>
        <p:spPr>
          <a:xfrm>
            <a:off x="1973880" y="629640"/>
            <a:ext cx="60480" cy="165600"/>
          </a:xfrm>
          <a:custGeom>
            <a:avLst/>
            <a:gdLst>
              <a:gd name="textAreaLeft" fmla="*/ 0 w 60480"/>
              <a:gd name="textAreaRight" fmla="*/ 60840 w 60480"/>
              <a:gd name="textAreaTop" fmla="*/ 0 h 165600"/>
              <a:gd name="textAreaBottom" fmla="*/ 165960 h 165600"/>
              <a:gd name="GluePoint1X" fmla="*/ 127 w 139"/>
              <a:gd name="GluePoint1Y" fmla="*/ 2 h 380"/>
              <a:gd name="GluePoint2X" fmla="*/ 135 w 139"/>
              <a:gd name="GluePoint2Y" fmla="*/ 15 h 380"/>
              <a:gd name="GluePoint3X" fmla="*/ 135 w 139"/>
              <a:gd name="GluePoint3Y" fmla="*/ 22 h 380"/>
              <a:gd name="GluePoint4X" fmla="*/ 123 w 139"/>
              <a:gd name="GluePoint4Y" fmla="*/ 50 h 380"/>
              <a:gd name="GluePoint5X" fmla="*/ 113 w 139"/>
              <a:gd name="GluePoint5Y" fmla="*/ 73 h 380"/>
              <a:gd name="GluePoint6X" fmla="*/ 107 w 139"/>
              <a:gd name="GluePoint6Y" fmla="*/ 106 h 380"/>
              <a:gd name="GluePoint7X" fmla="*/ 101 w 139"/>
              <a:gd name="GluePoint7Y" fmla="*/ 145 h 380"/>
              <a:gd name="GluePoint8X" fmla="*/ 103 w 139"/>
              <a:gd name="GluePoint8Y" fmla="*/ 178 h 380"/>
              <a:gd name="GluePoint9X" fmla="*/ 110 w 139"/>
              <a:gd name="GluePoint9Y" fmla="*/ 184 h 380"/>
              <a:gd name="GluePoint10X" fmla="*/ 117 w 139"/>
              <a:gd name="GluePoint10Y" fmla="*/ 196 h 380"/>
              <a:gd name="GluePoint11X" fmla="*/ 127 w 139"/>
              <a:gd name="GluePoint11Y" fmla="*/ 198 h 380"/>
              <a:gd name="GluePoint12X" fmla="*/ 133 w 139"/>
              <a:gd name="GluePoint12Y" fmla="*/ 194 h 380"/>
              <a:gd name="GluePoint13X" fmla="*/ 139 w 139"/>
              <a:gd name="GluePoint13Y" fmla="*/ 199 h 380"/>
              <a:gd name="GluePoint14X" fmla="*/ 135 w 139"/>
              <a:gd name="GluePoint14Y" fmla="*/ 216 h 380"/>
              <a:gd name="GluePoint15X" fmla="*/ 127 w 139"/>
              <a:gd name="GluePoint15Y" fmla="*/ 240 h 380"/>
              <a:gd name="GluePoint16X" fmla="*/ 119 w 139"/>
              <a:gd name="GluePoint16Y" fmla="*/ 255 h 380"/>
              <a:gd name="GluePoint17X" fmla="*/ 119 w 139"/>
              <a:gd name="GluePoint17Y" fmla="*/ 260 h 380"/>
              <a:gd name="GluePoint18X" fmla="*/ 108 w 139"/>
              <a:gd name="GluePoint18Y" fmla="*/ 268 h 380"/>
              <a:gd name="GluePoint19X" fmla="*/ 104 w 139"/>
              <a:gd name="GluePoint19Y" fmla="*/ 279 h 380"/>
              <a:gd name="GluePoint20X" fmla="*/ 98 w 139"/>
              <a:gd name="GluePoint20Y" fmla="*/ 290 h 380"/>
              <a:gd name="GluePoint21X" fmla="*/ 93 w 139"/>
              <a:gd name="GluePoint21Y" fmla="*/ 300 h 380"/>
              <a:gd name="GluePoint22X" fmla="*/ 92 w 139"/>
              <a:gd name="GluePoint22Y" fmla="*/ 311 h 380"/>
              <a:gd name="GluePoint23X" fmla="*/ 81 w 139"/>
              <a:gd name="GluePoint23Y" fmla="*/ 332 h 380"/>
              <a:gd name="GluePoint24X" fmla="*/ 79 w 139"/>
              <a:gd name="GluePoint24Y" fmla="*/ 341 h 380"/>
              <a:gd name="GluePoint25X" fmla="*/ 77 w 139"/>
              <a:gd name="GluePoint25Y" fmla="*/ 352 h 380"/>
              <a:gd name="GluePoint26X" fmla="*/ 72 w 139"/>
              <a:gd name="GluePoint26Y" fmla="*/ 360 h 380"/>
              <a:gd name="GluePoint27X" fmla="*/ 63 w 139"/>
              <a:gd name="GluePoint27Y" fmla="*/ 370 h 380"/>
              <a:gd name="GluePoint28X" fmla="*/ 52 w 139"/>
              <a:gd name="GluePoint28Y" fmla="*/ 376 h 380"/>
              <a:gd name="GluePoint29X" fmla="*/ 39 w 139"/>
              <a:gd name="GluePoint29Y" fmla="*/ 380 h 380"/>
              <a:gd name="GluePoint30X" fmla="*/ 15 w 139"/>
              <a:gd name="GluePoint30Y" fmla="*/ 376 h 380"/>
              <a:gd name="GluePoint31X" fmla="*/ 7 w 139"/>
              <a:gd name="GluePoint31Y" fmla="*/ 365 h 380"/>
              <a:gd name="GluePoint32X" fmla="*/ 7 w 139"/>
              <a:gd name="GluePoint32Y" fmla="*/ 356 h 380"/>
              <a:gd name="GluePoint33X" fmla="*/ 14 w 139"/>
              <a:gd name="GluePoint33Y" fmla="*/ 344 h 380"/>
              <a:gd name="GluePoint34X" fmla="*/ 19 w 139"/>
              <a:gd name="GluePoint34Y" fmla="*/ 330 h 380"/>
              <a:gd name="GluePoint35X" fmla="*/ 25 w 139"/>
              <a:gd name="GluePoint35Y" fmla="*/ 319 h 380"/>
              <a:gd name="GluePoint36X" fmla="*/ 47 w 139"/>
              <a:gd name="GluePoint36Y" fmla="*/ 280 h 380"/>
              <a:gd name="GluePoint37X" fmla="*/ 56 w 139"/>
              <a:gd name="GluePoint37Y" fmla="*/ 256 h 380"/>
              <a:gd name="GluePoint38X" fmla="*/ 43 w 139"/>
              <a:gd name="GluePoint38Y" fmla="*/ 248 h 380"/>
              <a:gd name="GluePoint39X" fmla="*/ 31 w 139"/>
              <a:gd name="GluePoint39Y" fmla="*/ 247 h 380"/>
              <a:gd name="GluePoint40X" fmla="*/ 19 w 139"/>
              <a:gd name="GluePoint40Y" fmla="*/ 251 h 380"/>
              <a:gd name="GluePoint41X" fmla="*/ 6 w 139"/>
              <a:gd name="GluePoint41Y" fmla="*/ 247 h 380"/>
              <a:gd name="GluePoint42X" fmla="*/ 0 w 139"/>
              <a:gd name="GluePoint42Y" fmla="*/ 239 h 380"/>
              <a:gd name="GluePoint43X" fmla="*/ 11 w 139"/>
              <a:gd name="GluePoint43Y" fmla="*/ 225 h 380"/>
              <a:gd name="GluePoint44X" fmla="*/ 38 w 139"/>
              <a:gd name="GluePoint44Y" fmla="*/ 208 h 380"/>
              <a:gd name="GluePoint45X" fmla="*/ 55 w 139"/>
              <a:gd name="GluePoint45Y" fmla="*/ 196 h 380"/>
              <a:gd name="GluePoint46X" fmla="*/ 67 w 139"/>
              <a:gd name="GluePoint46Y" fmla="*/ 183 h 380"/>
              <a:gd name="GluePoint47X" fmla="*/ 67 w 139"/>
              <a:gd name="GluePoint47Y" fmla="*/ 167 h 380"/>
              <a:gd name="GluePoint48X" fmla="*/ 66 w 139"/>
              <a:gd name="GluePoint48Y" fmla="*/ 140 h 380"/>
              <a:gd name="GluePoint49X" fmla="*/ 69 w 139"/>
              <a:gd name="GluePoint49Y" fmla="*/ 124 h 380"/>
              <a:gd name="GluePoint50X" fmla="*/ 71 w 139"/>
              <a:gd name="GluePoint50Y" fmla="*/ 97 h 380"/>
              <a:gd name="GluePoint51X" fmla="*/ 71 w 139"/>
              <a:gd name="GluePoint51Y" fmla="*/ 85 h 380"/>
              <a:gd name="GluePoint52X" fmla="*/ 68 w 139"/>
              <a:gd name="GluePoint52Y" fmla="*/ 81 h 380"/>
              <a:gd name="GluePoint53X" fmla="*/ 56 w 139"/>
              <a:gd name="GluePoint53Y" fmla="*/ 79 h 380"/>
              <a:gd name="GluePoint54X" fmla="*/ 39 w 139"/>
              <a:gd name="GluePoint54Y" fmla="*/ 83 h 380"/>
              <a:gd name="GluePoint55X" fmla="*/ 24 w 139"/>
              <a:gd name="GluePoint55Y" fmla="*/ 83 h 380"/>
              <a:gd name="GluePoint56X" fmla="*/ 11 w 139"/>
              <a:gd name="GluePoint56Y" fmla="*/ 79 h 380"/>
              <a:gd name="GluePoint57X" fmla="*/ 1 w 139"/>
              <a:gd name="GluePoint57Y" fmla="*/ 70 h 380"/>
              <a:gd name="GluePoint58X" fmla="*/ 10 w 139"/>
              <a:gd name="GluePoint58Y" fmla="*/ 59 h 380"/>
              <a:gd name="GluePoint59X" fmla="*/ 36 w 139"/>
              <a:gd name="GluePoint59Y" fmla="*/ 46 h 380"/>
              <a:gd name="GluePoint60X" fmla="*/ 55 w 139"/>
              <a:gd name="GluePoint60Y" fmla="*/ 37 h 380"/>
              <a:gd name="GluePoint61X" fmla="*/ 68 w 139"/>
              <a:gd name="GluePoint61Y" fmla="*/ 25 h 380"/>
              <a:gd name="GluePoint62X" fmla="*/ 85 w 139"/>
              <a:gd name="GluePoint62Y" fmla="*/ 16 h 380"/>
              <a:gd name="GluePoint63X" fmla="*/ 111 w 139"/>
              <a:gd name="GluePoint63Y" fmla="*/ 5 h 380"/>
            </a:gdLst>
            <a:ahLst/>
            <a:cxnLst/>
            <a:rect l="textAreaLeft" t="textAreaTop" r="textAreaRight" b="textAreaBottom"/>
            <a:pathLst>
              <a:path w="139" h="380">
                <a:moveTo>
                  <a:pt x="117" y="0"/>
                </a:moveTo>
                <a:lnTo>
                  <a:pt x="121" y="0"/>
                </a:lnTo>
                <a:lnTo>
                  <a:pt x="124" y="1"/>
                </a:lnTo>
                <a:lnTo>
                  <a:pt x="127" y="2"/>
                </a:lnTo>
                <a:lnTo>
                  <a:pt x="131" y="3"/>
                </a:lnTo>
                <a:lnTo>
                  <a:pt x="132" y="7"/>
                </a:lnTo>
                <a:lnTo>
                  <a:pt x="135" y="11"/>
                </a:lnTo>
                <a:lnTo>
                  <a:pt x="135" y="15"/>
                </a:lnTo>
                <a:lnTo>
                  <a:pt x="135" y="17"/>
                </a:lnTo>
                <a:lnTo>
                  <a:pt x="135" y="19"/>
                </a:lnTo>
                <a:lnTo>
                  <a:pt x="135" y="20"/>
                </a:lnTo>
                <a:lnTo>
                  <a:pt x="135" y="22"/>
                </a:lnTo>
                <a:lnTo>
                  <a:pt x="135" y="23"/>
                </a:lnTo>
                <a:lnTo>
                  <a:pt x="131" y="34"/>
                </a:lnTo>
                <a:lnTo>
                  <a:pt x="125" y="44"/>
                </a:lnTo>
                <a:lnTo>
                  <a:pt x="123" y="50"/>
                </a:lnTo>
                <a:lnTo>
                  <a:pt x="120" y="55"/>
                </a:lnTo>
                <a:lnTo>
                  <a:pt x="117" y="60"/>
                </a:lnTo>
                <a:lnTo>
                  <a:pt x="114" y="65"/>
                </a:lnTo>
                <a:lnTo>
                  <a:pt x="113" y="73"/>
                </a:lnTo>
                <a:lnTo>
                  <a:pt x="111" y="81"/>
                </a:lnTo>
                <a:lnTo>
                  <a:pt x="111" y="89"/>
                </a:lnTo>
                <a:lnTo>
                  <a:pt x="110" y="97"/>
                </a:lnTo>
                <a:lnTo>
                  <a:pt x="107" y="106"/>
                </a:lnTo>
                <a:lnTo>
                  <a:pt x="105" y="115"/>
                </a:lnTo>
                <a:lnTo>
                  <a:pt x="103" y="125"/>
                </a:lnTo>
                <a:lnTo>
                  <a:pt x="102" y="135"/>
                </a:lnTo>
                <a:lnTo>
                  <a:pt x="101" y="145"/>
                </a:lnTo>
                <a:lnTo>
                  <a:pt x="100" y="156"/>
                </a:lnTo>
                <a:lnTo>
                  <a:pt x="100" y="166"/>
                </a:lnTo>
                <a:lnTo>
                  <a:pt x="100" y="176"/>
                </a:lnTo>
                <a:lnTo>
                  <a:pt x="103" y="178"/>
                </a:lnTo>
                <a:lnTo>
                  <a:pt x="104" y="179"/>
                </a:lnTo>
                <a:lnTo>
                  <a:pt x="106" y="180"/>
                </a:lnTo>
                <a:lnTo>
                  <a:pt x="107" y="181"/>
                </a:lnTo>
                <a:lnTo>
                  <a:pt x="110" y="184"/>
                </a:lnTo>
                <a:lnTo>
                  <a:pt x="111" y="187"/>
                </a:lnTo>
                <a:lnTo>
                  <a:pt x="113" y="190"/>
                </a:lnTo>
                <a:lnTo>
                  <a:pt x="115" y="193"/>
                </a:lnTo>
                <a:lnTo>
                  <a:pt x="117" y="196"/>
                </a:lnTo>
                <a:lnTo>
                  <a:pt x="119" y="200"/>
                </a:lnTo>
                <a:lnTo>
                  <a:pt x="123" y="200"/>
                </a:lnTo>
                <a:lnTo>
                  <a:pt x="125" y="199"/>
                </a:lnTo>
                <a:lnTo>
                  <a:pt x="127" y="198"/>
                </a:lnTo>
                <a:lnTo>
                  <a:pt x="128" y="197"/>
                </a:lnTo>
                <a:lnTo>
                  <a:pt x="130" y="196"/>
                </a:lnTo>
                <a:lnTo>
                  <a:pt x="131" y="195"/>
                </a:lnTo>
                <a:lnTo>
                  <a:pt x="133" y="194"/>
                </a:lnTo>
                <a:lnTo>
                  <a:pt x="135" y="193"/>
                </a:lnTo>
                <a:lnTo>
                  <a:pt x="138" y="195"/>
                </a:lnTo>
                <a:lnTo>
                  <a:pt x="139" y="196"/>
                </a:lnTo>
                <a:lnTo>
                  <a:pt x="139" y="199"/>
                </a:lnTo>
                <a:lnTo>
                  <a:pt x="139" y="202"/>
                </a:lnTo>
                <a:lnTo>
                  <a:pt x="139" y="205"/>
                </a:lnTo>
                <a:lnTo>
                  <a:pt x="138" y="208"/>
                </a:lnTo>
                <a:lnTo>
                  <a:pt x="135" y="216"/>
                </a:lnTo>
                <a:lnTo>
                  <a:pt x="134" y="222"/>
                </a:lnTo>
                <a:lnTo>
                  <a:pt x="131" y="228"/>
                </a:lnTo>
                <a:lnTo>
                  <a:pt x="128" y="235"/>
                </a:lnTo>
                <a:lnTo>
                  <a:pt x="127" y="240"/>
                </a:lnTo>
                <a:lnTo>
                  <a:pt x="124" y="244"/>
                </a:lnTo>
                <a:lnTo>
                  <a:pt x="123" y="247"/>
                </a:lnTo>
                <a:lnTo>
                  <a:pt x="120" y="252"/>
                </a:lnTo>
                <a:lnTo>
                  <a:pt x="119" y="255"/>
                </a:lnTo>
                <a:lnTo>
                  <a:pt x="119" y="257"/>
                </a:lnTo>
                <a:lnTo>
                  <a:pt x="119" y="258"/>
                </a:lnTo>
                <a:lnTo>
                  <a:pt x="119" y="259"/>
                </a:lnTo>
                <a:lnTo>
                  <a:pt x="119" y="260"/>
                </a:lnTo>
                <a:lnTo>
                  <a:pt x="119" y="260"/>
                </a:lnTo>
                <a:lnTo>
                  <a:pt x="115" y="263"/>
                </a:lnTo>
                <a:lnTo>
                  <a:pt x="111" y="265"/>
                </a:lnTo>
                <a:lnTo>
                  <a:pt x="108" y="268"/>
                </a:lnTo>
                <a:lnTo>
                  <a:pt x="105" y="271"/>
                </a:lnTo>
                <a:lnTo>
                  <a:pt x="105" y="274"/>
                </a:lnTo>
                <a:lnTo>
                  <a:pt x="104" y="276"/>
                </a:lnTo>
                <a:lnTo>
                  <a:pt x="104" y="279"/>
                </a:lnTo>
                <a:lnTo>
                  <a:pt x="104" y="281"/>
                </a:lnTo>
                <a:lnTo>
                  <a:pt x="103" y="284"/>
                </a:lnTo>
                <a:lnTo>
                  <a:pt x="100" y="287"/>
                </a:lnTo>
                <a:lnTo>
                  <a:pt x="98" y="290"/>
                </a:lnTo>
                <a:lnTo>
                  <a:pt x="95" y="292"/>
                </a:lnTo>
                <a:lnTo>
                  <a:pt x="95" y="295"/>
                </a:lnTo>
                <a:lnTo>
                  <a:pt x="94" y="297"/>
                </a:lnTo>
                <a:lnTo>
                  <a:pt x="93" y="300"/>
                </a:lnTo>
                <a:lnTo>
                  <a:pt x="93" y="303"/>
                </a:lnTo>
                <a:lnTo>
                  <a:pt x="93" y="305"/>
                </a:lnTo>
                <a:lnTo>
                  <a:pt x="93" y="308"/>
                </a:lnTo>
                <a:lnTo>
                  <a:pt x="92" y="311"/>
                </a:lnTo>
                <a:lnTo>
                  <a:pt x="91" y="313"/>
                </a:lnTo>
                <a:lnTo>
                  <a:pt x="87" y="322"/>
                </a:lnTo>
                <a:lnTo>
                  <a:pt x="82" y="329"/>
                </a:lnTo>
                <a:lnTo>
                  <a:pt x="81" y="332"/>
                </a:lnTo>
                <a:lnTo>
                  <a:pt x="80" y="334"/>
                </a:lnTo>
                <a:lnTo>
                  <a:pt x="80" y="336"/>
                </a:lnTo>
                <a:lnTo>
                  <a:pt x="79" y="338"/>
                </a:lnTo>
                <a:lnTo>
                  <a:pt x="79" y="341"/>
                </a:lnTo>
                <a:lnTo>
                  <a:pt x="79" y="344"/>
                </a:lnTo>
                <a:lnTo>
                  <a:pt x="79" y="348"/>
                </a:lnTo>
                <a:lnTo>
                  <a:pt x="79" y="352"/>
                </a:lnTo>
                <a:lnTo>
                  <a:pt x="77" y="352"/>
                </a:lnTo>
                <a:lnTo>
                  <a:pt x="75" y="354"/>
                </a:lnTo>
                <a:lnTo>
                  <a:pt x="75" y="355"/>
                </a:lnTo>
                <a:lnTo>
                  <a:pt x="74" y="356"/>
                </a:lnTo>
                <a:lnTo>
                  <a:pt x="72" y="360"/>
                </a:lnTo>
                <a:lnTo>
                  <a:pt x="70" y="363"/>
                </a:lnTo>
                <a:lnTo>
                  <a:pt x="68" y="365"/>
                </a:lnTo>
                <a:lnTo>
                  <a:pt x="66" y="368"/>
                </a:lnTo>
                <a:lnTo>
                  <a:pt x="63" y="370"/>
                </a:lnTo>
                <a:lnTo>
                  <a:pt x="61" y="372"/>
                </a:lnTo>
                <a:lnTo>
                  <a:pt x="58" y="373"/>
                </a:lnTo>
                <a:lnTo>
                  <a:pt x="55" y="375"/>
                </a:lnTo>
                <a:lnTo>
                  <a:pt x="52" y="376"/>
                </a:lnTo>
                <a:lnTo>
                  <a:pt x="49" y="377"/>
                </a:lnTo>
                <a:lnTo>
                  <a:pt x="46" y="378"/>
                </a:lnTo>
                <a:lnTo>
                  <a:pt x="43" y="379"/>
                </a:lnTo>
                <a:lnTo>
                  <a:pt x="39" y="380"/>
                </a:lnTo>
                <a:lnTo>
                  <a:pt x="35" y="380"/>
                </a:lnTo>
                <a:lnTo>
                  <a:pt x="27" y="380"/>
                </a:lnTo>
                <a:lnTo>
                  <a:pt x="17" y="380"/>
                </a:lnTo>
                <a:lnTo>
                  <a:pt x="15" y="376"/>
                </a:lnTo>
                <a:lnTo>
                  <a:pt x="11" y="372"/>
                </a:lnTo>
                <a:lnTo>
                  <a:pt x="10" y="370"/>
                </a:lnTo>
                <a:lnTo>
                  <a:pt x="8" y="368"/>
                </a:lnTo>
                <a:lnTo>
                  <a:pt x="7" y="365"/>
                </a:lnTo>
                <a:lnTo>
                  <a:pt x="7" y="362"/>
                </a:lnTo>
                <a:lnTo>
                  <a:pt x="7" y="360"/>
                </a:lnTo>
                <a:lnTo>
                  <a:pt x="7" y="359"/>
                </a:lnTo>
                <a:lnTo>
                  <a:pt x="7" y="356"/>
                </a:lnTo>
                <a:lnTo>
                  <a:pt x="7" y="355"/>
                </a:lnTo>
                <a:lnTo>
                  <a:pt x="8" y="352"/>
                </a:lnTo>
                <a:lnTo>
                  <a:pt x="10" y="348"/>
                </a:lnTo>
                <a:lnTo>
                  <a:pt x="14" y="344"/>
                </a:lnTo>
                <a:lnTo>
                  <a:pt x="17" y="339"/>
                </a:lnTo>
                <a:lnTo>
                  <a:pt x="19" y="336"/>
                </a:lnTo>
                <a:lnTo>
                  <a:pt x="19" y="332"/>
                </a:lnTo>
                <a:lnTo>
                  <a:pt x="19" y="330"/>
                </a:lnTo>
                <a:lnTo>
                  <a:pt x="19" y="328"/>
                </a:lnTo>
                <a:lnTo>
                  <a:pt x="20" y="327"/>
                </a:lnTo>
                <a:lnTo>
                  <a:pt x="21" y="325"/>
                </a:lnTo>
                <a:lnTo>
                  <a:pt x="25" y="319"/>
                </a:lnTo>
                <a:lnTo>
                  <a:pt x="31" y="310"/>
                </a:lnTo>
                <a:lnTo>
                  <a:pt x="36" y="300"/>
                </a:lnTo>
                <a:lnTo>
                  <a:pt x="42" y="290"/>
                </a:lnTo>
                <a:lnTo>
                  <a:pt x="47" y="280"/>
                </a:lnTo>
                <a:lnTo>
                  <a:pt x="52" y="269"/>
                </a:lnTo>
                <a:lnTo>
                  <a:pt x="54" y="265"/>
                </a:lnTo>
                <a:lnTo>
                  <a:pt x="55" y="260"/>
                </a:lnTo>
                <a:lnTo>
                  <a:pt x="56" y="256"/>
                </a:lnTo>
                <a:lnTo>
                  <a:pt x="56" y="253"/>
                </a:lnTo>
                <a:lnTo>
                  <a:pt x="51" y="251"/>
                </a:lnTo>
                <a:lnTo>
                  <a:pt x="45" y="248"/>
                </a:lnTo>
                <a:lnTo>
                  <a:pt x="43" y="248"/>
                </a:lnTo>
                <a:lnTo>
                  <a:pt x="39" y="247"/>
                </a:lnTo>
                <a:lnTo>
                  <a:pt x="36" y="246"/>
                </a:lnTo>
                <a:lnTo>
                  <a:pt x="34" y="246"/>
                </a:lnTo>
                <a:lnTo>
                  <a:pt x="31" y="247"/>
                </a:lnTo>
                <a:lnTo>
                  <a:pt x="28" y="248"/>
                </a:lnTo>
                <a:lnTo>
                  <a:pt x="26" y="249"/>
                </a:lnTo>
                <a:lnTo>
                  <a:pt x="23" y="250"/>
                </a:lnTo>
                <a:lnTo>
                  <a:pt x="19" y="251"/>
                </a:lnTo>
                <a:lnTo>
                  <a:pt x="15" y="251"/>
                </a:lnTo>
                <a:lnTo>
                  <a:pt x="11" y="251"/>
                </a:lnTo>
                <a:lnTo>
                  <a:pt x="7" y="251"/>
                </a:lnTo>
                <a:lnTo>
                  <a:pt x="6" y="247"/>
                </a:lnTo>
                <a:lnTo>
                  <a:pt x="3" y="244"/>
                </a:lnTo>
                <a:lnTo>
                  <a:pt x="3" y="243"/>
                </a:lnTo>
                <a:lnTo>
                  <a:pt x="1" y="241"/>
                </a:lnTo>
                <a:lnTo>
                  <a:pt x="0" y="239"/>
                </a:lnTo>
                <a:lnTo>
                  <a:pt x="0" y="236"/>
                </a:lnTo>
                <a:lnTo>
                  <a:pt x="3" y="232"/>
                </a:lnTo>
                <a:lnTo>
                  <a:pt x="7" y="228"/>
                </a:lnTo>
                <a:lnTo>
                  <a:pt x="11" y="225"/>
                </a:lnTo>
                <a:lnTo>
                  <a:pt x="15" y="222"/>
                </a:lnTo>
                <a:lnTo>
                  <a:pt x="23" y="216"/>
                </a:lnTo>
                <a:lnTo>
                  <a:pt x="33" y="211"/>
                </a:lnTo>
                <a:lnTo>
                  <a:pt x="38" y="208"/>
                </a:lnTo>
                <a:lnTo>
                  <a:pt x="43" y="206"/>
                </a:lnTo>
                <a:lnTo>
                  <a:pt x="47" y="203"/>
                </a:lnTo>
                <a:lnTo>
                  <a:pt x="51" y="200"/>
                </a:lnTo>
                <a:lnTo>
                  <a:pt x="55" y="196"/>
                </a:lnTo>
                <a:lnTo>
                  <a:pt x="59" y="193"/>
                </a:lnTo>
                <a:lnTo>
                  <a:pt x="62" y="189"/>
                </a:lnTo>
                <a:lnTo>
                  <a:pt x="65" y="185"/>
                </a:lnTo>
                <a:lnTo>
                  <a:pt x="67" y="183"/>
                </a:lnTo>
                <a:lnTo>
                  <a:pt x="67" y="180"/>
                </a:lnTo>
                <a:lnTo>
                  <a:pt x="67" y="176"/>
                </a:lnTo>
                <a:lnTo>
                  <a:pt x="68" y="174"/>
                </a:lnTo>
                <a:lnTo>
                  <a:pt x="67" y="167"/>
                </a:lnTo>
                <a:lnTo>
                  <a:pt x="67" y="159"/>
                </a:lnTo>
                <a:lnTo>
                  <a:pt x="67" y="152"/>
                </a:lnTo>
                <a:lnTo>
                  <a:pt x="66" y="143"/>
                </a:lnTo>
                <a:lnTo>
                  <a:pt x="66" y="140"/>
                </a:lnTo>
                <a:lnTo>
                  <a:pt x="67" y="136"/>
                </a:lnTo>
                <a:lnTo>
                  <a:pt x="67" y="131"/>
                </a:lnTo>
                <a:lnTo>
                  <a:pt x="68" y="128"/>
                </a:lnTo>
                <a:lnTo>
                  <a:pt x="69" y="124"/>
                </a:lnTo>
                <a:lnTo>
                  <a:pt x="69" y="119"/>
                </a:lnTo>
                <a:lnTo>
                  <a:pt x="70" y="111"/>
                </a:lnTo>
                <a:lnTo>
                  <a:pt x="71" y="104"/>
                </a:lnTo>
                <a:lnTo>
                  <a:pt x="71" y="97"/>
                </a:lnTo>
                <a:lnTo>
                  <a:pt x="71" y="91"/>
                </a:lnTo>
                <a:lnTo>
                  <a:pt x="71" y="88"/>
                </a:lnTo>
                <a:lnTo>
                  <a:pt x="71" y="87"/>
                </a:lnTo>
                <a:lnTo>
                  <a:pt x="71" y="85"/>
                </a:lnTo>
                <a:lnTo>
                  <a:pt x="70" y="84"/>
                </a:lnTo>
                <a:lnTo>
                  <a:pt x="70" y="83"/>
                </a:lnTo>
                <a:lnTo>
                  <a:pt x="69" y="82"/>
                </a:lnTo>
                <a:lnTo>
                  <a:pt x="68" y="81"/>
                </a:lnTo>
                <a:lnTo>
                  <a:pt x="67" y="80"/>
                </a:lnTo>
                <a:lnTo>
                  <a:pt x="65" y="79"/>
                </a:lnTo>
                <a:lnTo>
                  <a:pt x="63" y="79"/>
                </a:lnTo>
                <a:lnTo>
                  <a:pt x="56" y="79"/>
                </a:lnTo>
                <a:lnTo>
                  <a:pt x="50" y="79"/>
                </a:lnTo>
                <a:lnTo>
                  <a:pt x="47" y="80"/>
                </a:lnTo>
                <a:lnTo>
                  <a:pt x="43" y="82"/>
                </a:lnTo>
                <a:lnTo>
                  <a:pt x="39" y="83"/>
                </a:lnTo>
                <a:lnTo>
                  <a:pt x="36" y="83"/>
                </a:lnTo>
                <a:lnTo>
                  <a:pt x="32" y="83"/>
                </a:lnTo>
                <a:lnTo>
                  <a:pt x="28" y="83"/>
                </a:lnTo>
                <a:lnTo>
                  <a:pt x="24" y="83"/>
                </a:lnTo>
                <a:lnTo>
                  <a:pt x="21" y="83"/>
                </a:lnTo>
                <a:lnTo>
                  <a:pt x="17" y="82"/>
                </a:lnTo>
                <a:lnTo>
                  <a:pt x="14" y="80"/>
                </a:lnTo>
                <a:lnTo>
                  <a:pt x="11" y="79"/>
                </a:lnTo>
                <a:lnTo>
                  <a:pt x="8" y="77"/>
                </a:lnTo>
                <a:lnTo>
                  <a:pt x="5" y="75"/>
                </a:lnTo>
                <a:lnTo>
                  <a:pt x="3" y="72"/>
                </a:lnTo>
                <a:lnTo>
                  <a:pt x="1" y="70"/>
                </a:lnTo>
                <a:lnTo>
                  <a:pt x="0" y="67"/>
                </a:lnTo>
                <a:lnTo>
                  <a:pt x="3" y="63"/>
                </a:lnTo>
                <a:lnTo>
                  <a:pt x="7" y="61"/>
                </a:lnTo>
                <a:lnTo>
                  <a:pt x="10" y="59"/>
                </a:lnTo>
                <a:lnTo>
                  <a:pt x="14" y="57"/>
                </a:lnTo>
                <a:lnTo>
                  <a:pt x="21" y="53"/>
                </a:lnTo>
                <a:lnTo>
                  <a:pt x="28" y="49"/>
                </a:lnTo>
                <a:lnTo>
                  <a:pt x="36" y="46"/>
                </a:lnTo>
                <a:lnTo>
                  <a:pt x="44" y="43"/>
                </a:lnTo>
                <a:lnTo>
                  <a:pt x="47" y="41"/>
                </a:lnTo>
                <a:lnTo>
                  <a:pt x="51" y="39"/>
                </a:lnTo>
                <a:lnTo>
                  <a:pt x="55" y="37"/>
                </a:lnTo>
                <a:lnTo>
                  <a:pt x="59" y="35"/>
                </a:lnTo>
                <a:lnTo>
                  <a:pt x="62" y="31"/>
                </a:lnTo>
                <a:lnTo>
                  <a:pt x="66" y="27"/>
                </a:lnTo>
                <a:lnTo>
                  <a:pt x="68" y="25"/>
                </a:lnTo>
                <a:lnTo>
                  <a:pt x="71" y="23"/>
                </a:lnTo>
                <a:lnTo>
                  <a:pt x="72" y="22"/>
                </a:lnTo>
                <a:lnTo>
                  <a:pt x="75" y="20"/>
                </a:lnTo>
                <a:lnTo>
                  <a:pt x="85" y="16"/>
                </a:lnTo>
                <a:lnTo>
                  <a:pt x="97" y="11"/>
                </a:lnTo>
                <a:lnTo>
                  <a:pt x="103" y="9"/>
                </a:lnTo>
                <a:lnTo>
                  <a:pt x="108" y="6"/>
                </a:lnTo>
                <a:lnTo>
                  <a:pt x="111" y="5"/>
                </a:lnTo>
                <a:lnTo>
                  <a:pt x="113" y="3"/>
                </a:lnTo>
                <a:lnTo>
                  <a:pt x="115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87" name="isľiďe">
            <a:extLst>
              <a:ext uri="{FF2B5EF4-FFF2-40B4-BE49-F238E27FC236}">
                <a16:creationId xmlns:a16="http://schemas.microsoft.com/office/drawing/2014/main" id="{575424ED-3B85-4248-835F-C167578D9CC9}"/>
              </a:ext>
            </a:extLst>
          </p:cNvPr>
          <p:cNvSpPr>
            <a:spLocks noGrp="1"/>
          </p:cNvSpPr>
          <p:nvPr/>
        </p:nvSpPr>
        <p:spPr>
          <a:xfrm>
            <a:off x="2250360" y="647280"/>
            <a:ext cx="173880" cy="149760"/>
          </a:xfrm>
          <a:custGeom>
            <a:avLst/>
            <a:gdLst>
              <a:gd name="textAreaLeft" fmla="*/ 0 w 173880"/>
              <a:gd name="textAreaRight" fmla="*/ 174240 w 173880"/>
              <a:gd name="textAreaTop" fmla="*/ 0 h 149760"/>
              <a:gd name="textAreaBottom" fmla="*/ 150120 h 149760"/>
              <a:gd name="GluePoint1X" fmla="*/ 172 w 399"/>
              <a:gd name="GluePoint1Y" fmla="*/ 38 h 344"/>
              <a:gd name="GluePoint2X" fmla="*/ 170 w 399"/>
              <a:gd name="GluePoint2Y" fmla="*/ 19 h 344"/>
              <a:gd name="GluePoint3X" fmla="*/ 178 w 399"/>
              <a:gd name="GluePoint3Y" fmla="*/ 12 h 344"/>
              <a:gd name="GluePoint4X" fmla="*/ 192 w 399"/>
              <a:gd name="GluePoint4Y" fmla="*/ 15 h 344"/>
              <a:gd name="GluePoint5X" fmla="*/ 233 w 399"/>
              <a:gd name="GluePoint5Y" fmla="*/ 14 h 344"/>
              <a:gd name="GluePoint6X" fmla="*/ 286 w 399"/>
              <a:gd name="GluePoint6Y" fmla="*/ 4 h 344"/>
              <a:gd name="GluePoint7X" fmla="*/ 330 w 399"/>
              <a:gd name="GluePoint7Y" fmla="*/ 2 h 344"/>
              <a:gd name="GluePoint8X" fmla="*/ 351 w 399"/>
              <a:gd name="GluePoint8Y" fmla="*/ 2 h 344"/>
              <a:gd name="GluePoint9X" fmla="*/ 374 w 399"/>
              <a:gd name="GluePoint9Y" fmla="*/ 3 h 344"/>
              <a:gd name="GluePoint10X" fmla="*/ 394 w 399"/>
              <a:gd name="GluePoint10Y" fmla="*/ 20 h 344"/>
              <a:gd name="GluePoint11X" fmla="*/ 398 w 399"/>
              <a:gd name="GluePoint11Y" fmla="*/ 33 h 344"/>
              <a:gd name="GluePoint12X" fmla="*/ 394 w 399"/>
              <a:gd name="GluePoint12Y" fmla="*/ 49 h 344"/>
              <a:gd name="GluePoint13X" fmla="*/ 384 w 399"/>
              <a:gd name="GluePoint13Y" fmla="*/ 65 h 344"/>
              <a:gd name="GluePoint14X" fmla="*/ 363 w 399"/>
              <a:gd name="GluePoint14Y" fmla="*/ 87 h 344"/>
              <a:gd name="GluePoint15X" fmla="*/ 327 w 399"/>
              <a:gd name="GluePoint15Y" fmla="*/ 126 h 344"/>
              <a:gd name="GluePoint16X" fmla="*/ 304 w 399"/>
              <a:gd name="GluePoint16Y" fmla="*/ 146 h 344"/>
              <a:gd name="GluePoint17X" fmla="*/ 292 w 399"/>
              <a:gd name="GluePoint17Y" fmla="*/ 163 h 344"/>
              <a:gd name="GluePoint18X" fmla="*/ 278 w 399"/>
              <a:gd name="GluePoint18Y" fmla="*/ 178 h 344"/>
              <a:gd name="GluePoint19X" fmla="*/ 268 w 399"/>
              <a:gd name="GluePoint19Y" fmla="*/ 181 h 344"/>
              <a:gd name="GluePoint20X" fmla="*/ 263 w 399"/>
              <a:gd name="GluePoint20Y" fmla="*/ 199 h 344"/>
              <a:gd name="GluePoint21X" fmla="*/ 277 w 399"/>
              <a:gd name="GluePoint21Y" fmla="*/ 213 h 344"/>
              <a:gd name="GluePoint22X" fmla="*/ 310 w 399"/>
              <a:gd name="GluePoint22Y" fmla="*/ 203 h 344"/>
              <a:gd name="GluePoint23X" fmla="*/ 325 w 399"/>
              <a:gd name="GluePoint23Y" fmla="*/ 204 h 344"/>
              <a:gd name="GluePoint24X" fmla="*/ 334 w 399"/>
              <a:gd name="GluePoint24Y" fmla="*/ 211 h 344"/>
              <a:gd name="GluePoint25X" fmla="*/ 337 w 399"/>
              <a:gd name="GluePoint25Y" fmla="*/ 226 h 344"/>
              <a:gd name="GluePoint26X" fmla="*/ 324 w 399"/>
              <a:gd name="GluePoint26Y" fmla="*/ 241 h 344"/>
              <a:gd name="GluePoint27X" fmla="*/ 286 w 399"/>
              <a:gd name="GluePoint27Y" fmla="*/ 254 h 344"/>
              <a:gd name="GluePoint28X" fmla="*/ 252 w 399"/>
              <a:gd name="GluePoint28Y" fmla="*/ 258 h 344"/>
              <a:gd name="GluePoint29X" fmla="*/ 213 w 399"/>
              <a:gd name="GluePoint29Y" fmla="*/ 267 h 344"/>
              <a:gd name="GluePoint30X" fmla="*/ 191 w 399"/>
              <a:gd name="GluePoint30Y" fmla="*/ 282 h 344"/>
              <a:gd name="GluePoint31X" fmla="*/ 177 w 399"/>
              <a:gd name="GluePoint31Y" fmla="*/ 285 h 344"/>
              <a:gd name="GluePoint32X" fmla="*/ 144 w 399"/>
              <a:gd name="GluePoint32Y" fmla="*/ 305 h 344"/>
              <a:gd name="GluePoint33X" fmla="*/ 134 w 399"/>
              <a:gd name="GluePoint33Y" fmla="*/ 307 h 344"/>
              <a:gd name="GluePoint34X" fmla="*/ 118 w 399"/>
              <a:gd name="GluePoint34Y" fmla="*/ 321 h 344"/>
              <a:gd name="GluePoint35X" fmla="*/ 103 w 399"/>
              <a:gd name="GluePoint35Y" fmla="*/ 335 h 344"/>
              <a:gd name="GluePoint36X" fmla="*/ 77 w 399"/>
              <a:gd name="GluePoint36Y" fmla="*/ 343 h 344"/>
              <a:gd name="GluePoint37X" fmla="*/ 48 w 399"/>
              <a:gd name="GluePoint37Y" fmla="*/ 339 h 344"/>
              <a:gd name="GluePoint38X" fmla="*/ 39 w 399"/>
              <a:gd name="GluePoint38Y" fmla="*/ 331 h 344"/>
              <a:gd name="GluePoint39X" fmla="*/ 23 w 399"/>
              <a:gd name="GluePoint39Y" fmla="*/ 331 h 344"/>
              <a:gd name="GluePoint40X" fmla="*/ 0 w 399"/>
              <a:gd name="GluePoint40Y" fmla="*/ 303 h 344"/>
              <a:gd name="GluePoint41X" fmla="*/ 9 w 399"/>
              <a:gd name="GluePoint41Y" fmla="*/ 286 h 344"/>
              <a:gd name="GluePoint42X" fmla="*/ 27 w 399"/>
              <a:gd name="GluePoint42Y" fmla="*/ 279 h 344"/>
              <a:gd name="GluePoint43X" fmla="*/ 40 w 399"/>
              <a:gd name="GluePoint43Y" fmla="*/ 282 h 344"/>
              <a:gd name="GluePoint44X" fmla="*/ 84 w 399"/>
              <a:gd name="GluePoint44Y" fmla="*/ 267 h 344"/>
              <a:gd name="GluePoint45X" fmla="*/ 132 w 399"/>
              <a:gd name="GluePoint45Y" fmla="*/ 247 h 344"/>
              <a:gd name="GluePoint46X" fmla="*/ 164 w 399"/>
              <a:gd name="GluePoint46Y" fmla="*/ 237 h 344"/>
              <a:gd name="GluePoint47X" fmla="*/ 193 w 399"/>
              <a:gd name="GluePoint47Y" fmla="*/ 216 h 344"/>
              <a:gd name="GluePoint48X" fmla="*/ 209 w 399"/>
              <a:gd name="GluePoint48Y" fmla="*/ 185 h 344"/>
              <a:gd name="GluePoint49X" fmla="*/ 241 w 399"/>
              <a:gd name="GluePoint49Y" fmla="*/ 147 h 344"/>
              <a:gd name="GluePoint50X" fmla="*/ 264 w 399"/>
              <a:gd name="GluePoint50Y" fmla="*/ 119 h 344"/>
              <a:gd name="GluePoint51X" fmla="*/ 300 w 399"/>
              <a:gd name="GluePoint51Y" fmla="*/ 82 h 344"/>
              <a:gd name="GluePoint52X" fmla="*/ 316 w 399"/>
              <a:gd name="GluePoint52Y" fmla="*/ 58 h 344"/>
              <a:gd name="GluePoint53X" fmla="*/ 305 w 399"/>
              <a:gd name="GluePoint53Y" fmla="*/ 46 h 344"/>
              <a:gd name="GluePoint54X" fmla="*/ 292 w 399"/>
              <a:gd name="GluePoint54Y" fmla="*/ 46 h 344"/>
              <a:gd name="GluePoint55X" fmla="*/ 268 w 399"/>
              <a:gd name="GluePoint55Y" fmla="*/ 49 h 344"/>
              <a:gd name="GluePoint56X" fmla="*/ 240 w 399"/>
              <a:gd name="GluePoint56Y" fmla="*/ 62 h 344"/>
              <a:gd name="GluePoint57X" fmla="*/ 204 w 399"/>
              <a:gd name="GluePoint57Y" fmla="*/ 78 h 344"/>
              <a:gd name="GluePoint58X" fmla="*/ 191 w 399"/>
              <a:gd name="GluePoint58Y" fmla="*/ 78 h 344"/>
            </a:gdLst>
            <a:ahLst/>
            <a:cxnLst/>
            <a:rect l="textAreaLeft" t="textAreaTop" r="textAreaRight" b="textAreaBottom"/>
            <a:pathLst>
              <a:path w="399" h="344">
                <a:moveTo>
                  <a:pt x="184" y="73"/>
                </a:moveTo>
                <a:lnTo>
                  <a:pt x="182" y="68"/>
                </a:lnTo>
                <a:lnTo>
                  <a:pt x="180" y="61"/>
                </a:lnTo>
                <a:lnTo>
                  <a:pt x="176" y="52"/>
                </a:lnTo>
                <a:lnTo>
                  <a:pt x="174" y="42"/>
                </a:lnTo>
                <a:lnTo>
                  <a:pt x="172" y="38"/>
                </a:lnTo>
                <a:lnTo>
                  <a:pt x="171" y="34"/>
                </a:lnTo>
                <a:lnTo>
                  <a:pt x="170" y="30"/>
                </a:lnTo>
                <a:lnTo>
                  <a:pt x="170" y="26"/>
                </a:lnTo>
                <a:lnTo>
                  <a:pt x="170" y="22"/>
                </a:lnTo>
                <a:lnTo>
                  <a:pt x="170" y="20"/>
                </a:lnTo>
                <a:lnTo>
                  <a:pt x="170" y="19"/>
                </a:lnTo>
                <a:lnTo>
                  <a:pt x="171" y="18"/>
                </a:lnTo>
                <a:lnTo>
                  <a:pt x="172" y="18"/>
                </a:lnTo>
                <a:lnTo>
                  <a:pt x="172" y="17"/>
                </a:lnTo>
                <a:lnTo>
                  <a:pt x="174" y="14"/>
                </a:lnTo>
                <a:lnTo>
                  <a:pt x="176" y="13"/>
                </a:lnTo>
                <a:lnTo>
                  <a:pt x="178" y="12"/>
                </a:lnTo>
                <a:lnTo>
                  <a:pt x="180" y="11"/>
                </a:lnTo>
                <a:lnTo>
                  <a:pt x="180" y="11"/>
                </a:lnTo>
                <a:lnTo>
                  <a:pt x="182" y="11"/>
                </a:lnTo>
                <a:lnTo>
                  <a:pt x="185" y="12"/>
                </a:lnTo>
                <a:lnTo>
                  <a:pt x="188" y="13"/>
                </a:lnTo>
                <a:lnTo>
                  <a:pt x="192" y="15"/>
                </a:lnTo>
                <a:lnTo>
                  <a:pt x="196" y="17"/>
                </a:lnTo>
                <a:lnTo>
                  <a:pt x="200" y="18"/>
                </a:lnTo>
                <a:lnTo>
                  <a:pt x="205" y="17"/>
                </a:lnTo>
                <a:lnTo>
                  <a:pt x="212" y="17"/>
                </a:lnTo>
                <a:lnTo>
                  <a:pt x="220" y="16"/>
                </a:lnTo>
                <a:lnTo>
                  <a:pt x="233" y="14"/>
                </a:lnTo>
                <a:lnTo>
                  <a:pt x="244" y="13"/>
                </a:lnTo>
                <a:lnTo>
                  <a:pt x="252" y="10"/>
                </a:lnTo>
                <a:lnTo>
                  <a:pt x="260" y="9"/>
                </a:lnTo>
                <a:lnTo>
                  <a:pt x="268" y="6"/>
                </a:lnTo>
                <a:lnTo>
                  <a:pt x="279" y="5"/>
                </a:lnTo>
                <a:lnTo>
                  <a:pt x="286" y="4"/>
                </a:lnTo>
                <a:lnTo>
                  <a:pt x="293" y="3"/>
                </a:lnTo>
                <a:lnTo>
                  <a:pt x="300" y="3"/>
                </a:lnTo>
                <a:lnTo>
                  <a:pt x="308" y="2"/>
                </a:lnTo>
                <a:lnTo>
                  <a:pt x="316" y="2"/>
                </a:lnTo>
                <a:lnTo>
                  <a:pt x="324" y="2"/>
                </a:lnTo>
                <a:lnTo>
                  <a:pt x="330" y="2"/>
                </a:lnTo>
                <a:lnTo>
                  <a:pt x="337" y="0"/>
                </a:lnTo>
                <a:lnTo>
                  <a:pt x="340" y="0"/>
                </a:lnTo>
                <a:lnTo>
                  <a:pt x="342" y="0"/>
                </a:lnTo>
                <a:lnTo>
                  <a:pt x="344" y="0"/>
                </a:lnTo>
                <a:lnTo>
                  <a:pt x="346" y="1"/>
                </a:lnTo>
                <a:lnTo>
                  <a:pt x="351" y="2"/>
                </a:lnTo>
                <a:lnTo>
                  <a:pt x="354" y="2"/>
                </a:lnTo>
                <a:lnTo>
                  <a:pt x="358" y="2"/>
                </a:lnTo>
                <a:lnTo>
                  <a:pt x="362" y="2"/>
                </a:lnTo>
                <a:lnTo>
                  <a:pt x="366" y="2"/>
                </a:lnTo>
                <a:lnTo>
                  <a:pt x="369" y="1"/>
                </a:lnTo>
                <a:lnTo>
                  <a:pt x="374" y="3"/>
                </a:lnTo>
                <a:lnTo>
                  <a:pt x="378" y="6"/>
                </a:lnTo>
                <a:lnTo>
                  <a:pt x="384" y="10"/>
                </a:lnTo>
                <a:lnTo>
                  <a:pt x="388" y="14"/>
                </a:lnTo>
                <a:lnTo>
                  <a:pt x="390" y="16"/>
                </a:lnTo>
                <a:lnTo>
                  <a:pt x="392" y="18"/>
                </a:lnTo>
                <a:lnTo>
                  <a:pt x="394" y="20"/>
                </a:lnTo>
                <a:lnTo>
                  <a:pt x="396" y="22"/>
                </a:lnTo>
                <a:lnTo>
                  <a:pt x="396" y="25"/>
                </a:lnTo>
                <a:lnTo>
                  <a:pt x="398" y="27"/>
                </a:lnTo>
                <a:lnTo>
                  <a:pt x="398" y="30"/>
                </a:lnTo>
                <a:lnTo>
                  <a:pt x="399" y="31"/>
                </a:lnTo>
                <a:lnTo>
                  <a:pt x="398" y="33"/>
                </a:lnTo>
                <a:lnTo>
                  <a:pt x="397" y="34"/>
                </a:lnTo>
                <a:lnTo>
                  <a:pt x="396" y="35"/>
                </a:lnTo>
                <a:lnTo>
                  <a:pt x="396" y="37"/>
                </a:lnTo>
                <a:lnTo>
                  <a:pt x="395" y="41"/>
                </a:lnTo>
                <a:lnTo>
                  <a:pt x="395" y="45"/>
                </a:lnTo>
                <a:lnTo>
                  <a:pt x="394" y="49"/>
                </a:lnTo>
                <a:lnTo>
                  <a:pt x="393" y="52"/>
                </a:lnTo>
                <a:lnTo>
                  <a:pt x="392" y="55"/>
                </a:lnTo>
                <a:lnTo>
                  <a:pt x="391" y="58"/>
                </a:lnTo>
                <a:lnTo>
                  <a:pt x="389" y="61"/>
                </a:lnTo>
                <a:lnTo>
                  <a:pt x="387" y="62"/>
                </a:lnTo>
                <a:lnTo>
                  <a:pt x="384" y="65"/>
                </a:lnTo>
                <a:lnTo>
                  <a:pt x="381" y="66"/>
                </a:lnTo>
                <a:lnTo>
                  <a:pt x="376" y="70"/>
                </a:lnTo>
                <a:lnTo>
                  <a:pt x="372" y="74"/>
                </a:lnTo>
                <a:lnTo>
                  <a:pt x="368" y="78"/>
                </a:lnTo>
                <a:lnTo>
                  <a:pt x="366" y="82"/>
                </a:lnTo>
                <a:lnTo>
                  <a:pt x="363" y="87"/>
                </a:lnTo>
                <a:lnTo>
                  <a:pt x="360" y="91"/>
                </a:lnTo>
                <a:lnTo>
                  <a:pt x="354" y="96"/>
                </a:lnTo>
                <a:lnTo>
                  <a:pt x="348" y="103"/>
                </a:lnTo>
                <a:lnTo>
                  <a:pt x="343" y="108"/>
                </a:lnTo>
                <a:lnTo>
                  <a:pt x="337" y="114"/>
                </a:lnTo>
                <a:lnTo>
                  <a:pt x="327" y="126"/>
                </a:lnTo>
                <a:lnTo>
                  <a:pt x="316" y="138"/>
                </a:lnTo>
                <a:lnTo>
                  <a:pt x="313" y="139"/>
                </a:lnTo>
                <a:lnTo>
                  <a:pt x="312" y="141"/>
                </a:lnTo>
                <a:lnTo>
                  <a:pt x="309" y="143"/>
                </a:lnTo>
                <a:lnTo>
                  <a:pt x="306" y="145"/>
                </a:lnTo>
                <a:lnTo>
                  <a:pt x="304" y="146"/>
                </a:lnTo>
                <a:lnTo>
                  <a:pt x="302" y="147"/>
                </a:lnTo>
                <a:lnTo>
                  <a:pt x="300" y="150"/>
                </a:lnTo>
                <a:lnTo>
                  <a:pt x="297" y="151"/>
                </a:lnTo>
                <a:lnTo>
                  <a:pt x="296" y="156"/>
                </a:lnTo>
                <a:lnTo>
                  <a:pt x="295" y="161"/>
                </a:lnTo>
                <a:lnTo>
                  <a:pt x="292" y="163"/>
                </a:lnTo>
                <a:lnTo>
                  <a:pt x="289" y="164"/>
                </a:lnTo>
                <a:lnTo>
                  <a:pt x="286" y="166"/>
                </a:lnTo>
                <a:lnTo>
                  <a:pt x="283" y="167"/>
                </a:lnTo>
                <a:lnTo>
                  <a:pt x="281" y="172"/>
                </a:lnTo>
                <a:lnTo>
                  <a:pt x="279" y="177"/>
                </a:lnTo>
                <a:lnTo>
                  <a:pt x="278" y="178"/>
                </a:lnTo>
                <a:lnTo>
                  <a:pt x="276" y="179"/>
                </a:lnTo>
                <a:lnTo>
                  <a:pt x="276" y="179"/>
                </a:lnTo>
                <a:lnTo>
                  <a:pt x="275" y="179"/>
                </a:lnTo>
                <a:lnTo>
                  <a:pt x="272" y="179"/>
                </a:lnTo>
                <a:lnTo>
                  <a:pt x="270" y="180"/>
                </a:lnTo>
                <a:lnTo>
                  <a:pt x="268" y="181"/>
                </a:lnTo>
                <a:lnTo>
                  <a:pt x="268" y="182"/>
                </a:lnTo>
                <a:lnTo>
                  <a:pt x="267" y="183"/>
                </a:lnTo>
                <a:lnTo>
                  <a:pt x="266" y="186"/>
                </a:lnTo>
                <a:lnTo>
                  <a:pt x="264" y="189"/>
                </a:lnTo>
                <a:lnTo>
                  <a:pt x="264" y="194"/>
                </a:lnTo>
                <a:lnTo>
                  <a:pt x="263" y="199"/>
                </a:lnTo>
                <a:lnTo>
                  <a:pt x="262" y="203"/>
                </a:lnTo>
                <a:lnTo>
                  <a:pt x="262" y="207"/>
                </a:lnTo>
                <a:lnTo>
                  <a:pt x="263" y="210"/>
                </a:lnTo>
                <a:lnTo>
                  <a:pt x="268" y="211"/>
                </a:lnTo>
                <a:lnTo>
                  <a:pt x="274" y="213"/>
                </a:lnTo>
                <a:lnTo>
                  <a:pt x="277" y="213"/>
                </a:lnTo>
                <a:lnTo>
                  <a:pt x="280" y="213"/>
                </a:lnTo>
                <a:lnTo>
                  <a:pt x="284" y="213"/>
                </a:lnTo>
                <a:lnTo>
                  <a:pt x="288" y="212"/>
                </a:lnTo>
                <a:lnTo>
                  <a:pt x="296" y="208"/>
                </a:lnTo>
                <a:lnTo>
                  <a:pt x="308" y="203"/>
                </a:lnTo>
                <a:lnTo>
                  <a:pt x="310" y="203"/>
                </a:lnTo>
                <a:lnTo>
                  <a:pt x="313" y="202"/>
                </a:lnTo>
                <a:lnTo>
                  <a:pt x="316" y="202"/>
                </a:lnTo>
                <a:lnTo>
                  <a:pt x="319" y="202"/>
                </a:lnTo>
                <a:lnTo>
                  <a:pt x="321" y="202"/>
                </a:lnTo>
                <a:lnTo>
                  <a:pt x="324" y="203"/>
                </a:lnTo>
                <a:lnTo>
                  <a:pt x="325" y="204"/>
                </a:lnTo>
                <a:lnTo>
                  <a:pt x="326" y="205"/>
                </a:lnTo>
                <a:lnTo>
                  <a:pt x="328" y="206"/>
                </a:lnTo>
                <a:lnTo>
                  <a:pt x="328" y="207"/>
                </a:lnTo>
                <a:lnTo>
                  <a:pt x="330" y="208"/>
                </a:lnTo>
                <a:lnTo>
                  <a:pt x="332" y="210"/>
                </a:lnTo>
                <a:lnTo>
                  <a:pt x="334" y="211"/>
                </a:lnTo>
                <a:lnTo>
                  <a:pt x="335" y="213"/>
                </a:lnTo>
                <a:lnTo>
                  <a:pt x="336" y="215"/>
                </a:lnTo>
                <a:lnTo>
                  <a:pt x="336" y="217"/>
                </a:lnTo>
                <a:lnTo>
                  <a:pt x="337" y="219"/>
                </a:lnTo>
                <a:lnTo>
                  <a:pt x="337" y="221"/>
                </a:lnTo>
                <a:lnTo>
                  <a:pt x="337" y="226"/>
                </a:lnTo>
                <a:lnTo>
                  <a:pt x="336" y="231"/>
                </a:lnTo>
                <a:lnTo>
                  <a:pt x="335" y="235"/>
                </a:lnTo>
                <a:lnTo>
                  <a:pt x="333" y="239"/>
                </a:lnTo>
                <a:lnTo>
                  <a:pt x="330" y="239"/>
                </a:lnTo>
                <a:lnTo>
                  <a:pt x="328" y="240"/>
                </a:lnTo>
                <a:lnTo>
                  <a:pt x="324" y="241"/>
                </a:lnTo>
                <a:lnTo>
                  <a:pt x="322" y="241"/>
                </a:lnTo>
                <a:lnTo>
                  <a:pt x="316" y="243"/>
                </a:lnTo>
                <a:lnTo>
                  <a:pt x="311" y="245"/>
                </a:lnTo>
                <a:lnTo>
                  <a:pt x="300" y="250"/>
                </a:lnTo>
                <a:lnTo>
                  <a:pt x="290" y="254"/>
                </a:lnTo>
                <a:lnTo>
                  <a:pt x="286" y="254"/>
                </a:lnTo>
                <a:lnTo>
                  <a:pt x="281" y="254"/>
                </a:lnTo>
                <a:lnTo>
                  <a:pt x="276" y="254"/>
                </a:lnTo>
                <a:lnTo>
                  <a:pt x="272" y="254"/>
                </a:lnTo>
                <a:lnTo>
                  <a:pt x="265" y="255"/>
                </a:lnTo>
                <a:lnTo>
                  <a:pt x="259" y="256"/>
                </a:lnTo>
                <a:lnTo>
                  <a:pt x="252" y="258"/>
                </a:lnTo>
                <a:lnTo>
                  <a:pt x="244" y="259"/>
                </a:lnTo>
                <a:lnTo>
                  <a:pt x="236" y="259"/>
                </a:lnTo>
                <a:lnTo>
                  <a:pt x="229" y="261"/>
                </a:lnTo>
                <a:lnTo>
                  <a:pt x="222" y="263"/>
                </a:lnTo>
                <a:lnTo>
                  <a:pt x="216" y="265"/>
                </a:lnTo>
                <a:lnTo>
                  <a:pt x="213" y="267"/>
                </a:lnTo>
                <a:lnTo>
                  <a:pt x="210" y="268"/>
                </a:lnTo>
                <a:lnTo>
                  <a:pt x="208" y="271"/>
                </a:lnTo>
                <a:lnTo>
                  <a:pt x="204" y="273"/>
                </a:lnTo>
                <a:lnTo>
                  <a:pt x="198" y="278"/>
                </a:lnTo>
                <a:lnTo>
                  <a:pt x="192" y="281"/>
                </a:lnTo>
                <a:lnTo>
                  <a:pt x="191" y="282"/>
                </a:lnTo>
                <a:lnTo>
                  <a:pt x="188" y="283"/>
                </a:lnTo>
                <a:lnTo>
                  <a:pt x="186" y="283"/>
                </a:lnTo>
                <a:lnTo>
                  <a:pt x="184" y="283"/>
                </a:lnTo>
                <a:lnTo>
                  <a:pt x="181" y="284"/>
                </a:lnTo>
                <a:lnTo>
                  <a:pt x="179" y="284"/>
                </a:lnTo>
                <a:lnTo>
                  <a:pt x="177" y="285"/>
                </a:lnTo>
                <a:lnTo>
                  <a:pt x="175" y="287"/>
                </a:lnTo>
                <a:lnTo>
                  <a:pt x="168" y="291"/>
                </a:lnTo>
                <a:lnTo>
                  <a:pt x="161" y="295"/>
                </a:lnTo>
                <a:lnTo>
                  <a:pt x="154" y="300"/>
                </a:lnTo>
                <a:lnTo>
                  <a:pt x="146" y="304"/>
                </a:lnTo>
                <a:lnTo>
                  <a:pt x="144" y="305"/>
                </a:lnTo>
                <a:lnTo>
                  <a:pt x="143" y="306"/>
                </a:lnTo>
                <a:lnTo>
                  <a:pt x="140" y="306"/>
                </a:lnTo>
                <a:lnTo>
                  <a:pt x="139" y="306"/>
                </a:lnTo>
                <a:lnTo>
                  <a:pt x="137" y="306"/>
                </a:lnTo>
                <a:lnTo>
                  <a:pt x="136" y="306"/>
                </a:lnTo>
                <a:lnTo>
                  <a:pt x="134" y="307"/>
                </a:lnTo>
                <a:lnTo>
                  <a:pt x="132" y="307"/>
                </a:lnTo>
                <a:lnTo>
                  <a:pt x="129" y="311"/>
                </a:lnTo>
                <a:lnTo>
                  <a:pt x="127" y="316"/>
                </a:lnTo>
                <a:lnTo>
                  <a:pt x="124" y="318"/>
                </a:lnTo>
                <a:lnTo>
                  <a:pt x="120" y="319"/>
                </a:lnTo>
                <a:lnTo>
                  <a:pt x="118" y="321"/>
                </a:lnTo>
                <a:lnTo>
                  <a:pt x="115" y="322"/>
                </a:lnTo>
                <a:lnTo>
                  <a:pt x="113" y="324"/>
                </a:lnTo>
                <a:lnTo>
                  <a:pt x="111" y="327"/>
                </a:lnTo>
                <a:lnTo>
                  <a:pt x="109" y="330"/>
                </a:lnTo>
                <a:lnTo>
                  <a:pt x="107" y="333"/>
                </a:lnTo>
                <a:lnTo>
                  <a:pt x="103" y="335"/>
                </a:lnTo>
                <a:lnTo>
                  <a:pt x="96" y="339"/>
                </a:lnTo>
                <a:lnTo>
                  <a:pt x="88" y="342"/>
                </a:lnTo>
                <a:lnTo>
                  <a:pt x="83" y="344"/>
                </a:lnTo>
                <a:lnTo>
                  <a:pt x="81" y="343"/>
                </a:lnTo>
                <a:lnTo>
                  <a:pt x="80" y="343"/>
                </a:lnTo>
                <a:lnTo>
                  <a:pt x="77" y="343"/>
                </a:lnTo>
                <a:lnTo>
                  <a:pt x="76" y="342"/>
                </a:lnTo>
                <a:lnTo>
                  <a:pt x="71" y="342"/>
                </a:lnTo>
                <a:lnTo>
                  <a:pt x="67" y="342"/>
                </a:lnTo>
                <a:lnTo>
                  <a:pt x="58" y="342"/>
                </a:lnTo>
                <a:lnTo>
                  <a:pt x="49" y="342"/>
                </a:lnTo>
                <a:lnTo>
                  <a:pt x="48" y="339"/>
                </a:lnTo>
                <a:lnTo>
                  <a:pt x="47" y="336"/>
                </a:lnTo>
                <a:lnTo>
                  <a:pt x="46" y="334"/>
                </a:lnTo>
                <a:lnTo>
                  <a:pt x="44" y="333"/>
                </a:lnTo>
                <a:lnTo>
                  <a:pt x="43" y="332"/>
                </a:lnTo>
                <a:lnTo>
                  <a:pt x="42" y="331"/>
                </a:lnTo>
                <a:lnTo>
                  <a:pt x="39" y="331"/>
                </a:lnTo>
                <a:lnTo>
                  <a:pt x="38" y="331"/>
                </a:lnTo>
                <a:lnTo>
                  <a:pt x="35" y="331"/>
                </a:lnTo>
                <a:lnTo>
                  <a:pt x="30" y="331"/>
                </a:lnTo>
                <a:lnTo>
                  <a:pt x="28" y="331"/>
                </a:lnTo>
                <a:lnTo>
                  <a:pt x="26" y="331"/>
                </a:lnTo>
                <a:lnTo>
                  <a:pt x="23" y="331"/>
                </a:lnTo>
                <a:lnTo>
                  <a:pt x="22" y="330"/>
                </a:lnTo>
                <a:lnTo>
                  <a:pt x="18" y="327"/>
                </a:lnTo>
                <a:lnTo>
                  <a:pt x="11" y="319"/>
                </a:lnTo>
                <a:lnTo>
                  <a:pt x="4" y="311"/>
                </a:lnTo>
                <a:lnTo>
                  <a:pt x="0" y="307"/>
                </a:lnTo>
                <a:lnTo>
                  <a:pt x="0" y="303"/>
                </a:lnTo>
                <a:lnTo>
                  <a:pt x="0" y="299"/>
                </a:lnTo>
                <a:lnTo>
                  <a:pt x="0" y="295"/>
                </a:lnTo>
                <a:lnTo>
                  <a:pt x="0" y="291"/>
                </a:lnTo>
                <a:lnTo>
                  <a:pt x="2" y="290"/>
                </a:lnTo>
                <a:lnTo>
                  <a:pt x="5" y="287"/>
                </a:lnTo>
                <a:lnTo>
                  <a:pt x="9" y="286"/>
                </a:lnTo>
                <a:lnTo>
                  <a:pt x="13" y="283"/>
                </a:lnTo>
                <a:lnTo>
                  <a:pt x="18" y="282"/>
                </a:lnTo>
                <a:lnTo>
                  <a:pt x="22" y="280"/>
                </a:lnTo>
                <a:lnTo>
                  <a:pt x="24" y="279"/>
                </a:lnTo>
                <a:lnTo>
                  <a:pt x="26" y="279"/>
                </a:lnTo>
                <a:lnTo>
                  <a:pt x="27" y="279"/>
                </a:lnTo>
                <a:lnTo>
                  <a:pt x="28" y="279"/>
                </a:lnTo>
                <a:lnTo>
                  <a:pt x="31" y="280"/>
                </a:lnTo>
                <a:lnTo>
                  <a:pt x="34" y="281"/>
                </a:lnTo>
                <a:lnTo>
                  <a:pt x="36" y="282"/>
                </a:lnTo>
                <a:lnTo>
                  <a:pt x="38" y="282"/>
                </a:lnTo>
                <a:lnTo>
                  <a:pt x="40" y="282"/>
                </a:lnTo>
                <a:lnTo>
                  <a:pt x="42" y="281"/>
                </a:lnTo>
                <a:lnTo>
                  <a:pt x="50" y="278"/>
                </a:lnTo>
                <a:lnTo>
                  <a:pt x="59" y="275"/>
                </a:lnTo>
                <a:lnTo>
                  <a:pt x="67" y="272"/>
                </a:lnTo>
                <a:lnTo>
                  <a:pt x="76" y="270"/>
                </a:lnTo>
                <a:lnTo>
                  <a:pt x="84" y="267"/>
                </a:lnTo>
                <a:lnTo>
                  <a:pt x="93" y="264"/>
                </a:lnTo>
                <a:lnTo>
                  <a:pt x="102" y="262"/>
                </a:lnTo>
                <a:lnTo>
                  <a:pt x="110" y="259"/>
                </a:lnTo>
                <a:lnTo>
                  <a:pt x="117" y="255"/>
                </a:lnTo>
                <a:lnTo>
                  <a:pt x="125" y="251"/>
                </a:lnTo>
                <a:lnTo>
                  <a:pt x="132" y="247"/>
                </a:lnTo>
                <a:lnTo>
                  <a:pt x="137" y="244"/>
                </a:lnTo>
                <a:lnTo>
                  <a:pt x="142" y="243"/>
                </a:lnTo>
                <a:lnTo>
                  <a:pt x="146" y="243"/>
                </a:lnTo>
                <a:lnTo>
                  <a:pt x="151" y="242"/>
                </a:lnTo>
                <a:lnTo>
                  <a:pt x="155" y="241"/>
                </a:lnTo>
                <a:lnTo>
                  <a:pt x="164" y="237"/>
                </a:lnTo>
                <a:lnTo>
                  <a:pt x="174" y="232"/>
                </a:lnTo>
                <a:lnTo>
                  <a:pt x="178" y="230"/>
                </a:lnTo>
                <a:lnTo>
                  <a:pt x="183" y="227"/>
                </a:lnTo>
                <a:lnTo>
                  <a:pt x="187" y="224"/>
                </a:lnTo>
                <a:lnTo>
                  <a:pt x="190" y="221"/>
                </a:lnTo>
                <a:lnTo>
                  <a:pt x="193" y="216"/>
                </a:lnTo>
                <a:lnTo>
                  <a:pt x="196" y="211"/>
                </a:lnTo>
                <a:lnTo>
                  <a:pt x="199" y="206"/>
                </a:lnTo>
                <a:lnTo>
                  <a:pt x="201" y="201"/>
                </a:lnTo>
                <a:lnTo>
                  <a:pt x="204" y="195"/>
                </a:lnTo>
                <a:lnTo>
                  <a:pt x="206" y="190"/>
                </a:lnTo>
                <a:lnTo>
                  <a:pt x="209" y="185"/>
                </a:lnTo>
                <a:lnTo>
                  <a:pt x="212" y="180"/>
                </a:lnTo>
                <a:lnTo>
                  <a:pt x="216" y="173"/>
                </a:lnTo>
                <a:lnTo>
                  <a:pt x="222" y="167"/>
                </a:lnTo>
                <a:lnTo>
                  <a:pt x="228" y="159"/>
                </a:lnTo>
                <a:lnTo>
                  <a:pt x="235" y="153"/>
                </a:lnTo>
                <a:lnTo>
                  <a:pt x="241" y="147"/>
                </a:lnTo>
                <a:lnTo>
                  <a:pt x="248" y="141"/>
                </a:lnTo>
                <a:lnTo>
                  <a:pt x="254" y="135"/>
                </a:lnTo>
                <a:lnTo>
                  <a:pt x="260" y="128"/>
                </a:lnTo>
                <a:lnTo>
                  <a:pt x="261" y="126"/>
                </a:lnTo>
                <a:lnTo>
                  <a:pt x="263" y="123"/>
                </a:lnTo>
                <a:lnTo>
                  <a:pt x="264" y="119"/>
                </a:lnTo>
                <a:lnTo>
                  <a:pt x="265" y="117"/>
                </a:lnTo>
                <a:lnTo>
                  <a:pt x="270" y="111"/>
                </a:lnTo>
                <a:lnTo>
                  <a:pt x="278" y="104"/>
                </a:lnTo>
                <a:lnTo>
                  <a:pt x="287" y="95"/>
                </a:lnTo>
                <a:lnTo>
                  <a:pt x="296" y="86"/>
                </a:lnTo>
                <a:lnTo>
                  <a:pt x="300" y="82"/>
                </a:lnTo>
                <a:lnTo>
                  <a:pt x="304" y="77"/>
                </a:lnTo>
                <a:lnTo>
                  <a:pt x="308" y="72"/>
                </a:lnTo>
                <a:lnTo>
                  <a:pt x="311" y="68"/>
                </a:lnTo>
                <a:lnTo>
                  <a:pt x="314" y="63"/>
                </a:lnTo>
                <a:lnTo>
                  <a:pt x="316" y="59"/>
                </a:lnTo>
                <a:lnTo>
                  <a:pt x="316" y="58"/>
                </a:lnTo>
                <a:lnTo>
                  <a:pt x="317" y="55"/>
                </a:lnTo>
                <a:lnTo>
                  <a:pt x="318" y="54"/>
                </a:lnTo>
                <a:lnTo>
                  <a:pt x="318" y="52"/>
                </a:lnTo>
                <a:lnTo>
                  <a:pt x="312" y="50"/>
                </a:lnTo>
                <a:lnTo>
                  <a:pt x="308" y="46"/>
                </a:lnTo>
                <a:lnTo>
                  <a:pt x="305" y="46"/>
                </a:lnTo>
                <a:lnTo>
                  <a:pt x="302" y="45"/>
                </a:lnTo>
                <a:lnTo>
                  <a:pt x="299" y="45"/>
                </a:lnTo>
                <a:lnTo>
                  <a:pt x="296" y="45"/>
                </a:lnTo>
                <a:lnTo>
                  <a:pt x="295" y="46"/>
                </a:lnTo>
                <a:lnTo>
                  <a:pt x="294" y="46"/>
                </a:lnTo>
                <a:lnTo>
                  <a:pt x="292" y="46"/>
                </a:lnTo>
                <a:lnTo>
                  <a:pt x="291" y="46"/>
                </a:lnTo>
                <a:lnTo>
                  <a:pt x="288" y="47"/>
                </a:lnTo>
                <a:lnTo>
                  <a:pt x="283" y="47"/>
                </a:lnTo>
                <a:lnTo>
                  <a:pt x="278" y="48"/>
                </a:lnTo>
                <a:lnTo>
                  <a:pt x="273" y="48"/>
                </a:lnTo>
                <a:lnTo>
                  <a:pt x="268" y="49"/>
                </a:lnTo>
                <a:lnTo>
                  <a:pt x="265" y="50"/>
                </a:lnTo>
                <a:lnTo>
                  <a:pt x="262" y="50"/>
                </a:lnTo>
                <a:lnTo>
                  <a:pt x="258" y="52"/>
                </a:lnTo>
                <a:lnTo>
                  <a:pt x="254" y="54"/>
                </a:lnTo>
                <a:lnTo>
                  <a:pt x="250" y="57"/>
                </a:lnTo>
                <a:lnTo>
                  <a:pt x="240" y="62"/>
                </a:lnTo>
                <a:lnTo>
                  <a:pt x="229" y="68"/>
                </a:lnTo>
                <a:lnTo>
                  <a:pt x="224" y="70"/>
                </a:lnTo>
                <a:lnTo>
                  <a:pt x="218" y="73"/>
                </a:lnTo>
                <a:lnTo>
                  <a:pt x="213" y="75"/>
                </a:lnTo>
                <a:lnTo>
                  <a:pt x="208" y="78"/>
                </a:lnTo>
                <a:lnTo>
                  <a:pt x="204" y="78"/>
                </a:lnTo>
                <a:lnTo>
                  <a:pt x="199" y="79"/>
                </a:lnTo>
                <a:lnTo>
                  <a:pt x="197" y="79"/>
                </a:lnTo>
                <a:lnTo>
                  <a:pt x="195" y="79"/>
                </a:lnTo>
                <a:lnTo>
                  <a:pt x="193" y="79"/>
                </a:lnTo>
                <a:lnTo>
                  <a:pt x="192" y="78"/>
                </a:lnTo>
                <a:lnTo>
                  <a:pt x="191" y="78"/>
                </a:lnTo>
                <a:lnTo>
                  <a:pt x="190" y="78"/>
                </a:lnTo>
                <a:lnTo>
                  <a:pt x="189" y="77"/>
                </a:lnTo>
                <a:lnTo>
                  <a:pt x="188" y="76"/>
                </a:lnTo>
                <a:lnTo>
                  <a:pt x="185" y="74"/>
                </a:lnTo>
                <a:lnTo>
                  <a:pt x="184" y="73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88" name="íSľîďê">
            <a:extLst>
              <a:ext uri="{FF2B5EF4-FFF2-40B4-BE49-F238E27FC236}">
                <a16:creationId xmlns:a16="http://schemas.microsoft.com/office/drawing/2014/main" id="{60B35D03-6DAD-4564-9B92-63F0C45F3432}"/>
              </a:ext>
            </a:extLst>
          </p:cNvPr>
          <p:cNvSpPr>
            <a:spLocks noGrp="1"/>
          </p:cNvSpPr>
          <p:nvPr/>
        </p:nvSpPr>
        <p:spPr>
          <a:xfrm>
            <a:off x="2500560" y="606240"/>
            <a:ext cx="164160" cy="220320"/>
          </a:xfrm>
          <a:custGeom>
            <a:avLst/>
            <a:gdLst>
              <a:gd name="textAreaLeft" fmla="*/ 0 w 164160"/>
              <a:gd name="textAreaRight" fmla="*/ 164520 w 164160"/>
              <a:gd name="textAreaTop" fmla="*/ 0 h 220320"/>
              <a:gd name="textAreaBottom" fmla="*/ 220680 h 220320"/>
              <a:gd name="GluePoint1X" fmla="*/ 311 w 377"/>
              <a:gd name="GluePoint1Y" fmla="*/ 8 h 505"/>
              <a:gd name="GluePoint2X" fmla="*/ 319 w 377"/>
              <a:gd name="GluePoint2Y" fmla="*/ 18 h 505"/>
              <a:gd name="GluePoint3X" fmla="*/ 333 w 377"/>
              <a:gd name="GluePoint3Y" fmla="*/ 28 h 505"/>
              <a:gd name="GluePoint4X" fmla="*/ 348 w 377"/>
              <a:gd name="GluePoint4Y" fmla="*/ 44 h 505"/>
              <a:gd name="GluePoint5X" fmla="*/ 343 w 377"/>
              <a:gd name="GluePoint5Y" fmla="*/ 72 h 505"/>
              <a:gd name="GluePoint6X" fmla="*/ 339 w 377"/>
              <a:gd name="GluePoint6Y" fmla="*/ 89 h 505"/>
              <a:gd name="GluePoint7X" fmla="*/ 343 w 377"/>
              <a:gd name="GluePoint7Y" fmla="*/ 113 h 505"/>
              <a:gd name="GluePoint8X" fmla="*/ 349 w 377"/>
              <a:gd name="GluePoint8Y" fmla="*/ 128 h 505"/>
              <a:gd name="GluePoint9X" fmla="*/ 366 w 377"/>
              <a:gd name="GluePoint9Y" fmla="*/ 130 h 505"/>
              <a:gd name="GluePoint10X" fmla="*/ 376 w 377"/>
              <a:gd name="GluePoint10Y" fmla="*/ 139 h 505"/>
              <a:gd name="GluePoint11X" fmla="*/ 377 w 377"/>
              <a:gd name="GluePoint11Y" fmla="*/ 151 h 505"/>
              <a:gd name="GluePoint12X" fmla="*/ 369 w 377"/>
              <a:gd name="GluePoint12Y" fmla="*/ 169 h 505"/>
              <a:gd name="GluePoint13X" fmla="*/ 339 w 377"/>
              <a:gd name="GluePoint13Y" fmla="*/ 189 h 505"/>
              <a:gd name="GluePoint14X" fmla="*/ 315 w 377"/>
              <a:gd name="GluePoint14Y" fmla="*/ 211 h 505"/>
              <a:gd name="GluePoint15X" fmla="*/ 301 w 377"/>
              <a:gd name="GluePoint15Y" fmla="*/ 235 h 505"/>
              <a:gd name="GluePoint16X" fmla="*/ 290 w 377"/>
              <a:gd name="GluePoint16Y" fmla="*/ 263 h 505"/>
              <a:gd name="GluePoint17X" fmla="*/ 270 w 377"/>
              <a:gd name="GluePoint17Y" fmla="*/ 293 h 505"/>
              <a:gd name="GluePoint18X" fmla="*/ 265 w 377"/>
              <a:gd name="GluePoint18Y" fmla="*/ 317 h 505"/>
              <a:gd name="GluePoint19X" fmla="*/ 245 w 377"/>
              <a:gd name="GluePoint19Y" fmla="*/ 339 h 505"/>
              <a:gd name="GluePoint20X" fmla="*/ 226 w 377"/>
              <a:gd name="GluePoint20Y" fmla="*/ 350 h 505"/>
              <a:gd name="GluePoint21X" fmla="*/ 210 w 377"/>
              <a:gd name="GluePoint21Y" fmla="*/ 374 h 505"/>
              <a:gd name="GluePoint22X" fmla="*/ 192 w 377"/>
              <a:gd name="GluePoint22Y" fmla="*/ 385 h 505"/>
              <a:gd name="GluePoint23X" fmla="*/ 179 w 377"/>
              <a:gd name="GluePoint23Y" fmla="*/ 392 h 505"/>
              <a:gd name="GluePoint24X" fmla="*/ 169 w 377"/>
              <a:gd name="GluePoint24Y" fmla="*/ 402 h 505"/>
              <a:gd name="GluePoint25X" fmla="*/ 159 w 377"/>
              <a:gd name="GluePoint25Y" fmla="*/ 405 h 505"/>
              <a:gd name="GluePoint26X" fmla="*/ 126 w 377"/>
              <a:gd name="GluePoint26Y" fmla="*/ 431 h 505"/>
              <a:gd name="GluePoint27X" fmla="*/ 101 w 377"/>
              <a:gd name="GluePoint27Y" fmla="*/ 442 h 505"/>
              <a:gd name="GluePoint28X" fmla="*/ 92 w 377"/>
              <a:gd name="GluePoint28Y" fmla="*/ 451 h 505"/>
              <a:gd name="GluePoint29X" fmla="*/ 79 w 377"/>
              <a:gd name="GluePoint29Y" fmla="*/ 456 h 505"/>
              <a:gd name="GluePoint30X" fmla="*/ 61 w 377"/>
              <a:gd name="GluePoint30Y" fmla="*/ 472 h 505"/>
              <a:gd name="GluePoint31X" fmla="*/ 49 w 377"/>
              <a:gd name="GluePoint31Y" fmla="*/ 478 h 505"/>
              <a:gd name="GluePoint32X" fmla="*/ 30 w 377"/>
              <a:gd name="GluePoint32Y" fmla="*/ 497 h 505"/>
              <a:gd name="GluePoint33X" fmla="*/ 9 w 377"/>
              <a:gd name="GluePoint33Y" fmla="*/ 505 h 505"/>
              <a:gd name="GluePoint34X" fmla="*/ 8 w 377"/>
              <a:gd name="GluePoint34Y" fmla="*/ 490 h 505"/>
              <a:gd name="GluePoint35X" fmla="*/ 38 w 377"/>
              <a:gd name="GluePoint35Y" fmla="*/ 465 h 505"/>
              <a:gd name="GluePoint36X" fmla="*/ 57 w 377"/>
              <a:gd name="GluePoint36Y" fmla="*/ 449 h 505"/>
              <a:gd name="GluePoint37X" fmla="*/ 81 w 377"/>
              <a:gd name="GluePoint37Y" fmla="*/ 433 h 505"/>
              <a:gd name="GluePoint38X" fmla="*/ 96 w 377"/>
              <a:gd name="GluePoint38Y" fmla="*/ 425 h 505"/>
              <a:gd name="GluePoint39X" fmla="*/ 112 w 377"/>
              <a:gd name="GluePoint39Y" fmla="*/ 413 h 505"/>
              <a:gd name="GluePoint40X" fmla="*/ 122 w 377"/>
              <a:gd name="GluePoint40Y" fmla="*/ 403 h 505"/>
              <a:gd name="GluePoint41X" fmla="*/ 141 w 377"/>
              <a:gd name="GluePoint41Y" fmla="*/ 387 h 505"/>
              <a:gd name="GluePoint42X" fmla="*/ 152 w 377"/>
              <a:gd name="GluePoint42Y" fmla="*/ 377 h 505"/>
              <a:gd name="GluePoint43X" fmla="*/ 191 w 377"/>
              <a:gd name="GluePoint43Y" fmla="*/ 346 h 505"/>
              <a:gd name="GluePoint44X" fmla="*/ 220 w 377"/>
              <a:gd name="GluePoint44Y" fmla="*/ 308 h 505"/>
              <a:gd name="GluePoint45X" fmla="*/ 228 w 377"/>
              <a:gd name="GluePoint45Y" fmla="*/ 284 h 505"/>
              <a:gd name="GluePoint46X" fmla="*/ 218 w 377"/>
              <a:gd name="GluePoint46Y" fmla="*/ 280 h 505"/>
              <a:gd name="GluePoint47X" fmla="*/ 193 w 377"/>
              <a:gd name="GluePoint47Y" fmla="*/ 289 h 505"/>
              <a:gd name="GluePoint48X" fmla="*/ 169 w 377"/>
              <a:gd name="GluePoint48Y" fmla="*/ 287 h 505"/>
              <a:gd name="GluePoint49X" fmla="*/ 149 w 377"/>
              <a:gd name="GluePoint49Y" fmla="*/ 277 h 505"/>
              <a:gd name="GluePoint50X" fmla="*/ 134 w 377"/>
              <a:gd name="GluePoint50Y" fmla="*/ 268 h 505"/>
              <a:gd name="GluePoint51X" fmla="*/ 132 w 377"/>
              <a:gd name="GluePoint51Y" fmla="*/ 258 h 505"/>
              <a:gd name="GluePoint52X" fmla="*/ 132 w 377"/>
              <a:gd name="GluePoint52Y" fmla="*/ 250 h 505"/>
              <a:gd name="GluePoint53X" fmla="*/ 152 w 377"/>
              <a:gd name="GluePoint53Y" fmla="*/ 234 h 505"/>
              <a:gd name="GluePoint54X" fmla="*/ 188 w 377"/>
              <a:gd name="GluePoint54Y" fmla="*/ 221 h 505"/>
              <a:gd name="GluePoint55X" fmla="*/ 207 w 377"/>
              <a:gd name="GluePoint55Y" fmla="*/ 212 h 505"/>
              <a:gd name="GluePoint56X" fmla="*/ 226 w 377"/>
              <a:gd name="GluePoint56Y" fmla="*/ 202 h 505"/>
              <a:gd name="GluePoint57X" fmla="*/ 248 w 377"/>
              <a:gd name="GluePoint57Y" fmla="*/ 193 h 505"/>
              <a:gd name="GluePoint58X" fmla="*/ 256 w 377"/>
              <a:gd name="GluePoint58Y" fmla="*/ 180 h 505"/>
              <a:gd name="GluePoint59X" fmla="*/ 273 w 377"/>
              <a:gd name="GluePoint59Y" fmla="*/ 171 h 505"/>
              <a:gd name="GluePoint60X" fmla="*/ 274 w 377"/>
              <a:gd name="GluePoint60Y" fmla="*/ 133 h 505"/>
              <a:gd name="GluePoint61X" fmla="*/ 279 w 377"/>
              <a:gd name="GluePoint61Y" fmla="*/ 83 h 505"/>
              <a:gd name="GluePoint62X" fmla="*/ 275 w 377"/>
              <a:gd name="GluePoint62Y" fmla="*/ 40 h 505"/>
              <a:gd name="GluePoint63X" fmla="*/ 280 w 377"/>
              <a:gd name="GluePoint63Y" fmla="*/ 7 h 505"/>
            </a:gdLst>
            <a:ahLst/>
            <a:cxnLst/>
            <a:rect l="textAreaLeft" t="textAreaTop" r="textAreaRight" b="textAreaBottom"/>
            <a:pathLst>
              <a:path w="377" h="505">
                <a:moveTo>
                  <a:pt x="289" y="0"/>
                </a:moveTo>
                <a:lnTo>
                  <a:pt x="294" y="1"/>
                </a:lnTo>
                <a:lnTo>
                  <a:pt x="302" y="3"/>
                </a:lnTo>
                <a:lnTo>
                  <a:pt x="305" y="4"/>
                </a:lnTo>
                <a:lnTo>
                  <a:pt x="309" y="6"/>
                </a:lnTo>
                <a:lnTo>
                  <a:pt x="311" y="8"/>
                </a:lnTo>
                <a:lnTo>
                  <a:pt x="313" y="9"/>
                </a:lnTo>
                <a:lnTo>
                  <a:pt x="315" y="11"/>
                </a:lnTo>
                <a:lnTo>
                  <a:pt x="316" y="12"/>
                </a:lnTo>
                <a:lnTo>
                  <a:pt x="317" y="14"/>
                </a:lnTo>
                <a:lnTo>
                  <a:pt x="317" y="16"/>
                </a:lnTo>
                <a:lnTo>
                  <a:pt x="319" y="18"/>
                </a:lnTo>
                <a:lnTo>
                  <a:pt x="320" y="20"/>
                </a:lnTo>
                <a:lnTo>
                  <a:pt x="321" y="22"/>
                </a:lnTo>
                <a:lnTo>
                  <a:pt x="322" y="23"/>
                </a:lnTo>
                <a:lnTo>
                  <a:pt x="326" y="25"/>
                </a:lnTo>
                <a:lnTo>
                  <a:pt x="329" y="27"/>
                </a:lnTo>
                <a:lnTo>
                  <a:pt x="333" y="28"/>
                </a:lnTo>
                <a:lnTo>
                  <a:pt x="336" y="29"/>
                </a:lnTo>
                <a:lnTo>
                  <a:pt x="339" y="31"/>
                </a:lnTo>
                <a:lnTo>
                  <a:pt x="342" y="32"/>
                </a:lnTo>
                <a:lnTo>
                  <a:pt x="345" y="35"/>
                </a:lnTo>
                <a:lnTo>
                  <a:pt x="348" y="38"/>
                </a:lnTo>
                <a:lnTo>
                  <a:pt x="348" y="44"/>
                </a:lnTo>
                <a:lnTo>
                  <a:pt x="348" y="50"/>
                </a:lnTo>
                <a:lnTo>
                  <a:pt x="347" y="55"/>
                </a:lnTo>
                <a:lnTo>
                  <a:pt x="346" y="60"/>
                </a:lnTo>
                <a:lnTo>
                  <a:pt x="345" y="64"/>
                </a:lnTo>
                <a:lnTo>
                  <a:pt x="345" y="68"/>
                </a:lnTo>
                <a:lnTo>
                  <a:pt x="343" y="72"/>
                </a:lnTo>
                <a:lnTo>
                  <a:pt x="341" y="76"/>
                </a:lnTo>
                <a:lnTo>
                  <a:pt x="341" y="77"/>
                </a:lnTo>
                <a:lnTo>
                  <a:pt x="340" y="79"/>
                </a:lnTo>
                <a:lnTo>
                  <a:pt x="340" y="81"/>
                </a:lnTo>
                <a:lnTo>
                  <a:pt x="340" y="84"/>
                </a:lnTo>
                <a:lnTo>
                  <a:pt x="339" y="89"/>
                </a:lnTo>
                <a:lnTo>
                  <a:pt x="340" y="95"/>
                </a:lnTo>
                <a:lnTo>
                  <a:pt x="340" y="100"/>
                </a:lnTo>
                <a:lnTo>
                  <a:pt x="341" y="105"/>
                </a:lnTo>
                <a:lnTo>
                  <a:pt x="341" y="108"/>
                </a:lnTo>
                <a:lnTo>
                  <a:pt x="343" y="111"/>
                </a:lnTo>
                <a:lnTo>
                  <a:pt x="343" y="113"/>
                </a:lnTo>
                <a:lnTo>
                  <a:pt x="342" y="117"/>
                </a:lnTo>
                <a:lnTo>
                  <a:pt x="341" y="121"/>
                </a:lnTo>
                <a:lnTo>
                  <a:pt x="341" y="124"/>
                </a:lnTo>
                <a:lnTo>
                  <a:pt x="344" y="126"/>
                </a:lnTo>
                <a:lnTo>
                  <a:pt x="346" y="128"/>
                </a:lnTo>
                <a:lnTo>
                  <a:pt x="349" y="128"/>
                </a:lnTo>
                <a:lnTo>
                  <a:pt x="351" y="129"/>
                </a:lnTo>
                <a:lnTo>
                  <a:pt x="354" y="129"/>
                </a:lnTo>
                <a:lnTo>
                  <a:pt x="357" y="130"/>
                </a:lnTo>
                <a:lnTo>
                  <a:pt x="361" y="130"/>
                </a:lnTo>
                <a:lnTo>
                  <a:pt x="366" y="130"/>
                </a:lnTo>
                <a:lnTo>
                  <a:pt x="366" y="130"/>
                </a:lnTo>
                <a:lnTo>
                  <a:pt x="367" y="130"/>
                </a:lnTo>
                <a:lnTo>
                  <a:pt x="369" y="132"/>
                </a:lnTo>
                <a:lnTo>
                  <a:pt x="373" y="135"/>
                </a:lnTo>
                <a:lnTo>
                  <a:pt x="374" y="136"/>
                </a:lnTo>
                <a:lnTo>
                  <a:pt x="375" y="137"/>
                </a:lnTo>
                <a:lnTo>
                  <a:pt x="376" y="139"/>
                </a:lnTo>
                <a:lnTo>
                  <a:pt x="376" y="141"/>
                </a:lnTo>
                <a:lnTo>
                  <a:pt x="377" y="142"/>
                </a:lnTo>
                <a:lnTo>
                  <a:pt x="377" y="144"/>
                </a:lnTo>
                <a:lnTo>
                  <a:pt x="377" y="145"/>
                </a:lnTo>
                <a:lnTo>
                  <a:pt x="377" y="147"/>
                </a:lnTo>
                <a:lnTo>
                  <a:pt x="377" y="151"/>
                </a:lnTo>
                <a:lnTo>
                  <a:pt x="376" y="155"/>
                </a:lnTo>
                <a:lnTo>
                  <a:pt x="375" y="159"/>
                </a:lnTo>
                <a:lnTo>
                  <a:pt x="373" y="162"/>
                </a:lnTo>
                <a:lnTo>
                  <a:pt x="373" y="165"/>
                </a:lnTo>
                <a:lnTo>
                  <a:pt x="371" y="167"/>
                </a:lnTo>
                <a:lnTo>
                  <a:pt x="369" y="169"/>
                </a:lnTo>
                <a:lnTo>
                  <a:pt x="367" y="172"/>
                </a:lnTo>
                <a:lnTo>
                  <a:pt x="365" y="173"/>
                </a:lnTo>
                <a:lnTo>
                  <a:pt x="361" y="176"/>
                </a:lnTo>
                <a:lnTo>
                  <a:pt x="357" y="179"/>
                </a:lnTo>
                <a:lnTo>
                  <a:pt x="350" y="182"/>
                </a:lnTo>
                <a:lnTo>
                  <a:pt x="339" y="189"/>
                </a:lnTo>
                <a:lnTo>
                  <a:pt x="328" y="195"/>
                </a:lnTo>
                <a:lnTo>
                  <a:pt x="325" y="197"/>
                </a:lnTo>
                <a:lnTo>
                  <a:pt x="322" y="199"/>
                </a:lnTo>
                <a:lnTo>
                  <a:pt x="321" y="201"/>
                </a:lnTo>
                <a:lnTo>
                  <a:pt x="318" y="205"/>
                </a:lnTo>
                <a:lnTo>
                  <a:pt x="315" y="211"/>
                </a:lnTo>
                <a:lnTo>
                  <a:pt x="311" y="216"/>
                </a:lnTo>
                <a:lnTo>
                  <a:pt x="309" y="220"/>
                </a:lnTo>
                <a:lnTo>
                  <a:pt x="309" y="224"/>
                </a:lnTo>
                <a:lnTo>
                  <a:pt x="308" y="228"/>
                </a:lnTo>
                <a:lnTo>
                  <a:pt x="306" y="232"/>
                </a:lnTo>
                <a:lnTo>
                  <a:pt x="301" y="235"/>
                </a:lnTo>
                <a:lnTo>
                  <a:pt x="297" y="238"/>
                </a:lnTo>
                <a:lnTo>
                  <a:pt x="297" y="242"/>
                </a:lnTo>
                <a:lnTo>
                  <a:pt x="296" y="247"/>
                </a:lnTo>
                <a:lnTo>
                  <a:pt x="295" y="251"/>
                </a:lnTo>
                <a:lnTo>
                  <a:pt x="294" y="255"/>
                </a:lnTo>
                <a:lnTo>
                  <a:pt x="290" y="263"/>
                </a:lnTo>
                <a:lnTo>
                  <a:pt x="285" y="272"/>
                </a:lnTo>
                <a:lnTo>
                  <a:pt x="279" y="280"/>
                </a:lnTo>
                <a:lnTo>
                  <a:pt x="273" y="287"/>
                </a:lnTo>
                <a:lnTo>
                  <a:pt x="273" y="289"/>
                </a:lnTo>
                <a:lnTo>
                  <a:pt x="271" y="291"/>
                </a:lnTo>
                <a:lnTo>
                  <a:pt x="270" y="293"/>
                </a:lnTo>
                <a:lnTo>
                  <a:pt x="269" y="295"/>
                </a:lnTo>
                <a:lnTo>
                  <a:pt x="269" y="300"/>
                </a:lnTo>
                <a:lnTo>
                  <a:pt x="268" y="305"/>
                </a:lnTo>
                <a:lnTo>
                  <a:pt x="267" y="309"/>
                </a:lnTo>
                <a:lnTo>
                  <a:pt x="265" y="314"/>
                </a:lnTo>
                <a:lnTo>
                  <a:pt x="265" y="317"/>
                </a:lnTo>
                <a:lnTo>
                  <a:pt x="264" y="318"/>
                </a:lnTo>
                <a:lnTo>
                  <a:pt x="263" y="320"/>
                </a:lnTo>
                <a:lnTo>
                  <a:pt x="262" y="322"/>
                </a:lnTo>
                <a:lnTo>
                  <a:pt x="259" y="325"/>
                </a:lnTo>
                <a:lnTo>
                  <a:pt x="252" y="333"/>
                </a:lnTo>
                <a:lnTo>
                  <a:pt x="245" y="339"/>
                </a:lnTo>
                <a:lnTo>
                  <a:pt x="241" y="343"/>
                </a:lnTo>
                <a:lnTo>
                  <a:pt x="236" y="345"/>
                </a:lnTo>
                <a:lnTo>
                  <a:pt x="232" y="345"/>
                </a:lnTo>
                <a:lnTo>
                  <a:pt x="230" y="347"/>
                </a:lnTo>
                <a:lnTo>
                  <a:pt x="228" y="349"/>
                </a:lnTo>
                <a:lnTo>
                  <a:pt x="226" y="350"/>
                </a:lnTo>
                <a:lnTo>
                  <a:pt x="224" y="353"/>
                </a:lnTo>
                <a:lnTo>
                  <a:pt x="222" y="357"/>
                </a:lnTo>
                <a:lnTo>
                  <a:pt x="219" y="361"/>
                </a:lnTo>
                <a:lnTo>
                  <a:pt x="216" y="366"/>
                </a:lnTo>
                <a:lnTo>
                  <a:pt x="213" y="370"/>
                </a:lnTo>
                <a:lnTo>
                  <a:pt x="210" y="374"/>
                </a:lnTo>
                <a:lnTo>
                  <a:pt x="207" y="378"/>
                </a:lnTo>
                <a:lnTo>
                  <a:pt x="203" y="379"/>
                </a:lnTo>
                <a:lnTo>
                  <a:pt x="200" y="381"/>
                </a:lnTo>
                <a:lnTo>
                  <a:pt x="196" y="381"/>
                </a:lnTo>
                <a:lnTo>
                  <a:pt x="192" y="382"/>
                </a:lnTo>
                <a:lnTo>
                  <a:pt x="192" y="385"/>
                </a:lnTo>
                <a:lnTo>
                  <a:pt x="191" y="387"/>
                </a:lnTo>
                <a:lnTo>
                  <a:pt x="187" y="387"/>
                </a:lnTo>
                <a:lnTo>
                  <a:pt x="183" y="387"/>
                </a:lnTo>
                <a:lnTo>
                  <a:pt x="181" y="389"/>
                </a:lnTo>
                <a:lnTo>
                  <a:pt x="180" y="390"/>
                </a:lnTo>
                <a:lnTo>
                  <a:pt x="179" y="392"/>
                </a:lnTo>
                <a:lnTo>
                  <a:pt x="177" y="394"/>
                </a:lnTo>
                <a:lnTo>
                  <a:pt x="176" y="396"/>
                </a:lnTo>
                <a:lnTo>
                  <a:pt x="174" y="398"/>
                </a:lnTo>
                <a:lnTo>
                  <a:pt x="172" y="400"/>
                </a:lnTo>
                <a:lnTo>
                  <a:pt x="171" y="401"/>
                </a:lnTo>
                <a:lnTo>
                  <a:pt x="169" y="402"/>
                </a:lnTo>
                <a:lnTo>
                  <a:pt x="168" y="403"/>
                </a:lnTo>
                <a:lnTo>
                  <a:pt x="166" y="403"/>
                </a:lnTo>
                <a:lnTo>
                  <a:pt x="164" y="404"/>
                </a:lnTo>
                <a:lnTo>
                  <a:pt x="163" y="404"/>
                </a:lnTo>
                <a:lnTo>
                  <a:pt x="161" y="404"/>
                </a:lnTo>
                <a:lnTo>
                  <a:pt x="159" y="405"/>
                </a:lnTo>
                <a:lnTo>
                  <a:pt x="157" y="405"/>
                </a:lnTo>
                <a:lnTo>
                  <a:pt x="152" y="411"/>
                </a:lnTo>
                <a:lnTo>
                  <a:pt x="144" y="417"/>
                </a:lnTo>
                <a:lnTo>
                  <a:pt x="137" y="422"/>
                </a:lnTo>
                <a:lnTo>
                  <a:pt x="129" y="429"/>
                </a:lnTo>
                <a:lnTo>
                  <a:pt x="126" y="431"/>
                </a:lnTo>
                <a:lnTo>
                  <a:pt x="122" y="434"/>
                </a:lnTo>
                <a:lnTo>
                  <a:pt x="117" y="437"/>
                </a:lnTo>
                <a:lnTo>
                  <a:pt x="113" y="439"/>
                </a:lnTo>
                <a:lnTo>
                  <a:pt x="109" y="441"/>
                </a:lnTo>
                <a:lnTo>
                  <a:pt x="105" y="441"/>
                </a:lnTo>
                <a:lnTo>
                  <a:pt x="101" y="442"/>
                </a:lnTo>
                <a:lnTo>
                  <a:pt x="97" y="443"/>
                </a:lnTo>
                <a:lnTo>
                  <a:pt x="96" y="445"/>
                </a:lnTo>
                <a:lnTo>
                  <a:pt x="96" y="447"/>
                </a:lnTo>
                <a:lnTo>
                  <a:pt x="95" y="449"/>
                </a:lnTo>
                <a:lnTo>
                  <a:pt x="94" y="450"/>
                </a:lnTo>
                <a:lnTo>
                  <a:pt x="92" y="451"/>
                </a:lnTo>
                <a:lnTo>
                  <a:pt x="91" y="452"/>
                </a:lnTo>
                <a:lnTo>
                  <a:pt x="89" y="453"/>
                </a:lnTo>
                <a:lnTo>
                  <a:pt x="88" y="453"/>
                </a:lnTo>
                <a:lnTo>
                  <a:pt x="84" y="454"/>
                </a:lnTo>
                <a:lnTo>
                  <a:pt x="81" y="455"/>
                </a:lnTo>
                <a:lnTo>
                  <a:pt x="79" y="456"/>
                </a:lnTo>
                <a:lnTo>
                  <a:pt x="77" y="457"/>
                </a:lnTo>
                <a:lnTo>
                  <a:pt x="76" y="457"/>
                </a:lnTo>
                <a:lnTo>
                  <a:pt x="74" y="459"/>
                </a:lnTo>
                <a:lnTo>
                  <a:pt x="70" y="463"/>
                </a:lnTo>
                <a:lnTo>
                  <a:pt x="66" y="467"/>
                </a:lnTo>
                <a:lnTo>
                  <a:pt x="61" y="472"/>
                </a:lnTo>
                <a:lnTo>
                  <a:pt x="57" y="476"/>
                </a:lnTo>
                <a:lnTo>
                  <a:pt x="56" y="477"/>
                </a:lnTo>
                <a:lnTo>
                  <a:pt x="54" y="477"/>
                </a:lnTo>
                <a:lnTo>
                  <a:pt x="52" y="477"/>
                </a:lnTo>
                <a:lnTo>
                  <a:pt x="51" y="478"/>
                </a:lnTo>
                <a:lnTo>
                  <a:pt x="49" y="478"/>
                </a:lnTo>
                <a:lnTo>
                  <a:pt x="48" y="479"/>
                </a:lnTo>
                <a:lnTo>
                  <a:pt x="46" y="480"/>
                </a:lnTo>
                <a:lnTo>
                  <a:pt x="45" y="481"/>
                </a:lnTo>
                <a:lnTo>
                  <a:pt x="40" y="487"/>
                </a:lnTo>
                <a:lnTo>
                  <a:pt x="33" y="494"/>
                </a:lnTo>
                <a:lnTo>
                  <a:pt x="30" y="497"/>
                </a:lnTo>
                <a:lnTo>
                  <a:pt x="28" y="501"/>
                </a:lnTo>
                <a:lnTo>
                  <a:pt x="24" y="503"/>
                </a:lnTo>
                <a:lnTo>
                  <a:pt x="21" y="505"/>
                </a:lnTo>
                <a:lnTo>
                  <a:pt x="16" y="505"/>
                </a:lnTo>
                <a:lnTo>
                  <a:pt x="12" y="505"/>
                </a:lnTo>
                <a:lnTo>
                  <a:pt x="9" y="505"/>
                </a:lnTo>
                <a:lnTo>
                  <a:pt x="5" y="505"/>
                </a:lnTo>
                <a:lnTo>
                  <a:pt x="3" y="502"/>
                </a:lnTo>
                <a:lnTo>
                  <a:pt x="0" y="500"/>
                </a:lnTo>
                <a:lnTo>
                  <a:pt x="0" y="498"/>
                </a:lnTo>
                <a:lnTo>
                  <a:pt x="0" y="496"/>
                </a:lnTo>
                <a:lnTo>
                  <a:pt x="8" y="490"/>
                </a:lnTo>
                <a:lnTo>
                  <a:pt x="15" y="483"/>
                </a:lnTo>
                <a:lnTo>
                  <a:pt x="21" y="477"/>
                </a:lnTo>
                <a:lnTo>
                  <a:pt x="28" y="470"/>
                </a:lnTo>
                <a:lnTo>
                  <a:pt x="31" y="469"/>
                </a:lnTo>
                <a:lnTo>
                  <a:pt x="35" y="466"/>
                </a:lnTo>
                <a:lnTo>
                  <a:pt x="38" y="465"/>
                </a:lnTo>
                <a:lnTo>
                  <a:pt x="41" y="463"/>
                </a:lnTo>
                <a:lnTo>
                  <a:pt x="44" y="461"/>
                </a:lnTo>
                <a:lnTo>
                  <a:pt x="48" y="459"/>
                </a:lnTo>
                <a:lnTo>
                  <a:pt x="51" y="457"/>
                </a:lnTo>
                <a:lnTo>
                  <a:pt x="53" y="454"/>
                </a:lnTo>
                <a:lnTo>
                  <a:pt x="57" y="449"/>
                </a:lnTo>
                <a:lnTo>
                  <a:pt x="60" y="445"/>
                </a:lnTo>
                <a:lnTo>
                  <a:pt x="64" y="444"/>
                </a:lnTo>
                <a:lnTo>
                  <a:pt x="70" y="443"/>
                </a:lnTo>
                <a:lnTo>
                  <a:pt x="73" y="440"/>
                </a:lnTo>
                <a:lnTo>
                  <a:pt x="77" y="436"/>
                </a:lnTo>
                <a:lnTo>
                  <a:pt x="81" y="433"/>
                </a:lnTo>
                <a:lnTo>
                  <a:pt x="85" y="429"/>
                </a:lnTo>
                <a:lnTo>
                  <a:pt x="89" y="429"/>
                </a:lnTo>
                <a:lnTo>
                  <a:pt x="93" y="429"/>
                </a:lnTo>
                <a:lnTo>
                  <a:pt x="94" y="428"/>
                </a:lnTo>
                <a:lnTo>
                  <a:pt x="96" y="426"/>
                </a:lnTo>
                <a:lnTo>
                  <a:pt x="96" y="425"/>
                </a:lnTo>
                <a:lnTo>
                  <a:pt x="98" y="423"/>
                </a:lnTo>
                <a:lnTo>
                  <a:pt x="100" y="420"/>
                </a:lnTo>
                <a:lnTo>
                  <a:pt x="104" y="417"/>
                </a:lnTo>
                <a:lnTo>
                  <a:pt x="107" y="417"/>
                </a:lnTo>
                <a:lnTo>
                  <a:pt x="111" y="415"/>
                </a:lnTo>
                <a:lnTo>
                  <a:pt x="112" y="413"/>
                </a:lnTo>
                <a:lnTo>
                  <a:pt x="115" y="412"/>
                </a:lnTo>
                <a:lnTo>
                  <a:pt x="116" y="410"/>
                </a:lnTo>
                <a:lnTo>
                  <a:pt x="117" y="408"/>
                </a:lnTo>
                <a:lnTo>
                  <a:pt x="119" y="406"/>
                </a:lnTo>
                <a:lnTo>
                  <a:pt x="120" y="404"/>
                </a:lnTo>
                <a:lnTo>
                  <a:pt x="122" y="403"/>
                </a:lnTo>
                <a:lnTo>
                  <a:pt x="124" y="401"/>
                </a:lnTo>
                <a:lnTo>
                  <a:pt x="128" y="399"/>
                </a:lnTo>
                <a:lnTo>
                  <a:pt x="132" y="396"/>
                </a:lnTo>
                <a:lnTo>
                  <a:pt x="136" y="393"/>
                </a:lnTo>
                <a:lnTo>
                  <a:pt x="140" y="389"/>
                </a:lnTo>
                <a:lnTo>
                  <a:pt x="141" y="387"/>
                </a:lnTo>
                <a:lnTo>
                  <a:pt x="142" y="385"/>
                </a:lnTo>
                <a:lnTo>
                  <a:pt x="143" y="383"/>
                </a:lnTo>
                <a:lnTo>
                  <a:pt x="144" y="382"/>
                </a:lnTo>
                <a:lnTo>
                  <a:pt x="144" y="381"/>
                </a:lnTo>
                <a:lnTo>
                  <a:pt x="145" y="381"/>
                </a:lnTo>
                <a:lnTo>
                  <a:pt x="152" y="377"/>
                </a:lnTo>
                <a:lnTo>
                  <a:pt x="158" y="372"/>
                </a:lnTo>
                <a:lnTo>
                  <a:pt x="164" y="368"/>
                </a:lnTo>
                <a:lnTo>
                  <a:pt x="171" y="363"/>
                </a:lnTo>
                <a:lnTo>
                  <a:pt x="178" y="357"/>
                </a:lnTo>
                <a:lnTo>
                  <a:pt x="184" y="352"/>
                </a:lnTo>
                <a:lnTo>
                  <a:pt x="191" y="346"/>
                </a:lnTo>
                <a:lnTo>
                  <a:pt x="197" y="340"/>
                </a:lnTo>
                <a:lnTo>
                  <a:pt x="204" y="333"/>
                </a:lnTo>
                <a:lnTo>
                  <a:pt x="209" y="326"/>
                </a:lnTo>
                <a:lnTo>
                  <a:pt x="214" y="319"/>
                </a:lnTo>
                <a:lnTo>
                  <a:pt x="218" y="312"/>
                </a:lnTo>
                <a:lnTo>
                  <a:pt x="220" y="308"/>
                </a:lnTo>
                <a:lnTo>
                  <a:pt x="222" y="304"/>
                </a:lnTo>
                <a:lnTo>
                  <a:pt x="224" y="300"/>
                </a:lnTo>
                <a:lnTo>
                  <a:pt x="225" y="296"/>
                </a:lnTo>
                <a:lnTo>
                  <a:pt x="227" y="293"/>
                </a:lnTo>
                <a:lnTo>
                  <a:pt x="228" y="289"/>
                </a:lnTo>
                <a:lnTo>
                  <a:pt x="228" y="284"/>
                </a:lnTo>
                <a:lnTo>
                  <a:pt x="229" y="280"/>
                </a:lnTo>
                <a:lnTo>
                  <a:pt x="228" y="280"/>
                </a:lnTo>
                <a:lnTo>
                  <a:pt x="228" y="278"/>
                </a:lnTo>
                <a:lnTo>
                  <a:pt x="224" y="279"/>
                </a:lnTo>
                <a:lnTo>
                  <a:pt x="220" y="279"/>
                </a:lnTo>
                <a:lnTo>
                  <a:pt x="218" y="280"/>
                </a:lnTo>
                <a:lnTo>
                  <a:pt x="216" y="281"/>
                </a:lnTo>
                <a:lnTo>
                  <a:pt x="211" y="283"/>
                </a:lnTo>
                <a:lnTo>
                  <a:pt x="207" y="285"/>
                </a:lnTo>
                <a:lnTo>
                  <a:pt x="202" y="286"/>
                </a:lnTo>
                <a:lnTo>
                  <a:pt x="198" y="288"/>
                </a:lnTo>
                <a:lnTo>
                  <a:pt x="193" y="289"/>
                </a:lnTo>
                <a:lnTo>
                  <a:pt x="189" y="289"/>
                </a:lnTo>
                <a:lnTo>
                  <a:pt x="185" y="289"/>
                </a:lnTo>
                <a:lnTo>
                  <a:pt x="181" y="289"/>
                </a:lnTo>
                <a:lnTo>
                  <a:pt x="177" y="289"/>
                </a:lnTo>
                <a:lnTo>
                  <a:pt x="173" y="289"/>
                </a:lnTo>
                <a:lnTo>
                  <a:pt x="169" y="287"/>
                </a:lnTo>
                <a:lnTo>
                  <a:pt x="166" y="286"/>
                </a:lnTo>
                <a:lnTo>
                  <a:pt x="162" y="285"/>
                </a:lnTo>
                <a:lnTo>
                  <a:pt x="159" y="283"/>
                </a:lnTo>
                <a:lnTo>
                  <a:pt x="156" y="281"/>
                </a:lnTo>
                <a:lnTo>
                  <a:pt x="152" y="280"/>
                </a:lnTo>
                <a:lnTo>
                  <a:pt x="149" y="277"/>
                </a:lnTo>
                <a:lnTo>
                  <a:pt x="146" y="276"/>
                </a:lnTo>
                <a:lnTo>
                  <a:pt x="141" y="273"/>
                </a:lnTo>
                <a:lnTo>
                  <a:pt x="136" y="270"/>
                </a:lnTo>
                <a:lnTo>
                  <a:pt x="136" y="269"/>
                </a:lnTo>
                <a:lnTo>
                  <a:pt x="135" y="269"/>
                </a:lnTo>
                <a:lnTo>
                  <a:pt x="134" y="268"/>
                </a:lnTo>
                <a:lnTo>
                  <a:pt x="133" y="266"/>
                </a:lnTo>
                <a:lnTo>
                  <a:pt x="133" y="265"/>
                </a:lnTo>
                <a:lnTo>
                  <a:pt x="132" y="264"/>
                </a:lnTo>
                <a:lnTo>
                  <a:pt x="132" y="261"/>
                </a:lnTo>
                <a:lnTo>
                  <a:pt x="132" y="259"/>
                </a:lnTo>
                <a:lnTo>
                  <a:pt x="132" y="258"/>
                </a:lnTo>
                <a:lnTo>
                  <a:pt x="131" y="257"/>
                </a:lnTo>
                <a:lnTo>
                  <a:pt x="131" y="255"/>
                </a:lnTo>
                <a:lnTo>
                  <a:pt x="131" y="254"/>
                </a:lnTo>
                <a:lnTo>
                  <a:pt x="131" y="253"/>
                </a:lnTo>
                <a:lnTo>
                  <a:pt x="132" y="252"/>
                </a:lnTo>
                <a:lnTo>
                  <a:pt x="132" y="250"/>
                </a:lnTo>
                <a:lnTo>
                  <a:pt x="132" y="249"/>
                </a:lnTo>
                <a:lnTo>
                  <a:pt x="135" y="246"/>
                </a:lnTo>
                <a:lnTo>
                  <a:pt x="138" y="244"/>
                </a:lnTo>
                <a:lnTo>
                  <a:pt x="141" y="241"/>
                </a:lnTo>
                <a:lnTo>
                  <a:pt x="144" y="239"/>
                </a:lnTo>
                <a:lnTo>
                  <a:pt x="152" y="234"/>
                </a:lnTo>
                <a:lnTo>
                  <a:pt x="160" y="230"/>
                </a:lnTo>
                <a:lnTo>
                  <a:pt x="167" y="227"/>
                </a:lnTo>
                <a:lnTo>
                  <a:pt x="172" y="225"/>
                </a:lnTo>
                <a:lnTo>
                  <a:pt x="177" y="224"/>
                </a:lnTo>
                <a:lnTo>
                  <a:pt x="183" y="222"/>
                </a:lnTo>
                <a:lnTo>
                  <a:pt x="188" y="221"/>
                </a:lnTo>
                <a:lnTo>
                  <a:pt x="195" y="220"/>
                </a:lnTo>
                <a:lnTo>
                  <a:pt x="198" y="219"/>
                </a:lnTo>
                <a:lnTo>
                  <a:pt x="200" y="217"/>
                </a:lnTo>
                <a:lnTo>
                  <a:pt x="203" y="216"/>
                </a:lnTo>
                <a:lnTo>
                  <a:pt x="205" y="213"/>
                </a:lnTo>
                <a:lnTo>
                  <a:pt x="207" y="212"/>
                </a:lnTo>
                <a:lnTo>
                  <a:pt x="209" y="209"/>
                </a:lnTo>
                <a:lnTo>
                  <a:pt x="212" y="208"/>
                </a:lnTo>
                <a:lnTo>
                  <a:pt x="215" y="206"/>
                </a:lnTo>
                <a:lnTo>
                  <a:pt x="218" y="205"/>
                </a:lnTo>
                <a:lnTo>
                  <a:pt x="222" y="204"/>
                </a:lnTo>
                <a:lnTo>
                  <a:pt x="226" y="202"/>
                </a:lnTo>
                <a:lnTo>
                  <a:pt x="230" y="201"/>
                </a:lnTo>
                <a:lnTo>
                  <a:pt x="235" y="200"/>
                </a:lnTo>
                <a:lnTo>
                  <a:pt x="239" y="198"/>
                </a:lnTo>
                <a:lnTo>
                  <a:pt x="242" y="197"/>
                </a:lnTo>
                <a:lnTo>
                  <a:pt x="246" y="195"/>
                </a:lnTo>
                <a:lnTo>
                  <a:pt x="248" y="193"/>
                </a:lnTo>
                <a:lnTo>
                  <a:pt x="249" y="191"/>
                </a:lnTo>
                <a:lnTo>
                  <a:pt x="250" y="189"/>
                </a:lnTo>
                <a:lnTo>
                  <a:pt x="252" y="187"/>
                </a:lnTo>
                <a:lnTo>
                  <a:pt x="253" y="184"/>
                </a:lnTo>
                <a:lnTo>
                  <a:pt x="254" y="182"/>
                </a:lnTo>
                <a:lnTo>
                  <a:pt x="256" y="180"/>
                </a:lnTo>
                <a:lnTo>
                  <a:pt x="257" y="179"/>
                </a:lnTo>
                <a:lnTo>
                  <a:pt x="261" y="176"/>
                </a:lnTo>
                <a:lnTo>
                  <a:pt x="266" y="175"/>
                </a:lnTo>
                <a:lnTo>
                  <a:pt x="269" y="173"/>
                </a:lnTo>
                <a:lnTo>
                  <a:pt x="270" y="172"/>
                </a:lnTo>
                <a:lnTo>
                  <a:pt x="273" y="171"/>
                </a:lnTo>
                <a:lnTo>
                  <a:pt x="273" y="169"/>
                </a:lnTo>
                <a:lnTo>
                  <a:pt x="273" y="160"/>
                </a:lnTo>
                <a:lnTo>
                  <a:pt x="273" y="152"/>
                </a:lnTo>
                <a:lnTo>
                  <a:pt x="273" y="144"/>
                </a:lnTo>
                <a:lnTo>
                  <a:pt x="273" y="136"/>
                </a:lnTo>
                <a:lnTo>
                  <a:pt x="274" y="133"/>
                </a:lnTo>
                <a:lnTo>
                  <a:pt x="275" y="127"/>
                </a:lnTo>
                <a:lnTo>
                  <a:pt x="276" y="118"/>
                </a:lnTo>
                <a:lnTo>
                  <a:pt x="277" y="108"/>
                </a:lnTo>
                <a:lnTo>
                  <a:pt x="278" y="98"/>
                </a:lnTo>
                <a:lnTo>
                  <a:pt x="279" y="90"/>
                </a:lnTo>
                <a:lnTo>
                  <a:pt x="279" y="83"/>
                </a:lnTo>
                <a:lnTo>
                  <a:pt x="279" y="79"/>
                </a:lnTo>
                <a:lnTo>
                  <a:pt x="278" y="76"/>
                </a:lnTo>
                <a:lnTo>
                  <a:pt x="278" y="70"/>
                </a:lnTo>
                <a:lnTo>
                  <a:pt x="277" y="60"/>
                </a:lnTo>
                <a:lnTo>
                  <a:pt x="276" y="50"/>
                </a:lnTo>
                <a:lnTo>
                  <a:pt x="275" y="40"/>
                </a:lnTo>
                <a:lnTo>
                  <a:pt x="274" y="31"/>
                </a:lnTo>
                <a:lnTo>
                  <a:pt x="274" y="24"/>
                </a:lnTo>
                <a:lnTo>
                  <a:pt x="273" y="22"/>
                </a:lnTo>
                <a:lnTo>
                  <a:pt x="276" y="17"/>
                </a:lnTo>
                <a:lnTo>
                  <a:pt x="277" y="12"/>
                </a:lnTo>
                <a:lnTo>
                  <a:pt x="280" y="7"/>
                </a:lnTo>
                <a:lnTo>
                  <a:pt x="281" y="1"/>
                </a:lnTo>
                <a:lnTo>
                  <a:pt x="285" y="2"/>
                </a:lnTo>
                <a:lnTo>
                  <a:pt x="286" y="1"/>
                </a:lnTo>
                <a:lnTo>
                  <a:pt x="287" y="1"/>
                </a:lnTo>
                <a:lnTo>
                  <a:pt x="289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89" name="íṩḷiḋe">
            <a:extLst>
              <a:ext uri="{FF2B5EF4-FFF2-40B4-BE49-F238E27FC236}">
                <a16:creationId xmlns:a16="http://schemas.microsoft.com/office/drawing/2014/main" id="{F1B2D26A-9D0F-4F9E-9F00-7E9E21553D7E}"/>
              </a:ext>
            </a:extLst>
          </p:cNvPr>
          <p:cNvSpPr>
            <a:spLocks noGrp="1"/>
          </p:cNvSpPr>
          <p:nvPr/>
        </p:nvSpPr>
        <p:spPr>
          <a:xfrm>
            <a:off x="2635200" y="731520"/>
            <a:ext cx="68040" cy="63360"/>
          </a:xfrm>
          <a:custGeom>
            <a:avLst/>
            <a:gdLst>
              <a:gd name="textAreaLeft" fmla="*/ 0 w 68040"/>
              <a:gd name="textAreaRight" fmla="*/ 68400 w 68040"/>
              <a:gd name="textAreaTop" fmla="*/ 0 h 63360"/>
              <a:gd name="textAreaBottom" fmla="*/ 63720 h 63360"/>
              <a:gd name="GluePoint1X" fmla="*/ 5 w 157"/>
              <a:gd name="GluePoint1Y" fmla="*/ 0 h 146"/>
              <a:gd name="GluePoint2X" fmla="*/ 9 w 157"/>
              <a:gd name="GluePoint2Y" fmla="*/ 0 h 146"/>
              <a:gd name="GluePoint3X" fmla="*/ 11 w 157"/>
              <a:gd name="GluePoint3Y" fmla="*/ 2 h 146"/>
              <a:gd name="GluePoint4X" fmla="*/ 14 w 157"/>
              <a:gd name="GluePoint4Y" fmla="*/ 4 h 146"/>
              <a:gd name="GluePoint5X" fmla="*/ 17 w 157"/>
              <a:gd name="GluePoint5Y" fmla="*/ 7 h 146"/>
              <a:gd name="GluePoint6X" fmla="*/ 19 w 157"/>
              <a:gd name="GluePoint6Y" fmla="*/ 11 h 146"/>
              <a:gd name="GluePoint7X" fmla="*/ 27 w 157"/>
              <a:gd name="GluePoint7Y" fmla="*/ 19 h 146"/>
              <a:gd name="GluePoint8X" fmla="*/ 37 w 157"/>
              <a:gd name="GluePoint8Y" fmla="*/ 28 h 146"/>
              <a:gd name="GluePoint9X" fmla="*/ 45 w 157"/>
              <a:gd name="GluePoint9Y" fmla="*/ 38 h 146"/>
              <a:gd name="GluePoint10X" fmla="*/ 49 w 157"/>
              <a:gd name="GluePoint10Y" fmla="*/ 49 h 146"/>
              <a:gd name="GluePoint11X" fmla="*/ 54 w 157"/>
              <a:gd name="GluePoint11Y" fmla="*/ 56 h 146"/>
              <a:gd name="GluePoint12X" fmla="*/ 61 w 157"/>
              <a:gd name="GluePoint12Y" fmla="*/ 61 h 146"/>
              <a:gd name="GluePoint13X" fmla="*/ 64 w 157"/>
              <a:gd name="GluePoint13Y" fmla="*/ 66 h 146"/>
              <a:gd name="GluePoint14X" fmla="*/ 72 w 157"/>
              <a:gd name="GluePoint14Y" fmla="*/ 72 h 146"/>
              <a:gd name="GluePoint15X" fmla="*/ 85 w 157"/>
              <a:gd name="GluePoint15Y" fmla="*/ 81 h 146"/>
              <a:gd name="GluePoint16X" fmla="*/ 99 w 157"/>
              <a:gd name="GluePoint16Y" fmla="*/ 90 h 146"/>
              <a:gd name="GluePoint17X" fmla="*/ 113 w 157"/>
              <a:gd name="GluePoint17Y" fmla="*/ 98 h 146"/>
              <a:gd name="GluePoint18X" fmla="*/ 121 w 157"/>
              <a:gd name="GluePoint18Y" fmla="*/ 104 h 146"/>
              <a:gd name="GluePoint19X" fmla="*/ 124 w 157"/>
              <a:gd name="GluePoint19Y" fmla="*/ 104 h 146"/>
              <a:gd name="GluePoint20X" fmla="*/ 127 w 157"/>
              <a:gd name="GluePoint20Y" fmla="*/ 104 h 146"/>
              <a:gd name="GluePoint21X" fmla="*/ 131 w 157"/>
              <a:gd name="GluePoint21Y" fmla="*/ 104 h 146"/>
              <a:gd name="GluePoint22X" fmla="*/ 138 w 157"/>
              <a:gd name="GluePoint22Y" fmla="*/ 108 h 146"/>
              <a:gd name="GluePoint23X" fmla="*/ 148 w 157"/>
              <a:gd name="GluePoint23Y" fmla="*/ 114 h 146"/>
              <a:gd name="GluePoint24X" fmla="*/ 154 w 157"/>
              <a:gd name="GluePoint24Y" fmla="*/ 119 h 146"/>
              <a:gd name="GluePoint25X" fmla="*/ 157 w 157"/>
              <a:gd name="GluePoint25Y" fmla="*/ 125 h 146"/>
              <a:gd name="GluePoint26X" fmla="*/ 156 w 157"/>
              <a:gd name="GluePoint26Y" fmla="*/ 130 h 146"/>
              <a:gd name="GluePoint27X" fmla="*/ 155 w 157"/>
              <a:gd name="GluePoint27Y" fmla="*/ 135 h 146"/>
              <a:gd name="GluePoint28X" fmla="*/ 153 w 157"/>
              <a:gd name="GluePoint28Y" fmla="*/ 139 h 146"/>
              <a:gd name="GluePoint29X" fmla="*/ 149 w 157"/>
              <a:gd name="GluePoint29Y" fmla="*/ 141 h 146"/>
              <a:gd name="GluePoint30X" fmla="*/ 145 w 157"/>
              <a:gd name="GluePoint30Y" fmla="*/ 142 h 146"/>
              <a:gd name="GluePoint31X" fmla="*/ 136 w 157"/>
              <a:gd name="GluePoint31Y" fmla="*/ 142 h 146"/>
              <a:gd name="GluePoint32X" fmla="*/ 122 w 157"/>
              <a:gd name="GluePoint32Y" fmla="*/ 139 h 146"/>
              <a:gd name="GluePoint33X" fmla="*/ 112 w 157"/>
              <a:gd name="GluePoint33Y" fmla="*/ 137 h 146"/>
              <a:gd name="GluePoint34X" fmla="*/ 107 w 157"/>
              <a:gd name="GluePoint34Y" fmla="*/ 137 h 146"/>
              <a:gd name="GluePoint35X" fmla="*/ 104 w 157"/>
              <a:gd name="GluePoint35Y" fmla="*/ 138 h 146"/>
              <a:gd name="GluePoint36X" fmla="*/ 100 w 157"/>
              <a:gd name="GluePoint36Y" fmla="*/ 141 h 146"/>
              <a:gd name="GluePoint37X" fmla="*/ 94 w 157"/>
              <a:gd name="GluePoint37Y" fmla="*/ 144 h 146"/>
              <a:gd name="GluePoint38X" fmla="*/ 85 w 157"/>
              <a:gd name="GluePoint38Y" fmla="*/ 146 h 146"/>
              <a:gd name="GluePoint39X" fmla="*/ 76 w 157"/>
              <a:gd name="GluePoint39Y" fmla="*/ 146 h 146"/>
              <a:gd name="GluePoint40X" fmla="*/ 67 w 157"/>
              <a:gd name="GluePoint40Y" fmla="*/ 145 h 146"/>
              <a:gd name="GluePoint41X" fmla="*/ 61 w 157"/>
              <a:gd name="GluePoint41Y" fmla="*/ 140 h 146"/>
              <a:gd name="GluePoint42X" fmla="*/ 57 w 157"/>
              <a:gd name="GluePoint42Y" fmla="*/ 134 h 146"/>
              <a:gd name="GluePoint43X" fmla="*/ 51 w 157"/>
              <a:gd name="GluePoint43Y" fmla="*/ 128 h 146"/>
              <a:gd name="GluePoint44X" fmla="*/ 46 w 157"/>
              <a:gd name="GluePoint44Y" fmla="*/ 122 h 146"/>
              <a:gd name="GluePoint45X" fmla="*/ 41 w 157"/>
              <a:gd name="GluePoint45Y" fmla="*/ 115 h 146"/>
              <a:gd name="GluePoint46X" fmla="*/ 38 w 157"/>
              <a:gd name="GluePoint46Y" fmla="*/ 107 h 146"/>
              <a:gd name="GluePoint47X" fmla="*/ 33 w 157"/>
              <a:gd name="GluePoint47Y" fmla="*/ 93 h 146"/>
              <a:gd name="GluePoint48X" fmla="*/ 29 w 157"/>
              <a:gd name="GluePoint48Y" fmla="*/ 79 h 146"/>
              <a:gd name="GluePoint49X" fmla="*/ 25 w 157"/>
              <a:gd name="GluePoint49Y" fmla="*/ 70 h 146"/>
              <a:gd name="GluePoint50X" fmla="*/ 16 w 157"/>
              <a:gd name="GluePoint50Y" fmla="*/ 54 h 146"/>
              <a:gd name="GluePoint51X" fmla="*/ 7 w 157"/>
              <a:gd name="GluePoint51Y" fmla="*/ 38 h 146"/>
              <a:gd name="GluePoint52X" fmla="*/ 3 w 157"/>
              <a:gd name="GluePoint52Y" fmla="*/ 27 h 146"/>
              <a:gd name="GluePoint53X" fmla="*/ 0 w 157"/>
              <a:gd name="GluePoint53Y" fmla="*/ 17 h 146"/>
              <a:gd name="GluePoint54X" fmla="*/ 0 w 157"/>
              <a:gd name="GluePoint54Y" fmla="*/ 8 h 146"/>
              <a:gd name="GluePoint55X" fmla="*/ 0 w 157"/>
              <a:gd name="GluePoint55Y" fmla="*/ 3 h 146"/>
            </a:gdLst>
            <a:ahLst/>
            <a:cxnLst/>
            <a:rect l="textAreaLeft" t="textAreaTop" r="textAreaRight" b="textAreaBottom"/>
            <a:pathLst>
              <a:path w="157" h="146">
                <a:moveTo>
                  <a:pt x="1" y="0"/>
                </a:moveTo>
                <a:lnTo>
                  <a:pt x="5" y="0"/>
                </a:lnTo>
                <a:lnTo>
                  <a:pt x="8" y="0"/>
                </a:lnTo>
                <a:lnTo>
                  <a:pt x="9" y="0"/>
                </a:lnTo>
                <a:lnTo>
                  <a:pt x="10" y="1"/>
                </a:lnTo>
                <a:lnTo>
                  <a:pt x="11" y="2"/>
                </a:lnTo>
                <a:lnTo>
                  <a:pt x="13" y="3"/>
                </a:lnTo>
                <a:lnTo>
                  <a:pt x="14" y="4"/>
                </a:lnTo>
                <a:lnTo>
                  <a:pt x="15" y="6"/>
                </a:lnTo>
                <a:lnTo>
                  <a:pt x="17" y="7"/>
                </a:lnTo>
                <a:lnTo>
                  <a:pt x="17" y="8"/>
                </a:lnTo>
                <a:lnTo>
                  <a:pt x="19" y="11"/>
                </a:lnTo>
                <a:lnTo>
                  <a:pt x="21" y="14"/>
                </a:lnTo>
                <a:lnTo>
                  <a:pt x="27" y="19"/>
                </a:lnTo>
                <a:lnTo>
                  <a:pt x="33" y="24"/>
                </a:lnTo>
                <a:lnTo>
                  <a:pt x="37" y="28"/>
                </a:lnTo>
                <a:lnTo>
                  <a:pt x="42" y="33"/>
                </a:lnTo>
                <a:lnTo>
                  <a:pt x="45" y="38"/>
                </a:lnTo>
                <a:lnTo>
                  <a:pt x="47" y="43"/>
                </a:lnTo>
                <a:lnTo>
                  <a:pt x="49" y="49"/>
                </a:lnTo>
                <a:lnTo>
                  <a:pt x="51" y="54"/>
                </a:lnTo>
                <a:lnTo>
                  <a:pt x="54" y="56"/>
                </a:lnTo>
                <a:lnTo>
                  <a:pt x="57" y="58"/>
                </a:lnTo>
                <a:lnTo>
                  <a:pt x="61" y="61"/>
                </a:lnTo>
                <a:lnTo>
                  <a:pt x="63" y="63"/>
                </a:lnTo>
                <a:lnTo>
                  <a:pt x="64" y="66"/>
                </a:lnTo>
                <a:lnTo>
                  <a:pt x="65" y="68"/>
                </a:lnTo>
                <a:lnTo>
                  <a:pt x="72" y="72"/>
                </a:lnTo>
                <a:lnTo>
                  <a:pt x="78" y="77"/>
                </a:lnTo>
                <a:lnTo>
                  <a:pt x="85" y="81"/>
                </a:lnTo>
                <a:lnTo>
                  <a:pt x="92" y="85"/>
                </a:lnTo>
                <a:lnTo>
                  <a:pt x="99" y="90"/>
                </a:lnTo>
                <a:lnTo>
                  <a:pt x="106" y="94"/>
                </a:lnTo>
                <a:lnTo>
                  <a:pt x="113" y="98"/>
                </a:lnTo>
                <a:lnTo>
                  <a:pt x="119" y="102"/>
                </a:lnTo>
                <a:lnTo>
                  <a:pt x="121" y="104"/>
                </a:lnTo>
                <a:lnTo>
                  <a:pt x="122" y="104"/>
                </a:lnTo>
                <a:lnTo>
                  <a:pt x="124" y="104"/>
                </a:lnTo>
                <a:lnTo>
                  <a:pt x="125" y="104"/>
                </a:lnTo>
                <a:lnTo>
                  <a:pt x="127" y="104"/>
                </a:lnTo>
                <a:lnTo>
                  <a:pt x="129" y="104"/>
                </a:lnTo>
                <a:lnTo>
                  <a:pt x="131" y="104"/>
                </a:lnTo>
                <a:lnTo>
                  <a:pt x="133" y="105"/>
                </a:lnTo>
                <a:lnTo>
                  <a:pt x="138" y="108"/>
                </a:lnTo>
                <a:lnTo>
                  <a:pt x="145" y="113"/>
                </a:lnTo>
                <a:lnTo>
                  <a:pt x="148" y="114"/>
                </a:lnTo>
                <a:lnTo>
                  <a:pt x="151" y="117"/>
                </a:lnTo>
                <a:lnTo>
                  <a:pt x="154" y="119"/>
                </a:lnTo>
                <a:lnTo>
                  <a:pt x="156" y="122"/>
                </a:lnTo>
                <a:lnTo>
                  <a:pt x="157" y="125"/>
                </a:lnTo>
                <a:lnTo>
                  <a:pt x="157" y="128"/>
                </a:lnTo>
                <a:lnTo>
                  <a:pt x="156" y="130"/>
                </a:lnTo>
                <a:lnTo>
                  <a:pt x="156" y="133"/>
                </a:lnTo>
                <a:lnTo>
                  <a:pt x="155" y="135"/>
                </a:lnTo>
                <a:lnTo>
                  <a:pt x="154" y="137"/>
                </a:lnTo>
                <a:lnTo>
                  <a:pt x="153" y="139"/>
                </a:lnTo>
                <a:lnTo>
                  <a:pt x="151" y="140"/>
                </a:lnTo>
                <a:lnTo>
                  <a:pt x="149" y="141"/>
                </a:lnTo>
                <a:lnTo>
                  <a:pt x="147" y="142"/>
                </a:lnTo>
                <a:lnTo>
                  <a:pt x="145" y="142"/>
                </a:lnTo>
                <a:lnTo>
                  <a:pt x="142" y="142"/>
                </a:lnTo>
                <a:lnTo>
                  <a:pt x="136" y="142"/>
                </a:lnTo>
                <a:lnTo>
                  <a:pt x="129" y="141"/>
                </a:lnTo>
                <a:lnTo>
                  <a:pt x="122" y="139"/>
                </a:lnTo>
                <a:lnTo>
                  <a:pt x="117" y="138"/>
                </a:lnTo>
                <a:lnTo>
                  <a:pt x="112" y="137"/>
                </a:lnTo>
                <a:lnTo>
                  <a:pt x="109" y="136"/>
                </a:lnTo>
                <a:lnTo>
                  <a:pt x="107" y="137"/>
                </a:lnTo>
                <a:lnTo>
                  <a:pt x="105" y="137"/>
                </a:lnTo>
                <a:lnTo>
                  <a:pt x="104" y="138"/>
                </a:lnTo>
                <a:lnTo>
                  <a:pt x="103" y="139"/>
                </a:lnTo>
                <a:lnTo>
                  <a:pt x="100" y="141"/>
                </a:lnTo>
                <a:lnTo>
                  <a:pt x="98" y="142"/>
                </a:lnTo>
                <a:lnTo>
                  <a:pt x="94" y="144"/>
                </a:lnTo>
                <a:lnTo>
                  <a:pt x="90" y="145"/>
                </a:lnTo>
                <a:lnTo>
                  <a:pt x="85" y="146"/>
                </a:lnTo>
                <a:lnTo>
                  <a:pt x="81" y="146"/>
                </a:lnTo>
                <a:lnTo>
                  <a:pt x="76" y="146"/>
                </a:lnTo>
                <a:lnTo>
                  <a:pt x="72" y="146"/>
                </a:lnTo>
                <a:lnTo>
                  <a:pt x="67" y="145"/>
                </a:lnTo>
                <a:lnTo>
                  <a:pt x="63" y="144"/>
                </a:lnTo>
                <a:lnTo>
                  <a:pt x="61" y="140"/>
                </a:lnTo>
                <a:lnTo>
                  <a:pt x="59" y="136"/>
                </a:lnTo>
                <a:lnTo>
                  <a:pt x="57" y="134"/>
                </a:lnTo>
                <a:lnTo>
                  <a:pt x="54" y="130"/>
                </a:lnTo>
                <a:lnTo>
                  <a:pt x="51" y="128"/>
                </a:lnTo>
                <a:lnTo>
                  <a:pt x="49" y="125"/>
                </a:lnTo>
                <a:lnTo>
                  <a:pt x="46" y="122"/>
                </a:lnTo>
                <a:lnTo>
                  <a:pt x="44" y="118"/>
                </a:lnTo>
                <a:lnTo>
                  <a:pt x="41" y="115"/>
                </a:lnTo>
                <a:lnTo>
                  <a:pt x="40" y="111"/>
                </a:lnTo>
                <a:lnTo>
                  <a:pt x="38" y="107"/>
                </a:lnTo>
                <a:lnTo>
                  <a:pt x="37" y="102"/>
                </a:lnTo>
                <a:lnTo>
                  <a:pt x="33" y="93"/>
                </a:lnTo>
                <a:lnTo>
                  <a:pt x="31" y="84"/>
                </a:lnTo>
                <a:lnTo>
                  <a:pt x="29" y="79"/>
                </a:lnTo>
                <a:lnTo>
                  <a:pt x="27" y="74"/>
                </a:lnTo>
                <a:lnTo>
                  <a:pt x="25" y="70"/>
                </a:lnTo>
                <a:lnTo>
                  <a:pt x="21" y="65"/>
                </a:lnTo>
                <a:lnTo>
                  <a:pt x="16" y="54"/>
                </a:lnTo>
                <a:lnTo>
                  <a:pt x="9" y="44"/>
                </a:lnTo>
                <a:lnTo>
                  <a:pt x="7" y="38"/>
                </a:lnTo>
                <a:lnTo>
                  <a:pt x="5" y="33"/>
                </a:lnTo>
                <a:lnTo>
                  <a:pt x="3" y="27"/>
                </a:lnTo>
                <a:lnTo>
                  <a:pt x="1" y="22"/>
                </a:lnTo>
                <a:lnTo>
                  <a:pt x="0" y="17"/>
                </a:lnTo>
                <a:lnTo>
                  <a:pt x="0" y="11"/>
                </a:lnTo>
                <a:lnTo>
                  <a:pt x="0" y="8"/>
                </a:lnTo>
                <a:lnTo>
                  <a:pt x="0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720" rIns="90000" bIns="18720" anchor="ctr">
            <a:noAutofit/>
          </a:bodyPr>
          <a:lstStyle/>
          <a:p>
            <a:endParaRPr/>
          </a:p>
        </p:txBody>
      </p:sp>
      <p:sp>
        <p:nvSpPr>
          <p:cNvPr id="390" name="iš1iḑé">
            <a:extLst>
              <a:ext uri="{FF2B5EF4-FFF2-40B4-BE49-F238E27FC236}">
                <a16:creationId xmlns:a16="http://schemas.microsoft.com/office/drawing/2014/main" id="{AC7183A6-2EAF-4524-8053-BB724B287439}"/>
              </a:ext>
            </a:extLst>
          </p:cNvPr>
          <p:cNvSpPr>
            <a:spLocks noGrp="1"/>
          </p:cNvSpPr>
          <p:nvPr/>
        </p:nvSpPr>
        <p:spPr>
          <a:xfrm>
            <a:off x="1659960" y="568800"/>
            <a:ext cx="206280" cy="261720"/>
          </a:xfrm>
          <a:custGeom>
            <a:avLst/>
            <a:gdLst>
              <a:gd name="textAreaLeft" fmla="*/ 0 w 206280"/>
              <a:gd name="textAreaRight" fmla="*/ 206640 w 206280"/>
              <a:gd name="textAreaTop" fmla="*/ 0 h 261720"/>
              <a:gd name="textAreaBottom" fmla="*/ 262080 h 261720"/>
              <a:gd name="GluePoint1X" fmla="*/ 18 w 473"/>
              <a:gd name="GluePoint1Y" fmla="*/ 229 h 600"/>
              <a:gd name="GluePoint2X" fmla="*/ 1 w 473"/>
              <a:gd name="GluePoint2Y" fmla="*/ 209 h 600"/>
              <a:gd name="GluePoint3X" fmla="*/ 18 w 473"/>
              <a:gd name="GluePoint3Y" fmla="*/ 192 h 600"/>
              <a:gd name="GluePoint4X" fmla="*/ 62 w 473"/>
              <a:gd name="GluePoint4Y" fmla="*/ 187 h 600"/>
              <a:gd name="GluePoint5X" fmla="*/ 120 w 473"/>
              <a:gd name="GluePoint5Y" fmla="*/ 166 h 600"/>
              <a:gd name="GluePoint6X" fmla="*/ 197 w 473"/>
              <a:gd name="GluePoint6Y" fmla="*/ 132 h 600"/>
              <a:gd name="GluePoint7X" fmla="*/ 233 w 473"/>
              <a:gd name="GluePoint7Y" fmla="*/ 90 h 600"/>
              <a:gd name="GluePoint8X" fmla="*/ 246 w 473"/>
              <a:gd name="GluePoint8Y" fmla="*/ 42 h 600"/>
              <a:gd name="GluePoint9X" fmla="*/ 256 w 473"/>
              <a:gd name="GluePoint9Y" fmla="*/ 2 h 600"/>
              <a:gd name="GluePoint10X" fmla="*/ 289 w 473"/>
              <a:gd name="GluePoint10Y" fmla="*/ 38 h 600"/>
              <a:gd name="GluePoint11X" fmla="*/ 345 w 473"/>
              <a:gd name="GluePoint11Y" fmla="*/ 62 h 600"/>
              <a:gd name="GluePoint12X" fmla="*/ 350 w 473"/>
              <a:gd name="GluePoint12Y" fmla="*/ 83 h 600"/>
              <a:gd name="GluePoint13X" fmla="*/ 329 w 473"/>
              <a:gd name="GluePoint13Y" fmla="*/ 118 h 600"/>
              <a:gd name="GluePoint14X" fmla="*/ 276 w 473"/>
              <a:gd name="GluePoint14Y" fmla="*/ 146 h 600"/>
              <a:gd name="GluePoint15X" fmla="*/ 247 w 473"/>
              <a:gd name="GluePoint15Y" fmla="*/ 197 h 600"/>
              <a:gd name="GluePoint16X" fmla="*/ 195 w 473"/>
              <a:gd name="GluePoint16Y" fmla="*/ 260 h 600"/>
              <a:gd name="GluePoint17X" fmla="*/ 200 w 473"/>
              <a:gd name="GluePoint17Y" fmla="*/ 285 h 600"/>
              <a:gd name="GluePoint18X" fmla="*/ 242 w 473"/>
              <a:gd name="GluePoint18Y" fmla="*/ 261 h 600"/>
              <a:gd name="GluePoint19X" fmla="*/ 300 w 473"/>
              <a:gd name="GluePoint19Y" fmla="*/ 228 h 600"/>
              <a:gd name="GluePoint20X" fmla="*/ 388 w 473"/>
              <a:gd name="GluePoint20Y" fmla="*/ 162 h 600"/>
              <a:gd name="GluePoint21X" fmla="*/ 432 w 473"/>
              <a:gd name="GluePoint21Y" fmla="*/ 141 h 600"/>
              <a:gd name="GluePoint22X" fmla="*/ 473 w 473"/>
              <a:gd name="GluePoint22Y" fmla="*/ 158 h 600"/>
              <a:gd name="GluePoint23X" fmla="*/ 455 w 473"/>
              <a:gd name="GluePoint23Y" fmla="*/ 210 h 600"/>
              <a:gd name="GluePoint24X" fmla="*/ 440 w 473"/>
              <a:gd name="GluePoint24Y" fmla="*/ 283 h 600"/>
              <a:gd name="GluePoint25X" fmla="*/ 416 w 473"/>
              <a:gd name="GluePoint25Y" fmla="*/ 447 h 600"/>
              <a:gd name="GluePoint26X" fmla="*/ 408 w 473"/>
              <a:gd name="GluePoint26Y" fmla="*/ 524 h 600"/>
              <a:gd name="GluePoint27X" fmla="*/ 404 w 473"/>
              <a:gd name="GluePoint27Y" fmla="*/ 581 h 600"/>
              <a:gd name="GluePoint28X" fmla="*/ 382 w 473"/>
              <a:gd name="GluePoint28Y" fmla="*/ 600 h 600"/>
              <a:gd name="GluePoint29X" fmla="*/ 336 w 473"/>
              <a:gd name="GluePoint29Y" fmla="*/ 558 h 600"/>
              <a:gd name="GluePoint30X" fmla="*/ 307 w 473"/>
              <a:gd name="GluePoint30Y" fmla="*/ 535 h 600"/>
              <a:gd name="GluePoint31X" fmla="*/ 292 w 473"/>
              <a:gd name="GluePoint31Y" fmla="*/ 515 h 600"/>
              <a:gd name="GluePoint32X" fmla="*/ 302 w 473"/>
              <a:gd name="GluePoint32Y" fmla="*/ 501 h 600"/>
              <a:gd name="GluePoint33X" fmla="*/ 341 w 473"/>
              <a:gd name="GluePoint33Y" fmla="*/ 527 h 600"/>
              <a:gd name="GluePoint34X" fmla="*/ 371 w 473"/>
              <a:gd name="GluePoint34Y" fmla="*/ 515 h 600"/>
              <a:gd name="GluePoint35X" fmla="*/ 385 w 473"/>
              <a:gd name="GluePoint35Y" fmla="*/ 405 h 600"/>
              <a:gd name="GluePoint36X" fmla="*/ 389 w 473"/>
              <a:gd name="GluePoint36Y" fmla="*/ 351 h 600"/>
              <a:gd name="GluePoint37X" fmla="*/ 402 w 473"/>
              <a:gd name="GluePoint37Y" fmla="*/ 308 h 600"/>
              <a:gd name="GluePoint38X" fmla="*/ 415 w 473"/>
              <a:gd name="GluePoint38Y" fmla="*/ 246 h 600"/>
              <a:gd name="GluePoint39X" fmla="*/ 429 w 473"/>
              <a:gd name="GluePoint39Y" fmla="*/ 198 h 600"/>
              <a:gd name="GluePoint40X" fmla="*/ 430 w 473"/>
              <a:gd name="GluePoint40Y" fmla="*/ 166 h 600"/>
              <a:gd name="GluePoint41X" fmla="*/ 394 w 473"/>
              <a:gd name="GluePoint41Y" fmla="*/ 178 h 600"/>
              <a:gd name="GluePoint42X" fmla="*/ 356 w 473"/>
              <a:gd name="GluePoint42Y" fmla="*/ 220 h 600"/>
              <a:gd name="GluePoint43X" fmla="*/ 364 w 473"/>
              <a:gd name="GluePoint43Y" fmla="*/ 252 h 600"/>
              <a:gd name="GluePoint44X" fmla="*/ 334 w 473"/>
              <a:gd name="GluePoint44Y" fmla="*/ 279 h 600"/>
              <a:gd name="GluePoint45X" fmla="*/ 289 w 473"/>
              <a:gd name="GluePoint45Y" fmla="*/ 287 h 600"/>
              <a:gd name="GluePoint46X" fmla="*/ 256 w 473"/>
              <a:gd name="GluePoint46Y" fmla="*/ 303 h 600"/>
              <a:gd name="GluePoint47X" fmla="*/ 192 w 473"/>
              <a:gd name="GluePoint47Y" fmla="*/ 323 h 600"/>
              <a:gd name="GluePoint48X" fmla="*/ 157 w 473"/>
              <a:gd name="GluePoint48Y" fmla="*/ 348 h 600"/>
              <a:gd name="GluePoint49X" fmla="*/ 132 w 473"/>
              <a:gd name="GluePoint49Y" fmla="*/ 357 h 600"/>
              <a:gd name="GluePoint50X" fmla="*/ 107 w 473"/>
              <a:gd name="GluePoint50Y" fmla="*/ 354 h 600"/>
              <a:gd name="GluePoint51X" fmla="*/ 101 w 473"/>
              <a:gd name="GluePoint51Y" fmla="*/ 336 h 600"/>
              <a:gd name="GluePoint52X" fmla="*/ 148 w 473"/>
              <a:gd name="GluePoint52Y" fmla="*/ 318 h 600"/>
              <a:gd name="GluePoint53X" fmla="*/ 167 w 473"/>
              <a:gd name="GluePoint53Y" fmla="*/ 304 h 600"/>
              <a:gd name="GluePoint54X" fmla="*/ 168 w 473"/>
              <a:gd name="GluePoint54Y" fmla="*/ 263 h 600"/>
              <a:gd name="GluePoint55X" fmla="*/ 184 w 473"/>
              <a:gd name="GluePoint55Y" fmla="*/ 203 h 600"/>
              <a:gd name="GluePoint56X" fmla="*/ 159 w 473"/>
              <a:gd name="GluePoint56Y" fmla="*/ 206 h 600"/>
              <a:gd name="GluePoint57X" fmla="*/ 133 w 473"/>
              <a:gd name="GluePoint57Y" fmla="*/ 217 h 600"/>
              <a:gd name="GluePoint58X" fmla="*/ 83 w 473"/>
              <a:gd name="GluePoint58Y" fmla="*/ 248 h 600"/>
              <a:gd name="GluePoint59X" fmla="*/ 74 w 473"/>
              <a:gd name="GluePoint59Y" fmla="*/ 254 h 600"/>
              <a:gd name="GluePoint60X" fmla="*/ 46 w 473"/>
              <a:gd name="GluePoint60Y" fmla="*/ 255 h 600"/>
            </a:gdLst>
            <a:ahLst/>
            <a:cxnLst/>
            <a:rect l="textAreaLeft" t="textAreaTop" r="textAreaRight" b="textAreaBottom"/>
            <a:pathLst>
              <a:path w="473" h="600">
                <a:moveTo>
                  <a:pt x="40" y="250"/>
                </a:moveTo>
                <a:lnTo>
                  <a:pt x="39" y="249"/>
                </a:lnTo>
                <a:lnTo>
                  <a:pt x="35" y="244"/>
                </a:lnTo>
                <a:lnTo>
                  <a:pt x="32" y="241"/>
                </a:lnTo>
                <a:lnTo>
                  <a:pt x="28" y="238"/>
                </a:lnTo>
                <a:lnTo>
                  <a:pt x="26" y="235"/>
                </a:lnTo>
                <a:lnTo>
                  <a:pt x="24" y="234"/>
                </a:lnTo>
                <a:lnTo>
                  <a:pt x="21" y="233"/>
                </a:lnTo>
                <a:lnTo>
                  <a:pt x="20" y="232"/>
                </a:lnTo>
                <a:lnTo>
                  <a:pt x="19" y="230"/>
                </a:lnTo>
                <a:lnTo>
                  <a:pt x="18" y="229"/>
                </a:lnTo>
                <a:lnTo>
                  <a:pt x="16" y="226"/>
                </a:lnTo>
                <a:lnTo>
                  <a:pt x="15" y="222"/>
                </a:lnTo>
                <a:lnTo>
                  <a:pt x="12" y="220"/>
                </a:lnTo>
                <a:lnTo>
                  <a:pt x="10" y="218"/>
                </a:lnTo>
                <a:lnTo>
                  <a:pt x="8" y="216"/>
                </a:lnTo>
                <a:lnTo>
                  <a:pt x="5" y="215"/>
                </a:lnTo>
                <a:lnTo>
                  <a:pt x="4" y="214"/>
                </a:lnTo>
                <a:lnTo>
                  <a:pt x="4" y="213"/>
                </a:lnTo>
                <a:lnTo>
                  <a:pt x="3" y="211"/>
                </a:lnTo>
                <a:lnTo>
                  <a:pt x="2" y="210"/>
                </a:lnTo>
                <a:lnTo>
                  <a:pt x="1" y="209"/>
                </a:lnTo>
                <a:lnTo>
                  <a:pt x="1" y="206"/>
                </a:lnTo>
                <a:lnTo>
                  <a:pt x="0" y="204"/>
                </a:lnTo>
                <a:lnTo>
                  <a:pt x="0" y="202"/>
                </a:lnTo>
                <a:lnTo>
                  <a:pt x="4" y="199"/>
                </a:lnTo>
                <a:lnTo>
                  <a:pt x="6" y="197"/>
                </a:lnTo>
                <a:lnTo>
                  <a:pt x="7" y="196"/>
                </a:lnTo>
                <a:lnTo>
                  <a:pt x="8" y="194"/>
                </a:lnTo>
                <a:lnTo>
                  <a:pt x="10" y="194"/>
                </a:lnTo>
                <a:lnTo>
                  <a:pt x="12" y="193"/>
                </a:lnTo>
                <a:lnTo>
                  <a:pt x="15" y="193"/>
                </a:lnTo>
                <a:lnTo>
                  <a:pt x="18" y="192"/>
                </a:lnTo>
                <a:lnTo>
                  <a:pt x="21" y="191"/>
                </a:lnTo>
                <a:lnTo>
                  <a:pt x="24" y="191"/>
                </a:lnTo>
                <a:lnTo>
                  <a:pt x="30" y="191"/>
                </a:lnTo>
                <a:lnTo>
                  <a:pt x="36" y="191"/>
                </a:lnTo>
                <a:lnTo>
                  <a:pt x="42" y="191"/>
                </a:lnTo>
                <a:lnTo>
                  <a:pt x="48" y="191"/>
                </a:lnTo>
                <a:lnTo>
                  <a:pt x="50" y="190"/>
                </a:lnTo>
                <a:lnTo>
                  <a:pt x="53" y="190"/>
                </a:lnTo>
                <a:lnTo>
                  <a:pt x="56" y="189"/>
                </a:lnTo>
                <a:lnTo>
                  <a:pt x="58" y="187"/>
                </a:lnTo>
                <a:lnTo>
                  <a:pt x="62" y="187"/>
                </a:lnTo>
                <a:lnTo>
                  <a:pt x="65" y="187"/>
                </a:lnTo>
                <a:lnTo>
                  <a:pt x="71" y="185"/>
                </a:lnTo>
                <a:lnTo>
                  <a:pt x="76" y="182"/>
                </a:lnTo>
                <a:lnTo>
                  <a:pt x="84" y="179"/>
                </a:lnTo>
                <a:lnTo>
                  <a:pt x="89" y="176"/>
                </a:lnTo>
                <a:lnTo>
                  <a:pt x="92" y="176"/>
                </a:lnTo>
                <a:lnTo>
                  <a:pt x="95" y="176"/>
                </a:lnTo>
                <a:lnTo>
                  <a:pt x="98" y="176"/>
                </a:lnTo>
                <a:lnTo>
                  <a:pt x="100" y="176"/>
                </a:lnTo>
                <a:lnTo>
                  <a:pt x="110" y="171"/>
                </a:lnTo>
                <a:lnTo>
                  <a:pt x="120" y="166"/>
                </a:lnTo>
                <a:lnTo>
                  <a:pt x="130" y="162"/>
                </a:lnTo>
                <a:lnTo>
                  <a:pt x="141" y="157"/>
                </a:lnTo>
                <a:lnTo>
                  <a:pt x="151" y="152"/>
                </a:lnTo>
                <a:lnTo>
                  <a:pt x="161" y="147"/>
                </a:lnTo>
                <a:lnTo>
                  <a:pt x="166" y="145"/>
                </a:lnTo>
                <a:lnTo>
                  <a:pt x="171" y="142"/>
                </a:lnTo>
                <a:lnTo>
                  <a:pt x="175" y="139"/>
                </a:lnTo>
                <a:lnTo>
                  <a:pt x="179" y="137"/>
                </a:lnTo>
                <a:lnTo>
                  <a:pt x="184" y="137"/>
                </a:lnTo>
                <a:lnTo>
                  <a:pt x="188" y="137"/>
                </a:lnTo>
                <a:lnTo>
                  <a:pt x="197" y="132"/>
                </a:lnTo>
                <a:lnTo>
                  <a:pt x="209" y="124"/>
                </a:lnTo>
                <a:lnTo>
                  <a:pt x="216" y="121"/>
                </a:lnTo>
                <a:lnTo>
                  <a:pt x="220" y="117"/>
                </a:lnTo>
                <a:lnTo>
                  <a:pt x="225" y="114"/>
                </a:lnTo>
                <a:lnTo>
                  <a:pt x="228" y="111"/>
                </a:lnTo>
                <a:lnTo>
                  <a:pt x="229" y="108"/>
                </a:lnTo>
                <a:lnTo>
                  <a:pt x="231" y="105"/>
                </a:lnTo>
                <a:lnTo>
                  <a:pt x="232" y="101"/>
                </a:lnTo>
                <a:lnTo>
                  <a:pt x="232" y="97"/>
                </a:lnTo>
                <a:lnTo>
                  <a:pt x="232" y="94"/>
                </a:lnTo>
                <a:lnTo>
                  <a:pt x="233" y="90"/>
                </a:lnTo>
                <a:lnTo>
                  <a:pt x="233" y="86"/>
                </a:lnTo>
                <a:lnTo>
                  <a:pt x="235" y="82"/>
                </a:lnTo>
                <a:lnTo>
                  <a:pt x="237" y="79"/>
                </a:lnTo>
                <a:lnTo>
                  <a:pt x="238" y="74"/>
                </a:lnTo>
                <a:lnTo>
                  <a:pt x="240" y="70"/>
                </a:lnTo>
                <a:lnTo>
                  <a:pt x="241" y="66"/>
                </a:lnTo>
                <a:lnTo>
                  <a:pt x="243" y="62"/>
                </a:lnTo>
                <a:lnTo>
                  <a:pt x="244" y="58"/>
                </a:lnTo>
                <a:lnTo>
                  <a:pt x="244" y="52"/>
                </a:lnTo>
                <a:lnTo>
                  <a:pt x="245" y="48"/>
                </a:lnTo>
                <a:lnTo>
                  <a:pt x="246" y="42"/>
                </a:lnTo>
                <a:lnTo>
                  <a:pt x="246" y="38"/>
                </a:lnTo>
                <a:lnTo>
                  <a:pt x="247" y="33"/>
                </a:lnTo>
                <a:lnTo>
                  <a:pt x="247" y="28"/>
                </a:lnTo>
                <a:lnTo>
                  <a:pt x="246" y="23"/>
                </a:lnTo>
                <a:lnTo>
                  <a:pt x="246" y="18"/>
                </a:lnTo>
                <a:lnTo>
                  <a:pt x="245" y="14"/>
                </a:lnTo>
                <a:lnTo>
                  <a:pt x="244" y="10"/>
                </a:lnTo>
                <a:lnTo>
                  <a:pt x="248" y="4"/>
                </a:lnTo>
                <a:lnTo>
                  <a:pt x="253" y="0"/>
                </a:lnTo>
                <a:lnTo>
                  <a:pt x="254" y="1"/>
                </a:lnTo>
                <a:lnTo>
                  <a:pt x="256" y="2"/>
                </a:lnTo>
                <a:lnTo>
                  <a:pt x="256" y="4"/>
                </a:lnTo>
                <a:lnTo>
                  <a:pt x="259" y="6"/>
                </a:lnTo>
                <a:lnTo>
                  <a:pt x="264" y="9"/>
                </a:lnTo>
                <a:lnTo>
                  <a:pt x="268" y="13"/>
                </a:lnTo>
                <a:lnTo>
                  <a:pt x="273" y="16"/>
                </a:lnTo>
                <a:lnTo>
                  <a:pt x="279" y="19"/>
                </a:lnTo>
                <a:lnTo>
                  <a:pt x="283" y="22"/>
                </a:lnTo>
                <a:lnTo>
                  <a:pt x="286" y="25"/>
                </a:lnTo>
                <a:lnTo>
                  <a:pt x="287" y="30"/>
                </a:lnTo>
                <a:lnTo>
                  <a:pt x="288" y="34"/>
                </a:lnTo>
                <a:lnTo>
                  <a:pt x="289" y="38"/>
                </a:lnTo>
                <a:lnTo>
                  <a:pt x="290" y="42"/>
                </a:lnTo>
                <a:lnTo>
                  <a:pt x="294" y="47"/>
                </a:lnTo>
                <a:lnTo>
                  <a:pt x="300" y="56"/>
                </a:lnTo>
                <a:lnTo>
                  <a:pt x="305" y="64"/>
                </a:lnTo>
                <a:lnTo>
                  <a:pt x="309" y="70"/>
                </a:lnTo>
                <a:lnTo>
                  <a:pt x="315" y="70"/>
                </a:lnTo>
                <a:lnTo>
                  <a:pt x="320" y="69"/>
                </a:lnTo>
                <a:lnTo>
                  <a:pt x="325" y="68"/>
                </a:lnTo>
                <a:lnTo>
                  <a:pt x="329" y="67"/>
                </a:lnTo>
                <a:lnTo>
                  <a:pt x="337" y="64"/>
                </a:lnTo>
                <a:lnTo>
                  <a:pt x="345" y="62"/>
                </a:lnTo>
                <a:lnTo>
                  <a:pt x="346" y="63"/>
                </a:lnTo>
                <a:lnTo>
                  <a:pt x="347" y="65"/>
                </a:lnTo>
                <a:lnTo>
                  <a:pt x="348" y="66"/>
                </a:lnTo>
                <a:lnTo>
                  <a:pt x="349" y="67"/>
                </a:lnTo>
                <a:lnTo>
                  <a:pt x="351" y="69"/>
                </a:lnTo>
                <a:lnTo>
                  <a:pt x="353" y="71"/>
                </a:lnTo>
                <a:lnTo>
                  <a:pt x="353" y="74"/>
                </a:lnTo>
                <a:lnTo>
                  <a:pt x="353" y="76"/>
                </a:lnTo>
                <a:lnTo>
                  <a:pt x="353" y="78"/>
                </a:lnTo>
                <a:lnTo>
                  <a:pt x="353" y="82"/>
                </a:lnTo>
                <a:lnTo>
                  <a:pt x="350" y="83"/>
                </a:lnTo>
                <a:lnTo>
                  <a:pt x="347" y="85"/>
                </a:lnTo>
                <a:lnTo>
                  <a:pt x="345" y="87"/>
                </a:lnTo>
                <a:lnTo>
                  <a:pt x="343" y="90"/>
                </a:lnTo>
                <a:lnTo>
                  <a:pt x="341" y="93"/>
                </a:lnTo>
                <a:lnTo>
                  <a:pt x="340" y="95"/>
                </a:lnTo>
                <a:lnTo>
                  <a:pt x="339" y="98"/>
                </a:lnTo>
                <a:lnTo>
                  <a:pt x="337" y="102"/>
                </a:lnTo>
                <a:lnTo>
                  <a:pt x="336" y="107"/>
                </a:lnTo>
                <a:lnTo>
                  <a:pt x="333" y="113"/>
                </a:lnTo>
                <a:lnTo>
                  <a:pt x="331" y="116"/>
                </a:lnTo>
                <a:lnTo>
                  <a:pt x="329" y="118"/>
                </a:lnTo>
                <a:lnTo>
                  <a:pt x="328" y="121"/>
                </a:lnTo>
                <a:lnTo>
                  <a:pt x="325" y="122"/>
                </a:lnTo>
                <a:lnTo>
                  <a:pt x="319" y="126"/>
                </a:lnTo>
                <a:lnTo>
                  <a:pt x="309" y="132"/>
                </a:lnTo>
                <a:lnTo>
                  <a:pt x="300" y="138"/>
                </a:lnTo>
                <a:lnTo>
                  <a:pt x="293" y="141"/>
                </a:lnTo>
                <a:lnTo>
                  <a:pt x="288" y="142"/>
                </a:lnTo>
                <a:lnTo>
                  <a:pt x="284" y="144"/>
                </a:lnTo>
                <a:lnTo>
                  <a:pt x="281" y="145"/>
                </a:lnTo>
                <a:lnTo>
                  <a:pt x="279" y="145"/>
                </a:lnTo>
                <a:lnTo>
                  <a:pt x="276" y="146"/>
                </a:lnTo>
                <a:lnTo>
                  <a:pt x="274" y="148"/>
                </a:lnTo>
                <a:lnTo>
                  <a:pt x="272" y="151"/>
                </a:lnTo>
                <a:lnTo>
                  <a:pt x="268" y="155"/>
                </a:lnTo>
                <a:lnTo>
                  <a:pt x="265" y="160"/>
                </a:lnTo>
                <a:lnTo>
                  <a:pt x="261" y="166"/>
                </a:lnTo>
                <a:lnTo>
                  <a:pt x="255" y="178"/>
                </a:lnTo>
                <a:lnTo>
                  <a:pt x="250" y="186"/>
                </a:lnTo>
                <a:lnTo>
                  <a:pt x="248" y="189"/>
                </a:lnTo>
                <a:lnTo>
                  <a:pt x="248" y="191"/>
                </a:lnTo>
                <a:lnTo>
                  <a:pt x="248" y="194"/>
                </a:lnTo>
                <a:lnTo>
                  <a:pt x="247" y="197"/>
                </a:lnTo>
                <a:lnTo>
                  <a:pt x="244" y="201"/>
                </a:lnTo>
                <a:lnTo>
                  <a:pt x="240" y="206"/>
                </a:lnTo>
                <a:lnTo>
                  <a:pt x="236" y="210"/>
                </a:lnTo>
                <a:lnTo>
                  <a:pt x="231" y="214"/>
                </a:lnTo>
                <a:lnTo>
                  <a:pt x="221" y="224"/>
                </a:lnTo>
                <a:lnTo>
                  <a:pt x="212" y="234"/>
                </a:lnTo>
                <a:lnTo>
                  <a:pt x="208" y="240"/>
                </a:lnTo>
                <a:lnTo>
                  <a:pt x="203" y="246"/>
                </a:lnTo>
                <a:lnTo>
                  <a:pt x="200" y="251"/>
                </a:lnTo>
                <a:lnTo>
                  <a:pt x="196" y="257"/>
                </a:lnTo>
                <a:lnTo>
                  <a:pt x="195" y="260"/>
                </a:lnTo>
                <a:lnTo>
                  <a:pt x="193" y="263"/>
                </a:lnTo>
                <a:lnTo>
                  <a:pt x="192" y="266"/>
                </a:lnTo>
                <a:lnTo>
                  <a:pt x="191" y="269"/>
                </a:lnTo>
                <a:lnTo>
                  <a:pt x="190" y="273"/>
                </a:lnTo>
                <a:lnTo>
                  <a:pt x="189" y="275"/>
                </a:lnTo>
                <a:lnTo>
                  <a:pt x="189" y="279"/>
                </a:lnTo>
                <a:lnTo>
                  <a:pt x="189" y="282"/>
                </a:lnTo>
                <a:lnTo>
                  <a:pt x="191" y="283"/>
                </a:lnTo>
                <a:lnTo>
                  <a:pt x="192" y="285"/>
                </a:lnTo>
                <a:lnTo>
                  <a:pt x="196" y="285"/>
                </a:lnTo>
                <a:lnTo>
                  <a:pt x="200" y="285"/>
                </a:lnTo>
                <a:lnTo>
                  <a:pt x="203" y="284"/>
                </a:lnTo>
                <a:lnTo>
                  <a:pt x="206" y="284"/>
                </a:lnTo>
                <a:lnTo>
                  <a:pt x="212" y="282"/>
                </a:lnTo>
                <a:lnTo>
                  <a:pt x="217" y="280"/>
                </a:lnTo>
                <a:lnTo>
                  <a:pt x="222" y="278"/>
                </a:lnTo>
                <a:lnTo>
                  <a:pt x="227" y="275"/>
                </a:lnTo>
                <a:lnTo>
                  <a:pt x="231" y="272"/>
                </a:lnTo>
                <a:lnTo>
                  <a:pt x="235" y="269"/>
                </a:lnTo>
                <a:lnTo>
                  <a:pt x="237" y="265"/>
                </a:lnTo>
                <a:lnTo>
                  <a:pt x="240" y="262"/>
                </a:lnTo>
                <a:lnTo>
                  <a:pt x="242" y="261"/>
                </a:lnTo>
                <a:lnTo>
                  <a:pt x="244" y="261"/>
                </a:lnTo>
                <a:lnTo>
                  <a:pt x="245" y="261"/>
                </a:lnTo>
                <a:lnTo>
                  <a:pt x="247" y="261"/>
                </a:lnTo>
                <a:lnTo>
                  <a:pt x="248" y="261"/>
                </a:lnTo>
                <a:lnTo>
                  <a:pt x="250" y="261"/>
                </a:lnTo>
                <a:lnTo>
                  <a:pt x="252" y="260"/>
                </a:lnTo>
                <a:lnTo>
                  <a:pt x="253" y="259"/>
                </a:lnTo>
                <a:lnTo>
                  <a:pt x="265" y="252"/>
                </a:lnTo>
                <a:lnTo>
                  <a:pt x="276" y="244"/>
                </a:lnTo>
                <a:lnTo>
                  <a:pt x="288" y="236"/>
                </a:lnTo>
                <a:lnTo>
                  <a:pt x="300" y="228"/>
                </a:lnTo>
                <a:lnTo>
                  <a:pt x="312" y="221"/>
                </a:lnTo>
                <a:lnTo>
                  <a:pt x="323" y="213"/>
                </a:lnTo>
                <a:lnTo>
                  <a:pt x="336" y="206"/>
                </a:lnTo>
                <a:lnTo>
                  <a:pt x="348" y="198"/>
                </a:lnTo>
                <a:lnTo>
                  <a:pt x="353" y="195"/>
                </a:lnTo>
                <a:lnTo>
                  <a:pt x="357" y="192"/>
                </a:lnTo>
                <a:lnTo>
                  <a:pt x="362" y="188"/>
                </a:lnTo>
                <a:lnTo>
                  <a:pt x="367" y="183"/>
                </a:lnTo>
                <a:lnTo>
                  <a:pt x="377" y="174"/>
                </a:lnTo>
                <a:lnTo>
                  <a:pt x="385" y="166"/>
                </a:lnTo>
                <a:lnTo>
                  <a:pt x="388" y="162"/>
                </a:lnTo>
                <a:lnTo>
                  <a:pt x="390" y="158"/>
                </a:lnTo>
                <a:lnTo>
                  <a:pt x="393" y="155"/>
                </a:lnTo>
                <a:lnTo>
                  <a:pt x="397" y="153"/>
                </a:lnTo>
                <a:lnTo>
                  <a:pt x="401" y="151"/>
                </a:lnTo>
                <a:lnTo>
                  <a:pt x="405" y="150"/>
                </a:lnTo>
                <a:lnTo>
                  <a:pt x="409" y="147"/>
                </a:lnTo>
                <a:lnTo>
                  <a:pt x="413" y="146"/>
                </a:lnTo>
                <a:lnTo>
                  <a:pt x="418" y="145"/>
                </a:lnTo>
                <a:lnTo>
                  <a:pt x="423" y="143"/>
                </a:lnTo>
                <a:lnTo>
                  <a:pt x="427" y="142"/>
                </a:lnTo>
                <a:lnTo>
                  <a:pt x="432" y="141"/>
                </a:lnTo>
                <a:lnTo>
                  <a:pt x="437" y="141"/>
                </a:lnTo>
                <a:lnTo>
                  <a:pt x="442" y="140"/>
                </a:lnTo>
                <a:lnTo>
                  <a:pt x="448" y="139"/>
                </a:lnTo>
                <a:lnTo>
                  <a:pt x="453" y="139"/>
                </a:lnTo>
                <a:lnTo>
                  <a:pt x="458" y="139"/>
                </a:lnTo>
                <a:lnTo>
                  <a:pt x="464" y="139"/>
                </a:lnTo>
                <a:lnTo>
                  <a:pt x="467" y="145"/>
                </a:lnTo>
                <a:lnTo>
                  <a:pt x="471" y="150"/>
                </a:lnTo>
                <a:lnTo>
                  <a:pt x="472" y="152"/>
                </a:lnTo>
                <a:lnTo>
                  <a:pt x="473" y="155"/>
                </a:lnTo>
                <a:lnTo>
                  <a:pt x="473" y="158"/>
                </a:lnTo>
                <a:lnTo>
                  <a:pt x="473" y="162"/>
                </a:lnTo>
                <a:lnTo>
                  <a:pt x="470" y="166"/>
                </a:lnTo>
                <a:lnTo>
                  <a:pt x="468" y="169"/>
                </a:lnTo>
                <a:lnTo>
                  <a:pt x="466" y="172"/>
                </a:lnTo>
                <a:lnTo>
                  <a:pt x="464" y="176"/>
                </a:lnTo>
                <a:lnTo>
                  <a:pt x="463" y="180"/>
                </a:lnTo>
                <a:lnTo>
                  <a:pt x="461" y="184"/>
                </a:lnTo>
                <a:lnTo>
                  <a:pt x="460" y="188"/>
                </a:lnTo>
                <a:lnTo>
                  <a:pt x="459" y="192"/>
                </a:lnTo>
                <a:lnTo>
                  <a:pt x="457" y="201"/>
                </a:lnTo>
                <a:lnTo>
                  <a:pt x="455" y="210"/>
                </a:lnTo>
                <a:lnTo>
                  <a:pt x="454" y="214"/>
                </a:lnTo>
                <a:lnTo>
                  <a:pt x="453" y="217"/>
                </a:lnTo>
                <a:lnTo>
                  <a:pt x="452" y="221"/>
                </a:lnTo>
                <a:lnTo>
                  <a:pt x="450" y="224"/>
                </a:lnTo>
                <a:lnTo>
                  <a:pt x="450" y="229"/>
                </a:lnTo>
                <a:lnTo>
                  <a:pt x="450" y="233"/>
                </a:lnTo>
                <a:lnTo>
                  <a:pt x="450" y="237"/>
                </a:lnTo>
                <a:lnTo>
                  <a:pt x="450" y="241"/>
                </a:lnTo>
                <a:lnTo>
                  <a:pt x="446" y="254"/>
                </a:lnTo>
                <a:lnTo>
                  <a:pt x="443" y="268"/>
                </a:lnTo>
                <a:lnTo>
                  <a:pt x="440" y="283"/>
                </a:lnTo>
                <a:lnTo>
                  <a:pt x="437" y="297"/>
                </a:lnTo>
                <a:lnTo>
                  <a:pt x="434" y="311"/>
                </a:lnTo>
                <a:lnTo>
                  <a:pt x="432" y="327"/>
                </a:lnTo>
                <a:lnTo>
                  <a:pt x="429" y="341"/>
                </a:lnTo>
                <a:lnTo>
                  <a:pt x="428" y="356"/>
                </a:lnTo>
                <a:lnTo>
                  <a:pt x="425" y="371"/>
                </a:lnTo>
                <a:lnTo>
                  <a:pt x="424" y="387"/>
                </a:lnTo>
                <a:lnTo>
                  <a:pt x="421" y="402"/>
                </a:lnTo>
                <a:lnTo>
                  <a:pt x="420" y="417"/>
                </a:lnTo>
                <a:lnTo>
                  <a:pt x="417" y="432"/>
                </a:lnTo>
                <a:lnTo>
                  <a:pt x="416" y="447"/>
                </a:lnTo>
                <a:lnTo>
                  <a:pt x="413" y="462"/>
                </a:lnTo>
                <a:lnTo>
                  <a:pt x="410" y="477"/>
                </a:lnTo>
                <a:lnTo>
                  <a:pt x="411" y="480"/>
                </a:lnTo>
                <a:lnTo>
                  <a:pt x="411" y="483"/>
                </a:lnTo>
                <a:lnTo>
                  <a:pt x="411" y="487"/>
                </a:lnTo>
                <a:lnTo>
                  <a:pt x="412" y="491"/>
                </a:lnTo>
                <a:lnTo>
                  <a:pt x="410" y="498"/>
                </a:lnTo>
                <a:lnTo>
                  <a:pt x="409" y="504"/>
                </a:lnTo>
                <a:lnTo>
                  <a:pt x="409" y="511"/>
                </a:lnTo>
                <a:lnTo>
                  <a:pt x="409" y="518"/>
                </a:lnTo>
                <a:lnTo>
                  <a:pt x="408" y="524"/>
                </a:lnTo>
                <a:lnTo>
                  <a:pt x="408" y="531"/>
                </a:lnTo>
                <a:lnTo>
                  <a:pt x="406" y="536"/>
                </a:lnTo>
                <a:lnTo>
                  <a:pt x="405" y="542"/>
                </a:lnTo>
                <a:lnTo>
                  <a:pt x="405" y="545"/>
                </a:lnTo>
                <a:lnTo>
                  <a:pt x="405" y="548"/>
                </a:lnTo>
                <a:lnTo>
                  <a:pt x="405" y="551"/>
                </a:lnTo>
                <a:lnTo>
                  <a:pt x="404" y="555"/>
                </a:lnTo>
                <a:lnTo>
                  <a:pt x="404" y="562"/>
                </a:lnTo>
                <a:lnTo>
                  <a:pt x="405" y="568"/>
                </a:lnTo>
                <a:lnTo>
                  <a:pt x="405" y="575"/>
                </a:lnTo>
                <a:lnTo>
                  <a:pt x="404" y="581"/>
                </a:lnTo>
                <a:lnTo>
                  <a:pt x="403" y="584"/>
                </a:lnTo>
                <a:lnTo>
                  <a:pt x="402" y="587"/>
                </a:lnTo>
                <a:lnTo>
                  <a:pt x="401" y="590"/>
                </a:lnTo>
                <a:lnTo>
                  <a:pt x="400" y="592"/>
                </a:lnTo>
                <a:lnTo>
                  <a:pt x="398" y="594"/>
                </a:lnTo>
                <a:lnTo>
                  <a:pt x="397" y="595"/>
                </a:lnTo>
                <a:lnTo>
                  <a:pt x="394" y="596"/>
                </a:lnTo>
                <a:lnTo>
                  <a:pt x="391" y="598"/>
                </a:lnTo>
                <a:lnTo>
                  <a:pt x="389" y="599"/>
                </a:lnTo>
                <a:lnTo>
                  <a:pt x="385" y="599"/>
                </a:lnTo>
                <a:lnTo>
                  <a:pt x="382" y="600"/>
                </a:lnTo>
                <a:lnTo>
                  <a:pt x="380" y="600"/>
                </a:lnTo>
                <a:lnTo>
                  <a:pt x="376" y="594"/>
                </a:lnTo>
                <a:lnTo>
                  <a:pt x="372" y="588"/>
                </a:lnTo>
                <a:lnTo>
                  <a:pt x="367" y="583"/>
                </a:lnTo>
                <a:lnTo>
                  <a:pt x="362" y="579"/>
                </a:lnTo>
                <a:lnTo>
                  <a:pt x="357" y="575"/>
                </a:lnTo>
                <a:lnTo>
                  <a:pt x="352" y="570"/>
                </a:lnTo>
                <a:lnTo>
                  <a:pt x="346" y="566"/>
                </a:lnTo>
                <a:lnTo>
                  <a:pt x="340" y="562"/>
                </a:lnTo>
                <a:lnTo>
                  <a:pt x="337" y="560"/>
                </a:lnTo>
                <a:lnTo>
                  <a:pt x="336" y="558"/>
                </a:lnTo>
                <a:lnTo>
                  <a:pt x="334" y="555"/>
                </a:lnTo>
                <a:lnTo>
                  <a:pt x="333" y="553"/>
                </a:lnTo>
                <a:lnTo>
                  <a:pt x="331" y="551"/>
                </a:lnTo>
                <a:lnTo>
                  <a:pt x="329" y="549"/>
                </a:lnTo>
                <a:lnTo>
                  <a:pt x="327" y="547"/>
                </a:lnTo>
                <a:lnTo>
                  <a:pt x="325" y="545"/>
                </a:lnTo>
                <a:lnTo>
                  <a:pt x="323" y="543"/>
                </a:lnTo>
                <a:lnTo>
                  <a:pt x="319" y="541"/>
                </a:lnTo>
                <a:lnTo>
                  <a:pt x="315" y="539"/>
                </a:lnTo>
                <a:lnTo>
                  <a:pt x="311" y="537"/>
                </a:lnTo>
                <a:lnTo>
                  <a:pt x="307" y="535"/>
                </a:lnTo>
                <a:lnTo>
                  <a:pt x="303" y="533"/>
                </a:lnTo>
                <a:lnTo>
                  <a:pt x="300" y="531"/>
                </a:lnTo>
                <a:lnTo>
                  <a:pt x="297" y="529"/>
                </a:lnTo>
                <a:lnTo>
                  <a:pt x="296" y="527"/>
                </a:lnTo>
                <a:lnTo>
                  <a:pt x="296" y="526"/>
                </a:lnTo>
                <a:lnTo>
                  <a:pt x="296" y="524"/>
                </a:lnTo>
                <a:lnTo>
                  <a:pt x="295" y="522"/>
                </a:lnTo>
                <a:lnTo>
                  <a:pt x="295" y="520"/>
                </a:lnTo>
                <a:lnTo>
                  <a:pt x="294" y="519"/>
                </a:lnTo>
                <a:lnTo>
                  <a:pt x="293" y="516"/>
                </a:lnTo>
                <a:lnTo>
                  <a:pt x="292" y="515"/>
                </a:lnTo>
                <a:lnTo>
                  <a:pt x="288" y="511"/>
                </a:lnTo>
                <a:lnTo>
                  <a:pt x="283" y="507"/>
                </a:lnTo>
                <a:lnTo>
                  <a:pt x="283" y="503"/>
                </a:lnTo>
                <a:lnTo>
                  <a:pt x="283" y="501"/>
                </a:lnTo>
                <a:lnTo>
                  <a:pt x="286" y="499"/>
                </a:lnTo>
                <a:lnTo>
                  <a:pt x="289" y="496"/>
                </a:lnTo>
                <a:lnTo>
                  <a:pt x="293" y="496"/>
                </a:lnTo>
                <a:lnTo>
                  <a:pt x="297" y="496"/>
                </a:lnTo>
                <a:lnTo>
                  <a:pt x="299" y="498"/>
                </a:lnTo>
                <a:lnTo>
                  <a:pt x="300" y="499"/>
                </a:lnTo>
                <a:lnTo>
                  <a:pt x="302" y="501"/>
                </a:lnTo>
                <a:lnTo>
                  <a:pt x="304" y="503"/>
                </a:lnTo>
                <a:lnTo>
                  <a:pt x="308" y="504"/>
                </a:lnTo>
                <a:lnTo>
                  <a:pt x="312" y="507"/>
                </a:lnTo>
                <a:lnTo>
                  <a:pt x="315" y="508"/>
                </a:lnTo>
                <a:lnTo>
                  <a:pt x="319" y="511"/>
                </a:lnTo>
                <a:lnTo>
                  <a:pt x="324" y="512"/>
                </a:lnTo>
                <a:lnTo>
                  <a:pt x="328" y="515"/>
                </a:lnTo>
                <a:lnTo>
                  <a:pt x="332" y="519"/>
                </a:lnTo>
                <a:lnTo>
                  <a:pt x="336" y="523"/>
                </a:lnTo>
                <a:lnTo>
                  <a:pt x="338" y="526"/>
                </a:lnTo>
                <a:lnTo>
                  <a:pt x="341" y="527"/>
                </a:lnTo>
                <a:lnTo>
                  <a:pt x="343" y="530"/>
                </a:lnTo>
                <a:lnTo>
                  <a:pt x="345" y="531"/>
                </a:lnTo>
                <a:lnTo>
                  <a:pt x="349" y="531"/>
                </a:lnTo>
                <a:lnTo>
                  <a:pt x="353" y="531"/>
                </a:lnTo>
                <a:lnTo>
                  <a:pt x="357" y="531"/>
                </a:lnTo>
                <a:lnTo>
                  <a:pt x="361" y="531"/>
                </a:lnTo>
                <a:lnTo>
                  <a:pt x="364" y="528"/>
                </a:lnTo>
                <a:lnTo>
                  <a:pt x="365" y="525"/>
                </a:lnTo>
                <a:lnTo>
                  <a:pt x="367" y="522"/>
                </a:lnTo>
                <a:lnTo>
                  <a:pt x="369" y="518"/>
                </a:lnTo>
                <a:lnTo>
                  <a:pt x="371" y="515"/>
                </a:lnTo>
                <a:lnTo>
                  <a:pt x="372" y="511"/>
                </a:lnTo>
                <a:lnTo>
                  <a:pt x="373" y="507"/>
                </a:lnTo>
                <a:lnTo>
                  <a:pt x="374" y="503"/>
                </a:lnTo>
                <a:lnTo>
                  <a:pt x="377" y="493"/>
                </a:lnTo>
                <a:lnTo>
                  <a:pt x="378" y="484"/>
                </a:lnTo>
                <a:lnTo>
                  <a:pt x="379" y="475"/>
                </a:lnTo>
                <a:lnTo>
                  <a:pt x="380" y="465"/>
                </a:lnTo>
                <a:lnTo>
                  <a:pt x="382" y="444"/>
                </a:lnTo>
                <a:lnTo>
                  <a:pt x="383" y="424"/>
                </a:lnTo>
                <a:lnTo>
                  <a:pt x="384" y="415"/>
                </a:lnTo>
                <a:lnTo>
                  <a:pt x="385" y="405"/>
                </a:lnTo>
                <a:lnTo>
                  <a:pt x="385" y="396"/>
                </a:lnTo>
                <a:lnTo>
                  <a:pt x="386" y="387"/>
                </a:lnTo>
                <a:lnTo>
                  <a:pt x="386" y="381"/>
                </a:lnTo>
                <a:lnTo>
                  <a:pt x="386" y="375"/>
                </a:lnTo>
                <a:lnTo>
                  <a:pt x="386" y="369"/>
                </a:lnTo>
                <a:lnTo>
                  <a:pt x="385" y="362"/>
                </a:lnTo>
                <a:lnTo>
                  <a:pt x="387" y="359"/>
                </a:lnTo>
                <a:lnTo>
                  <a:pt x="388" y="356"/>
                </a:lnTo>
                <a:lnTo>
                  <a:pt x="389" y="355"/>
                </a:lnTo>
                <a:lnTo>
                  <a:pt x="389" y="353"/>
                </a:lnTo>
                <a:lnTo>
                  <a:pt x="389" y="351"/>
                </a:lnTo>
                <a:lnTo>
                  <a:pt x="389" y="348"/>
                </a:lnTo>
                <a:lnTo>
                  <a:pt x="389" y="345"/>
                </a:lnTo>
                <a:lnTo>
                  <a:pt x="389" y="341"/>
                </a:lnTo>
                <a:lnTo>
                  <a:pt x="388" y="338"/>
                </a:lnTo>
                <a:lnTo>
                  <a:pt x="388" y="334"/>
                </a:lnTo>
                <a:lnTo>
                  <a:pt x="389" y="331"/>
                </a:lnTo>
                <a:lnTo>
                  <a:pt x="391" y="327"/>
                </a:lnTo>
                <a:lnTo>
                  <a:pt x="393" y="324"/>
                </a:lnTo>
                <a:lnTo>
                  <a:pt x="395" y="321"/>
                </a:lnTo>
                <a:lnTo>
                  <a:pt x="398" y="315"/>
                </a:lnTo>
                <a:lnTo>
                  <a:pt x="402" y="308"/>
                </a:lnTo>
                <a:lnTo>
                  <a:pt x="402" y="303"/>
                </a:lnTo>
                <a:lnTo>
                  <a:pt x="402" y="299"/>
                </a:lnTo>
                <a:lnTo>
                  <a:pt x="404" y="293"/>
                </a:lnTo>
                <a:lnTo>
                  <a:pt x="405" y="287"/>
                </a:lnTo>
                <a:lnTo>
                  <a:pt x="406" y="280"/>
                </a:lnTo>
                <a:lnTo>
                  <a:pt x="408" y="275"/>
                </a:lnTo>
                <a:lnTo>
                  <a:pt x="409" y="268"/>
                </a:lnTo>
                <a:lnTo>
                  <a:pt x="409" y="262"/>
                </a:lnTo>
                <a:lnTo>
                  <a:pt x="412" y="255"/>
                </a:lnTo>
                <a:lnTo>
                  <a:pt x="413" y="249"/>
                </a:lnTo>
                <a:lnTo>
                  <a:pt x="415" y="246"/>
                </a:lnTo>
                <a:lnTo>
                  <a:pt x="416" y="244"/>
                </a:lnTo>
                <a:lnTo>
                  <a:pt x="417" y="242"/>
                </a:lnTo>
                <a:lnTo>
                  <a:pt x="419" y="239"/>
                </a:lnTo>
                <a:lnTo>
                  <a:pt x="421" y="237"/>
                </a:lnTo>
                <a:lnTo>
                  <a:pt x="423" y="234"/>
                </a:lnTo>
                <a:lnTo>
                  <a:pt x="424" y="232"/>
                </a:lnTo>
                <a:lnTo>
                  <a:pt x="425" y="230"/>
                </a:lnTo>
                <a:lnTo>
                  <a:pt x="426" y="222"/>
                </a:lnTo>
                <a:lnTo>
                  <a:pt x="427" y="214"/>
                </a:lnTo>
                <a:lnTo>
                  <a:pt x="429" y="206"/>
                </a:lnTo>
                <a:lnTo>
                  <a:pt x="429" y="198"/>
                </a:lnTo>
                <a:lnTo>
                  <a:pt x="432" y="190"/>
                </a:lnTo>
                <a:lnTo>
                  <a:pt x="434" y="183"/>
                </a:lnTo>
                <a:lnTo>
                  <a:pt x="436" y="180"/>
                </a:lnTo>
                <a:lnTo>
                  <a:pt x="437" y="176"/>
                </a:lnTo>
                <a:lnTo>
                  <a:pt x="437" y="172"/>
                </a:lnTo>
                <a:lnTo>
                  <a:pt x="437" y="167"/>
                </a:lnTo>
                <a:lnTo>
                  <a:pt x="435" y="167"/>
                </a:lnTo>
                <a:lnTo>
                  <a:pt x="434" y="167"/>
                </a:lnTo>
                <a:lnTo>
                  <a:pt x="433" y="166"/>
                </a:lnTo>
                <a:lnTo>
                  <a:pt x="432" y="166"/>
                </a:lnTo>
                <a:lnTo>
                  <a:pt x="430" y="166"/>
                </a:lnTo>
                <a:lnTo>
                  <a:pt x="429" y="166"/>
                </a:lnTo>
                <a:lnTo>
                  <a:pt x="425" y="166"/>
                </a:lnTo>
                <a:lnTo>
                  <a:pt x="421" y="166"/>
                </a:lnTo>
                <a:lnTo>
                  <a:pt x="417" y="167"/>
                </a:lnTo>
                <a:lnTo>
                  <a:pt x="413" y="167"/>
                </a:lnTo>
                <a:lnTo>
                  <a:pt x="410" y="169"/>
                </a:lnTo>
                <a:lnTo>
                  <a:pt x="409" y="169"/>
                </a:lnTo>
                <a:lnTo>
                  <a:pt x="405" y="171"/>
                </a:lnTo>
                <a:lnTo>
                  <a:pt x="401" y="173"/>
                </a:lnTo>
                <a:lnTo>
                  <a:pt x="397" y="176"/>
                </a:lnTo>
                <a:lnTo>
                  <a:pt x="394" y="178"/>
                </a:lnTo>
                <a:lnTo>
                  <a:pt x="388" y="185"/>
                </a:lnTo>
                <a:lnTo>
                  <a:pt x="381" y="191"/>
                </a:lnTo>
                <a:lnTo>
                  <a:pt x="374" y="198"/>
                </a:lnTo>
                <a:lnTo>
                  <a:pt x="369" y="203"/>
                </a:lnTo>
                <a:lnTo>
                  <a:pt x="365" y="206"/>
                </a:lnTo>
                <a:lnTo>
                  <a:pt x="362" y="208"/>
                </a:lnTo>
                <a:lnTo>
                  <a:pt x="359" y="210"/>
                </a:lnTo>
                <a:lnTo>
                  <a:pt x="356" y="211"/>
                </a:lnTo>
                <a:lnTo>
                  <a:pt x="356" y="214"/>
                </a:lnTo>
                <a:lnTo>
                  <a:pt x="356" y="217"/>
                </a:lnTo>
                <a:lnTo>
                  <a:pt x="356" y="220"/>
                </a:lnTo>
                <a:lnTo>
                  <a:pt x="357" y="222"/>
                </a:lnTo>
                <a:lnTo>
                  <a:pt x="358" y="226"/>
                </a:lnTo>
                <a:lnTo>
                  <a:pt x="361" y="230"/>
                </a:lnTo>
                <a:lnTo>
                  <a:pt x="363" y="235"/>
                </a:lnTo>
                <a:lnTo>
                  <a:pt x="365" y="239"/>
                </a:lnTo>
                <a:lnTo>
                  <a:pt x="365" y="242"/>
                </a:lnTo>
                <a:lnTo>
                  <a:pt x="366" y="244"/>
                </a:lnTo>
                <a:lnTo>
                  <a:pt x="367" y="247"/>
                </a:lnTo>
                <a:lnTo>
                  <a:pt x="367" y="250"/>
                </a:lnTo>
                <a:lnTo>
                  <a:pt x="365" y="251"/>
                </a:lnTo>
                <a:lnTo>
                  <a:pt x="364" y="252"/>
                </a:lnTo>
                <a:lnTo>
                  <a:pt x="361" y="254"/>
                </a:lnTo>
                <a:lnTo>
                  <a:pt x="360" y="255"/>
                </a:lnTo>
                <a:lnTo>
                  <a:pt x="357" y="258"/>
                </a:lnTo>
                <a:lnTo>
                  <a:pt x="354" y="262"/>
                </a:lnTo>
                <a:lnTo>
                  <a:pt x="352" y="266"/>
                </a:lnTo>
                <a:lnTo>
                  <a:pt x="349" y="270"/>
                </a:lnTo>
                <a:lnTo>
                  <a:pt x="345" y="273"/>
                </a:lnTo>
                <a:lnTo>
                  <a:pt x="342" y="275"/>
                </a:lnTo>
                <a:lnTo>
                  <a:pt x="340" y="277"/>
                </a:lnTo>
                <a:lnTo>
                  <a:pt x="337" y="278"/>
                </a:lnTo>
                <a:lnTo>
                  <a:pt x="334" y="279"/>
                </a:lnTo>
                <a:lnTo>
                  <a:pt x="332" y="279"/>
                </a:lnTo>
                <a:lnTo>
                  <a:pt x="325" y="279"/>
                </a:lnTo>
                <a:lnTo>
                  <a:pt x="320" y="279"/>
                </a:lnTo>
                <a:lnTo>
                  <a:pt x="313" y="279"/>
                </a:lnTo>
                <a:lnTo>
                  <a:pt x="307" y="279"/>
                </a:lnTo>
                <a:lnTo>
                  <a:pt x="304" y="279"/>
                </a:lnTo>
                <a:lnTo>
                  <a:pt x="301" y="280"/>
                </a:lnTo>
                <a:lnTo>
                  <a:pt x="298" y="280"/>
                </a:lnTo>
                <a:lnTo>
                  <a:pt x="296" y="282"/>
                </a:lnTo>
                <a:lnTo>
                  <a:pt x="292" y="284"/>
                </a:lnTo>
                <a:lnTo>
                  <a:pt x="289" y="287"/>
                </a:lnTo>
                <a:lnTo>
                  <a:pt x="284" y="290"/>
                </a:lnTo>
                <a:lnTo>
                  <a:pt x="278" y="291"/>
                </a:lnTo>
                <a:lnTo>
                  <a:pt x="275" y="293"/>
                </a:lnTo>
                <a:lnTo>
                  <a:pt x="272" y="294"/>
                </a:lnTo>
                <a:lnTo>
                  <a:pt x="269" y="295"/>
                </a:lnTo>
                <a:lnTo>
                  <a:pt x="267" y="297"/>
                </a:lnTo>
                <a:lnTo>
                  <a:pt x="266" y="299"/>
                </a:lnTo>
                <a:lnTo>
                  <a:pt x="265" y="302"/>
                </a:lnTo>
                <a:lnTo>
                  <a:pt x="262" y="303"/>
                </a:lnTo>
                <a:lnTo>
                  <a:pt x="259" y="303"/>
                </a:lnTo>
                <a:lnTo>
                  <a:pt x="256" y="303"/>
                </a:lnTo>
                <a:lnTo>
                  <a:pt x="253" y="304"/>
                </a:lnTo>
                <a:lnTo>
                  <a:pt x="243" y="311"/>
                </a:lnTo>
                <a:lnTo>
                  <a:pt x="233" y="319"/>
                </a:lnTo>
                <a:lnTo>
                  <a:pt x="228" y="323"/>
                </a:lnTo>
                <a:lnTo>
                  <a:pt x="224" y="327"/>
                </a:lnTo>
                <a:lnTo>
                  <a:pt x="219" y="331"/>
                </a:lnTo>
                <a:lnTo>
                  <a:pt x="215" y="336"/>
                </a:lnTo>
                <a:lnTo>
                  <a:pt x="208" y="331"/>
                </a:lnTo>
                <a:lnTo>
                  <a:pt x="200" y="327"/>
                </a:lnTo>
                <a:lnTo>
                  <a:pt x="196" y="325"/>
                </a:lnTo>
                <a:lnTo>
                  <a:pt x="192" y="323"/>
                </a:lnTo>
                <a:lnTo>
                  <a:pt x="189" y="323"/>
                </a:lnTo>
                <a:lnTo>
                  <a:pt x="187" y="323"/>
                </a:lnTo>
                <a:lnTo>
                  <a:pt x="184" y="323"/>
                </a:lnTo>
                <a:lnTo>
                  <a:pt x="181" y="323"/>
                </a:lnTo>
                <a:lnTo>
                  <a:pt x="180" y="324"/>
                </a:lnTo>
                <a:lnTo>
                  <a:pt x="179" y="327"/>
                </a:lnTo>
                <a:lnTo>
                  <a:pt x="176" y="329"/>
                </a:lnTo>
                <a:lnTo>
                  <a:pt x="174" y="332"/>
                </a:lnTo>
                <a:lnTo>
                  <a:pt x="169" y="338"/>
                </a:lnTo>
                <a:lnTo>
                  <a:pt x="164" y="343"/>
                </a:lnTo>
                <a:lnTo>
                  <a:pt x="157" y="348"/>
                </a:lnTo>
                <a:lnTo>
                  <a:pt x="151" y="353"/>
                </a:lnTo>
                <a:lnTo>
                  <a:pt x="148" y="355"/>
                </a:lnTo>
                <a:lnTo>
                  <a:pt x="146" y="357"/>
                </a:lnTo>
                <a:lnTo>
                  <a:pt x="143" y="358"/>
                </a:lnTo>
                <a:lnTo>
                  <a:pt x="141" y="359"/>
                </a:lnTo>
                <a:lnTo>
                  <a:pt x="140" y="360"/>
                </a:lnTo>
                <a:lnTo>
                  <a:pt x="138" y="360"/>
                </a:lnTo>
                <a:lnTo>
                  <a:pt x="137" y="359"/>
                </a:lnTo>
                <a:lnTo>
                  <a:pt x="136" y="359"/>
                </a:lnTo>
                <a:lnTo>
                  <a:pt x="134" y="358"/>
                </a:lnTo>
                <a:lnTo>
                  <a:pt x="132" y="357"/>
                </a:lnTo>
                <a:lnTo>
                  <a:pt x="129" y="356"/>
                </a:lnTo>
                <a:lnTo>
                  <a:pt x="126" y="356"/>
                </a:lnTo>
                <a:lnTo>
                  <a:pt x="124" y="356"/>
                </a:lnTo>
                <a:lnTo>
                  <a:pt x="121" y="356"/>
                </a:lnTo>
                <a:lnTo>
                  <a:pt x="117" y="356"/>
                </a:lnTo>
                <a:lnTo>
                  <a:pt x="114" y="356"/>
                </a:lnTo>
                <a:lnTo>
                  <a:pt x="113" y="356"/>
                </a:lnTo>
                <a:lnTo>
                  <a:pt x="112" y="356"/>
                </a:lnTo>
                <a:lnTo>
                  <a:pt x="110" y="356"/>
                </a:lnTo>
                <a:lnTo>
                  <a:pt x="108" y="355"/>
                </a:lnTo>
                <a:lnTo>
                  <a:pt x="107" y="354"/>
                </a:lnTo>
                <a:lnTo>
                  <a:pt x="105" y="352"/>
                </a:lnTo>
                <a:lnTo>
                  <a:pt x="103" y="351"/>
                </a:lnTo>
                <a:lnTo>
                  <a:pt x="100" y="347"/>
                </a:lnTo>
                <a:lnTo>
                  <a:pt x="98" y="346"/>
                </a:lnTo>
                <a:lnTo>
                  <a:pt x="97" y="345"/>
                </a:lnTo>
                <a:lnTo>
                  <a:pt x="96" y="345"/>
                </a:lnTo>
                <a:lnTo>
                  <a:pt x="96" y="343"/>
                </a:lnTo>
                <a:lnTo>
                  <a:pt x="96" y="343"/>
                </a:lnTo>
                <a:lnTo>
                  <a:pt x="96" y="340"/>
                </a:lnTo>
                <a:lnTo>
                  <a:pt x="98" y="339"/>
                </a:lnTo>
                <a:lnTo>
                  <a:pt x="101" y="336"/>
                </a:lnTo>
                <a:lnTo>
                  <a:pt x="104" y="334"/>
                </a:lnTo>
                <a:lnTo>
                  <a:pt x="107" y="331"/>
                </a:lnTo>
                <a:lnTo>
                  <a:pt x="111" y="330"/>
                </a:lnTo>
                <a:lnTo>
                  <a:pt x="115" y="328"/>
                </a:lnTo>
                <a:lnTo>
                  <a:pt x="119" y="327"/>
                </a:lnTo>
                <a:lnTo>
                  <a:pt x="122" y="325"/>
                </a:lnTo>
                <a:lnTo>
                  <a:pt x="131" y="323"/>
                </a:lnTo>
                <a:lnTo>
                  <a:pt x="138" y="320"/>
                </a:lnTo>
                <a:lnTo>
                  <a:pt x="141" y="319"/>
                </a:lnTo>
                <a:lnTo>
                  <a:pt x="144" y="319"/>
                </a:lnTo>
                <a:lnTo>
                  <a:pt x="148" y="318"/>
                </a:lnTo>
                <a:lnTo>
                  <a:pt x="152" y="318"/>
                </a:lnTo>
                <a:lnTo>
                  <a:pt x="155" y="317"/>
                </a:lnTo>
                <a:lnTo>
                  <a:pt x="158" y="316"/>
                </a:lnTo>
                <a:lnTo>
                  <a:pt x="160" y="315"/>
                </a:lnTo>
                <a:lnTo>
                  <a:pt x="160" y="315"/>
                </a:lnTo>
                <a:lnTo>
                  <a:pt x="162" y="315"/>
                </a:lnTo>
                <a:lnTo>
                  <a:pt x="163" y="314"/>
                </a:lnTo>
                <a:lnTo>
                  <a:pt x="165" y="311"/>
                </a:lnTo>
                <a:lnTo>
                  <a:pt x="166" y="309"/>
                </a:lnTo>
                <a:lnTo>
                  <a:pt x="167" y="307"/>
                </a:lnTo>
                <a:lnTo>
                  <a:pt x="167" y="304"/>
                </a:lnTo>
                <a:lnTo>
                  <a:pt x="167" y="303"/>
                </a:lnTo>
                <a:lnTo>
                  <a:pt x="167" y="299"/>
                </a:lnTo>
                <a:lnTo>
                  <a:pt x="167" y="297"/>
                </a:lnTo>
                <a:lnTo>
                  <a:pt x="166" y="295"/>
                </a:lnTo>
                <a:lnTo>
                  <a:pt x="165" y="288"/>
                </a:lnTo>
                <a:lnTo>
                  <a:pt x="164" y="283"/>
                </a:lnTo>
                <a:lnTo>
                  <a:pt x="164" y="279"/>
                </a:lnTo>
                <a:lnTo>
                  <a:pt x="164" y="276"/>
                </a:lnTo>
                <a:lnTo>
                  <a:pt x="164" y="274"/>
                </a:lnTo>
                <a:lnTo>
                  <a:pt x="165" y="270"/>
                </a:lnTo>
                <a:lnTo>
                  <a:pt x="168" y="263"/>
                </a:lnTo>
                <a:lnTo>
                  <a:pt x="172" y="254"/>
                </a:lnTo>
                <a:lnTo>
                  <a:pt x="176" y="246"/>
                </a:lnTo>
                <a:lnTo>
                  <a:pt x="180" y="238"/>
                </a:lnTo>
                <a:lnTo>
                  <a:pt x="184" y="230"/>
                </a:lnTo>
                <a:lnTo>
                  <a:pt x="188" y="221"/>
                </a:lnTo>
                <a:lnTo>
                  <a:pt x="189" y="217"/>
                </a:lnTo>
                <a:lnTo>
                  <a:pt x="190" y="214"/>
                </a:lnTo>
                <a:lnTo>
                  <a:pt x="191" y="210"/>
                </a:lnTo>
                <a:lnTo>
                  <a:pt x="191" y="206"/>
                </a:lnTo>
                <a:lnTo>
                  <a:pt x="188" y="205"/>
                </a:lnTo>
                <a:lnTo>
                  <a:pt x="184" y="203"/>
                </a:lnTo>
                <a:lnTo>
                  <a:pt x="182" y="201"/>
                </a:lnTo>
                <a:lnTo>
                  <a:pt x="179" y="200"/>
                </a:lnTo>
                <a:lnTo>
                  <a:pt x="178" y="199"/>
                </a:lnTo>
                <a:lnTo>
                  <a:pt x="176" y="199"/>
                </a:lnTo>
                <a:lnTo>
                  <a:pt x="175" y="199"/>
                </a:lnTo>
                <a:lnTo>
                  <a:pt x="174" y="199"/>
                </a:lnTo>
                <a:lnTo>
                  <a:pt x="172" y="200"/>
                </a:lnTo>
                <a:lnTo>
                  <a:pt x="169" y="201"/>
                </a:lnTo>
                <a:lnTo>
                  <a:pt x="166" y="204"/>
                </a:lnTo>
                <a:lnTo>
                  <a:pt x="163" y="206"/>
                </a:lnTo>
                <a:lnTo>
                  <a:pt x="159" y="206"/>
                </a:lnTo>
                <a:lnTo>
                  <a:pt x="155" y="207"/>
                </a:lnTo>
                <a:lnTo>
                  <a:pt x="151" y="208"/>
                </a:lnTo>
                <a:lnTo>
                  <a:pt x="147" y="209"/>
                </a:lnTo>
                <a:lnTo>
                  <a:pt x="144" y="212"/>
                </a:lnTo>
                <a:lnTo>
                  <a:pt x="142" y="216"/>
                </a:lnTo>
                <a:lnTo>
                  <a:pt x="140" y="217"/>
                </a:lnTo>
                <a:lnTo>
                  <a:pt x="139" y="217"/>
                </a:lnTo>
                <a:lnTo>
                  <a:pt x="138" y="217"/>
                </a:lnTo>
                <a:lnTo>
                  <a:pt x="136" y="217"/>
                </a:lnTo>
                <a:lnTo>
                  <a:pt x="135" y="217"/>
                </a:lnTo>
                <a:lnTo>
                  <a:pt x="133" y="217"/>
                </a:lnTo>
                <a:lnTo>
                  <a:pt x="132" y="217"/>
                </a:lnTo>
                <a:lnTo>
                  <a:pt x="130" y="218"/>
                </a:lnTo>
                <a:lnTo>
                  <a:pt x="115" y="229"/>
                </a:lnTo>
                <a:lnTo>
                  <a:pt x="106" y="235"/>
                </a:lnTo>
                <a:lnTo>
                  <a:pt x="101" y="238"/>
                </a:lnTo>
                <a:lnTo>
                  <a:pt x="100" y="239"/>
                </a:lnTo>
                <a:lnTo>
                  <a:pt x="96" y="241"/>
                </a:lnTo>
                <a:lnTo>
                  <a:pt x="92" y="243"/>
                </a:lnTo>
                <a:lnTo>
                  <a:pt x="90" y="243"/>
                </a:lnTo>
                <a:lnTo>
                  <a:pt x="87" y="246"/>
                </a:lnTo>
                <a:lnTo>
                  <a:pt x="83" y="248"/>
                </a:lnTo>
                <a:lnTo>
                  <a:pt x="79" y="250"/>
                </a:lnTo>
                <a:lnTo>
                  <a:pt x="80" y="250"/>
                </a:lnTo>
                <a:lnTo>
                  <a:pt x="80" y="250"/>
                </a:lnTo>
                <a:lnTo>
                  <a:pt x="80" y="251"/>
                </a:lnTo>
                <a:lnTo>
                  <a:pt x="79" y="251"/>
                </a:lnTo>
                <a:lnTo>
                  <a:pt x="78" y="252"/>
                </a:lnTo>
                <a:lnTo>
                  <a:pt x="77" y="253"/>
                </a:lnTo>
                <a:lnTo>
                  <a:pt x="76" y="254"/>
                </a:lnTo>
                <a:lnTo>
                  <a:pt x="75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69" y="255"/>
                </a:lnTo>
                <a:lnTo>
                  <a:pt x="64" y="257"/>
                </a:lnTo>
                <a:lnTo>
                  <a:pt x="63" y="257"/>
                </a:lnTo>
                <a:lnTo>
                  <a:pt x="58" y="257"/>
                </a:lnTo>
                <a:lnTo>
                  <a:pt x="53" y="258"/>
                </a:lnTo>
                <a:lnTo>
                  <a:pt x="52" y="257"/>
                </a:lnTo>
                <a:lnTo>
                  <a:pt x="50" y="257"/>
                </a:lnTo>
                <a:lnTo>
                  <a:pt x="48" y="256"/>
                </a:lnTo>
                <a:lnTo>
                  <a:pt x="46" y="255"/>
                </a:lnTo>
                <a:lnTo>
                  <a:pt x="44" y="254"/>
                </a:lnTo>
                <a:lnTo>
                  <a:pt x="42" y="252"/>
                </a:lnTo>
                <a:lnTo>
                  <a:pt x="40" y="25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391" name="iṣľíḍê">
            <a:extLst>
              <a:ext uri="{FF2B5EF4-FFF2-40B4-BE49-F238E27FC236}">
                <a16:creationId xmlns:a16="http://schemas.microsoft.com/office/drawing/2014/main" id="{63CEF350-A199-4864-A7E3-4755ED0F5DD3}"/>
              </a:ext>
            </a:extLst>
          </p:cNvPr>
          <p:cNvSpPr>
            <a:spLocks noGrp="1"/>
          </p:cNvSpPr>
          <p:nvPr/>
        </p:nvSpPr>
        <p:spPr>
          <a:xfrm>
            <a:off x="1745280" y="722160"/>
            <a:ext cx="40320" cy="18720"/>
          </a:xfrm>
          <a:custGeom>
            <a:avLst/>
            <a:gdLst>
              <a:gd name="textAreaLeft" fmla="*/ 0 w 40320"/>
              <a:gd name="textAreaRight" fmla="*/ 40680 w 40320"/>
              <a:gd name="textAreaTop" fmla="*/ 0 h 18720"/>
              <a:gd name="textAreaBottom" fmla="*/ 19080 h 18720"/>
              <a:gd name="GluePoint1X" fmla="*/ 68 w 93"/>
              <a:gd name="GluePoint1Y" fmla="*/ 0 h 44"/>
              <a:gd name="GluePoint2X" fmla="*/ 70 w 93"/>
              <a:gd name="GluePoint2Y" fmla="*/ 0 h 44"/>
              <a:gd name="GluePoint3X" fmla="*/ 72 w 93"/>
              <a:gd name="GluePoint3Y" fmla="*/ 0 h 44"/>
              <a:gd name="GluePoint4X" fmla="*/ 75 w 93"/>
              <a:gd name="GluePoint4Y" fmla="*/ 1 h 44"/>
              <a:gd name="GluePoint5X" fmla="*/ 76 w 93"/>
              <a:gd name="GluePoint5Y" fmla="*/ 1 h 44"/>
              <a:gd name="GluePoint6X" fmla="*/ 79 w 93"/>
              <a:gd name="GluePoint6Y" fmla="*/ 3 h 44"/>
              <a:gd name="GluePoint7X" fmla="*/ 81 w 93"/>
              <a:gd name="GluePoint7Y" fmla="*/ 4 h 44"/>
              <a:gd name="GluePoint8X" fmla="*/ 83 w 93"/>
              <a:gd name="GluePoint8Y" fmla="*/ 5 h 44"/>
              <a:gd name="GluePoint9X" fmla="*/ 85 w 93"/>
              <a:gd name="GluePoint9Y" fmla="*/ 7 h 44"/>
              <a:gd name="GluePoint10X" fmla="*/ 87 w 93"/>
              <a:gd name="GluePoint10Y" fmla="*/ 8 h 44"/>
              <a:gd name="GluePoint11X" fmla="*/ 88 w 93"/>
              <a:gd name="GluePoint11Y" fmla="*/ 10 h 44"/>
              <a:gd name="GluePoint12X" fmla="*/ 89 w 93"/>
              <a:gd name="GluePoint12Y" fmla="*/ 12 h 44"/>
              <a:gd name="GluePoint13X" fmla="*/ 91 w 93"/>
              <a:gd name="GluePoint13Y" fmla="*/ 14 h 44"/>
              <a:gd name="GluePoint14X" fmla="*/ 92 w 93"/>
              <a:gd name="GluePoint14Y" fmla="*/ 16 h 44"/>
              <a:gd name="GluePoint15X" fmla="*/ 93 w 93"/>
              <a:gd name="GluePoint15Y" fmla="*/ 18 h 44"/>
              <a:gd name="GluePoint16X" fmla="*/ 93 w 93"/>
              <a:gd name="GluePoint16Y" fmla="*/ 20 h 44"/>
              <a:gd name="GluePoint17X" fmla="*/ 93 w 93"/>
              <a:gd name="GluePoint17Y" fmla="*/ 22 h 44"/>
              <a:gd name="GluePoint18X" fmla="*/ 91 w 93"/>
              <a:gd name="GluePoint18Y" fmla="*/ 25 h 44"/>
              <a:gd name="GluePoint19X" fmla="*/ 88 w 93"/>
              <a:gd name="GluePoint19Y" fmla="*/ 30 h 44"/>
              <a:gd name="GluePoint20X" fmla="*/ 86 w 93"/>
              <a:gd name="GluePoint20Y" fmla="*/ 32 h 44"/>
              <a:gd name="GluePoint21X" fmla="*/ 84 w 93"/>
              <a:gd name="GluePoint21Y" fmla="*/ 33 h 44"/>
              <a:gd name="GluePoint22X" fmla="*/ 83 w 93"/>
              <a:gd name="GluePoint22Y" fmla="*/ 35 h 44"/>
              <a:gd name="GluePoint23X" fmla="*/ 81 w 93"/>
              <a:gd name="GluePoint23Y" fmla="*/ 36 h 44"/>
              <a:gd name="GluePoint24X" fmla="*/ 78 w 93"/>
              <a:gd name="GluePoint24Y" fmla="*/ 38 h 44"/>
              <a:gd name="GluePoint25X" fmla="*/ 72 w 93"/>
              <a:gd name="GluePoint25Y" fmla="*/ 39 h 44"/>
              <a:gd name="GluePoint26X" fmla="*/ 65 w 93"/>
              <a:gd name="GluePoint26Y" fmla="*/ 40 h 44"/>
              <a:gd name="GluePoint27X" fmla="*/ 57 w 93"/>
              <a:gd name="GluePoint27Y" fmla="*/ 42 h 44"/>
              <a:gd name="GluePoint28X" fmla="*/ 49 w 93"/>
              <a:gd name="GluePoint28Y" fmla="*/ 43 h 44"/>
              <a:gd name="GluePoint29X" fmla="*/ 42 w 93"/>
              <a:gd name="GluePoint29Y" fmla="*/ 44 h 44"/>
              <a:gd name="GluePoint30X" fmla="*/ 37 w 93"/>
              <a:gd name="GluePoint30Y" fmla="*/ 44 h 44"/>
              <a:gd name="GluePoint31X" fmla="*/ 35 w 93"/>
              <a:gd name="GluePoint31Y" fmla="*/ 44 h 44"/>
              <a:gd name="GluePoint32X" fmla="*/ 31 w 93"/>
              <a:gd name="GluePoint32Y" fmla="*/ 39 h 44"/>
              <a:gd name="GluePoint33X" fmla="*/ 28 w 93"/>
              <a:gd name="GluePoint33Y" fmla="*/ 34 h 44"/>
              <a:gd name="GluePoint34X" fmla="*/ 23 w 93"/>
              <a:gd name="GluePoint34Y" fmla="*/ 32 h 44"/>
              <a:gd name="GluePoint35X" fmla="*/ 18 w 93"/>
              <a:gd name="GluePoint35Y" fmla="*/ 30 h 44"/>
              <a:gd name="GluePoint36X" fmla="*/ 14 w 93"/>
              <a:gd name="GluePoint36Y" fmla="*/ 29 h 44"/>
              <a:gd name="GluePoint37X" fmla="*/ 10 w 93"/>
              <a:gd name="GluePoint37Y" fmla="*/ 28 h 44"/>
              <a:gd name="GluePoint38X" fmla="*/ 8 w 93"/>
              <a:gd name="GluePoint38Y" fmla="*/ 27 h 44"/>
              <a:gd name="GluePoint39X" fmla="*/ 6 w 93"/>
              <a:gd name="GluePoint39Y" fmla="*/ 25 h 44"/>
              <a:gd name="GluePoint40X" fmla="*/ 5 w 93"/>
              <a:gd name="GluePoint40Y" fmla="*/ 24 h 44"/>
              <a:gd name="GluePoint41X" fmla="*/ 4 w 93"/>
              <a:gd name="GluePoint41Y" fmla="*/ 22 h 44"/>
              <a:gd name="GluePoint42X" fmla="*/ 2 w 93"/>
              <a:gd name="GluePoint42Y" fmla="*/ 20 h 44"/>
              <a:gd name="GluePoint43X" fmla="*/ 1 w 93"/>
              <a:gd name="GluePoint43Y" fmla="*/ 17 h 44"/>
              <a:gd name="GluePoint44X" fmla="*/ 0 w 93"/>
              <a:gd name="GluePoint44Y" fmla="*/ 15 h 44"/>
              <a:gd name="GluePoint45X" fmla="*/ 0 w 93"/>
              <a:gd name="GluePoint45Y" fmla="*/ 11 h 44"/>
              <a:gd name="GluePoint46X" fmla="*/ 4 w 93"/>
              <a:gd name="GluePoint46Y" fmla="*/ 9 h 44"/>
              <a:gd name="GluePoint47X" fmla="*/ 8 w 93"/>
              <a:gd name="GluePoint47Y" fmla="*/ 8 h 44"/>
              <a:gd name="GluePoint48X" fmla="*/ 12 w 93"/>
              <a:gd name="GluePoint48Y" fmla="*/ 7 h 44"/>
              <a:gd name="GluePoint49X" fmla="*/ 17 w 93"/>
              <a:gd name="GluePoint49Y" fmla="*/ 7 h 44"/>
              <a:gd name="GluePoint50X" fmla="*/ 28 w 93"/>
              <a:gd name="GluePoint50Y" fmla="*/ 6 h 44"/>
              <a:gd name="GluePoint51X" fmla="*/ 39 w 93"/>
              <a:gd name="GluePoint51Y" fmla="*/ 6 h 44"/>
              <a:gd name="GluePoint52X" fmla="*/ 40 w 93"/>
              <a:gd name="GluePoint52Y" fmla="*/ 5 h 44"/>
              <a:gd name="GluePoint53X" fmla="*/ 41 w 93"/>
              <a:gd name="GluePoint53Y" fmla="*/ 4 h 44"/>
              <a:gd name="GluePoint54X" fmla="*/ 43 w 93"/>
              <a:gd name="GluePoint54Y" fmla="*/ 3 h 44"/>
              <a:gd name="GluePoint55X" fmla="*/ 45 w 93"/>
              <a:gd name="GluePoint55Y" fmla="*/ 3 h 44"/>
              <a:gd name="GluePoint56X" fmla="*/ 48 w 93"/>
              <a:gd name="GluePoint56Y" fmla="*/ 2 h 44"/>
              <a:gd name="GluePoint57X" fmla="*/ 53 w 93"/>
              <a:gd name="GluePoint57Y" fmla="*/ 2 h 44"/>
              <a:gd name="GluePoint58X" fmla="*/ 58 w 93"/>
              <a:gd name="GluePoint58Y" fmla="*/ 3 h 44"/>
              <a:gd name="GluePoint59X" fmla="*/ 62 w 93"/>
              <a:gd name="GluePoint59Y" fmla="*/ 2 h 44"/>
              <a:gd name="GluePoint60X" fmla="*/ 64 w 93"/>
              <a:gd name="GluePoint60Y" fmla="*/ 2 h 44"/>
              <a:gd name="GluePoint61X" fmla="*/ 65 w 93"/>
              <a:gd name="GluePoint61Y" fmla="*/ 1 h 44"/>
              <a:gd name="GluePoint62X" fmla="*/ 67 w 93"/>
              <a:gd name="GluePoint62Y" fmla="*/ 0 h 44"/>
              <a:gd name="GluePoint63X" fmla="*/ 68 w 93"/>
              <a:gd name="GluePoint63Y" fmla="*/ 0 h 44"/>
            </a:gdLst>
            <a:ahLst/>
            <a:cxnLst/>
            <a:rect l="textAreaLeft" t="textAreaTop" r="textAreaRight" b="textAreaBottom"/>
            <a:pathLst>
              <a:path w="93" h="44">
                <a:moveTo>
                  <a:pt x="68" y="0"/>
                </a:moveTo>
                <a:lnTo>
                  <a:pt x="70" y="0"/>
                </a:lnTo>
                <a:lnTo>
                  <a:pt x="72" y="0"/>
                </a:lnTo>
                <a:lnTo>
                  <a:pt x="75" y="1"/>
                </a:lnTo>
                <a:lnTo>
                  <a:pt x="76" y="1"/>
                </a:lnTo>
                <a:lnTo>
                  <a:pt x="79" y="3"/>
                </a:lnTo>
                <a:lnTo>
                  <a:pt x="81" y="4"/>
                </a:lnTo>
                <a:lnTo>
                  <a:pt x="83" y="5"/>
                </a:lnTo>
                <a:lnTo>
                  <a:pt x="85" y="7"/>
                </a:lnTo>
                <a:lnTo>
                  <a:pt x="87" y="8"/>
                </a:lnTo>
                <a:lnTo>
                  <a:pt x="88" y="10"/>
                </a:lnTo>
                <a:lnTo>
                  <a:pt x="89" y="12"/>
                </a:lnTo>
                <a:lnTo>
                  <a:pt x="91" y="14"/>
                </a:lnTo>
                <a:lnTo>
                  <a:pt x="92" y="16"/>
                </a:lnTo>
                <a:lnTo>
                  <a:pt x="93" y="18"/>
                </a:lnTo>
                <a:lnTo>
                  <a:pt x="93" y="20"/>
                </a:lnTo>
                <a:lnTo>
                  <a:pt x="93" y="22"/>
                </a:lnTo>
                <a:lnTo>
                  <a:pt x="91" y="25"/>
                </a:lnTo>
                <a:lnTo>
                  <a:pt x="88" y="30"/>
                </a:lnTo>
                <a:lnTo>
                  <a:pt x="86" y="32"/>
                </a:lnTo>
                <a:lnTo>
                  <a:pt x="84" y="33"/>
                </a:lnTo>
                <a:lnTo>
                  <a:pt x="83" y="35"/>
                </a:lnTo>
                <a:lnTo>
                  <a:pt x="81" y="36"/>
                </a:lnTo>
                <a:lnTo>
                  <a:pt x="78" y="38"/>
                </a:lnTo>
                <a:lnTo>
                  <a:pt x="72" y="39"/>
                </a:lnTo>
                <a:lnTo>
                  <a:pt x="65" y="40"/>
                </a:lnTo>
                <a:lnTo>
                  <a:pt x="57" y="42"/>
                </a:lnTo>
                <a:lnTo>
                  <a:pt x="49" y="43"/>
                </a:lnTo>
                <a:lnTo>
                  <a:pt x="42" y="44"/>
                </a:lnTo>
                <a:lnTo>
                  <a:pt x="37" y="44"/>
                </a:lnTo>
                <a:lnTo>
                  <a:pt x="35" y="44"/>
                </a:lnTo>
                <a:lnTo>
                  <a:pt x="31" y="39"/>
                </a:lnTo>
                <a:lnTo>
                  <a:pt x="28" y="34"/>
                </a:lnTo>
                <a:lnTo>
                  <a:pt x="23" y="32"/>
                </a:lnTo>
                <a:lnTo>
                  <a:pt x="18" y="30"/>
                </a:lnTo>
                <a:lnTo>
                  <a:pt x="14" y="29"/>
                </a:lnTo>
                <a:lnTo>
                  <a:pt x="10" y="28"/>
                </a:lnTo>
                <a:lnTo>
                  <a:pt x="8" y="27"/>
                </a:lnTo>
                <a:lnTo>
                  <a:pt x="6" y="25"/>
                </a:lnTo>
                <a:lnTo>
                  <a:pt x="5" y="24"/>
                </a:lnTo>
                <a:lnTo>
                  <a:pt x="4" y="22"/>
                </a:lnTo>
                <a:lnTo>
                  <a:pt x="2" y="20"/>
                </a:lnTo>
                <a:lnTo>
                  <a:pt x="1" y="17"/>
                </a:lnTo>
                <a:lnTo>
                  <a:pt x="0" y="15"/>
                </a:lnTo>
                <a:lnTo>
                  <a:pt x="0" y="11"/>
                </a:lnTo>
                <a:lnTo>
                  <a:pt x="4" y="9"/>
                </a:lnTo>
                <a:lnTo>
                  <a:pt x="8" y="8"/>
                </a:lnTo>
                <a:lnTo>
                  <a:pt x="12" y="7"/>
                </a:lnTo>
                <a:lnTo>
                  <a:pt x="17" y="7"/>
                </a:lnTo>
                <a:lnTo>
                  <a:pt x="28" y="6"/>
                </a:lnTo>
                <a:lnTo>
                  <a:pt x="39" y="6"/>
                </a:lnTo>
                <a:lnTo>
                  <a:pt x="40" y="5"/>
                </a:lnTo>
                <a:lnTo>
                  <a:pt x="41" y="4"/>
                </a:lnTo>
                <a:lnTo>
                  <a:pt x="43" y="3"/>
                </a:lnTo>
                <a:lnTo>
                  <a:pt x="45" y="3"/>
                </a:lnTo>
                <a:lnTo>
                  <a:pt x="48" y="2"/>
                </a:lnTo>
                <a:lnTo>
                  <a:pt x="53" y="2"/>
                </a:lnTo>
                <a:lnTo>
                  <a:pt x="58" y="3"/>
                </a:lnTo>
                <a:lnTo>
                  <a:pt x="62" y="2"/>
                </a:lnTo>
                <a:lnTo>
                  <a:pt x="64" y="2"/>
                </a:lnTo>
                <a:lnTo>
                  <a:pt x="65" y="1"/>
                </a:lnTo>
                <a:lnTo>
                  <a:pt x="67" y="0"/>
                </a:lnTo>
                <a:lnTo>
                  <a:pt x="68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endParaRPr/>
          </a:p>
        </p:txBody>
      </p:sp>
      <p:sp>
        <p:nvSpPr>
          <p:cNvPr id="392" name="ïsḻîďe">
            <a:extLst>
              <a:ext uri="{FF2B5EF4-FFF2-40B4-BE49-F238E27FC236}">
                <a16:creationId xmlns:a16="http://schemas.microsoft.com/office/drawing/2014/main" id="{72676A17-E210-404F-8B11-77F4CC1348FA}"/>
              </a:ext>
            </a:extLst>
          </p:cNvPr>
          <p:cNvSpPr>
            <a:spLocks noGrp="1"/>
          </p:cNvSpPr>
          <p:nvPr/>
        </p:nvSpPr>
        <p:spPr>
          <a:xfrm>
            <a:off x="1678320" y="728640"/>
            <a:ext cx="24840" cy="77760"/>
          </a:xfrm>
          <a:custGeom>
            <a:avLst/>
            <a:gdLst>
              <a:gd name="textAreaLeft" fmla="*/ 0 w 24840"/>
              <a:gd name="textAreaRight" fmla="*/ 25200 w 24840"/>
              <a:gd name="textAreaTop" fmla="*/ 0 h 77760"/>
              <a:gd name="textAreaBottom" fmla="*/ 78120 h 77760"/>
              <a:gd name="GluePoint1X" fmla="*/ 28 w 58"/>
              <a:gd name="GluePoint1Y" fmla="*/ 1 h 179"/>
              <a:gd name="GluePoint2X" fmla="*/ 31 w 58"/>
              <a:gd name="GluePoint2Y" fmla="*/ 2 h 179"/>
              <a:gd name="GluePoint3X" fmla="*/ 33 w 58"/>
              <a:gd name="GluePoint3Y" fmla="*/ 6 h 179"/>
              <a:gd name="GluePoint4X" fmla="*/ 38 w 58"/>
              <a:gd name="GluePoint4Y" fmla="*/ 14 h 179"/>
              <a:gd name="GluePoint5X" fmla="*/ 43 w 58"/>
              <a:gd name="GluePoint5Y" fmla="*/ 22 h 179"/>
              <a:gd name="GluePoint6X" fmla="*/ 46 w 58"/>
              <a:gd name="GluePoint6Y" fmla="*/ 29 h 179"/>
              <a:gd name="GluePoint7X" fmla="*/ 47 w 58"/>
              <a:gd name="GluePoint7Y" fmla="*/ 40 h 179"/>
              <a:gd name="GluePoint8X" fmla="*/ 49 w 58"/>
              <a:gd name="GluePoint8Y" fmla="*/ 49 h 179"/>
              <a:gd name="GluePoint9X" fmla="*/ 49 w 58"/>
              <a:gd name="GluePoint9Y" fmla="*/ 55 h 179"/>
              <a:gd name="GluePoint10X" fmla="*/ 51 w 58"/>
              <a:gd name="GluePoint10Y" fmla="*/ 65 h 179"/>
              <a:gd name="GluePoint11X" fmla="*/ 55 w 58"/>
              <a:gd name="GluePoint11Y" fmla="*/ 79 h 179"/>
              <a:gd name="GluePoint12X" fmla="*/ 58 w 58"/>
              <a:gd name="GluePoint12Y" fmla="*/ 96 h 179"/>
              <a:gd name="GluePoint13X" fmla="*/ 58 w 58"/>
              <a:gd name="GluePoint13Y" fmla="*/ 113 h 179"/>
              <a:gd name="GluePoint14X" fmla="*/ 57 w 58"/>
              <a:gd name="GluePoint14Y" fmla="*/ 131 h 179"/>
              <a:gd name="GluePoint15X" fmla="*/ 54 w 58"/>
              <a:gd name="GluePoint15Y" fmla="*/ 148 h 179"/>
              <a:gd name="GluePoint16X" fmla="*/ 50 w 58"/>
              <a:gd name="GluePoint16Y" fmla="*/ 159 h 179"/>
              <a:gd name="GluePoint17X" fmla="*/ 46 w 58"/>
              <a:gd name="GluePoint17Y" fmla="*/ 166 h 179"/>
              <a:gd name="GluePoint18X" fmla="*/ 42 w 58"/>
              <a:gd name="GluePoint18Y" fmla="*/ 172 h 179"/>
              <a:gd name="GluePoint19X" fmla="*/ 38 w 58"/>
              <a:gd name="GluePoint19Y" fmla="*/ 177 h 179"/>
              <a:gd name="GluePoint20X" fmla="*/ 33 w 58"/>
              <a:gd name="GluePoint20Y" fmla="*/ 179 h 179"/>
              <a:gd name="GluePoint21X" fmla="*/ 27 w 58"/>
              <a:gd name="GluePoint21Y" fmla="*/ 179 h 179"/>
              <a:gd name="GluePoint22X" fmla="*/ 22 w 58"/>
              <a:gd name="GluePoint22Y" fmla="*/ 176 h 179"/>
              <a:gd name="GluePoint23X" fmla="*/ 16 w 58"/>
              <a:gd name="GluePoint23Y" fmla="*/ 170 h 179"/>
              <a:gd name="GluePoint24X" fmla="*/ 10 w 58"/>
              <a:gd name="GluePoint24Y" fmla="*/ 165 h 179"/>
              <a:gd name="GluePoint25X" fmla="*/ 5 w 58"/>
              <a:gd name="GluePoint25Y" fmla="*/ 159 h 179"/>
              <a:gd name="GluePoint26X" fmla="*/ 2 w 58"/>
              <a:gd name="GluePoint26Y" fmla="*/ 154 h 179"/>
              <a:gd name="GluePoint27X" fmla="*/ 1 w 58"/>
              <a:gd name="GluePoint27Y" fmla="*/ 151 h 179"/>
              <a:gd name="GluePoint28X" fmla="*/ 0 w 58"/>
              <a:gd name="GluePoint28Y" fmla="*/ 144 h 179"/>
              <a:gd name="GluePoint29X" fmla="*/ 2 w 58"/>
              <a:gd name="GluePoint29Y" fmla="*/ 131 h 179"/>
              <a:gd name="GluePoint30X" fmla="*/ 4 w 58"/>
              <a:gd name="GluePoint30Y" fmla="*/ 117 h 179"/>
              <a:gd name="GluePoint31X" fmla="*/ 10 w 58"/>
              <a:gd name="GluePoint31Y" fmla="*/ 96 h 179"/>
              <a:gd name="GluePoint32X" fmla="*/ 17 w 58"/>
              <a:gd name="GluePoint32Y" fmla="*/ 72 h 179"/>
              <a:gd name="GluePoint33X" fmla="*/ 20 w 58"/>
              <a:gd name="GluePoint33Y" fmla="*/ 61 h 179"/>
              <a:gd name="GluePoint34X" fmla="*/ 21 w 58"/>
              <a:gd name="GluePoint34Y" fmla="*/ 53 h 179"/>
              <a:gd name="GluePoint35X" fmla="*/ 19 w 58"/>
              <a:gd name="GluePoint35Y" fmla="*/ 39 h 179"/>
              <a:gd name="GluePoint36X" fmla="*/ 18 w 58"/>
              <a:gd name="GluePoint36Y" fmla="*/ 25 h 179"/>
              <a:gd name="GluePoint37X" fmla="*/ 17 w 58"/>
              <a:gd name="GluePoint37Y" fmla="*/ 17 h 179"/>
              <a:gd name="GluePoint38X" fmla="*/ 18 w 58"/>
              <a:gd name="GluePoint38Y" fmla="*/ 9 h 179"/>
              <a:gd name="GluePoint39X" fmla="*/ 18 w 58"/>
              <a:gd name="GluePoint39Y" fmla="*/ 5 h 179"/>
              <a:gd name="GluePoint40X" fmla="*/ 20 w 58"/>
              <a:gd name="GluePoint40Y" fmla="*/ 3 h 179"/>
              <a:gd name="GluePoint41X" fmla="*/ 22 w 58"/>
              <a:gd name="GluePoint41Y" fmla="*/ 1 h 179"/>
              <a:gd name="GluePoint42X" fmla="*/ 24 w 58"/>
              <a:gd name="GluePoint42Y" fmla="*/ 1 h 179"/>
            </a:gdLst>
            <a:ahLst/>
            <a:cxnLst/>
            <a:rect l="textAreaLeft" t="textAreaTop" r="textAreaRight" b="textAreaBottom"/>
            <a:pathLst>
              <a:path w="58" h="179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1" y="2"/>
                </a:lnTo>
                <a:lnTo>
                  <a:pt x="32" y="4"/>
                </a:lnTo>
                <a:lnTo>
                  <a:pt x="33" y="6"/>
                </a:lnTo>
                <a:lnTo>
                  <a:pt x="35" y="10"/>
                </a:lnTo>
                <a:lnTo>
                  <a:pt x="38" y="14"/>
                </a:lnTo>
                <a:lnTo>
                  <a:pt x="41" y="18"/>
                </a:lnTo>
                <a:lnTo>
                  <a:pt x="43" y="22"/>
                </a:lnTo>
                <a:lnTo>
                  <a:pt x="44" y="25"/>
                </a:lnTo>
                <a:lnTo>
                  <a:pt x="46" y="29"/>
                </a:lnTo>
                <a:lnTo>
                  <a:pt x="46" y="34"/>
                </a:lnTo>
                <a:lnTo>
                  <a:pt x="47" y="40"/>
                </a:lnTo>
                <a:lnTo>
                  <a:pt x="49" y="46"/>
                </a:lnTo>
                <a:lnTo>
                  <a:pt x="49" y="49"/>
                </a:lnTo>
                <a:lnTo>
                  <a:pt x="49" y="53"/>
                </a:lnTo>
                <a:lnTo>
                  <a:pt x="49" y="55"/>
                </a:lnTo>
                <a:lnTo>
                  <a:pt x="49" y="58"/>
                </a:lnTo>
                <a:lnTo>
                  <a:pt x="51" y="65"/>
                </a:lnTo>
                <a:lnTo>
                  <a:pt x="54" y="72"/>
                </a:lnTo>
                <a:lnTo>
                  <a:pt x="55" y="79"/>
                </a:lnTo>
                <a:lnTo>
                  <a:pt x="56" y="87"/>
                </a:lnTo>
                <a:lnTo>
                  <a:pt x="58" y="96"/>
                </a:lnTo>
                <a:lnTo>
                  <a:pt x="58" y="105"/>
                </a:lnTo>
                <a:lnTo>
                  <a:pt x="58" y="113"/>
                </a:lnTo>
                <a:lnTo>
                  <a:pt x="58" y="122"/>
                </a:lnTo>
                <a:lnTo>
                  <a:pt x="57" y="131"/>
                </a:lnTo>
                <a:lnTo>
                  <a:pt x="55" y="140"/>
                </a:lnTo>
                <a:lnTo>
                  <a:pt x="54" y="148"/>
                </a:lnTo>
                <a:lnTo>
                  <a:pt x="50" y="156"/>
                </a:lnTo>
                <a:lnTo>
                  <a:pt x="50" y="159"/>
                </a:lnTo>
                <a:lnTo>
                  <a:pt x="48" y="163"/>
                </a:lnTo>
                <a:lnTo>
                  <a:pt x="46" y="166"/>
                </a:lnTo>
                <a:lnTo>
                  <a:pt x="45" y="169"/>
                </a:lnTo>
                <a:lnTo>
                  <a:pt x="42" y="172"/>
                </a:lnTo>
                <a:lnTo>
                  <a:pt x="41" y="174"/>
                </a:lnTo>
                <a:lnTo>
                  <a:pt x="38" y="177"/>
                </a:lnTo>
                <a:lnTo>
                  <a:pt x="36" y="179"/>
                </a:lnTo>
                <a:lnTo>
                  <a:pt x="33" y="179"/>
                </a:lnTo>
                <a:lnTo>
                  <a:pt x="30" y="179"/>
                </a:lnTo>
                <a:lnTo>
                  <a:pt x="27" y="179"/>
                </a:lnTo>
                <a:lnTo>
                  <a:pt x="24" y="179"/>
                </a:lnTo>
                <a:lnTo>
                  <a:pt x="22" y="176"/>
                </a:lnTo>
                <a:lnTo>
                  <a:pt x="19" y="173"/>
                </a:lnTo>
                <a:lnTo>
                  <a:pt x="16" y="170"/>
                </a:lnTo>
                <a:lnTo>
                  <a:pt x="14" y="168"/>
                </a:lnTo>
                <a:lnTo>
                  <a:pt x="10" y="165"/>
                </a:lnTo>
                <a:lnTo>
                  <a:pt x="8" y="162"/>
                </a:lnTo>
                <a:lnTo>
                  <a:pt x="5" y="159"/>
                </a:lnTo>
                <a:lnTo>
                  <a:pt x="2" y="156"/>
                </a:lnTo>
                <a:lnTo>
                  <a:pt x="2" y="154"/>
                </a:lnTo>
                <a:lnTo>
                  <a:pt x="1" y="153"/>
                </a:lnTo>
                <a:lnTo>
                  <a:pt x="1" y="151"/>
                </a:lnTo>
                <a:lnTo>
                  <a:pt x="1" y="149"/>
                </a:lnTo>
                <a:lnTo>
                  <a:pt x="0" y="144"/>
                </a:lnTo>
                <a:lnTo>
                  <a:pt x="1" y="137"/>
                </a:lnTo>
                <a:lnTo>
                  <a:pt x="2" y="131"/>
                </a:lnTo>
                <a:lnTo>
                  <a:pt x="2" y="125"/>
                </a:lnTo>
                <a:lnTo>
                  <a:pt x="4" y="117"/>
                </a:lnTo>
                <a:lnTo>
                  <a:pt x="6" y="110"/>
                </a:lnTo>
                <a:lnTo>
                  <a:pt x="10" y="96"/>
                </a:lnTo>
                <a:lnTo>
                  <a:pt x="14" y="83"/>
                </a:lnTo>
                <a:lnTo>
                  <a:pt x="17" y="72"/>
                </a:lnTo>
                <a:lnTo>
                  <a:pt x="19" y="65"/>
                </a:lnTo>
                <a:lnTo>
                  <a:pt x="20" y="61"/>
                </a:lnTo>
                <a:lnTo>
                  <a:pt x="21" y="57"/>
                </a:lnTo>
                <a:lnTo>
                  <a:pt x="21" y="53"/>
                </a:lnTo>
                <a:lnTo>
                  <a:pt x="21" y="49"/>
                </a:lnTo>
                <a:lnTo>
                  <a:pt x="19" y="39"/>
                </a:lnTo>
                <a:lnTo>
                  <a:pt x="18" y="29"/>
                </a:lnTo>
                <a:lnTo>
                  <a:pt x="18" y="25"/>
                </a:lnTo>
                <a:lnTo>
                  <a:pt x="18" y="21"/>
                </a:lnTo>
                <a:lnTo>
                  <a:pt x="17" y="17"/>
                </a:lnTo>
                <a:lnTo>
                  <a:pt x="17" y="13"/>
                </a:lnTo>
                <a:lnTo>
                  <a:pt x="18" y="9"/>
                </a:lnTo>
                <a:lnTo>
                  <a:pt x="18" y="7"/>
                </a:lnTo>
                <a:lnTo>
                  <a:pt x="18" y="5"/>
                </a:lnTo>
                <a:lnTo>
                  <a:pt x="19" y="5"/>
                </a:lnTo>
                <a:lnTo>
                  <a:pt x="20" y="3"/>
                </a:lnTo>
                <a:lnTo>
                  <a:pt x="21" y="3"/>
                </a:lnTo>
                <a:lnTo>
                  <a:pt x="22" y="1"/>
                </a:lnTo>
                <a:lnTo>
                  <a:pt x="23" y="1"/>
                </a:lnTo>
                <a:lnTo>
                  <a:pt x="24" y="1"/>
                </a:lnTo>
                <a:lnTo>
                  <a:pt x="2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3120" rIns="90000" bIns="33120" anchor="ctr">
            <a:noAutofit/>
          </a:bodyPr>
          <a:lstStyle/>
          <a:p>
            <a:endParaRPr/>
          </a:p>
        </p:txBody>
      </p:sp>
      <p:sp>
        <p:nvSpPr>
          <p:cNvPr id="393" name="íşḻïḓe">
            <a:extLst>
              <a:ext uri="{FF2B5EF4-FFF2-40B4-BE49-F238E27FC236}">
                <a16:creationId xmlns:a16="http://schemas.microsoft.com/office/drawing/2014/main" id="{4183897C-590B-45BA-89A0-1E65554CF15A}"/>
              </a:ext>
            </a:extLst>
          </p:cNvPr>
          <p:cNvSpPr>
            <a:spLocks noGrp="1"/>
          </p:cNvSpPr>
          <p:nvPr/>
        </p:nvSpPr>
        <p:spPr>
          <a:xfrm>
            <a:off x="1733760" y="746280"/>
            <a:ext cx="57600" cy="66960"/>
          </a:xfrm>
          <a:custGeom>
            <a:avLst/>
            <a:gdLst>
              <a:gd name="textAreaLeft" fmla="*/ 0 w 57600"/>
              <a:gd name="textAreaRight" fmla="*/ 57960 w 57600"/>
              <a:gd name="textAreaTop" fmla="*/ 0 h 66960"/>
              <a:gd name="textAreaBottom" fmla="*/ 67320 h 66960"/>
              <a:gd name="GluePoint1X" fmla="*/ 126 w 133"/>
              <a:gd name="GluePoint1Y" fmla="*/ 1 h 154"/>
              <a:gd name="GluePoint2X" fmla="*/ 133 w 133"/>
              <a:gd name="GluePoint2Y" fmla="*/ 5 h 154"/>
              <a:gd name="GluePoint3X" fmla="*/ 131 w 133"/>
              <a:gd name="GluePoint3Y" fmla="*/ 11 h 154"/>
              <a:gd name="GluePoint4X" fmla="*/ 125 w 133"/>
              <a:gd name="GluePoint4Y" fmla="*/ 23 h 154"/>
              <a:gd name="GluePoint5X" fmla="*/ 115 w 133"/>
              <a:gd name="GluePoint5Y" fmla="*/ 33 h 154"/>
              <a:gd name="GluePoint6X" fmla="*/ 96 w 133"/>
              <a:gd name="GluePoint6Y" fmla="*/ 49 h 154"/>
              <a:gd name="GluePoint7X" fmla="*/ 89 w 133"/>
              <a:gd name="GluePoint7Y" fmla="*/ 58 h 154"/>
              <a:gd name="GluePoint8X" fmla="*/ 89 w 133"/>
              <a:gd name="GluePoint8Y" fmla="*/ 67 h 154"/>
              <a:gd name="GluePoint9X" fmla="*/ 84 w 133"/>
              <a:gd name="GluePoint9Y" fmla="*/ 74 h 154"/>
              <a:gd name="GluePoint10X" fmla="*/ 85 w 133"/>
              <a:gd name="GluePoint10Y" fmla="*/ 85 h 154"/>
              <a:gd name="GluePoint11X" fmla="*/ 82 w 133"/>
              <a:gd name="GluePoint11Y" fmla="*/ 95 h 154"/>
              <a:gd name="GluePoint12X" fmla="*/ 80 w 133"/>
              <a:gd name="GluePoint12Y" fmla="*/ 108 h 154"/>
              <a:gd name="GluePoint13X" fmla="*/ 84 w 133"/>
              <a:gd name="GluePoint13Y" fmla="*/ 128 h 154"/>
              <a:gd name="GluePoint14X" fmla="*/ 86 w 133"/>
              <a:gd name="GluePoint14Y" fmla="*/ 139 h 154"/>
              <a:gd name="GluePoint15X" fmla="*/ 85 w 133"/>
              <a:gd name="GluePoint15Y" fmla="*/ 145 h 154"/>
              <a:gd name="GluePoint16X" fmla="*/ 83 w 133"/>
              <a:gd name="GluePoint16Y" fmla="*/ 149 h 154"/>
              <a:gd name="GluePoint17X" fmla="*/ 78 w 133"/>
              <a:gd name="GluePoint17Y" fmla="*/ 153 h 154"/>
              <a:gd name="GluePoint18X" fmla="*/ 71 w 133"/>
              <a:gd name="GluePoint18Y" fmla="*/ 154 h 154"/>
              <a:gd name="GluePoint19X" fmla="*/ 59 w 133"/>
              <a:gd name="GluePoint19Y" fmla="*/ 152 h 154"/>
              <a:gd name="GluePoint20X" fmla="*/ 51 w 133"/>
              <a:gd name="GluePoint20Y" fmla="*/ 149 h 154"/>
              <a:gd name="GluePoint21X" fmla="*/ 44 w 133"/>
              <a:gd name="GluePoint21Y" fmla="*/ 146 h 154"/>
              <a:gd name="GluePoint22X" fmla="*/ 39 w 133"/>
              <a:gd name="GluePoint22Y" fmla="*/ 141 h 154"/>
              <a:gd name="GluePoint23X" fmla="*/ 36 w 133"/>
              <a:gd name="GluePoint23Y" fmla="*/ 137 h 154"/>
              <a:gd name="GluePoint24X" fmla="*/ 34 w 133"/>
              <a:gd name="GluePoint24Y" fmla="*/ 123 h 154"/>
              <a:gd name="GluePoint25X" fmla="*/ 34 w 133"/>
              <a:gd name="GluePoint25Y" fmla="*/ 107 h 154"/>
              <a:gd name="GluePoint26X" fmla="*/ 33 w 133"/>
              <a:gd name="GluePoint26Y" fmla="*/ 83 h 154"/>
              <a:gd name="GluePoint27X" fmla="*/ 27 w 133"/>
              <a:gd name="GluePoint27Y" fmla="*/ 81 h 154"/>
              <a:gd name="GluePoint28X" fmla="*/ 18 w 133"/>
              <a:gd name="GluePoint28Y" fmla="*/ 85 h 154"/>
              <a:gd name="GluePoint29X" fmla="*/ 7 w 133"/>
              <a:gd name="GluePoint29Y" fmla="*/ 77 h 154"/>
              <a:gd name="GluePoint30X" fmla="*/ 1 w 133"/>
              <a:gd name="GluePoint30Y" fmla="*/ 69 h 154"/>
              <a:gd name="GluePoint31X" fmla="*/ 3 w 133"/>
              <a:gd name="GluePoint31Y" fmla="*/ 65 h 154"/>
              <a:gd name="GluePoint32X" fmla="*/ 8 w 133"/>
              <a:gd name="GluePoint32Y" fmla="*/ 61 h 154"/>
              <a:gd name="GluePoint33X" fmla="*/ 19 w 133"/>
              <a:gd name="GluePoint33Y" fmla="*/ 61 h 154"/>
              <a:gd name="GluePoint34X" fmla="*/ 27 w 133"/>
              <a:gd name="GluePoint34Y" fmla="*/ 60 h 154"/>
              <a:gd name="GluePoint35X" fmla="*/ 34 w 133"/>
              <a:gd name="GluePoint35Y" fmla="*/ 55 h 154"/>
              <a:gd name="GluePoint36X" fmla="*/ 40 w 133"/>
              <a:gd name="GluePoint36Y" fmla="*/ 46 h 154"/>
              <a:gd name="GluePoint37X" fmla="*/ 43 w 133"/>
              <a:gd name="GluePoint37Y" fmla="*/ 41 h 154"/>
              <a:gd name="GluePoint38X" fmla="*/ 43 w 133"/>
              <a:gd name="GluePoint38Y" fmla="*/ 28 h 154"/>
              <a:gd name="GluePoint39X" fmla="*/ 44 w 133"/>
              <a:gd name="GluePoint39Y" fmla="*/ 21 h 154"/>
              <a:gd name="GluePoint40X" fmla="*/ 48 w 133"/>
              <a:gd name="GluePoint40Y" fmla="*/ 17 h 154"/>
              <a:gd name="GluePoint41X" fmla="*/ 51 w 133"/>
              <a:gd name="GluePoint41Y" fmla="*/ 14 h 154"/>
              <a:gd name="GluePoint42X" fmla="*/ 59 w 133"/>
              <a:gd name="GluePoint42Y" fmla="*/ 15 h 154"/>
              <a:gd name="GluePoint43X" fmla="*/ 63 w 133"/>
              <a:gd name="GluePoint43Y" fmla="*/ 19 h 154"/>
              <a:gd name="GluePoint44X" fmla="*/ 75 w 133"/>
              <a:gd name="GluePoint44Y" fmla="*/ 25 h 154"/>
              <a:gd name="GluePoint45X" fmla="*/ 89 w 133"/>
              <a:gd name="GluePoint45Y" fmla="*/ 28 h 154"/>
              <a:gd name="GluePoint46X" fmla="*/ 99 w 133"/>
              <a:gd name="GluePoint46Y" fmla="*/ 17 h 154"/>
              <a:gd name="GluePoint47X" fmla="*/ 111 w 133"/>
              <a:gd name="GluePoint47Y" fmla="*/ 8 h 154"/>
              <a:gd name="GluePoint48X" fmla="*/ 116 w 133"/>
              <a:gd name="GluePoint48Y" fmla="*/ 2 h 154"/>
            </a:gdLst>
            <a:ahLst/>
            <a:cxnLst/>
            <a:rect l="textAreaLeft" t="textAreaTop" r="textAreaRight" b="textAreaBottom"/>
            <a:pathLst>
              <a:path w="133" h="154">
                <a:moveTo>
                  <a:pt x="117" y="0"/>
                </a:moveTo>
                <a:lnTo>
                  <a:pt x="122" y="0"/>
                </a:lnTo>
                <a:lnTo>
                  <a:pt x="126" y="1"/>
                </a:lnTo>
                <a:lnTo>
                  <a:pt x="130" y="1"/>
                </a:lnTo>
                <a:lnTo>
                  <a:pt x="133" y="2"/>
                </a:lnTo>
                <a:lnTo>
                  <a:pt x="133" y="5"/>
                </a:lnTo>
                <a:lnTo>
                  <a:pt x="133" y="7"/>
                </a:lnTo>
                <a:lnTo>
                  <a:pt x="132" y="9"/>
                </a:lnTo>
                <a:lnTo>
                  <a:pt x="131" y="11"/>
                </a:lnTo>
                <a:lnTo>
                  <a:pt x="130" y="15"/>
                </a:lnTo>
                <a:lnTo>
                  <a:pt x="127" y="19"/>
                </a:lnTo>
                <a:lnTo>
                  <a:pt x="125" y="23"/>
                </a:lnTo>
                <a:lnTo>
                  <a:pt x="122" y="27"/>
                </a:lnTo>
                <a:lnTo>
                  <a:pt x="119" y="30"/>
                </a:lnTo>
                <a:lnTo>
                  <a:pt x="115" y="33"/>
                </a:lnTo>
                <a:lnTo>
                  <a:pt x="107" y="40"/>
                </a:lnTo>
                <a:lnTo>
                  <a:pt x="99" y="45"/>
                </a:lnTo>
                <a:lnTo>
                  <a:pt x="96" y="49"/>
                </a:lnTo>
                <a:lnTo>
                  <a:pt x="94" y="52"/>
                </a:lnTo>
                <a:lnTo>
                  <a:pt x="91" y="55"/>
                </a:lnTo>
                <a:lnTo>
                  <a:pt x="89" y="58"/>
                </a:lnTo>
                <a:lnTo>
                  <a:pt x="89" y="61"/>
                </a:lnTo>
                <a:lnTo>
                  <a:pt x="89" y="64"/>
                </a:lnTo>
                <a:lnTo>
                  <a:pt x="89" y="67"/>
                </a:lnTo>
                <a:lnTo>
                  <a:pt x="89" y="69"/>
                </a:lnTo>
                <a:lnTo>
                  <a:pt x="87" y="72"/>
                </a:lnTo>
                <a:lnTo>
                  <a:pt x="84" y="74"/>
                </a:lnTo>
                <a:lnTo>
                  <a:pt x="85" y="78"/>
                </a:lnTo>
                <a:lnTo>
                  <a:pt x="85" y="81"/>
                </a:lnTo>
                <a:lnTo>
                  <a:pt x="85" y="85"/>
                </a:lnTo>
                <a:lnTo>
                  <a:pt x="86" y="89"/>
                </a:lnTo>
                <a:lnTo>
                  <a:pt x="83" y="92"/>
                </a:lnTo>
                <a:lnTo>
                  <a:pt x="82" y="95"/>
                </a:lnTo>
                <a:lnTo>
                  <a:pt x="81" y="99"/>
                </a:lnTo>
                <a:lnTo>
                  <a:pt x="80" y="104"/>
                </a:lnTo>
                <a:lnTo>
                  <a:pt x="80" y="108"/>
                </a:lnTo>
                <a:lnTo>
                  <a:pt x="81" y="112"/>
                </a:lnTo>
                <a:lnTo>
                  <a:pt x="83" y="121"/>
                </a:lnTo>
                <a:lnTo>
                  <a:pt x="84" y="128"/>
                </a:lnTo>
                <a:lnTo>
                  <a:pt x="85" y="132"/>
                </a:lnTo>
                <a:lnTo>
                  <a:pt x="86" y="136"/>
                </a:lnTo>
                <a:lnTo>
                  <a:pt x="86" y="139"/>
                </a:lnTo>
                <a:lnTo>
                  <a:pt x="86" y="142"/>
                </a:lnTo>
                <a:lnTo>
                  <a:pt x="85" y="144"/>
                </a:lnTo>
                <a:lnTo>
                  <a:pt x="85" y="145"/>
                </a:lnTo>
                <a:lnTo>
                  <a:pt x="84" y="146"/>
                </a:lnTo>
                <a:lnTo>
                  <a:pt x="83" y="148"/>
                </a:lnTo>
                <a:lnTo>
                  <a:pt x="83" y="149"/>
                </a:lnTo>
                <a:lnTo>
                  <a:pt x="81" y="150"/>
                </a:lnTo>
                <a:lnTo>
                  <a:pt x="79" y="152"/>
                </a:lnTo>
                <a:lnTo>
                  <a:pt x="78" y="153"/>
                </a:lnTo>
                <a:lnTo>
                  <a:pt x="75" y="153"/>
                </a:lnTo>
                <a:lnTo>
                  <a:pt x="73" y="154"/>
                </a:lnTo>
                <a:lnTo>
                  <a:pt x="71" y="154"/>
                </a:lnTo>
                <a:lnTo>
                  <a:pt x="69" y="154"/>
                </a:lnTo>
                <a:lnTo>
                  <a:pt x="64" y="153"/>
                </a:lnTo>
                <a:lnTo>
                  <a:pt x="59" y="152"/>
                </a:lnTo>
                <a:lnTo>
                  <a:pt x="56" y="151"/>
                </a:lnTo>
                <a:lnTo>
                  <a:pt x="54" y="150"/>
                </a:lnTo>
                <a:lnTo>
                  <a:pt x="51" y="149"/>
                </a:lnTo>
                <a:lnTo>
                  <a:pt x="48" y="149"/>
                </a:lnTo>
                <a:lnTo>
                  <a:pt x="46" y="148"/>
                </a:lnTo>
                <a:lnTo>
                  <a:pt x="44" y="146"/>
                </a:lnTo>
                <a:lnTo>
                  <a:pt x="43" y="145"/>
                </a:lnTo>
                <a:lnTo>
                  <a:pt x="41" y="143"/>
                </a:lnTo>
                <a:lnTo>
                  <a:pt x="39" y="141"/>
                </a:lnTo>
                <a:lnTo>
                  <a:pt x="39" y="140"/>
                </a:lnTo>
                <a:lnTo>
                  <a:pt x="37" y="138"/>
                </a:lnTo>
                <a:lnTo>
                  <a:pt x="36" y="137"/>
                </a:lnTo>
                <a:lnTo>
                  <a:pt x="35" y="132"/>
                </a:lnTo>
                <a:lnTo>
                  <a:pt x="35" y="128"/>
                </a:lnTo>
                <a:lnTo>
                  <a:pt x="34" y="123"/>
                </a:lnTo>
                <a:lnTo>
                  <a:pt x="34" y="118"/>
                </a:lnTo>
                <a:lnTo>
                  <a:pt x="34" y="113"/>
                </a:lnTo>
                <a:lnTo>
                  <a:pt x="34" y="107"/>
                </a:lnTo>
                <a:lnTo>
                  <a:pt x="35" y="96"/>
                </a:lnTo>
                <a:lnTo>
                  <a:pt x="35" y="84"/>
                </a:lnTo>
                <a:lnTo>
                  <a:pt x="33" y="83"/>
                </a:lnTo>
                <a:lnTo>
                  <a:pt x="31" y="82"/>
                </a:lnTo>
                <a:lnTo>
                  <a:pt x="30" y="81"/>
                </a:lnTo>
                <a:lnTo>
                  <a:pt x="27" y="81"/>
                </a:lnTo>
                <a:lnTo>
                  <a:pt x="23" y="82"/>
                </a:lnTo>
                <a:lnTo>
                  <a:pt x="21" y="84"/>
                </a:lnTo>
                <a:lnTo>
                  <a:pt x="18" y="85"/>
                </a:lnTo>
                <a:lnTo>
                  <a:pt x="15" y="85"/>
                </a:lnTo>
                <a:lnTo>
                  <a:pt x="11" y="81"/>
                </a:lnTo>
                <a:lnTo>
                  <a:pt x="7" y="77"/>
                </a:lnTo>
                <a:lnTo>
                  <a:pt x="4" y="75"/>
                </a:lnTo>
                <a:lnTo>
                  <a:pt x="3" y="73"/>
                </a:lnTo>
                <a:lnTo>
                  <a:pt x="1" y="69"/>
                </a:lnTo>
                <a:lnTo>
                  <a:pt x="0" y="67"/>
                </a:lnTo>
                <a:lnTo>
                  <a:pt x="2" y="66"/>
                </a:lnTo>
                <a:lnTo>
                  <a:pt x="3" y="65"/>
                </a:lnTo>
                <a:lnTo>
                  <a:pt x="5" y="65"/>
                </a:lnTo>
                <a:lnTo>
                  <a:pt x="6" y="64"/>
                </a:lnTo>
                <a:lnTo>
                  <a:pt x="8" y="61"/>
                </a:lnTo>
                <a:lnTo>
                  <a:pt x="11" y="61"/>
                </a:lnTo>
                <a:lnTo>
                  <a:pt x="15" y="61"/>
                </a:lnTo>
                <a:lnTo>
                  <a:pt x="19" y="61"/>
                </a:lnTo>
                <a:lnTo>
                  <a:pt x="22" y="61"/>
                </a:lnTo>
                <a:lnTo>
                  <a:pt x="26" y="61"/>
                </a:lnTo>
                <a:lnTo>
                  <a:pt x="27" y="60"/>
                </a:lnTo>
                <a:lnTo>
                  <a:pt x="30" y="58"/>
                </a:lnTo>
                <a:lnTo>
                  <a:pt x="31" y="57"/>
                </a:lnTo>
                <a:lnTo>
                  <a:pt x="34" y="55"/>
                </a:lnTo>
                <a:lnTo>
                  <a:pt x="37" y="51"/>
                </a:lnTo>
                <a:lnTo>
                  <a:pt x="40" y="48"/>
                </a:lnTo>
                <a:lnTo>
                  <a:pt x="40" y="46"/>
                </a:lnTo>
                <a:lnTo>
                  <a:pt x="41" y="45"/>
                </a:lnTo>
                <a:lnTo>
                  <a:pt x="42" y="42"/>
                </a:lnTo>
                <a:lnTo>
                  <a:pt x="43" y="41"/>
                </a:lnTo>
                <a:lnTo>
                  <a:pt x="43" y="36"/>
                </a:lnTo>
                <a:lnTo>
                  <a:pt x="43" y="32"/>
                </a:lnTo>
                <a:lnTo>
                  <a:pt x="43" y="28"/>
                </a:lnTo>
                <a:lnTo>
                  <a:pt x="43" y="24"/>
                </a:lnTo>
                <a:lnTo>
                  <a:pt x="43" y="22"/>
                </a:lnTo>
                <a:lnTo>
                  <a:pt x="44" y="21"/>
                </a:lnTo>
                <a:lnTo>
                  <a:pt x="46" y="19"/>
                </a:lnTo>
                <a:lnTo>
                  <a:pt x="47" y="18"/>
                </a:lnTo>
                <a:lnTo>
                  <a:pt x="48" y="17"/>
                </a:lnTo>
                <a:lnTo>
                  <a:pt x="49" y="16"/>
                </a:lnTo>
                <a:lnTo>
                  <a:pt x="50" y="15"/>
                </a:lnTo>
                <a:lnTo>
                  <a:pt x="51" y="14"/>
                </a:lnTo>
                <a:lnTo>
                  <a:pt x="55" y="13"/>
                </a:lnTo>
                <a:lnTo>
                  <a:pt x="59" y="13"/>
                </a:lnTo>
                <a:lnTo>
                  <a:pt x="59" y="15"/>
                </a:lnTo>
                <a:lnTo>
                  <a:pt x="61" y="16"/>
                </a:lnTo>
                <a:lnTo>
                  <a:pt x="62" y="17"/>
                </a:lnTo>
                <a:lnTo>
                  <a:pt x="63" y="19"/>
                </a:lnTo>
                <a:lnTo>
                  <a:pt x="67" y="21"/>
                </a:lnTo>
                <a:lnTo>
                  <a:pt x="71" y="23"/>
                </a:lnTo>
                <a:lnTo>
                  <a:pt x="75" y="25"/>
                </a:lnTo>
                <a:lnTo>
                  <a:pt x="80" y="26"/>
                </a:lnTo>
                <a:lnTo>
                  <a:pt x="85" y="27"/>
                </a:lnTo>
                <a:lnTo>
                  <a:pt x="89" y="28"/>
                </a:lnTo>
                <a:lnTo>
                  <a:pt x="91" y="24"/>
                </a:lnTo>
                <a:lnTo>
                  <a:pt x="95" y="21"/>
                </a:lnTo>
                <a:lnTo>
                  <a:pt x="99" y="17"/>
                </a:lnTo>
                <a:lnTo>
                  <a:pt x="103" y="15"/>
                </a:lnTo>
                <a:lnTo>
                  <a:pt x="107" y="11"/>
                </a:lnTo>
                <a:lnTo>
                  <a:pt x="111" y="8"/>
                </a:lnTo>
                <a:lnTo>
                  <a:pt x="113" y="6"/>
                </a:lnTo>
                <a:lnTo>
                  <a:pt x="115" y="4"/>
                </a:lnTo>
                <a:lnTo>
                  <a:pt x="116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320" rIns="90000" bIns="22320" anchor="ctr">
            <a:noAutofit/>
          </a:bodyPr>
          <a:lstStyle/>
          <a:p>
            <a:endParaRPr/>
          </a:p>
        </p:txBody>
      </p:sp>
      <p:sp>
        <p:nvSpPr>
          <p:cNvPr id="395" name="ïşļïḍè">
            <a:extLst>
              <a:ext uri="{FF2B5EF4-FFF2-40B4-BE49-F238E27FC236}">
                <a16:creationId xmlns:a16="http://schemas.microsoft.com/office/drawing/2014/main" id="{A248A259-062A-4895-8988-95B9F3AADD64}"/>
              </a:ext>
            </a:extLst>
          </p:cNvPr>
          <p:cNvSpPr>
            <a:spLocks noGrp="1"/>
          </p:cNvSpPr>
          <p:nvPr/>
        </p:nvSpPr>
        <p:spPr>
          <a:xfrm>
            <a:off x="1371240" y="936000"/>
            <a:ext cx="38520" cy="64440"/>
          </a:xfrm>
          <a:custGeom>
            <a:avLst/>
            <a:gdLst>
              <a:gd name="textAreaLeft" fmla="*/ 0 w 38520"/>
              <a:gd name="textAreaRight" fmla="*/ 38880 w 38520"/>
              <a:gd name="textAreaTop" fmla="*/ 0 h 64440"/>
              <a:gd name="textAreaBottom" fmla="*/ 64800 h 64440"/>
              <a:gd name="GluePoint1X" fmla="*/ 87 w 89"/>
              <a:gd name="GluePoint1Y" fmla="*/ 91 h 148"/>
              <a:gd name="GluePoint2X" fmla="*/ 82 w 89"/>
              <a:gd name="GluePoint2Y" fmla="*/ 82 h 148"/>
              <a:gd name="GluePoint3X" fmla="*/ 74 w 89"/>
              <a:gd name="GluePoint3Y" fmla="*/ 74 h 148"/>
              <a:gd name="GluePoint4X" fmla="*/ 63 w 89"/>
              <a:gd name="GluePoint4Y" fmla="*/ 66 h 148"/>
              <a:gd name="GluePoint5X" fmla="*/ 51 w 89"/>
              <a:gd name="GluePoint5Y" fmla="*/ 58 h 148"/>
              <a:gd name="GluePoint6X" fmla="*/ 35 w 89"/>
              <a:gd name="GluePoint6Y" fmla="*/ 49 h 148"/>
              <a:gd name="GluePoint7X" fmla="*/ 27 w 89"/>
              <a:gd name="GluePoint7Y" fmla="*/ 40 h 148"/>
              <a:gd name="GluePoint8X" fmla="*/ 26 w 89"/>
              <a:gd name="GluePoint8Y" fmla="*/ 35 h 148"/>
              <a:gd name="GluePoint9X" fmla="*/ 26 w 89"/>
              <a:gd name="GluePoint9Y" fmla="*/ 29 h 148"/>
              <a:gd name="GluePoint10X" fmla="*/ 27 w 89"/>
              <a:gd name="GluePoint10Y" fmla="*/ 22 h 148"/>
              <a:gd name="GluePoint11X" fmla="*/ 31 w 89"/>
              <a:gd name="GluePoint11Y" fmla="*/ 18 h 148"/>
              <a:gd name="GluePoint12X" fmla="*/ 36 w 89"/>
              <a:gd name="GluePoint12Y" fmla="*/ 14 h 148"/>
              <a:gd name="GluePoint13X" fmla="*/ 43 w 89"/>
              <a:gd name="GluePoint13Y" fmla="*/ 13 h 148"/>
              <a:gd name="GluePoint14X" fmla="*/ 52 w 89"/>
              <a:gd name="GluePoint14Y" fmla="*/ 12 h 148"/>
              <a:gd name="GluePoint15X" fmla="*/ 63 w 89"/>
              <a:gd name="GluePoint15Y" fmla="*/ 17 h 148"/>
              <a:gd name="GluePoint16X" fmla="*/ 71 w 89"/>
              <a:gd name="GluePoint16Y" fmla="*/ 26 h 148"/>
              <a:gd name="GluePoint17X" fmla="*/ 75 w 89"/>
              <a:gd name="GluePoint17Y" fmla="*/ 29 h 148"/>
              <a:gd name="GluePoint18X" fmla="*/ 79 w 89"/>
              <a:gd name="GluePoint18Y" fmla="*/ 20 h 148"/>
              <a:gd name="GluePoint19X" fmla="*/ 82 w 89"/>
              <a:gd name="GluePoint19Y" fmla="*/ 12 h 148"/>
              <a:gd name="GluePoint20X" fmla="*/ 75 w 89"/>
              <a:gd name="GluePoint20Y" fmla="*/ 6 h 148"/>
              <a:gd name="GluePoint21X" fmla="*/ 63 w 89"/>
              <a:gd name="GluePoint21Y" fmla="*/ 2 h 148"/>
              <a:gd name="GluePoint22X" fmla="*/ 49 w 89"/>
              <a:gd name="GluePoint22Y" fmla="*/ 0 h 148"/>
              <a:gd name="GluePoint23X" fmla="*/ 33 w 89"/>
              <a:gd name="GluePoint23Y" fmla="*/ 2 h 148"/>
              <a:gd name="GluePoint24X" fmla="*/ 21 w 89"/>
              <a:gd name="GluePoint24Y" fmla="*/ 7 h 148"/>
              <a:gd name="GluePoint25X" fmla="*/ 11 w 89"/>
              <a:gd name="GluePoint25Y" fmla="*/ 15 h 148"/>
              <a:gd name="GluePoint26X" fmla="*/ 5 w 89"/>
              <a:gd name="GluePoint26Y" fmla="*/ 26 h 148"/>
              <a:gd name="GluePoint27X" fmla="*/ 1 w 89"/>
              <a:gd name="GluePoint27Y" fmla="*/ 39 h 148"/>
              <a:gd name="GluePoint28X" fmla="*/ 2 w 89"/>
              <a:gd name="GluePoint28Y" fmla="*/ 50 h 148"/>
              <a:gd name="GluePoint29X" fmla="*/ 5 w 89"/>
              <a:gd name="GluePoint29Y" fmla="*/ 61 h 148"/>
              <a:gd name="GluePoint30X" fmla="*/ 10 w 89"/>
              <a:gd name="GluePoint30Y" fmla="*/ 70 h 148"/>
              <a:gd name="GluePoint31X" fmla="*/ 18 w 89"/>
              <a:gd name="GluePoint31Y" fmla="*/ 78 h 148"/>
              <a:gd name="GluePoint32X" fmla="*/ 28 w 89"/>
              <a:gd name="GluePoint32Y" fmla="*/ 85 h 148"/>
              <a:gd name="GluePoint33X" fmla="*/ 43 w 89"/>
              <a:gd name="GluePoint33Y" fmla="*/ 92 h 148"/>
              <a:gd name="GluePoint34X" fmla="*/ 56 w 89"/>
              <a:gd name="GluePoint34Y" fmla="*/ 102 h 148"/>
              <a:gd name="GluePoint35X" fmla="*/ 60 w 89"/>
              <a:gd name="GluePoint35Y" fmla="*/ 107 h 148"/>
              <a:gd name="GluePoint36X" fmla="*/ 63 w 89"/>
              <a:gd name="GluePoint36Y" fmla="*/ 112 h 148"/>
              <a:gd name="GluePoint37X" fmla="*/ 63 w 89"/>
              <a:gd name="GluePoint37Y" fmla="*/ 119 h 148"/>
              <a:gd name="GluePoint38X" fmla="*/ 61 w 89"/>
              <a:gd name="GluePoint38Y" fmla="*/ 125 h 148"/>
              <a:gd name="GluePoint39X" fmla="*/ 58 w 89"/>
              <a:gd name="GluePoint39Y" fmla="*/ 130 h 148"/>
              <a:gd name="GluePoint40X" fmla="*/ 53 w 89"/>
              <a:gd name="GluePoint40Y" fmla="*/ 134 h 148"/>
              <a:gd name="GluePoint41X" fmla="*/ 47 w 89"/>
              <a:gd name="GluePoint41Y" fmla="*/ 136 h 148"/>
              <a:gd name="GluePoint42X" fmla="*/ 39 w 89"/>
              <a:gd name="GluePoint42Y" fmla="*/ 137 h 148"/>
              <a:gd name="GluePoint43X" fmla="*/ 31 w 89"/>
              <a:gd name="GluePoint43Y" fmla="*/ 136 h 148"/>
              <a:gd name="GluePoint44X" fmla="*/ 23 w 89"/>
              <a:gd name="GluePoint44Y" fmla="*/ 134 h 148"/>
              <a:gd name="GluePoint45X" fmla="*/ 18 w 89"/>
              <a:gd name="GluePoint45Y" fmla="*/ 130 h 148"/>
              <a:gd name="GluePoint46X" fmla="*/ 14 w 89"/>
              <a:gd name="GluePoint46Y" fmla="*/ 124 h 148"/>
              <a:gd name="GluePoint47X" fmla="*/ 11 w 89"/>
              <a:gd name="GluePoint47Y" fmla="*/ 117 h 148"/>
              <a:gd name="GluePoint48X" fmla="*/ 5 w 89"/>
              <a:gd name="GluePoint48Y" fmla="*/ 121 h 148"/>
              <a:gd name="GluePoint49X" fmla="*/ 0 w 89"/>
              <a:gd name="GluePoint49Y" fmla="*/ 141 h 148"/>
              <a:gd name="GluePoint50X" fmla="*/ 12 w 89"/>
              <a:gd name="GluePoint50Y" fmla="*/ 146 h 148"/>
              <a:gd name="GluePoint51X" fmla="*/ 25 w 89"/>
              <a:gd name="GluePoint51Y" fmla="*/ 147 h 148"/>
              <a:gd name="GluePoint52X" fmla="*/ 40 w 89"/>
              <a:gd name="GluePoint52Y" fmla="*/ 148 h 148"/>
              <a:gd name="GluePoint53X" fmla="*/ 57 w 89"/>
              <a:gd name="GluePoint53Y" fmla="*/ 145 h 148"/>
              <a:gd name="GluePoint54X" fmla="*/ 70 w 89"/>
              <a:gd name="GluePoint54Y" fmla="*/ 139 h 148"/>
              <a:gd name="GluePoint55X" fmla="*/ 80 w 89"/>
              <a:gd name="GluePoint55Y" fmla="*/ 130 h 148"/>
              <a:gd name="GluePoint56X" fmla="*/ 86 w 89"/>
              <a:gd name="GluePoint56Y" fmla="*/ 118 h 148"/>
              <a:gd name="GluePoint57X" fmla="*/ 89 w 89"/>
              <a:gd name="GluePoint57Y" fmla="*/ 103 h 148"/>
            </a:gdLst>
            <a:ahLst/>
            <a:cxnLst/>
            <a:rect l="textAreaLeft" t="textAreaTop" r="textAreaRight" b="textAreaBottom"/>
            <a:pathLst>
              <a:path w="89" h="148">
                <a:moveTo>
                  <a:pt x="88" y="97"/>
                </a:moveTo>
                <a:lnTo>
                  <a:pt x="87" y="94"/>
                </a:lnTo>
                <a:lnTo>
                  <a:pt x="87" y="91"/>
                </a:lnTo>
                <a:lnTo>
                  <a:pt x="85" y="88"/>
                </a:lnTo>
                <a:lnTo>
                  <a:pt x="83" y="85"/>
                </a:lnTo>
                <a:lnTo>
                  <a:pt x="82" y="82"/>
                </a:lnTo>
                <a:lnTo>
                  <a:pt x="79" y="79"/>
                </a:lnTo>
                <a:lnTo>
                  <a:pt x="77" y="77"/>
                </a:lnTo>
                <a:lnTo>
                  <a:pt x="74" y="74"/>
                </a:lnTo>
                <a:lnTo>
                  <a:pt x="71" y="71"/>
                </a:lnTo>
                <a:lnTo>
                  <a:pt x="67" y="69"/>
                </a:lnTo>
                <a:lnTo>
                  <a:pt x="63" y="66"/>
                </a:lnTo>
                <a:lnTo>
                  <a:pt x="59" y="63"/>
                </a:lnTo>
                <a:lnTo>
                  <a:pt x="55" y="61"/>
                </a:lnTo>
                <a:lnTo>
                  <a:pt x="51" y="58"/>
                </a:lnTo>
                <a:lnTo>
                  <a:pt x="45" y="55"/>
                </a:lnTo>
                <a:lnTo>
                  <a:pt x="40" y="52"/>
                </a:lnTo>
                <a:lnTo>
                  <a:pt x="35" y="49"/>
                </a:lnTo>
                <a:lnTo>
                  <a:pt x="32" y="46"/>
                </a:lnTo>
                <a:lnTo>
                  <a:pt x="29" y="42"/>
                </a:lnTo>
                <a:lnTo>
                  <a:pt x="27" y="40"/>
                </a:lnTo>
                <a:lnTo>
                  <a:pt x="27" y="38"/>
                </a:lnTo>
                <a:lnTo>
                  <a:pt x="26" y="36"/>
                </a:lnTo>
                <a:lnTo>
                  <a:pt x="26" y="35"/>
                </a:lnTo>
                <a:lnTo>
                  <a:pt x="26" y="34"/>
                </a:lnTo>
                <a:lnTo>
                  <a:pt x="26" y="30"/>
                </a:lnTo>
                <a:lnTo>
                  <a:pt x="26" y="29"/>
                </a:lnTo>
                <a:lnTo>
                  <a:pt x="27" y="26"/>
                </a:lnTo>
                <a:lnTo>
                  <a:pt x="27" y="25"/>
                </a:lnTo>
                <a:lnTo>
                  <a:pt x="27" y="22"/>
                </a:lnTo>
                <a:lnTo>
                  <a:pt x="29" y="21"/>
                </a:lnTo>
                <a:lnTo>
                  <a:pt x="30" y="19"/>
                </a:lnTo>
                <a:lnTo>
                  <a:pt x="31" y="18"/>
                </a:lnTo>
                <a:lnTo>
                  <a:pt x="33" y="17"/>
                </a:lnTo>
                <a:lnTo>
                  <a:pt x="35" y="15"/>
                </a:lnTo>
                <a:lnTo>
                  <a:pt x="36" y="14"/>
                </a:lnTo>
                <a:lnTo>
                  <a:pt x="39" y="14"/>
                </a:lnTo>
                <a:lnTo>
                  <a:pt x="40" y="13"/>
                </a:lnTo>
                <a:lnTo>
                  <a:pt x="43" y="13"/>
                </a:lnTo>
                <a:lnTo>
                  <a:pt x="46" y="12"/>
                </a:lnTo>
                <a:lnTo>
                  <a:pt x="48" y="12"/>
                </a:lnTo>
                <a:lnTo>
                  <a:pt x="52" y="12"/>
                </a:lnTo>
                <a:lnTo>
                  <a:pt x="56" y="14"/>
                </a:lnTo>
                <a:lnTo>
                  <a:pt x="59" y="14"/>
                </a:lnTo>
                <a:lnTo>
                  <a:pt x="63" y="17"/>
                </a:lnTo>
                <a:lnTo>
                  <a:pt x="66" y="19"/>
                </a:lnTo>
                <a:lnTo>
                  <a:pt x="68" y="22"/>
                </a:lnTo>
                <a:lnTo>
                  <a:pt x="71" y="26"/>
                </a:lnTo>
                <a:lnTo>
                  <a:pt x="73" y="30"/>
                </a:lnTo>
                <a:lnTo>
                  <a:pt x="75" y="30"/>
                </a:lnTo>
                <a:lnTo>
                  <a:pt x="75" y="29"/>
                </a:lnTo>
                <a:lnTo>
                  <a:pt x="77" y="26"/>
                </a:lnTo>
                <a:lnTo>
                  <a:pt x="77" y="24"/>
                </a:lnTo>
                <a:lnTo>
                  <a:pt x="79" y="20"/>
                </a:lnTo>
                <a:lnTo>
                  <a:pt x="79" y="18"/>
                </a:lnTo>
                <a:lnTo>
                  <a:pt x="81" y="14"/>
                </a:lnTo>
                <a:lnTo>
                  <a:pt x="82" y="12"/>
                </a:lnTo>
                <a:lnTo>
                  <a:pt x="83" y="10"/>
                </a:lnTo>
                <a:lnTo>
                  <a:pt x="79" y="8"/>
                </a:lnTo>
                <a:lnTo>
                  <a:pt x="75" y="6"/>
                </a:lnTo>
                <a:lnTo>
                  <a:pt x="71" y="4"/>
                </a:lnTo>
                <a:lnTo>
                  <a:pt x="67" y="2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9" y="0"/>
                </a:lnTo>
                <a:lnTo>
                  <a:pt x="43" y="1"/>
                </a:lnTo>
                <a:lnTo>
                  <a:pt x="38" y="1"/>
                </a:lnTo>
                <a:lnTo>
                  <a:pt x="33" y="2"/>
                </a:lnTo>
                <a:lnTo>
                  <a:pt x="29" y="3"/>
                </a:lnTo>
                <a:lnTo>
                  <a:pt x="25" y="6"/>
                </a:lnTo>
                <a:lnTo>
                  <a:pt x="21" y="7"/>
                </a:lnTo>
                <a:lnTo>
                  <a:pt x="17" y="10"/>
                </a:lnTo>
                <a:lnTo>
                  <a:pt x="14" y="12"/>
                </a:lnTo>
                <a:lnTo>
                  <a:pt x="11" y="15"/>
                </a:lnTo>
                <a:lnTo>
                  <a:pt x="8" y="18"/>
                </a:lnTo>
                <a:lnTo>
                  <a:pt x="7" y="22"/>
                </a:lnTo>
                <a:lnTo>
                  <a:pt x="5" y="26"/>
                </a:lnTo>
                <a:lnTo>
                  <a:pt x="3" y="30"/>
                </a:lnTo>
                <a:lnTo>
                  <a:pt x="3" y="34"/>
                </a:lnTo>
                <a:lnTo>
                  <a:pt x="1" y="39"/>
                </a:lnTo>
                <a:lnTo>
                  <a:pt x="1" y="44"/>
                </a:lnTo>
                <a:lnTo>
                  <a:pt x="1" y="47"/>
                </a:lnTo>
                <a:lnTo>
                  <a:pt x="2" y="50"/>
                </a:lnTo>
                <a:lnTo>
                  <a:pt x="3" y="54"/>
                </a:lnTo>
                <a:lnTo>
                  <a:pt x="3" y="58"/>
                </a:lnTo>
                <a:lnTo>
                  <a:pt x="5" y="61"/>
                </a:lnTo>
                <a:lnTo>
                  <a:pt x="6" y="64"/>
                </a:lnTo>
                <a:lnTo>
                  <a:pt x="8" y="66"/>
                </a:lnTo>
                <a:lnTo>
                  <a:pt x="10" y="70"/>
                </a:lnTo>
                <a:lnTo>
                  <a:pt x="12" y="72"/>
                </a:lnTo>
                <a:lnTo>
                  <a:pt x="15" y="75"/>
                </a:lnTo>
                <a:lnTo>
                  <a:pt x="18" y="78"/>
                </a:lnTo>
                <a:lnTo>
                  <a:pt x="21" y="80"/>
                </a:lnTo>
                <a:lnTo>
                  <a:pt x="24" y="82"/>
                </a:lnTo>
                <a:lnTo>
                  <a:pt x="28" y="85"/>
                </a:lnTo>
                <a:lnTo>
                  <a:pt x="32" y="86"/>
                </a:lnTo>
                <a:lnTo>
                  <a:pt x="36" y="89"/>
                </a:lnTo>
                <a:lnTo>
                  <a:pt x="43" y="92"/>
                </a:lnTo>
                <a:lnTo>
                  <a:pt x="48" y="95"/>
                </a:lnTo>
                <a:lnTo>
                  <a:pt x="53" y="99"/>
                </a:lnTo>
                <a:lnTo>
                  <a:pt x="56" y="102"/>
                </a:lnTo>
                <a:lnTo>
                  <a:pt x="58" y="103"/>
                </a:lnTo>
                <a:lnTo>
                  <a:pt x="59" y="105"/>
                </a:lnTo>
                <a:lnTo>
                  <a:pt x="60" y="107"/>
                </a:lnTo>
                <a:lnTo>
                  <a:pt x="62" y="109"/>
                </a:lnTo>
                <a:lnTo>
                  <a:pt x="62" y="111"/>
                </a:lnTo>
                <a:lnTo>
                  <a:pt x="63" y="112"/>
                </a:lnTo>
                <a:lnTo>
                  <a:pt x="63" y="114"/>
                </a:lnTo>
                <a:lnTo>
                  <a:pt x="63" y="115"/>
                </a:lnTo>
                <a:lnTo>
                  <a:pt x="63" y="119"/>
                </a:lnTo>
                <a:lnTo>
                  <a:pt x="63" y="121"/>
                </a:lnTo>
                <a:lnTo>
                  <a:pt x="62" y="123"/>
                </a:lnTo>
                <a:lnTo>
                  <a:pt x="61" y="125"/>
                </a:lnTo>
                <a:lnTo>
                  <a:pt x="60" y="127"/>
                </a:lnTo>
                <a:lnTo>
                  <a:pt x="59" y="128"/>
                </a:lnTo>
                <a:lnTo>
                  <a:pt x="58" y="130"/>
                </a:lnTo>
                <a:lnTo>
                  <a:pt x="56" y="131"/>
                </a:lnTo>
                <a:lnTo>
                  <a:pt x="55" y="132"/>
                </a:lnTo>
                <a:lnTo>
                  <a:pt x="53" y="134"/>
                </a:lnTo>
                <a:lnTo>
                  <a:pt x="51" y="135"/>
                </a:lnTo>
                <a:lnTo>
                  <a:pt x="49" y="135"/>
                </a:lnTo>
                <a:lnTo>
                  <a:pt x="47" y="136"/>
                </a:lnTo>
                <a:lnTo>
                  <a:pt x="44" y="136"/>
                </a:lnTo>
                <a:lnTo>
                  <a:pt x="42" y="137"/>
                </a:lnTo>
                <a:lnTo>
                  <a:pt x="39" y="137"/>
                </a:lnTo>
                <a:lnTo>
                  <a:pt x="36" y="137"/>
                </a:lnTo>
                <a:lnTo>
                  <a:pt x="33" y="136"/>
                </a:lnTo>
                <a:lnTo>
                  <a:pt x="31" y="136"/>
                </a:lnTo>
                <a:lnTo>
                  <a:pt x="28" y="135"/>
                </a:lnTo>
                <a:lnTo>
                  <a:pt x="26" y="135"/>
                </a:lnTo>
                <a:lnTo>
                  <a:pt x="23" y="134"/>
                </a:lnTo>
                <a:lnTo>
                  <a:pt x="21" y="132"/>
                </a:lnTo>
                <a:lnTo>
                  <a:pt x="19" y="131"/>
                </a:lnTo>
                <a:lnTo>
                  <a:pt x="18" y="130"/>
                </a:lnTo>
                <a:lnTo>
                  <a:pt x="16" y="128"/>
                </a:lnTo>
                <a:lnTo>
                  <a:pt x="15" y="126"/>
                </a:lnTo>
                <a:lnTo>
                  <a:pt x="14" y="124"/>
                </a:lnTo>
                <a:lnTo>
                  <a:pt x="12" y="122"/>
                </a:lnTo>
                <a:lnTo>
                  <a:pt x="11" y="119"/>
                </a:lnTo>
                <a:lnTo>
                  <a:pt x="11" y="117"/>
                </a:lnTo>
                <a:lnTo>
                  <a:pt x="10" y="114"/>
                </a:lnTo>
                <a:lnTo>
                  <a:pt x="6" y="114"/>
                </a:lnTo>
                <a:lnTo>
                  <a:pt x="5" y="121"/>
                </a:lnTo>
                <a:lnTo>
                  <a:pt x="3" y="128"/>
                </a:lnTo>
                <a:lnTo>
                  <a:pt x="3" y="135"/>
                </a:lnTo>
                <a:lnTo>
                  <a:pt x="0" y="141"/>
                </a:lnTo>
                <a:lnTo>
                  <a:pt x="4" y="143"/>
                </a:lnTo>
                <a:lnTo>
                  <a:pt x="8" y="144"/>
                </a:lnTo>
                <a:lnTo>
                  <a:pt x="12" y="146"/>
                </a:lnTo>
                <a:lnTo>
                  <a:pt x="17" y="147"/>
                </a:lnTo>
                <a:lnTo>
                  <a:pt x="21" y="147"/>
                </a:lnTo>
                <a:lnTo>
                  <a:pt x="25" y="147"/>
                </a:lnTo>
                <a:lnTo>
                  <a:pt x="29" y="148"/>
                </a:lnTo>
                <a:lnTo>
                  <a:pt x="34" y="148"/>
                </a:lnTo>
                <a:lnTo>
                  <a:pt x="40" y="148"/>
                </a:lnTo>
                <a:lnTo>
                  <a:pt x="46" y="147"/>
                </a:lnTo>
                <a:lnTo>
                  <a:pt x="51" y="146"/>
                </a:lnTo>
                <a:lnTo>
                  <a:pt x="57" y="145"/>
                </a:lnTo>
                <a:lnTo>
                  <a:pt x="62" y="143"/>
                </a:lnTo>
                <a:lnTo>
                  <a:pt x="66" y="141"/>
                </a:lnTo>
                <a:lnTo>
                  <a:pt x="70" y="139"/>
                </a:lnTo>
                <a:lnTo>
                  <a:pt x="74" y="136"/>
                </a:lnTo>
                <a:lnTo>
                  <a:pt x="77" y="133"/>
                </a:lnTo>
                <a:lnTo>
                  <a:pt x="80" y="130"/>
                </a:lnTo>
                <a:lnTo>
                  <a:pt x="83" y="127"/>
                </a:lnTo>
                <a:lnTo>
                  <a:pt x="84" y="123"/>
                </a:lnTo>
                <a:lnTo>
                  <a:pt x="86" y="118"/>
                </a:lnTo>
                <a:lnTo>
                  <a:pt x="87" y="114"/>
                </a:lnTo>
                <a:lnTo>
                  <a:pt x="88" y="109"/>
                </a:lnTo>
                <a:lnTo>
                  <a:pt x="89" y="103"/>
                </a:lnTo>
                <a:lnTo>
                  <a:pt x="89" y="100"/>
                </a:lnTo>
                <a:lnTo>
                  <a:pt x="88" y="9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396" name="ïśḷíḓé">
            <a:extLst>
              <a:ext uri="{FF2B5EF4-FFF2-40B4-BE49-F238E27FC236}">
                <a16:creationId xmlns:a16="http://schemas.microsoft.com/office/drawing/2014/main" id="{897B2621-04FC-4C3E-85CF-B6697EAFE9A8}"/>
              </a:ext>
            </a:extLst>
          </p:cNvPr>
          <p:cNvSpPr>
            <a:spLocks noGrp="1"/>
          </p:cNvSpPr>
          <p:nvPr/>
        </p:nvSpPr>
        <p:spPr>
          <a:xfrm>
            <a:off x="142092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7 w 102"/>
              <a:gd name="GluePoint2Y" fmla="*/ 25 h 103"/>
              <a:gd name="GluePoint3X" fmla="*/ 92 w 102"/>
              <a:gd name="GluePoint3Y" fmla="*/ 17 h 103"/>
              <a:gd name="GluePoint4X" fmla="*/ 85 w 102"/>
              <a:gd name="GluePoint4Y" fmla="*/ 10 h 103"/>
              <a:gd name="GluePoint5X" fmla="*/ 77 w 102"/>
              <a:gd name="GluePoint5Y" fmla="*/ 6 h 103"/>
              <a:gd name="GluePoint6X" fmla="*/ 68 w 102"/>
              <a:gd name="GluePoint6Y" fmla="*/ 2 h 103"/>
              <a:gd name="GluePoint7X" fmla="*/ 57 w 102"/>
              <a:gd name="GluePoint7Y" fmla="*/ 1 h 103"/>
              <a:gd name="GluePoint8X" fmla="*/ 45 w 102"/>
              <a:gd name="GluePoint8Y" fmla="*/ 1 h 103"/>
              <a:gd name="GluePoint9X" fmla="*/ 34 w 102"/>
              <a:gd name="GluePoint9Y" fmla="*/ 2 h 103"/>
              <a:gd name="GluePoint10X" fmla="*/ 25 w 102"/>
              <a:gd name="GluePoint10Y" fmla="*/ 6 h 103"/>
              <a:gd name="GluePoint11X" fmla="*/ 17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2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2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7 w 102"/>
              <a:gd name="GluePoint20Y" fmla="*/ 94 h 103"/>
              <a:gd name="GluePoint21X" fmla="*/ 25 w 102"/>
              <a:gd name="GluePoint21Y" fmla="*/ 98 h 103"/>
              <a:gd name="GluePoint22X" fmla="*/ 34 w 102"/>
              <a:gd name="GluePoint22Y" fmla="*/ 102 h 103"/>
              <a:gd name="GluePoint23X" fmla="*/ 45 w 102"/>
              <a:gd name="GluePoint23Y" fmla="*/ 103 h 103"/>
              <a:gd name="GluePoint24X" fmla="*/ 57 w 102"/>
              <a:gd name="GluePoint24Y" fmla="*/ 103 h 103"/>
              <a:gd name="GluePoint25X" fmla="*/ 68 w 102"/>
              <a:gd name="GluePoint25Y" fmla="*/ 102 h 103"/>
              <a:gd name="GluePoint26X" fmla="*/ 77 w 102"/>
              <a:gd name="GluePoint26Y" fmla="*/ 98 h 103"/>
              <a:gd name="GluePoint27X" fmla="*/ 85 w 102"/>
              <a:gd name="GluePoint27Y" fmla="*/ 92 h 103"/>
              <a:gd name="GluePoint28X" fmla="*/ 92 w 102"/>
              <a:gd name="GluePoint28Y" fmla="*/ 86 h 103"/>
              <a:gd name="GluePoint29X" fmla="*/ 97 w 102"/>
              <a:gd name="GluePoint29Y" fmla="*/ 78 h 103"/>
              <a:gd name="GluePoint30X" fmla="*/ 100 w 102"/>
              <a:gd name="GluePoint30Y" fmla="*/ 68 h 103"/>
              <a:gd name="GluePoint31X" fmla="*/ 102 w 102"/>
              <a:gd name="GluePoint31Y" fmla="*/ 56 h 103"/>
              <a:gd name="GluePoint32X" fmla="*/ 102 w 102"/>
              <a:gd name="GluePoint32Y" fmla="*/ 44 h 103"/>
              <a:gd name="GluePoint33X" fmla="*/ 71 w 102"/>
              <a:gd name="GluePoint33Y" fmla="*/ 58 h 103"/>
              <a:gd name="GluePoint34X" fmla="*/ 69 w 102"/>
              <a:gd name="GluePoint34Y" fmla="*/ 72 h 103"/>
              <a:gd name="GluePoint35X" fmla="*/ 67 w 102"/>
              <a:gd name="GluePoint35Y" fmla="*/ 79 h 103"/>
              <a:gd name="GluePoint36X" fmla="*/ 65 w 102"/>
              <a:gd name="GluePoint36Y" fmla="*/ 86 h 103"/>
              <a:gd name="GluePoint37X" fmla="*/ 61 w 102"/>
              <a:gd name="GluePoint37Y" fmla="*/ 91 h 103"/>
              <a:gd name="GluePoint38X" fmla="*/ 57 w 102"/>
              <a:gd name="GluePoint38Y" fmla="*/ 94 h 103"/>
              <a:gd name="GluePoint39X" fmla="*/ 53 w 102"/>
              <a:gd name="GluePoint39Y" fmla="*/ 95 h 103"/>
              <a:gd name="GluePoint40X" fmla="*/ 49 w 102"/>
              <a:gd name="GluePoint40Y" fmla="*/ 95 h 103"/>
              <a:gd name="GluePoint41X" fmla="*/ 45 w 102"/>
              <a:gd name="GluePoint41Y" fmla="*/ 94 h 103"/>
              <a:gd name="GluePoint42X" fmla="*/ 41 w 102"/>
              <a:gd name="GluePoint42Y" fmla="*/ 91 h 103"/>
              <a:gd name="GluePoint43X" fmla="*/ 37 w 102"/>
              <a:gd name="GluePoint43Y" fmla="*/ 87 h 103"/>
              <a:gd name="GluePoint44X" fmla="*/ 35 w 102"/>
              <a:gd name="GluePoint44Y" fmla="*/ 83 h 103"/>
              <a:gd name="GluePoint45X" fmla="*/ 33 w 102"/>
              <a:gd name="GluePoint45Y" fmla="*/ 75 h 103"/>
              <a:gd name="GluePoint46X" fmla="*/ 32 w 102"/>
              <a:gd name="GluePoint46Y" fmla="*/ 68 h 103"/>
              <a:gd name="GluePoint47X" fmla="*/ 31 w 102"/>
              <a:gd name="GluePoint47Y" fmla="*/ 59 h 103"/>
              <a:gd name="GluePoint48X" fmla="*/ 31 w 102"/>
              <a:gd name="GluePoint48Y" fmla="*/ 49 h 103"/>
              <a:gd name="GluePoint49X" fmla="*/ 32 w 102"/>
              <a:gd name="GluePoint49Y" fmla="*/ 38 h 103"/>
              <a:gd name="GluePoint50X" fmla="*/ 33 w 102"/>
              <a:gd name="GluePoint50Y" fmla="*/ 30 h 103"/>
              <a:gd name="GluePoint51X" fmla="*/ 35 w 102"/>
              <a:gd name="GluePoint51Y" fmla="*/ 23 h 103"/>
              <a:gd name="GluePoint52X" fmla="*/ 37 w 102"/>
              <a:gd name="GluePoint52Y" fmla="*/ 18 h 103"/>
              <a:gd name="GluePoint53X" fmla="*/ 41 w 102"/>
              <a:gd name="GluePoint53Y" fmla="*/ 14 h 103"/>
              <a:gd name="GluePoint54X" fmla="*/ 45 w 102"/>
              <a:gd name="GluePoint54Y" fmla="*/ 10 h 103"/>
              <a:gd name="GluePoint55X" fmla="*/ 49 w 102"/>
              <a:gd name="GluePoint55Y" fmla="*/ 9 h 103"/>
              <a:gd name="GluePoint56X" fmla="*/ 54 w 102"/>
              <a:gd name="GluePoint56Y" fmla="*/ 9 h 103"/>
              <a:gd name="GluePoint57X" fmla="*/ 58 w 102"/>
              <a:gd name="GluePoint57Y" fmla="*/ 10 h 103"/>
              <a:gd name="GluePoint58X" fmla="*/ 62 w 102"/>
              <a:gd name="GluePoint58Y" fmla="*/ 13 h 103"/>
              <a:gd name="GluePoint59X" fmla="*/ 65 w 102"/>
              <a:gd name="GluePoint59Y" fmla="*/ 16 h 103"/>
              <a:gd name="GluePoint60X" fmla="*/ 68 w 102"/>
              <a:gd name="GluePoint60Y" fmla="*/ 22 h 103"/>
              <a:gd name="GluePoint61X" fmla="*/ 69 w 102"/>
              <a:gd name="GluePoint61Y" fmla="*/ 27 h 103"/>
              <a:gd name="GluePoint62X" fmla="*/ 71 w 102"/>
              <a:gd name="GluePoint62Y" fmla="*/ 38 h 103"/>
              <a:gd name="GluePoint63X" fmla="*/ 71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1" y="38"/>
                </a:moveTo>
                <a:lnTo>
                  <a:pt x="100" y="34"/>
                </a:lnTo>
                <a:lnTo>
                  <a:pt x="98" y="29"/>
                </a:lnTo>
                <a:lnTo>
                  <a:pt x="97" y="25"/>
                </a:lnTo>
                <a:lnTo>
                  <a:pt x="94" y="21"/>
                </a:lnTo>
                <a:lnTo>
                  <a:pt x="92" y="17"/>
                </a:lnTo>
                <a:lnTo>
                  <a:pt x="89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1" y="0"/>
                </a:lnTo>
                <a:lnTo>
                  <a:pt x="45" y="1"/>
                </a:lnTo>
                <a:lnTo>
                  <a:pt x="40" y="1"/>
                </a:lnTo>
                <a:lnTo>
                  <a:pt x="34" y="2"/>
                </a:lnTo>
                <a:lnTo>
                  <a:pt x="29" y="4"/>
                </a:lnTo>
                <a:lnTo>
                  <a:pt x="25" y="6"/>
                </a:lnTo>
                <a:lnTo>
                  <a:pt x="21" y="9"/>
                </a:lnTo>
                <a:lnTo>
                  <a:pt x="17" y="12"/>
                </a:lnTo>
                <a:lnTo>
                  <a:pt x="13" y="14"/>
                </a:lnTo>
                <a:lnTo>
                  <a:pt x="10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0" y="87"/>
                </a:lnTo>
                <a:lnTo>
                  <a:pt x="13" y="91"/>
                </a:lnTo>
                <a:lnTo>
                  <a:pt x="17" y="94"/>
                </a:lnTo>
                <a:lnTo>
                  <a:pt x="21" y="96"/>
                </a:lnTo>
                <a:lnTo>
                  <a:pt x="25" y="98"/>
                </a:lnTo>
                <a:lnTo>
                  <a:pt x="29" y="100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1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9" y="90"/>
                </a:lnTo>
                <a:lnTo>
                  <a:pt x="92" y="86"/>
                </a:lnTo>
                <a:lnTo>
                  <a:pt x="94" y="82"/>
                </a:lnTo>
                <a:lnTo>
                  <a:pt x="97" y="78"/>
                </a:lnTo>
                <a:lnTo>
                  <a:pt x="98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2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69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5" y="83"/>
                </a:lnTo>
                <a:lnTo>
                  <a:pt x="65" y="86"/>
                </a:lnTo>
                <a:lnTo>
                  <a:pt x="63" y="88"/>
                </a:lnTo>
                <a:lnTo>
                  <a:pt x="61" y="91"/>
                </a:lnTo>
                <a:lnTo>
                  <a:pt x="59" y="92"/>
                </a:lnTo>
                <a:lnTo>
                  <a:pt x="57" y="94"/>
                </a:lnTo>
                <a:lnTo>
                  <a:pt x="56" y="95"/>
                </a:lnTo>
                <a:lnTo>
                  <a:pt x="53" y="95"/>
                </a:lnTo>
                <a:lnTo>
                  <a:pt x="51" y="95"/>
                </a:lnTo>
                <a:lnTo>
                  <a:pt x="49" y="95"/>
                </a:lnTo>
                <a:lnTo>
                  <a:pt x="46" y="95"/>
                </a:lnTo>
                <a:lnTo>
                  <a:pt x="45" y="94"/>
                </a:lnTo>
                <a:lnTo>
                  <a:pt x="42" y="93"/>
                </a:lnTo>
                <a:lnTo>
                  <a:pt x="41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3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3" y="27"/>
                </a:lnTo>
                <a:lnTo>
                  <a:pt x="35" y="23"/>
                </a:lnTo>
                <a:lnTo>
                  <a:pt x="36" y="21"/>
                </a:lnTo>
                <a:lnTo>
                  <a:pt x="37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7" y="10"/>
                </a:lnTo>
                <a:lnTo>
                  <a:pt x="49" y="9"/>
                </a:lnTo>
                <a:lnTo>
                  <a:pt x="52" y="9"/>
                </a:lnTo>
                <a:lnTo>
                  <a:pt x="54" y="9"/>
                </a:lnTo>
                <a:lnTo>
                  <a:pt x="57" y="10"/>
                </a:lnTo>
                <a:lnTo>
                  <a:pt x="58" y="10"/>
                </a:lnTo>
                <a:lnTo>
                  <a:pt x="61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9" y="24"/>
                </a:lnTo>
                <a:lnTo>
                  <a:pt x="69" y="27"/>
                </a:lnTo>
                <a:lnTo>
                  <a:pt x="70" y="30"/>
                </a:lnTo>
                <a:lnTo>
                  <a:pt x="71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397" name="ïSļïďè">
            <a:extLst>
              <a:ext uri="{FF2B5EF4-FFF2-40B4-BE49-F238E27FC236}">
                <a16:creationId xmlns:a16="http://schemas.microsoft.com/office/drawing/2014/main" id="{F63C8453-3A6F-4B50-BEFC-BDFF13A21E25}"/>
              </a:ext>
            </a:extLst>
          </p:cNvPr>
          <p:cNvSpPr>
            <a:spLocks noGrp="1"/>
          </p:cNvSpPr>
          <p:nvPr/>
        </p:nvSpPr>
        <p:spPr>
          <a:xfrm>
            <a:off x="1477800" y="956160"/>
            <a:ext cx="41040" cy="43920"/>
          </a:xfrm>
          <a:custGeom>
            <a:avLst/>
            <a:gdLst>
              <a:gd name="textAreaLeft" fmla="*/ 0 w 41040"/>
              <a:gd name="textAreaRight" fmla="*/ 41400 w 41040"/>
              <a:gd name="textAreaTop" fmla="*/ 0 h 43920"/>
              <a:gd name="textAreaBottom" fmla="*/ 44280 h 43920"/>
              <a:gd name="GluePoint1X" fmla="*/ 84 w 95"/>
              <a:gd name="GluePoint1Y" fmla="*/ 0 h 101"/>
              <a:gd name="GluePoint2X" fmla="*/ 76 w 95"/>
              <a:gd name="GluePoint2Y" fmla="*/ 0 h 101"/>
              <a:gd name="GluePoint3X" fmla="*/ 69 w 95"/>
              <a:gd name="GluePoint3Y" fmla="*/ 0 h 101"/>
              <a:gd name="GluePoint4X" fmla="*/ 66 w 95"/>
              <a:gd name="GluePoint4Y" fmla="*/ 54 h 101"/>
              <a:gd name="GluePoint5X" fmla="*/ 66 w 95"/>
              <a:gd name="GluePoint5Y" fmla="*/ 62 h 101"/>
              <a:gd name="GluePoint6X" fmla="*/ 65 w 95"/>
              <a:gd name="GluePoint6Y" fmla="*/ 68 h 101"/>
              <a:gd name="GluePoint7X" fmla="*/ 64 w 95"/>
              <a:gd name="GluePoint7Y" fmla="*/ 73 h 101"/>
              <a:gd name="GluePoint8X" fmla="*/ 61 w 95"/>
              <a:gd name="GluePoint8Y" fmla="*/ 78 h 101"/>
              <a:gd name="GluePoint9X" fmla="*/ 59 w 95"/>
              <a:gd name="GluePoint9Y" fmla="*/ 81 h 101"/>
              <a:gd name="GluePoint10X" fmla="*/ 56 w 95"/>
              <a:gd name="GluePoint10Y" fmla="*/ 84 h 101"/>
              <a:gd name="GluePoint11X" fmla="*/ 52 w 95"/>
              <a:gd name="GluePoint11Y" fmla="*/ 85 h 101"/>
              <a:gd name="GluePoint12X" fmla="*/ 47 w 95"/>
              <a:gd name="GluePoint12Y" fmla="*/ 85 h 101"/>
              <a:gd name="GluePoint13X" fmla="*/ 43 w 95"/>
              <a:gd name="GluePoint13Y" fmla="*/ 85 h 101"/>
              <a:gd name="GluePoint14X" fmla="*/ 39 w 95"/>
              <a:gd name="GluePoint14Y" fmla="*/ 83 h 101"/>
              <a:gd name="GluePoint15X" fmla="*/ 35 w 95"/>
              <a:gd name="GluePoint15Y" fmla="*/ 80 h 101"/>
              <a:gd name="GluePoint16X" fmla="*/ 32 w 95"/>
              <a:gd name="GluePoint16Y" fmla="*/ 75 h 101"/>
              <a:gd name="GluePoint17X" fmla="*/ 31 w 95"/>
              <a:gd name="GluePoint17Y" fmla="*/ 68 h 101"/>
              <a:gd name="GluePoint18X" fmla="*/ 30 w 95"/>
              <a:gd name="GluePoint18Y" fmla="*/ 57 h 101"/>
              <a:gd name="GluePoint19X" fmla="*/ 26 w 95"/>
              <a:gd name="GluePoint19Y" fmla="*/ 0 h 101"/>
              <a:gd name="GluePoint20X" fmla="*/ 20 w 95"/>
              <a:gd name="GluePoint20Y" fmla="*/ 0 h 101"/>
              <a:gd name="GluePoint21X" fmla="*/ 12 w 95"/>
              <a:gd name="GluePoint21Y" fmla="*/ 0 h 101"/>
              <a:gd name="GluePoint22X" fmla="*/ 5 w 95"/>
              <a:gd name="GluePoint22Y" fmla="*/ 0 h 101"/>
              <a:gd name="GluePoint23X" fmla="*/ 2 w 95"/>
              <a:gd name="GluePoint23Y" fmla="*/ 57 h 101"/>
              <a:gd name="GluePoint24X" fmla="*/ 0 w 95"/>
              <a:gd name="GluePoint24Y" fmla="*/ 61 h 101"/>
              <a:gd name="GluePoint25X" fmla="*/ 1 w 95"/>
              <a:gd name="GluePoint25Y" fmla="*/ 71 h 101"/>
              <a:gd name="GluePoint26X" fmla="*/ 2 w 95"/>
              <a:gd name="GluePoint26Y" fmla="*/ 79 h 101"/>
              <a:gd name="GluePoint27X" fmla="*/ 4 w 95"/>
              <a:gd name="GluePoint27Y" fmla="*/ 85 h 101"/>
              <a:gd name="GluePoint28X" fmla="*/ 8 w 95"/>
              <a:gd name="GluePoint28Y" fmla="*/ 90 h 101"/>
              <a:gd name="GluePoint29X" fmla="*/ 12 w 95"/>
              <a:gd name="GluePoint29Y" fmla="*/ 95 h 101"/>
              <a:gd name="GluePoint30X" fmla="*/ 18 w 95"/>
              <a:gd name="GluePoint30Y" fmla="*/ 98 h 101"/>
              <a:gd name="GluePoint31X" fmla="*/ 26 w 95"/>
              <a:gd name="GluePoint31Y" fmla="*/ 101 h 101"/>
              <a:gd name="GluePoint32X" fmla="*/ 35 w 95"/>
              <a:gd name="GluePoint32Y" fmla="*/ 101 h 101"/>
              <a:gd name="GluePoint33X" fmla="*/ 43 w 95"/>
              <a:gd name="GluePoint33Y" fmla="*/ 101 h 101"/>
              <a:gd name="GluePoint34X" fmla="*/ 51 w 95"/>
              <a:gd name="GluePoint34Y" fmla="*/ 98 h 101"/>
              <a:gd name="GluePoint35X" fmla="*/ 59 w 95"/>
              <a:gd name="GluePoint35Y" fmla="*/ 93 h 101"/>
              <a:gd name="GluePoint36X" fmla="*/ 67 w 95"/>
              <a:gd name="GluePoint36Y" fmla="*/ 86 h 101"/>
              <a:gd name="GluePoint37X" fmla="*/ 70 w 95"/>
              <a:gd name="GluePoint37Y" fmla="*/ 100 h 101"/>
              <a:gd name="GluePoint38X" fmla="*/ 77 w 95"/>
              <a:gd name="GluePoint38Y" fmla="*/ 100 h 101"/>
              <a:gd name="GluePoint39X" fmla="*/ 84 w 95"/>
              <a:gd name="GluePoint39Y" fmla="*/ 100 h 101"/>
              <a:gd name="GluePoint40X" fmla="*/ 91 w 95"/>
              <a:gd name="GluePoint40Y" fmla="*/ 100 h 101"/>
              <a:gd name="GluePoint41X" fmla="*/ 95 w 95"/>
              <a:gd name="GluePoint41Y" fmla="*/ 0 h 101"/>
              <a:gd name="GluePoint42X" fmla="*/ 87 w 95"/>
              <a:gd name="GluePoint42Y" fmla="*/ 0 h 101"/>
            </a:gdLst>
            <a:ahLst/>
            <a:cxnLst/>
            <a:rect l="textAreaLeft" t="textAreaTop" r="textAreaRight" b="textAreaBottom"/>
            <a:pathLst>
              <a:path w="95" h="101">
                <a:moveTo>
                  <a:pt x="87" y="0"/>
                </a:moveTo>
                <a:lnTo>
                  <a:pt x="84" y="0"/>
                </a:lnTo>
                <a:lnTo>
                  <a:pt x="80" y="0"/>
                </a:lnTo>
                <a:lnTo>
                  <a:pt x="76" y="0"/>
                </a:lnTo>
                <a:lnTo>
                  <a:pt x="72" y="0"/>
                </a:lnTo>
                <a:lnTo>
                  <a:pt x="69" y="0"/>
                </a:lnTo>
                <a:lnTo>
                  <a:pt x="66" y="0"/>
                </a:lnTo>
                <a:lnTo>
                  <a:pt x="66" y="54"/>
                </a:lnTo>
                <a:lnTo>
                  <a:pt x="66" y="58"/>
                </a:lnTo>
                <a:lnTo>
                  <a:pt x="66" y="62"/>
                </a:lnTo>
                <a:lnTo>
                  <a:pt x="65" y="65"/>
                </a:lnTo>
                <a:lnTo>
                  <a:pt x="65" y="68"/>
                </a:lnTo>
                <a:lnTo>
                  <a:pt x="64" y="71"/>
                </a:lnTo>
                <a:lnTo>
                  <a:pt x="64" y="73"/>
                </a:lnTo>
                <a:lnTo>
                  <a:pt x="63" y="76"/>
                </a:lnTo>
                <a:lnTo>
                  <a:pt x="61" y="78"/>
                </a:lnTo>
                <a:lnTo>
                  <a:pt x="60" y="80"/>
                </a:lnTo>
                <a:lnTo>
                  <a:pt x="59" y="81"/>
                </a:lnTo>
                <a:lnTo>
                  <a:pt x="57" y="83"/>
                </a:lnTo>
                <a:lnTo>
                  <a:pt x="56" y="84"/>
                </a:lnTo>
                <a:lnTo>
                  <a:pt x="54" y="85"/>
                </a:lnTo>
                <a:lnTo>
                  <a:pt x="52" y="85"/>
                </a:lnTo>
                <a:lnTo>
                  <a:pt x="50" y="85"/>
                </a:lnTo>
                <a:lnTo>
                  <a:pt x="47" y="85"/>
                </a:lnTo>
                <a:lnTo>
                  <a:pt x="44" y="85"/>
                </a:lnTo>
                <a:lnTo>
                  <a:pt x="43" y="85"/>
                </a:lnTo>
                <a:lnTo>
                  <a:pt x="40" y="85"/>
                </a:lnTo>
                <a:lnTo>
                  <a:pt x="39" y="83"/>
                </a:lnTo>
                <a:lnTo>
                  <a:pt x="37" y="81"/>
                </a:lnTo>
                <a:lnTo>
                  <a:pt x="35" y="80"/>
                </a:lnTo>
                <a:lnTo>
                  <a:pt x="34" y="77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0" y="63"/>
                </a:lnTo>
                <a:lnTo>
                  <a:pt x="30" y="57"/>
                </a:lnTo>
                <a:lnTo>
                  <a:pt x="30" y="0"/>
                </a:lnTo>
                <a:lnTo>
                  <a:pt x="26" y="0"/>
                </a:lnTo>
                <a:lnTo>
                  <a:pt x="23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9" y="0"/>
                </a:lnTo>
                <a:lnTo>
                  <a:pt x="5" y="0"/>
                </a:lnTo>
                <a:lnTo>
                  <a:pt x="2" y="0"/>
                </a:lnTo>
                <a:lnTo>
                  <a:pt x="2" y="57"/>
                </a:lnTo>
                <a:lnTo>
                  <a:pt x="1" y="59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2" y="75"/>
                </a:lnTo>
                <a:lnTo>
                  <a:pt x="2" y="79"/>
                </a:lnTo>
                <a:lnTo>
                  <a:pt x="4" y="83"/>
                </a:lnTo>
                <a:lnTo>
                  <a:pt x="4" y="85"/>
                </a:lnTo>
                <a:lnTo>
                  <a:pt x="5" y="89"/>
                </a:lnTo>
                <a:lnTo>
                  <a:pt x="8" y="90"/>
                </a:lnTo>
                <a:lnTo>
                  <a:pt x="9" y="93"/>
                </a:lnTo>
                <a:lnTo>
                  <a:pt x="12" y="95"/>
                </a:lnTo>
                <a:lnTo>
                  <a:pt x="15" y="97"/>
                </a:lnTo>
                <a:lnTo>
                  <a:pt x="18" y="98"/>
                </a:lnTo>
                <a:lnTo>
                  <a:pt x="21" y="100"/>
                </a:lnTo>
                <a:lnTo>
                  <a:pt x="26" y="101"/>
                </a:lnTo>
                <a:lnTo>
                  <a:pt x="30" y="101"/>
                </a:lnTo>
                <a:lnTo>
                  <a:pt x="35" y="101"/>
                </a:lnTo>
                <a:lnTo>
                  <a:pt x="39" y="101"/>
                </a:lnTo>
                <a:lnTo>
                  <a:pt x="43" y="101"/>
                </a:lnTo>
                <a:lnTo>
                  <a:pt x="47" y="100"/>
                </a:lnTo>
                <a:lnTo>
                  <a:pt x="51" y="98"/>
                </a:lnTo>
                <a:lnTo>
                  <a:pt x="55" y="96"/>
                </a:lnTo>
                <a:lnTo>
                  <a:pt x="59" y="93"/>
                </a:lnTo>
                <a:lnTo>
                  <a:pt x="63" y="90"/>
                </a:lnTo>
                <a:lnTo>
                  <a:pt x="67" y="86"/>
                </a:lnTo>
                <a:lnTo>
                  <a:pt x="67" y="100"/>
                </a:lnTo>
                <a:lnTo>
                  <a:pt x="70" y="100"/>
                </a:lnTo>
                <a:lnTo>
                  <a:pt x="73" y="100"/>
                </a:lnTo>
                <a:lnTo>
                  <a:pt x="77" y="100"/>
                </a:lnTo>
                <a:lnTo>
                  <a:pt x="80" y="100"/>
                </a:lnTo>
                <a:lnTo>
                  <a:pt x="84" y="100"/>
                </a:lnTo>
                <a:lnTo>
                  <a:pt x="88" y="100"/>
                </a:lnTo>
                <a:lnTo>
                  <a:pt x="91" y="100"/>
                </a:lnTo>
                <a:lnTo>
                  <a:pt x="95" y="100"/>
                </a:lnTo>
                <a:lnTo>
                  <a:pt x="95" y="0"/>
                </a:lnTo>
                <a:lnTo>
                  <a:pt x="91" y="0"/>
                </a:lnTo>
                <a:lnTo>
                  <a:pt x="8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720" rIns="90000" bIns="-720" anchor="ctr">
            <a:noAutofit/>
          </a:bodyPr>
          <a:lstStyle/>
          <a:p>
            <a:endParaRPr/>
          </a:p>
        </p:txBody>
      </p:sp>
      <p:sp>
        <p:nvSpPr>
          <p:cNvPr id="398" name="îšļîḑê">
            <a:extLst>
              <a:ext uri="{FF2B5EF4-FFF2-40B4-BE49-F238E27FC236}">
                <a16:creationId xmlns:a16="http://schemas.microsoft.com/office/drawing/2014/main" id="{D005DF5C-9F0F-46EB-99B1-97B0F97AF53A}"/>
              </a:ext>
            </a:extLst>
          </p:cNvPr>
          <p:cNvSpPr>
            <a:spLocks noGrp="1"/>
          </p:cNvSpPr>
          <p:nvPr/>
        </p:nvSpPr>
        <p:spPr>
          <a:xfrm>
            <a:off x="153108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7 w 62"/>
              <a:gd name="GluePoint1Y" fmla="*/ 129 h 138"/>
              <a:gd name="GluePoint2X" fmla="*/ 54 w 62"/>
              <a:gd name="GluePoint2Y" fmla="*/ 129 h 138"/>
              <a:gd name="GluePoint3X" fmla="*/ 53 w 62"/>
              <a:gd name="GluePoint3Y" fmla="*/ 129 h 138"/>
              <a:gd name="GluePoint4X" fmla="*/ 50 w 62"/>
              <a:gd name="GluePoint4Y" fmla="*/ 129 h 138"/>
              <a:gd name="GluePoint5X" fmla="*/ 49 w 62"/>
              <a:gd name="GluePoint5Y" fmla="*/ 129 h 138"/>
              <a:gd name="GluePoint6X" fmla="*/ 47 w 62"/>
              <a:gd name="GluePoint6Y" fmla="*/ 128 h 138"/>
              <a:gd name="GluePoint7X" fmla="*/ 46 w 62"/>
              <a:gd name="GluePoint7Y" fmla="*/ 127 h 138"/>
              <a:gd name="GluePoint8X" fmla="*/ 45 w 62"/>
              <a:gd name="GluePoint8Y" fmla="*/ 126 h 138"/>
              <a:gd name="GluePoint9X" fmla="*/ 44 w 62"/>
              <a:gd name="GluePoint9Y" fmla="*/ 124 h 138"/>
              <a:gd name="GluePoint10X" fmla="*/ 43 w 62"/>
              <a:gd name="GluePoint10Y" fmla="*/ 122 h 138"/>
              <a:gd name="GluePoint11X" fmla="*/ 43 w 62"/>
              <a:gd name="GluePoint11Y" fmla="*/ 120 h 138"/>
              <a:gd name="GluePoint12X" fmla="*/ 42 w 62"/>
              <a:gd name="GluePoint12Y" fmla="*/ 118 h 138"/>
              <a:gd name="GluePoint13X" fmla="*/ 42 w 62"/>
              <a:gd name="GluePoint13Y" fmla="*/ 115 h 138"/>
              <a:gd name="GluePoint14X" fmla="*/ 42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0 w 62"/>
              <a:gd name="GluePoint18Y" fmla="*/ 47 h 138"/>
              <a:gd name="GluePoint19X" fmla="*/ 60 w 62"/>
              <a:gd name="GluePoint19Y" fmla="*/ 44 h 138"/>
              <a:gd name="GluePoint20X" fmla="*/ 60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5 w 62"/>
              <a:gd name="GluePoint24Y" fmla="*/ 4 h 138"/>
              <a:gd name="GluePoint25X" fmla="*/ 28 w 62"/>
              <a:gd name="GluePoint25Y" fmla="*/ 7 h 138"/>
              <a:gd name="GluePoint26X" fmla="*/ 21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0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4 w 62"/>
              <a:gd name="GluePoint38Y" fmla="*/ 118 h 138"/>
              <a:gd name="GluePoint39X" fmla="*/ 15 w 62"/>
              <a:gd name="GluePoint39Y" fmla="*/ 121 h 138"/>
              <a:gd name="GluePoint40X" fmla="*/ 16 w 62"/>
              <a:gd name="GluePoint40Y" fmla="*/ 123 h 138"/>
              <a:gd name="GluePoint41X" fmla="*/ 17 w 62"/>
              <a:gd name="GluePoint41Y" fmla="*/ 126 h 138"/>
              <a:gd name="GluePoint42X" fmla="*/ 18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8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7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59 w 62"/>
              <a:gd name="GluePoint59Y" fmla="*/ 128 h 138"/>
              <a:gd name="GluePoint60X" fmla="*/ 57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7" y="129"/>
                </a:moveTo>
                <a:lnTo>
                  <a:pt x="54" y="129"/>
                </a:lnTo>
                <a:lnTo>
                  <a:pt x="53" y="129"/>
                </a:lnTo>
                <a:lnTo>
                  <a:pt x="50" y="129"/>
                </a:lnTo>
                <a:lnTo>
                  <a:pt x="49" y="129"/>
                </a:lnTo>
                <a:lnTo>
                  <a:pt x="47" y="128"/>
                </a:lnTo>
                <a:lnTo>
                  <a:pt x="46" y="127"/>
                </a:lnTo>
                <a:lnTo>
                  <a:pt x="45" y="126"/>
                </a:lnTo>
                <a:lnTo>
                  <a:pt x="44" y="124"/>
                </a:lnTo>
                <a:lnTo>
                  <a:pt x="43" y="122"/>
                </a:lnTo>
                <a:lnTo>
                  <a:pt x="43" y="120"/>
                </a:lnTo>
                <a:lnTo>
                  <a:pt x="42" y="118"/>
                </a:lnTo>
                <a:lnTo>
                  <a:pt x="42" y="115"/>
                </a:lnTo>
                <a:lnTo>
                  <a:pt x="42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0" y="47"/>
                </a:lnTo>
                <a:lnTo>
                  <a:pt x="60" y="44"/>
                </a:lnTo>
                <a:lnTo>
                  <a:pt x="60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5" y="4"/>
                </a:lnTo>
                <a:lnTo>
                  <a:pt x="28" y="7"/>
                </a:lnTo>
                <a:lnTo>
                  <a:pt x="21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0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4" y="118"/>
                </a:lnTo>
                <a:lnTo>
                  <a:pt x="15" y="121"/>
                </a:lnTo>
                <a:lnTo>
                  <a:pt x="16" y="123"/>
                </a:lnTo>
                <a:lnTo>
                  <a:pt x="17" y="126"/>
                </a:lnTo>
                <a:lnTo>
                  <a:pt x="18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8" y="137"/>
                </a:lnTo>
                <a:lnTo>
                  <a:pt x="31" y="138"/>
                </a:lnTo>
                <a:lnTo>
                  <a:pt x="34" y="138"/>
                </a:lnTo>
                <a:lnTo>
                  <a:pt x="37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59" y="128"/>
                </a:lnTo>
                <a:lnTo>
                  <a:pt x="57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399" name="ïṧļîḓe">
            <a:extLst>
              <a:ext uri="{FF2B5EF4-FFF2-40B4-BE49-F238E27FC236}">
                <a16:creationId xmlns:a16="http://schemas.microsoft.com/office/drawing/2014/main" id="{EE06D0B5-A69F-4CE5-B407-6B0D2F36DB8D}"/>
              </a:ext>
            </a:extLst>
          </p:cNvPr>
          <p:cNvSpPr>
            <a:spLocks noGrp="1"/>
          </p:cNvSpPr>
          <p:nvPr/>
        </p:nvSpPr>
        <p:spPr>
          <a:xfrm>
            <a:off x="156996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3 w 93"/>
              <a:gd name="GluePoint5Y" fmla="*/ 57 h 157"/>
              <a:gd name="GluePoint6X" fmla="*/ 67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8 w 93"/>
              <a:gd name="GluePoint11Y" fmla="*/ 71 h 157"/>
              <a:gd name="GluePoint12X" fmla="*/ 25 w 93"/>
              <a:gd name="GluePoint12Y" fmla="*/ 0 h 157"/>
              <a:gd name="GluePoint13X" fmla="*/ 17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1 w 93"/>
              <a:gd name="GluePoint20Y" fmla="*/ 157 h 157"/>
              <a:gd name="GluePoint21X" fmla="*/ 28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29 w 93"/>
              <a:gd name="GluePoint24Y" fmla="*/ 89 h 157"/>
              <a:gd name="GluePoint25X" fmla="*/ 30 w 93"/>
              <a:gd name="GluePoint25Y" fmla="*/ 84 h 157"/>
              <a:gd name="GluePoint26X" fmla="*/ 33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49 w 93"/>
              <a:gd name="GluePoint30Y" fmla="*/ 72 h 157"/>
              <a:gd name="GluePoint31X" fmla="*/ 53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1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4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5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1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1" y="79"/>
                </a:moveTo>
                <a:lnTo>
                  <a:pt x="90" y="75"/>
                </a:lnTo>
                <a:lnTo>
                  <a:pt x="89" y="73"/>
                </a:lnTo>
                <a:lnTo>
                  <a:pt x="88" y="69"/>
                </a:lnTo>
                <a:lnTo>
                  <a:pt x="85" y="67"/>
                </a:lnTo>
                <a:lnTo>
                  <a:pt x="84" y="65"/>
                </a:lnTo>
                <a:lnTo>
                  <a:pt x="81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7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8" y="71"/>
                </a:lnTo>
                <a:lnTo>
                  <a:pt x="28" y="0"/>
                </a:lnTo>
                <a:lnTo>
                  <a:pt x="25" y="0"/>
                </a:lnTo>
                <a:lnTo>
                  <a:pt x="21" y="1"/>
                </a:ln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1" y="157"/>
                </a:lnTo>
                <a:lnTo>
                  <a:pt x="25" y="157"/>
                </a:lnTo>
                <a:lnTo>
                  <a:pt x="28" y="157"/>
                </a:lnTo>
                <a:lnTo>
                  <a:pt x="28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7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49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7" y="75"/>
                </a:lnTo>
                <a:lnTo>
                  <a:pt x="57" y="77"/>
                </a:lnTo>
                <a:lnTo>
                  <a:pt x="59" y="78"/>
                </a:lnTo>
                <a:lnTo>
                  <a:pt x="60" y="81"/>
                </a:lnTo>
                <a:lnTo>
                  <a:pt x="61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1" y="157"/>
                </a:lnTo>
                <a:lnTo>
                  <a:pt x="85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lnTo>
                  <a:pt x="91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400" name="í$1idé">
            <a:extLst>
              <a:ext uri="{FF2B5EF4-FFF2-40B4-BE49-F238E27FC236}">
                <a16:creationId xmlns:a16="http://schemas.microsoft.com/office/drawing/2014/main" id="{64D7F18C-8E90-48E5-903B-76FF0F61D034}"/>
              </a:ext>
            </a:extLst>
          </p:cNvPr>
          <p:cNvSpPr>
            <a:spLocks noGrp="1"/>
          </p:cNvSpPr>
          <p:nvPr/>
        </p:nvSpPr>
        <p:spPr>
          <a:xfrm>
            <a:off x="1643040" y="936000"/>
            <a:ext cx="54720" cy="64440"/>
          </a:xfrm>
          <a:custGeom>
            <a:avLst/>
            <a:gdLst>
              <a:gd name="textAreaLeft" fmla="*/ 0 w 54720"/>
              <a:gd name="textAreaRight" fmla="*/ 55080 w 54720"/>
              <a:gd name="textAreaTop" fmla="*/ 0 h 64440"/>
              <a:gd name="textAreaBottom" fmla="*/ 64800 h 64440"/>
              <a:gd name="GluePoint1X" fmla="*/ 106 w 126"/>
              <a:gd name="GluePoint1Y" fmla="*/ 3 h 148"/>
              <a:gd name="GluePoint2X" fmla="*/ 89 w 126"/>
              <a:gd name="GluePoint2Y" fmla="*/ 0 h 148"/>
              <a:gd name="GluePoint3X" fmla="*/ 64 w 126"/>
              <a:gd name="GluePoint3Y" fmla="*/ 2 h 148"/>
              <a:gd name="GluePoint4X" fmla="*/ 51 w 126"/>
              <a:gd name="GluePoint4Y" fmla="*/ 5 h 148"/>
              <a:gd name="GluePoint5X" fmla="*/ 40 w 126"/>
              <a:gd name="GluePoint5Y" fmla="*/ 10 h 148"/>
              <a:gd name="GluePoint6X" fmla="*/ 30 w 126"/>
              <a:gd name="GluePoint6Y" fmla="*/ 15 h 148"/>
              <a:gd name="GluePoint7X" fmla="*/ 22 w 126"/>
              <a:gd name="GluePoint7Y" fmla="*/ 22 h 148"/>
              <a:gd name="GluePoint8X" fmla="*/ 14 w 126"/>
              <a:gd name="GluePoint8Y" fmla="*/ 30 h 148"/>
              <a:gd name="GluePoint9X" fmla="*/ 9 w 126"/>
              <a:gd name="GluePoint9Y" fmla="*/ 39 h 148"/>
              <a:gd name="GluePoint10X" fmla="*/ 5 w 126"/>
              <a:gd name="GluePoint10Y" fmla="*/ 50 h 148"/>
              <a:gd name="GluePoint11X" fmla="*/ 2 w 126"/>
              <a:gd name="GluePoint11Y" fmla="*/ 62 h 148"/>
              <a:gd name="GluePoint12X" fmla="*/ 0 w 126"/>
              <a:gd name="GluePoint12Y" fmla="*/ 74 h 148"/>
              <a:gd name="GluePoint13X" fmla="*/ 2 w 126"/>
              <a:gd name="GluePoint13Y" fmla="*/ 95 h 148"/>
              <a:gd name="GluePoint14X" fmla="*/ 5 w 126"/>
              <a:gd name="GluePoint14Y" fmla="*/ 105 h 148"/>
              <a:gd name="GluePoint15X" fmla="*/ 9 w 126"/>
              <a:gd name="GluePoint15Y" fmla="*/ 115 h 148"/>
              <a:gd name="GluePoint16X" fmla="*/ 14 w 126"/>
              <a:gd name="GluePoint16Y" fmla="*/ 123 h 148"/>
              <a:gd name="GluePoint17X" fmla="*/ 22 w 126"/>
              <a:gd name="GluePoint17Y" fmla="*/ 130 h 148"/>
              <a:gd name="GluePoint18X" fmla="*/ 29 w 126"/>
              <a:gd name="GluePoint18Y" fmla="*/ 136 h 148"/>
              <a:gd name="GluePoint19X" fmla="*/ 38 w 126"/>
              <a:gd name="GluePoint19Y" fmla="*/ 141 h 148"/>
              <a:gd name="GluePoint20X" fmla="*/ 53 w 126"/>
              <a:gd name="GluePoint20Y" fmla="*/ 146 h 148"/>
              <a:gd name="GluePoint21X" fmla="*/ 78 w 126"/>
              <a:gd name="GluePoint21Y" fmla="*/ 148 h 148"/>
              <a:gd name="GluePoint22X" fmla="*/ 94 w 126"/>
              <a:gd name="GluePoint22Y" fmla="*/ 147 h 148"/>
              <a:gd name="GluePoint23X" fmla="*/ 110 w 126"/>
              <a:gd name="GluePoint23Y" fmla="*/ 144 h 148"/>
              <a:gd name="GluePoint24X" fmla="*/ 124 w 126"/>
              <a:gd name="GluePoint24Y" fmla="*/ 123 h 148"/>
              <a:gd name="GluePoint25X" fmla="*/ 112 w 126"/>
              <a:gd name="GluePoint25Y" fmla="*/ 128 h 148"/>
              <a:gd name="GluePoint26X" fmla="*/ 98 w 126"/>
              <a:gd name="GluePoint26Y" fmla="*/ 135 h 148"/>
              <a:gd name="GluePoint27X" fmla="*/ 84 w 126"/>
              <a:gd name="GluePoint27Y" fmla="*/ 137 h 148"/>
              <a:gd name="GluePoint28X" fmla="*/ 68 w 126"/>
              <a:gd name="GluePoint28Y" fmla="*/ 135 h 148"/>
              <a:gd name="GluePoint29X" fmla="*/ 54 w 126"/>
              <a:gd name="GluePoint29Y" fmla="*/ 128 h 148"/>
              <a:gd name="GluePoint30X" fmla="*/ 45 w 126"/>
              <a:gd name="GluePoint30Y" fmla="*/ 117 h 148"/>
              <a:gd name="GluePoint31X" fmla="*/ 38 w 126"/>
              <a:gd name="GluePoint31Y" fmla="*/ 103 h 148"/>
              <a:gd name="GluePoint32X" fmla="*/ 34 w 126"/>
              <a:gd name="GluePoint32Y" fmla="*/ 84 h 148"/>
              <a:gd name="GluePoint33X" fmla="*/ 35 w 126"/>
              <a:gd name="GluePoint33Y" fmla="*/ 62 h 148"/>
              <a:gd name="GluePoint34X" fmla="*/ 40 w 126"/>
              <a:gd name="GluePoint34Y" fmla="*/ 43 h 148"/>
              <a:gd name="GluePoint35X" fmla="*/ 47 w 126"/>
              <a:gd name="GluePoint35Y" fmla="*/ 30 h 148"/>
              <a:gd name="GluePoint36X" fmla="*/ 58 w 126"/>
              <a:gd name="GluePoint36Y" fmla="*/ 19 h 148"/>
              <a:gd name="GluePoint37X" fmla="*/ 72 w 126"/>
              <a:gd name="GluePoint37Y" fmla="*/ 14 h 148"/>
              <a:gd name="GluePoint38X" fmla="*/ 88 w 126"/>
              <a:gd name="GluePoint38Y" fmla="*/ 13 h 148"/>
              <a:gd name="GluePoint39X" fmla="*/ 102 w 126"/>
              <a:gd name="GluePoint39Y" fmla="*/ 18 h 148"/>
              <a:gd name="GluePoint40X" fmla="*/ 114 w 126"/>
              <a:gd name="GluePoint40Y" fmla="*/ 27 h 148"/>
              <a:gd name="GluePoint41X" fmla="*/ 121 w 126"/>
              <a:gd name="GluePoint41Y" fmla="*/ 29 h 148"/>
              <a:gd name="GluePoint42X" fmla="*/ 123 w 126"/>
              <a:gd name="GluePoint42Y" fmla="*/ 17 h 148"/>
              <a:gd name="GluePoint43X" fmla="*/ 121 w 126"/>
              <a:gd name="GluePoint43Y" fmla="*/ 8 h 148"/>
            </a:gdLst>
            <a:ahLst/>
            <a:cxnLst/>
            <a:rect l="textAreaLeft" t="textAreaTop" r="textAreaRight" b="textAreaBottom"/>
            <a:pathLst>
              <a:path w="126" h="148">
                <a:moveTo>
                  <a:pt x="116" y="6"/>
                </a:moveTo>
                <a:lnTo>
                  <a:pt x="111" y="4"/>
                </a:lnTo>
                <a:lnTo>
                  <a:pt x="106" y="3"/>
                </a:lnTo>
                <a:lnTo>
                  <a:pt x="101" y="2"/>
                </a:lnTo>
                <a:lnTo>
                  <a:pt x="95" y="1"/>
                </a:lnTo>
                <a:lnTo>
                  <a:pt x="89" y="0"/>
                </a:lnTo>
                <a:lnTo>
                  <a:pt x="83" y="0"/>
                </a:lnTo>
                <a:lnTo>
                  <a:pt x="74" y="1"/>
                </a:lnTo>
                <a:lnTo>
                  <a:pt x="64" y="2"/>
                </a:lnTo>
                <a:lnTo>
                  <a:pt x="60" y="2"/>
                </a:lnTo>
                <a:lnTo>
                  <a:pt x="55" y="4"/>
                </a:lnTo>
                <a:lnTo>
                  <a:pt x="51" y="5"/>
                </a:lnTo>
                <a:lnTo>
                  <a:pt x="47" y="6"/>
                </a:lnTo>
                <a:lnTo>
                  <a:pt x="44" y="8"/>
                </a:lnTo>
                <a:lnTo>
                  <a:pt x="40" y="10"/>
                </a:lnTo>
                <a:lnTo>
                  <a:pt x="37" y="11"/>
                </a:lnTo>
                <a:lnTo>
                  <a:pt x="34" y="13"/>
                </a:lnTo>
                <a:lnTo>
                  <a:pt x="30" y="15"/>
                </a:lnTo>
                <a:lnTo>
                  <a:pt x="27" y="17"/>
                </a:lnTo>
                <a:lnTo>
                  <a:pt x="25" y="19"/>
                </a:lnTo>
                <a:lnTo>
                  <a:pt x="22" y="22"/>
                </a:lnTo>
                <a:lnTo>
                  <a:pt x="19" y="24"/>
                </a:lnTo>
                <a:lnTo>
                  <a:pt x="17" y="26"/>
                </a:lnTo>
                <a:lnTo>
                  <a:pt x="14" y="30"/>
                </a:lnTo>
                <a:lnTo>
                  <a:pt x="13" y="33"/>
                </a:lnTo>
                <a:lnTo>
                  <a:pt x="10" y="36"/>
                </a:lnTo>
                <a:lnTo>
                  <a:pt x="9" y="39"/>
                </a:lnTo>
                <a:lnTo>
                  <a:pt x="7" y="42"/>
                </a:lnTo>
                <a:lnTo>
                  <a:pt x="6" y="46"/>
                </a:lnTo>
                <a:lnTo>
                  <a:pt x="5" y="50"/>
                </a:lnTo>
                <a:lnTo>
                  <a:pt x="3" y="54"/>
                </a:lnTo>
                <a:lnTo>
                  <a:pt x="2" y="58"/>
                </a:lnTo>
                <a:lnTo>
                  <a:pt x="2" y="62"/>
                </a:lnTo>
                <a:lnTo>
                  <a:pt x="1" y="66"/>
                </a:lnTo>
                <a:lnTo>
                  <a:pt x="1" y="70"/>
                </a:lnTo>
                <a:lnTo>
                  <a:pt x="0" y="74"/>
                </a:lnTo>
                <a:lnTo>
                  <a:pt x="0" y="79"/>
                </a:lnTo>
                <a:lnTo>
                  <a:pt x="1" y="87"/>
                </a:lnTo>
                <a:lnTo>
                  <a:pt x="2" y="95"/>
                </a:lnTo>
                <a:lnTo>
                  <a:pt x="3" y="99"/>
                </a:lnTo>
                <a:lnTo>
                  <a:pt x="3" y="102"/>
                </a:lnTo>
                <a:lnTo>
                  <a:pt x="5" y="105"/>
                </a:lnTo>
                <a:lnTo>
                  <a:pt x="6" y="108"/>
                </a:lnTo>
                <a:lnTo>
                  <a:pt x="7" y="112"/>
                </a:lnTo>
                <a:lnTo>
                  <a:pt x="9" y="115"/>
                </a:lnTo>
                <a:lnTo>
                  <a:pt x="10" y="118"/>
                </a:lnTo>
                <a:lnTo>
                  <a:pt x="12" y="120"/>
                </a:lnTo>
                <a:lnTo>
                  <a:pt x="14" y="123"/>
                </a:lnTo>
                <a:lnTo>
                  <a:pt x="17" y="125"/>
                </a:lnTo>
                <a:lnTo>
                  <a:pt x="18" y="127"/>
                </a:lnTo>
                <a:lnTo>
                  <a:pt x="22" y="130"/>
                </a:lnTo>
                <a:lnTo>
                  <a:pt x="23" y="132"/>
                </a:lnTo>
                <a:lnTo>
                  <a:pt x="26" y="134"/>
                </a:lnTo>
                <a:lnTo>
                  <a:pt x="29" y="136"/>
                </a:lnTo>
                <a:lnTo>
                  <a:pt x="32" y="138"/>
                </a:lnTo>
                <a:lnTo>
                  <a:pt x="35" y="139"/>
                </a:lnTo>
                <a:lnTo>
                  <a:pt x="38" y="141"/>
                </a:lnTo>
                <a:lnTo>
                  <a:pt x="42" y="142"/>
                </a:lnTo>
                <a:lnTo>
                  <a:pt x="46" y="143"/>
                </a:lnTo>
                <a:lnTo>
                  <a:pt x="53" y="146"/>
                </a:lnTo>
                <a:lnTo>
                  <a:pt x="61" y="147"/>
                </a:lnTo>
                <a:lnTo>
                  <a:pt x="69" y="148"/>
                </a:lnTo>
                <a:lnTo>
                  <a:pt x="78" y="148"/>
                </a:lnTo>
                <a:lnTo>
                  <a:pt x="84" y="148"/>
                </a:lnTo>
                <a:lnTo>
                  <a:pt x="90" y="147"/>
                </a:lnTo>
                <a:lnTo>
                  <a:pt x="94" y="147"/>
                </a:lnTo>
                <a:lnTo>
                  <a:pt x="100" y="147"/>
                </a:lnTo>
                <a:lnTo>
                  <a:pt x="105" y="146"/>
                </a:lnTo>
                <a:lnTo>
                  <a:pt x="110" y="144"/>
                </a:lnTo>
                <a:lnTo>
                  <a:pt x="115" y="143"/>
                </a:lnTo>
                <a:lnTo>
                  <a:pt x="120" y="141"/>
                </a:lnTo>
                <a:lnTo>
                  <a:pt x="124" y="123"/>
                </a:lnTo>
                <a:lnTo>
                  <a:pt x="122" y="122"/>
                </a:lnTo>
                <a:lnTo>
                  <a:pt x="117" y="125"/>
                </a:lnTo>
                <a:lnTo>
                  <a:pt x="112" y="128"/>
                </a:lnTo>
                <a:lnTo>
                  <a:pt x="108" y="131"/>
                </a:lnTo>
                <a:lnTo>
                  <a:pt x="103" y="133"/>
                </a:lnTo>
                <a:lnTo>
                  <a:pt x="98" y="135"/>
                </a:lnTo>
                <a:lnTo>
                  <a:pt x="94" y="136"/>
                </a:lnTo>
                <a:lnTo>
                  <a:pt x="89" y="137"/>
                </a:lnTo>
                <a:lnTo>
                  <a:pt x="84" y="137"/>
                </a:lnTo>
                <a:lnTo>
                  <a:pt x="78" y="137"/>
                </a:lnTo>
                <a:lnTo>
                  <a:pt x="73" y="136"/>
                </a:lnTo>
                <a:lnTo>
                  <a:pt x="68" y="135"/>
                </a:lnTo>
                <a:lnTo>
                  <a:pt x="62" y="132"/>
                </a:lnTo>
                <a:lnTo>
                  <a:pt x="58" y="131"/>
                </a:lnTo>
                <a:lnTo>
                  <a:pt x="54" y="128"/>
                </a:lnTo>
                <a:lnTo>
                  <a:pt x="51" y="125"/>
                </a:lnTo>
                <a:lnTo>
                  <a:pt x="47" y="121"/>
                </a:lnTo>
                <a:lnTo>
                  <a:pt x="45" y="117"/>
                </a:lnTo>
                <a:lnTo>
                  <a:pt x="42" y="113"/>
                </a:lnTo>
                <a:lnTo>
                  <a:pt x="40" y="108"/>
                </a:lnTo>
                <a:lnTo>
                  <a:pt x="38" y="103"/>
                </a:lnTo>
                <a:lnTo>
                  <a:pt x="36" y="97"/>
                </a:lnTo>
                <a:lnTo>
                  <a:pt x="35" y="91"/>
                </a:lnTo>
                <a:lnTo>
                  <a:pt x="34" y="84"/>
                </a:lnTo>
                <a:lnTo>
                  <a:pt x="34" y="77"/>
                </a:lnTo>
                <a:lnTo>
                  <a:pt x="34" y="69"/>
                </a:lnTo>
                <a:lnTo>
                  <a:pt x="35" y="62"/>
                </a:lnTo>
                <a:lnTo>
                  <a:pt x="37" y="55"/>
                </a:lnTo>
                <a:lnTo>
                  <a:pt x="38" y="49"/>
                </a:lnTo>
                <a:lnTo>
                  <a:pt x="40" y="43"/>
                </a:lnTo>
                <a:lnTo>
                  <a:pt x="42" y="38"/>
                </a:lnTo>
                <a:lnTo>
                  <a:pt x="45" y="34"/>
                </a:lnTo>
                <a:lnTo>
                  <a:pt x="47" y="30"/>
                </a:lnTo>
                <a:lnTo>
                  <a:pt x="51" y="26"/>
                </a:lnTo>
                <a:lnTo>
                  <a:pt x="54" y="22"/>
                </a:lnTo>
                <a:lnTo>
                  <a:pt x="58" y="19"/>
                </a:lnTo>
                <a:lnTo>
                  <a:pt x="62" y="17"/>
                </a:lnTo>
                <a:lnTo>
                  <a:pt x="67" y="15"/>
                </a:lnTo>
                <a:lnTo>
                  <a:pt x="72" y="14"/>
                </a:lnTo>
                <a:lnTo>
                  <a:pt x="78" y="13"/>
                </a:lnTo>
                <a:lnTo>
                  <a:pt x="83" y="12"/>
                </a:lnTo>
                <a:lnTo>
                  <a:pt x="88" y="13"/>
                </a:lnTo>
                <a:lnTo>
                  <a:pt x="93" y="14"/>
                </a:lnTo>
                <a:lnTo>
                  <a:pt x="98" y="15"/>
                </a:lnTo>
                <a:lnTo>
                  <a:pt x="102" y="18"/>
                </a:lnTo>
                <a:lnTo>
                  <a:pt x="106" y="21"/>
                </a:lnTo>
                <a:lnTo>
                  <a:pt x="110" y="24"/>
                </a:lnTo>
                <a:lnTo>
                  <a:pt x="114" y="27"/>
                </a:lnTo>
                <a:lnTo>
                  <a:pt x="118" y="32"/>
                </a:lnTo>
                <a:lnTo>
                  <a:pt x="121" y="32"/>
                </a:lnTo>
                <a:lnTo>
                  <a:pt x="121" y="29"/>
                </a:lnTo>
                <a:lnTo>
                  <a:pt x="122" y="25"/>
                </a:lnTo>
                <a:lnTo>
                  <a:pt x="122" y="21"/>
                </a:lnTo>
                <a:lnTo>
                  <a:pt x="123" y="17"/>
                </a:lnTo>
                <a:lnTo>
                  <a:pt x="124" y="14"/>
                </a:lnTo>
                <a:lnTo>
                  <a:pt x="126" y="10"/>
                </a:lnTo>
                <a:lnTo>
                  <a:pt x="121" y="8"/>
                </a:lnTo>
                <a:lnTo>
                  <a:pt x="116" y="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401" name="i$lïḍe">
            <a:extLst>
              <a:ext uri="{FF2B5EF4-FFF2-40B4-BE49-F238E27FC236}">
                <a16:creationId xmlns:a16="http://schemas.microsoft.com/office/drawing/2014/main" id="{F0CC677D-D13C-4CDF-8EF9-CDF905656E35}"/>
              </a:ext>
            </a:extLst>
          </p:cNvPr>
          <p:cNvSpPr>
            <a:spLocks noGrp="1"/>
          </p:cNvSpPr>
          <p:nvPr/>
        </p:nvSpPr>
        <p:spPr>
          <a:xfrm>
            <a:off x="171144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1 w 93"/>
              <a:gd name="GluePoint1Y" fmla="*/ 79 h 157"/>
              <a:gd name="GluePoint2X" fmla="*/ 90 w 93"/>
              <a:gd name="GluePoint2Y" fmla="*/ 73 h 157"/>
              <a:gd name="GluePoint3X" fmla="*/ 86 w 93"/>
              <a:gd name="GluePoint3Y" fmla="*/ 67 h 157"/>
              <a:gd name="GluePoint4X" fmla="*/ 82 w 93"/>
              <a:gd name="GluePoint4Y" fmla="*/ 62 h 157"/>
              <a:gd name="GluePoint5X" fmla="*/ 76 w 93"/>
              <a:gd name="GluePoint5Y" fmla="*/ 59 h 157"/>
              <a:gd name="GluePoint6X" fmla="*/ 70 w 93"/>
              <a:gd name="GluePoint6Y" fmla="*/ 56 h 157"/>
              <a:gd name="GluePoint7X" fmla="*/ 63 w 93"/>
              <a:gd name="GluePoint7Y" fmla="*/ 55 h 157"/>
              <a:gd name="GluePoint8X" fmla="*/ 55 w 93"/>
              <a:gd name="GluePoint8Y" fmla="*/ 55 h 157"/>
              <a:gd name="GluePoint9X" fmla="*/ 47 w 93"/>
              <a:gd name="GluePoint9Y" fmla="*/ 57 h 157"/>
              <a:gd name="GluePoint10X" fmla="*/ 39 w 93"/>
              <a:gd name="GluePoint10Y" fmla="*/ 61 h 157"/>
              <a:gd name="GluePoint11X" fmla="*/ 32 w 93"/>
              <a:gd name="GluePoint11Y" fmla="*/ 68 h 157"/>
              <a:gd name="GluePoint12X" fmla="*/ 29 w 93"/>
              <a:gd name="GluePoint12Y" fmla="*/ 0 h 157"/>
              <a:gd name="GluePoint13X" fmla="*/ 22 w 93"/>
              <a:gd name="GluePoint13Y" fmla="*/ 1 h 157"/>
              <a:gd name="GluePoint14X" fmla="*/ 14 w 93"/>
              <a:gd name="GluePoint14Y" fmla="*/ 1 h 157"/>
              <a:gd name="GluePoint15X" fmla="*/ 11 w 93"/>
              <a:gd name="GluePoint15Y" fmla="*/ 1 h 157"/>
              <a:gd name="GluePoint16X" fmla="*/ 7 w 93"/>
              <a:gd name="GluePoint16Y" fmla="*/ 1 h 157"/>
              <a:gd name="GluePoint17X" fmla="*/ 0 w 93"/>
              <a:gd name="GluePoint17Y" fmla="*/ 0 h 157"/>
              <a:gd name="GluePoint18X" fmla="*/ 3 w 93"/>
              <a:gd name="GluePoint18Y" fmla="*/ 157 h 157"/>
              <a:gd name="GluePoint19X" fmla="*/ 11 w 93"/>
              <a:gd name="GluePoint19Y" fmla="*/ 157 h 157"/>
              <a:gd name="GluePoint20X" fmla="*/ 18 w 93"/>
              <a:gd name="GluePoint20Y" fmla="*/ 157 h 157"/>
              <a:gd name="GluePoint21X" fmla="*/ 25 w 93"/>
              <a:gd name="GluePoint21Y" fmla="*/ 157 h 157"/>
              <a:gd name="GluePoint22X" fmla="*/ 29 w 93"/>
              <a:gd name="GluePoint22Y" fmla="*/ 110 h 157"/>
              <a:gd name="GluePoint23X" fmla="*/ 28 w 93"/>
              <a:gd name="GluePoint23Y" fmla="*/ 101 h 157"/>
              <a:gd name="GluePoint24X" fmla="*/ 29 w 93"/>
              <a:gd name="GluePoint24Y" fmla="*/ 93 h 157"/>
              <a:gd name="GluePoint25X" fmla="*/ 30 w 93"/>
              <a:gd name="GluePoint25Y" fmla="*/ 87 h 157"/>
              <a:gd name="GluePoint26X" fmla="*/ 32 w 93"/>
              <a:gd name="GluePoint26Y" fmla="*/ 81 h 157"/>
              <a:gd name="GluePoint27X" fmla="*/ 34 w 93"/>
              <a:gd name="GluePoint27Y" fmla="*/ 77 h 157"/>
              <a:gd name="GluePoint28X" fmla="*/ 38 w 93"/>
              <a:gd name="GluePoint28Y" fmla="*/ 74 h 157"/>
              <a:gd name="GluePoint29X" fmla="*/ 42 w 93"/>
              <a:gd name="GluePoint29Y" fmla="*/ 73 h 157"/>
              <a:gd name="GluePoint30X" fmla="*/ 47 w 93"/>
              <a:gd name="GluePoint30Y" fmla="*/ 72 h 157"/>
              <a:gd name="GluePoint31X" fmla="*/ 51 w 93"/>
              <a:gd name="GluePoint31Y" fmla="*/ 73 h 157"/>
              <a:gd name="GluePoint32X" fmla="*/ 55 w 93"/>
              <a:gd name="GluePoint32Y" fmla="*/ 74 h 157"/>
              <a:gd name="GluePoint33X" fmla="*/ 58 w 93"/>
              <a:gd name="GluePoint33Y" fmla="*/ 77 h 157"/>
              <a:gd name="GluePoint34X" fmla="*/ 60 w 93"/>
              <a:gd name="GluePoint34Y" fmla="*/ 81 h 157"/>
              <a:gd name="GluePoint35X" fmla="*/ 62 w 93"/>
              <a:gd name="GluePoint35Y" fmla="*/ 85 h 157"/>
              <a:gd name="GluePoint36X" fmla="*/ 64 w 93"/>
              <a:gd name="GluePoint36Y" fmla="*/ 91 h 157"/>
              <a:gd name="GluePoint37X" fmla="*/ 64 w 93"/>
              <a:gd name="GluePoint37Y" fmla="*/ 106 h 157"/>
              <a:gd name="GluePoint38X" fmla="*/ 67 w 93"/>
              <a:gd name="GluePoint38Y" fmla="*/ 157 h 157"/>
              <a:gd name="GluePoint39X" fmla="*/ 74 w 93"/>
              <a:gd name="GluePoint39Y" fmla="*/ 157 h 157"/>
              <a:gd name="GluePoint40X" fmla="*/ 82 w 93"/>
              <a:gd name="GluePoint40Y" fmla="*/ 157 h 157"/>
              <a:gd name="GluePoint41X" fmla="*/ 90 w 93"/>
              <a:gd name="GluePoint41Y" fmla="*/ 157 h 157"/>
              <a:gd name="GluePoint42X" fmla="*/ 93 w 93"/>
              <a:gd name="GluePoint42Y" fmla="*/ 91 h 157"/>
              <a:gd name="GluePoint43X" fmla="*/ 92 w 93"/>
              <a:gd name="GluePoint43Y" fmla="*/ 82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82"/>
                </a:moveTo>
                <a:lnTo>
                  <a:pt x="91" y="79"/>
                </a:ln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2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9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6" y="75"/>
                </a:lnTo>
                <a:lnTo>
                  <a:pt x="58" y="77"/>
                </a:lnTo>
                <a:lnTo>
                  <a:pt x="59" y="78"/>
                </a:lnTo>
                <a:lnTo>
                  <a:pt x="60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4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90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402" name="iṥľiḓê">
            <a:extLst>
              <a:ext uri="{FF2B5EF4-FFF2-40B4-BE49-F238E27FC236}">
                <a16:creationId xmlns:a16="http://schemas.microsoft.com/office/drawing/2014/main" id="{5640BA64-8CD7-4545-A94A-903CC6984F79}"/>
              </a:ext>
            </a:extLst>
          </p:cNvPr>
          <p:cNvSpPr>
            <a:spLocks noGrp="1"/>
          </p:cNvSpPr>
          <p:nvPr/>
        </p:nvSpPr>
        <p:spPr>
          <a:xfrm>
            <a:off x="1767960" y="956160"/>
            <a:ext cx="12240" cy="43200"/>
          </a:xfrm>
          <a:custGeom>
            <a:avLst/>
            <a:gdLst>
              <a:gd name="textAreaLeft" fmla="*/ 0 w 12240"/>
              <a:gd name="textAreaRight" fmla="*/ 12600 w 12240"/>
              <a:gd name="textAreaTop" fmla="*/ 0 h 43200"/>
              <a:gd name="textAreaBottom" fmla="*/ 43560 h 43200"/>
              <a:gd name="GluePoint1X" fmla="*/ 21 w 29"/>
              <a:gd name="GluePoint1Y" fmla="*/ 0 h 100"/>
              <a:gd name="GluePoint2X" fmla="*/ 18 w 29"/>
              <a:gd name="GluePoint2Y" fmla="*/ 0 h 100"/>
              <a:gd name="GluePoint3X" fmla="*/ 16 w 29"/>
              <a:gd name="GluePoint3Y" fmla="*/ 0 h 100"/>
              <a:gd name="GluePoint4X" fmla="*/ 12 w 29"/>
              <a:gd name="GluePoint4Y" fmla="*/ 0 h 100"/>
              <a:gd name="GluePoint5X" fmla="*/ 8 w 29"/>
              <a:gd name="GluePoint5Y" fmla="*/ 0 h 100"/>
              <a:gd name="GluePoint6X" fmla="*/ 4 w 29"/>
              <a:gd name="GluePoint6Y" fmla="*/ 0 h 100"/>
              <a:gd name="GluePoint7X" fmla="*/ 0 w 29"/>
              <a:gd name="GluePoint7Y" fmla="*/ 0 h 100"/>
              <a:gd name="GluePoint8X" fmla="*/ 0 w 29"/>
              <a:gd name="GluePoint8Y" fmla="*/ 100 h 100"/>
              <a:gd name="GluePoint9X" fmla="*/ 4 w 29"/>
              <a:gd name="GluePoint9Y" fmla="*/ 100 h 100"/>
              <a:gd name="GluePoint10X" fmla="*/ 8 w 29"/>
              <a:gd name="GluePoint10Y" fmla="*/ 100 h 100"/>
              <a:gd name="GluePoint11X" fmla="*/ 12 w 29"/>
              <a:gd name="GluePoint11Y" fmla="*/ 100 h 100"/>
              <a:gd name="GluePoint12X" fmla="*/ 16 w 29"/>
              <a:gd name="GluePoint12Y" fmla="*/ 100 h 100"/>
              <a:gd name="GluePoint13X" fmla="*/ 18 w 29"/>
              <a:gd name="GluePoint13Y" fmla="*/ 100 h 100"/>
              <a:gd name="GluePoint14X" fmla="*/ 21 w 29"/>
              <a:gd name="GluePoint14Y" fmla="*/ 100 h 100"/>
              <a:gd name="GluePoint15X" fmla="*/ 25 w 29"/>
              <a:gd name="GluePoint15Y" fmla="*/ 100 h 100"/>
              <a:gd name="GluePoint16X" fmla="*/ 29 w 29"/>
              <a:gd name="GluePoint16Y" fmla="*/ 100 h 100"/>
              <a:gd name="GluePoint17X" fmla="*/ 29 w 29"/>
              <a:gd name="GluePoint17Y" fmla="*/ 0 h 100"/>
              <a:gd name="GluePoint18X" fmla="*/ 25 w 29"/>
              <a:gd name="GluePoint18Y" fmla="*/ 0 h 100"/>
              <a:gd name="GluePoint19X" fmla="*/ 21 w 29"/>
              <a:gd name="GluePoint19Y" fmla="*/ 0 h 100"/>
            </a:gdLst>
            <a:ahLst/>
            <a:cxnLst/>
            <a:rect l="textAreaLeft" t="textAreaTop" r="textAreaRight" b="textAreaBottom"/>
            <a:pathLst>
              <a:path w="29" h="100">
                <a:moveTo>
                  <a:pt x="21" y="0"/>
                </a:moveTo>
                <a:lnTo>
                  <a:pt x="18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0" y="100"/>
                </a:lnTo>
                <a:lnTo>
                  <a:pt x="4" y="100"/>
                </a:lnTo>
                <a:lnTo>
                  <a:pt x="8" y="100"/>
                </a:lnTo>
                <a:lnTo>
                  <a:pt x="12" y="100"/>
                </a:lnTo>
                <a:lnTo>
                  <a:pt x="16" y="100"/>
                </a:lnTo>
                <a:lnTo>
                  <a:pt x="18" y="100"/>
                </a:lnTo>
                <a:lnTo>
                  <a:pt x="21" y="100"/>
                </a:lnTo>
                <a:lnTo>
                  <a:pt x="25" y="100"/>
                </a:lnTo>
                <a:lnTo>
                  <a:pt x="29" y="100"/>
                </a:lnTo>
                <a:lnTo>
                  <a:pt x="29" y="0"/>
                </a:lnTo>
                <a:lnTo>
                  <a:pt x="25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403" name="îŝ1îḋê">
            <a:extLst>
              <a:ext uri="{FF2B5EF4-FFF2-40B4-BE49-F238E27FC236}">
                <a16:creationId xmlns:a16="http://schemas.microsoft.com/office/drawing/2014/main" id="{CFF6C85E-A244-45C4-BC6F-FFB358F453F9}"/>
              </a:ext>
            </a:extLst>
          </p:cNvPr>
          <p:cNvSpPr>
            <a:spLocks noGrp="1"/>
          </p:cNvSpPr>
          <p:nvPr/>
        </p:nvSpPr>
        <p:spPr>
          <a:xfrm>
            <a:off x="1767240" y="932040"/>
            <a:ext cx="14400" cy="13680"/>
          </a:xfrm>
          <a:custGeom>
            <a:avLst/>
            <a:gdLst>
              <a:gd name="textAreaLeft" fmla="*/ 0 w 14400"/>
              <a:gd name="textAreaRight" fmla="*/ 14760 w 14400"/>
              <a:gd name="textAreaTop" fmla="*/ 0 h 13680"/>
              <a:gd name="textAreaBottom" fmla="*/ 14040 h 13680"/>
              <a:gd name="GluePoint1X" fmla="*/ 32 w 34"/>
              <a:gd name="GluePoint1Y" fmla="*/ 10 h 32"/>
              <a:gd name="GluePoint2X" fmla="*/ 30 w 34"/>
              <a:gd name="GluePoint2Y" fmla="*/ 7 h 32"/>
              <a:gd name="GluePoint3X" fmla="*/ 28 w 34"/>
              <a:gd name="GluePoint3Y" fmla="*/ 5 h 32"/>
              <a:gd name="GluePoint4X" fmla="*/ 26 w 34"/>
              <a:gd name="GluePoint4Y" fmla="*/ 3 h 32"/>
              <a:gd name="GluePoint5X" fmla="*/ 23 w 34"/>
              <a:gd name="GluePoint5Y" fmla="*/ 2 h 32"/>
              <a:gd name="GluePoint6X" fmla="*/ 20 w 34"/>
              <a:gd name="GluePoint6Y" fmla="*/ 0 h 32"/>
              <a:gd name="GluePoint7X" fmla="*/ 16 w 34"/>
              <a:gd name="GluePoint7Y" fmla="*/ 0 h 32"/>
              <a:gd name="GluePoint8X" fmla="*/ 13 w 34"/>
              <a:gd name="GluePoint8Y" fmla="*/ 0 h 32"/>
              <a:gd name="GluePoint9X" fmla="*/ 10 w 34"/>
              <a:gd name="GluePoint9Y" fmla="*/ 2 h 32"/>
              <a:gd name="GluePoint10X" fmla="*/ 7 w 34"/>
              <a:gd name="GluePoint10Y" fmla="*/ 3 h 32"/>
              <a:gd name="GluePoint11X" fmla="*/ 5 w 34"/>
              <a:gd name="GluePoint11Y" fmla="*/ 5 h 32"/>
              <a:gd name="GluePoint12X" fmla="*/ 3 w 34"/>
              <a:gd name="GluePoint12Y" fmla="*/ 7 h 32"/>
              <a:gd name="GluePoint13X" fmla="*/ 2 w 34"/>
              <a:gd name="GluePoint13Y" fmla="*/ 10 h 32"/>
              <a:gd name="GluePoint14X" fmla="*/ 1 w 34"/>
              <a:gd name="GluePoint14Y" fmla="*/ 13 h 32"/>
              <a:gd name="GluePoint15X" fmla="*/ 0 w 34"/>
              <a:gd name="GluePoint15Y" fmla="*/ 16 h 32"/>
              <a:gd name="GluePoint16X" fmla="*/ 1 w 34"/>
              <a:gd name="GluePoint16Y" fmla="*/ 20 h 32"/>
              <a:gd name="GluePoint17X" fmla="*/ 2 w 34"/>
              <a:gd name="GluePoint17Y" fmla="*/ 23 h 32"/>
              <a:gd name="GluePoint18X" fmla="*/ 2 w 34"/>
              <a:gd name="GluePoint18Y" fmla="*/ 26 h 32"/>
              <a:gd name="GluePoint19X" fmla="*/ 5 w 34"/>
              <a:gd name="GluePoint19Y" fmla="*/ 28 h 32"/>
              <a:gd name="GluePoint20X" fmla="*/ 6 w 34"/>
              <a:gd name="GluePoint20Y" fmla="*/ 30 h 32"/>
              <a:gd name="GluePoint21X" fmla="*/ 10 w 34"/>
              <a:gd name="GluePoint21Y" fmla="*/ 31 h 32"/>
              <a:gd name="GluePoint22X" fmla="*/ 13 w 34"/>
              <a:gd name="GluePoint22Y" fmla="*/ 32 h 32"/>
              <a:gd name="GluePoint23X" fmla="*/ 16 w 34"/>
              <a:gd name="GluePoint23Y" fmla="*/ 32 h 32"/>
              <a:gd name="GluePoint24X" fmla="*/ 20 w 34"/>
              <a:gd name="GluePoint24Y" fmla="*/ 32 h 32"/>
              <a:gd name="GluePoint25X" fmla="*/ 23 w 34"/>
              <a:gd name="GluePoint25Y" fmla="*/ 31 h 32"/>
              <a:gd name="GluePoint26X" fmla="*/ 26 w 34"/>
              <a:gd name="GluePoint26Y" fmla="*/ 30 h 32"/>
              <a:gd name="GluePoint27X" fmla="*/ 28 w 34"/>
              <a:gd name="GluePoint27Y" fmla="*/ 27 h 32"/>
              <a:gd name="GluePoint28X" fmla="*/ 30 w 34"/>
              <a:gd name="GluePoint28Y" fmla="*/ 25 h 32"/>
              <a:gd name="GluePoint29X" fmla="*/ 32 w 34"/>
              <a:gd name="GluePoint29Y" fmla="*/ 23 h 32"/>
              <a:gd name="GluePoint30X" fmla="*/ 33 w 34"/>
              <a:gd name="GluePoint30Y" fmla="*/ 19 h 32"/>
              <a:gd name="GluePoint31X" fmla="*/ 34 w 34"/>
              <a:gd name="GluePoint31Y" fmla="*/ 16 h 32"/>
              <a:gd name="GluePoint32X" fmla="*/ 33 w 34"/>
              <a:gd name="GluePoint32Y" fmla="*/ 13 h 32"/>
              <a:gd name="GluePoint33X" fmla="*/ 32 w 34"/>
              <a:gd name="GluePoint33Y" fmla="*/ 10 h 32"/>
            </a:gdLst>
            <a:ahLst/>
            <a:cxnLst/>
            <a:rect l="textAreaLeft" t="textAreaTop" r="textAreaRight" b="textAreaBottom"/>
            <a:pathLst>
              <a:path w="34" h="32">
                <a:moveTo>
                  <a:pt x="32" y="10"/>
                </a:moveTo>
                <a:lnTo>
                  <a:pt x="30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1" y="20"/>
                </a:lnTo>
                <a:lnTo>
                  <a:pt x="2" y="23"/>
                </a:lnTo>
                <a:lnTo>
                  <a:pt x="2" y="26"/>
                </a:lnTo>
                <a:lnTo>
                  <a:pt x="5" y="28"/>
                </a:lnTo>
                <a:lnTo>
                  <a:pt x="6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0" y="25"/>
                </a:lnTo>
                <a:lnTo>
                  <a:pt x="32" y="23"/>
                </a:lnTo>
                <a:lnTo>
                  <a:pt x="33" y="19"/>
                </a:lnTo>
                <a:lnTo>
                  <a:pt x="34" y="16"/>
                </a:lnTo>
                <a:lnTo>
                  <a:pt x="33" y="13"/>
                </a:lnTo>
                <a:lnTo>
                  <a:pt x="32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404" name="íśľîdé">
            <a:extLst>
              <a:ext uri="{FF2B5EF4-FFF2-40B4-BE49-F238E27FC236}">
                <a16:creationId xmlns:a16="http://schemas.microsoft.com/office/drawing/2014/main" id="{3BF4953F-B5A9-4746-830D-F681136FA44F}"/>
              </a:ext>
            </a:extLst>
          </p:cNvPr>
          <p:cNvSpPr>
            <a:spLocks noGrp="1"/>
          </p:cNvSpPr>
          <p:nvPr/>
        </p:nvSpPr>
        <p:spPr>
          <a:xfrm>
            <a:off x="179748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4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4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59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8" y="4"/>
                </a:lnTo>
                <a:lnTo>
                  <a:pt x="74" y="2"/>
                </a:lnTo>
                <a:lnTo>
                  <a:pt x="72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6" y="0"/>
                </a:lnTo>
                <a:lnTo>
                  <a:pt x="51" y="1"/>
                </a:lnTo>
                <a:lnTo>
                  <a:pt x="46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6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8" y="19"/>
                </a:lnTo>
                <a:lnTo>
                  <a:pt x="41" y="18"/>
                </a:lnTo>
                <a:lnTo>
                  <a:pt x="42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1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8" y="22"/>
                </a:lnTo>
                <a:lnTo>
                  <a:pt x="59" y="23"/>
                </a:lnTo>
                <a:lnTo>
                  <a:pt x="61" y="26"/>
                </a:lnTo>
                <a:lnTo>
                  <a:pt x="62" y="27"/>
                </a:lnTo>
                <a:lnTo>
                  <a:pt x="62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4" y="102"/>
                </a:lnTo>
                <a:lnTo>
                  <a:pt x="78" y="102"/>
                </a:lnTo>
                <a:lnTo>
                  <a:pt x="82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405" name="ïśļîḋé">
            <a:extLst>
              <a:ext uri="{FF2B5EF4-FFF2-40B4-BE49-F238E27FC236}">
                <a16:creationId xmlns:a16="http://schemas.microsoft.com/office/drawing/2014/main" id="{63975F26-79ED-4D35-8268-A893CF66A2FF}"/>
              </a:ext>
            </a:extLst>
          </p:cNvPr>
          <p:cNvSpPr>
            <a:spLocks noGrp="1"/>
          </p:cNvSpPr>
          <p:nvPr/>
        </p:nvSpPr>
        <p:spPr>
          <a:xfrm>
            <a:off x="1850400" y="955440"/>
            <a:ext cx="41400" cy="44640"/>
          </a:xfrm>
          <a:custGeom>
            <a:avLst/>
            <a:gdLst>
              <a:gd name="textAreaLeft" fmla="*/ 0 w 41400"/>
              <a:gd name="textAreaRight" fmla="*/ 41760 w 41400"/>
              <a:gd name="textAreaTop" fmla="*/ 0 h 44640"/>
              <a:gd name="textAreaBottom" fmla="*/ 45000 h 44640"/>
              <a:gd name="GluePoint1X" fmla="*/ 88 w 96"/>
              <a:gd name="GluePoint1Y" fmla="*/ 93 h 103"/>
              <a:gd name="GluePoint2X" fmla="*/ 85 w 96"/>
              <a:gd name="GluePoint2Y" fmla="*/ 87 h 103"/>
              <a:gd name="GluePoint3X" fmla="*/ 85 w 96"/>
              <a:gd name="GluePoint3Y" fmla="*/ 25 h 103"/>
              <a:gd name="GluePoint4X" fmla="*/ 82 w 96"/>
              <a:gd name="GluePoint4Y" fmla="*/ 16 h 103"/>
              <a:gd name="GluePoint5X" fmla="*/ 77 w 96"/>
              <a:gd name="GluePoint5Y" fmla="*/ 10 h 103"/>
              <a:gd name="GluePoint6X" fmla="*/ 69 w 96"/>
              <a:gd name="GluePoint6Y" fmla="*/ 5 h 103"/>
              <a:gd name="GluePoint7X" fmla="*/ 59 w 96"/>
              <a:gd name="GluePoint7Y" fmla="*/ 2 h 103"/>
              <a:gd name="GluePoint8X" fmla="*/ 45 w 96"/>
              <a:gd name="GluePoint8Y" fmla="*/ 0 h 103"/>
              <a:gd name="GluePoint9X" fmla="*/ 29 w 96"/>
              <a:gd name="GluePoint9Y" fmla="*/ 2 h 103"/>
              <a:gd name="GluePoint10X" fmla="*/ 15 w 96"/>
              <a:gd name="GluePoint10Y" fmla="*/ 8 h 103"/>
              <a:gd name="GluePoint11X" fmla="*/ 9 w 96"/>
              <a:gd name="GluePoint11Y" fmla="*/ 26 h 103"/>
              <a:gd name="GluePoint12X" fmla="*/ 17 w 96"/>
              <a:gd name="GluePoint12Y" fmla="*/ 21 h 103"/>
              <a:gd name="GluePoint13X" fmla="*/ 25 w 96"/>
              <a:gd name="GluePoint13Y" fmla="*/ 15 h 103"/>
              <a:gd name="GluePoint14X" fmla="*/ 37 w 96"/>
              <a:gd name="GluePoint14Y" fmla="*/ 13 h 103"/>
              <a:gd name="GluePoint15X" fmla="*/ 48 w 96"/>
              <a:gd name="GluePoint15Y" fmla="*/ 17 h 103"/>
              <a:gd name="GluePoint16X" fmla="*/ 55 w 96"/>
              <a:gd name="GluePoint16Y" fmla="*/ 25 h 103"/>
              <a:gd name="GluePoint17X" fmla="*/ 57 w 96"/>
              <a:gd name="GluePoint17Y" fmla="*/ 34 h 103"/>
              <a:gd name="GluePoint18X" fmla="*/ 53 w 96"/>
              <a:gd name="GluePoint18Y" fmla="*/ 40 h 103"/>
              <a:gd name="GluePoint19X" fmla="*/ 46 w 96"/>
              <a:gd name="GluePoint19Y" fmla="*/ 44 h 103"/>
              <a:gd name="GluePoint20X" fmla="*/ 38 w 96"/>
              <a:gd name="GluePoint20Y" fmla="*/ 46 h 103"/>
              <a:gd name="GluePoint21X" fmla="*/ 24 w 96"/>
              <a:gd name="GluePoint21Y" fmla="*/ 49 h 103"/>
              <a:gd name="GluePoint22X" fmla="*/ 13 w 96"/>
              <a:gd name="GluePoint22Y" fmla="*/ 54 h 103"/>
              <a:gd name="GluePoint23X" fmla="*/ 5 w 96"/>
              <a:gd name="GluePoint23Y" fmla="*/ 59 h 103"/>
              <a:gd name="GluePoint24X" fmla="*/ 1 w 96"/>
              <a:gd name="GluePoint24Y" fmla="*/ 67 h 103"/>
              <a:gd name="GluePoint25X" fmla="*/ 0 w 96"/>
              <a:gd name="GluePoint25Y" fmla="*/ 75 h 103"/>
              <a:gd name="GluePoint26X" fmla="*/ 1 w 96"/>
              <a:gd name="GluePoint26Y" fmla="*/ 83 h 103"/>
              <a:gd name="GluePoint27X" fmla="*/ 3 w 96"/>
              <a:gd name="GluePoint27Y" fmla="*/ 91 h 103"/>
              <a:gd name="GluePoint28X" fmla="*/ 8 w 96"/>
              <a:gd name="GluePoint28Y" fmla="*/ 96 h 103"/>
              <a:gd name="GluePoint29X" fmla="*/ 14 w 96"/>
              <a:gd name="GluePoint29Y" fmla="*/ 100 h 103"/>
              <a:gd name="GluePoint30X" fmla="*/ 23 w 96"/>
              <a:gd name="GluePoint30Y" fmla="*/ 103 h 103"/>
              <a:gd name="GluePoint31X" fmla="*/ 34 w 96"/>
              <a:gd name="GluePoint31Y" fmla="*/ 103 h 103"/>
              <a:gd name="GluePoint32X" fmla="*/ 46 w 96"/>
              <a:gd name="GluePoint32Y" fmla="*/ 99 h 103"/>
              <a:gd name="GluePoint33X" fmla="*/ 54 w 96"/>
              <a:gd name="GluePoint33Y" fmla="*/ 93 h 103"/>
              <a:gd name="GluePoint34X" fmla="*/ 60 w 96"/>
              <a:gd name="GluePoint34Y" fmla="*/ 95 h 103"/>
              <a:gd name="GluePoint35X" fmla="*/ 67 w 96"/>
              <a:gd name="GluePoint35Y" fmla="*/ 102 h 103"/>
              <a:gd name="GluePoint36X" fmla="*/ 77 w 96"/>
              <a:gd name="GluePoint36Y" fmla="*/ 103 h 103"/>
              <a:gd name="GluePoint37X" fmla="*/ 88 w 96"/>
              <a:gd name="GluePoint37Y" fmla="*/ 103 h 103"/>
              <a:gd name="GluePoint38X" fmla="*/ 96 w 96"/>
              <a:gd name="GluePoint38Y" fmla="*/ 99 h 103"/>
              <a:gd name="GluePoint39X" fmla="*/ 91 w 96"/>
              <a:gd name="GluePoint39Y" fmla="*/ 95 h 103"/>
              <a:gd name="GluePoint40X" fmla="*/ 55 w 96"/>
              <a:gd name="GluePoint40Y" fmla="*/ 79 h 103"/>
              <a:gd name="GluePoint41X" fmla="*/ 53 w 96"/>
              <a:gd name="GluePoint41Y" fmla="*/ 85 h 103"/>
              <a:gd name="GluePoint42X" fmla="*/ 50 w 96"/>
              <a:gd name="GluePoint42Y" fmla="*/ 88 h 103"/>
              <a:gd name="GluePoint43X" fmla="*/ 45 w 96"/>
              <a:gd name="GluePoint43Y" fmla="*/ 91 h 103"/>
              <a:gd name="GluePoint44X" fmla="*/ 41 w 96"/>
              <a:gd name="GluePoint44Y" fmla="*/ 91 h 103"/>
              <a:gd name="GluePoint45X" fmla="*/ 33 w 96"/>
              <a:gd name="GluePoint45Y" fmla="*/ 89 h 103"/>
              <a:gd name="GluePoint46X" fmla="*/ 30 w 96"/>
              <a:gd name="GluePoint46Y" fmla="*/ 82 h 103"/>
              <a:gd name="GluePoint47X" fmla="*/ 29 w 96"/>
              <a:gd name="GluePoint47Y" fmla="*/ 71 h 103"/>
              <a:gd name="GluePoint48X" fmla="*/ 30 w 96"/>
              <a:gd name="GluePoint48Y" fmla="*/ 65 h 103"/>
              <a:gd name="GluePoint49X" fmla="*/ 34 w 96"/>
              <a:gd name="GluePoint49Y" fmla="*/ 59 h 103"/>
              <a:gd name="GluePoint50X" fmla="*/ 41 w 96"/>
              <a:gd name="GluePoint50Y" fmla="*/ 54 h 103"/>
              <a:gd name="GluePoint51X" fmla="*/ 54 w 96"/>
              <a:gd name="GluePoint51Y" fmla="*/ 50 h 103"/>
            </a:gdLst>
            <a:ahLst/>
            <a:cxnLst/>
            <a:rect l="textAreaLeft" t="textAreaTop" r="textAreaRight" b="textAreaBottom"/>
            <a:pathLst>
              <a:path w="96" h="103">
                <a:moveTo>
                  <a:pt x="91" y="95"/>
                </a:moveTo>
                <a:lnTo>
                  <a:pt x="89" y="94"/>
                </a:lnTo>
                <a:lnTo>
                  <a:pt x="88" y="93"/>
                </a:lnTo>
                <a:lnTo>
                  <a:pt x="87" y="91"/>
                </a:lnTo>
                <a:lnTo>
                  <a:pt x="86" y="90"/>
                </a:lnTo>
                <a:lnTo>
                  <a:pt x="85" y="87"/>
                </a:lnTo>
                <a:lnTo>
                  <a:pt x="85" y="85"/>
                </a:lnTo>
                <a:lnTo>
                  <a:pt x="85" y="27"/>
                </a:lnTo>
                <a:lnTo>
                  <a:pt x="85" y="25"/>
                </a:lnTo>
                <a:lnTo>
                  <a:pt x="85" y="22"/>
                </a:lnTo>
                <a:lnTo>
                  <a:pt x="84" y="19"/>
                </a:lnTo>
                <a:lnTo>
                  <a:pt x="82" y="16"/>
                </a:lnTo>
                <a:lnTo>
                  <a:pt x="81" y="14"/>
                </a:lnTo>
                <a:lnTo>
                  <a:pt x="79" y="12"/>
                </a:lnTo>
                <a:lnTo>
                  <a:pt x="77" y="10"/>
                </a:lnTo>
                <a:lnTo>
                  <a:pt x="75" y="8"/>
                </a:lnTo>
                <a:lnTo>
                  <a:pt x="72" y="6"/>
                </a:lnTo>
                <a:lnTo>
                  <a:pt x="69" y="5"/>
                </a:lnTo>
                <a:lnTo>
                  <a:pt x="66" y="4"/>
                </a:lnTo>
                <a:lnTo>
                  <a:pt x="62" y="2"/>
                </a:lnTo>
                <a:lnTo>
                  <a:pt x="59" y="2"/>
                </a:lnTo>
                <a:lnTo>
                  <a:pt x="54" y="1"/>
                </a:lnTo>
                <a:lnTo>
                  <a:pt x="50" y="0"/>
                </a:lnTo>
                <a:lnTo>
                  <a:pt x="45" y="0"/>
                </a:lnTo>
                <a:lnTo>
                  <a:pt x="40" y="0"/>
                </a:lnTo>
                <a:lnTo>
                  <a:pt x="34" y="1"/>
                </a:lnTo>
                <a:lnTo>
                  <a:pt x="29" y="2"/>
                </a:lnTo>
                <a:lnTo>
                  <a:pt x="24" y="4"/>
                </a:lnTo>
                <a:lnTo>
                  <a:pt x="20" y="6"/>
                </a:lnTo>
                <a:lnTo>
                  <a:pt x="15" y="8"/>
                </a:lnTo>
                <a:lnTo>
                  <a:pt x="11" y="10"/>
                </a:lnTo>
                <a:lnTo>
                  <a:pt x="7" y="14"/>
                </a:lnTo>
                <a:lnTo>
                  <a:pt x="9" y="26"/>
                </a:lnTo>
                <a:lnTo>
                  <a:pt x="11" y="26"/>
                </a:lnTo>
                <a:lnTo>
                  <a:pt x="14" y="23"/>
                </a:lnTo>
                <a:lnTo>
                  <a:pt x="17" y="21"/>
                </a:lnTo>
                <a:lnTo>
                  <a:pt x="20" y="18"/>
                </a:lnTo>
                <a:lnTo>
                  <a:pt x="22" y="17"/>
                </a:lnTo>
                <a:lnTo>
                  <a:pt x="25" y="15"/>
                </a:lnTo>
                <a:lnTo>
                  <a:pt x="29" y="14"/>
                </a:lnTo>
                <a:lnTo>
                  <a:pt x="33" y="14"/>
                </a:lnTo>
                <a:lnTo>
                  <a:pt x="37" y="13"/>
                </a:lnTo>
                <a:lnTo>
                  <a:pt x="41" y="14"/>
                </a:lnTo>
                <a:lnTo>
                  <a:pt x="45" y="15"/>
                </a:lnTo>
                <a:lnTo>
                  <a:pt x="48" y="17"/>
                </a:lnTo>
                <a:lnTo>
                  <a:pt x="50" y="19"/>
                </a:lnTo>
                <a:lnTo>
                  <a:pt x="53" y="22"/>
                </a:lnTo>
                <a:lnTo>
                  <a:pt x="55" y="25"/>
                </a:lnTo>
                <a:lnTo>
                  <a:pt x="56" y="28"/>
                </a:lnTo>
                <a:lnTo>
                  <a:pt x="57" y="32"/>
                </a:lnTo>
                <a:lnTo>
                  <a:pt x="57" y="34"/>
                </a:lnTo>
                <a:lnTo>
                  <a:pt x="56" y="36"/>
                </a:lnTo>
                <a:lnTo>
                  <a:pt x="55" y="38"/>
                </a:lnTo>
                <a:lnTo>
                  <a:pt x="53" y="40"/>
                </a:lnTo>
                <a:lnTo>
                  <a:pt x="52" y="42"/>
                </a:lnTo>
                <a:lnTo>
                  <a:pt x="49" y="42"/>
                </a:lnTo>
                <a:lnTo>
                  <a:pt x="46" y="44"/>
                </a:lnTo>
                <a:lnTo>
                  <a:pt x="42" y="45"/>
                </a:lnTo>
                <a:lnTo>
                  <a:pt x="40" y="46"/>
                </a:lnTo>
                <a:lnTo>
                  <a:pt x="38" y="46"/>
                </a:lnTo>
                <a:lnTo>
                  <a:pt x="33" y="47"/>
                </a:lnTo>
                <a:lnTo>
                  <a:pt x="29" y="47"/>
                </a:lnTo>
                <a:lnTo>
                  <a:pt x="24" y="49"/>
                </a:lnTo>
                <a:lnTo>
                  <a:pt x="20" y="51"/>
                </a:lnTo>
                <a:lnTo>
                  <a:pt x="17" y="52"/>
                </a:lnTo>
                <a:lnTo>
                  <a:pt x="13" y="54"/>
                </a:lnTo>
                <a:lnTo>
                  <a:pt x="10" y="55"/>
                </a:lnTo>
                <a:lnTo>
                  <a:pt x="8" y="57"/>
                </a:lnTo>
                <a:lnTo>
                  <a:pt x="5" y="59"/>
                </a:lnTo>
                <a:lnTo>
                  <a:pt x="4" y="62"/>
                </a:lnTo>
                <a:lnTo>
                  <a:pt x="2" y="64"/>
                </a:lnTo>
                <a:lnTo>
                  <a:pt x="1" y="67"/>
                </a:lnTo>
                <a:lnTo>
                  <a:pt x="0" y="69"/>
                </a:lnTo>
                <a:lnTo>
                  <a:pt x="0" y="71"/>
                </a:lnTo>
                <a:lnTo>
                  <a:pt x="0" y="75"/>
                </a:lnTo>
                <a:lnTo>
                  <a:pt x="0" y="78"/>
                </a:lnTo>
                <a:lnTo>
                  <a:pt x="0" y="81"/>
                </a:lnTo>
                <a:lnTo>
                  <a:pt x="1" y="83"/>
                </a:lnTo>
                <a:lnTo>
                  <a:pt x="1" y="86"/>
                </a:lnTo>
                <a:lnTo>
                  <a:pt x="2" y="88"/>
                </a:lnTo>
                <a:lnTo>
                  <a:pt x="3" y="91"/>
                </a:lnTo>
                <a:lnTo>
                  <a:pt x="5" y="93"/>
                </a:lnTo>
                <a:lnTo>
                  <a:pt x="6" y="95"/>
                </a:lnTo>
                <a:lnTo>
                  <a:pt x="8" y="96"/>
                </a:lnTo>
                <a:lnTo>
                  <a:pt x="9" y="98"/>
                </a:lnTo>
                <a:lnTo>
                  <a:pt x="12" y="99"/>
                </a:lnTo>
                <a:lnTo>
                  <a:pt x="14" y="100"/>
                </a:lnTo>
                <a:lnTo>
                  <a:pt x="17" y="102"/>
                </a:lnTo>
                <a:lnTo>
                  <a:pt x="20" y="103"/>
                </a:lnTo>
                <a:lnTo>
                  <a:pt x="23" y="103"/>
                </a:lnTo>
                <a:lnTo>
                  <a:pt x="26" y="103"/>
                </a:lnTo>
                <a:lnTo>
                  <a:pt x="30" y="103"/>
                </a:lnTo>
                <a:lnTo>
                  <a:pt x="34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99"/>
                </a:lnTo>
                <a:lnTo>
                  <a:pt x="49" y="98"/>
                </a:lnTo>
                <a:lnTo>
                  <a:pt x="52" y="95"/>
                </a:lnTo>
                <a:lnTo>
                  <a:pt x="54" y="93"/>
                </a:lnTo>
                <a:lnTo>
                  <a:pt x="57" y="90"/>
                </a:lnTo>
                <a:lnTo>
                  <a:pt x="58" y="93"/>
                </a:lnTo>
                <a:lnTo>
                  <a:pt x="60" y="95"/>
                </a:lnTo>
                <a:lnTo>
                  <a:pt x="62" y="98"/>
                </a:lnTo>
                <a:lnTo>
                  <a:pt x="65" y="99"/>
                </a:lnTo>
                <a:lnTo>
                  <a:pt x="67" y="102"/>
                </a:lnTo>
                <a:lnTo>
                  <a:pt x="70" y="103"/>
                </a:lnTo>
                <a:lnTo>
                  <a:pt x="73" y="103"/>
                </a:lnTo>
                <a:lnTo>
                  <a:pt x="77" y="103"/>
                </a:lnTo>
                <a:lnTo>
                  <a:pt x="80" y="103"/>
                </a:lnTo>
                <a:lnTo>
                  <a:pt x="84" y="103"/>
                </a:lnTo>
                <a:lnTo>
                  <a:pt x="88" y="103"/>
                </a:lnTo>
                <a:lnTo>
                  <a:pt x="93" y="102"/>
                </a:lnTo>
                <a:lnTo>
                  <a:pt x="94" y="100"/>
                </a:lnTo>
                <a:lnTo>
                  <a:pt x="96" y="99"/>
                </a:lnTo>
                <a:lnTo>
                  <a:pt x="96" y="95"/>
                </a:lnTo>
                <a:lnTo>
                  <a:pt x="93" y="95"/>
                </a:lnTo>
                <a:lnTo>
                  <a:pt x="91" y="95"/>
                </a:lnTo>
                <a:close/>
                <a:moveTo>
                  <a:pt x="57" y="68"/>
                </a:moveTo>
                <a:lnTo>
                  <a:pt x="57" y="74"/>
                </a:lnTo>
                <a:lnTo>
                  <a:pt x="55" y="79"/>
                </a:lnTo>
                <a:lnTo>
                  <a:pt x="55" y="81"/>
                </a:lnTo>
                <a:lnTo>
                  <a:pt x="53" y="83"/>
                </a:lnTo>
                <a:lnTo>
                  <a:pt x="53" y="85"/>
                </a:lnTo>
                <a:lnTo>
                  <a:pt x="52" y="87"/>
                </a:lnTo>
                <a:lnTo>
                  <a:pt x="51" y="87"/>
                </a:lnTo>
                <a:lnTo>
                  <a:pt x="50" y="88"/>
                </a:lnTo>
                <a:lnTo>
                  <a:pt x="49" y="90"/>
                </a:lnTo>
                <a:lnTo>
                  <a:pt x="47" y="91"/>
                </a:lnTo>
                <a:lnTo>
                  <a:pt x="45" y="91"/>
                </a:lnTo>
                <a:lnTo>
                  <a:pt x="45" y="91"/>
                </a:lnTo>
                <a:lnTo>
                  <a:pt x="42" y="91"/>
                </a:lnTo>
                <a:lnTo>
                  <a:pt x="41" y="91"/>
                </a:lnTo>
                <a:lnTo>
                  <a:pt x="38" y="91"/>
                </a:lnTo>
                <a:lnTo>
                  <a:pt x="36" y="91"/>
                </a:lnTo>
                <a:lnTo>
                  <a:pt x="33" y="89"/>
                </a:lnTo>
                <a:lnTo>
                  <a:pt x="32" y="87"/>
                </a:lnTo>
                <a:lnTo>
                  <a:pt x="31" y="85"/>
                </a:lnTo>
                <a:lnTo>
                  <a:pt x="30" y="82"/>
                </a:lnTo>
                <a:lnTo>
                  <a:pt x="29" y="79"/>
                </a:lnTo>
                <a:lnTo>
                  <a:pt x="29" y="75"/>
                </a:lnTo>
                <a:lnTo>
                  <a:pt x="29" y="71"/>
                </a:lnTo>
                <a:lnTo>
                  <a:pt x="29" y="70"/>
                </a:lnTo>
                <a:lnTo>
                  <a:pt x="29" y="67"/>
                </a:lnTo>
                <a:lnTo>
                  <a:pt x="30" y="65"/>
                </a:lnTo>
                <a:lnTo>
                  <a:pt x="31" y="63"/>
                </a:lnTo>
                <a:lnTo>
                  <a:pt x="33" y="61"/>
                </a:lnTo>
                <a:lnTo>
                  <a:pt x="34" y="59"/>
                </a:lnTo>
                <a:lnTo>
                  <a:pt x="36" y="57"/>
                </a:lnTo>
                <a:lnTo>
                  <a:pt x="38" y="55"/>
                </a:lnTo>
                <a:lnTo>
                  <a:pt x="41" y="54"/>
                </a:lnTo>
                <a:lnTo>
                  <a:pt x="45" y="52"/>
                </a:lnTo>
                <a:lnTo>
                  <a:pt x="50" y="51"/>
                </a:lnTo>
                <a:lnTo>
                  <a:pt x="54" y="50"/>
                </a:lnTo>
                <a:lnTo>
                  <a:pt x="57" y="48"/>
                </a:lnTo>
                <a:lnTo>
                  <a:pt x="57" y="6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406" name="îŝḻïḓé">
            <a:extLst>
              <a:ext uri="{FF2B5EF4-FFF2-40B4-BE49-F238E27FC236}">
                <a16:creationId xmlns:a16="http://schemas.microsoft.com/office/drawing/2014/main" id="{8F47F7B3-6A45-42C4-9780-0F6ECEE31941}"/>
              </a:ext>
            </a:extLst>
          </p:cNvPr>
          <p:cNvSpPr>
            <a:spLocks noGrp="1"/>
          </p:cNvSpPr>
          <p:nvPr/>
        </p:nvSpPr>
        <p:spPr>
          <a:xfrm>
            <a:off x="1927080" y="937800"/>
            <a:ext cx="54720" cy="62640"/>
          </a:xfrm>
          <a:custGeom>
            <a:avLst/>
            <a:gdLst>
              <a:gd name="textAreaLeft" fmla="*/ 0 w 54720"/>
              <a:gd name="textAreaRight" fmla="*/ 55080 w 54720"/>
              <a:gd name="textAreaTop" fmla="*/ 0 h 62640"/>
              <a:gd name="textAreaBottom" fmla="*/ 63000 h 62640"/>
              <a:gd name="GluePoint1X" fmla="*/ 121 w 126"/>
              <a:gd name="GluePoint1Y" fmla="*/ 0 h 144"/>
              <a:gd name="GluePoint2X" fmla="*/ 113 w 126"/>
              <a:gd name="GluePoint2Y" fmla="*/ 0 h 144"/>
              <a:gd name="GluePoint3X" fmla="*/ 109 w 126"/>
              <a:gd name="GluePoint3Y" fmla="*/ 63 h 144"/>
              <a:gd name="GluePoint4X" fmla="*/ 107 w 126"/>
              <a:gd name="GluePoint4Y" fmla="*/ 91 h 144"/>
              <a:gd name="GluePoint5X" fmla="*/ 106 w 126"/>
              <a:gd name="GluePoint5Y" fmla="*/ 100 h 144"/>
              <a:gd name="GluePoint6X" fmla="*/ 105 w 126"/>
              <a:gd name="GluePoint6Y" fmla="*/ 107 h 144"/>
              <a:gd name="GluePoint7X" fmla="*/ 102 w 126"/>
              <a:gd name="GluePoint7Y" fmla="*/ 112 h 144"/>
              <a:gd name="GluePoint8X" fmla="*/ 98 w 126"/>
              <a:gd name="GluePoint8Y" fmla="*/ 118 h 144"/>
              <a:gd name="GluePoint9X" fmla="*/ 94 w 126"/>
              <a:gd name="GluePoint9Y" fmla="*/ 123 h 144"/>
              <a:gd name="GluePoint10X" fmla="*/ 90 w 126"/>
              <a:gd name="GluePoint10Y" fmla="*/ 126 h 144"/>
              <a:gd name="GluePoint11X" fmla="*/ 86 w 126"/>
              <a:gd name="GluePoint11Y" fmla="*/ 128 h 144"/>
              <a:gd name="GluePoint12X" fmla="*/ 80 w 126"/>
              <a:gd name="GluePoint12Y" fmla="*/ 131 h 144"/>
              <a:gd name="GluePoint13X" fmla="*/ 74 w 126"/>
              <a:gd name="GluePoint13Y" fmla="*/ 131 h 144"/>
              <a:gd name="GluePoint14X" fmla="*/ 68 w 126"/>
              <a:gd name="GluePoint14Y" fmla="*/ 131 h 144"/>
              <a:gd name="GluePoint15X" fmla="*/ 61 w 126"/>
              <a:gd name="GluePoint15Y" fmla="*/ 131 h 144"/>
              <a:gd name="GluePoint16X" fmla="*/ 54 w 126"/>
              <a:gd name="GluePoint16Y" fmla="*/ 130 h 144"/>
              <a:gd name="GluePoint17X" fmla="*/ 49 w 126"/>
              <a:gd name="GluePoint17Y" fmla="*/ 127 h 144"/>
              <a:gd name="GluePoint18X" fmla="*/ 45 w 126"/>
              <a:gd name="GluePoint18Y" fmla="*/ 123 h 144"/>
              <a:gd name="GluePoint19X" fmla="*/ 40 w 126"/>
              <a:gd name="GluePoint19Y" fmla="*/ 119 h 144"/>
              <a:gd name="GluePoint20X" fmla="*/ 37 w 126"/>
              <a:gd name="GluePoint20Y" fmla="*/ 113 h 144"/>
              <a:gd name="GluePoint21X" fmla="*/ 34 w 126"/>
              <a:gd name="GluePoint21Y" fmla="*/ 107 h 144"/>
              <a:gd name="GluePoint22X" fmla="*/ 33 w 126"/>
              <a:gd name="GluePoint22Y" fmla="*/ 99 h 144"/>
              <a:gd name="GluePoint23X" fmla="*/ 31 w 126"/>
              <a:gd name="GluePoint23Y" fmla="*/ 83 h 144"/>
              <a:gd name="GluePoint24X" fmla="*/ 31 w 126"/>
              <a:gd name="GluePoint24Y" fmla="*/ 58 h 144"/>
              <a:gd name="GluePoint25X" fmla="*/ 28 w 126"/>
              <a:gd name="GluePoint25Y" fmla="*/ 0 h 144"/>
              <a:gd name="GluePoint26X" fmla="*/ 21 w 126"/>
              <a:gd name="GluePoint26Y" fmla="*/ 1 h 144"/>
              <a:gd name="GluePoint27X" fmla="*/ 17 w 126"/>
              <a:gd name="GluePoint27Y" fmla="*/ 1 h 144"/>
              <a:gd name="GluePoint28X" fmla="*/ 13 w 126"/>
              <a:gd name="GluePoint28Y" fmla="*/ 1 h 144"/>
              <a:gd name="GluePoint29X" fmla="*/ 9 w 126"/>
              <a:gd name="GluePoint29Y" fmla="*/ 1 h 144"/>
              <a:gd name="GluePoint30X" fmla="*/ 3 w 126"/>
              <a:gd name="GluePoint30Y" fmla="*/ 0 h 144"/>
              <a:gd name="GluePoint31X" fmla="*/ 0 w 126"/>
              <a:gd name="GluePoint31Y" fmla="*/ 85 h 144"/>
              <a:gd name="GluePoint32X" fmla="*/ 1 w 126"/>
              <a:gd name="GluePoint32Y" fmla="*/ 99 h 144"/>
              <a:gd name="GluePoint33X" fmla="*/ 4 w 126"/>
              <a:gd name="GluePoint33Y" fmla="*/ 111 h 144"/>
              <a:gd name="GluePoint34X" fmla="*/ 6 w 126"/>
              <a:gd name="GluePoint34Y" fmla="*/ 119 h 144"/>
              <a:gd name="GluePoint35X" fmla="*/ 10 w 126"/>
              <a:gd name="GluePoint35Y" fmla="*/ 125 h 144"/>
              <a:gd name="GluePoint36X" fmla="*/ 16 w 126"/>
              <a:gd name="GluePoint36Y" fmla="*/ 131 h 144"/>
              <a:gd name="GluePoint37X" fmla="*/ 23 w 126"/>
              <a:gd name="GluePoint37Y" fmla="*/ 136 h 144"/>
              <a:gd name="GluePoint38X" fmla="*/ 31 w 126"/>
              <a:gd name="GluePoint38Y" fmla="*/ 139 h 144"/>
              <a:gd name="GluePoint39X" fmla="*/ 41 w 126"/>
              <a:gd name="GluePoint39Y" fmla="*/ 142 h 144"/>
              <a:gd name="GluePoint40X" fmla="*/ 52 w 126"/>
              <a:gd name="GluePoint40Y" fmla="*/ 143 h 144"/>
              <a:gd name="GluePoint41X" fmla="*/ 64 w 126"/>
              <a:gd name="GluePoint41Y" fmla="*/ 144 h 144"/>
              <a:gd name="GluePoint42X" fmla="*/ 74 w 126"/>
              <a:gd name="GluePoint42Y" fmla="*/ 143 h 144"/>
              <a:gd name="GluePoint43X" fmla="*/ 85 w 126"/>
              <a:gd name="GluePoint43Y" fmla="*/ 142 h 144"/>
              <a:gd name="GluePoint44X" fmla="*/ 94 w 126"/>
              <a:gd name="GluePoint44Y" fmla="*/ 139 h 144"/>
              <a:gd name="GluePoint45X" fmla="*/ 103 w 126"/>
              <a:gd name="GluePoint45Y" fmla="*/ 135 h 144"/>
              <a:gd name="GluePoint46X" fmla="*/ 109 w 126"/>
              <a:gd name="GluePoint46Y" fmla="*/ 131 h 144"/>
              <a:gd name="GluePoint47X" fmla="*/ 114 w 126"/>
              <a:gd name="GluePoint47Y" fmla="*/ 126 h 144"/>
              <a:gd name="GluePoint48X" fmla="*/ 118 w 126"/>
              <a:gd name="GluePoint48Y" fmla="*/ 119 h 144"/>
              <a:gd name="GluePoint49X" fmla="*/ 121 w 126"/>
              <a:gd name="GluePoint49Y" fmla="*/ 113 h 144"/>
              <a:gd name="GluePoint50X" fmla="*/ 123 w 126"/>
              <a:gd name="GluePoint50Y" fmla="*/ 104 h 144"/>
              <a:gd name="GluePoint51X" fmla="*/ 125 w 126"/>
              <a:gd name="GluePoint51Y" fmla="*/ 95 h 144"/>
              <a:gd name="GluePoint52X" fmla="*/ 126 w 126"/>
              <a:gd name="GluePoint52Y" fmla="*/ 86 h 144"/>
              <a:gd name="GluePoint53X" fmla="*/ 125 w 126"/>
              <a:gd name="GluePoint53Y" fmla="*/ 74 h 144"/>
            </a:gdLst>
            <a:ahLst/>
            <a:cxnLst/>
            <a:rect l="textAreaLeft" t="textAreaTop" r="textAreaRight" b="textAreaBottom"/>
            <a:pathLst>
              <a:path w="126" h="144">
                <a:moveTo>
                  <a:pt x="125" y="0"/>
                </a:moveTo>
                <a:lnTo>
                  <a:pt x="121" y="0"/>
                </a:lnTo>
                <a:lnTo>
                  <a:pt x="117" y="0"/>
                </a:lnTo>
                <a:lnTo>
                  <a:pt x="113" y="0"/>
                </a:lnTo>
                <a:lnTo>
                  <a:pt x="109" y="0"/>
                </a:lnTo>
                <a:lnTo>
                  <a:pt x="109" y="63"/>
                </a:lnTo>
                <a:lnTo>
                  <a:pt x="109" y="78"/>
                </a:lnTo>
                <a:lnTo>
                  <a:pt x="107" y="91"/>
                </a:lnTo>
                <a:lnTo>
                  <a:pt x="107" y="96"/>
                </a:lnTo>
                <a:lnTo>
                  <a:pt x="106" y="100"/>
                </a:lnTo>
                <a:lnTo>
                  <a:pt x="106" y="103"/>
                </a:lnTo>
                <a:lnTo>
                  <a:pt x="105" y="107"/>
                </a:lnTo>
                <a:lnTo>
                  <a:pt x="103" y="110"/>
                </a:lnTo>
                <a:lnTo>
                  <a:pt x="102" y="112"/>
                </a:lnTo>
                <a:lnTo>
                  <a:pt x="100" y="115"/>
                </a:lnTo>
                <a:lnTo>
                  <a:pt x="98" y="118"/>
                </a:lnTo>
                <a:lnTo>
                  <a:pt x="97" y="120"/>
                </a:lnTo>
                <a:lnTo>
                  <a:pt x="94" y="123"/>
                </a:lnTo>
                <a:lnTo>
                  <a:pt x="93" y="124"/>
                </a:lnTo>
                <a:lnTo>
                  <a:pt x="90" y="126"/>
                </a:lnTo>
                <a:lnTo>
                  <a:pt x="88" y="127"/>
                </a:lnTo>
                <a:lnTo>
                  <a:pt x="86" y="128"/>
                </a:lnTo>
                <a:lnTo>
                  <a:pt x="83" y="130"/>
                </a:lnTo>
                <a:lnTo>
                  <a:pt x="80" y="131"/>
                </a:lnTo>
                <a:lnTo>
                  <a:pt x="78" y="131"/>
                </a:lnTo>
                <a:lnTo>
                  <a:pt x="74" y="131"/>
                </a:lnTo>
                <a:lnTo>
                  <a:pt x="71" y="131"/>
                </a:lnTo>
                <a:lnTo>
                  <a:pt x="68" y="131"/>
                </a:lnTo>
                <a:lnTo>
                  <a:pt x="65" y="131"/>
                </a:lnTo>
                <a:lnTo>
                  <a:pt x="61" y="131"/>
                </a:lnTo>
                <a:lnTo>
                  <a:pt x="57" y="131"/>
                </a:lnTo>
                <a:lnTo>
                  <a:pt x="54" y="130"/>
                </a:lnTo>
                <a:lnTo>
                  <a:pt x="52" y="128"/>
                </a:lnTo>
                <a:lnTo>
                  <a:pt x="49" y="127"/>
                </a:lnTo>
                <a:lnTo>
                  <a:pt x="46" y="125"/>
                </a:lnTo>
                <a:lnTo>
                  <a:pt x="45" y="123"/>
                </a:lnTo>
                <a:lnTo>
                  <a:pt x="42" y="121"/>
                </a:lnTo>
                <a:lnTo>
                  <a:pt x="40" y="119"/>
                </a:lnTo>
                <a:lnTo>
                  <a:pt x="38" y="115"/>
                </a:lnTo>
                <a:lnTo>
                  <a:pt x="37" y="113"/>
                </a:lnTo>
                <a:lnTo>
                  <a:pt x="35" y="110"/>
                </a:lnTo>
                <a:lnTo>
                  <a:pt x="34" y="107"/>
                </a:lnTo>
                <a:lnTo>
                  <a:pt x="33" y="103"/>
                </a:lnTo>
                <a:lnTo>
                  <a:pt x="33" y="99"/>
                </a:lnTo>
                <a:lnTo>
                  <a:pt x="32" y="92"/>
                </a:lnTo>
                <a:lnTo>
                  <a:pt x="31" y="83"/>
                </a:lnTo>
                <a:lnTo>
                  <a:pt x="31" y="72"/>
                </a:lnTo>
                <a:lnTo>
                  <a:pt x="31" y="58"/>
                </a:lnTo>
                <a:lnTo>
                  <a:pt x="31" y="0"/>
                </a:lnTo>
                <a:lnTo>
                  <a:pt x="28" y="0"/>
                </a:lnTo>
                <a:lnTo>
                  <a:pt x="23" y="1"/>
                </a:lnTo>
                <a:lnTo>
                  <a:pt x="21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3" y="1"/>
                </a:lnTo>
                <a:lnTo>
                  <a:pt x="12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85"/>
                </a:lnTo>
                <a:lnTo>
                  <a:pt x="0" y="92"/>
                </a:lnTo>
                <a:lnTo>
                  <a:pt x="1" y="99"/>
                </a:lnTo>
                <a:lnTo>
                  <a:pt x="1" y="106"/>
                </a:lnTo>
                <a:lnTo>
                  <a:pt x="4" y="111"/>
                </a:lnTo>
                <a:lnTo>
                  <a:pt x="5" y="115"/>
                </a:lnTo>
                <a:lnTo>
                  <a:pt x="6" y="119"/>
                </a:lnTo>
                <a:lnTo>
                  <a:pt x="8" y="123"/>
                </a:lnTo>
                <a:lnTo>
                  <a:pt x="10" y="125"/>
                </a:lnTo>
                <a:lnTo>
                  <a:pt x="13" y="128"/>
                </a:lnTo>
                <a:lnTo>
                  <a:pt x="16" y="131"/>
                </a:lnTo>
                <a:lnTo>
                  <a:pt x="19" y="134"/>
                </a:lnTo>
                <a:lnTo>
                  <a:pt x="23" y="136"/>
                </a:lnTo>
                <a:lnTo>
                  <a:pt x="27" y="138"/>
                </a:lnTo>
                <a:lnTo>
                  <a:pt x="31" y="139"/>
                </a:lnTo>
                <a:lnTo>
                  <a:pt x="36" y="141"/>
                </a:lnTo>
                <a:lnTo>
                  <a:pt x="41" y="142"/>
                </a:lnTo>
                <a:lnTo>
                  <a:pt x="46" y="143"/>
                </a:lnTo>
                <a:lnTo>
                  <a:pt x="52" y="143"/>
                </a:lnTo>
                <a:lnTo>
                  <a:pt x="57" y="144"/>
                </a:lnTo>
                <a:lnTo>
                  <a:pt x="64" y="144"/>
                </a:lnTo>
                <a:lnTo>
                  <a:pt x="70" y="144"/>
                </a:lnTo>
                <a:lnTo>
                  <a:pt x="74" y="143"/>
                </a:lnTo>
                <a:lnTo>
                  <a:pt x="80" y="143"/>
                </a:lnTo>
                <a:lnTo>
                  <a:pt x="85" y="142"/>
                </a:lnTo>
                <a:lnTo>
                  <a:pt x="90" y="140"/>
                </a:lnTo>
                <a:lnTo>
                  <a:pt x="94" y="139"/>
                </a:lnTo>
                <a:lnTo>
                  <a:pt x="98" y="137"/>
                </a:lnTo>
                <a:lnTo>
                  <a:pt x="103" y="135"/>
                </a:lnTo>
                <a:lnTo>
                  <a:pt x="106" y="133"/>
                </a:lnTo>
                <a:lnTo>
                  <a:pt x="109" y="131"/>
                </a:lnTo>
                <a:lnTo>
                  <a:pt x="111" y="128"/>
                </a:lnTo>
                <a:lnTo>
                  <a:pt x="114" y="126"/>
                </a:lnTo>
                <a:lnTo>
                  <a:pt x="116" y="123"/>
                </a:lnTo>
                <a:lnTo>
                  <a:pt x="118" y="119"/>
                </a:lnTo>
                <a:lnTo>
                  <a:pt x="119" y="116"/>
                </a:lnTo>
                <a:lnTo>
                  <a:pt x="121" y="113"/>
                </a:lnTo>
                <a:lnTo>
                  <a:pt x="122" y="109"/>
                </a:lnTo>
                <a:lnTo>
                  <a:pt x="123" y="104"/>
                </a:lnTo>
                <a:lnTo>
                  <a:pt x="124" y="100"/>
                </a:lnTo>
                <a:lnTo>
                  <a:pt x="125" y="95"/>
                </a:lnTo>
                <a:lnTo>
                  <a:pt x="125" y="91"/>
                </a:lnTo>
                <a:lnTo>
                  <a:pt x="126" y="86"/>
                </a:lnTo>
                <a:lnTo>
                  <a:pt x="126" y="80"/>
                </a:lnTo>
                <a:lnTo>
                  <a:pt x="125" y="74"/>
                </a:lnTo>
                <a:lnTo>
                  <a:pt x="125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0" rIns="90000" bIns="18000" anchor="ctr">
            <a:noAutofit/>
          </a:bodyPr>
          <a:lstStyle/>
          <a:p>
            <a:endParaRPr/>
          </a:p>
        </p:txBody>
      </p:sp>
      <p:sp>
        <p:nvSpPr>
          <p:cNvPr id="407" name="iṧľîḑê">
            <a:extLst>
              <a:ext uri="{FF2B5EF4-FFF2-40B4-BE49-F238E27FC236}">
                <a16:creationId xmlns:a16="http://schemas.microsoft.com/office/drawing/2014/main" id="{069D3BDC-93DD-480C-BF2B-FA0A441431B7}"/>
              </a:ext>
            </a:extLst>
          </p:cNvPr>
          <p:cNvSpPr>
            <a:spLocks noGrp="1"/>
          </p:cNvSpPr>
          <p:nvPr/>
        </p:nvSpPr>
        <p:spPr>
          <a:xfrm>
            <a:off x="200016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5 w 93"/>
              <a:gd name="GluePoint3Y" fmla="*/ 10 h 102"/>
              <a:gd name="GluePoint4X" fmla="*/ 80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7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8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3 w 93"/>
              <a:gd name="GluePoint25Y" fmla="*/ 24 h 102"/>
              <a:gd name="GluePoint26X" fmla="*/ 37 w 93"/>
              <a:gd name="GluePoint26Y" fmla="*/ 21 h 102"/>
              <a:gd name="GluePoint27X" fmla="*/ 40 w 93"/>
              <a:gd name="GluePoint27Y" fmla="*/ 18 h 102"/>
              <a:gd name="GluePoint28X" fmla="*/ 44 w 93"/>
              <a:gd name="GluePoint28Y" fmla="*/ 18 h 102"/>
              <a:gd name="GluePoint29X" fmla="*/ 49 w 93"/>
              <a:gd name="GluePoint29Y" fmla="*/ 17 h 102"/>
              <a:gd name="GluePoint30X" fmla="*/ 53 w 93"/>
              <a:gd name="GluePoint30Y" fmla="*/ 18 h 102"/>
              <a:gd name="GluePoint31X" fmla="*/ 56 w 93"/>
              <a:gd name="GluePoint31Y" fmla="*/ 20 h 102"/>
              <a:gd name="GluePoint32X" fmla="*/ 59 w 93"/>
              <a:gd name="GluePoint32Y" fmla="*/ 23 h 102"/>
              <a:gd name="GluePoint33X" fmla="*/ 61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4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5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5" y="10"/>
                </a:lnTo>
                <a:lnTo>
                  <a:pt x="83" y="8"/>
                </a:lnTo>
                <a:lnTo>
                  <a:pt x="80" y="6"/>
                </a:lnTo>
                <a:lnTo>
                  <a:pt x="78" y="4"/>
                </a:lnTo>
                <a:lnTo>
                  <a:pt x="75" y="2"/>
                </a:lnTo>
                <a:lnTo>
                  <a:pt x="71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5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7" y="17"/>
                </a:lnTo>
                <a:lnTo>
                  <a:pt x="27" y="2"/>
                </a:lnTo>
                <a:lnTo>
                  <a:pt x="24" y="2"/>
                </a:lnTo>
                <a:lnTo>
                  <a:pt x="20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8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3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0" y="18"/>
                </a:lnTo>
                <a:lnTo>
                  <a:pt x="43" y="18"/>
                </a:lnTo>
                <a:lnTo>
                  <a:pt x="44" y="18"/>
                </a:lnTo>
                <a:lnTo>
                  <a:pt x="47" y="17"/>
                </a:lnTo>
                <a:lnTo>
                  <a:pt x="49" y="17"/>
                </a:lnTo>
                <a:lnTo>
                  <a:pt x="51" y="18"/>
                </a:lnTo>
                <a:lnTo>
                  <a:pt x="53" y="18"/>
                </a:lnTo>
                <a:lnTo>
                  <a:pt x="55" y="19"/>
                </a:lnTo>
                <a:lnTo>
                  <a:pt x="56" y="20"/>
                </a:lnTo>
                <a:lnTo>
                  <a:pt x="58" y="22"/>
                </a:lnTo>
                <a:lnTo>
                  <a:pt x="59" y="23"/>
                </a:lnTo>
                <a:lnTo>
                  <a:pt x="60" y="26"/>
                </a:lnTo>
                <a:lnTo>
                  <a:pt x="61" y="27"/>
                </a:lnTo>
                <a:lnTo>
                  <a:pt x="63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4" y="51"/>
                </a:lnTo>
                <a:lnTo>
                  <a:pt x="64" y="102"/>
                </a:lnTo>
                <a:lnTo>
                  <a:pt x="67" y="102"/>
                </a:lnTo>
                <a:lnTo>
                  <a:pt x="71" y="102"/>
                </a:lnTo>
                <a:lnTo>
                  <a:pt x="75" y="102"/>
                </a:lnTo>
                <a:lnTo>
                  <a:pt x="78" y="102"/>
                </a:lnTo>
                <a:lnTo>
                  <a:pt x="82" y="102"/>
                </a:lnTo>
                <a:lnTo>
                  <a:pt x="85" y="102"/>
                </a:lnTo>
                <a:lnTo>
                  <a:pt x="89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2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408" name="îŝ1îde">
            <a:extLst>
              <a:ext uri="{FF2B5EF4-FFF2-40B4-BE49-F238E27FC236}">
                <a16:creationId xmlns:a16="http://schemas.microsoft.com/office/drawing/2014/main" id="{E8F74C1A-8EAF-454C-A22A-EAAC4FE07322}"/>
              </a:ext>
            </a:extLst>
          </p:cNvPr>
          <p:cNvSpPr>
            <a:spLocks noGrp="1"/>
          </p:cNvSpPr>
          <p:nvPr/>
        </p:nvSpPr>
        <p:spPr>
          <a:xfrm>
            <a:off x="205740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0 w 28"/>
              <a:gd name="GluePoint1Y" fmla="*/ 0 h 100"/>
              <a:gd name="GluePoint2X" fmla="*/ 17 w 28"/>
              <a:gd name="GluePoint2Y" fmla="*/ 0 h 100"/>
              <a:gd name="GluePoint3X" fmla="*/ 14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4 w 28"/>
              <a:gd name="GluePoint12Y" fmla="*/ 100 h 100"/>
              <a:gd name="GluePoint13X" fmla="*/ 17 w 28"/>
              <a:gd name="GluePoint13Y" fmla="*/ 100 h 100"/>
              <a:gd name="GluePoint14X" fmla="*/ 20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0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0" y="0"/>
                </a:moveTo>
                <a:lnTo>
                  <a:pt x="17" y="0"/>
                </a:lnTo>
                <a:lnTo>
                  <a:pt x="14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4" y="100"/>
                </a:lnTo>
                <a:lnTo>
                  <a:pt x="17" y="100"/>
                </a:lnTo>
                <a:lnTo>
                  <a:pt x="20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409" name="iṣḻiḓê">
            <a:extLst>
              <a:ext uri="{FF2B5EF4-FFF2-40B4-BE49-F238E27FC236}">
                <a16:creationId xmlns:a16="http://schemas.microsoft.com/office/drawing/2014/main" id="{AB30A8C5-851F-43E0-9228-6652F95F0CB5}"/>
              </a:ext>
            </a:extLst>
          </p:cNvPr>
          <p:cNvSpPr>
            <a:spLocks noGrp="1"/>
          </p:cNvSpPr>
          <p:nvPr/>
        </p:nvSpPr>
        <p:spPr>
          <a:xfrm>
            <a:off x="205596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31 w 33"/>
              <a:gd name="GluePoint2Y" fmla="*/ 7 h 32"/>
              <a:gd name="GluePoint3X" fmla="*/ 28 w 33"/>
              <a:gd name="GluePoint3Y" fmla="*/ 5 h 32"/>
              <a:gd name="GluePoint4X" fmla="*/ 26 w 33"/>
              <a:gd name="GluePoint4Y" fmla="*/ 3 h 32"/>
              <a:gd name="GluePoint5X" fmla="*/ 23 w 33"/>
              <a:gd name="GluePoint5Y" fmla="*/ 2 h 32"/>
              <a:gd name="GluePoint6X" fmla="*/ 20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10 w 33"/>
              <a:gd name="GluePoint9Y" fmla="*/ 2 h 32"/>
              <a:gd name="GluePoint10X" fmla="*/ 7 w 33"/>
              <a:gd name="GluePoint10Y" fmla="*/ 3 h 32"/>
              <a:gd name="GluePoint11X" fmla="*/ 5 w 33"/>
              <a:gd name="GluePoint11Y" fmla="*/ 5 h 32"/>
              <a:gd name="GluePoint12X" fmla="*/ 3 w 33"/>
              <a:gd name="GluePoint12Y" fmla="*/ 7 h 32"/>
              <a:gd name="GluePoint13X" fmla="*/ 2 w 33"/>
              <a:gd name="GluePoint13Y" fmla="*/ 10 h 32"/>
              <a:gd name="GluePoint14X" fmla="*/ 1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2 w 33"/>
              <a:gd name="GluePoint17Y" fmla="*/ 23 h 32"/>
              <a:gd name="GluePoint18X" fmla="*/ 3 w 33"/>
              <a:gd name="GluePoint18Y" fmla="*/ 26 h 32"/>
              <a:gd name="GluePoint19X" fmla="*/ 4 w 33"/>
              <a:gd name="GluePoint19Y" fmla="*/ 28 h 32"/>
              <a:gd name="GluePoint20X" fmla="*/ 7 w 33"/>
              <a:gd name="GluePoint20Y" fmla="*/ 30 h 32"/>
              <a:gd name="GluePoint21X" fmla="*/ 10 w 33"/>
              <a:gd name="GluePoint21Y" fmla="*/ 31 h 32"/>
              <a:gd name="GluePoint22X" fmla="*/ 13 w 33"/>
              <a:gd name="GluePoint22Y" fmla="*/ 32 h 32"/>
              <a:gd name="GluePoint23X" fmla="*/ 16 w 33"/>
              <a:gd name="GluePoint23Y" fmla="*/ 32 h 32"/>
              <a:gd name="GluePoint24X" fmla="*/ 20 w 33"/>
              <a:gd name="GluePoint24Y" fmla="*/ 32 h 32"/>
              <a:gd name="GluePoint25X" fmla="*/ 23 w 33"/>
              <a:gd name="GluePoint25Y" fmla="*/ 31 h 32"/>
              <a:gd name="GluePoint26X" fmla="*/ 26 w 33"/>
              <a:gd name="GluePoint26Y" fmla="*/ 30 h 32"/>
              <a:gd name="GluePoint27X" fmla="*/ 28 w 33"/>
              <a:gd name="GluePoint27Y" fmla="*/ 27 h 32"/>
              <a:gd name="GluePoint28X" fmla="*/ 31 w 33"/>
              <a:gd name="GluePoint28Y" fmla="*/ 25 h 32"/>
              <a:gd name="GluePoint29X" fmla="*/ 31 w 33"/>
              <a:gd name="GluePoint29Y" fmla="*/ 23 h 32"/>
              <a:gd name="GluePoint30X" fmla="*/ 33 w 33"/>
              <a:gd name="GluePoint30Y" fmla="*/ 19 h 32"/>
              <a:gd name="GluePoint31X" fmla="*/ 33 w 33"/>
              <a:gd name="GluePoint31Y" fmla="*/ 16 h 32"/>
              <a:gd name="GluePoint32X" fmla="*/ 33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31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0" y="20"/>
                </a:lnTo>
                <a:lnTo>
                  <a:pt x="2" y="23"/>
                </a:lnTo>
                <a:lnTo>
                  <a:pt x="3" y="26"/>
                </a:lnTo>
                <a:lnTo>
                  <a:pt x="4" y="28"/>
                </a:lnTo>
                <a:lnTo>
                  <a:pt x="7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1" y="25"/>
                </a:lnTo>
                <a:lnTo>
                  <a:pt x="31" y="23"/>
                </a:lnTo>
                <a:lnTo>
                  <a:pt x="33" y="19"/>
                </a:lnTo>
                <a:lnTo>
                  <a:pt x="33" y="16"/>
                </a:lnTo>
                <a:lnTo>
                  <a:pt x="33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410" name="iṡ1îde">
            <a:extLst>
              <a:ext uri="{FF2B5EF4-FFF2-40B4-BE49-F238E27FC236}">
                <a16:creationId xmlns:a16="http://schemas.microsoft.com/office/drawing/2014/main" id="{D7C3FC05-293B-4A19-BB1B-99E380FC7387}"/>
              </a:ext>
            </a:extLst>
          </p:cNvPr>
          <p:cNvSpPr>
            <a:spLocks noGrp="1"/>
          </p:cNvSpPr>
          <p:nvPr/>
        </p:nvSpPr>
        <p:spPr>
          <a:xfrm>
            <a:off x="2082600" y="956160"/>
            <a:ext cx="42480" cy="43200"/>
          </a:xfrm>
          <a:custGeom>
            <a:avLst/>
            <a:gdLst>
              <a:gd name="textAreaLeft" fmla="*/ 0 w 42480"/>
              <a:gd name="textAreaRight" fmla="*/ 42840 w 42480"/>
              <a:gd name="textAreaTop" fmla="*/ 0 h 43200"/>
              <a:gd name="textAreaBottom" fmla="*/ 43560 h 43200"/>
              <a:gd name="GluePoint1X" fmla="*/ 91 w 98"/>
              <a:gd name="GluePoint1Y" fmla="*/ 0 h 100"/>
              <a:gd name="GluePoint2X" fmla="*/ 87 w 98"/>
              <a:gd name="GluePoint2Y" fmla="*/ 0 h 100"/>
              <a:gd name="GluePoint3X" fmla="*/ 82 w 98"/>
              <a:gd name="GluePoint3Y" fmla="*/ 0 h 100"/>
              <a:gd name="GluePoint4X" fmla="*/ 78 w 98"/>
              <a:gd name="GluePoint4Y" fmla="*/ 8 h 100"/>
              <a:gd name="GluePoint5X" fmla="*/ 71 w 98"/>
              <a:gd name="GluePoint5Y" fmla="*/ 28 h 100"/>
              <a:gd name="GluePoint6X" fmla="*/ 65 w 98"/>
              <a:gd name="GluePoint6Y" fmla="*/ 45 h 100"/>
              <a:gd name="GluePoint7X" fmla="*/ 58 w 98"/>
              <a:gd name="GluePoint7Y" fmla="*/ 64 h 100"/>
              <a:gd name="GluePoint8X" fmla="*/ 32 w 98"/>
              <a:gd name="GluePoint8Y" fmla="*/ 0 h 100"/>
              <a:gd name="GluePoint9X" fmla="*/ 24 w 98"/>
              <a:gd name="GluePoint9Y" fmla="*/ 0 h 100"/>
              <a:gd name="GluePoint10X" fmla="*/ 16 w 98"/>
              <a:gd name="GluePoint10Y" fmla="*/ 0 h 100"/>
              <a:gd name="GluePoint11X" fmla="*/ 8 w 98"/>
              <a:gd name="GluePoint11Y" fmla="*/ 0 h 100"/>
              <a:gd name="GluePoint12X" fmla="*/ 0 w 98"/>
              <a:gd name="GluePoint12Y" fmla="*/ 0 h 100"/>
              <a:gd name="GluePoint13X" fmla="*/ 6 w 98"/>
              <a:gd name="GluePoint13Y" fmla="*/ 17 h 100"/>
              <a:gd name="GluePoint14X" fmla="*/ 14 w 98"/>
              <a:gd name="GluePoint14Y" fmla="*/ 38 h 100"/>
              <a:gd name="GluePoint15X" fmla="*/ 22 w 98"/>
              <a:gd name="GluePoint15Y" fmla="*/ 61 h 100"/>
              <a:gd name="GluePoint16X" fmla="*/ 32 w 98"/>
              <a:gd name="GluePoint16Y" fmla="*/ 89 h 100"/>
              <a:gd name="GluePoint17X" fmla="*/ 34 w 98"/>
              <a:gd name="GluePoint17Y" fmla="*/ 95 h 100"/>
              <a:gd name="GluePoint18X" fmla="*/ 36 w 98"/>
              <a:gd name="GluePoint18Y" fmla="*/ 100 h 100"/>
              <a:gd name="GluePoint19X" fmla="*/ 42 w 98"/>
              <a:gd name="GluePoint19Y" fmla="*/ 100 h 100"/>
              <a:gd name="GluePoint20X" fmla="*/ 47 w 98"/>
              <a:gd name="GluePoint20Y" fmla="*/ 100 h 100"/>
              <a:gd name="GluePoint21X" fmla="*/ 52 w 98"/>
              <a:gd name="GluePoint21Y" fmla="*/ 100 h 100"/>
              <a:gd name="GluePoint22X" fmla="*/ 58 w 98"/>
              <a:gd name="GluePoint22Y" fmla="*/ 100 h 100"/>
              <a:gd name="GluePoint23X" fmla="*/ 62 w 98"/>
              <a:gd name="GluePoint23Y" fmla="*/ 88 h 100"/>
              <a:gd name="GluePoint24X" fmla="*/ 66 w 98"/>
              <a:gd name="GluePoint24Y" fmla="*/ 73 h 100"/>
              <a:gd name="GluePoint25X" fmla="*/ 74 w 98"/>
              <a:gd name="GluePoint25Y" fmla="*/ 57 h 100"/>
              <a:gd name="GluePoint26X" fmla="*/ 82 w 98"/>
              <a:gd name="GluePoint26Y" fmla="*/ 39 h 100"/>
              <a:gd name="GluePoint27X" fmla="*/ 85 w 98"/>
              <a:gd name="GluePoint27Y" fmla="*/ 29 h 100"/>
              <a:gd name="GluePoint28X" fmla="*/ 90 w 98"/>
              <a:gd name="GluePoint28Y" fmla="*/ 16 h 100"/>
              <a:gd name="GluePoint29X" fmla="*/ 96 w 98"/>
              <a:gd name="GluePoint29Y" fmla="*/ 4 h 100"/>
              <a:gd name="GluePoint30X" fmla="*/ 96 w 98"/>
              <a:gd name="GluePoint30Y" fmla="*/ 3 h 100"/>
              <a:gd name="GluePoint31X" fmla="*/ 98 w 98"/>
              <a:gd name="GluePoint31Y" fmla="*/ 1 h 100"/>
              <a:gd name="GluePoint32X" fmla="*/ 95 w 98"/>
              <a:gd name="GluePoint32Y" fmla="*/ 0 h 100"/>
            </a:gdLst>
            <a:ahLst/>
            <a:cxnLst/>
            <a:rect l="textAreaLeft" t="textAreaTop" r="textAreaRight" b="textAreaBottom"/>
            <a:pathLst>
              <a:path w="98" h="100">
                <a:moveTo>
                  <a:pt x="93" y="0"/>
                </a:moveTo>
                <a:lnTo>
                  <a:pt x="91" y="0"/>
                </a:lnTo>
                <a:lnTo>
                  <a:pt x="90" y="0"/>
                </a:lnTo>
                <a:lnTo>
                  <a:pt x="87" y="0"/>
                </a:lnTo>
                <a:lnTo>
                  <a:pt x="85" y="0"/>
                </a:lnTo>
                <a:lnTo>
                  <a:pt x="82" y="0"/>
                </a:lnTo>
                <a:lnTo>
                  <a:pt x="80" y="0"/>
                </a:lnTo>
                <a:lnTo>
                  <a:pt x="78" y="8"/>
                </a:lnTo>
                <a:lnTo>
                  <a:pt x="74" y="18"/>
                </a:lnTo>
                <a:lnTo>
                  <a:pt x="71" y="28"/>
                </a:lnTo>
                <a:lnTo>
                  <a:pt x="68" y="36"/>
                </a:lnTo>
                <a:lnTo>
                  <a:pt x="65" y="45"/>
                </a:lnTo>
                <a:lnTo>
                  <a:pt x="62" y="55"/>
                </a:lnTo>
                <a:lnTo>
                  <a:pt x="58" y="64"/>
                </a:lnTo>
                <a:lnTo>
                  <a:pt x="55" y="73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3" y="0"/>
                </a:lnTo>
                <a:lnTo>
                  <a:pt x="0" y="0"/>
                </a:lnTo>
                <a:lnTo>
                  <a:pt x="2" y="8"/>
                </a:lnTo>
                <a:lnTo>
                  <a:pt x="6" y="17"/>
                </a:lnTo>
                <a:lnTo>
                  <a:pt x="10" y="27"/>
                </a:lnTo>
                <a:lnTo>
                  <a:pt x="14" y="38"/>
                </a:lnTo>
                <a:lnTo>
                  <a:pt x="18" y="49"/>
                </a:lnTo>
                <a:lnTo>
                  <a:pt x="22" y="61"/>
                </a:lnTo>
                <a:lnTo>
                  <a:pt x="27" y="75"/>
                </a:lnTo>
                <a:lnTo>
                  <a:pt x="32" y="89"/>
                </a:lnTo>
                <a:lnTo>
                  <a:pt x="33" y="92"/>
                </a:lnTo>
                <a:lnTo>
                  <a:pt x="34" y="95"/>
                </a:lnTo>
                <a:lnTo>
                  <a:pt x="35" y="97"/>
                </a:lnTo>
                <a:lnTo>
                  <a:pt x="36" y="100"/>
                </a:lnTo>
                <a:lnTo>
                  <a:pt x="39" y="100"/>
                </a:lnTo>
                <a:lnTo>
                  <a:pt x="42" y="100"/>
                </a:lnTo>
                <a:lnTo>
                  <a:pt x="44" y="100"/>
                </a:lnTo>
                <a:lnTo>
                  <a:pt x="47" y="100"/>
                </a:lnTo>
                <a:lnTo>
                  <a:pt x="50" y="100"/>
                </a:lnTo>
                <a:lnTo>
                  <a:pt x="52" y="100"/>
                </a:lnTo>
                <a:lnTo>
                  <a:pt x="55" y="100"/>
                </a:lnTo>
                <a:lnTo>
                  <a:pt x="58" y="100"/>
                </a:lnTo>
                <a:lnTo>
                  <a:pt x="59" y="94"/>
                </a:lnTo>
                <a:lnTo>
                  <a:pt x="62" y="88"/>
                </a:lnTo>
                <a:lnTo>
                  <a:pt x="64" y="81"/>
                </a:lnTo>
                <a:lnTo>
                  <a:pt x="66" y="73"/>
                </a:lnTo>
                <a:lnTo>
                  <a:pt x="70" y="66"/>
                </a:lnTo>
                <a:lnTo>
                  <a:pt x="74" y="57"/>
                </a:lnTo>
                <a:lnTo>
                  <a:pt x="77" y="49"/>
                </a:lnTo>
                <a:lnTo>
                  <a:pt x="82" y="39"/>
                </a:lnTo>
                <a:lnTo>
                  <a:pt x="83" y="33"/>
                </a:lnTo>
                <a:lnTo>
                  <a:pt x="85" y="29"/>
                </a:lnTo>
                <a:lnTo>
                  <a:pt x="87" y="23"/>
                </a:lnTo>
                <a:lnTo>
                  <a:pt x="90" y="16"/>
                </a:lnTo>
                <a:lnTo>
                  <a:pt x="93" y="11"/>
                </a:lnTo>
                <a:lnTo>
                  <a:pt x="96" y="4"/>
                </a:lnTo>
                <a:lnTo>
                  <a:pt x="96" y="4"/>
                </a:lnTo>
                <a:lnTo>
                  <a:pt x="96" y="3"/>
                </a:lnTo>
                <a:lnTo>
                  <a:pt x="97" y="2"/>
                </a:lnTo>
                <a:lnTo>
                  <a:pt x="98" y="1"/>
                </a:lnTo>
                <a:lnTo>
                  <a:pt x="98" y="0"/>
                </a:lnTo>
                <a:lnTo>
                  <a:pt x="95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411" name="îṥľïḑê">
            <a:extLst>
              <a:ext uri="{FF2B5EF4-FFF2-40B4-BE49-F238E27FC236}">
                <a16:creationId xmlns:a16="http://schemas.microsoft.com/office/drawing/2014/main" id="{532AD1E0-840C-4DAD-A784-22FFE92F029C}"/>
              </a:ext>
            </a:extLst>
          </p:cNvPr>
          <p:cNvSpPr>
            <a:spLocks noGrp="1"/>
          </p:cNvSpPr>
          <p:nvPr/>
        </p:nvSpPr>
        <p:spPr>
          <a:xfrm>
            <a:off x="213516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87 w 91"/>
              <a:gd name="GluePoint1Y" fmla="*/ 26 h 103"/>
              <a:gd name="GluePoint2X" fmla="*/ 83 w 91"/>
              <a:gd name="GluePoint2Y" fmla="*/ 18 h 103"/>
              <a:gd name="GluePoint3X" fmla="*/ 79 w 91"/>
              <a:gd name="GluePoint3Y" fmla="*/ 10 h 103"/>
              <a:gd name="GluePoint4X" fmla="*/ 71 w 91"/>
              <a:gd name="GluePoint4Y" fmla="*/ 6 h 103"/>
              <a:gd name="GluePoint5X" fmla="*/ 63 w 91"/>
              <a:gd name="GluePoint5Y" fmla="*/ 2 h 103"/>
              <a:gd name="GluePoint6X" fmla="*/ 54 w 91"/>
              <a:gd name="GluePoint6Y" fmla="*/ 0 h 103"/>
              <a:gd name="GluePoint7X" fmla="*/ 43 w 91"/>
              <a:gd name="GluePoint7Y" fmla="*/ 1 h 103"/>
              <a:gd name="GluePoint8X" fmla="*/ 32 w 91"/>
              <a:gd name="GluePoint8Y" fmla="*/ 2 h 103"/>
              <a:gd name="GluePoint9X" fmla="*/ 23 w 91"/>
              <a:gd name="GluePoint9Y" fmla="*/ 6 h 103"/>
              <a:gd name="GluePoint10X" fmla="*/ 15 w 91"/>
              <a:gd name="GluePoint10Y" fmla="*/ 10 h 103"/>
              <a:gd name="GluePoint11X" fmla="*/ 10 w 91"/>
              <a:gd name="GluePoint11Y" fmla="*/ 17 h 103"/>
              <a:gd name="GluePoint12X" fmla="*/ 5 w 91"/>
              <a:gd name="GluePoint12Y" fmla="*/ 25 h 103"/>
              <a:gd name="GluePoint13X" fmla="*/ 2 w 91"/>
              <a:gd name="GluePoint13Y" fmla="*/ 34 h 103"/>
              <a:gd name="GluePoint14X" fmla="*/ 0 w 91"/>
              <a:gd name="GluePoint14Y" fmla="*/ 44 h 103"/>
              <a:gd name="GluePoint15X" fmla="*/ 0 w 91"/>
              <a:gd name="GluePoint15Y" fmla="*/ 56 h 103"/>
              <a:gd name="GluePoint16X" fmla="*/ 2 w 91"/>
              <a:gd name="GluePoint16Y" fmla="*/ 68 h 103"/>
              <a:gd name="GluePoint17X" fmla="*/ 5 w 91"/>
              <a:gd name="GluePoint17Y" fmla="*/ 78 h 103"/>
              <a:gd name="GluePoint18X" fmla="*/ 10 w 91"/>
              <a:gd name="GluePoint18Y" fmla="*/ 86 h 103"/>
              <a:gd name="GluePoint19X" fmla="*/ 17 w 91"/>
              <a:gd name="GluePoint19Y" fmla="*/ 92 h 103"/>
              <a:gd name="GluePoint20X" fmla="*/ 25 w 91"/>
              <a:gd name="GluePoint20Y" fmla="*/ 98 h 103"/>
              <a:gd name="GluePoint21X" fmla="*/ 35 w 91"/>
              <a:gd name="GluePoint21Y" fmla="*/ 102 h 103"/>
              <a:gd name="GluePoint22X" fmla="*/ 46 w 91"/>
              <a:gd name="GluePoint22Y" fmla="*/ 103 h 103"/>
              <a:gd name="GluePoint23X" fmla="*/ 56 w 91"/>
              <a:gd name="GluePoint23Y" fmla="*/ 103 h 103"/>
              <a:gd name="GluePoint24X" fmla="*/ 64 w 91"/>
              <a:gd name="GluePoint24Y" fmla="*/ 102 h 103"/>
              <a:gd name="GluePoint25X" fmla="*/ 72 w 91"/>
              <a:gd name="GluePoint25Y" fmla="*/ 100 h 103"/>
              <a:gd name="GluePoint26X" fmla="*/ 79 w 91"/>
              <a:gd name="GluePoint26Y" fmla="*/ 97 h 103"/>
              <a:gd name="GluePoint27X" fmla="*/ 87 w 91"/>
              <a:gd name="GluePoint27Y" fmla="*/ 84 h 103"/>
              <a:gd name="GluePoint28X" fmla="*/ 81 w 91"/>
              <a:gd name="GluePoint28Y" fmla="*/ 84 h 103"/>
              <a:gd name="GluePoint29X" fmla="*/ 75 w 91"/>
              <a:gd name="GluePoint29Y" fmla="*/ 87 h 103"/>
              <a:gd name="GluePoint30X" fmla="*/ 69 w 91"/>
              <a:gd name="GluePoint30Y" fmla="*/ 91 h 103"/>
              <a:gd name="GluePoint31X" fmla="*/ 63 w 91"/>
              <a:gd name="GluePoint31Y" fmla="*/ 91 h 103"/>
              <a:gd name="GluePoint32X" fmla="*/ 56 w 91"/>
              <a:gd name="GluePoint32Y" fmla="*/ 91 h 103"/>
              <a:gd name="GluePoint33X" fmla="*/ 49 w 91"/>
              <a:gd name="GluePoint33Y" fmla="*/ 91 h 103"/>
              <a:gd name="GluePoint34X" fmla="*/ 43 w 91"/>
              <a:gd name="GluePoint34Y" fmla="*/ 87 h 103"/>
              <a:gd name="GluePoint35X" fmla="*/ 39 w 91"/>
              <a:gd name="GluePoint35Y" fmla="*/ 84 h 103"/>
              <a:gd name="GluePoint36X" fmla="*/ 35 w 91"/>
              <a:gd name="GluePoint36Y" fmla="*/ 79 h 103"/>
              <a:gd name="GluePoint37X" fmla="*/ 33 w 91"/>
              <a:gd name="GluePoint37Y" fmla="*/ 73 h 103"/>
              <a:gd name="GluePoint38X" fmla="*/ 31 w 91"/>
              <a:gd name="GluePoint38Y" fmla="*/ 66 h 103"/>
              <a:gd name="GluePoint39X" fmla="*/ 31 w 91"/>
              <a:gd name="GluePoint39Y" fmla="*/ 57 h 103"/>
              <a:gd name="GluePoint40X" fmla="*/ 91 w 91"/>
              <a:gd name="GluePoint40Y" fmla="*/ 52 h 103"/>
              <a:gd name="GluePoint41X" fmla="*/ 91 w 91"/>
              <a:gd name="GluePoint41Y" fmla="*/ 40 h 103"/>
              <a:gd name="GluePoint42X" fmla="*/ 89 w 91"/>
              <a:gd name="GluePoint42Y" fmla="*/ 30 h 103"/>
              <a:gd name="GluePoint43X" fmla="*/ 31 w 91"/>
              <a:gd name="GluePoint43Y" fmla="*/ 34 h 103"/>
              <a:gd name="GluePoint44X" fmla="*/ 32 w 91"/>
              <a:gd name="GluePoint44Y" fmla="*/ 26 h 103"/>
              <a:gd name="GluePoint45X" fmla="*/ 34 w 91"/>
              <a:gd name="GluePoint45Y" fmla="*/ 20 h 103"/>
              <a:gd name="GluePoint46X" fmla="*/ 36 w 91"/>
              <a:gd name="GluePoint46Y" fmla="*/ 16 h 103"/>
              <a:gd name="GluePoint47X" fmla="*/ 39 w 91"/>
              <a:gd name="GluePoint47Y" fmla="*/ 12 h 103"/>
              <a:gd name="GluePoint48X" fmla="*/ 42 w 91"/>
              <a:gd name="GluePoint48Y" fmla="*/ 10 h 103"/>
              <a:gd name="GluePoint49X" fmla="*/ 46 w 91"/>
              <a:gd name="GluePoint49Y" fmla="*/ 9 h 103"/>
              <a:gd name="GluePoint50X" fmla="*/ 50 w 91"/>
              <a:gd name="GluePoint50Y" fmla="*/ 9 h 103"/>
              <a:gd name="GluePoint51X" fmla="*/ 52 w 91"/>
              <a:gd name="GluePoint51Y" fmla="*/ 10 h 103"/>
              <a:gd name="GluePoint52X" fmla="*/ 55 w 91"/>
              <a:gd name="GluePoint52Y" fmla="*/ 12 h 103"/>
              <a:gd name="GluePoint53X" fmla="*/ 57 w 91"/>
              <a:gd name="GluePoint53Y" fmla="*/ 16 h 103"/>
              <a:gd name="GluePoint54X" fmla="*/ 59 w 91"/>
              <a:gd name="GluePoint54Y" fmla="*/ 22 h 103"/>
              <a:gd name="GluePoint55X" fmla="*/ 62 w 91"/>
              <a:gd name="GluePoint55Y" fmla="*/ 34 h 103"/>
              <a:gd name="GluePoint56X" fmla="*/ 31 w 91"/>
              <a:gd name="GluePoint56Y" fmla="*/ 42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89" y="30"/>
                </a:moveTo>
                <a:lnTo>
                  <a:pt x="87" y="26"/>
                </a:lnTo>
                <a:lnTo>
                  <a:pt x="86" y="21"/>
                </a:lnTo>
                <a:lnTo>
                  <a:pt x="83" y="18"/>
                </a:lnTo>
                <a:lnTo>
                  <a:pt x="81" y="14"/>
                </a:lnTo>
                <a:lnTo>
                  <a:pt x="79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8" y="0"/>
                </a:lnTo>
                <a:lnTo>
                  <a:pt x="43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5" y="10"/>
                </a:lnTo>
                <a:lnTo>
                  <a:pt x="13" y="14"/>
                </a:lnTo>
                <a:lnTo>
                  <a:pt x="10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7" y="82"/>
                </a:lnTo>
                <a:lnTo>
                  <a:pt x="10" y="86"/>
                </a:lnTo>
                <a:lnTo>
                  <a:pt x="14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30" y="99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9" y="97"/>
                </a:lnTo>
                <a:lnTo>
                  <a:pt x="82" y="95"/>
                </a:lnTo>
                <a:lnTo>
                  <a:pt x="87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6" y="91"/>
                </a:lnTo>
                <a:lnTo>
                  <a:pt x="63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7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5" y="79"/>
                </a:lnTo>
                <a:lnTo>
                  <a:pt x="34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1" y="57"/>
                </a:lnTo>
                <a:lnTo>
                  <a:pt x="31" y="52"/>
                </a:lnTo>
                <a:lnTo>
                  <a:pt x="91" y="52"/>
                </a:lnTo>
                <a:lnTo>
                  <a:pt x="91" y="46"/>
                </a:lnTo>
                <a:lnTo>
                  <a:pt x="91" y="40"/>
                </a:lnTo>
                <a:lnTo>
                  <a:pt x="90" y="34"/>
                </a:lnTo>
                <a:lnTo>
                  <a:pt x="89" y="30"/>
                </a:lnTo>
                <a:close/>
                <a:moveTo>
                  <a:pt x="31" y="42"/>
                </a:moveTo>
                <a:lnTo>
                  <a:pt x="31" y="34"/>
                </a:lnTo>
                <a:lnTo>
                  <a:pt x="32" y="28"/>
                </a:lnTo>
                <a:lnTo>
                  <a:pt x="32" y="26"/>
                </a:lnTo>
                <a:lnTo>
                  <a:pt x="33" y="22"/>
                </a:lnTo>
                <a:lnTo>
                  <a:pt x="34" y="20"/>
                </a:lnTo>
                <a:lnTo>
                  <a:pt x="35" y="18"/>
                </a:lnTo>
                <a:lnTo>
                  <a:pt x="36" y="16"/>
                </a:lnTo>
                <a:lnTo>
                  <a:pt x="38" y="14"/>
                </a:lnTo>
                <a:lnTo>
                  <a:pt x="39" y="12"/>
                </a:lnTo>
                <a:lnTo>
                  <a:pt x="40" y="11"/>
                </a:lnTo>
                <a:lnTo>
                  <a:pt x="42" y="10"/>
                </a:lnTo>
                <a:lnTo>
                  <a:pt x="44" y="10"/>
                </a:lnTo>
                <a:lnTo>
                  <a:pt x="46" y="9"/>
                </a:lnTo>
                <a:lnTo>
                  <a:pt x="48" y="9"/>
                </a:lnTo>
                <a:lnTo>
                  <a:pt x="50" y="9"/>
                </a:lnTo>
                <a:lnTo>
                  <a:pt x="51" y="10"/>
                </a:lnTo>
                <a:lnTo>
                  <a:pt x="52" y="10"/>
                </a:lnTo>
                <a:lnTo>
                  <a:pt x="54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8" y="18"/>
                </a:lnTo>
                <a:lnTo>
                  <a:pt x="59" y="22"/>
                </a:lnTo>
                <a:lnTo>
                  <a:pt x="61" y="28"/>
                </a:lnTo>
                <a:lnTo>
                  <a:pt x="62" y="34"/>
                </a:lnTo>
                <a:lnTo>
                  <a:pt x="62" y="42"/>
                </a:lnTo>
                <a:lnTo>
                  <a:pt x="31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412" name="iŝḻíḑè">
            <a:extLst>
              <a:ext uri="{FF2B5EF4-FFF2-40B4-BE49-F238E27FC236}">
                <a16:creationId xmlns:a16="http://schemas.microsoft.com/office/drawing/2014/main" id="{AF36A3CD-E520-4CE8-8557-9F807A8B0B6B}"/>
              </a:ext>
            </a:extLst>
          </p:cNvPr>
          <p:cNvSpPr>
            <a:spLocks noGrp="1"/>
          </p:cNvSpPr>
          <p:nvPr/>
        </p:nvSpPr>
        <p:spPr>
          <a:xfrm>
            <a:off x="2188800" y="955440"/>
            <a:ext cx="26640" cy="44280"/>
          </a:xfrm>
          <a:custGeom>
            <a:avLst/>
            <a:gdLst>
              <a:gd name="textAreaLeft" fmla="*/ 0 w 26640"/>
              <a:gd name="textAreaRight" fmla="*/ 27000 w 26640"/>
              <a:gd name="textAreaTop" fmla="*/ 0 h 44280"/>
              <a:gd name="textAreaBottom" fmla="*/ 44640 h 44280"/>
              <a:gd name="GluePoint1X" fmla="*/ 56 w 62"/>
              <a:gd name="GluePoint1Y" fmla="*/ 0 h 102"/>
              <a:gd name="GluePoint2X" fmla="*/ 53 w 62"/>
              <a:gd name="GluePoint2Y" fmla="*/ 1 h 102"/>
              <a:gd name="GluePoint3X" fmla="*/ 50 w 62"/>
              <a:gd name="GluePoint3Y" fmla="*/ 2 h 102"/>
              <a:gd name="GluePoint4X" fmla="*/ 48 w 62"/>
              <a:gd name="GluePoint4Y" fmla="*/ 2 h 102"/>
              <a:gd name="GluePoint5X" fmla="*/ 45 w 62"/>
              <a:gd name="GluePoint5Y" fmla="*/ 4 h 102"/>
              <a:gd name="GluePoint6X" fmla="*/ 43 w 62"/>
              <a:gd name="GluePoint6Y" fmla="*/ 5 h 102"/>
              <a:gd name="GluePoint7X" fmla="*/ 40 w 62"/>
              <a:gd name="GluePoint7Y" fmla="*/ 6 h 102"/>
              <a:gd name="GluePoint8X" fmla="*/ 39 w 62"/>
              <a:gd name="GluePoint8Y" fmla="*/ 9 h 102"/>
              <a:gd name="GluePoint9X" fmla="*/ 36 w 62"/>
              <a:gd name="GluePoint9Y" fmla="*/ 10 h 102"/>
              <a:gd name="GluePoint10X" fmla="*/ 35 w 62"/>
              <a:gd name="GluePoint10Y" fmla="*/ 13 h 102"/>
              <a:gd name="GluePoint11X" fmla="*/ 33 w 62"/>
              <a:gd name="GluePoint11Y" fmla="*/ 16 h 102"/>
              <a:gd name="GluePoint12X" fmla="*/ 32 w 62"/>
              <a:gd name="GluePoint12Y" fmla="*/ 18 h 102"/>
              <a:gd name="GluePoint13X" fmla="*/ 30 w 62"/>
              <a:gd name="GluePoint13Y" fmla="*/ 22 h 102"/>
              <a:gd name="GluePoint14X" fmla="*/ 29 w 62"/>
              <a:gd name="GluePoint14Y" fmla="*/ 24 h 102"/>
              <a:gd name="GluePoint15X" fmla="*/ 28 w 62"/>
              <a:gd name="GluePoint15Y" fmla="*/ 27 h 102"/>
              <a:gd name="GluePoint16X" fmla="*/ 28 w 62"/>
              <a:gd name="GluePoint16Y" fmla="*/ 2 h 102"/>
              <a:gd name="GluePoint17X" fmla="*/ 24 w 62"/>
              <a:gd name="GluePoint17Y" fmla="*/ 2 h 102"/>
              <a:gd name="GluePoint18X" fmla="*/ 21 w 62"/>
              <a:gd name="GluePoint18Y" fmla="*/ 2 h 102"/>
              <a:gd name="GluePoint19X" fmla="*/ 18 w 62"/>
              <a:gd name="GluePoint19Y" fmla="*/ 2 h 102"/>
              <a:gd name="GluePoint20X" fmla="*/ 14 w 62"/>
              <a:gd name="GluePoint20Y" fmla="*/ 2 h 102"/>
              <a:gd name="GluePoint21X" fmla="*/ 11 w 62"/>
              <a:gd name="GluePoint21Y" fmla="*/ 2 h 102"/>
              <a:gd name="GluePoint22X" fmla="*/ 7 w 62"/>
              <a:gd name="GluePoint22Y" fmla="*/ 2 h 102"/>
              <a:gd name="GluePoint23X" fmla="*/ 3 w 62"/>
              <a:gd name="GluePoint23Y" fmla="*/ 2 h 102"/>
              <a:gd name="GluePoint24X" fmla="*/ 0 w 62"/>
              <a:gd name="GluePoint24Y" fmla="*/ 2 h 102"/>
              <a:gd name="GluePoint25X" fmla="*/ 0 w 62"/>
              <a:gd name="GluePoint25Y" fmla="*/ 102 h 102"/>
              <a:gd name="GluePoint26X" fmla="*/ 3 w 62"/>
              <a:gd name="GluePoint26Y" fmla="*/ 102 h 102"/>
              <a:gd name="GluePoint27X" fmla="*/ 7 w 62"/>
              <a:gd name="GluePoint27Y" fmla="*/ 102 h 102"/>
              <a:gd name="GluePoint28X" fmla="*/ 11 w 62"/>
              <a:gd name="GluePoint28Y" fmla="*/ 102 h 102"/>
              <a:gd name="GluePoint29X" fmla="*/ 14 w 62"/>
              <a:gd name="GluePoint29Y" fmla="*/ 102 h 102"/>
              <a:gd name="GluePoint30X" fmla="*/ 18 w 62"/>
              <a:gd name="GluePoint30Y" fmla="*/ 102 h 102"/>
              <a:gd name="GluePoint31X" fmla="*/ 21 w 62"/>
              <a:gd name="GluePoint31Y" fmla="*/ 102 h 102"/>
              <a:gd name="GluePoint32X" fmla="*/ 24 w 62"/>
              <a:gd name="GluePoint32Y" fmla="*/ 102 h 102"/>
              <a:gd name="GluePoint33X" fmla="*/ 28 w 62"/>
              <a:gd name="GluePoint33Y" fmla="*/ 102 h 102"/>
              <a:gd name="GluePoint34X" fmla="*/ 28 w 62"/>
              <a:gd name="GluePoint34Y" fmla="*/ 65 h 102"/>
              <a:gd name="GluePoint35X" fmla="*/ 28 w 62"/>
              <a:gd name="GluePoint35Y" fmla="*/ 57 h 102"/>
              <a:gd name="GluePoint36X" fmla="*/ 28 w 62"/>
              <a:gd name="GluePoint36Y" fmla="*/ 51 h 102"/>
              <a:gd name="GluePoint37X" fmla="*/ 28 w 62"/>
              <a:gd name="GluePoint37Y" fmla="*/ 45 h 102"/>
              <a:gd name="GluePoint38X" fmla="*/ 29 w 62"/>
              <a:gd name="GluePoint38Y" fmla="*/ 41 h 102"/>
              <a:gd name="GluePoint39X" fmla="*/ 31 w 62"/>
              <a:gd name="GluePoint39Y" fmla="*/ 38 h 102"/>
              <a:gd name="GluePoint40X" fmla="*/ 32 w 62"/>
              <a:gd name="GluePoint40Y" fmla="*/ 35 h 102"/>
              <a:gd name="GluePoint41X" fmla="*/ 34 w 62"/>
              <a:gd name="GluePoint41Y" fmla="*/ 33 h 102"/>
              <a:gd name="GluePoint42X" fmla="*/ 36 w 62"/>
              <a:gd name="GluePoint42Y" fmla="*/ 31 h 102"/>
              <a:gd name="GluePoint43X" fmla="*/ 39 w 62"/>
              <a:gd name="GluePoint43Y" fmla="*/ 29 h 102"/>
              <a:gd name="GluePoint44X" fmla="*/ 42 w 62"/>
              <a:gd name="GluePoint44Y" fmla="*/ 28 h 102"/>
              <a:gd name="GluePoint45X" fmla="*/ 45 w 62"/>
              <a:gd name="GluePoint45Y" fmla="*/ 27 h 102"/>
              <a:gd name="GluePoint46X" fmla="*/ 49 w 62"/>
              <a:gd name="GluePoint46Y" fmla="*/ 27 h 102"/>
              <a:gd name="GluePoint47X" fmla="*/ 52 w 62"/>
              <a:gd name="GluePoint47Y" fmla="*/ 27 h 102"/>
              <a:gd name="GluePoint48X" fmla="*/ 54 w 62"/>
              <a:gd name="GluePoint48Y" fmla="*/ 27 h 102"/>
              <a:gd name="GluePoint49X" fmla="*/ 57 w 62"/>
              <a:gd name="GluePoint49Y" fmla="*/ 29 h 102"/>
              <a:gd name="GluePoint50X" fmla="*/ 60 w 62"/>
              <a:gd name="GluePoint50Y" fmla="*/ 30 h 102"/>
              <a:gd name="GluePoint51X" fmla="*/ 61 w 62"/>
              <a:gd name="GluePoint51Y" fmla="*/ 29 h 102"/>
              <a:gd name="GluePoint52X" fmla="*/ 61 w 62"/>
              <a:gd name="GluePoint52Y" fmla="*/ 22 h 102"/>
              <a:gd name="GluePoint53X" fmla="*/ 61 w 62"/>
              <a:gd name="GluePoint53Y" fmla="*/ 14 h 102"/>
              <a:gd name="GluePoint54X" fmla="*/ 61 w 62"/>
              <a:gd name="GluePoint54Y" fmla="*/ 7 h 102"/>
              <a:gd name="GluePoint55X" fmla="*/ 62 w 62"/>
              <a:gd name="GluePoint55Y" fmla="*/ 0 h 102"/>
              <a:gd name="GluePoint56X" fmla="*/ 59 w 62"/>
              <a:gd name="GluePoint56Y" fmla="*/ 0 h 102"/>
              <a:gd name="GluePoint57X" fmla="*/ 56 w 62"/>
              <a:gd name="GluePoint57Y" fmla="*/ 0 h 102"/>
            </a:gdLst>
            <a:ahLst/>
            <a:cxnLst/>
            <a:rect l="textAreaLeft" t="textAreaTop" r="textAreaRight" b="textAreaBottom"/>
            <a:pathLst>
              <a:path w="62" h="102">
                <a:moveTo>
                  <a:pt x="56" y="0"/>
                </a:moveTo>
                <a:lnTo>
                  <a:pt x="53" y="1"/>
                </a:lnTo>
                <a:lnTo>
                  <a:pt x="50" y="2"/>
                </a:lnTo>
                <a:lnTo>
                  <a:pt x="48" y="2"/>
                </a:lnTo>
                <a:lnTo>
                  <a:pt x="45" y="4"/>
                </a:lnTo>
                <a:lnTo>
                  <a:pt x="43" y="5"/>
                </a:lnTo>
                <a:lnTo>
                  <a:pt x="40" y="6"/>
                </a:lnTo>
                <a:lnTo>
                  <a:pt x="39" y="9"/>
                </a:lnTo>
                <a:lnTo>
                  <a:pt x="36" y="10"/>
                </a:lnTo>
                <a:lnTo>
                  <a:pt x="35" y="13"/>
                </a:lnTo>
                <a:lnTo>
                  <a:pt x="33" y="16"/>
                </a:lnTo>
                <a:lnTo>
                  <a:pt x="32" y="18"/>
                </a:lnTo>
                <a:lnTo>
                  <a:pt x="30" y="22"/>
                </a:lnTo>
                <a:lnTo>
                  <a:pt x="29" y="24"/>
                </a:lnTo>
                <a:lnTo>
                  <a:pt x="28" y="2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8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1" y="102"/>
                </a:lnTo>
                <a:lnTo>
                  <a:pt x="24" y="102"/>
                </a:lnTo>
                <a:lnTo>
                  <a:pt x="28" y="102"/>
                </a:lnTo>
                <a:lnTo>
                  <a:pt x="28" y="65"/>
                </a:lnTo>
                <a:lnTo>
                  <a:pt x="28" y="57"/>
                </a:lnTo>
                <a:lnTo>
                  <a:pt x="28" y="51"/>
                </a:lnTo>
                <a:lnTo>
                  <a:pt x="28" y="45"/>
                </a:lnTo>
                <a:lnTo>
                  <a:pt x="29" y="41"/>
                </a:lnTo>
                <a:lnTo>
                  <a:pt x="31" y="38"/>
                </a:lnTo>
                <a:lnTo>
                  <a:pt x="32" y="35"/>
                </a:lnTo>
                <a:lnTo>
                  <a:pt x="34" y="33"/>
                </a:lnTo>
                <a:lnTo>
                  <a:pt x="36" y="31"/>
                </a:lnTo>
                <a:lnTo>
                  <a:pt x="39" y="29"/>
                </a:lnTo>
                <a:lnTo>
                  <a:pt x="42" y="28"/>
                </a:lnTo>
                <a:lnTo>
                  <a:pt x="45" y="27"/>
                </a:lnTo>
                <a:lnTo>
                  <a:pt x="49" y="27"/>
                </a:lnTo>
                <a:lnTo>
                  <a:pt x="52" y="27"/>
                </a:lnTo>
                <a:lnTo>
                  <a:pt x="54" y="27"/>
                </a:lnTo>
                <a:lnTo>
                  <a:pt x="57" y="29"/>
                </a:lnTo>
                <a:lnTo>
                  <a:pt x="60" y="30"/>
                </a:lnTo>
                <a:lnTo>
                  <a:pt x="61" y="29"/>
                </a:lnTo>
                <a:lnTo>
                  <a:pt x="61" y="22"/>
                </a:lnTo>
                <a:lnTo>
                  <a:pt x="61" y="14"/>
                </a:lnTo>
                <a:lnTo>
                  <a:pt x="61" y="7"/>
                </a:lnTo>
                <a:lnTo>
                  <a:pt x="62" y="0"/>
                </a:lnTo>
                <a:lnTo>
                  <a:pt x="59" y="0"/>
                </a:lnTo>
                <a:lnTo>
                  <a:pt x="5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413" name="íṧḷídè">
            <a:extLst>
              <a:ext uri="{FF2B5EF4-FFF2-40B4-BE49-F238E27FC236}">
                <a16:creationId xmlns:a16="http://schemas.microsoft.com/office/drawing/2014/main" id="{E79B685C-3FC2-4427-ABCF-6519028E8812}"/>
              </a:ext>
            </a:extLst>
          </p:cNvPr>
          <p:cNvSpPr>
            <a:spLocks noGrp="1"/>
          </p:cNvSpPr>
          <p:nvPr/>
        </p:nvSpPr>
        <p:spPr>
          <a:xfrm>
            <a:off x="2225520" y="955440"/>
            <a:ext cx="29880" cy="44640"/>
          </a:xfrm>
          <a:custGeom>
            <a:avLst/>
            <a:gdLst>
              <a:gd name="textAreaLeft" fmla="*/ 0 w 29880"/>
              <a:gd name="textAreaRight" fmla="*/ 30240 w 29880"/>
              <a:gd name="textAreaTop" fmla="*/ 0 h 44640"/>
              <a:gd name="textAreaBottom" fmla="*/ 45000 h 44640"/>
              <a:gd name="GluePoint1X" fmla="*/ 67 w 69"/>
              <a:gd name="GluePoint1Y" fmla="*/ 59 h 103"/>
              <a:gd name="GluePoint2X" fmla="*/ 62 w 69"/>
              <a:gd name="GluePoint2Y" fmla="*/ 52 h 103"/>
              <a:gd name="GluePoint3X" fmla="*/ 55 w 69"/>
              <a:gd name="GluePoint3Y" fmla="*/ 47 h 103"/>
              <a:gd name="GluePoint4X" fmla="*/ 46 w 69"/>
              <a:gd name="GluePoint4Y" fmla="*/ 42 h 103"/>
              <a:gd name="GluePoint5X" fmla="*/ 34 w 69"/>
              <a:gd name="GluePoint5Y" fmla="*/ 37 h 103"/>
              <a:gd name="GluePoint6X" fmla="*/ 25 w 69"/>
              <a:gd name="GluePoint6Y" fmla="*/ 31 h 103"/>
              <a:gd name="GluePoint7X" fmla="*/ 21 w 69"/>
              <a:gd name="GluePoint7Y" fmla="*/ 25 h 103"/>
              <a:gd name="GluePoint8X" fmla="*/ 21 w 69"/>
              <a:gd name="GluePoint8Y" fmla="*/ 18 h 103"/>
              <a:gd name="GluePoint9X" fmla="*/ 27 w 69"/>
              <a:gd name="GluePoint9Y" fmla="*/ 13 h 103"/>
              <a:gd name="GluePoint10X" fmla="*/ 36 w 69"/>
              <a:gd name="GluePoint10Y" fmla="*/ 10 h 103"/>
              <a:gd name="GluePoint11X" fmla="*/ 45 w 69"/>
              <a:gd name="GluePoint11Y" fmla="*/ 14 h 103"/>
              <a:gd name="GluePoint12X" fmla="*/ 53 w 69"/>
              <a:gd name="GluePoint12Y" fmla="*/ 21 h 103"/>
              <a:gd name="GluePoint13X" fmla="*/ 61 w 69"/>
              <a:gd name="GluePoint13Y" fmla="*/ 27 h 103"/>
              <a:gd name="GluePoint14X" fmla="*/ 65 w 69"/>
              <a:gd name="GluePoint14Y" fmla="*/ 14 h 103"/>
              <a:gd name="GluePoint15X" fmla="*/ 60 w 69"/>
              <a:gd name="GluePoint15Y" fmla="*/ 6 h 103"/>
              <a:gd name="GluePoint16X" fmla="*/ 48 w 69"/>
              <a:gd name="GluePoint16Y" fmla="*/ 2 h 103"/>
              <a:gd name="GluePoint17X" fmla="*/ 36 w 69"/>
              <a:gd name="GluePoint17Y" fmla="*/ 0 h 103"/>
              <a:gd name="GluePoint18X" fmla="*/ 24 w 69"/>
              <a:gd name="GluePoint18Y" fmla="*/ 2 h 103"/>
              <a:gd name="GluePoint19X" fmla="*/ 15 w 69"/>
              <a:gd name="GluePoint19Y" fmla="*/ 6 h 103"/>
              <a:gd name="GluePoint20X" fmla="*/ 8 w 69"/>
              <a:gd name="GluePoint20Y" fmla="*/ 12 h 103"/>
              <a:gd name="GluePoint21X" fmla="*/ 3 w 69"/>
              <a:gd name="GluePoint21Y" fmla="*/ 20 h 103"/>
              <a:gd name="GluePoint22X" fmla="*/ 1 w 69"/>
              <a:gd name="GluePoint22Y" fmla="*/ 30 h 103"/>
              <a:gd name="GluePoint23X" fmla="*/ 1 w 69"/>
              <a:gd name="GluePoint23Y" fmla="*/ 38 h 103"/>
              <a:gd name="GluePoint24X" fmla="*/ 3 w 69"/>
              <a:gd name="GluePoint24Y" fmla="*/ 46 h 103"/>
              <a:gd name="GluePoint25X" fmla="*/ 8 w 69"/>
              <a:gd name="GluePoint25Y" fmla="*/ 52 h 103"/>
              <a:gd name="GluePoint26X" fmla="*/ 14 w 69"/>
              <a:gd name="GluePoint26Y" fmla="*/ 58 h 103"/>
              <a:gd name="GluePoint27X" fmla="*/ 23 w 69"/>
              <a:gd name="GluePoint27Y" fmla="*/ 63 h 103"/>
              <a:gd name="GluePoint28X" fmla="*/ 34 w 69"/>
              <a:gd name="GluePoint28Y" fmla="*/ 68 h 103"/>
              <a:gd name="GluePoint29X" fmla="*/ 44 w 69"/>
              <a:gd name="GluePoint29Y" fmla="*/ 74 h 103"/>
              <a:gd name="GluePoint30X" fmla="*/ 48 w 69"/>
              <a:gd name="GluePoint30Y" fmla="*/ 79 h 103"/>
              <a:gd name="GluePoint31X" fmla="*/ 47 w 69"/>
              <a:gd name="GluePoint31Y" fmla="*/ 87 h 103"/>
              <a:gd name="GluePoint32X" fmla="*/ 41 w 69"/>
              <a:gd name="GluePoint32Y" fmla="*/ 92 h 103"/>
              <a:gd name="GluePoint33X" fmla="*/ 32 w 69"/>
              <a:gd name="GluePoint33Y" fmla="*/ 95 h 103"/>
              <a:gd name="GluePoint34X" fmla="*/ 21 w 69"/>
              <a:gd name="GluePoint34Y" fmla="*/ 92 h 103"/>
              <a:gd name="GluePoint35X" fmla="*/ 12 w 69"/>
              <a:gd name="GluePoint35Y" fmla="*/ 85 h 103"/>
              <a:gd name="GluePoint36X" fmla="*/ 4 w 69"/>
              <a:gd name="GluePoint36Y" fmla="*/ 77 h 103"/>
              <a:gd name="GluePoint37X" fmla="*/ 1 w 69"/>
              <a:gd name="GluePoint37Y" fmla="*/ 92 h 103"/>
              <a:gd name="GluePoint38X" fmla="*/ 7 w 69"/>
              <a:gd name="GluePoint38Y" fmla="*/ 99 h 103"/>
              <a:gd name="GluePoint39X" fmla="*/ 17 w 69"/>
              <a:gd name="GluePoint39Y" fmla="*/ 103 h 103"/>
              <a:gd name="GluePoint40X" fmla="*/ 29 w 69"/>
              <a:gd name="GluePoint40Y" fmla="*/ 103 h 103"/>
              <a:gd name="GluePoint41X" fmla="*/ 42 w 69"/>
              <a:gd name="GluePoint41Y" fmla="*/ 102 h 103"/>
              <a:gd name="GluePoint42X" fmla="*/ 52 w 69"/>
              <a:gd name="GluePoint42Y" fmla="*/ 99 h 103"/>
              <a:gd name="GluePoint43X" fmla="*/ 60 w 69"/>
              <a:gd name="GluePoint43Y" fmla="*/ 93 h 103"/>
              <a:gd name="GluePoint44X" fmla="*/ 66 w 69"/>
              <a:gd name="GluePoint44Y" fmla="*/ 85 h 103"/>
              <a:gd name="GluePoint45X" fmla="*/ 69 w 69"/>
              <a:gd name="GluePoint45Y" fmla="*/ 75 h 103"/>
              <a:gd name="GluePoint46X" fmla="*/ 69 w 69"/>
              <a:gd name="GluePoint46Y" fmla="*/ 67 h 103"/>
            </a:gdLst>
            <a:ahLst/>
            <a:cxnLst/>
            <a:rect l="textAreaLeft" t="textAreaTop" r="textAreaRight" b="textAreaBottom"/>
            <a:pathLst>
              <a:path w="69" h="103">
                <a:moveTo>
                  <a:pt x="68" y="64"/>
                </a:moveTo>
                <a:lnTo>
                  <a:pt x="68" y="62"/>
                </a:lnTo>
                <a:lnTo>
                  <a:pt x="67" y="59"/>
                </a:lnTo>
                <a:lnTo>
                  <a:pt x="65" y="57"/>
                </a:lnTo>
                <a:lnTo>
                  <a:pt x="64" y="55"/>
                </a:lnTo>
                <a:lnTo>
                  <a:pt x="62" y="52"/>
                </a:lnTo>
                <a:lnTo>
                  <a:pt x="60" y="51"/>
                </a:lnTo>
                <a:lnTo>
                  <a:pt x="57" y="48"/>
                </a:lnTo>
                <a:lnTo>
                  <a:pt x="55" y="47"/>
                </a:lnTo>
                <a:lnTo>
                  <a:pt x="52" y="45"/>
                </a:lnTo>
                <a:lnTo>
                  <a:pt x="49" y="43"/>
                </a:lnTo>
                <a:lnTo>
                  <a:pt x="46" y="42"/>
                </a:lnTo>
                <a:lnTo>
                  <a:pt x="42" y="40"/>
                </a:lnTo>
                <a:lnTo>
                  <a:pt x="39" y="38"/>
                </a:lnTo>
                <a:lnTo>
                  <a:pt x="34" y="37"/>
                </a:lnTo>
                <a:lnTo>
                  <a:pt x="31" y="34"/>
                </a:lnTo>
                <a:lnTo>
                  <a:pt x="28" y="33"/>
                </a:lnTo>
                <a:lnTo>
                  <a:pt x="25" y="31"/>
                </a:lnTo>
                <a:lnTo>
                  <a:pt x="24" y="29"/>
                </a:lnTo>
                <a:lnTo>
                  <a:pt x="22" y="27"/>
                </a:lnTo>
                <a:lnTo>
                  <a:pt x="21" y="25"/>
                </a:lnTo>
                <a:lnTo>
                  <a:pt x="20" y="23"/>
                </a:lnTo>
                <a:lnTo>
                  <a:pt x="21" y="20"/>
                </a:lnTo>
                <a:lnTo>
                  <a:pt x="21" y="18"/>
                </a:lnTo>
                <a:lnTo>
                  <a:pt x="23" y="16"/>
                </a:lnTo>
                <a:lnTo>
                  <a:pt x="24" y="14"/>
                </a:lnTo>
                <a:lnTo>
                  <a:pt x="27" y="13"/>
                </a:lnTo>
                <a:lnTo>
                  <a:pt x="29" y="12"/>
                </a:lnTo>
                <a:lnTo>
                  <a:pt x="32" y="11"/>
                </a:lnTo>
                <a:lnTo>
                  <a:pt x="36" y="10"/>
                </a:lnTo>
                <a:lnTo>
                  <a:pt x="39" y="11"/>
                </a:lnTo>
                <a:lnTo>
                  <a:pt x="43" y="12"/>
                </a:lnTo>
                <a:lnTo>
                  <a:pt x="45" y="14"/>
                </a:lnTo>
                <a:lnTo>
                  <a:pt x="48" y="16"/>
                </a:lnTo>
                <a:lnTo>
                  <a:pt x="51" y="18"/>
                </a:lnTo>
                <a:lnTo>
                  <a:pt x="53" y="21"/>
                </a:lnTo>
                <a:lnTo>
                  <a:pt x="55" y="24"/>
                </a:lnTo>
                <a:lnTo>
                  <a:pt x="56" y="27"/>
                </a:lnTo>
                <a:lnTo>
                  <a:pt x="61" y="27"/>
                </a:lnTo>
                <a:lnTo>
                  <a:pt x="63" y="23"/>
                </a:lnTo>
                <a:lnTo>
                  <a:pt x="64" y="19"/>
                </a:lnTo>
                <a:lnTo>
                  <a:pt x="65" y="14"/>
                </a:lnTo>
                <a:lnTo>
                  <a:pt x="66" y="10"/>
                </a:lnTo>
                <a:lnTo>
                  <a:pt x="63" y="8"/>
                </a:lnTo>
                <a:lnTo>
                  <a:pt x="60" y="6"/>
                </a:lnTo>
                <a:lnTo>
                  <a:pt x="56" y="4"/>
                </a:lnTo>
                <a:lnTo>
                  <a:pt x="52" y="3"/>
                </a:lnTo>
                <a:lnTo>
                  <a:pt x="48" y="2"/>
                </a:lnTo>
                <a:lnTo>
                  <a:pt x="44" y="1"/>
                </a:lnTo>
                <a:lnTo>
                  <a:pt x="40" y="0"/>
                </a:lnTo>
                <a:lnTo>
                  <a:pt x="36" y="0"/>
                </a:lnTo>
                <a:lnTo>
                  <a:pt x="32" y="0"/>
                </a:lnTo>
                <a:lnTo>
                  <a:pt x="28" y="1"/>
                </a:lnTo>
                <a:lnTo>
                  <a:pt x="24" y="2"/>
                </a:lnTo>
                <a:lnTo>
                  <a:pt x="21" y="3"/>
                </a:lnTo>
                <a:lnTo>
                  <a:pt x="18" y="4"/>
                </a:lnTo>
                <a:lnTo>
                  <a:pt x="15" y="6"/>
                </a:lnTo>
                <a:lnTo>
                  <a:pt x="12" y="7"/>
                </a:lnTo>
                <a:lnTo>
                  <a:pt x="10" y="10"/>
                </a:lnTo>
                <a:lnTo>
                  <a:pt x="8" y="12"/>
                </a:lnTo>
                <a:lnTo>
                  <a:pt x="6" y="14"/>
                </a:lnTo>
                <a:lnTo>
                  <a:pt x="4" y="17"/>
                </a:lnTo>
                <a:lnTo>
                  <a:pt x="3" y="20"/>
                </a:lnTo>
                <a:lnTo>
                  <a:pt x="2" y="22"/>
                </a:lnTo>
                <a:lnTo>
                  <a:pt x="1" y="26"/>
                </a:lnTo>
                <a:lnTo>
                  <a:pt x="1" y="30"/>
                </a:lnTo>
                <a:lnTo>
                  <a:pt x="0" y="34"/>
                </a:lnTo>
                <a:lnTo>
                  <a:pt x="0" y="36"/>
                </a:lnTo>
                <a:lnTo>
                  <a:pt x="1" y="38"/>
                </a:lnTo>
                <a:lnTo>
                  <a:pt x="1" y="41"/>
                </a:lnTo>
                <a:lnTo>
                  <a:pt x="2" y="43"/>
                </a:lnTo>
                <a:lnTo>
                  <a:pt x="3" y="46"/>
                </a:lnTo>
                <a:lnTo>
                  <a:pt x="4" y="48"/>
                </a:lnTo>
                <a:lnTo>
                  <a:pt x="6" y="51"/>
                </a:lnTo>
                <a:lnTo>
                  <a:pt x="8" y="52"/>
                </a:lnTo>
                <a:lnTo>
                  <a:pt x="10" y="55"/>
                </a:lnTo>
                <a:lnTo>
                  <a:pt x="12" y="56"/>
                </a:lnTo>
                <a:lnTo>
                  <a:pt x="14" y="58"/>
                </a:lnTo>
                <a:lnTo>
                  <a:pt x="17" y="60"/>
                </a:lnTo>
                <a:lnTo>
                  <a:pt x="20" y="62"/>
                </a:lnTo>
                <a:lnTo>
                  <a:pt x="23" y="63"/>
                </a:lnTo>
                <a:lnTo>
                  <a:pt x="26" y="65"/>
                </a:lnTo>
                <a:lnTo>
                  <a:pt x="30" y="67"/>
                </a:lnTo>
                <a:lnTo>
                  <a:pt x="34" y="68"/>
                </a:lnTo>
                <a:lnTo>
                  <a:pt x="38" y="70"/>
                </a:lnTo>
                <a:lnTo>
                  <a:pt x="41" y="71"/>
                </a:lnTo>
                <a:lnTo>
                  <a:pt x="44" y="74"/>
                </a:lnTo>
                <a:lnTo>
                  <a:pt x="46" y="75"/>
                </a:lnTo>
                <a:lnTo>
                  <a:pt x="48" y="78"/>
                </a:lnTo>
                <a:lnTo>
                  <a:pt x="48" y="79"/>
                </a:lnTo>
                <a:lnTo>
                  <a:pt x="48" y="82"/>
                </a:lnTo>
                <a:lnTo>
                  <a:pt x="48" y="84"/>
                </a:lnTo>
                <a:lnTo>
                  <a:pt x="47" y="87"/>
                </a:lnTo>
                <a:lnTo>
                  <a:pt x="45" y="89"/>
                </a:lnTo>
                <a:lnTo>
                  <a:pt x="44" y="91"/>
                </a:lnTo>
                <a:lnTo>
                  <a:pt x="41" y="92"/>
                </a:lnTo>
                <a:lnTo>
                  <a:pt x="39" y="93"/>
                </a:lnTo>
                <a:lnTo>
                  <a:pt x="36" y="94"/>
                </a:lnTo>
                <a:lnTo>
                  <a:pt x="32" y="95"/>
                </a:lnTo>
                <a:lnTo>
                  <a:pt x="28" y="95"/>
                </a:lnTo>
                <a:lnTo>
                  <a:pt x="24" y="94"/>
                </a:lnTo>
                <a:lnTo>
                  <a:pt x="21" y="92"/>
                </a:lnTo>
                <a:lnTo>
                  <a:pt x="18" y="91"/>
                </a:lnTo>
                <a:lnTo>
                  <a:pt x="16" y="87"/>
                </a:lnTo>
                <a:lnTo>
                  <a:pt x="12" y="85"/>
                </a:lnTo>
                <a:lnTo>
                  <a:pt x="10" y="81"/>
                </a:lnTo>
                <a:lnTo>
                  <a:pt x="8" y="77"/>
                </a:lnTo>
                <a:lnTo>
                  <a:pt x="4" y="77"/>
                </a:lnTo>
                <a:lnTo>
                  <a:pt x="3" y="81"/>
                </a:lnTo>
                <a:lnTo>
                  <a:pt x="2" y="87"/>
                </a:lnTo>
                <a:lnTo>
                  <a:pt x="1" y="92"/>
                </a:lnTo>
                <a:lnTo>
                  <a:pt x="0" y="96"/>
                </a:lnTo>
                <a:lnTo>
                  <a:pt x="3" y="98"/>
                </a:lnTo>
                <a:lnTo>
                  <a:pt x="7" y="99"/>
                </a:lnTo>
                <a:lnTo>
                  <a:pt x="10" y="100"/>
                </a:lnTo>
                <a:lnTo>
                  <a:pt x="13" y="102"/>
                </a:lnTo>
                <a:lnTo>
                  <a:pt x="17" y="103"/>
                </a:lnTo>
                <a:lnTo>
                  <a:pt x="20" y="103"/>
                </a:lnTo>
                <a:lnTo>
                  <a:pt x="25" y="103"/>
                </a:lnTo>
                <a:lnTo>
                  <a:pt x="29" y="103"/>
                </a:lnTo>
                <a:lnTo>
                  <a:pt x="33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101"/>
                </a:lnTo>
                <a:lnTo>
                  <a:pt x="49" y="100"/>
                </a:lnTo>
                <a:lnTo>
                  <a:pt x="52" y="99"/>
                </a:lnTo>
                <a:lnTo>
                  <a:pt x="56" y="97"/>
                </a:lnTo>
                <a:lnTo>
                  <a:pt x="59" y="95"/>
                </a:lnTo>
                <a:lnTo>
                  <a:pt x="60" y="93"/>
                </a:lnTo>
                <a:lnTo>
                  <a:pt x="63" y="91"/>
                </a:lnTo>
                <a:lnTo>
                  <a:pt x="64" y="88"/>
                </a:lnTo>
                <a:lnTo>
                  <a:pt x="66" y="85"/>
                </a:lnTo>
                <a:lnTo>
                  <a:pt x="68" y="83"/>
                </a:lnTo>
                <a:lnTo>
                  <a:pt x="68" y="79"/>
                </a:lnTo>
                <a:lnTo>
                  <a:pt x="69" y="75"/>
                </a:lnTo>
                <a:lnTo>
                  <a:pt x="69" y="71"/>
                </a:lnTo>
                <a:lnTo>
                  <a:pt x="69" y="69"/>
                </a:lnTo>
                <a:lnTo>
                  <a:pt x="69" y="67"/>
                </a:lnTo>
                <a:lnTo>
                  <a:pt x="68" y="64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414" name="î$líḋé">
            <a:extLst>
              <a:ext uri="{FF2B5EF4-FFF2-40B4-BE49-F238E27FC236}">
                <a16:creationId xmlns:a16="http://schemas.microsoft.com/office/drawing/2014/main" id="{5CFA2046-2736-4A20-B4FE-08C15A490114}"/>
              </a:ext>
            </a:extLst>
          </p:cNvPr>
          <p:cNvSpPr>
            <a:spLocks noGrp="1"/>
          </p:cNvSpPr>
          <p:nvPr/>
        </p:nvSpPr>
        <p:spPr>
          <a:xfrm>
            <a:off x="226944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1 w 28"/>
              <a:gd name="GluePoint1Y" fmla="*/ 0 h 100"/>
              <a:gd name="GluePoint2X" fmla="*/ 18 w 28"/>
              <a:gd name="GluePoint2Y" fmla="*/ 0 h 100"/>
              <a:gd name="GluePoint3X" fmla="*/ 15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5 w 28"/>
              <a:gd name="GluePoint12Y" fmla="*/ 100 h 100"/>
              <a:gd name="GluePoint13X" fmla="*/ 18 w 28"/>
              <a:gd name="GluePoint13Y" fmla="*/ 100 h 100"/>
              <a:gd name="GluePoint14X" fmla="*/ 21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1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1" y="0"/>
                </a:moveTo>
                <a:lnTo>
                  <a:pt x="18" y="0"/>
                </a:lnTo>
                <a:lnTo>
                  <a:pt x="15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5" y="100"/>
                </a:lnTo>
                <a:lnTo>
                  <a:pt x="18" y="100"/>
                </a:lnTo>
                <a:lnTo>
                  <a:pt x="21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415" name="îṩḻïḓè">
            <a:extLst>
              <a:ext uri="{FF2B5EF4-FFF2-40B4-BE49-F238E27FC236}">
                <a16:creationId xmlns:a16="http://schemas.microsoft.com/office/drawing/2014/main" id="{7576E297-5492-4581-ABF4-B3E10E6D1203}"/>
              </a:ext>
            </a:extLst>
          </p:cNvPr>
          <p:cNvSpPr>
            <a:spLocks noGrp="1"/>
          </p:cNvSpPr>
          <p:nvPr/>
        </p:nvSpPr>
        <p:spPr>
          <a:xfrm>
            <a:off x="226872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29 w 33"/>
              <a:gd name="GluePoint2Y" fmla="*/ 7 h 32"/>
              <a:gd name="GluePoint3X" fmla="*/ 28 w 33"/>
              <a:gd name="GluePoint3Y" fmla="*/ 5 h 32"/>
              <a:gd name="GluePoint4X" fmla="*/ 25 w 33"/>
              <a:gd name="GluePoint4Y" fmla="*/ 3 h 32"/>
              <a:gd name="GluePoint5X" fmla="*/ 22 w 33"/>
              <a:gd name="GluePoint5Y" fmla="*/ 2 h 32"/>
              <a:gd name="GluePoint6X" fmla="*/ 19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9 w 33"/>
              <a:gd name="GluePoint9Y" fmla="*/ 2 h 32"/>
              <a:gd name="GluePoint10X" fmla="*/ 6 w 33"/>
              <a:gd name="GluePoint10Y" fmla="*/ 3 h 32"/>
              <a:gd name="GluePoint11X" fmla="*/ 4 w 33"/>
              <a:gd name="GluePoint11Y" fmla="*/ 5 h 32"/>
              <a:gd name="GluePoint12X" fmla="*/ 2 w 33"/>
              <a:gd name="GluePoint12Y" fmla="*/ 7 h 32"/>
              <a:gd name="GluePoint13X" fmla="*/ 1 w 33"/>
              <a:gd name="GluePoint13Y" fmla="*/ 10 h 32"/>
              <a:gd name="GluePoint14X" fmla="*/ 0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1 w 33"/>
              <a:gd name="GluePoint17Y" fmla="*/ 23 h 32"/>
              <a:gd name="GluePoint18X" fmla="*/ 2 w 33"/>
              <a:gd name="GluePoint18Y" fmla="*/ 26 h 32"/>
              <a:gd name="GluePoint19X" fmla="*/ 4 w 33"/>
              <a:gd name="GluePoint19Y" fmla="*/ 28 h 32"/>
              <a:gd name="GluePoint20X" fmla="*/ 6 w 33"/>
              <a:gd name="GluePoint20Y" fmla="*/ 30 h 32"/>
              <a:gd name="GluePoint21X" fmla="*/ 9 w 33"/>
              <a:gd name="GluePoint21Y" fmla="*/ 31 h 32"/>
              <a:gd name="GluePoint22X" fmla="*/ 12 w 33"/>
              <a:gd name="GluePoint22Y" fmla="*/ 32 h 32"/>
              <a:gd name="GluePoint23X" fmla="*/ 16 w 33"/>
              <a:gd name="GluePoint23Y" fmla="*/ 32 h 32"/>
              <a:gd name="GluePoint24X" fmla="*/ 19 w 33"/>
              <a:gd name="GluePoint24Y" fmla="*/ 32 h 32"/>
              <a:gd name="GluePoint25X" fmla="*/ 22 w 33"/>
              <a:gd name="GluePoint25Y" fmla="*/ 31 h 32"/>
              <a:gd name="GluePoint26X" fmla="*/ 25 w 33"/>
              <a:gd name="GluePoint26Y" fmla="*/ 30 h 32"/>
              <a:gd name="GluePoint27X" fmla="*/ 28 w 33"/>
              <a:gd name="GluePoint27Y" fmla="*/ 27 h 32"/>
              <a:gd name="GluePoint28X" fmla="*/ 29 w 33"/>
              <a:gd name="GluePoint28Y" fmla="*/ 25 h 32"/>
              <a:gd name="GluePoint29X" fmla="*/ 31 w 33"/>
              <a:gd name="GluePoint29Y" fmla="*/ 23 h 32"/>
              <a:gd name="GluePoint30X" fmla="*/ 32 w 33"/>
              <a:gd name="GluePoint30Y" fmla="*/ 19 h 32"/>
              <a:gd name="GluePoint31X" fmla="*/ 33 w 33"/>
              <a:gd name="GluePoint31Y" fmla="*/ 16 h 32"/>
              <a:gd name="GluePoint32X" fmla="*/ 32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29" y="7"/>
                </a:lnTo>
                <a:lnTo>
                  <a:pt x="28" y="5"/>
                </a:lnTo>
                <a:lnTo>
                  <a:pt x="25" y="3"/>
                </a:lnTo>
                <a:lnTo>
                  <a:pt x="22" y="2"/>
                </a:lnTo>
                <a:lnTo>
                  <a:pt x="19" y="0"/>
                </a:lnTo>
                <a:lnTo>
                  <a:pt x="16" y="0"/>
                </a:lnTo>
                <a:lnTo>
                  <a:pt x="13" y="0"/>
                </a:lnTo>
                <a:lnTo>
                  <a:pt x="9" y="2"/>
                </a:lnTo>
                <a:lnTo>
                  <a:pt x="6" y="3"/>
                </a:lnTo>
                <a:lnTo>
                  <a:pt x="4" y="5"/>
                </a:lnTo>
                <a:lnTo>
                  <a:pt x="2" y="7"/>
                </a:lnTo>
                <a:lnTo>
                  <a:pt x="1" y="10"/>
                </a:lnTo>
                <a:lnTo>
                  <a:pt x="0" y="13"/>
                </a:lnTo>
                <a:lnTo>
                  <a:pt x="0" y="16"/>
                </a:lnTo>
                <a:lnTo>
                  <a:pt x="0" y="20"/>
                </a:lnTo>
                <a:lnTo>
                  <a:pt x="1" y="23"/>
                </a:lnTo>
                <a:lnTo>
                  <a:pt x="2" y="26"/>
                </a:lnTo>
                <a:lnTo>
                  <a:pt x="4" y="28"/>
                </a:lnTo>
                <a:lnTo>
                  <a:pt x="6" y="30"/>
                </a:lnTo>
                <a:lnTo>
                  <a:pt x="9" y="31"/>
                </a:lnTo>
                <a:lnTo>
                  <a:pt x="12" y="32"/>
                </a:lnTo>
                <a:lnTo>
                  <a:pt x="16" y="32"/>
                </a:lnTo>
                <a:lnTo>
                  <a:pt x="19" y="32"/>
                </a:lnTo>
                <a:lnTo>
                  <a:pt x="22" y="31"/>
                </a:lnTo>
                <a:lnTo>
                  <a:pt x="25" y="30"/>
                </a:lnTo>
                <a:lnTo>
                  <a:pt x="28" y="27"/>
                </a:lnTo>
                <a:lnTo>
                  <a:pt x="29" y="25"/>
                </a:lnTo>
                <a:lnTo>
                  <a:pt x="31" y="23"/>
                </a:lnTo>
                <a:lnTo>
                  <a:pt x="32" y="19"/>
                </a:lnTo>
                <a:lnTo>
                  <a:pt x="33" y="16"/>
                </a:lnTo>
                <a:lnTo>
                  <a:pt x="32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416" name="îṥḷíde">
            <a:extLst>
              <a:ext uri="{FF2B5EF4-FFF2-40B4-BE49-F238E27FC236}">
                <a16:creationId xmlns:a16="http://schemas.microsoft.com/office/drawing/2014/main" id="{4FA13E8E-7BD3-4BA5-ACCE-D7A9DC3F54EB}"/>
              </a:ext>
            </a:extLst>
          </p:cNvPr>
          <p:cNvSpPr>
            <a:spLocks noGrp="1"/>
          </p:cNvSpPr>
          <p:nvPr/>
        </p:nvSpPr>
        <p:spPr>
          <a:xfrm>
            <a:off x="229500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8 w 62"/>
              <a:gd name="GluePoint1Y" fmla="*/ 129 h 138"/>
              <a:gd name="GluePoint2X" fmla="*/ 55 w 62"/>
              <a:gd name="GluePoint2Y" fmla="*/ 129 h 138"/>
              <a:gd name="GluePoint3X" fmla="*/ 54 w 62"/>
              <a:gd name="GluePoint3Y" fmla="*/ 129 h 138"/>
              <a:gd name="GluePoint4X" fmla="*/ 51 w 62"/>
              <a:gd name="GluePoint4Y" fmla="*/ 129 h 138"/>
              <a:gd name="GluePoint5X" fmla="*/ 50 w 62"/>
              <a:gd name="GluePoint5Y" fmla="*/ 129 h 138"/>
              <a:gd name="GluePoint6X" fmla="*/ 48 w 62"/>
              <a:gd name="GluePoint6Y" fmla="*/ 128 h 138"/>
              <a:gd name="GluePoint7X" fmla="*/ 46 w 62"/>
              <a:gd name="GluePoint7Y" fmla="*/ 127 h 138"/>
              <a:gd name="GluePoint8X" fmla="*/ 46 w 62"/>
              <a:gd name="GluePoint8Y" fmla="*/ 126 h 138"/>
              <a:gd name="GluePoint9X" fmla="*/ 45 w 62"/>
              <a:gd name="GluePoint9Y" fmla="*/ 124 h 138"/>
              <a:gd name="GluePoint10X" fmla="*/ 44 w 62"/>
              <a:gd name="GluePoint10Y" fmla="*/ 122 h 138"/>
              <a:gd name="GluePoint11X" fmla="*/ 43 w 62"/>
              <a:gd name="GluePoint11Y" fmla="*/ 120 h 138"/>
              <a:gd name="GluePoint12X" fmla="*/ 43 w 62"/>
              <a:gd name="GluePoint12Y" fmla="*/ 118 h 138"/>
              <a:gd name="GluePoint13X" fmla="*/ 43 w 62"/>
              <a:gd name="GluePoint13Y" fmla="*/ 115 h 138"/>
              <a:gd name="GluePoint14X" fmla="*/ 43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1 w 62"/>
              <a:gd name="GluePoint18Y" fmla="*/ 47 h 138"/>
              <a:gd name="GluePoint19X" fmla="*/ 61 w 62"/>
              <a:gd name="GluePoint19Y" fmla="*/ 44 h 138"/>
              <a:gd name="GluePoint20X" fmla="*/ 61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6 w 62"/>
              <a:gd name="GluePoint24Y" fmla="*/ 4 h 138"/>
              <a:gd name="GluePoint25X" fmla="*/ 29 w 62"/>
              <a:gd name="GluePoint25Y" fmla="*/ 7 h 138"/>
              <a:gd name="GluePoint26X" fmla="*/ 22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1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5 w 62"/>
              <a:gd name="GluePoint38Y" fmla="*/ 118 h 138"/>
              <a:gd name="GluePoint39X" fmla="*/ 16 w 62"/>
              <a:gd name="GluePoint39Y" fmla="*/ 121 h 138"/>
              <a:gd name="GluePoint40X" fmla="*/ 17 w 62"/>
              <a:gd name="GluePoint40Y" fmla="*/ 123 h 138"/>
              <a:gd name="GluePoint41X" fmla="*/ 18 w 62"/>
              <a:gd name="GluePoint41Y" fmla="*/ 126 h 138"/>
              <a:gd name="GluePoint42X" fmla="*/ 19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9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8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60 w 62"/>
              <a:gd name="GluePoint59Y" fmla="*/ 128 h 138"/>
              <a:gd name="GluePoint60X" fmla="*/ 58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8" y="129"/>
                </a:moveTo>
                <a:lnTo>
                  <a:pt x="55" y="129"/>
                </a:lnTo>
                <a:lnTo>
                  <a:pt x="54" y="129"/>
                </a:lnTo>
                <a:lnTo>
                  <a:pt x="51" y="129"/>
                </a:lnTo>
                <a:lnTo>
                  <a:pt x="50" y="129"/>
                </a:lnTo>
                <a:lnTo>
                  <a:pt x="48" y="128"/>
                </a:lnTo>
                <a:lnTo>
                  <a:pt x="46" y="127"/>
                </a:lnTo>
                <a:lnTo>
                  <a:pt x="46" y="126"/>
                </a:lnTo>
                <a:lnTo>
                  <a:pt x="45" y="124"/>
                </a:lnTo>
                <a:lnTo>
                  <a:pt x="44" y="122"/>
                </a:lnTo>
                <a:lnTo>
                  <a:pt x="43" y="120"/>
                </a:lnTo>
                <a:lnTo>
                  <a:pt x="43" y="118"/>
                </a:lnTo>
                <a:lnTo>
                  <a:pt x="43" y="115"/>
                </a:lnTo>
                <a:lnTo>
                  <a:pt x="43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1" y="47"/>
                </a:lnTo>
                <a:lnTo>
                  <a:pt x="61" y="44"/>
                </a:lnTo>
                <a:lnTo>
                  <a:pt x="61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6" y="4"/>
                </a:lnTo>
                <a:lnTo>
                  <a:pt x="29" y="7"/>
                </a:lnTo>
                <a:lnTo>
                  <a:pt x="22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1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5" y="118"/>
                </a:lnTo>
                <a:lnTo>
                  <a:pt x="16" y="121"/>
                </a:lnTo>
                <a:lnTo>
                  <a:pt x="17" y="123"/>
                </a:lnTo>
                <a:lnTo>
                  <a:pt x="18" y="126"/>
                </a:lnTo>
                <a:lnTo>
                  <a:pt x="19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9" y="137"/>
                </a:lnTo>
                <a:lnTo>
                  <a:pt x="31" y="138"/>
                </a:lnTo>
                <a:lnTo>
                  <a:pt x="34" y="138"/>
                </a:lnTo>
                <a:lnTo>
                  <a:pt x="38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60" y="128"/>
                </a:lnTo>
                <a:lnTo>
                  <a:pt x="58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417" name="îŝ1iḑè">
            <a:extLst>
              <a:ext uri="{FF2B5EF4-FFF2-40B4-BE49-F238E27FC236}">
                <a16:creationId xmlns:a16="http://schemas.microsoft.com/office/drawing/2014/main" id="{0950AC7D-76E1-40AA-BB0A-915C73196CE7}"/>
              </a:ext>
            </a:extLst>
          </p:cNvPr>
          <p:cNvSpPr>
            <a:spLocks noGrp="1"/>
          </p:cNvSpPr>
          <p:nvPr/>
        </p:nvSpPr>
        <p:spPr>
          <a:xfrm>
            <a:off x="2330640" y="956160"/>
            <a:ext cx="42120" cy="66600"/>
          </a:xfrm>
          <a:custGeom>
            <a:avLst/>
            <a:gdLst>
              <a:gd name="textAreaLeft" fmla="*/ 0 w 42120"/>
              <a:gd name="textAreaRight" fmla="*/ 42480 w 42120"/>
              <a:gd name="textAreaTop" fmla="*/ 0 h 66600"/>
              <a:gd name="textAreaBottom" fmla="*/ 66960 h 66600"/>
              <a:gd name="GluePoint1X" fmla="*/ 93 w 97"/>
              <a:gd name="GluePoint1Y" fmla="*/ 0 h 153"/>
              <a:gd name="GluePoint2X" fmla="*/ 91 w 97"/>
              <a:gd name="GluePoint2Y" fmla="*/ 0 h 153"/>
              <a:gd name="GluePoint3X" fmla="*/ 88 w 97"/>
              <a:gd name="GluePoint3Y" fmla="*/ 0 h 153"/>
              <a:gd name="GluePoint4X" fmla="*/ 87 w 97"/>
              <a:gd name="GluePoint4Y" fmla="*/ 0 h 153"/>
              <a:gd name="GluePoint5X" fmla="*/ 84 w 97"/>
              <a:gd name="GluePoint5Y" fmla="*/ 0 h 153"/>
              <a:gd name="GluePoint6X" fmla="*/ 83 w 97"/>
              <a:gd name="GluePoint6Y" fmla="*/ 0 h 153"/>
              <a:gd name="GluePoint7X" fmla="*/ 80 w 97"/>
              <a:gd name="GluePoint7Y" fmla="*/ 0 h 153"/>
              <a:gd name="GluePoint8X" fmla="*/ 76 w 97"/>
              <a:gd name="GluePoint8Y" fmla="*/ 11 h 153"/>
              <a:gd name="GluePoint9X" fmla="*/ 72 w 97"/>
              <a:gd name="GluePoint9Y" fmla="*/ 21 h 153"/>
              <a:gd name="GluePoint10X" fmla="*/ 68 w 97"/>
              <a:gd name="GluePoint10Y" fmla="*/ 32 h 153"/>
              <a:gd name="GluePoint11X" fmla="*/ 64 w 97"/>
              <a:gd name="GluePoint11Y" fmla="*/ 44 h 153"/>
              <a:gd name="GluePoint12X" fmla="*/ 56 w 97"/>
              <a:gd name="GluePoint12Y" fmla="*/ 65 h 153"/>
              <a:gd name="GluePoint13X" fmla="*/ 55 w 97"/>
              <a:gd name="GluePoint13Y" fmla="*/ 62 h 153"/>
              <a:gd name="GluePoint14X" fmla="*/ 53 w 97"/>
              <a:gd name="GluePoint14Y" fmla="*/ 59 h 153"/>
              <a:gd name="GluePoint15X" fmla="*/ 52 w 97"/>
              <a:gd name="GluePoint15Y" fmla="*/ 55 h 153"/>
              <a:gd name="GluePoint16X" fmla="*/ 49 w 97"/>
              <a:gd name="GluePoint16Y" fmla="*/ 50 h 153"/>
              <a:gd name="GluePoint17X" fmla="*/ 47 w 97"/>
              <a:gd name="GluePoint17Y" fmla="*/ 42 h 153"/>
              <a:gd name="GluePoint18X" fmla="*/ 44 w 97"/>
              <a:gd name="GluePoint18Y" fmla="*/ 35 h 153"/>
              <a:gd name="GluePoint19X" fmla="*/ 41 w 97"/>
              <a:gd name="GluePoint19Y" fmla="*/ 28 h 153"/>
              <a:gd name="GluePoint20X" fmla="*/ 39 w 97"/>
              <a:gd name="GluePoint20Y" fmla="*/ 21 h 153"/>
              <a:gd name="GluePoint21X" fmla="*/ 36 w 97"/>
              <a:gd name="GluePoint21Y" fmla="*/ 15 h 153"/>
              <a:gd name="GluePoint22X" fmla="*/ 35 w 97"/>
              <a:gd name="GluePoint22Y" fmla="*/ 9 h 153"/>
              <a:gd name="GluePoint23X" fmla="*/ 33 w 97"/>
              <a:gd name="GluePoint23Y" fmla="*/ 4 h 153"/>
              <a:gd name="GluePoint24X" fmla="*/ 32 w 97"/>
              <a:gd name="GluePoint24Y" fmla="*/ 0 h 153"/>
              <a:gd name="GluePoint25X" fmla="*/ 28 w 97"/>
              <a:gd name="GluePoint25Y" fmla="*/ 0 h 153"/>
              <a:gd name="GluePoint26X" fmla="*/ 24 w 97"/>
              <a:gd name="GluePoint26Y" fmla="*/ 0 h 153"/>
              <a:gd name="GluePoint27X" fmla="*/ 20 w 97"/>
              <a:gd name="GluePoint27Y" fmla="*/ 0 h 153"/>
              <a:gd name="GluePoint28X" fmla="*/ 16 w 97"/>
              <a:gd name="GluePoint28Y" fmla="*/ 0 h 153"/>
              <a:gd name="GluePoint29X" fmla="*/ 12 w 97"/>
              <a:gd name="GluePoint29Y" fmla="*/ 0 h 153"/>
              <a:gd name="GluePoint30X" fmla="*/ 8 w 97"/>
              <a:gd name="GluePoint30Y" fmla="*/ 0 h 153"/>
              <a:gd name="GluePoint31X" fmla="*/ 4 w 97"/>
              <a:gd name="GluePoint31Y" fmla="*/ 0 h 153"/>
              <a:gd name="GluePoint32X" fmla="*/ 0 w 97"/>
              <a:gd name="GluePoint32Y" fmla="*/ 0 h 153"/>
              <a:gd name="GluePoint33X" fmla="*/ 42 w 97"/>
              <a:gd name="GluePoint33Y" fmla="*/ 100 h 153"/>
              <a:gd name="GluePoint34X" fmla="*/ 16 w 97"/>
              <a:gd name="GluePoint34Y" fmla="*/ 153 h 153"/>
              <a:gd name="GluePoint35X" fmla="*/ 20 w 97"/>
              <a:gd name="GluePoint35Y" fmla="*/ 153 h 153"/>
              <a:gd name="GluePoint36X" fmla="*/ 24 w 97"/>
              <a:gd name="GluePoint36Y" fmla="*/ 153 h 153"/>
              <a:gd name="GluePoint37X" fmla="*/ 28 w 97"/>
              <a:gd name="GluePoint37Y" fmla="*/ 153 h 153"/>
              <a:gd name="GluePoint38X" fmla="*/ 33 w 97"/>
              <a:gd name="GluePoint38Y" fmla="*/ 153 h 153"/>
              <a:gd name="GluePoint39X" fmla="*/ 37 w 97"/>
              <a:gd name="GluePoint39Y" fmla="*/ 141 h 153"/>
              <a:gd name="GluePoint40X" fmla="*/ 41 w 97"/>
              <a:gd name="GluePoint40Y" fmla="*/ 130 h 153"/>
              <a:gd name="GluePoint41X" fmla="*/ 46 w 97"/>
              <a:gd name="GluePoint41Y" fmla="*/ 118 h 153"/>
              <a:gd name="GluePoint42X" fmla="*/ 52 w 97"/>
              <a:gd name="GluePoint42Y" fmla="*/ 105 h 153"/>
              <a:gd name="GluePoint43X" fmla="*/ 57 w 97"/>
              <a:gd name="GluePoint43Y" fmla="*/ 92 h 153"/>
              <a:gd name="GluePoint44X" fmla="*/ 63 w 97"/>
              <a:gd name="GluePoint44Y" fmla="*/ 77 h 153"/>
              <a:gd name="GluePoint45X" fmla="*/ 70 w 97"/>
              <a:gd name="GluePoint45Y" fmla="*/ 63 h 153"/>
              <a:gd name="GluePoint46X" fmla="*/ 76 w 97"/>
              <a:gd name="GluePoint46Y" fmla="*/ 48 h 153"/>
              <a:gd name="GluePoint47X" fmla="*/ 97 w 97"/>
              <a:gd name="GluePoint47Y" fmla="*/ 0 h 153"/>
              <a:gd name="GluePoint48X" fmla="*/ 96 w 97"/>
              <a:gd name="GluePoint48Y" fmla="*/ 0 h 153"/>
              <a:gd name="GluePoint49X" fmla="*/ 93 w 97"/>
              <a:gd name="GluePoint49Y" fmla="*/ 0 h 153"/>
            </a:gdLst>
            <a:ahLst/>
            <a:cxnLst/>
            <a:rect l="textAreaLeft" t="textAreaTop" r="textAreaRight" b="textAreaBottom"/>
            <a:pathLst>
              <a:path w="97" h="153">
                <a:moveTo>
                  <a:pt x="93" y="0"/>
                </a:moveTo>
                <a:lnTo>
                  <a:pt x="91" y="0"/>
                </a:lnTo>
                <a:lnTo>
                  <a:pt x="88" y="0"/>
                </a:lnTo>
                <a:lnTo>
                  <a:pt x="87" y="0"/>
                </a:lnTo>
                <a:lnTo>
                  <a:pt x="84" y="0"/>
                </a:lnTo>
                <a:lnTo>
                  <a:pt x="83" y="0"/>
                </a:lnTo>
                <a:lnTo>
                  <a:pt x="80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49" y="50"/>
                </a:lnTo>
                <a:lnTo>
                  <a:pt x="47" y="42"/>
                </a:lnTo>
                <a:lnTo>
                  <a:pt x="44" y="35"/>
                </a:lnTo>
                <a:lnTo>
                  <a:pt x="41" y="28"/>
                </a:lnTo>
                <a:lnTo>
                  <a:pt x="39" y="21"/>
                </a:lnTo>
                <a:lnTo>
                  <a:pt x="36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2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1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3" y="77"/>
                </a:lnTo>
                <a:lnTo>
                  <a:pt x="70" y="63"/>
                </a:lnTo>
                <a:lnTo>
                  <a:pt x="76" y="48"/>
                </a:lnTo>
                <a:lnTo>
                  <a:pt x="97" y="0"/>
                </a:lnTo>
                <a:lnTo>
                  <a:pt x="96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418" name="iş1îḓê">
            <a:extLst>
              <a:ext uri="{FF2B5EF4-FFF2-40B4-BE49-F238E27FC236}">
                <a16:creationId xmlns:a16="http://schemas.microsoft.com/office/drawing/2014/main" id="{0741EBBA-9FAD-40F2-A1E0-DC8EC2C2C72C}"/>
              </a:ext>
            </a:extLst>
          </p:cNvPr>
          <p:cNvSpPr>
            <a:spLocks noGrp="1"/>
          </p:cNvSpPr>
          <p:nvPr/>
        </p:nvSpPr>
        <p:spPr>
          <a:xfrm>
            <a:off x="2402280" y="955440"/>
            <a:ext cx="45000" cy="44640"/>
          </a:xfrm>
          <a:custGeom>
            <a:avLst/>
            <a:gdLst>
              <a:gd name="textAreaLeft" fmla="*/ 0 w 45000"/>
              <a:gd name="textAreaRight" fmla="*/ 45360 w 45000"/>
              <a:gd name="textAreaTop" fmla="*/ 0 h 44640"/>
              <a:gd name="textAreaBottom" fmla="*/ 45000 h 44640"/>
              <a:gd name="GluePoint1X" fmla="*/ 101 w 104"/>
              <a:gd name="GluePoint1Y" fmla="*/ 34 h 103"/>
              <a:gd name="GluePoint2X" fmla="*/ 97 w 104"/>
              <a:gd name="GluePoint2Y" fmla="*/ 25 h 103"/>
              <a:gd name="GluePoint3X" fmla="*/ 92 w 104"/>
              <a:gd name="GluePoint3Y" fmla="*/ 17 h 103"/>
              <a:gd name="GluePoint4X" fmla="*/ 86 w 104"/>
              <a:gd name="GluePoint4Y" fmla="*/ 10 h 103"/>
              <a:gd name="GluePoint5X" fmla="*/ 78 w 104"/>
              <a:gd name="GluePoint5Y" fmla="*/ 6 h 103"/>
              <a:gd name="GluePoint6X" fmla="*/ 68 w 104"/>
              <a:gd name="GluePoint6Y" fmla="*/ 2 h 103"/>
              <a:gd name="GluePoint7X" fmla="*/ 58 w 104"/>
              <a:gd name="GluePoint7Y" fmla="*/ 1 h 103"/>
              <a:gd name="GluePoint8X" fmla="*/ 46 w 104"/>
              <a:gd name="GluePoint8Y" fmla="*/ 1 h 103"/>
              <a:gd name="GluePoint9X" fmla="*/ 35 w 104"/>
              <a:gd name="GluePoint9Y" fmla="*/ 2 h 103"/>
              <a:gd name="GluePoint10X" fmla="*/ 26 w 104"/>
              <a:gd name="GluePoint10Y" fmla="*/ 6 h 103"/>
              <a:gd name="GluePoint11X" fmla="*/ 18 w 104"/>
              <a:gd name="GluePoint11Y" fmla="*/ 12 h 103"/>
              <a:gd name="GluePoint12X" fmla="*/ 12 w 104"/>
              <a:gd name="GluePoint12Y" fmla="*/ 18 h 103"/>
              <a:gd name="GluePoint13X" fmla="*/ 6 w 104"/>
              <a:gd name="GluePoint13Y" fmla="*/ 27 h 103"/>
              <a:gd name="GluePoint14X" fmla="*/ 3 w 104"/>
              <a:gd name="GluePoint14Y" fmla="*/ 37 h 103"/>
              <a:gd name="GluePoint15X" fmla="*/ 1 w 104"/>
              <a:gd name="GluePoint15Y" fmla="*/ 48 h 103"/>
              <a:gd name="GluePoint16X" fmla="*/ 1 w 104"/>
              <a:gd name="GluePoint16Y" fmla="*/ 61 h 103"/>
              <a:gd name="GluePoint17X" fmla="*/ 3 w 104"/>
              <a:gd name="GluePoint17Y" fmla="*/ 71 h 103"/>
              <a:gd name="GluePoint18X" fmla="*/ 6 w 104"/>
              <a:gd name="GluePoint18Y" fmla="*/ 80 h 103"/>
              <a:gd name="GluePoint19X" fmla="*/ 12 w 104"/>
              <a:gd name="GluePoint19Y" fmla="*/ 87 h 103"/>
              <a:gd name="GluePoint20X" fmla="*/ 18 w 104"/>
              <a:gd name="GluePoint20Y" fmla="*/ 94 h 103"/>
              <a:gd name="GluePoint21X" fmla="*/ 26 w 104"/>
              <a:gd name="GluePoint21Y" fmla="*/ 98 h 103"/>
              <a:gd name="GluePoint22X" fmla="*/ 35 w 104"/>
              <a:gd name="GluePoint22Y" fmla="*/ 102 h 103"/>
              <a:gd name="GluePoint23X" fmla="*/ 46 w 104"/>
              <a:gd name="GluePoint23Y" fmla="*/ 103 h 103"/>
              <a:gd name="GluePoint24X" fmla="*/ 58 w 104"/>
              <a:gd name="GluePoint24Y" fmla="*/ 103 h 103"/>
              <a:gd name="GluePoint25X" fmla="*/ 68 w 104"/>
              <a:gd name="GluePoint25Y" fmla="*/ 102 h 103"/>
              <a:gd name="GluePoint26X" fmla="*/ 78 w 104"/>
              <a:gd name="GluePoint26Y" fmla="*/ 98 h 103"/>
              <a:gd name="GluePoint27X" fmla="*/ 86 w 104"/>
              <a:gd name="GluePoint27Y" fmla="*/ 92 h 103"/>
              <a:gd name="GluePoint28X" fmla="*/ 92 w 104"/>
              <a:gd name="GluePoint28Y" fmla="*/ 86 h 103"/>
              <a:gd name="GluePoint29X" fmla="*/ 97 w 104"/>
              <a:gd name="GluePoint29Y" fmla="*/ 78 h 103"/>
              <a:gd name="GluePoint30X" fmla="*/ 101 w 104"/>
              <a:gd name="GluePoint30Y" fmla="*/ 68 h 103"/>
              <a:gd name="GluePoint31X" fmla="*/ 103 w 104"/>
              <a:gd name="GluePoint31Y" fmla="*/ 56 h 103"/>
              <a:gd name="GluePoint32X" fmla="*/ 103 w 104"/>
              <a:gd name="GluePoint32Y" fmla="*/ 44 h 103"/>
              <a:gd name="GluePoint33X" fmla="*/ 72 w 104"/>
              <a:gd name="GluePoint33Y" fmla="*/ 58 h 103"/>
              <a:gd name="GluePoint34X" fmla="*/ 70 w 104"/>
              <a:gd name="GluePoint34Y" fmla="*/ 72 h 103"/>
              <a:gd name="GluePoint35X" fmla="*/ 68 w 104"/>
              <a:gd name="GluePoint35Y" fmla="*/ 79 h 103"/>
              <a:gd name="GluePoint36X" fmla="*/ 65 w 104"/>
              <a:gd name="GluePoint36Y" fmla="*/ 86 h 103"/>
              <a:gd name="GluePoint37X" fmla="*/ 62 w 104"/>
              <a:gd name="GluePoint37Y" fmla="*/ 91 h 103"/>
              <a:gd name="GluePoint38X" fmla="*/ 58 w 104"/>
              <a:gd name="GluePoint38Y" fmla="*/ 94 h 103"/>
              <a:gd name="GluePoint39X" fmla="*/ 54 w 104"/>
              <a:gd name="GluePoint39Y" fmla="*/ 95 h 103"/>
              <a:gd name="GluePoint40X" fmla="*/ 49 w 104"/>
              <a:gd name="GluePoint40Y" fmla="*/ 95 h 103"/>
              <a:gd name="GluePoint41X" fmla="*/ 45 w 104"/>
              <a:gd name="GluePoint41Y" fmla="*/ 94 h 103"/>
              <a:gd name="GluePoint42X" fmla="*/ 41 w 104"/>
              <a:gd name="GluePoint42Y" fmla="*/ 91 h 103"/>
              <a:gd name="GluePoint43X" fmla="*/ 38 w 104"/>
              <a:gd name="GluePoint43Y" fmla="*/ 87 h 103"/>
              <a:gd name="GluePoint44X" fmla="*/ 36 w 104"/>
              <a:gd name="GluePoint44Y" fmla="*/ 83 h 103"/>
              <a:gd name="GluePoint45X" fmla="*/ 33 w 104"/>
              <a:gd name="GluePoint45Y" fmla="*/ 75 h 103"/>
              <a:gd name="GluePoint46X" fmla="*/ 32 w 104"/>
              <a:gd name="GluePoint46Y" fmla="*/ 68 h 103"/>
              <a:gd name="GluePoint47X" fmla="*/ 32 w 104"/>
              <a:gd name="GluePoint47Y" fmla="*/ 59 h 103"/>
              <a:gd name="GluePoint48X" fmla="*/ 32 w 104"/>
              <a:gd name="GluePoint48Y" fmla="*/ 49 h 103"/>
              <a:gd name="GluePoint49X" fmla="*/ 32 w 104"/>
              <a:gd name="GluePoint49Y" fmla="*/ 38 h 103"/>
              <a:gd name="GluePoint50X" fmla="*/ 33 w 104"/>
              <a:gd name="GluePoint50Y" fmla="*/ 30 h 103"/>
              <a:gd name="GluePoint51X" fmla="*/ 36 w 104"/>
              <a:gd name="GluePoint51Y" fmla="*/ 23 h 103"/>
              <a:gd name="GluePoint52X" fmla="*/ 38 w 104"/>
              <a:gd name="GluePoint52Y" fmla="*/ 18 h 103"/>
              <a:gd name="GluePoint53X" fmla="*/ 41 w 104"/>
              <a:gd name="GluePoint53Y" fmla="*/ 14 h 103"/>
              <a:gd name="GluePoint54X" fmla="*/ 46 w 104"/>
              <a:gd name="GluePoint54Y" fmla="*/ 10 h 103"/>
              <a:gd name="GluePoint55X" fmla="*/ 50 w 104"/>
              <a:gd name="GluePoint55Y" fmla="*/ 9 h 103"/>
              <a:gd name="GluePoint56X" fmla="*/ 55 w 104"/>
              <a:gd name="GluePoint56Y" fmla="*/ 9 h 103"/>
              <a:gd name="GluePoint57X" fmla="*/ 60 w 104"/>
              <a:gd name="GluePoint57Y" fmla="*/ 10 h 103"/>
              <a:gd name="GluePoint58X" fmla="*/ 63 w 104"/>
              <a:gd name="GluePoint58Y" fmla="*/ 13 h 103"/>
              <a:gd name="GluePoint59X" fmla="*/ 66 w 104"/>
              <a:gd name="GluePoint59Y" fmla="*/ 16 h 103"/>
              <a:gd name="GluePoint60X" fmla="*/ 68 w 104"/>
              <a:gd name="GluePoint60Y" fmla="*/ 22 h 103"/>
              <a:gd name="GluePoint61X" fmla="*/ 70 w 104"/>
              <a:gd name="GluePoint61Y" fmla="*/ 27 h 103"/>
              <a:gd name="GluePoint62X" fmla="*/ 72 w 104"/>
              <a:gd name="GluePoint62Y" fmla="*/ 38 h 103"/>
              <a:gd name="GluePoint63X" fmla="*/ 72 w 104"/>
              <a:gd name="GluePoint63Y" fmla="*/ 58 h 103"/>
            </a:gdLst>
            <a:ahLst/>
            <a:cxnLst/>
            <a:rect l="textAreaLeft" t="textAreaTop" r="textAreaRight" b="textAreaBottom"/>
            <a:pathLst>
              <a:path w="104" h="103">
                <a:moveTo>
                  <a:pt x="102" y="38"/>
                </a:moveTo>
                <a:lnTo>
                  <a:pt x="101" y="34"/>
                </a:lnTo>
                <a:lnTo>
                  <a:pt x="100" y="29"/>
                </a:lnTo>
                <a:lnTo>
                  <a:pt x="97" y="25"/>
                </a:lnTo>
                <a:lnTo>
                  <a:pt x="95" y="21"/>
                </a:lnTo>
                <a:lnTo>
                  <a:pt x="92" y="17"/>
                </a:lnTo>
                <a:lnTo>
                  <a:pt x="89" y="14"/>
                </a:lnTo>
                <a:lnTo>
                  <a:pt x="86" y="10"/>
                </a:lnTo>
                <a:lnTo>
                  <a:pt x="82" y="8"/>
                </a:lnTo>
                <a:lnTo>
                  <a:pt x="78" y="6"/>
                </a:lnTo>
                <a:lnTo>
                  <a:pt x="74" y="4"/>
                </a:lnTo>
                <a:lnTo>
                  <a:pt x="68" y="2"/>
                </a:lnTo>
                <a:lnTo>
                  <a:pt x="64" y="1"/>
                </a:lnTo>
                <a:lnTo>
                  <a:pt x="58" y="1"/>
                </a:lnTo>
                <a:lnTo>
                  <a:pt x="52" y="0"/>
                </a:lnTo>
                <a:lnTo>
                  <a:pt x="46" y="1"/>
                </a:lnTo>
                <a:lnTo>
                  <a:pt x="40" y="1"/>
                </a:lnTo>
                <a:lnTo>
                  <a:pt x="35" y="2"/>
                </a:lnTo>
                <a:lnTo>
                  <a:pt x="30" y="4"/>
                </a:lnTo>
                <a:lnTo>
                  <a:pt x="26" y="6"/>
                </a:lnTo>
                <a:lnTo>
                  <a:pt x="21" y="9"/>
                </a:lnTo>
                <a:lnTo>
                  <a:pt x="18" y="12"/>
                </a:lnTo>
                <a:lnTo>
                  <a:pt x="14" y="14"/>
                </a:lnTo>
                <a:lnTo>
                  <a:pt x="12" y="18"/>
                </a:lnTo>
                <a:lnTo>
                  <a:pt x="8" y="22"/>
                </a:lnTo>
                <a:lnTo>
                  <a:pt x="6" y="27"/>
                </a:lnTo>
                <a:lnTo>
                  <a:pt x="4" y="31"/>
                </a:lnTo>
                <a:lnTo>
                  <a:pt x="3" y="37"/>
                </a:lnTo>
                <a:lnTo>
                  <a:pt x="2" y="42"/>
                </a:lnTo>
                <a:lnTo>
                  <a:pt x="1" y="48"/>
                </a:lnTo>
                <a:lnTo>
                  <a:pt x="0" y="55"/>
                </a:lnTo>
                <a:lnTo>
                  <a:pt x="1" y="61"/>
                </a:lnTo>
                <a:lnTo>
                  <a:pt x="2" y="66"/>
                </a:lnTo>
                <a:lnTo>
                  <a:pt x="3" y="71"/>
                </a:lnTo>
                <a:lnTo>
                  <a:pt x="4" y="75"/>
                </a:lnTo>
                <a:lnTo>
                  <a:pt x="6" y="80"/>
                </a:lnTo>
                <a:lnTo>
                  <a:pt x="8" y="84"/>
                </a:lnTo>
                <a:lnTo>
                  <a:pt x="12" y="87"/>
                </a:lnTo>
                <a:lnTo>
                  <a:pt x="14" y="91"/>
                </a:lnTo>
                <a:lnTo>
                  <a:pt x="18" y="94"/>
                </a:lnTo>
                <a:lnTo>
                  <a:pt x="21" y="96"/>
                </a:lnTo>
                <a:lnTo>
                  <a:pt x="26" y="98"/>
                </a:lnTo>
                <a:lnTo>
                  <a:pt x="30" y="100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8" y="103"/>
                </a:lnTo>
                <a:lnTo>
                  <a:pt x="64" y="103"/>
                </a:lnTo>
                <a:lnTo>
                  <a:pt x="68" y="102"/>
                </a:lnTo>
                <a:lnTo>
                  <a:pt x="74" y="99"/>
                </a:lnTo>
                <a:lnTo>
                  <a:pt x="78" y="98"/>
                </a:lnTo>
                <a:lnTo>
                  <a:pt x="82" y="95"/>
                </a:lnTo>
                <a:lnTo>
                  <a:pt x="86" y="92"/>
                </a:lnTo>
                <a:lnTo>
                  <a:pt x="89" y="90"/>
                </a:lnTo>
                <a:lnTo>
                  <a:pt x="92" y="86"/>
                </a:lnTo>
                <a:lnTo>
                  <a:pt x="95" y="82"/>
                </a:lnTo>
                <a:lnTo>
                  <a:pt x="97" y="78"/>
                </a:lnTo>
                <a:lnTo>
                  <a:pt x="100" y="73"/>
                </a:lnTo>
                <a:lnTo>
                  <a:pt x="101" y="68"/>
                </a:lnTo>
                <a:lnTo>
                  <a:pt x="102" y="63"/>
                </a:lnTo>
                <a:lnTo>
                  <a:pt x="103" y="56"/>
                </a:lnTo>
                <a:lnTo>
                  <a:pt x="104" y="50"/>
                </a:lnTo>
                <a:lnTo>
                  <a:pt x="103" y="44"/>
                </a:lnTo>
                <a:lnTo>
                  <a:pt x="102" y="38"/>
                </a:lnTo>
                <a:close/>
                <a:moveTo>
                  <a:pt x="72" y="58"/>
                </a:moveTo>
                <a:lnTo>
                  <a:pt x="71" y="68"/>
                </a:lnTo>
                <a:lnTo>
                  <a:pt x="70" y="72"/>
                </a:lnTo>
                <a:lnTo>
                  <a:pt x="68" y="76"/>
                </a:lnTo>
                <a:lnTo>
                  <a:pt x="68" y="79"/>
                </a:lnTo>
                <a:lnTo>
                  <a:pt x="67" y="83"/>
                </a:lnTo>
                <a:lnTo>
                  <a:pt x="65" y="86"/>
                </a:lnTo>
                <a:lnTo>
                  <a:pt x="64" y="88"/>
                </a:lnTo>
                <a:lnTo>
                  <a:pt x="62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4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5" y="94"/>
                </a:lnTo>
                <a:lnTo>
                  <a:pt x="43" y="93"/>
                </a:lnTo>
                <a:lnTo>
                  <a:pt x="41" y="91"/>
                </a:lnTo>
                <a:lnTo>
                  <a:pt x="40" y="90"/>
                </a:lnTo>
                <a:lnTo>
                  <a:pt x="38" y="87"/>
                </a:lnTo>
                <a:lnTo>
                  <a:pt x="36" y="85"/>
                </a:lnTo>
                <a:lnTo>
                  <a:pt x="36" y="83"/>
                </a:lnTo>
                <a:lnTo>
                  <a:pt x="35" y="79"/>
                </a:lnTo>
                <a:lnTo>
                  <a:pt x="33" y="75"/>
                </a:lnTo>
                <a:lnTo>
                  <a:pt x="33" y="72"/>
                </a:lnTo>
                <a:lnTo>
                  <a:pt x="32" y="68"/>
                </a:lnTo>
                <a:lnTo>
                  <a:pt x="32" y="63"/>
                </a:lnTo>
                <a:lnTo>
                  <a:pt x="32" y="59"/>
                </a:lnTo>
                <a:lnTo>
                  <a:pt x="32" y="54"/>
                </a:lnTo>
                <a:lnTo>
                  <a:pt x="32" y="49"/>
                </a:lnTo>
                <a:lnTo>
                  <a:pt x="32" y="43"/>
                </a:lnTo>
                <a:lnTo>
                  <a:pt x="32" y="38"/>
                </a:lnTo>
                <a:lnTo>
                  <a:pt x="33" y="34"/>
                </a:lnTo>
                <a:lnTo>
                  <a:pt x="33" y="30"/>
                </a:lnTo>
                <a:lnTo>
                  <a:pt x="35" y="27"/>
                </a:lnTo>
                <a:lnTo>
                  <a:pt x="36" y="23"/>
                </a:lnTo>
                <a:lnTo>
                  <a:pt x="37" y="21"/>
                </a:lnTo>
                <a:lnTo>
                  <a:pt x="38" y="18"/>
                </a:lnTo>
                <a:lnTo>
                  <a:pt x="40" y="16"/>
                </a:lnTo>
                <a:lnTo>
                  <a:pt x="41" y="14"/>
                </a:lnTo>
                <a:lnTo>
                  <a:pt x="44" y="12"/>
                </a:lnTo>
                <a:lnTo>
                  <a:pt x="46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7" y="10"/>
                </a:lnTo>
                <a:lnTo>
                  <a:pt x="60" y="10"/>
                </a:lnTo>
                <a:lnTo>
                  <a:pt x="61" y="11"/>
                </a:lnTo>
                <a:lnTo>
                  <a:pt x="63" y="13"/>
                </a:lnTo>
                <a:lnTo>
                  <a:pt x="64" y="14"/>
                </a:lnTo>
                <a:lnTo>
                  <a:pt x="66" y="16"/>
                </a:lnTo>
                <a:lnTo>
                  <a:pt x="67" y="18"/>
                </a:lnTo>
                <a:lnTo>
                  <a:pt x="68" y="22"/>
                </a:lnTo>
                <a:lnTo>
                  <a:pt x="69" y="24"/>
                </a:lnTo>
                <a:lnTo>
                  <a:pt x="70" y="27"/>
                </a:lnTo>
                <a:lnTo>
                  <a:pt x="71" y="30"/>
                </a:lnTo>
                <a:lnTo>
                  <a:pt x="72" y="38"/>
                </a:lnTo>
                <a:lnTo>
                  <a:pt x="72" y="47"/>
                </a:lnTo>
                <a:lnTo>
                  <a:pt x="72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419" name="iṧlïdê">
            <a:extLst>
              <a:ext uri="{FF2B5EF4-FFF2-40B4-BE49-F238E27FC236}">
                <a16:creationId xmlns:a16="http://schemas.microsoft.com/office/drawing/2014/main" id="{43D96881-A77F-4DD3-BEE2-E0A674E27162}"/>
              </a:ext>
            </a:extLst>
          </p:cNvPr>
          <p:cNvSpPr>
            <a:spLocks noGrp="1"/>
          </p:cNvSpPr>
          <p:nvPr/>
        </p:nvSpPr>
        <p:spPr>
          <a:xfrm>
            <a:off x="2455920" y="930960"/>
            <a:ext cx="30240" cy="68760"/>
          </a:xfrm>
          <a:custGeom>
            <a:avLst/>
            <a:gdLst>
              <a:gd name="textAreaLeft" fmla="*/ 0 w 30240"/>
              <a:gd name="textAreaRight" fmla="*/ 30600 w 30240"/>
              <a:gd name="textAreaTop" fmla="*/ 0 h 68760"/>
              <a:gd name="textAreaBottom" fmla="*/ 69120 h 68760"/>
              <a:gd name="GluePoint1X" fmla="*/ 70 w 70"/>
              <a:gd name="GluePoint1Y" fmla="*/ 2 h 158"/>
              <a:gd name="GluePoint2X" fmla="*/ 63 w 70"/>
              <a:gd name="GluePoint2Y" fmla="*/ 0 h 158"/>
              <a:gd name="GluePoint3X" fmla="*/ 56 w 70"/>
              <a:gd name="GluePoint3Y" fmla="*/ 1 h 158"/>
              <a:gd name="GluePoint4X" fmla="*/ 50 w 70"/>
              <a:gd name="GluePoint4Y" fmla="*/ 2 h 158"/>
              <a:gd name="GluePoint5X" fmla="*/ 44 w 70"/>
              <a:gd name="GluePoint5Y" fmla="*/ 4 h 158"/>
              <a:gd name="GluePoint6X" fmla="*/ 39 w 70"/>
              <a:gd name="GluePoint6Y" fmla="*/ 7 h 158"/>
              <a:gd name="GluePoint7X" fmla="*/ 34 w 70"/>
              <a:gd name="GluePoint7Y" fmla="*/ 11 h 158"/>
              <a:gd name="GluePoint8X" fmla="*/ 30 w 70"/>
              <a:gd name="GluePoint8Y" fmla="*/ 17 h 158"/>
              <a:gd name="GluePoint9X" fmla="*/ 27 w 70"/>
              <a:gd name="GluePoint9Y" fmla="*/ 23 h 158"/>
              <a:gd name="GluePoint10X" fmla="*/ 23 w 70"/>
              <a:gd name="GluePoint10Y" fmla="*/ 30 h 158"/>
              <a:gd name="GluePoint11X" fmla="*/ 20 w 70"/>
              <a:gd name="GluePoint11Y" fmla="*/ 38 h 158"/>
              <a:gd name="GluePoint12X" fmla="*/ 18 w 70"/>
              <a:gd name="GluePoint12Y" fmla="*/ 48 h 158"/>
              <a:gd name="GluePoint13X" fmla="*/ 16 w 70"/>
              <a:gd name="GluePoint13Y" fmla="*/ 58 h 158"/>
              <a:gd name="GluePoint14X" fmla="*/ 1 w 70"/>
              <a:gd name="GluePoint14Y" fmla="*/ 61 h 158"/>
              <a:gd name="GluePoint15X" fmla="*/ 1 w 70"/>
              <a:gd name="GluePoint15Y" fmla="*/ 68 h 158"/>
              <a:gd name="GluePoint16X" fmla="*/ 16 w 70"/>
              <a:gd name="GluePoint16Y" fmla="*/ 71 h 158"/>
              <a:gd name="GluePoint17X" fmla="*/ 19 w 70"/>
              <a:gd name="GluePoint17Y" fmla="*/ 158 h 158"/>
              <a:gd name="GluePoint18X" fmla="*/ 27 w 70"/>
              <a:gd name="GluePoint18Y" fmla="*/ 158 h 158"/>
              <a:gd name="GluePoint19X" fmla="*/ 34 w 70"/>
              <a:gd name="GluePoint19Y" fmla="*/ 158 h 158"/>
              <a:gd name="GluePoint20X" fmla="*/ 42 w 70"/>
              <a:gd name="GluePoint20Y" fmla="*/ 158 h 158"/>
              <a:gd name="GluePoint21X" fmla="*/ 46 w 70"/>
              <a:gd name="GluePoint21Y" fmla="*/ 71 h 158"/>
              <a:gd name="GluePoint22X" fmla="*/ 64 w 70"/>
              <a:gd name="GluePoint22Y" fmla="*/ 68 h 158"/>
              <a:gd name="GluePoint23X" fmla="*/ 64 w 70"/>
              <a:gd name="GluePoint23Y" fmla="*/ 61 h 158"/>
              <a:gd name="GluePoint24X" fmla="*/ 44 w 70"/>
              <a:gd name="GluePoint24Y" fmla="*/ 58 h 158"/>
              <a:gd name="GluePoint25X" fmla="*/ 40 w 70"/>
              <a:gd name="GluePoint25Y" fmla="*/ 50 h 158"/>
              <a:gd name="GluePoint26X" fmla="*/ 37 w 70"/>
              <a:gd name="GluePoint26Y" fmla="*/ 42 h 158"/>
              <a:gd name="GluePoint27X" fmla="*/ 35 w 70"/>
              <a:gd name="GluePoint27Y" fmla="*/ 36 h 158"/>
              <a:gd name="GluePoint28X" fmla="*/ 34 w 70"/>
              <a:gd name="GluePoint28Y" fmla="*/ 30 h 158"/>
              <a:gd name="GluePoint29X" fmla="*/ 35 w 70"/>
              <a:gd name="GluePoint29Y" fmla="*/ 27 h 158"/>
              <a:gd name="GluePoint30X" fmla="*/ 37 w 70"/>
              <a:gd name="GluePoint30Y" fmla="*/ 26 h 158"/>
              <a:gd name="GluePoint31X" fmla="*/ 38 w 70"/>
              <a:gd name="GluePoint31Y" fmla="*/ 25 h 158"/>
              <a:gd name="GluePoint32X" fmla="*/ 41 w 70"/>
              <a:gd name="GluePoint32Y" fmla="*/ 24 h 158"/>
              <a:gd name="GluePoint33X" fmla="*/ 48 w 70"/>
              <a:gd name="GluePoint33Y" fmla="*/ 23 h 158"/>
              <a:gd name="GluePoint34X" fmla="*/ 58 w 70"/>
              <a:gd name="GluePoint34Y" fmla="*/ 25 h 158"/>
              <a:gd name="GluePoint35X" fmla="*/ 66 w 70"/>
              <a:gd name="GluePoint35Y" fmla="*/ 29 h 158"/>
              <a:gd name="GluePoint36X" fmla="*/ 69 w 70"/>
              <a:gd name="GluePoint36Y" fmla="*/ 22 h 158"/>
              <a:gd name="GluePoint37X" fmla="*/ 70 w 70"/>
              <a:gd name="GluePoint37Y" fmla="*/ 8 h 158"/>
            </a:gdLst>
            <a:ahLst/>
            <a:cxnLst/>
            <a:rect l="textAreaLeft" t="textAreaTop" r="textAreaRight" b="textAreaBottom"/>
            <a:pathLst>
              <a:path w="70" h="158">
                <a:moveTo>
                  <a:pt x="70" y="8"/>
                </a:moveTo>
                <a:lnTo>
                  <a:pt x="70" y="2"/>
                </a:lnTo>
                <a:lnTo>
                  <a:pt x="66" y="1"/>
                </a:lnTo>
                <a:lnTo>
                  <a:pt x="63" y="0"/>
                </a:lnTo>
                <a:lnTo>
                  <a:pt x="59" y="0"/>
                </a:lnTo>
                <a:lnTo>
                  <a:pt x="56" y="1"/>
                </a:lnTo>
                <a:lnTo>
                  <a:pt x="53" y="1"/>
                </a:lnTo>
                <a:lnTo>
                  <a:pt x="50" y="2"/>
                </a:lnTo>
                <a:lnTo>
                  <a:pt x="47" y="2"/>
                </a:lnTo>
                <a:lnTo>
                  <a:pt x="44" y="4"/>
                </a:lnTo>
                <a:lnTo>
                  <a:pt x="42" y="6"/>
                </a:lnTo>
                <a:lnTo>
                  <a:pt x="39" y="7"/>
                </a:lnTo>
                <a:lnTo>
                  <a:pt x="37" y="9"/>
                </a:lnTo>
                <a:lnTo>
                  <a:pt x="34" y="11"/>
                </a:lnTo>
                <a:lnTo>
                  <a:pt x="33" y="14"/>
                </a:lnTo>
                <a:lnTo>
                  <a:pt x="30" y="17"/>
                </a:lnTo>
                <a:lnTo>
                  <a:pt x="29" y="20"/>
                </a:lnTo>
                <a:lnTo>
                  <a:pt x="27" y="23"/>
                </a:lnTo>
                <a:lnTo>
                  <a:pt x="25" y="27"/>
                </a:lnTo>
                <a:lnTo>
                  <a:pt x="23" y="30"/>
                </a:lnTo>
                <a:lnTo>
                  <a:pt x="22" y="34"/>
                </a:lnTo>
                <a:lnTo>
                  <a:pt x="20" y="38"/>
                </a:lnTo>
                <a:lnTo>
                  <a:pt x="18" y="43"/>
                </a:lnTo>
                <a:lnTo>
                  <a:pt x="18" y="48"/>
                </a:lnTo>
                <a:lnTo>
                  <a:pt x="17" y="53"/>
                </a:lnTo>
                <a:lnTo>
                  <a:pt x="16" y="58"/>
                </a:lnTo>
                <a:lnTo>
                  <a:pt x="0" y="58"/>
                </a:lnTo>
                <a:lnTo>
                  <a:pt x="1" y="61"/>
                </a:lnTo>
                <a:lnTo>
                  <a:pt x="1" y="65"/>
                </a:lnTo>
                <a:lnTo>
                  <a:pt x="1" y="68"/>
                </a:lnTo>
                <a:lnTo>
                  <a:pt x="0" y="71"/>
                </a:lnTo>
                <a:lnTo>
                  <a:pt x="16" y="71"/>
                </a:lnTo>
                <a:lnTo>
                  <a:pt x="16" y="158"/>
                </a:lnTo>
                <a:lnTo>
                  <a:pt x="19" y="158"/>
                </a:lnTo>
                <a:lnTo>
                  <a:pt x="23" y="158"/>
                </a:lnTo>
                <a:lnTo>
                  <a:pt x="27" y="158"/>
                </a:lnTo>
                <a:lnTo>
                  <a:pt x="30" y="158"/>
                </a:lnTo>
                <a:lnTo>
                  <a:pt x="34" y="158"/>
                </a:lnTo>
                <a:lnTo>
                  <a:pt x="38" y="158"/>
                </a:lnTo>
                <a:lnTo>
                  <a:pt x="42" y="158"/>
                </a:lnTo>
                <a:lnTo>
                  <a:pt x="46" y="158"/>
                </a:lnTo>
                <a:lnTo>
                  <a:pt x="46" y="71"/>
                </a:lnTo>
                <a:lnTo>
                  <a:pt x="65" y="71"/>
                </a:lnTo>
                <a:lnTo>
                  <a:pt x="64" y="68"/>
                </a:lnTo>
                <a:lnTo>
                  <a:pt x="64" y="65"/>
                </a:lnTo>
                <a:lnTo>
                  <a:pt x="64" y="61"/>
                </a:lnTo>
                <a:lnTo>
                  <a:pt x="65" y="58"/>
                </a:lnTo>
                <a:lnTo>
                  <a:pt x="44" y="58"/>
                </a:lnTo>
                <a:lnTo>
                  <a:pt x="42" y="54"/>
                </a:lnTo>
                <a:lnTo>
                  <a:pt x="40" y="50"/>
                </a:lnTo>
                <a:lnTo>
                  <a:pt x="38" y="46"/>
                </a:lnTo>
                <a:lnTo>
                  <a:pt x="37" y="42"/>
                </a:lnTo>
                <a:lnTo>
                  <a:pt x="36" y="39"/>
                </a:lnTo>
                <a:lnTo>
                  <a:pt x="35" y="36"/>
                </a:lnTo>
                <a:lnTo>
                  <a:pt x="35" y="33"/>
                </a:lnTo>
                <a:lnTo>
                  <a:pt x="34" y="30"/>
                </a:lnTo>
                <a:lnTo>
                  <a:pt x="35" y="29"/>
                </a:lnTo>
                <a:lnTo>
                  <a:pt x="35" y="27"/>
                </a:lnTo>
                <a:lnTo>
                  <a:pt x="36" y="26"/>
                </a:lnTo>
                <a:lnTo>
                  <a:pt x="37" y="26"/>
                </a:lnTo>
                <a:lnTo>
                  <a:pt x="38" y="26"/>
                </a:lnTo>
                <a:lnTo>
                  <a:pt x="38" y="25"/>
                </a:lnTo>
                <a:lnTo>
                  <a:pt x="39" y="24"/>
                </a:lnTo>
                <a:lnTo>
                  <a:pt x="41" y="24"/>
                </a:lnTo>
                <a:lnTo>
                  <a:pt x="44" y="23"/>
                </a:lnTo>
                <a:lnTo>
                  <a:pt x="48" y="23"/>
                </a:lnTo>
                <a:lnTo>
                  <a:pt x="53" y="24"/>
                </a:lnTo>
                <a:lnTo>
                  <a:pt x="58" y="25"/>
                </a:lnTo>
                <a:lnTo>
                  <a:pt x="62" y="27"/>
                </a:lnTo>
                <a:lnTo>
                  <a:pt x="66" y="29"/>
                </a:lnTo>
                <a:lnTo>
                  <a:pt x="70" y="28"/>
                </a:lnTo>
                <a:lnTo>
                  <a:pt x="69" y="22"/>
                </a:lnTo>
                <a:lnTo>
                  <a:pt x="69" y="14"/>
                </a:lnTo>
                <a:lnTo>
                  <a:pt x="70" y="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4120" rIns="90000" bIns="24120" anchor="ctr">
            <a:noAutofit/>
          </a:bodyPr>
          <a:lstStyle/>
          <a:p>
            <a:endParaRPr/>
          </a:p>
        </p:txBody>
      </p:sp>
      <p:sp>
        <p:nvSpPr>
          <p:cNvPr id="420" name="ïSlïḋe">
            <a:extLst>
              <a:ext uri="{FF2B5EF4-FFF2-40B4-BE49-F238E27FC236}">
                <a16:creationId xmlns:a16="http://schemas.microsoft.com/office/drawing/2014/main" id="{E90D5F45-A7A9-4EE9-9645-C0F771D268E1}"/>
              </a:ext>
            </a:extLst>
          </p:cNvPr>
          <p:cNvSpPr>
            <a:spLocks noGrp="1"/>
          </p:cNvSpPr>
          <p:nvPr/>
        </p:nvSpPr>
        <p:spPr>
          <a:xfrm>
            <a:off x="2511000" y="937800"/>
            <a:ext cx="46800" cy="61560"/>
          </a:xfrm>
          <a:custGeom>
            <a:avLst/>
            <a:gdLst>
              <a:gd name="textAreaLeft" fmla="*/ 0 w 46800"/>
              <a:gd name="textAreaRight" fmla="*/ 47160 w 46800"/>
              <a:gd name="textAreaTop" fmla="*/ 0 h 61560"/>
              <a:gd name="textAreaBottom" fmla="*/ 61920 h 61560"/>
              <a:gd name="GluePoint1X" fmla="*/ 107 w 108"/>
              <a:gd name="GluePoint1Y" fmla="*/ 2 h 142"/>
              <a:gd name="GluePoint2X" fmla="*/ 108 w 108"/>
              <a:gd name="GluePoint2Y" fmla="*/ 0 h 142"/>
              <a:gd name="GluePoint3X" fmla="*/ 0 w 108"/>
              <a:gd name="GluePoint3Y" fmla="*/ 0 h 142"/>
              <a:gd name="GluePoint4X" fmla="*/ 0 w 108"/>
              <a:gd name="GluePoint4Y" fmla="*/ 4 h 142"/>
              <a:gd name="GluePoint5X" fmla="*/ 1 w 108"/>
              <a:gd name="GluePoint5Y" fmla="*/ 8 h 142"/>
              <a:gd name="GluePoint6X" fmla="*/ 0 w 108"/>
              <a:gd name="GluePoint6Y" fmla="*/ 14 h 142"/>
              <a:gd name="GluePoint7X" fmla="*/ 0 w 108"/>
              <a:gd name="GluePoint7Y" fmla="*/ 17 h 142"/>
              <a:gd name="GluePoint8X" fmla="*/ 3 w 108"/>
              <a:gd name="GluePoint8Y" fmla="*/ 17 h 142"/>
              <a:gd name="GluePoint9X" fmla="*/ 7 w 108"/>
              <a:gd name="GluePoint9Y" fmla="*/ 17 h 142"/>
              <a:gd name="GluePoint10X" fmla="*/ 16 w 108"/>
              <a:gd name="GluePoint10Y" fmla="*/ 16 h 142"/>
              <a:gd name="GluePoint11X" fmla="*/ 25 w 108"/>
              <a:gd name="GluePoint11Y" fmla="*/ 15 h 142"/>
              <a:gd name="GluePoint12X" fmla="*/ 32 w 108"/>
              <a:gd name="GluePoint12Y" fmla="*/ 15 h 142"/>
              <a:gd name="GluePoint13X" fmla="*/ 39 w 108"/>
              <a:gd name="GluePoint13Y" fmla="*/ 14 h 142"/>
              <a:gd name="GluePoint14X" fmla="*/ 39 w 108"/>
              <a:gd name="GluePoint14Y" fmla="*/ 142 h 142"/>
              <a:gd name="GluePoint15X" fmla="*/ 43 w 108"/>
              <a:gd name="GluePoint15Y" fmla="*/ 142 h 142"/>
              <a:gd name="GluePoint16X" fmla="*/ 47 w 108"/>
              <a:gd name="GluePoint16Y" fmla="*/ 142 h 142"/>
              <a:gd name="GluePoint17X" fmla="*/ 51 w 108"/>
              <a:gd name="GluePoint17Y" fmla="*/ 142 h 142"/>
              <a:gd name="GluePoint18X" fmla="*/ 55 w 108"/>
              <a:gd name="GluePoint18Y" fmla="*/ 142 h 142"/>
              <a:gd name="GluePoint19X" fmla="*/ 58 w 108"/>
              <a:gd name="GluePoint19Y" fmla="*/ 142 h 142"/>
              <a:gd name="GluePoint20X" fmla="*/ 62 w 108"/>
              <a:gd name="GluePoint20Y" fmla="*/ 142 h 142"/>
              <a:gd name="GluePoint21X" fmla="*/ 66 w 108"/>
              <a:gd name="GluePoint21Y" fmla="*/ 142 h 142"/>
              <a:gd name="GluePoint22X" fmla="*/ 70 w 108"/>
              <a:gd name="GluePoint22Y" fmla="*/ 142 h 142"/>
              <a:gd name="GluePoint23X" fmla="*/ 70 w 108"/>
              <a:gd name="GluePoint23Y" fmla="*/ 14 h 142"/>
              <a:gd name="GluePoint24X" fmla="*/ 75 w 108"/>
              <a:gd name="GluePoint24Y" fmla="*/ 15 h 142"/>
              <a:gd name="GluePoint25X" fmla="*/ 81 w 108"/>
              <a:gd name="GluePoint25Y" fmla="*/ 15 h 142"/>
              <a:gd name="GluePoint26X" fmla="*/ 88 w 108"/>
              <a:gd name="GluePoint26Y" fmla="*/ 15 h 142"/>
              <a:gd name="GluePoint27X" fmla="*/ 96 w 108"/>
              <a:gd name="GluePoint27Y" fmla="*/ 16 h 142"/>
              <a:gd name="GluePoint28X" fmla="*/ 98 w 108"/>
              <a:gd name="GluePoint28Y" fmla="*/ 17 h 142"/>
              <a:gd name="GluePoint29X" fmla="*/ 101 w 108"/>
              <a:gd name="GluePoint29Y" fmla="*/ 17 h 142"/>
              <a:gd name="GluePoint30X" fmla="*/ 104 w 108"/>
              <a:gd name="GluePoint30Y" fmla="*/ 17 h 142"/>
              <a:gd name="GluePoint31X" fmla="*/ 108 w 108"/>
              <a:gd name="GluePoint31Y" fmla="*/ 17 h 142"/>
              <a:gd name="GluePoint32X" fmla="*/ 107 w 108"/>
              <a:gd name="GluePoint32Y" fmla="*/ 15 h 142"/>
              <a:gd name="GluePoint33X" fmla="*/ 107 w 108"/>
              <a:gd name="GluePoint33Y" fmla="*/ 14 h 142"/>
              <a:gd name="GluePoint34X" fmla="*/ 107 w 108"/>
              <a:gd name="GluePoint34Y" fmla="*/ 11 h 142"/>
              <a:gd name="GluePoint35X" fmla="*/ 107 w 108"/>
              <a:gd name="GluePoint35Y" fmla="*/ 8 h 142"/>
              <a:gd name="GluePoint36X" fmla="*/ 107 w 108"/>
              <a:gd name="GluePoint36Y" fmla="*/ 6 h 142"/>
              <a:gd name="GluePoint37X" fmla="*/ 107 w 108"/>
              <a:gd name="GluePoint37Y" fmla="*/ 4 h 142"/>
              <a:gd name="GluePoint38X" fmla="*/ 107 w 108"/>
              <a:gd name="GluePoint38Y" fmla="*/ 2 h 142"/>
            </a:gdLst>
            <a:ahLst/>
            <a:cxnLst/>
            <a:rect l="textAreaLeft" t="textAreaTop" r="textAreaRight" b="textAreaBottom"/>
            <a:pathLst>
              <a:path w="108" h="142">
                <a:moveTo>
                  <a:pt x="107" y="2"/>
                </a:moveTo>
                <a:lnTo>
                  <a:pt x="108" y="0"/>
                </a:lnTo>
                <a:lnTo>
                  <a:pt x="0" y="0"/>
                </a:lnTo>
                <a:lnTo>
                  <a:pt x="0" y="4"/>
                </a:lnTo>
                <a:lnTo>
                  <a:pt x="1" y="8"/>
                </a:lnTo>
                <a:lnTo>
                  <a:pt x="0" y="14"/>
                </a:lnTo>
                <a:lnTo>
                  <a:pt x="0" y="17"/>
                </a:lnTo>
                <a:lnTo>
                  <a:pt x="3" y="17"/>
                </a:lnTo>
                <a:lnTo>
                  <a:pt x="7" y="17"/>
                </a:lnTo>
                <a:lnTo>
                  <a:pt x="16" y="16"/>
                </a:lnTo>
                <a:lnTo>
                  <a:pt x="25" y="15"/>
                </a:lnTo>
                <a:lnTo>
                  <a:pt x="32" y="15"/>
                </a:lnTo>
                <a:lnTo>
                  <a:pt x="39" y="14"/>
                </a:lnTo>
                <a:lnTo>
                  <a:pt x="39" y="142"/>
                </a:lnTo>
                <a:lnTo>
                  <a:pt x="43" y="142"/>
                </a:lnTo>
                <a:lnTo>
                  <a:pt x="47" y="142"/>
                </a:lnTo>
                <a:lnTo>
                  <a:pt x="51" y="142"/>
                </a:lnTo>
                <a:lnTo>
                  <a:pt x="55" y="142"/>
                </a:lnTo>
                <a:lnTo>
                  <a:pt x="58" y="142"/>
                </a:lnTo>
                <a:lnTo>
                  <a:pt x="62" y="142"/>
                </a:lnTo>
                <a:lnTo>
                  <a:pt x="66" y="142"/>
                </a:lnTo>
                <a:lnTo>
                  <a:pt x="70" y="142"/>
                </a:lnTo>
                <a:lnTo>
                  <a:pt x="70" y="14"/>
                </a:lnTo>
                <a:lnTo>
                  <a:pt x="75" y="15"/>
                </a:lnTo>
                <a:lnTo>
                  <a:pt x="81" y="15"/>
                </a:lnTo>
                <a:lnTo>
                  <a:pt x="88" y="15"/>
                </a:lnTo>
                <a:lnTo>
                  <a:pt x="96" y="16"/>
                </a:lnTo>
                <a:lnTo>
                  <a:pt x="98" y="17"/>
                </a:lnTo>
                <a:lnTo>
                  <a:pt x="101" y="17"/>
                </a:lnTo>
                <a:lnTo>
                  <a:pt x="104" y="17"/>
                </a:lnTo>
                <a:lnTo>
                  <a:pt x="108" y="17"/>
                </a:lnTo>
                <a:lnTo>
                  <a:pt x="107" y="15"/>
                </a:lnTo>
                <a:lnTo>
                  <a:pt x="107" y="14"/>
                </a:lnTo>
                <a:lnTo>
                  <a:pt x="107" y="11"/>
                </a:lnTo>
                <a:lnTo>
                  <a:pt x="107" y="8"/>
                </a:lnTo>
                <a:lnTo>
                  <a:pt x="107" y="6"/>
                </a:lnTo>
                <a:lnTo>
                  <a:pt x="107" y="4"/>
                </a:lnTo>
                <a:lnTo>
                  <a:pt x="107" y="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920" rIns="90000" bIns="16920" anchor="ctr">
            <a:noAutofit/>
          </a:bodyPr>
          <a:lstStyle/>
          <a:p>
            <a:endParaRPr/>
          </a:p>
        </p:txBody>
      </p:sp>
      <p:sp>
        <p:nvSpPr>
          <p:cNvPr id="421" name="iS1îḓê">
            <a:extLst>
              <a:ext uri="{FF2B5EF4-FFF2-40B4-BE49-F238E27FC236}">
                <a16:creationId xmlns:a16="http://schemas.microsoft.com/office/drawing/2014/main" id="{DC964044-CF84-428E-9D12-A8A487E8EAC6}"/>
              </a:ext>
            </a:extLst>
          </p:cNvPr>
          <p:cNvSpPr>
            <a:spLocks noGrp="1"/>
          </p:cNvSpPr>
          <p:nvPr/>
        </p:nvSpPr>
        <p:spPr>
          <a:xfrm>
            <a:off x="2568240" y="955440"/>
            <a:ext cx="38880" cy="44640"/>
          </a:xfrm>
          <a:custGeom>
            <a:avLst/>
            <a:gdLst>
              <a:gd name="textAreaLeft" fmla="*/ 0 w 38880"/>
              <a:gd name="textAreaRight" fmla="*/ 39240 w 38880"/>
              <a:gd name="textAreaTop" fmla="*/ 0 h 44640"/>
              <a:gd name="textAreaBottom" fmla="*/ 45000 h 44640"/>
              <a:gd name="GluePoint1X" fmla="*/ 89 w 90"/>
              <a:gd name="GluePoint1Y" fmla="*/ 30 h 103"/>
              <a:gd name="GluePoint2X" fmla="*/ 85 w 90"/>
              <a:gd name="GluePoint2Y" fmla="*/ 21 h 103"/>
              <a:gd name="GluePoint3X" fmla="*/ 81 w 90"/>
              <a:gd name="GluePoint3Y" fmla="*/ 14 h 103"/>
              <a:gd name="GluePoint4X" fmla="*/ 75 w 90"/>
              <a:gd name="GluePoint4Y" fmla="*/ 8 h 103"/>
              <a:gd name="GluePoint5X" fmla="*/ 67 w 90"/>
              <a:gd name="GluePoint5Y" fmla="*/ 4 h 103"/>
              <a:gd name="GluePoint6X" fmla="*/ 58 w 90"/>
              <a:gd name="GluePoint6Y" fmla="*/ 1 h 103"/>
              <a:gd name="GluePoint7X" fmla="*/ 48 w 90"/>
              <a:gd name="GluePoint7Y" fmla="*/ 0 h 103"/>
              <a:gd name="GluePoint8X" fmla="*/ 37 w 90"/>
              <a:gd name="GluePoint8Y" fmla="*/ 1 h 103"/>
              <a:gd name="GluePoint9X" fmla="*/ 27 w 90"/>
              <a:gd name="GluePoint9Y" fmla="*/ 4 h 103"/>
              <a:gd name="GluePoint10X" fmla="*/ 19 w 90"/>
              <a:gd name="GluePoint10Y" fmla="*/ 8 h 103"/>
              <a:gd name="GluePoint11X" fmla="*/ 13 w 90"/>
              <a:gd name="GluePoint11Y" fmla="*/ 14 h 103"/>
              <a:gd name="GluePoint12X" fmla="*/ 7 w 90"/>
              <a:gd name="GluePoint12Y" fmla="*/ 21 h 103"/>
              <a:gd name="GluePoint13X" fmla="*/ 3 w 90"/>
              <a:gd name="GluePoint13Y" fmla="*/ 29 h 103"/>
              <a:gd name="GluePoint14X" fmla="*/ 1 w 90"/>
              <a:gd name="GluePoint14Y" fmla="*/ 38 h 103"/>
              <a:gd name="GluePoint15X" fmla="*/ 0 w 90"/>
              <a:gd name="GluePoint15Y" fmla="*/ 50 h 103"/>
              <a:gd name="GluePoint16X" fmla="*/ 1 w 90"/>
              <a:gd name="GluePoint16Y" fmla="*/ 63 h 103"/>
              <a:gd name="GluePoint17X" fmla="*/ 3 w 90"/>
              <a:gd name="GluePoint17Y" fmla="*/ 73 h 103"/>
              <a:gd name="GluePoint18X" fmla="*/ 8 w 90"/>
              <a:gd name="GluePoint18Y" fmla="*/ 82 h 103"/>
              <a:gd name="GluePoint19X" fmla="*/ 13 w 90"/>
              <a:gd name="GluePoint19Y" fmla="*/ 90 h 103"/>
              <a:gd name="GluePoint20X" fmla="*/ 21 w 90"/>
              <a:gd name="GluePoint20Y" fmla="*/ 95 h 103"/>
              <a:gd name="GluePoint21X" fmla="*/ 29 w 90"/>
              <a:gd name="GluePoint21Y" fmla="*/ 99 h 103"/>
              <a:gd name="GluePoint22X" fmla="*/ 40 w 90"/>
              <a:gd name="GluePoint22Y" fmla="*/ 103 h 103"/>
              <a:gd name="GluePoint23X" fmla="*/ 52 w 90"/>
              <a:gd name="GluePoint23Y" fmla="*/ 103 h 103"/>
              <a:gd name="GluePoint24X" fmla="*/ 60 w 90"/>
              <a:gd name="GluePoint24Y" fmla="*/ 103 h 103"/>
              <a:gd name="GluePoint25X" fmla="*/ 68 w 90"/>
              <a:gd name="GluePoint25Y" fmla="*/ 102 h 103"/>
              <a:gd name="GluePoint26X" fmla="*/ 75 w 90"/>
              <a:gd name="GluePoint26Y" fmla="*/ 99 h 103"/>
              <a:gd name="GluePoint27X" fmla="*/ 82 w 90"/>
              <a:gd name="GluePoint27Y" fmla="*/ 95 h 103"/>
              <a:gd name="GluePoint28X" fmla="*/ 84 w 90"/>
              <a:gd name="GluePoint28Y" fmla="*/ 82 h 103"/>
              <a:gd name="GluePoint29X" fmla="*/ 78 w 90"/>
              <a:gd name="GluePoint29Y" fmla="*/ 86 h 103"/>
              <a:gd name="GluePoint30X" fmla="*/ 72 w 90"/>
              <a:gd name="GluePoint30Y" fmla="*/ 89 h 103"/>
              <a:gd name="GluePoint31X" fmla="*/ 65 w 90"/>
              <a:gd name="GluePoint31Y" fmla="*/ 91 h 103"/>
              <a:gd name="GluePoint32X" fmla="*/ 59 w 90"/>
              <a:gd name="GluePoint32Y" fmla="*/ 91 h 103"/>
              <a:gd name="GluePoint33X" fmla="*/ 52 w 90"/>
              <a:gd name="GluePoint33Y" fmla="*/ 91 h 103"/>
              <a:gd name="GluePoint34X" fmla="*/ 46 w 90"/>
              <a:gd name="GluePoint34Y" fmla="*/ 89 h 103"/>
              <a:gd name="GluePoint35X" fmla="*/ 41 w 90"/>
              <a:gd name="GluePoint35Y" fmla="*/ 86 h 103"/>
              <a:gd name="GluePoint36X" fmla="*/ 37 w 90"/>
              <a:gd name="GluePoint36Y" fmla="*/ 82 h 103"/>
              <a:gd name="GluePoint37X" fmla="*/ 33 w 90"/>
              <a:gd name="GluePoint37Y" fmla="*/ 76 h 103"/>
              <a:gd name="GluePoint38X" fmla="*/ 32 w 90"/>
              <a:gd name="GluePoint38Y" fmla="*/ 70 h 103"/>
              <a:gd name="GluePoint39X" fmla="*/ 31 w 90"/>
              <a:gd name="GluePoint39Y" fmla="*/ 62 h 103"/>
              <a:gd name="GluePoint40X" fmla="*/ 30 w 90"/>
              <a:gd name="GluePoint40Y" fmla="*/ 52 h 103"/>
              <a:gd name="GluePoint41X" fmla="*/ 90 w 90"/>
              <a:gd name="GluePoint41Y" fmla="*/ 46 h 103"/>
              <a:gd name="GluePoint42X" fmla="*/ 89 w 90"/>
              <a:gd name="GluePoint42Y" fmla="*/ 34 h 103"/>
              <a:gd name="GluePoint43X" fmla="*/ 31 w 90"/>
              <a:gd name="GluePoint43Y" fmla="*/ 34 h 103"/>
              <a:gd name="GluePoint44X" fmla="*/ 33 w 90"/>
              <a:gd name="GluePoint44Y" fmla="*/ 26 h 103"/>
              <a:gd name="GluePoint45X" fmla="*/ 33 w 90"/>
              <a:gd name="GluePoint45Y" fmla="*/ 20 h 103"/>
              <a:gd name="GluePoint46X" fmla="*/ 36 w 90"/>
              <a:gd name="GluePoint46Y" fmla="*/ 16 h 103"/>
              <a:gd name="GluePoint47X" fmla="*/ 39 w 90"/>
              <a:gd name="GluePoint47Y" fmla="*/ 12 h 103"/>
              <a:gd name="GluePoint48X" fmla="*/ 42 w 90"/>
              <a:gd name="GluePoint48Y" fmla="*/ 10 h 103"/>
              <a:gd name="GluePoint49X" fmla="*/ 45 w 90"/>
              <a:gd name="GluePoint49Y" fmla="*/ 9 h 103"/>
              <a:gd name="GluePoint50X" fmla="*/ 49 w 90"/>
              <a:gd name="GluePoint50Y" fmla="*/ 9 h 103"/>
              <a:gd name="GluePoint51X" fmla="*/ 52 w 90"/>
              <a:gd name="GluePoint51Y" fmla="*/ 10 h 103"/>
              <a:gd name="GluePoint52X" fmla="*/ 55 w 90"/>
              <a:gd name="GluePoint52Y" fmla="*/ 12 h 103"/>
              <a:gd name="GluePoint53X" fmla="*/ 57 w 90"/>
              <a:gd name="GluePoint53Y" fmla="*/ 16 h 103"/>
              <a:gd name="GluePoint54X" fmla="*/ 60 w 90"/>
              <a:gd name="GluePoint54Y" fmla="*/ 22 h 103"/>
              <a:gd name="GluePoint55X" fmla="*/ 61 w 90"/>
              <a:gd name="GluePoint55Y" fmla="*/ 34 h 103"/>
              <a:gd name="GluePoint56X" fmla="*/ 30 w 90"/>
              <a:gd name="GluePoint56Y" fmla="*/ 42 h 103"/>
            </a:gdLst>
            <a:ahLst/>
            <a:cxnLst/>
            <a:rect l="textAreaLeft" t="textAreaTop" r="textAreaRight" b="textAreaBottom"/>
            <a:pathLst>
              <a:path w="90" h="103">
                <a:moveTo>
                  <a:pt x="89" y="34"/>
                </a:moveTo>
                <a:lnTo>
                  <a:pt x="89" y="30"/>
                </a:lnTo>
                <a:lnTo>
                  <a:pt x="87" y="26"/>
                </a:lnTo>
                <a:lnTo>
                  <a:pt x="85" y="21"/>
                </a:lnTo>
                <a:lnTo>
                  <a:pt x="83" y="18"/>
                </a:lnTo>
                <a:lnTo>
                  <a:pt x="81" y="14"/>
                </a:lnTo>
                <a:lnTo>
                  <a:pt x="78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8" y="1"/>
                </a:lnTo>
                <a:lnTo>
                  <a:pt x="53" y="0"/>
                </a:lnTo>
                <a:lnTo>
                  <a:pt x="48" y="0"/>
                </a:lnTo>
                <a:lnTo>
                  <a:pt x="42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6" y="10"/>
                </a:lnTo>
                <a:lnTo>
                  <a:pt x="13" y="14"/>
                </a:lnTo>
                <a:lnTo>
                  <a:pt x="9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8" y="82"/>
                </a:lnTo>
                <a:lnTo>
                  <a:pt x="10" y="86"/>
                </a:lnTo>
                <a:lnTo>
                  <a:pt x="13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29" y="99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8" y="97"/>
                </a:lnTo>
                <a:lnTo>
                  <a:pt x="82" y="95"/>
                </a:lnTo>
                <a:lnTo>
                  <a:pt x="86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6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6" y="79"/>
                </a:lnTo>
                <a:lnTo>
                  <a:pt x="33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0" y="57"/>
                </a:lnTo>
                <a:lnTo>
                  <a:pt x="30" y="52"/>
                </a:lnTo>
                <a:lnTo>
                  <a:pt x="90" y="52"/>
                </a:lnTo>
                <a:lnTo>
                  <a:pt x="90" y="46"/>
                </a:lnTo>
                <a:lnTo>
                  <a:pt x="90" y="40"/>
                </a:lnTo>
                <a:lnTo>
                  <a:pt x="89" y="34"/>
                </a:lnTo>
                <a:close/>
                <a:moveTo>
                  <a:pt x="30" y="42"/>
                </a:moveTo>
                <a:lnTo>
                  <a:pt x="31" y="34"/>
                </a:lnTo>
                <a:lnTo>
                  <a:pt x="32" y="28"/>
                </a:lnTo>
                <a:lnTo>
                  <a:pt x="33" y="26"/>
                </a:lnTo>
                <a:lnTo>
                  <a:pt x="33" y="22"/>
                </a:lnTo>
                <a:lnTo>
                  <a:pt x="33" y="20"/>
                </a:lnTo>
                <a:lnTo>
                  <a:pt x="35" y="18"/>
                </a:lnTo>
                <a:lnTo>
                  <a:pt x="36" y="16"/>
                </a:lnTo>
                <a:lnTo>
                  <a:pt x="37" y="14"/>
                </a:lnTo>
                <a:lnTo>
                  <a:pt x="39" y="12"/>
                </a:lnTo>
                <a:lnTo>
                  <a:pt x="41" y="11"/>
                </a:lnTo>
                <a:lnTo>
                  <a:pt x="42" y="10"/>
                </a:lnTo>
                <a:lnTo>
                  <a:pt x="44" y="10"/>
                </a:lnTo>
                <a:lnTo>
                  <a:pt x="45" y="9"/>
                </a:lnTo>
                <a:lnTo>
                  <a:pt x="48" y="9"/>
                </a:lnTo>
                <a:lnTo>
                  <a:pt x="49" y="9"/>
                </a:lnTo>
                <a:lnTo>
                  <a:pt x="51" y="10"/>
                </a:lnTo>
                <a:lnTo>
                  <a:pt x="52" y="10"/>
                </a:lnTo>
                <a:lnTo>
                  <a:pt x="53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7" y="18"/>
                </a:lnTo>
                <a:lnTo>
                  <a:pt x="60" y="22"/>
                </a:lnTo>
                <a:lnTo>
                  <a:pt x="61" y="28"/>
                </a:lnTo>
                <a:lnTo>
                  <a:pt x="61" y="34"/>
                </a:lnTo>
                <a:lnTo>
                  <a:pt x="61" y="42"/>
                </a:lnTo>
                <a:lnTo>
                  <a:pt x="30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422" name="îsḷîḓè">
            <a:extLst>
              <a:ext uri="{FF2B5EF4-FFF2-40B4-BE49-F238E27FC236}">
                <a16:creationId xmlns:a16="http://schemas.microsoft.com/office/drawing/2014/main" id="{DA0C04F6-8564-4FAE-8847-247FD61363F3}"/>
              </a:ext>
            </a:extLst>
          </p:cNvPr>
          <p:cNvSpPr>
            <a:spLocks noGrp="1"/>
          </p:cNvSpPr>
          <p:nvPr/>
        </p:nvSpPr>
        <p:spPr>
          <a:xfrm>
            <a:off x="261972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32 w 91"/>
              <a:gd name="GluePoint1Y" fmla="*/ 41 h 103"/>
              <a:gd name="GluePoint2X" fmla="*/ 33 w 91"/>
              <a:gd name="GluePoint2Y" fmla="*/ 33 h 103"/>
              <a:gd name="GluePoint3X" fmla="*/ 36 w 91"/>
              <a:gd name="GluePoint3Y" fmla="*/ 26 h 103"/>
              <a:gd name="GluePoint4X" fmla="*/ 38 w 91"/>
              <a:gd name="GluePoint4Y" fmla="*/ 20 h 103"/>
              <a:gd name="GluePoint5X" fmla="*/ 42 w 91"/>
              <a:gd name="GluePoint5Y" fmla="*/ 16 h 103"/>
              <a:gd name="GluePoint6X" fmla="*/ 46 w 91"/>
              <a:gd name="GluePoint6Y" fmla="*/ 12 h 103"/>
              <a:gd name="GluePoint7X" fmla="*/ 51 w 91"/>
              <a:gd name="GluePoint7Y" fmla="*/ 10 h 103"/>
              <a:gd name="GluePoint8X" fmla="*/ 56 w 91"/>
              <a:gd name="GluePoint8Y" fmla="*/ 9 h 103"/>
              <a:gd name="GluePoint9X" fmla="*/ 64 w 91"/>
              <a:gd name="GluePoint9Y" fmla="*/ 10 h 103"/>
              <a:gd name="GluePoint10X" fmla="*/ 68 w 91"/>
              <a:gd name="GluePoint10Y" fmla="*/ 13 h 103"/>
              <a:gd name="GluePoint11X" fmla="*/ 70 w 91"/>
              <a:gd name="GluePoint11Y" fmla="*/ 15 h 103"/>
              <a:gd name="GluePoint12X" fmla="*/ 75 w 91"/>
              <a:gd name="GluePoint12Y" fmla="*/ 22 h 103"/>
              <a:gd name="GluePoint13X" fmla="*/ 78 w 91"/>
              <a:gd name="GluePoint13Y" fmla="*/ 31 h 103"/>
              <a:gd name="GluePoint14X" fmla="*/ 91 w 91"/>
              <a:gd name="GluePoint14Y" fmla="*/ 9 h 103"/>
              <a:gd name="GluePoint15X" fmla="*/ 84 w 91"/>
              <a:gd name="GluePoint15Y" fmla="*/ 5 h 103"/>
              <a:gd name="GluePoint16X" fmla="*/ 75 w 91"/>
              <a:gd name="GluePoint16Y" fmla="*/ 2 h 103"/>
              <a:gd name="GluePoint17X" fmla="*/ 65 w 91"/>
              <a:gd name="GluePoint17Y" fmla="*/ 1 h 103"/>
              <a:gd name="GluePoint18X" fmla="*/ 55 w 91"/>
              <a:gd name="GluePoint18Y" fmla="*/ 0 h 103"/>
              <a:gd name="GluePoint19X" fmla="*/ 43 w 91"/>
              <a:gd name="GluePoint19Y" fmla="*/ 2 h 103"/>
              <a:gd name="GluePoint20X" fmla="*/ 32 w 91"/>
              <a:gd name="GluePoint20Y" fmla="*/ 5 h 103"/>
              <a:gd name="GluePoint21X" fmla="*/ 23 w 91"/>
              <a:gd name="GluePoint21Y" fmla="*/ 9 h 103"/>
              <a:gd name="GluePoint22X" fmla="*/ 15 w 91"/>
              <a:gd name="GluePoint22Y" fmla="*/ 15 h 103"/>
              <a:gd name="GluePoint23X" fmla="*/ 9 w 91"/>
              <a:gd name="GluePoint23Y" fmla="*/ 22 h 103"/>
              <a:gd name="GluePoint24X" fmla="*/ 4 w 91"/>
              <a:gd name="GluePoint24Y" fmla="*/ 31 h 103"/>
              <a:gd name="GluePoint25X" fmla="*/ 1 w 91"/>
              <a:gd name="GluePoint25Y" fmla="*/ 42 h 103"/>
              <a:gd name="GluePoint26X" fmla="*/ 0 w 91"/>
              <a:gd name="GluePoint26Y" fmla="*/ 54 h 103"/>
              <a:gd name="GluePoint27X" fmla="*/ 1 w 91"/>
              <a:gd name="GluePoint27Y" fmla="*/ 65 h 103"/>
              <a:gd name="GluePoint28X" fmla="*/ 4 w 91"/>
              <a:gd name="GluePoint28Y" fmla="*/ 75 h 103"/>
              <a:gd name="GluePoint29X" fmla="*/ 8 w 91"/>
              <a:gd name="GluePoint29Y" fmla="*/ 83 h 103"/>
              <a:gd name="GluePoint30X" fmla="*/ 14 w 91"/>
              <a:gd name="GluePoint30Y" fmla="*/ 91 h 103"/>
              <a:gd name="GluePoint31X" fmla="*/ 22 w 91"/>
              <a:gd name="GluePoint31Y" fmla="*/ 96 h 103"/>
              <a:gd name="GluePoint32X" fmla="*/ 32 w 91"/>
              <a:gd name="GluePoint32Y" fmla="*/ 100 h 103"/>
              <a:gd name="GluePoint33X" fmla="*/ 42 w 91"/>
              <a:gd name="GluePoint33Y" fmla="*/ 103 h 103"/>
              <a:gd name="GluePoint34X" fmla="*/ 55 w 91"/>
              <a:gd name="GluePoint34Y" fmla="*/ 103 h 103"/>
              <a:gd name="GluePoint35X" fmla="*/ 72 w 91"/>
              <a:gd name="GluePoint35Y" fmla="*/ 102 h 103"/>
              <a:gd name="GluePoint36X" fmla="*/ 77 w 91"/>
              <a:gd name="GluePoint36Y" fmla="*/ 99 h 103"/>
              <a:gd name="GluePoint37X" fmla="*/ 83 w 91"/>
              <a:gd name="GluePoint37Y" fmla="*/ 97 h 103"/>
              <a:gd name="GluePoint38X" fmla="*/ 84 w 91"/>
              <a:gd name="GluePoint38Y" fmla="*/ 82 h 103"/>
              <a:gd name="GluePoint39X" fmla="*/ 80 w 91"/>
              <a:gd name="GluePoint39Y" fmla="*/ 86 h 103"/>
              <a:gd name="GluePoint40X" fmla="*/ 74 w 91"/>
              <a:gd name="GluePoint40Y" fmla="*/ 89 h 103"/>
              <a:gd name="GluePoint41X" fmla="*/ 68 w 91"/>
              <a:gd name="GluePoint41Y" fmla="*/ 91 h 103"/>
              <a:gd name="GluePoint42X" fmla="*/ 62 w 91"/>
              <a:gd name="GluePoint42Y" fmla="*/ 91 h 103"/>
              <a:gd name="GluePoint43X" fmla="*/ 55 w 91"/>
              <a:gd name="GluePoint43Y" fmla="*/ 91 h 103"/>
              <a:gd name="GluePoint44X" fmla="*/ 48 w 91"/>
              <a:gd name="GluePoint44Y" fmla="*/ 89 h 103"/>
              <a:gd name="GluePoint45X" fmla="*/ 43 w 91"/>
              <a:gd name="GluePoint45Y" fmla="*/ 86 h 103"/>
              <a:gd name="GluePoint46X" fmla="*/ 38 w 91"/>
              <a:gd name="GluePoint46Y" fmla="*/ 81 h 103"/>
              <a:gd name="GluePoint47X" fmla="*/ 35 w 91"/>
              <a:gd name="GluePoint47Y" fmla="*/ 75 h 103"/>
              <a:gd name="GluePoint48X" fmla="*/ 32 w 91"/>
              <a:gd name="GluePoint48Y" fmla="*/ 68 h 103"/>
              <a:gd name="GluePoint49X" fmla="*/ 31 w 91"/>
              <a:gd name="GluePoint49Y" fmla="*/ 60 h 103"/>
              <a:gd name="GluePoint50X" fmla="*/ 31 w 91"/>
              <a:gd name="GluePoint50Y" fmla="*/ 51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31" y="46"/>
                </a:moveTo>
                <a:lnTo>
                  <a:pt x="32" y="41"/>
                </a:lnTo>
                <a:lnTo>
                  <a:pt x="32" y="37"/>
                </a:lnTo>
                <a:lnTo>
                  <a:pt x="33" y="33"/>
                </a:lnTo>
                <a:lnTo>
                  <a:pt x="34" y="29"/>
                </a:lnTo>
                <a:lnTo>
                  <a:pt x="36" y="26"/>
                </a:lnTo>
                <a:lnTo>
                  <a:pt x="36" y="23"/>
                </a:lnTo>
                <a:lnTo>
                  <a:pt x="38" y="20"/>
                </a:lnTo>
                <a:lnTo>
                  <a:pt x="40" y="18"/>
                </a:lnTo>
                <a:lnTo>
                  <a:pt x="42" y="16"/>
                </a:lnTo>
                <a:lnTo>
                  <a:pt x="44" y="14"/>
                </a:lnTo>
                <a:lnTo>
                  <a:pt x="46" y="12"/>
                </a:lnTo>
                <a:lnTo>
                  <a:pt x="48" y="10"/>
                </a:lnTo>
                <a:lnTo>
                  <a:pt x="51" y="10"/>
                </a:lnTo>
                <a:lnTo>
                  <a:pt x="53" y="9"/>
                </a:lnTo>
                <a:lnTo>
                  <a:pt x="56" y="9"/>
                </a:lnTo>
                <a:lnTo>
                  <a:pt x="60" y="10"/>
                </a:lnTo>
                <a:lnTo>
                  <a:pt x="64" y="10"/>
                </a:lnTo>
                <a:lnTo>
                  <a:pt x="66" y="12"/>
                </a:lnTo>
                <a:lnTo>
                  <a:pt x="68" y="13"/>
                </a:lnTo>
                <a:lnTo>
                  <a:pt x="68" y="14"/>
                </a:lnTo>
                <a:lnTo>
                  <a:pt x="70" y="15"/>
                </a:lnTo>
                <a:lnTo>
                  <a:pt x="72" y="18"/>
                </a:lnTo>
                <a:lnTo>
                  <a:pt x="75" y="22"/>
                </a:lnTo>
                <a:lnTo>
                  <a:pt x="76" y="26"/>
                </a:lnTo>
                <a:lnTo>
                  <a:pt x="78" y="31"/>
                </a:lnTo>
                <a:lnTo>
                  <a:pt x="83" y="31"/>
                </a:lnTo>
                <a:lnTo>
                  <a:pt x="91" y="9"/>
                </a:lnTo>
                <a:lnTo>
                  <a:pt x="88" y="7"/>
                </a:lnTo>
                <a:lnTo>
                  <a:pt x="84" y="5"/>
                </a:lnTo>
                <a:lnTo>
                  <a:pt x="79" y="4"/>
                </a:lnTo>
                <a:lnTo>
                  <a:pt x="75" y="2"/>
                </a:lnTo>
                <a:lnTo>
                  <a:pt x="70" y="2"/>
                </a:lnTo>
                <a:lnTo>
                  <a:pt x="65" y="1"/>
                </a:lnTo>
                <a:lnTo>
                  <a:pt x="60" y="0"/>
                </a:lnTo>
                <a:lnTo>
                  <a:pt x="55" y="0"/>
                </a:lnTo>
                <a:lnTo>
                  <a:pt x="48" y="1"/>
                </a:lnTo>
                <a:lnTo>
                  <a:pt x="43" y="2"/>
                </a:lnTo>
                <a:lnTo>
                  <a:pt x="37" y="3"/>
                </a:lnTo>
                <a:lnTo>
                  <a:pt x="32" y="5"/>
                </a:lnTo>
                <a:lnTo>
                  <a:pt x="27" y="6"/>
                </a:lnTo>
                <a:lnTo>
                  <a:pt x="23" y="9"/>
                </a:lnTo>
                <a:lnTo>
                  <a:pt x="19" y="12"/>
                </a:lnTo>
                <a:lnTo>
                  <a:pt x="15" y="15"/>
                </a:lnTo>
                <a:lnTo>
                  <a:pt x="12" y="18"/>
                </a:lnTo>
                <a:lnTo>
                  <a:pt x="9" y="22"/>
                </a:lnTo>
                <a:lnTo>
                  <a:pt x="7" y="27"/>
                </a:lnTo>
                <a:lnTo>
                  <a:pt x="4" y="31"/>
                </a:lnTo>
                <a:lnTo>
                  <a:pt x="3" y="36"/>
                </a:lnTo>
                <a:lnTo>
                  <a:pt x="1" y="42"/>
                </a:lnTo>
                <a:lnTo>
                  <a:pt x="1" y="47"/>
                </a:lnTo>
                <a:lnTo>
                  <a:pt x="0" y="54"/>
                </a:lnTo>
                <a:lnTo>
                  <a:pt x="0" y="60"/>
                </a:lnTo>
                <a:lnTo>
                  <a:pt x="1" y="65"/>
                </a:lnTo>
                <a:lnTo>
                  <a:pt x="3" y="71"/>
                </a:lnTo>
                <a:lnTo>
                  <a:pt x="4" y="75"/>
                </a:lnTo>
                <a:lnTo>
                  <a:pt x="6" y="79"/>
                </a:lnTo>
                <a:lnTo>
                  <a:pt x="8" y="83"/>
                </a:lnTo>
                <a:lnTo>
                  <a:pt x="11" y="87"/>
                </a:lnTo>
                <a:lnTo>
                  <a:pt x="14" y="91"/>
                </a:lnTo>
                <a:lnTo>
                  <a:pt x="18" y="94"/>
                </a:lnTo>
                <a:lnTo>
                  <a:pt x="22" y="96"/>
                </a:lnTo>
                <a:lnTo>
                  <a:pt x="27" y="98"/>
                </a:lnTo>
                <a:lnTo>
                  <a:pt x="32" y="100"/>
                </a:lnTo>
                <a:lnTo>
                  <a:pt x="36" y="102"/>
                </a:lnTo>
                <a:lnTo>
                  <a:pt x="42" y="103"/>
                </a:lnTo>
                <a:lnTo>
                  <a:pt x="48" y="103"/>
                </a:lnTo>
                <a:lnTo>
                  <a:pt x="55" y="103"/>
                </a:lnTo>
                <a:lnTo>
                  <a:pt x="64" y="103"/>
                </a:lnTo>
                <a:lnTo>
                  <a:pt x="72" y="102"/>
                </a:lnTo>
                <a:lnTo>
                  <a:pt x="75" y="100"/>
                </a:lnTo>
                <a:lnTo>
                  <a:pt x="77" y="99"/>
                </a:lnTo>
                <a:lnTo>
                  <a:pt x="80" y="99"/>
                </a:lnTo>
                <a:lnTo>
                  <a:pt x="83" y="97"/>
                </a:lnTo>
                <a:lnTo>
                  <a:pt x="88" y="84"/>
                </a:lnTo>
                <a:lnTo>
                  <a:pt x="84" y="82"/>
                </a:lnTo>
                <a:lnTo>
                  <a:pt x="82" y="84"/>
                </a:lnTo>
                <a:lnTo>
                  <a:pt x="80" y="86"/>
                </a:lnTo>
                <a:lnTo>
                  <a:pt x="77" y="87"/>
                </a:lnTo>
                <a:lnTo>
                  <a:pt x="74" y="89"/>
                </a:lnTo>
                <a:lnTo>
                  <a:pt x="72" y="91"/>
                </a:lnTo>
                <a:lnTo>
                  <a:pt x="68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5" y="91"/>
                </a:lnTo>
                <a:lnTo>
                  <a:pt x="52" y="90"/>
                </a:lnTo>
                <a:lnTo>
                  <a:pt x="48" y="89"/>
                </a:lnTo>
                <a:lnTo>
                  <a:pt x="46" y="87"/>
                </a:lnTo>
                <a:lnTo>
                  <a:pt x="43" y="86"/>
                </a:lnTo>
                <a:lnTo>
                  <a:pt x="40" y="83"/>
                </a:lnTo>
                <a:lnTo>
                  <a:pt x="38" y="81"/>
                </a:lnTo>
                <a:lnTo>
                  <a:pt x="36" y="79"/>
                </a:lnTo>
                <a:lnTo>
                  <a:pt x="35" y="75"/>
                </a:lnTo>
                <a:lnTo>
                  <a:pt x="33" y="72"/>
                </a:lnTo>
                <a:lnTo>
                  <a:pt x="32" y="68"/>
                </a:lnTo>
                <a:lnTo>
                  <a:pt x="32" y="64"/>
                </a:lnTo>
                <a:lnTo>
                  <a:pt x="31" y="60"/>
                </a:lnTo>
                <a:lnTo>
                  <a:pt x="31" y="55"/>
                </a:lnTo>
                <a:lnTo>
                  <a:pt x="31" y="51"/>
                </a:lnTo>
                <a:lnTo>
                  <a:pt x="31" y="4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423" name="iṩļiḍè">
            <a:extLst>
              <a:ext uri="{FF2B5EF4-FFF2-40B4-BE49-F238E27FC236}">
                <a16:creationId xmlns:a16="http://schemas.microsoft.com/office/drawing/2014/main" id="{67F061D8-0642-4EB6-B631-0B58BB6796A9}"/>
              </a:ext>
            </a:extLst>
          </p:cNvPr>
          <p:cNvSpPr>
            <a:spLocks noGrp="1"/>
          </p:cNvSpPr>
          <p:nvPr/>
        </p:nvSpPr>
        <p:spPr>
          <a:xfrm>
            <a:off x="267156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4 w 93"/>
              <a:gd name="GluePoint5Y" fmla="*/ 57 h 157"/>
              <a:gd name="GluePoint6X" fmla="*/ 66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9 w 93"/>
              <a:gd name="GluePoint11Y" fmla="*/ 71 h 157"/>
              <a:gd name="GluePoint12X" fmla="*/ 26 w 93"/>
              <a:gd name="GluePoint12Y" fmla="*/ 0 h 157"/>
              <a:gd name="GluePoint13X" fmla="*/ 18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2 w 93"/>
              <a:gd name="GluePoint20Y" fmla="*/ 157 h 157"/>
              <a:gd name="GluePoint21X" fmla="*/ 29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30 w 93"/>
              <a:gd name="GluePoint24Y" fmla="*/ 89 h 157"/>
              <a:gd name="GluePoint25X" fmla="*/ 31 w 93"/>
              <a:gd name="GluePoint25Y" fmla="*/ 84 h 157"/>
              <a:gd name="GluePoint26X" fmla="*/ 34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50 w 93"/>
              <a:gd name="GluePoint30Y" fmla="*/ 72 h 157"/>
              <a:gd name="GluePoint31X" fmla="*/ 54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2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5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6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2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79"/>
                </a:move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4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40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30" y="89"/>
                </a:lnTo>
                <a:lnTo>
                  <a:pt x="30" y="87"/>
                </a:lnTo>
                <a:lnTo>
                  <a:pt x="31" y="84"/>
                </a:lnTo>
                <a:lnTo>
                  <a:pt x="32" y="81"/>
                </a:lnTo>
                <a:lnTo>
                  <a:pt x="34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4" y="73"/>
                </a:lnTo>
                <a:lnTo>
                  <a:pt x="55" y="74"/>
                </a:lnTo>
                <a:lnTo>
                  <a:pt x="57" y="75"/>
                </a:lnTo>
                <a:lnTo>
                  <a:pt x="58" y="77"/>
                </a:lnTo>
                <a:lnTo>
                  <a:pt x="59" y="78"/>
                </a:lnTo>
                <a:lnTo>
                  <a:pt x="61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5" y="106"/>
                </a:lnTo>
                <a:lnTo>
                  <a:pt x="65" y="157"/>
                </a:lnTo>
                <a:lnTo>
                  <a:pt x="68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3" y="82"/>
                </a:lnTo>
                <a:lnTo>
                  <a:pt x="92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424" name="íSļiḓê">
            <a:extLst>
              <a:ext uri="{FF2B5EF4-FFF2-40B4-BE49-F238E27FC236}">
                <a16:creationId xmlns:a16="http://schemas.microsoft.com/office/drawing/2014/main" id="{6118F787-36DF-4C84-9FA7-CD3D77D099C9}"/>
              </a:ext>
            </a:extLst>
          </p:cNvPr>
          <p:cNvSpPr>
            <a:spLocks noGrp="1"/>
          </p:cNvSpPr>
          <p:nvPr/>
        </p:nvSpPr>
        <p:spPr>
          <a:xfrm>
            <a:off x="272700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1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1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9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60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5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9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1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9" y="4"/>
                </a:lnTo>
                <a:lnTo>
                  <a:pt x="75" y="2"/>
                </a:lnTo>
                <a:lnTo>
                  <a:pt x="72" y="2"/>
                </a:lnTo>
                <a:lnTo>
                  <a:pt x="68" y="1"/>
                </a:lnTo>
                <a:lnTo>
                  <a:pt x="65" y="0"/>
                </a:lnTo>
                <a:lnTo>
                  <a:pt x="61" y="0"/>
                </a:lnTo>
                <a:lnTo>
                  <a:pt x="56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6" y="102"/>
                </a:lnTo>
                <a:lnTo>
                  <a:pt x="29" y="102"/>
                </a:lnTo>
                <a:lnTo>
                  <a:pt x="29" y="55"/>
                </a:lnTo>
                <a:lnTo>
                  <a:pt x="28" y="51"/>
                </a:lnTo>
                <a:lnTo>
                  <a:pt x="29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1" y="32"/>
                </a:lnTo>
                <a:lnTo>
                  <a:pt x="31" y="29"/>
                </a:lnTo>
                <a:lnTo>
                  <a:pt x="33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1" y="18"/>
                </a:lnTo>
                <a:lnTo>
                  <a:pt x="43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2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9" y="22"/>
                </a:lnTo>
                <a:lnTo>
                  <a:pt x="60" y="23"/>
                </a:lnTo>
                <a:lnTo>
                  <a:pt x="61" y="26"/>
                </a:lnTo>
                <a:lnTo>
                  <a:pt x="62" y="27"/>
                </a:lnTo>
                <a:lnTo>
                  <a:pt x="63" y="30"/>
                </a:lnTo>
                <a:lnTo>
                  <a:pt x="63" y="33"/>
                </a:lnTo>
                <a:lnTo>
                  <a:pt x="64" y="36"/>
                </a:lnTo>
                <a:lnTo>
                  <a:pt x="65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5" y="102"/>
                </a:lnTo>
                <a:lnTo>
                  <a:pt x="79" y="102"/>
                </a:lnTo>
                <a:lnTo>
                  <a:pt x="83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425" name="iṧļïḑe">
            <a:extLst>
              <a:ext uri="{FF2B5EF4-FFF2-40B4-BE49-F238E27FC236}">
                <a16:creationId xmlns:a16="http://schemas.microsoft.com/office/drawing/2014/main" id="{87B2FBDA-C32C-4ABE-858B-81B4F4C08742}"/>
              </a:ext>
            </a:extLst>
          </p:cNvPr>
          <p:cNvSpPr>
            <a:spLocks noGrp="1"/>
          </p:cNvSpPr>
          <p:nvPr/>
        </p:nvSpPr>
        <p:spPr>
          <a:xfrm>
            <a:off x="278100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6 w 102"/>
              <a:gd name="GluePoint2Y" fmla="*/ 25 h 103"/>
              <a:gd name="GluePoint3X" fmla="*/ 91 w 102"/>
              <a:gd name="GluePoint3Y" fmla="*/ 17 h 103"/>
              <a:gd name="GluePoint4X" fmla="*/ 84 w 102"/>
              <a:gd name="GluePoint4Y" fmla="*/ 10 h 103"/>
              <a:gd name="GluePoint5X" fmla="*/ 76 w 102"/>
              <a:gd name="GluePoint5Y" fmla="*/ 6 h 103"/>
              <a:gd name="GluePoint6X" fmla="*/ 67 w 102"/>
              <a:gd name="GluePoint6Y" fmla="*/ 2 h 103"/>
              <a:gd name="GluePoint7X" fmla="*/ 56 w 102"/>
              <a:gd name="GluePoint7Y" fmla="*/ 1 h 103"/>
              <a:gd name="GluePoint8X" fmla="*/ 44 w 102"/>
              <a:gd name="GluePoint8Y" fmla="*/ 1 h 103"/>
              <a:gd name="GluePoint9X" fmla="*/ 33 w 102"/>
              <a:gd name="GluePoint9Y" fmla="*/ 2 h 103"/>
              <a:gd name="GluePoint10X" fmla="*/ 24 w 102"/>
              <a:gd name="GluePoint10Y" fmla="*/ 6 h 103"/>
              <a:gd name="GluePoint11X" fmla="*/ 16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1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1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6 w 102"/>
              <a:gd name="GluePoint20Y" fmla="*/ 94 h 103"/>
              <a:gd name="GluePoint21X" fmla="*/ 24 w 102"/>
              <a:gd name="GluePoint21Y" fmla="*/ 98 h 103"/>
              <a:gd name="GluePoint22X" fmla="*/ 33 w 102"/>
              <a:gd name="GluePoint22Y" fmla="*/ 102 h 103"/>
              <a:gd name="GluePoint23X" fmla="*/ 44 w 102"/>
              <a:gd name="GluePoint23Y" fmla="*/ 103 h 103"/>
              <a:gd name="GluePoint24X" fmla="*/ 56 w 102"/>
              <a:gd name="GluePoint24Y" fmla="*/ 103 h 103"/>
              <a:gd name="GluePoint25X" fmla="*/ 67 w 102"/>
              <a:gd name="GluePoint25Y" fmla="*/ 102 h 103"/>
              <a:gd name="GluePoint26X" fmla="*/ 76 w 102"/>
              <a:gd name="GluePoint26Y" fmla="*/ 98 h 103"/>
              <a:gd name="GluePoint27X" fmla="*/ 84 w 102"/>
              <a:gd name="GluePoint27Y" fmla="*/ 92 h 103"/>
              <a:gd name="GluePoint28X" fmla="*/ 91 w 102"/>
              <a:gd name="GluePoint28Y" fmla="*/ 86 h 103"/>
              <a:gd name="GluePoint29X" fmla="*/ 96 w 102"/>
              <a:gd name="GluePoint29Y" fmla="*/ 78 h 103"/>
              <a:gd name="GluePoint30X" fmla="*/ 100 w 102"/>
              <a:gd name="GluePoint30Y" fmla="*/ 68 h 103"/>
              <a:gd name="GluePoint31X" fmla="*/ 101 w 102"/>
              <a:gd name="GluePoint31Y" fmla="*/ 56 h 103"/>
              <a:gd name="GluePoint32X" fmla="*/ 101 w 102"/>
              <a:gd name="GluePoint32Y" fmla="*/ 44 h 103"/>
              <a:gd name="GluePoint33X" fmla="*/ 70 w 102"/>
              <a:gd name="GluePoint33Y" fmla="*/ 58 h 103"/>
              <a:gd name="GluePoint34X" fmla="*/ 68 w 102"/>
              <a:gd name="GluePoint34Y" fmla="*/ 72 h 103"/>
              <a:gd name="GluePoint35X" fmla="*/ 66 w 102"/>
              <a:gd name="GluePoint35Y" fmla="*/ 79 h 103"/>
              <a:gd name="GluePoint36X" fmla="*/ 64 w 102"/>
              <a:gd name="GluePoint36Y" fmla="*/ 86 h 103"/>
              <a:gd name="GluePoint37X" fmla="*/ 60 w 102"/>
              <a:gd name="GluePoint37Y" fmla="*/ 91 h 103"/>
              <a:gd name="GluePoint38X" fmla="*/ 56 w 102"/>
              <a:gd name="GluePoint38Y" fmla="*/ 94 h 103"/>
              <a:gd name="GluePoint39X" fmla="*/ 53 w 102"/>
              <a:gd name="GluePoint39Y" fmla="*/ 95 h 103"/>
              <a:gd name="GluePoint40X" fmla="*/ 48 w 102"/>
              <a:gd name="GluePoint40Y" fmla="*/ 95 h 103"/>
              <a:gd name="GluePoint41X" fmla="*/ 44 w 102"/>
              <a:gd name="GluePoint41Y" fmla="*/ 94 h 103"/>
              <a:gd name="GluePoint42X" fmla="*/ 40 w 102"/>
              <a:gd name="GluePoint42Y" fmla="*/ 91 h 103"/>
              <a:gd name="GluePoint43X" fmla="*/ 36 w 102"/>
              <a:gd name="GluePoint43Y" fmla="*/ 87 h 103"/>
              <a:gd name="GluePoint44X" fmla="*/ 34 w 102"/>
              <a:gd name="GluePoint44Y" fmla="*/ 83 h 103"/>
              <a:gd name="GluePoint45X" fmla="*/ 32 w 102"/>
              <a:gd name="GluePoint45Y" fmla="*/ 75 h 103"/>
              <a:gd name="GluePoint46X" fmla="*/ 31 w 102"/>
              <a:gd name="GluePoint46Y" fmla="*/ 68 h 103"/>
              <a:gd name="GluePoint47X" fmla="*/ 30 w 102"/>
              <a:gd name="GluePoint47Y" fmla="*/ 59 h 103"/>
              <a:gd name="GluePoint48X" fmla="*/ 30 w 102"/>
              <a:gd name="GluePoint48Y" fmla="*/ 49 h 103"/>
              <a:gd name="GluePoint49X" fmla="*/ 31 w 102"/>
              <a:gd name="GluePoint49Y" fmla="*/ 38 h 103"/>
              <a:gd name="GluePoint50X" fmla="*/ 32 w 102"/>
              <a:gd name="GluePoint50Y" fmla="*/ 30 h 103"/>
              <a:gd name="GluePoint51X" fmla="*/ 34 w 102"/>
              <a:gd name="GluePoint51Y" fmla="*/ 23 h 103"/>
              <a:gd name="GluePoint52X" fmla="*/ 36 w 102"/>
              <a:gd name="GluePoint52Y" fmla="*/ 18 h 103"/>
              <a:gd name="GluePoint53X" fmla="*/ 40 w 102"/>
              <a:gd name="GluePoint53Y" fmla="*/ 14 h 103"/>
              <a:gd name="GluePoint54X" fmla="*/ 44 w 102"/>
              <a:gd name="GluePoint54Y" fmla="*/ 10 h 103"/>
              <a:gd name="GluePoint55X" fmla="*/ 48 w 102"/>
              <a:gd name="GluePoint55Y" fmla="*/ 9 h 103"/>
              <a:gd name="GluePoint56X" fmla="*/ 53 w 102"/>
              <a:gd name="GluePoint56Y" fmla="*/ 9 h 103"/>
              <a:gd name="GluePoint57X" fmla="*/ 58 w 102"/>
              <a:gd name="GluePoint57Y" fmla="*/ 10 h 103"/>
              <a:gd name="GluePoint58X" fmla="*/ 61 w 102"/>
              <a:gd name="GluePoint58Y" fmla="*/ 13 h 103"/>
              <a:gd name="GluePoint59X" fmla="*/ 64 w 102"/>
              <a:gd name="GluePoint59Y" fmla="*/ 16 h 103"/>
              <a:gd name="GluePoint60X" fmla="*/ 67 w 102"/>
              <a:gd name="GluePoint60Y" fmla="*/ 22 h 103"/>
              <a:gd name="GluePoint61X" fmla="*/ 68 w 102"/>
              <a:gd name="GluePoint61Y" fmla="*/ 27 h 103"/>
              <a:gd name="GluePoint62X" fmla="*/ 70 w 102"/>
              <a:gd name="GluePoint62Y" fmla="*/ 38 h 103"/>
              <a:gd name="GluePoint63X" fmla="*/ 70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0" y="38"/>
                </a:moveTo>
                <a:lnTo>
                  <a:pt x="100" y="34"/>
                </a:lnTo>
                <a:lnTo>
                  <a:pt x="97" y="29"/>
                </a:lnTo>
                <a:lnTo>
                  <a:pt x="96" y="25"/>
                </a:lnTo>
                <a:lnTo>
                  <a:pt x="93" y="21"/>
                </a:lnTo>
                <a:lnTo>
                  <a:pt x="91" y="17"/>
                </a:lnTo>
                <a:lnTo>
                  <a:pt x="88" y="14"/>
                </a:lnTo>
                <a:lnTo>
                  <a:pt x="84" y="10"/>
                </a:lnTo>
                <a:lnTo>
                  <a:pt x="80" y="8"/>
                </a:lnTo>
                <a:lnTo>
                  <a:pt x="76" y="6"/>
                </a:lnTo>
                <a:lnTo>
                  <a:pt x="72" y="4"/>
                </a:lnTo>
                <a:lnTo>
                  <a:pt x="67" y="2"/>
                </a:lnTo>
                <a:lnTo>
                  <a:pt x="62" y="1"/>
                </a:lnTo>
                <a:lnTo>
                  <a:pt x="56" y="1"/>
                </a:lnTo>
                <a:lnTo>
                  <a:pt x="51" y="0"/>
                </a:lnTo>
                <a:lnTo>
                  <a:pt x="44" y="1"/>
                </a:lnTo>
                <a:lnTo>
                  <a:pt x="39" y="1"/>
                </a:lnTo>
                <a:lnTo>
                  <a:pt x="33" y="2"/>
                </a:lnTo>
                <a:lnTo>
                  <a:pt x="28" y="4"/>
                </a:lnTo>
                <a:lnTo>
                  <a:pt x="24" y="6"/>
                </a:lnTo>
                <a:lnTo>
                  <a:pt x="20" y="9"/>
                </a:lnTo>
                <a:lnTo>
                  <a:pt x="16" y="12"/>
                </a:lnTo>
                <a:lnTo>
                  <a:pt x="12" y="14"/>
                </a:lnTo>
                <a:lnTo>
                  <a:pt x="10" y="18"/>
                </a:lnTo>
                <a:lnTo>
                  <a:pt x="7" y="22"/>
                </a:lnTo>
                <a:lnTo>
                  <a:pt x="5" y="27"/>
                </a:lnTo>
                <a:lnTo>
                  <a:pt x="3" y="31"/>
                </a:lnTo>
                <a:lnTo>
                  <a:pt x="1" y="37"/>
                </a:lnTo>
                <a:lnTo>
                  <a:pt x="0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3" y="75"/>
                </a:lnTo>
                <a:lnTo>
                  <a:pt x="5" y="80"/>
                </a:lnTo>
                <a:lnTo>
                  <a:pt x="7" y="84"/>
                </a:lnTo>
                <a:lnTo>
                  <a:pt x="10" y="87"/>
                </a:lnTo>
                <a:lnTo>
                  <a:pt x="12" y="91"/>
                </a:lnTo>
                <a:lnTo>
                  <a:pt x="16" y="94"/>
                </a:lnTo>
                <a:lnTo>
                  <a:pt x="20" y="96"/>
                </a:lnTo>
                <a:lnTo>
                  <a:pt x="24" y="98"/>
                </a:lnTo>
                <a:lnTo>
                  <a:pt x="28" y="100"/>
                </a:lnTo>
                <a:lnTo>
                  <a:pt x="33" y="102"/>
                </a:lnTo>
                <a:lnTo>
                  <a:pt x="39" y="103"/>
                </a:lnTo>
                <a:lnTo>
                  <a:pt x="44" y="103"/>
                </a:lnTo>
                <a:lnTo>
                  <a:pt x="51" y="103"/>
                </a:lnTo>
                <a:lnTo>
                  <a:pt x="56" y="103"/>
                </a:lnTo>
                <a:lnTo>
                  <a:pt x="62" y="103"/>
                </a:lnTo>
                <a:lnTo>
                  <a:pt x="67" y="102"/>
                </a:lnTo>
                <a:lnTo>
                  <a:pt x="72" y="99"/>
                </a:lnTo>
                <a:lnTo>
                  <a:pt x="76" y="98"/>
                </a:lnTo>
                <a:lnTo>
                  <a:pt x="80" y="95"/>
                </a:lnTo>
                <a:lnTo>
                  <a:pt x="84" y="92"/>
                </a:lnTo>
                <a:lnTo>
                  <a:pt x="88" y="90"/>
                </a:lnTo>
                <a:lnTo>
                  <a:pt x="91" y="86"/>
                </a:lnTo>
                <a:lnTo>
                  <a:pt x="93" y="82"/>
                </a:lnTo>
                <a:lnTo>
                  <a:pt x="96" y="78"/>
                </a:lnTo>
                <a:lnTo>
                  <a:pt x="97" y="73"/>
                </a:lnTo>
                <a:lnTo>
                  <a:pt x="100" y="68"/>
                </a:lnTo>
                <a:lnTo>
                  <a:pt x="100" y="63"/>
                </a:lnTo>
                <a:lnTo>
                  <a:pt x="101" y="56"/>
                </a:lnTo>
                <a:lnTo>
                  <a:pt x="102" y="50"/>
                </a:lnTo>
                <a:lnTo>
                  <a:pt x="101" y="44"/>
                </a:lnTo>
                <a:lnTo>
                  <a:pt x="100" y="38"/>
                </a:lnTo>
                <a:close/>
                <a:moveTo>
                  <a:pt x="70" y="58"/>
                </a:moveTo>
                <a:lnTo>
                  <a:pt x="69" y="68"/>
                </a:lnTo>
                <a:lnTo>
                  <a:pt x="68" y="72"/>
                </a:lnTo>
                <a:lnTo>
                  <a:pt x="68" y="76"/>
                </a:lnTo>
                <a:lnTo>
                  <a:pt x="66" y="79"/>
                </a:lnTo>
                <a:lnTo>
                  <a:pt x="65" y="83"/>
                </a:lnTo>
                <a:lnTo>
                  <a:pt x="64" y="86"/>
                </a:lnTo>
                <a:lnTo>
                  <a:pt x="62" y="88"/>
                </a:lnTo>
                <a:lnTo>
                  <a:pt x="60" y="91"/>
                </a:lnTo>
                <a:lnTo>
                  <a:pt x="59" y="92"/>
                </a:lnTo>
                <a:lnTo>
                  <a:pt x="56" y="94"/>
                </a:lnTo>
                <a:lnTo>
                  <a:pt x="55" y="95"/>
                </a:lnTo>
                <a:lnTo>
                  <a:pt x="53" y="95"/>
                </a:lnTo>
                <a:lnTo>
                  <a:pt x="51" y="95"/>
                </a:lnTo>
                <a:lnTo>
                  <a:pt x="48" y="95"/>
                </a:lnTo>
                <a:lnTo>
                  <a:pt x="45" y="95"/>
                </a:lnTo>
                <a:lnTo>
                  <a:pt x="44" y="94"/>
                </a:lnTo>
                <a:lnTo>
                  <a:pt x="41" y="93"/>
                </a:lnTo>
                <a:lnTo>
                  <a:pt x="40" y="91"/>
                </a:lnTo>
                <a:lnTo>
                  <a:pt x="38" y="90"/>
                </a:lnTo>
                <a:lnTo>
                  <a:pt x="36" y="87"/>
                </a:lnTo>
                <a:lnTo>
                  <a:pt x="35" y="85"/>
                </a:lnTo>
                <a:lnTo>
                  <a:pt x="34" y="83"/>
                </a:lnTo>
                <a:lnTo>
                  <a:pt x="32" y="79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1" y="63"/>
                </a:lnTo>
                <a:lnTo>
                  <a:pt x="30" y="59"/>
                </a:lnTo>
                <a:lnTo>
                  <a:pt x="30" y="54"/>
                </a:lnTo>
                <a:lnTo>
                  <a:pt x="30" y="49"/>
                </a:lnTo>
                <a:lnTo>
                  <a:pt x="31" y="43"/>
                </a:lnTo>
                <a:lnTo>
                  <a:pt x="31" y="38"/>
                </a:lnTo>
                <a:lnTo>
                  <a:pt x="32" y="34"/>
                </a:lnTo>
                <a:lnTo>
                  <a:pt x="32" y="30"/>
                </a:lnTo>
                <a:lnTo>
                  <a:pt x="33" y="27"/>
                </a:lnTo>
                <a:lnTo>
                  <a:pt x="34" y="23"/>
                </a:lnTo>
                <a:lnTo>
                  <a:pt x="36" y="21"/>
                </a:lnTo>
                <a:lnTo>
                  <a:pt x="36" y="18"/>
                </a:lnTo>
                <a:lnTo>
                  <a:pt x="38" y="16"/>
                </a:lnTo>
                <a:lnTo>
                  <a:pt x="40" y="14"/>
                </a:lnTo>
                <a:lnTo>
                  <a:pt x="42" y="12"/>
                </a:lnTo>
                <a:lnTo>
                  <a:pt x="44" y="10"/>
                </a:lnTo>
                <a:lnTo>
                  <a:pt x="46" y="10"/>
                </a:lnTo>
                <a:lnTo>
                  <a:pt x="48" y="9"/>
                </a:lnTo>
                <a:lnTo>
                  <a:pt x="51" y="9"/>
                </a:lnTo>
                <a:lnTo>
                  <a:pt x="53" y="9"/>
                </a:lnTo>
                <a:lnTo>
                  <a:pt x="56" y="10"/>
                </a:lnTo>
                <a:lnTo>
                  <a:pt x="58" y="10"/>
                </a:lnTo>
                <a:lnTo>
                  <a:pt x="60" y="11"/>
                </a:lnTo>
                <a:lnTo>
                  <a:pt x="61" y="13"/>
                </a:lnTo>
                <a:lnTo>
                  <a:pt x="63" y="14"/>
                </a:lnTo>
                <a:lnTo>
                  <a:pt x="64" y="16"/>
                </a:lnTo>
                <a:lnTo>
                  <a:pt x="66" y="18"/>
                </a:lnTo>
                <a:lnTo>
                  <a:pt x="67" y="22"/>
                </a:lnTo>
                <a:lnTo>
                  <a:pt x="68" y="24"/>
                </a:lnTo>
                <a:lnTo>
                  <a:pt x="68" y="27"/>
                </a:lnTo>
                <a:lnTo>
                  <a:pt x="69" y="30"/>
                </a:lnTo>
                <a:lnTo>
                  <a:pt x="70" y="38"/>
                </a:lnTo>
                <a:lnTo>
                  <a:pt x="71" y="47"/>
                </a:lnTo>
                <a:lnTo>
                  <a:pt x="70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426" name="ïṧļïdé">
            <a:extLst>
              <a:ext uri="{FF2B5EF4-FFF2-40B4-BE49-F238E27FC236}">
                <a16:creationId xmlns:a16="http://schemas.microsoft.com/office/drawing/2014/main" id="{C4EF3464-2C2D-422D-9F01-116D5A69A87A}"/>
              </a:ext>
            </a:extLst>
          </p:cNvPr>
          <p:cNvSpPr>
            <a:spLocks noGrp="1"/>
          </p:cNvSpPr>
          <p:nvPr/>
        </p:nvSpPr>
        <p:spPr>
          <a:xfrm>
            <a:off x="2840040" y="931320"/>
            <a:ext cx="11880" cy="68040"/>
          </a:xfrm>
          <a:custGeom>
            <a:avLst/>
            <a:gdLst>
              <a:gd name="textAreaLeft" fmla="*/ 0 w 11880"/>
              <a:gd name="textAreaRight" fmla="*/ 12240 w 11880"/>
              <a:gd name="textAreaTop" fmla="*/ 0 h 68040"/>
              <a:gd name="textAreaBottom" fmla="*/ 68400 h 68040"/>
              <a:gd name="GluePoint1X" fmla="*/ 20 w 28"/>
              <a:gd name="GluePoint1Y" fmla="*/ 1 h 157"/>
              <a:gd name="GluePoint2X" fmla="*/ 17 w 28"/>
              <a:gd name="GluePoint2Y" fmla="*/ 1 h 157"/>
              <a:gd name="GluePoint3X" fmla="*/ 14 w 28"/>
              <a:gd name="GluePoint3Y" fmla="*/ 1 h 157"/>
              <a:gd name="GluePoint4X" fmla="*/ 13 w 28"/>
              <a:gd name="GluePoint4Y" fmla="*/ 1 h 157"/>
              <a:gd name="GluePoint5X" fmla="*/ 11 w 28"/>
              <a:gd name="GluePoint5Y" fmla="*/ 1 h 157"/>
              <a:gd name="GluePoint6X" fmla="*/ 9 w 28"/>
              <a:gd name="GluePoint6Y" fmla="*/ 1 h 157"/>
              <a:gd name="GluePoint7X" fmla="*/ 7 w 28"/>
              <a:gd name="GluePoint7Y" fmla="*/ 1 h 157"/>
              <a:gd name="GluePoint8X" fmla="*/ 3 w 28"/>
              <a:gd name="GluePoint8Y" fmla="*/ 0 h 157"/>
              <a:gd name="GluePoint9X" fmla="*/ 0 w 28"/>
              <a:gd name="GluePoint9Y" fmla="*/ 0 h 157"/>
              <a:gd name="GluePoint10X" fmla="*/ 0 w 28"/>
              <a:gd name="GluePoint10Y" fmla="*/ 157 h 157"/>
              <a:gd name="GluePoint11X" fmla="*/ 3 w 28"/>
              <a:gd name="GluePoint11Y" fmla="*/ 157 h 157"/>
              <a:gd name="GluePoint12X" fmla="*/ 7 w 28"/>
              <a:gd name="GluePoint12Y" fmla="*/ 157 h 157"/>
              <a:gd name="GluePoint13X" fmla="*/ 11 w 28"/>
              <a:gd name="GluePoint13Y" fmla="*/ 157 h 157"/>
              <a:gd name="GluePoint14X" fmla="*/ 14 w 28"/>
              <a:gd name="GluePoint14Y" fmla="*/ 157 h 157"/>
              <a:gd name="GluePoint15X" fmla="*/ 17 w 28"/>
              <a:gd name="GluePoint15Y" fmla="*/ 157 h 157"/>
              <a:gd name="GluePoint16X" fmla="*/ 21 w 28"/>
              <a:gd name="GluePoint16Y" fmla="*/ 157 h 157"/>
              <a:gd name="GluePoint17X" fmla="*/ 24 w 28"/>
              <a:gd name="GluePoint17Y" fmla="*/ 157 h 157"/>
              <a:gd name="GluePoint18X" fmla="*/ 28 w 28"/>
              <a:gd name="GluePoint18Y" fmla="*/ 157 h 157"/>
              <a:gd name="GluePoint19X" fmla="*/ 28 w 28"/>
              <a:gd name="GluePoint19Y" fmla="*/ 0 h 157"/>
              <a:gd name="GluePoint20X" fmla="*/ 25 w 28"/>
              <a:gd name="GluePoint20Y" fmla="*/ 0 h 157"/>
              <a:gd name="GluePoint21X" fmla="*/ 20 w 28"/>
              <a:gd name="GluePoint21Y" fmla="*/ 1 h 157"/>
            </a:gdLst>
            <a:ahLst/>
            <a:cxnLst/>
            <a:rect l="textAreaLeft" t="textAreaTop" r="textAreaRight" b="textAreaBottom"/>
            <a:pathLst>
              <a:path w="28" h="157">
                <a:moveTo>
                  <a:pt x="20" y="1"/>
                </a:move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7" y="157"/>
                </a:lnTo>
                <a:lnTo>
                  <a:pt x="21" y="157"/>
                </a:lnTo>
                <a:lnTo>
                  <a:pt x="24" y="157"/>
                </a:lnTo>
                <a:lnTo>
                  <a:pt x="28" y="157"/>
                </a:lnTo>
                <a:lnTo>
                  <a:pt x="28" y="0"/>
                </a:lnTo>
                <a:lnTo>
                  <a:pt x="25" y="0"/>
                </a:lnTo>
                <a:lnTo>
                  <a:pt x="20" y="1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427" name="íṩliďé">
            <a:extLst>
              <a:ext uri="{FF2B5EF4-FFF2-40B4-BE49-F238E27FC236}">
                <a16:creationId xmlns:a16="http://schemas.microsoft.com/office/drawing/2014/main" id="{FEC4B818-E4EB-4CAA-B96B-4F927DF41A11}"/>
              </a:ext>
            </a:extLst>
          </p:cNvPr>
          <p:cNvSpPr>
            <a:spLocks noGrp="1"/>
          </p:cNvSpPr>
          <p:nvPr/>
        </p:nvSpPr>
        <p:spPr>
          <a:xfrm>
            <a:off x="2866680" y="955440"/>
            <a:ext cx="44640" cy="44640"/>
          </a:xfrm>
          <a:custGeom>
            <a:avLst/>
            <a:gdLst>
              <a:gd name="textAreaLeft" fmla="*/ 0 w 44640"/>
              <a:gd name="textAreaRight" fmla="*/ 45000 w 44640"/>
              <a:gd name="textAreaTop" fmla="*/ 0 h 44640"/>
              <a:gd name="textAreaBottom" fmla="*/ 45000 h 44640"/>
              <a:gd name="GluePoint1X" fmla="*/ 100 w 103"/>
              <a:gd name="GluePoint1Y" fmla="*/ 34 h 103"/>
              <a:gd name="GluePoint2X" fmla="*/ 96 w 103"/>
              <a:gd name="GluePoint2Y" fmla="*/ 25 h 103"/>
              <a:gd name="GluePoint3X" fmla="*/ 92 w 103"/>
              <a:gd name="GluePoint3Y" fmla="*/ 17 h 103"/>
              <a:gd name="GluePoint4X" fmla="*/ 85 w 103"/>
              <a:gd name="GluePoint4Y" fmla="*/ 10 h 103"/>
              <a:gd name="GluePoint5X" fmla="*/ 77 w 103"/>
              <a:gd name="GluePoint5Y" fmla="*/ 6 h 103"/>
              <a:gd name="GluePoint6X" fmla="*/ 68 w 103"/>
              <a:gd name="GluePoint6Y" fmla="*/ 2 h 103"/>
              <a:gd name="GluePoint7X" fmla="*/ 57 w 103"/>
              <a:gd name="GluePoint7Y" fmla="*/ 1 h 103"/>
              <a:gd name="GluePoint8X" fmla="*/ 45 w 103"/>
              <a:gd name="GluePoint8Y" fmla="*/ 1 h 103"/>
              <a:gd name="GluePoint9X" fmla="*/ 35 w 103"/>
              <a:gd name="GluePoint9Y" fmla="*/ 2 h 103"/>
              <a:gd name="GluePoint10X" fmla="*/ 25 w 103"/>
              <a:gd name="GluePoint10Y" fmla="*/ 6 h 103"/>
              <a:gd name="GluePoint11X" fmla="*/ 17 w 103"/>
              <a:gd name="GluePoint11Y" fmla="*/ 12 h 103"/>
              <a:gd name="GluePoint12X" fmla="*/ 11 w 103"/>
              <a:gd name="GluePoint12Y" fmla="*/ 18 h 103"/>
              <a:gd name="GluePoint13X" fmla="*/ 5 w 103"/>
              <a:gd name="GluePoint13Y" fmla="*/ 27 h 103"/>
              <a:gd name="GluePoint14X" fmla="*/ 2 w 103"/>
              <a:gd name="GluePoint14Y" fmla="*/ 37 h 103"/>
              <a:gd name="GluePoint15X" fmla="*/ 0 w 103"/>
              <a:gd name="GluePoint15Y" fmla="*/ 48 h 103"/>
              <a:gd name="GluePoint16X" fmla="*/ 0 w 103"/>
              <a:gd name="GluePoint16Y" fmla="*/ 61 h 103"/>
              <a:gd name="GluePoint17X" fmla="*/ 2 w 103"/>
              <a:gd name="GluePoint17Y" fmla="*/ 71 h 103"/>
              <a:gd name="GluePoint18X" fmla="*/ 5 w 103"/>
              <a:gd name="GluePoint18Y" fmla="*/ 80 h 103"/>
              <a:gd name="GluePoint19X" fmla="*/ 11 w 103"/>
              <a:gd name="GluePoint19Y" fmla="*/ 87 h 103"/>
              <a:gd name="GluePoint20X" fmla="*/ 17 w 103"/>
              <a:gd name="GluePoint20Y" fmla="*/ 94 h 103"/>
              <a:gd name="GluePoint21X" fmla="*/ 25 w 103"/>
              <a:gd name="GluePoint21Y" fmla="*/ 98 h 103"/>
              <a:gd name="GluePoint22X" fmla="*/ 35 w 103"/>
              <a:gd name="GluePoint22Y" fmla="*/ 102 h 103"/>
              <a:gd name="GluePoint23X" fmla="*/ 45 w 103"/>
              <a:gd name="GluePoint23Y" fmla="*/ 103 h 103"/>
              <a:gd name="GluePoint24X" fmla="*/ 57 w 103"/>
              <a:gd name="GluePoint24Y" fmla="*/ 103 h 103"/>
              <a:gd name="GluePoint25X" fmla="*/ 68 w 103"/>
              <a:gd name="GluePoint25Y" fmla="*/ 102 h 103"/>
              <a:gd name="GluePoint26X" fmla="*/ 77 w 103"/>
              <a:gd name="GluePoint26Y" fmla="*/ 98 h 103"/>
              <a:gd name="GluePoint27X" fmla="*/ 85 w 103"/>
              <a:gd name="GluePoint27Y" fmla="*/ 92 h 103"/>
              <a:gd name="GluePoint28X" fmla="*/ 92 w 103"/>
              <a:gd name="GluePoint28Y" fmla="*/ 86 h 103"/>
              <a:gd name="GluePoint29X" fmla="*/ 96 w 103"/>
              <a:gd name="GluePoint29Y" fmla="*/ 78 h 103"/>
              <a:gd name="GluePoint30X" fmla="*/ 100 w 103"/>
              <a:gd name="GluePoint30Y" fmla="*/ 68 h 103"/>
              <a:gd name="GluePoint31X" fmla="*/ 102 w 103"/>
              <a:gd name="GluePoint31Y" fmla="*/ 56 h 103"/>
              <a:gd name="GluePoint32X" fmla="*/ 102 w 103"/>
              <a:gd name="GluePoint32Y" fmla="*/ 44 h 103"/>
              <a:gd name="GluePoint33X" fmla="*/ 71 w 103"/>
              <a:gd name="GluePoint33Y" fmla="*/ 58 h 103"/>
              <a:gd name="GluePoint34X" fmla="*/ 69 w 103"/>
              <a:gd name="GluePoint34Y" fmla="*/ 72 h 103"/>
              <a:gd name="GluePoint35X" fmla="*/ 67 w 103"/>
              <a:gd name="GluePoint35Y" fmla="*/ 79 h 103"/>
              <a:gd name="GluePoint36X" fmla="*/ 64 w 103"/>
              <a:gd name="GluePoint36Y" fmla="*/ 86 h 103"/>
              <a:gd name="GluePoint37X" fmla="*/ 61 w 103"/>
              <a:gd name="GluePoint37Y" fmla="*/ 91 h 103"/>
              <a:gd name="GluePoint38X" fmla="*/ 58 w 103"/>
              <a:gd name="GluePoint38Y" fmla="*/ 94 h 103"/>
              <a:gd name="GluePoint39X" fmla="*/ 53 w 103"/>
              <a:gd name="GluePoint39Y" fmla="*/ 95 h 103"/>
              <a:gd name="GluePoint40X" fmla="*/ 49 w 103"/>
              <a:gd name="GluePoint40Y" fmla="*/ 95 h 103"/>
              <a:gd name="GluePoint41X" fmla="*/ 44 w 103"/>
              <a:gd name="GluePoint41Y" fmla="*/ 94 h 103"/>
              <a:gd name="GluePoint42X" fmla="*/ 40 w 103"/>
              <a:gd name="GluePoint42Y" fmla="*/ 91 h 103"/>
              <a:gd name="GluePoint43X" fmla="*/ 37 w 103"/>
              <a:gd name="GluePoint43Y" fmla="*/ 87 h 103"/>
              <a:gd name="GluePoint44X" fmla="*/ 35 w 103"/>
              <a:gd name="GluePoint44Y" fmla="*/ 83 h 103"/>
              <a:gd name="GluePoint45X" fmla="*/ 33 w 103"/>
              <a:gd name="GluePoint45Y" fmla="*/ 75 h 103"/>
              <a:gd name="GluePoint46X" fmla="*/ 32 w 103"/>
              <a:gd name="GluePoint46Y" fmla="*/ 68 h 103"/>
              <a:gd name="GluePoint47X" fmla="*/ 31 w 103"/>
              <a:gd name="GluePoint47Y" fmla="*/ 59 h 103"/>
              <a:gd name="GluePoint48X" fmla="*/ 31 w 103"/>
              <a:gd name="GluePoint48Y" fmla="*/ 49 h 103"/>
              <a:gd name="GluePoint49X" fmla="*/ 32 w 103"/>
              <a:gd name="GluePoint49Y" fmla="*/ 38 h 103"/>
              <a:gd name="GluePoint50X" fmla="*/ 33 w 103"/>
              <a:gd name="GluePoint50Y" fmla="*/ 30 h 103"/>
              <a:gd name="GluePoint51X" fmla="*/ 35 w 103"/>
              <a:gd name="GluePoint51Y" fmla="*/ 23 h 103"/>
              <a:gd name="GluePoint52X" fmla="*/ 38 w 103"/>
              <a:gd name="GluePoint52Y" fmla="*/ 18 h 103"/>
              <a:gd name="GluePoint53X" fmla="*/ 41 w 103"/>
              <a:gd name="GluePoint53Y" fmla="*/ 14 h 103"/>
              <a:gd name="GluePoint54X" fmla="*/ 45 w 103"/>
              <a:gd name="GluePoint54Y" fmla="*/ 10 h 103"/>
              <a:gd name="GluePoint55X" fmla="*/ 50 w 103"/>
              <a:gd name="GluePoint55Y" fmla="*/ 9 h 103"/>
              <a:gd name="GluePoint56X" fmla="*/ 55 w 103"/>
              <a:gd name="GluePoint56Y" fmla="*/ 9 h 103"/>
              <a:gd name="GluePoint57X" fmla="*/ 59 w 103"/>
              <a:gd name="GluePoint57Y" fmla="*/ 10 h 103"/>
              <a:gd name="GluePoint58X" fmla="*/ 62 w 103"/>
              <a:gd name="GluePoint58Y" fmla="*/ 13 h 103"/>
              <a:gd name="GluePoint59X" fmla="*/ 65 w 103"/>
              <a:gd name="GluePoint59Y" fmla="*/ 16 h 103"/>
              <a:gd name="GluePoint60X" fmla="*/ 68 w 103"/>
              <a:gd name="GluePoint60Y" fmla="*/ 22 h 103"/>
              <a:gd name="GluePoint61X" fmla="*/ 69 w 103"/>
              <a:gd name="GluePoint61Y" fmla="*/ 27 h 103"/>
              <a:gd name="GluePoint62X" fmla="*/ 72 w 103"/>
              <a:gd name="GluePoint62Y" fmla="*/ 38 h 103"/>
              <a:gd name="GluePoint63X" fmla="*/ 71 w 103"/>
              <a:gd name="GluePoint63Y" fmla="*/ 58 h 103"/>
            </a:gdLst>
            <a:ahLst/>
            <a:cxnLst/>
            <a:rect l="textAreaLeft" t="textAreaTop" r="textAreaRight" b="textAreaBottom"/>
            <a:pathLst>
              <a:path w="103" h="103">
                <a:moveTo>
                  <a:pt x="101" y="38"/>
                </a:moveTo>
                <a:lnTo>
                  <a:pt x="100" y="34"/>
                </a:lnTo>
                <a:lnTo>
                  <a:pt x="99" y="29"/>
                </a:lnTo>
                <a:lnTo>
                  <a:pt x="96" y="25"/>
                </a:lnTo>
                <a:lnTo>
                  <a:pt x="94" y="21"/>
                </a:lnTo>
                <a:lnTo>
                  <a:pt x="92" y="17"/>
                </a:lnTo>
                <a:lnTo>
                  <a:pt x="88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2" y="0"/>
                </a:lnTo>
                <a:lnTo>
                  <a:pt x="45" y="1"/>
                </a:lnTo>
                <a:lnTo>
                  <a:pt x="40" y="1"/>
                </a:lnTo>
                <a:lnTo>
                  <a:pt x="35" y="2"/>
                </a:lnTo>
                <a:lnTo>
                  <a:pt x="29" y="4"/>
                </a:lnTo>
                <a:lnTo>
                  <a:pt x="25" y="6"/>
                </a:lnTo>
                <a:lnTo>
                  <a:pt x="20" y="9"/>
                </a:lnTo>
                <a:lnTo>
                  <a:pt x="17" y="12"/>
                </a:lnTo>
                <a:lnTo>
                  <a:pt x="14" y="14"/>
                </a:lnTo>
                <a:lnTo>
                  <a:pt x="11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1" y="87"/>
                </a:lnTo>
                <a:lnTo>
                  <a:pt x="14" y="91"/>
                </a:lnTo>
                <a:lnTo>
                  <a:pt x="17" y="94"/>
                </a:lnTo>
                <a:lnTo>
                  <a:pt x="20" y="96"/>
                </a:lnTo>
                <a:lnTo>
                  <a:pt x="25" y="98"/>
                </a:lnTo>
                <a:lnTo>
                  <a:pt x="29" y="100"/>
                </a:lnTo>
                <a:lnTo>
                  <a:pt x="35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8" y="90"/>
                </a:lnTo>
                <a:lnTo>
                  <a:pt x="92" y="86"/>
                </a:lnTo>
                <a:lnTo>
                  <a:pt x="94" y="82"/>
                </a:lnTo>
                <a:lnTo>
                  <a:pt x="96" y="78"/>
                </a:lnTo>
                <a:lnTo>
                  <a:pt x="99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3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70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6" y="83"/>
                </a:lnTo>
                <a:lnTo>
                  <a:pt x="64" y="86"/>
                </a:lnTo>
                <a:lnTo>
                  <a:pt x="63" y="88"/>
                </a:lnTo>
                <a:lnTo>
                  <a:pt x="61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3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4" y="94"/>
                </a:lnTo>
                <a:lnTo>
                  <a:pt x="42" y="93"/>
                </a:lnTo>
                <a:lnTo>
                  <a:pt x="40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4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4" y="27"/>
                </a:lnTo>
                <a:lnTo>
                  <a:pt x="35" y="23"/>
                </a:lnTo>
                <a:lnTo>
                  <a:pt x="36" y="21"/>
                </a:lnTo>
                <a:lnTo>
                  <a:pt x="38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6" y="10"/>
                </a:lnTo>
                <a:lnTo>
                  <a:pt x="59" y="10"/>
                </a:lnTo>
                <a:lnTo>
                  <a:pt x="60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8" y="24"/>
                </a:lnTo>
                <a:lnTo>
                  <a:pt x="69" y="27"/>
                </a:lnTo>
                <a:lnTo>
                  <a:pt x="70" y="30"/>
                </a:lnTo>
                <a:lnTo>
                  <a:pt x="72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428" name="iṩ1ïḑé">
            <a:extLst>
              <a:ext uri="{FF2B5EF4-FFF2-40B4-BE49-F238E27FC236}">
                <a16:creationId xmlns:a16="http://schemas.microsoft.com/office/drawing/2014/main" id="{9DD7EBA2-1C03-47D5-82D7-8FC51118E542}"/>
              </a:ext>
            </a:extLst>
          </p:cNvPr>
          <p:cNvSpPr>
            <a:spLocks noGrp="1"/>
          </p:cNvSpPr>
          <p:nvPr/>
        </p:nvSpPr>
        <p:spPr>
          <a:xfrm>
            <a:off x="2922120" y="955440"/>
            <a:ext cx="41400" cy="67680"/>
          </a:xfrm>
          <a:custGeom>
            <a:avLst/>
            <a:gdLst>
              <a:gd name="textAreaLeft" fmla="*/ 0 w 41400"/>
              <a:gd name="textAreaRight" fmla="*/ 41760 w 41400"/>
              <a:gd name="textAreaTop" fmla="*/ 0 h 67680"/>
              <a:gd name="textAreaBottom" fmla="*/ 68040 h 67680"/>
              <a:gd name="GluePoint1X" fmla="*/ 90 w 96"/>
              <a:gd name="GluePoint1Y" fmla="*/ 95 h 156"/>
              <a:gd name="GluePoint2X" fmla="*/ 79 w 96"/>
              <a:gd name="GluePoint2Y" fmla="*/ 88 h 156"/>
              <a:gd name="GluePoint3X" fmla="*/ 48 w 96"/>
              <a:gd name="GluePoint3Y" fmla="*/ 85 h 156"/>
              <a:gd name="GluePoint4X" fmla="*/ 34 w 96"/>
              <a:gd name="GluePoint4Y" fmla="*/ 82 h 156"/>
              <a:gd name="GluePoint5X" fmla="*/ 30 w 96"/>
              <a:gd name="GluePoint5Y" fmla="*/ 75 h 156"/>
              <a:gd name="GluePoint6X" fmla="*/ 33 w 96"/>
              <a:gd name="GluePoint6Y" fmla="*/ 70 h 156"/>
              <a:gd name="GluePoint7X" fmla="*/ 41 w 96"/>
              <a:gd name="GluePoint7Y" fmla="*/ 67 h 156"/>
              <a:gd name="GluePoint8X" fmla="*/ 57 w 96"/>
              <a:gd name="GluePoint8Y" fmla="*/ 66 h 156"/>
              <a:gd name="GluePoint9X" fmla="*/ 74 w 96"/>
              <a:gd name="GluePoint9Y" fmla="*/ 58 h 156"/>
              <a:gd name="GluePoint10X" fmla="*/ 84 w 96"/>
              <a:gd name="GluePoint10Y" fmla="*/ 44 h 156"/>
              <a:gd name="GluePoint11X" fmla="*/ 86 w 96"/>
              <a:gd name="GluePoint11Y" fmla="*/ 26 h 156"/>
              <a:gd name="GluePoint12X" fmla="*/ 78 w 96"/>
              <a:gd name="GluePoint12Y" fmla="*/ 12 h 156"/>
              <a:gd name="GluePoint13X" fmla="*/ 64 w 96"/>
              <a:gd name="GluePoint13Y" fmla="*/ 1 h 156"/>
              <a:gd name="GluePoint14X" fmla="*/ 48 w 96"/>
              <a:gd name="GluePoint14Y" fmla="*/ 0 h 156"/>
              <a:gd name="GluePoint15X" fmla="*/ 23 w 96"/>
              <a:gd name="GluePoint15Y" fmla="*/ 3 h 156"/>
              <a:gd name="GluePoint16X" fmla="*/ 7 w 96"/>
              <a:gd name="GluePoint16Y" fmla="*/ 12 h 156"/>
              <a:gd name="GluePoint17X" fmla="*/ 1 w 96"/>
              <a:gd name="GluePoint17Y" fmla="*/ 28 h 156"/>
              <a:gd name="GluePoint18X" fmla="*/ 2 w 96"/>
              <a:gd name="GluePoint18Y" fmla="*/ 44 h 156"/>
              <a:gd name="GluePoint19X" fmla="*/ 9 w 96"/>
              <a:gd name="GluePoint19Y" fmla="*/ 56 h 156"/>
              <a:gd name="GluePoint20X" fmla="*/ 21 w 96"/>
              <a:gd name="GluePoint20Y" fmla="*/ 63 h 156"/>
              <a:gd name="GluePoint21X" fmla="*/ 17 w 96"/>
              <a:gd name="GluePoint21Y" fmla="*/ 70 h 156"/>
              <a:gd name="GluePoint22X" fmla="*/ 8 w 96"/>
              <a:gd name="GluePoint22Y" fmla="*/ 84 h 156"/>
              <a:gd name="GluePoint23X" fmla="*/ 10 w 96"/>
              <a:gd name="GluePoint23Y" fmla="*/ 97 h 156"/>
              <a:gd name="GluePoint24X" fmla="*/ 20 w 96"/>
              <a:gd name="GluePoint24Y" fmla="*/ 103 h 156"/>
              <a:gd name="GluePoint25X" fmla="*/ 4 w 96"/>
              <a:gd name="GluePoint25Y" fmla="*/ 113 h 156"/>
              <a:gd name="GluePoint26X" fmla="*/ 0 w 96"/>
              <a:gd name="GluePoint26Y" fmla="*/ 131 h 156"/>
              <a:gd name="GluePoint27X" fmla="*/ 6 w 96"/>
              <a:gd name="GluePoint27Y" fmla="*/ 144 h 156"/>
              <a:gd name="GluePoint28X" fmla="*/ 20 w 96"/>
              <a:gd name="GluePoint28Y" fmla="*/ 152 h 156"/>
              <a:gd name="GluePoint29X" fmla="*/ 42 w 96"/>
              <a:gd name="GluePoint29Y" fmla="*/ 156 h 156"/>
              <a:gd name="GluePoint30X" fmla="*/ 70 w 96"/>
              <a:gd name="GluePoint30Y" fmla="*/ 150 h 156"/>
              <a:gd name="GluePoint31X" fmla="*/ 87 w 96"/>
              <a:gd name="GluePoint31Y" fmla="*/ 137 h 156"/>
              <a:gd name="GluePoint32X" fmla="*/ 95 w 96"/>
              <a:gd name="GluePoint32Y" fmla="*/ 116 h 156"/>
              <a:gd name="GluePoint33X" fmla="*/ 30 w 96"/>
              <a:gd name="GluePoint33Y" fmla="*/ 29 h 156"/>
              <a:gd name="GluePoint34X" fmla="*/ 34 w 96"/>
              <a:gd name="GluePoint34Y" fmla="*/ 14 h 156"/>
              <a:gd name="GluePoint35X" fmla="*/ 40 w 96"/>
              <a:gd name="GluePoint35Y" fmla="*/ 9 h 156"/>
              <a:gd name="GluePoint36X" fmla="*/ 47 w 96"/>
              <a:gd name="GluePoint36Y" fmla="*/ 8 h 156"/>
              <a:gd name="GluePoint37X" fmla="*/ 53 w 96"/>
              <a:gd name="GluePoint37Y" fmla="*/ 12 h 156"/>
              <a:gd name="GluePoint38X" fmla="*/ 58 w 96"/>
              <a:gd name="GluePoint38Y" fmla="*/ 31 h 156"/>
              <a:gd name="GluePoint39X" fmla="*/ 53 w 96"/>
              <a:gd name="GluePoint39Y" fmla="*/ 55 h 156"/>
              <a:gd name="GluePoint40X" fmla="*/ 47 w 96"/>
              <a:gd name="GluePoint40Y" fmla="*/ 59 h 156"/>
              <a:gd name="GluePoint41X" fmla="*/ 39 w 96"/>
              <a:gd name="GluePoint41Y" fmla="*/ 59 h 156"/>
              <a:gd name="GluePoint42X" fmla="*/ 34 w 96"/>
              <a:gd name="GluePoint42Y" fmla="*/ 54 h 156"/>
              <a:gd name="GluePoint43X" fmla="*/ 30 w 96"/>
              <a:gd name="GluePoint43Y" fmla="*/ 29 h 156"/>
              <a:gd name="GluePoint44X" fmla="*/ 70 w 96"/>
              <a:gd name="GluePoint44Y" fmla="*/ 131 h 156"/>
              <a:gd name="GluePoint45X" fmla="*/ 64 w 96"/>
              <a:gd name="GluePoint45Y" fmla="*/ 140 h 156"/>
              <a:gd name="GluePoint46X" fmla="*/ 54 w 96"/>
              <a:gd name="GluePoint46Y" fmla="*/ 146 h 156"/>
              <a:gd name="GluePoint47X" fmla="*/ 41 w 96"/>
              <a:gd name="GluePoint47Y" fmla="*/ 146 h 156"/>
              <a:gd name="GluePoint48X" fmla="*/ 28 w 96"/>
              <a:gd name="GluePoint48Y" fmla="*/ 142 h 156"/>
              <a:gd name="GluePoint49X" fmla="*/ 21 w 96"/>
              <a:gd name="GluePoint49Y" fmla="*/ 133 h 156"/>
              <a:gd name="GluePoint50X" fmla="*/ 18 w 96"/>
              <a:gd name="GluePoint50Y" fmla="*/ 121 h 156"/>
              <a:gd name="GluePoint51X" fmla="*/ 20 w 96"/>
              <a:gd name="GluePoint51Y" fmla="*/ 112 h 156"/>
              <a:gd name="GluePoint52X" fmla="*/ 25 w 96"/>
              <a:gd name="GluePoint52Y" fmla="*/ 107 h 156"/>
              <a:gd name="GluePoint53X" fmla="*/ 42 w 96"/>
              <a:gd name="GluePoint53Y" fmla="*/ 103 h 156"/>
              <a:gd name="GluePoint54X" fmla="*/ 58 w 96"/>
              <a:gd name="GluePoint54Y" fmla="*/ 105 h 156"/>
              <a:gd name="GluePoint55X" fmla="*/ 68 w 96"/>
              <a:gd name="GluePoint55Y" fmla="*/ 111 h 156"/>
              <a:gd name="GluePoint56X" fmla="*/ 72 w 96"/>
              <a:gd name="GluePoint56Y" fmla="*/ 122 h 156"/>
            </a:gdLst>
            <a:ahLst/>
            <a:cxnLst/>
            <a:rect l="textAreaLeft" t="textAreaTop" r="textAreaRight" b="textAreaBottom"/>
            <a:pathLst>
              <a:path w="96" h="156">
                <a:moveTo>
                  <a:pt x="95" y="103"/>
                </a:moveTo>
                <a:lnTo>
                  <a:pt x="94" y="101"/>
                </a:lnTo>
                <a:lnTo>
                  <a:pt x="93" y="99"/>
                </a:lnTo>
                <a:lnTo>
                  <a:pt x="91" y="96"/>
                </a:lnTo>
                <a:lnTo>
                  <a:pt x="90" y="95"/>
                </a:lnTo>
                <a:lnTo>
                  <a:pt x="88" y="93"/>
                </a:lnTo>
                <a:lnTo>
                  <a:pt x="86" y="91"/>
                </a:lnTo>
                <a:lnTo>
                  <a:pt x="84" y="91"/>
                </a:lnTo>
                <a:lnTo>
                  <a:pt x="82" y="89"/>
                </a:lnTo>
                <a:lnTo>
                  <a:pt x="79" y="88"/>
                </a:lnTo>
                <a:lnTo>
                  <a:pt x="76" y="87"/>
                </a:lnTo>
                <a:lnTo>
                  <a:pt x="73" y="87"/>
                </a:lnTo>
                <a:lnTo>
                  <a:pt x="70" y="86"/>
                </a:lnTo>
                <a:lnTo>
                  <a:pt x="66" y="86"/>
                </a:lnTo>
                <a:lnTo>
                  <a:pt x="48" y="85"/>
                </a:lnTo>
                <a:lnTo>
                  <a:pt x="43" y="85"/>
                </a:lnTo>
                <a:lnTo>
                  <a:pt x="40" y="85"/>
                </a:lnTo>
                <a:lnTo>
                  <a:pt x="37" y="84"/>
                </a:lnTo>
                <a:lnTo>
                  <a:pt x="34" y="83"/>
                </a:lnTo>
                <a:lnTo>
                  <a:pt x="34" y="82"/>
                </a:lnTo>
                <a:lnTo>
                  <a:pt x="33" y="81"/>
                </a:lnTo>
                <a:lnTo>
                  <a:pt x="32" y="80"/>
                </a:lnTo>
                <a:lnTo>
                  <a:pt x="31" y="79"/>
                </a:lnTo>
                <a:lnTo>
                  <a:pt x="30" y="77"/>
                </a:lnTo>
                <a:lnTo>
                  <a:pt x="30" y="75"/>
                </a:lnTo>
                <a:lnTo>
                  <a:pt x="30" y="74"/>
                </a:lnTo>
                <a:lnTo>
                  <a:pt x="30" y="72"/>
                </a:lnTo>
                <a:lnTo>
                  <a:pt x="31" y="71"/>
                </a:lnTo>
                <a:lnTo>
                  <a:pt x="32" y="70"/>
                </a:lnTo>
                <a:lnTo>
                  <a:pt x="33" y="70"/>
                </a:lnTo>
                <a:lnTo>
                  <a:pt x="33" y="68"/>
                </a:lnTo>
                <a:lnTo>
                  <a:pt x="34" y="68"/>
                </a:lnTo>
                <a:lnTo>
                  <a:pt x="35" y="67"/>
                </a:lnTo>
                <a:lnTo>
                  <a:pt x="38" y="67"/>
                </a:lnTo>
                <a:lnTo>
                  <a:pt x="41" y="67"/>
                </a:lnTo>
                <a:lnTo>
                  <a:pt x="42" y="67"/>
                </a:lnTo>
                <a:lnTo>
                  <a:pt x="42" y="67"/>
                </a:lnTo>
                <a:lnTo>
                  <a:pt x="47" y="67"/>
                </a:lnTo>
                <a:lnTo>
                  <a:pt x="52" y="67"/>
                </a:lnTo>
                <a:lnTo>
                  <a:pt x="57" y="66"/>
                </a:lnTo>
                <a:lnTo>
                  <a:pt x="61" y="64"/>
                </a:lnTo>
                <a:lnTo>
                  <a:pt x="65" y="63"/>
                </a:lnTo>
                <a:lnTo>
                  <a:pt x="68" y="62"/>
                </a:lnTo>
                <a:lnTo>
                  <a:pt x="71" y="60"/>
                </a:lnTo>
                <a:lnTo>
                  <a:pt x="74" y="58"/>
                </a:lnTo>
                <a:lnTo>
                  <a:pt x="77" y="55"/>
                </a:lnTo>
                <a:lnTo>
                  <a:pt x="79" y="53"/>
                </a:lnTo>
                <a:lnTo>
                  <a:pt x="81" y="51"/>
                </a:lnTo>
                <a:lnTo>
                  <a:pt x="82" y="47"/>
                </a:lnTo>
                <a:lnTo>
                  <a:pt x="84" y="44"/>
                </a:lnTo>
                <a:lnTo>
                  <a:pt x="85" y="40"/>
                </a:lnTo>
                <a:lnTo>
                  <a:pt x="86" y="37"/>
                </a:lnTo>
                <a:lnTo>
                  <a:pt x="86" y="33"/>
                </a:lnTo>
                <a:lnTo>
                  <a:pt x="86" y="29"/>
                </a:lnTo>
                <a:lnTo>
                  <a:pt x="86" y="26"/>
                </a:lnTo>
                <a:lnTo>
                  <a:pt x="85" y="23"/>
                </a:lnTo>
                <a:lnTo>
                  <a:pt x="84" y="20"/>
                </a:lnTo>
                <a:lnTo>
                  <a:pt x="82" y="17"/>
                </a:lnTo>
                <a:lnTo>
                  <a:pt x="80" y="14"/>
                </a:lnTo>
                <a:lnTo>
                  <a:pt x="78" y="12"/>
                </a:lnTo>
                <a:lnTo>
                  <a:pt x="75" y="10"/>
                </a:lnTo>
                <a:lnTo>
                  <a:pt x="94" y="10"/>
                </a:lnTo>
                <a:lnTo>
                  <a:pt x="94" y="1"/>
                </a:lnTo>
                <a:lnTo>
                  <a:pt x="70" y="1"/>
                </a:lnTo>
                <a:lnTo>
                  <a:pt x="64" y="1"/>
                </a:lnTo>
                <a:lnTo>
                  <a:pt x="59" y="1"/>
                </a:lnTo>
                <a:lnTo>
                  <a:pt x="57" y="1"/>
                </a:lnTo>
                <a:lnTo>
                  <a:pt x="54" y="0"/>
                </a:lnTo>
                <a:lnTo>
                  <a:pt x="51" y="0"/>
                </a:lnTo>
                <a:lnTo>
                  <a:pt x="48" y="0"/>
                </a:lnTo>
                <a:lnTo>
                  <a:pt x="42" y="0"/>
                </a:lnTo>
                <a:lnTo>
                  <a:pt x="37" y="1"/>
                </a:lnTo>
                <a:lnTo>
                  <a:pt x="32" y="1"/>
                </a:lnTo>
                <a:lnTo>
                  <a:pt x="27" y="2"/>
                </a:lnTo>
                <a:lnTo>
                  <a:pt x="23" y="3"/>
                </a:lnTo>
                <a:lnTo>
                  <a:pt x="19" y="5"/>
                </a:lnTo>
                <a:lnTo>
                  <a:pt x="15" y="6"/>
                </a:lnTo>
                <a:lnTo>
                  <a:pt x="13" y="8"/>
                </a:lnTo>
                <a:lnTo>
                  <a:pt x="10" y="10"/>
                </a:lnTo>
                <a:lnTo>
                  <a:pt x="7" y="12"/>
                </a:lnTo>
                <a:lnTo>
                  <a:pt x="5" y="15"/>
                </a:lnTo>
                <a:lnTo>
                  <a:pt x="4" y="18"/>
                </a:lnTo>
                <a:lnTo>
                  <a:pt x="2" y="21"/>
                </a:lnTo>
                <a:lnTo>
                  <a:pt x="1" y="24"/>
                </a:lnTo>
                <a:lnTo>
                  <a:pt x="1" y="28"/>
                </a:lnTo>
                <a:lnTo>
                  <a:pt x="1" y="32"/>
                </a:lnTo>
                <a:lnTo>
                  <a:pt x="1" y="35"/>
                </a:lnTo>
                <a:lnTo>
                  <a:pt x="1" y="38"/>
                </a:lnTo>
                <a:lnTo>
                  <a:pt x="2" y="42"/>
                </a:lnTo>
                <a:lnTo>
                  <a:pt x="2" y="44"/>
                </a:lnTo>
                <a:lnTo>
                  <a:pt x="3" y="47"/>
                </a:lnTo>
                <a:lnTo>
                  <a:pt x="5" y="50"/>
                </a:lnTo>
                <a:lnTo>
                  <a:pt x="6" y="52"/>
                </a:lnTo>
                <a:lnTo>
                  <a:pt x="7" y="54"/>
                </a:lnTo>
                <a:lnTo>
                  <a:pt x="9" y="56"/>
                </a:lnTo>
                <a:lnTo>
                  <a:pt x="11" y="58"/>
                </a:lnTo>
                <a:lnTo>
                  <a:pt x="13" y="59"/>
                </a:lnTo>
                <a:lnTo>
                  <a:pt x="15" y="61"/>
                </a:lnTo>
                <a:lnTo>
                  <a:pt x="18" y="63"/>
                </a:lnTo>
                <a:lnTo>
                  <a:pt x="21" y="63"/>
                </a:lnTo>
                <a:lnTo>
                  <a:pt x="24" y="64"/>
                </a:lnTo>
                <a:lnTo>
                  <a:pt x="27" y="65"/>
                </a:lnTo>
                <a:lnTo>
                  <a:pt x="24" y="67"/>
                </a:lnTo>
                <a:lnTo>
                  <a:pt x="21" y="68"/>
                </a:lnTo>
                <a:lnTo>
                  <a:pt x="17" y="70"/>
                </a:lnTo>
                <a:lnTo>
                  <a:pt x="14" y="72"/>
                </a:lnTo>
                <a:lnTo>
                  <a:pt x="12" y="75"/>
                </a:lnTo>
                <a:lnTo>
                  <a:pt x="10" y="78"/>
                </a:lnTo>
                <a:lnTo>
                  <a:pt x="9" y="81"/>
                </a:lnTo>
                <a:lnTo>
                  <a:pt x="8" y="84"/>
                </a:lnTo>
                <a:lnTo>
                  <a:pt x="8" y="87"/>
                </a:lnTo>
                <a:lnTo>
                  <a:pt x="8" y="91"/>
                </a:lnTo>
                <a:lnTo>
                  <a:pt x="9" y="93"/>
                </a:lnTo>
                <a:lnTo>
                  <a:pt x="9" y="95"/>
                </a:lnTo>
                <a:lnTo>
                  <a:pt x="10" y="97"/>
                </a:lnTo>
                <a:lnTo>
                  <a:pt x="12" y="99"/>
                </a:lnTo>
                <a:lnTo>
                  <a:pt x="13" y="100"/>
                </a:lnTo>
                <a:lnTo>
                  <a:pt x="16" y="102"/>
                </a:lnTo>
                <a:lnTo>
                  <a:pt x="18" y="102"/>
                </a:lnTo>
                <a:lnTo>
                  <a:pt x="20" y="103"/>
                </a:lnTo>
                <a:lnTo>
                  <a:pt x="17" y="104"/>
                </a:lnTo>
                <a:lnTo>
                  <a:pt x="13" y="106"/>
                </a:lnTo>
                <a:lnTo>
                  <a:pt x="9" y="108"/>
                </a:lnTo>
                <a:lnTo>
                  <a:pt x="6" y="111"/>
                </a:lnTo>
                <a:lnTo>
                  <a:pt x="4" y="113"/>
                </a:lnTo>
                <a:lnTo>
                  <a:pt x="2" y="116"/>
                </a:lnTo>
                <a:lnTo>
                  <a:pt x="1" y="120"/>
                </a:lnTo>
                <a:lnTo>
                  <a:pt x="0" y="123"/>
                </a:lnTo>
                <a:lnTo>
                  <a:pt x="0" y="128"/>
                </a:lnTo>
                <a:lnTo>
                  <a:pt x="0" y="131"/>
                </a:lnTo>
                <a:lnTo>
                  <a:pt x="1" y="135"/>
                </a:lnTo>
                <a:lnTo>
                  <a:pt x="1" y="137"/>
                </a:lnTo>
                <a:lnTo>
                  <a:pt x="2" y="139"/>
                </a:lnTo>
                <a:lnTo>
                  <a:pt x="4" y="142"/>
                </a:lnTo>
                <a:lnTo>
                  <a:pt x="6" y="144"/>
                </a:lnTo>
                <a:lnTo>
                  <a:pt x="8" y="146"/>
                </a:lnTo>
                <a:lnTo>
                  <a:pt x="10" y="147"/>
                </a:lnTo>
                <a:lnTo>
                  <a:pt x="13" y="150"/>
                </a:lnTo>
                <a:lnTo>
                  <a:pt x="16" y="151"/>
                </a:lnTo>
                <a:lnTo>
                  <a:pt x="20" y="152"/>
                </a:lnTo>
                <a:lnTo>
                  <a:pt x="23" y="153"/>
                </a:lnTo>
                <a:lnTo>
                  <a:pt x="27" y="155"/>
                </a:lnTo>
                <a:lnTo>
                  <a:pt x="32" y="155"/>
                </a:lnTo>
                <a:lnTo>
                  <a:pt x="36" y="155"/>
                </a:lnTo>
                <a:lnTo>
                  <a:pt x="42" y="156"/>
                </a:lnTo>
                <a:lnTo>
                  <a:pt x="47" y="155"/>
                </a:lnTo>
                <a:lnTo>
                  <a:pt x="54" y="155"/>
                </a:lnTo>
                <a:lnTo>
                  <a:pt x="59" y="153"/>
                </a:lnTo>
                <a:lnTo>
                  <a:pt x="64" y="151"/>
                </a:lnTo>
                <a:lnTo>
                  <a:pt x="70" y="150"/>
                </a:lnTo>
                <a:lnTo>
                  <a:pt x="74" y="148"/>
                </a:lnTo>
                <a:lnTo>
                  <a:pt x="78" y="146"/>
                </a:lnTo>
                <a:lnTo>
                  <a:pt x="81" y="143"/>
                </a:lnTo>
                <a:lnTo>
                  <a:pt x="84" y="140"/>
                </a:lnTo>
                <a:lnTo>
                  <a:pt x="87" y="137"/>
                </a:lnTo>
                <a:lnTo>
                  <a:pt x="90" y="133"/>
                </a:lnTo>
                <a:lnTo>
                  <a:pt x="91" y="129"/>
                </a:lnTo>
                <a:lnTo>
                  <a:pt x="94" y="126"/>
                </a:lnTo>
                <a:lnTo>
                  <a:pt x="94" y="121"/>
                </a:lnTo>
                <a:lnTo>
                  <a:pt x="95" y="116"/>
                </a:lnTo>
                <a:lnTo>
                  <a:pt x="96" y="111"/>
                </a:lnTo>
                <a:lnTo>
                  <a:pt x="96" y="108"/>
                </a:lnTo>
                <a:lnTo>
                  <a:pt x="95" y="105"/>
                </a:lnTo>
                <a:lnTo>
                  <a:pt x="95" y="103"/>
                </a:lnTo>
                <a:close/>
                <a:moveTo>
                  <a:pt x="30" y="29"/>
                </a:moveTo>
                <a:lnTo>
                  <a:pt x="31" y="23"/>
                </a:lnTo>
                <a:lnTo>
                  <a:pt x="32" y="21"/>
                </a:lnTo>
                <a:lnTo>
                  <a:pt x="32" y="18"/>
                </a:lnTo>
                <a:lnTo>
                  <a:pt x="33" y="16"/>
                </a:lnTo>
                <a:lnTo>
                  <a:pt x="34" y="14"/>
                </a:lnTo>
                <a:lnTo>
                  <a:pt x="34" y="13"/>
                </a:lnTo>
                <a:lnTo>
                  <a:pt x="36" y="11"/>
                </a:lnTo>
                <a:lnTo>
                  <a:pt x="37" y="10"/>
                </a:lnTo>
                <a:lnTo>
                  <a:pt x="38" y="10"/>
                </a:lnTo>
                <a:lnTo>
                  <a:pt x="40" y="9"/>
                </a:lnTo>
                <a:lnTo>
                  <a:pt x="42" y="8"/>
                </a:lnTo>
                <a:lnTo>
                  <a:pt x="43" y="7"/>
                </a:lnTo>
                <a:lnTo>
                  <a:pt x="45" y="7"/>
                </a:lnTo>
                <a:lnTo>
                  <a:pt x="46" y="7"/>
                </a:lnTo>
                <a:lnTo>
                  <a:pt x="47" y="8"/>
                </a:lnTo>
                <a:lnTo>
                  <a:pt x="49" y="9"/>
                </a:lnTo>
                <a:lnTo>
                  <a:pt x="50" y="9"/>
                </a:lnTo>
                <a:lnTo>
                  <a:pt x="51" y="10"/>
                </a:lnTo>
                <a:lnTo>
                  <a:pt x="52" y="11"/>
                </a:lnTo>
                <a:lnTo>
                  <a:pt x="53" y="12"/>
                </a:lnTo>
                <a:lnTo>
                  <a:pt x="54" y="14"/>
                </a:lnTo>
                <a:lnTo>
                  <a:pt x="55" y="17"/>
                </a:lnTo>
                <a:lnTo>
                  <a:pt x="56" y="21"/>
                </a:lnTo>
                <a:lnTo>
                  <a:pt x="58" y="26"/>
                </a:lnTo>
                <a:lnTo>
                  <a:pt x="58" y="31"/>
                </a:lnTo>
                <a:lnTo>
                  <a:pt x="58" y="38"/>
                </a:lnTo>
                <a:lnTo>
                  <a:pt x="57" y="43"/>
                </a:lnTo>
                <a:lnTo>
                  <a:pt x="56" y="48"/>
                </a:lnTo>
                <a:lnTo>
                  <a:pt x="54" y="52"/>
                </a:lnTo>
                <a:lnTo>
                  <a:pt x="53" y="55"/>
                </a:lnTo>
                <a:lnTo>
                  <a:pt x="52" y="55"/>
                </a:lnTo>
                <a:lnTo>
                  <a:pt x="51" y="57"/>
                </a:lnTo>
                <a:lnTo>
                  <a:pt x="50" y="58"/>
                </a:lnTo>
                <a:lnTo>
                  <a:pt x="49" y="59"/>
                </a:lnTo>
                <a:lnTo>
                  <a:pt x="47" y="59"/>
                </a:lnTo>
                <a:lnTo>
                  <a:pt x="46" y="59"/>
                </a:lnTo>
                <a:lnTo>
                  <a:pt x="44" y="59"/>
                </a:lnTo>
                <a:lnTo>
                  <a:pt x="42" y="59"/>
                </a:lnTo>
                <a:lnTo>
                  <a:pt x="41" y="59"/>
                </a:lnTo>
                <a:lnTo>
                  <a:pt x="39" y="59"/>
                </a:lnTo>
                <a:lnTo>
                  <a:pt x="38" y="58"/>
                </a:lnTo>
                <a:lnTo>
                  <a:pt x="37" y="57"/>
                </a:lnTo>
                <a:lnTo>
                  <a:pt x="36" y="56"/>
                </a:lnTo>
                <a:lnTo>
                  <a:pt x="35" y="55"/>
                </a:lnTo>
                <a:lnTo>
                  <a:pt x="34" y="54"/>
                </a:lnTo>
                <a:lnTo>
                  <a:pt x="33" y="50"/>
                </a:lnTo>
                <a:lnTo>
                  <a:pt x="32" y="46"/>
                </a:lnTo>
                <a:lnTo>
                  <a:pt x="31" y="41"/>
                </a:lnTo>
                <a:lnTo>
                  <a:pt x="30" y="35"/>
                </a:lnTo>
                <a:lnTo>
                  <a:pt x="30" y="29"/>
                </a:lnTo>
                <a:close/>
                <a:moveTo>
                  <a:pt x="72" y="122"/>
                </a:moveTo>
                <a:lnTo>
                  <a:pt x="72" y="124"/>
                </a:lnTo>
                <a:lnTo>
                  <a:pt x="72" y="127"/>
                </a:lnTo>
                <a:lnTo>
                  <a:pt x="71" y="129"/>
                </a:lnTo>
                <a:lnTo>
                  <a:pt x="70" y="131"/>
                </a:lnTo>
                <a:lnTo>
                  <a:pt x="70" y="133"/>
                </a:lnTo>
                <a:lnTo>
                  <a:pt x="69" y="135"/>
                </a:lnTo>
                <a:lnTo>
                  <a:pt x="67" y="137"/>
                </a:lnTo>
                <a:lnTo>
                  <a:pt x="66" y="139"/>
                </a:lnTo>
                <a:lnTo>
                  <a:pt x="64" y="140"/>
                </a:lnTo>
                <a:lnTo>
                  <a:pt x="62" y="142"/>
                </a:lnTo>
                <a:lnTo>
                  <a:pt x="61" y="143"/>
                </a:lnTo>
                <a:lnTo>
                  <a:pt x="59" y="143"/>
                </a:lnTo>
                <a:lnTo>
                  <a:pt x="57" y="144"/>
                </a:lnTo>
                <a:lnTo>
                  <a:pt x="54" y="146"/>
                </a:lnTo>
                <a:lnTo>
                  <a:pt x="52" y="146"/>
                </a:lnTo>
                <a:lnTo>
                  <a:pt x="50" y="147"/>
                </a:lnTo>
                <a:lnTo>
                  <a:pt x="47" y="147"/>
                </a:lnTo>
                <a:lnTo>
                  <a:pt x="43" y="147"/>
                </a:lnTo>
                <a:lnTo>
                  <a:pt x="41" y="146"/>
                </a:lnTo>
                <a:lnTo>
                  <a:pt x="38" y="146"/>
                </a:lnTo>
                <a:lnTo>
                  <a:pt x="35" y="145"/>
                </a:lnTo>
                <a:lnTo>
                  <a:pt x="32" y="144"/>
                </a:lnTo>
                <a:lnTo>
                  <a:pt x="30" y="143"/>
                </a:lnTo>
                <a:lnTo>
                  <a:pt x="28" y="142"/>
                </a:lnTo>
                <a:lnTo>
                  <a:pt x="26" y="140"/>
                </a:lnTo>
                <a:lnTo>
                  <a:pt x="25" y="139"/>
                </a:lnTo>
                <a:lnTo>
                  <a:pt x="23" y="137"/>
                </a:lnTo>
                <a:lnTo>
                  <a:pt x="21" y="135"/>
                </a:lnTo>
                <a:lnTo>
                  <a:pt x="21" y="133"/>
                </a:lnTo>
                <a:lnTo>
                  <a:pt x="20" y="131"/>
                </a:lnTo>
                <a:lnTo>
                  <a:pt x="19" y="128"/>
                </a:lnTo>
                <a:lnTo>
                  <a:pt x="18" y="126"/>
                </a:lnTo>
                <a:lnTo>
                  <a:pt x="18" y="123"/>
                </a:lnTo>
                <a:lnTo>
                  <a:pt x="18" y="121"/>
                </a:lnTo>
                <a:lnTo>
                  <a:pt x="18" y="119"/>
                </a:lnTo>
                <a:lnTo>
                  <a:pt x="18" y="118"/>
                </a:lnTo>
                <a:lnTo>
                  <a:pt x="19" y="116"/>
                </a:lnTo>
                <a:lnTo>
                  <a:pt x="19" y="115"/>
                </a:lnTo>
                <a:lnTo>
                  <a:pt x="20" y="112"/>
                </a:lnTo>
                <a:lnTo>
                  <a:pt x="21" y="111"/>
                </a:lnTo>
                <a:lnTo>
                  <a:pt x="21" y="110"/>
                </a:lnTo>
                <a:lnTo>
                  <a:pt x="22" y="109"/>
                </a:lnTo>
                <a:lnTo>
                  <a:pt x="23" y="107"/>
                </a:lnTo>
                <a:lnTo>
                  <a:pt x="25" y="107"/>
                </a:lnTo>
                <a:lnTo>
                  <a:pt x="26" y="106"/>
                </a:lnTo>
                <a:lnTo>
                  <a:pt x="29" y="105"/>
                </a:lnTo>
                <a:lnTo>
                  <a:pt x="33" y="104"/>
                </a:lnTo>
                <a:lnTo>
                  <a:pt x="37" y="103"/>
                </a:lnTo>
                <a:lnTo>
                  <a:pt x="42" y="103"/>
                </a:lnTo>
                <a:lnTo>
                  <a:pt x="46" y="103"/>
                </a:lnTo>
                <a:lnTo>
                  <a:pt x="49" y="103"/>
                </a:lnTo>
                <a:lnTo>
                  <a:pt x="52" y="104"/>
                </a:lnTo>
                <a:lnTo>
                  <a:pt x="55" y="104"/>
                </a:lnTo>
                <a:lnTo>
                  <a:pt x="58" y="105"/>
                </a:lnTo>
                <a:lnTo>
                  <a:pt x="61" y="106"/>
                </a:lnTo>
                <a:lnTo>
                  <a:pt x="63" y="107"/>
                </a:lnTo>
                <a:lnTo>
                  <a:pt x="65" y="108"/>
                </a:lnTo>
                <a:lnTo>
                  <a:pt x="67" y="109"/>
                </a:lnTo>
                <a:lnTo>
                  <a:pt x="68" y="111"/>
                </a:lnTo>
                <a:lnTo>
                  <a:pt x="70" y="112"/>
                </a:lnTo>
                <a:lnTo>
                  <a:pt x="71" y="115"/>
                </a:lnTo>
                <a:lnTo>
                  <a:pt x="71" y="117"/>
                </a:lnTo>
                <a:lnTo>
                  <a:pt x="72" y="119"/>
                </a:lnTo>
                <a:lnTo>
                  <a:pt x="72" y="12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040" rIns="90000" bIns="23040" anchor="ctr">
            <a:noAutofit/>
          </a:bodyPr>
          <a:lstStyle/>
          <a:p>
            <a:endParaRPr/>
          </a:p>
        </p:txBody>
      </p:sp>
      <p:sp>
        <p:nvSpPr>
          <p:cNvPr id="429" name="iṧḷïḍe">
            <a:extLst>
              <a:ext uri="{FF2B5EF4-FFF2-40B4-BE49-F238E27FC236}">
                <a16:creationId xmlns:a16="http://schemas.microsoft.com/office/drawing/2014/main" id="{AEFCE664-4384-4B81-A7D2-04B59A29CC38}"/>
              </a:ext>
            </a:extLst>
          </p:cNvPr>
          <p:cNvSpPr>
            <a:spLocks noGrp="1"/>
          </p:cNvSpPr>
          <p:nvPr/>
        </p:nvSpPr>
        <p:spPr>
          <a:xfrm>
            <a:off x="2971800" y="956160"/>
            <a:ext cx="42480" cy="66600"/>
          </a:xfrm>
          <a:custGeom>
            <a:avLst/>
            <a:gdLst>
              <a:gd name="textAreaLeft" fmla="*/ 0 w 42480"/>
              <a:gd name="textAreaRight" fmla="*/ 42840 w 42480"/>
              <a:gd name="textAreaTop" fmla="*/ 0 h 66600"/>
              <a:gd name="textAreaBottom" fmla="*/ 66960 h 66600"/>
              <a:gd name="GluePoint1X" fmla="*/ 96 w 98"/>
              <a:gd name="GluePoint1Y" fmla="*/ 0 h 153"/>
              <a:gd name="GluePoint2X" fmla="*/ 93 w 98"/>
              <a:gd name="GluePoint2Y" fmla="*/ 0 h 153"/>
              <a:gd name="GluePoint3X" fmla="*/ 91 w 98"/>
              <a:gd name="GluePoint3Y" fmla="*/ 0 h 153"/>
              <a:gd name="GluePoint4X" fmla="*/ 89 w 98"/>
              <a:gd name="GluePoint4Y" fmla="*/ 0 h 153"/>
              <a:gd name="GluePoint5X" fmla="*/ 87 w 98"/>
              <a:gd name="GluePoint5Y" fmla="*/ 0 h 153"/>
              <a:gd name="GluePoint6X" fmla="*/ 85 w 98"/>
              <a:gd name="GluePoint6Y" fmla="*/ 0 h 153"/>
              <a:gd name="GluePoint7X" fmla="*/ 83 w 98"/>
              <a:gd name="GluePoint7Y" fmla="*/ 0 h 153"/>
              <a:gd name="GluePoint8X" fmla="*/ 81 w 98"/>
              <a:gd name="GluePoint8Y" fmla="*/ 0 h 153"/>
              <a:gd name="GluePoint9X" fmla="*/ 76 w 98"/>
              <a:gd name="GluePoint9Y" fmla="*/ 11 h 153"/>
              <a:gd name="GluePoint10X" fmla="*/ 72 w 98"/>
              <a:gd name="GluePoint10Y" fmla="*/ 21 h 153"/>
              <a:gd name="GluePoint11X" fmla="*/ 68 w 98"/>
              <a:gd name="GluePoint11Y" fmla="*/ 32 h 153"/>
              <a:gd name="GluePoint12X" fmla="*/ 64 w 98"/>
              <a:gd name="GluePoint12Y" fmla="*/ 44 h 153"/>
              <a:gd name="GluePoint13X" fmla="*/ 56 w 98"/>
              <a:gd name="GluePoint13Y" fmla="*/ 65 h 153"/>
              <a:gd name="GluePoint14X" fmla="*/ 55 w 98"/>
              <a:gd name="GluePoint14Y" fmla="*/ 62 h 153"/>
              <a:gd name="GluePoint15X" fmla="*/ 53 w 98"/>
              <a:gd name="GluePoint15Y" fmla="*/ 59 h 153"/>
              <a:gd name="GluePoint16X" fmla="*/ 52 w 98"/>
              <a:gd name="GluePoint16Y" fmla="*/ 55 h 153"/>
              <a:gd name="GluePoint17X" fmla="*/ 50 w 98"/>
              <a:gd name="GluePoint17Y" fmla="*/ 50 h 153"/>
              <a:gd name="GluePoint18X" fmla="*/ 47 w 98"/>
              <a:gd name="GluePoint18Y" fmla="*/ 42 h 153"/>
              <a:gd name="GluePoint19X" fmla="*/ 44 w 98"/>
              <a:gd name="GluePoint19Y" fmla="*/ 35 h 153"/>
              <a:gd name="GluePoint20X" fmla="*/ 42 w 98"/>
              <a:gd name="GluePoint20Y" fmla="*/ 28 h 153"/>
              <a:gd name="GluePoint21X" fmla="*/ 39 w 98"/>
              <a:gd name="GluePoint21Y" fmla="*/ 21 h 153"/>
              <a:gd name="GluePoint22X" fmla="*/ 37 w 98"/>
              <a:gd name="GluePoint22Y" fmla="*/ 15 h 153"/>
              <a:gd name="GluePoint23X" fmla="*/ 35 w 98"/>
              <a:gd name="GluePoint23Y" fmla="*/ 9 h 153"/>
              <a:gd name="GluePoint24X" fmla="*/ 33 w 98"/>
              <a:gd name="GluePoint24Y" fmla="*/ 4 h 153"/>
              <a:gd name="GluePoint25X" fmla="*/ 32 w 98"/>
              <a:gd name="GluePoint25Y" fmla="*/ 0 h 153"/>
              <a:gd name="GluePoint26X" fmla="*/ 28 w 98"/>
              <a:gd name="GluePoint26Y" fmla="*/ 0 h 153"/>
              <a:gd name="GluePoint27X" fmla="*/ 24 w 98"/>
              <a:gd name="GluePoint27Y" fmla="*/ 0 h 153"/>
              <a:gd name="GluePoint28X" fmla="*/ 20 w 98"/>
              <a:gd name="GluePoint28Y" fmla="*/ 0 h 153"/>
              <a:gd name="GluePoint29X" fmla="*/ 16 w 98"/>
              <a:gd name="GluePoint29Y" fmla="*/ 0 h 153"/>
              <a:gd name="GluePoint30X" fmla="*/ 12 w 98"/>
              <a:gd name="GluePoint30Y" fmla="*/ 0 h 153"/>
              <a:gd name="GluePoint31X" fmla="*/ 8 w 98"/>
              <a:gd name="GluePoint31Y" fmla="*/ 0 h 153"/>
              <a:gd name="GluePoint32X" fmla="*/ 4 w 98"/>
              <a:gd name="GluePoint32Y" fmla="*/ 0 h 153"/>
              <a:gd name="GluePoint33X" fmla="*/ 0 w 98"/>
              <a:gd name="GluePoint33Y" fmla="*/ 0 h 153"/>
              <a:gd name="GluePoint34X" fmla="*/ 43 w 98"/>
              <a:gd name="GluePoint34Y" fmla="*/ 100 h 153"/>
              <a:gd name="GluePoint35X" fmla="*/ 16 w 98"/>
              <a:gd name="GluePoint35Y" fmla="*/ 153 h 153"/>
              <a:gd name="GluePoint36X" fmla="*/ 20 w 98"/>
              <a:gd name="GluePoint36Y" fmla="*/ 153 h 153"/>
              <a:gd name="GluePoint37X" fmla="*/ 24 w 98"/>
              <a:gd name="GluePoint37Y" fmla="*/ 153 h 153"/>
              <a:gd name="GluePoint38X" fmla="*/ 28 w 98"/>
              <a:gd name="GluePoint38Y" fmla="*/ 153 h 153"/>
              <a:gd name="GluePoint39X" fmla="*/ 33 w 98"/>
              <a:gd name="GluePoint39Y" fmla="*/ 153 h 153"/>
              <a:gd name="GluePoint40X" fmla="*/ 37 w 98"/>
              <a:gd name="GluePoint40Y" fmla="*/ 141 h 153"/>
              <a:gd name="GluePoint41X" fmla="*/ 42 w 98"/>
              <a:gd name="GluePoint41Y" fmla="*/ 130 h 153"/>
              <a:gd name="GluePoint42X" fmla="*/ 46 w 98"/>
              <a:gd name="GluePoint42Y" fmla="*/ 118 h 153"/>
              <a:gd name="GluePoint43X" fmla="*/ 52 w 98"/>
              <a:gd name="GluePoint43Y" fmla="*/ 105 h 153"/>
              <a:gd name="GluePoint44X" fmla="*/ 57 w 98"/>
              <a:gd name="GluePoint44Y" fmla="*/ 92 h 153"/>
              <a:gd name="GluePoint45X" fmla="*/ 64 w 98"/>
              <a:gd name="GluePoint45Y" fmla="*/ 77 h 153"/>
              <a:gd name="GluePoint46X" fmla="*/ 70 w 98"/>
              <a:gd name="GluePoint46Y" fmla="*/ 63 h 153"/>
              <a:gd name="GluePoint47X" fmla="*/ 76 w 98"/>
              <a:gd name="GluePoint47Y" fmla="*/ 48 h 153"/>
              <a:gd name="GluePoint48X" fmla="*/ 98 w 98"/>
              <a:gd name="GluePoint48Y" fmla="*/ 0 h 153"/>
              <a:gd name="GluePoint49X" fmla="*/ 96 w 98"/>
              <a:gd name="GluePoint49Y" fmla="*/ 0 h 153"/>
            </a:gdLst>
            <a:ahLst/>
            <a:cxnLst/>
            <a:rect l="textAreaLeft" t="textAreaTop" r="textAreaRight" b="textAreaBottom"/>
            <a:pathLst>
              <a:path w="98" h="153">
                <a:moveTo>
                  <a:pt x="96" y="0"/>
                </a:moveTo>
                <a:lnTo>
                  <a:pt x="93" y="0"/>
                </a:lnTo>
                <a:lnTo>
                  <a:pt x="91" y="0"/>
                </a:lnTo>
                <a:lnTo>
                  <a:pt x="89" y="0"/>
                </a:lnTo>
                <a:lnTo>
                  <a:pt x="87" y="0"/>
                </a:lnTo>
                <a:lnTo>
                  <a:pt x="85" y="0"/>
                </a:lnTo>
                <a:lnTo>
                  <a:pt x="83" y="0"/>
                </a:lnTo>
                <a:lnTo>
                  <a:pt x="81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50" y="50"/>
                </a:lnTo>
                <a:lnTo>
                  <a:pt x="47" y="42"/>
                </a:lnTo>
                <a:lnTo>
                  <a:pt x="44" y="35"/>
                </a:lnTo>
                <a:lnTo>
                  <a:pt x="42" y="28"/>
                </a:lnTo>
                <a:lnTo>
                  <a:pt x="39" y="21"/>
                </a:lnTo>
                <a:lnTo>
                  <a:pt x="37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3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2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4" y="77"/>
                </a:lnTo>
                <a:lnTo>
                  <a:pt x="70" y="63"/>
                </a:lnTo>
                <a:lnTo>
                  <a:pt x="76" y="48"/>
                </a:lnTo>
                <a:lnTo>
                  <a:pt x="98" y="0"/>
                </a:lnTo>
                <a:lnTo>
                  <a:pt x="9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430" name="PlaceHolder 4">
            <a:extLst>
              <a:ext uri="{FF2B5EF4-FFF2-40B4-BE49-F238E27FC236}">
                <a16:creationId xmlns:a16="http://schemas.microsoft.com/office/drawing/2014/main" id="{B522BE1C-6512-40E3-8A67-669BF9A4AEB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14240" y="3671280"/>
            <a:ext cx="653832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/>
          </a:p>
        </p:txBody>
      </p:sp>
      <p:sp>
        <p:nvSpPr>
          <p:cNvPr id="431" name="PlaceHolder 5">
            <a:extLst>
              <a:ext uri="{FF2B5EF4-FFF2-40B4-BE49-F238E27FC236}">
                <a16:creationId xmlns:a16="http://schemas.microsoft.com/office/drawing/2014/main" id="{9DC3D65A-3575-4894-8EE9-7407E8ED352E}"/>
              </a:ext>
            </a:extLst>
          </p:cNvPr>
          <p:cNvSpPr>
            <a:spLocks noGrp="1"/>
          </p:cNvSpPr>
          <p:nvPr>
            <p:ph type="dt" idx="32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432" name="PlaceHolder 6">
            <a:extLst>
              <a:ext uri="{FF2B5EF4-FFF2-40B4-BE49-F238E27FC236}">
                <a16:creationId xmlns:a16="http://schemas.microsoft.com/office/drawing/2014/main" id="{E3164385-3944-4A91-9B40-9FB0F68771FA}"/>
              </a:ext>
            </a:extLst>
          </p:cNvPr>
          <p:cNvSpPr>
            <a:spLocks noGrp="1"/>
          </p:cNvSpPr>
          <p:nvPr>
            <p:ph type="sldNum" idx="33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DB232B-EC00-4EAD-90BF-20B0474971A5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矩形 86">
            <a:extLst>
              <a:ext uri="{FF2B5EF4-FFF2-40B4-BE49-F238E27FC236}">
                <a16:creationId xmlns:a16="http://schemas.microsoft.com/office/drawing/2014/main" id="{E2263A09-D7E7-4C9B-9ACF-D1C79CE70BF6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>
            <a:extLst>
              <a:ext uri="{FF2B5EF4-FFF2-40B4-BE49-F238E27FC236}">
                <a16:creationId xmlns:a16="http://schemas.microsoft.com/office/drawing/2014/main" id="{AF88BC9F-FA85-418C-B358-B5C991F87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40" y="371160"/>
            <a:ext cx="10858320" cy="6573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0" tIns="45000" rIns="90000" bIns="4500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3200" b="1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单击此处编辑母版标题样式</a:t>
            </a:r>
          </a:p>
        </p:txBody>
      </p:sp>
      <p:sp>
        <p:nvSpPr>
          <p:cNvPr id="435" name="PlaceHolder 2">
            <a:extLst>
              <a:ext uri="{FF2B5EF4-FFF2-40B4-BE49-F238E27FC236}">
                <a16:creationId xmlns:a16="http://schemas.microsoft.com/office/drawing/2014/main" id="{4940946A-2181-47FB-BC4B-1C1D31E09C96}"/>
              </a:ext>
            </a:extLst>
          </p:cNvPr>
          <p:cNvSpPr>
            <a:spLocks noGrp="1"/>
          </p:cNvSpPr>
          <p:nvPr>
            <p:ph type="dt" idx="34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436" name="PlaceHolder 3">
            <a:extLst>
              <a:ext uri="{FF2B5EF4-FFF2-40B4-BE49-F238E27FC236}">
                <a16:creationId xmlns:a16="http://schemas.microsoft.com/office/drawing/2014/main" id="{CF1008BE-3A12-40AD-8FBC-36BE63BF37C6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580F41-3D44-4CC9-8DE9-FC78BB831C50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矩形 4">
            <a:extLst>
              <a:ext uri="{FF2B5EF4-FFF2-40B4-BE49-F238E27FC236}">
                <a16:creationId xmlns:a16="http://schemas.microsoft.com/office/drawing/2014/main" id="{45E00A23-66E9-4035-A621-5E688D7D44FE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438" name="PlaceHolder 4">
            <a:extLst>
              <a:ext uri="{FF2B5EF4-FFF2-40B4-BE49-F238E27FC236}">
                <a16:creationId xmlns:a16="http://schemas.microsoft.com/office/drawing/2014/main" id="{21EFEC22-C6BE-4866-93C0-2364E1CB4E8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440040" y="1497960"/>
            <a:ext cx="3987360" cy="3571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>
            <a:extLst>
              <a:ext uri="{FF2B5EF4-FFF2-40B4-BE49-F238E27FC236}">
                <a16:creationId xmlns:a16="http://schemas.microsoft.com/office/drawing/2014/main" id="{5DD1DE32-BA9D-4D2F-A557-26E63B451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40" y="371160"/>
            <a:ext cx="10858320" cy="6573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0" tIns="45000" rIns="90000" bIns="4500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3200" b="1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单击此处编辑母版标题样式</a:t>
            </a:r>
          </a:p>
        </p:txBody>
      </p:sp>
      <p:sp>
        <p:nvSpPr>
          <p:cNvPr id="440" name="PlaceHolder 2">
            <a:extLst>
              <a:ext uri="{FF2B5EF4-FFF2-40B4-BE49-F238E27FC236}">
                <a16:creationId xmlns:a16="http://schemas.microsoft.com/office/drawing/2014/main" id="{89B48DFE-EEE3-4A24-92AF-3598B3A19DDE}"/>
              </a:ext>
            </a:extLst>
          </p:cNvPr>
          <p:cNvSpPr>
            <a:spLocks noGrp="1"/>
          </p:cNvSpPr>
          <p:nvPr>
            <p:ph type="dt" idx="36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441" name="PlaceHolder 3">
            <a:extLst>
              <a:ext uri="{FF2B5EF4-FFF2-40B4-BE49-F238E27FC236}">
                <a16:creationId xmlns:a16="http://schemas.microsoft.com/office/drawing/2014/main" id="{F61F31F5-4151-4CF6-B83D-599CFA131708}"/>
              </a:ext>
            </a:extLst>
          </p:cNvPr>
          <p:cNvSpPr>
            <a:spLocks noGrp="1"/>
          </p:cNvSpPr>
          <p:nvPr>
            <p:ph type="sldNum" idx="37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10CB25-B7F8-43CB-A740-5E3C7A1C0EF9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2" name="矩形 4">
            <a:extLst>
              <a:ext uri="{FF2B5EF4-FFF2-40B4-BE49-F238E27FC236}">
                <a16:creationId xmlns:a16="http://schemas.microsoft.com/office/drawing/2014/main" id="{7508C44F-8967-4572-A12C-85B24E366882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443" name="PlaceHolder 4">
            <a:extLst>
              <a:ext uri="{FF2B5EF4-FFF2-40B4-BE49-F238E27FC236}">
                <a16:creationId xmlns:a16="http://schemas.microsoft.com/office/drawing/2014/main" id="{BD8D5145-E6A8-4D7F-B0F2-4DB9C1758A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964400" y="1755000"/>
            <a:ext cx="2250360" cy="389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>
            <a:extLst>
              <a:ext uri="{FF2B5EF4-FFF2-40B4-BE49-F238E27FC236}">
                <a16:creationId xmlns:a16="http://schemas.microsoft.com/office/drawing/2014/main" id="{70E8A756-681A-46A2-AEA2-8953ACCF6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40" y="371160"/>
            <a:ext cx="10858320" cy="6573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0" tIns="45000" rIns="90000" bIns="4500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3200" b="1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单击此处编辑母版标题样式</a:t>
            </a:r>
          </a:p>
        </p:txBody>
      </p:sp>
      <p:sp>
        <p:nvSpPr>
          <p:cNvPr id="445" name="PlaceHolder 2">
            <a:extLst>
              <a:ext uri="{FF2B5EF4-FFF2-40B4-BE49-F238E27FC236}">
                <a16:creationId xmlns:a16="http://schemas.microsoft.com/office/drawing/2014/main" id="{309D8DFD-C36D-4765-93A7-4436ED173FED}"/>
              </a:ext>
            </a:extLst>
          </p:cNvPr>
          <p:cNvSpPr>
            <a:spLocks noGrp="1"/>
          </p:cNvSpPr>
          <p:nvPr>
            <p:ph type="dt" idx="38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446" name="PlaceHolder 3">
            <a:extLst>
              <a:ext uri="{FF2B5EF4-FFF2-40B4-BE49-F238E27FC236}">
                <a16:creationId xmlns:a16="http://schemas.microsoft.com/office/drawing/2014/main" id="{7600CF67-0B65-4183-AC25-FA488E85AB76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ECE17B-6B55-41CF-97E8-550157C886DF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7" name="矩形 4">
            <a:extLst>
              <a:ext uri="{FF2B5EF4-FFF2-40B4-BE49-F238E27FC236}">
                <a16:creationId xmlns:a16="http://schemas.microsoft.com/office/drawing/2014/main" id="{2764ED67-7A41-483A-85F0-CF73CB218588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448" name="PlaceHolder 4">
            <a:extLst>
              <a:ext uri="{FF2B5EF4-FFF2-40B4-BE49-F238E27FC236}">
                <a16:creationId xmlns:a16="http://schemas.microsoft.com/office/drawing/2014/main" id="{F3172EC8-E1EC-4AB3-A942-AC5BACA5C94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267160" y="2730960"/>
            <a:ext cx="1657080" cy="1657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>
            <a:extLst>
              <a:ext uri="{FF2B5EF4-FFF2-40B4-BE49-F238E27FC236}">
                <a16:creationId xmlns:a16="http://schemas.microsoft.com/office/drawing/2014/main" id="{3D6D1B0B-EB41-4426-BE36-3B1B44F94DC6}"/>
              </a:ext>
            </a:extLst>
          </p:cNvPr>
          <p:cNvSpPr>
            <a:spLocks noGrp="1"/>
          </p:cNvSpPr>
          <p:nvPr>
            <p:ph type="dt" idx="40"/>
          </p:nvPr>
        </p:nvSpPr>
        <p:spPr>
          <a:xfrm>
            <a:off x="660240" y="6235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rm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450" name="PlaceHolder 2">
            <a:extLst>
              <a:ext uri="{FF2B5EF4-FFF2-40B4-BE49-F238E27FC236}">
                <a16:creationId xmlns:a16="http://schemas.microsoft.com/office/drawing/2014/main" id="{AE7CF1F7-B2A9-4715-A8A8-D8A4E3DB089F}"/>
              </a:ext>
            </a:extLst>
          </p:cNvPr>
          <p:cNvSpPr>
            <a:spLocks noGrp="1"/>
          </p:cNvSpPr>
          <p:nvPr>
            <p:ph type="sldNum" idx="41"/>
          </p:nvPr>
        </p:nvSpPr>
        <p:spPr>
          <a:xfrm>
            <a:off x="8759160" y="623556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AC6F12-C482-46BB-A2BB-75AE4EFEBA10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3" name="ïṥ1íďe">
            <a:extLst>
              <a:ext uri="{FF2B5EF4-FFF2-40B4-BE49-F238E27FC236}">
                <a16:creationId xmlns:a16="http://schemas.microsoft.com/office/drawing/2014/main" id="{DF6989B0-208A-44E3-8D51-50B6AF6C194C}"/>
              </a:ext>
            </a:extLst>
          </p:cNvPr>
          <p:cNvSpPr>
            <a:spLocks noGrp="1"/>
          </p:cNvSpPr>
          <p:nvPr/>
        </p:nvSpPr>
        <p:spPr>
          <a:xfrm>
            <a:off x="847080" y="613080"/>
            <a:ext cx="320400" cy="320400"/>
          </a:xfrm>
          <a:prstGeom prst="ellipse">
            <a:avLst/>
          </a:prstGeom>
          <a:gradFill rotWithShape="0">
            <a:gsLst>
              <a:gs pos="14000">
                <a:srgbClr val="1584C9"/>
              </a:gs>
              <a:gs pos="100000">
                <a:srgbClr val="FFFFFF"/>
              </a:gs>
            </a:gsLst>
            <a:lin ang="5400000"/>
          </a:gradFill>
          <a:ln w="126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54" name="iṣḷîḍé">
            <a:extLst>
              <a:ext uri="{FF2B5EF4-FFF2-40B4-BE49-F238E27FC236}">
                <a16:creationId xmlns:a16="http://schemas.microsoft.com/office/drawing/2014/main" id="{86553E64-3749-4B62-A602-40724B408246}"/>
              </a:ext>
            </a:extLst>
          </p:cNvPr>
          <p:cNvSpPr>
            <a:spLocks noGrp="1"/>
          </p:cNvSpPr>
          <p:nvPr/>
        </p:nvSpPr>
        <p:spPr>
          <a:xfrm>
            <a:off x="946080" y="917280"/>
            <a:ext cx="124560" cy="12240"/>
          </a:xfrm>
          <a:custGeom>
            <a:avLst/>
            <a:gdLst>
              <a:gd name="textAreaLeft" fmla="*/ 0 w 124560"/>
              <a:gd name="textAreaRight" fmla="*/ 124920 w 124560"/>
              <a:gd name="textAreaTop" fmla="*/ 0 h 12240"/>
              <a:gd name="textAreaBottom" fmla="*/ 12600 h 12240"/>
              <a:gd name="GluePoint1X" fmla="*/ 0 w 286"/>
              <a:gd name="GluePoint1Y" fmla="*/ 0 h 29"/>
              <a:gd name="GluePoint2X" fmla="*/ 286 w 286"/>
              <a:gd name="GluePoint2Y" fmla="*/ 0 h 29"/>
              <a:gd name="GluePoint3X" fmla="*/ 278 w 286"/>
              <a:gd name="GluePoint3Y" fmla="*/ 4 h 29"/>
              <a:gd name="GluePoint4X" fmla="*/ 269 w 286"/>
              <a:gd name="GluePoint4Y" fmla="*/ 7 h 29"/>
              <a:gd name="GluePoint5X" fmla="*/ 261 w 286"/>
              <a:gd name="GluePoint5Y" fmla="*/ 10 h 29"/>
              <a:gd name="GluePoint6X" fmla="*/ 253 w 286"/>
              <a:gd name="GluePoint6Y" fmla="*/ 13 h 29"/>
              <a:gd name="GluePoint7X" fmla="*/ 244 w 286"/>
              <a:gd name="GluePoint7Y" fmla="*/ 15 h 29"/>
              <a:gd name="GluePoint8X" fmla="*/ 236 w 286"/>
              <a:gd name="GluePoint8Y" fmla="*/ 17 h 29"/>
              <a:gd name="GluePoint9X" fmla="*/ 227 w 286"/>
              <a:gd name="GluePoint9Y" fmla="*/ 20 h 29"/>
              <a:gd name="GluePoint10X" fmla="*/ 218 w 286"/>
              <a:gd name="GluePoint10Y" fmla="*/ 21 h 29"/>
              <a:gd name="GluePoint11X" fmla="*/ 208 w 286"/>
              <a:gd name="GluePoint11Y" fmla="*/ 23 h 29"/>
              <a:gd name="GluePoint12X" fmla="*/ 200 w 286"/>
              <a:gd name="GluePoint12Y" fmla="*/ 25 h 29"/>
              <a:gd name="GluePoint13X" fmla="*/ 190 w 286"/>
              <a:gd name="GluePoint13Y" fmla="*/ 26 h 29"/>
              <a:gd name="GluePoint14X" fmla="*/ 181 w 286"/>
              <a:gd name="GluePoint14Y" fmla="*/ 27 h 29"/>
              <a:gd name="GluePoint15X" fmla="*/ 172 w 286"/>
              <a:gd name="GluePoint15Y" fmla="*/ 29 h 29"/>
              <a:gd name="GluePoint16X" fmla="*/ 162 w 286"/>
              <a:gd name="GluePoint16Y" fmla="*/ 29 h 29"/>
              <a:gd name="GluePoint17X" fmla="*/ 153 w 286"/>
              <a:gd name="GluePoint17Y" fmla="*/ 29 h 29"/>
              <a:gd name="GluePoint18X" fmla="*/ 143 w 286"/>
              <a:gd name="GluePoint18Y" fmla="*/ 29 h 29"/>
              <a:gd name="GluePoint19X" fmla="*/ 134 w 286"/>
              <a:gd name="GluePoint19Y" fmla="*/ 29 h 29"/>
              <a:gd name="GluePoint20X" fmla="*/ 125 w 286"/>
              <a:gd name="GluePoint20Y" fmla="*/ 29 h 29"/>
              <a:gd name="GluePoint21X" fmla="*/ 115 w 286"/>
              <a:gd name="GluePoint21Y" fmla="*/ 29 h 29"/>
              <a:gd name="GluePoint22X" fmla="*/ 106 w 286"/>
              <a:gd name="GluePoint22Y" fmla="*/ 27 h 29"/>
              <a:gd name="GluePoint23X" fmla="*/ 97 w 286"/>
              <a:gd name="GluePoint23Y" fmla="*/ 26 h 29"/>
              <a:gd name="GluePoint24X" fmla="*/ 87 w 286"/>
              <a:gd name="GluePoint24Y" fmla="*/ 25 h 29"/>
              <a:gd name="GluePoint25X" fmla="*/ 79 w 286"/>
              <a:gd name="GluePoint25Y" fmla="*/ 23 h 29"/>
              <a:gd name="GluePoint26X" fmla="*/ 69 w 286"/>
              <a:gd name="GluePoint26Y" fmla="*/ 21 h 29"/>
              <a:gd name="GluePoint27X" fmla="*/ 60 w 286"/>
              <a:gd name="GluePoint27Y" fmla="*/ 20 h 29"/>
              <a:gd name="GluePoint28X" fmla="*/ 51 w 286"/>
              <a:gd name="GluePoint28Y" fmla="*/ 17 h 29"/>
              <a:gd name="GluePoint29X" fmla="*/ 43 w 286"/>
              <a:gd name="GluePoint29Y" fmla="*/ 15 h 29"/>
              <a:gd name="GluePoint30X" fmla="*/ 34 w 286"/>
              <a:gd name="GluePoint30Y" fmla="*/ 13 h 29"/>
              <a:gd name="GluePoint31X" fmla="*/ 26 w 286"/>
              <a:gd name="GluePoint31Y" fmla="*/ 10 h 29"/>
              <a:gd name="GluePoint32X" fmla="*/ 17 w 286"/>
              <a:gd name="GluePoint32Y" fmla="*/ 7 h 29"/>
              <a:gd name="GluePoint33X" fmla="*/ 9 w 286"/>
              <a:gd name="GluePoint33Y" fmla="*/ 4 h 29"/>
              <a:gd name="GluePoint34X" fmla="*/ 0 w 286"/>
              <a:gd name="GluePoint34Y" fmla="*/ 0 h 29"/>
            </a:gdLst>
            <a:ahLst/>
            <a:cxnLst/>
            <a:rect l="textAreaLeft" t="textAreaTop" r="textAreaRight" b="textAreaBottom"/>
            <a:pathLst>
              <a:path w="286" h="29">
                <a:moveTo>
                  <a:pt x="0" y="0"/>
                </a:moveTo>
                <a:lnTo>
                  <a:pt x="286" y="0"/>
                </a:lnTo>
                <a:lnTo>
                  <a:pt x="278" y="4"/>
                </a:lnTo>
                <a:lnTo>
                  <a:pt x="269" y="7"/>
                </a:lnTo>
                <a:lnTo>
                  <a:pt x="261" y="10"/>
                </a:lnTo>
                <a:lnTo>
                  <a:pt x="253" y="13"/>
                </a:lnTo>
                <a:lnTo>
                  <a:pt x="244" y="15"/>
                </a:lnTo>
                <a:lnTo>
                  <a:pt x="236" y="17"/>
                </a:lnTo>
                <a:lnTo>
                  <a:pt x="227" y="20"/>
                </a:lnTo>
                <a:lnTo>
                  <a:pt x="218" y="21"/>
                </a:lnTo>
                <a:lnTo>
                  <a:pt x="208" y="23"/>
                </a:lnTo>
                <a:lnTo>
                  <a:pt x="200" y="25"/>
                </a:lnTo>
                <a:lnTo>
                  <a:pt x="190" y="26"/>
                </a:lnTo>
                <a:lnTo>
                  <a:pt x="181" y="27"/>
                </a:lnTo>
                <a:lnTo>
                  <a:pt x="172" y="29"/>
                </a:lnTo>
                <a:lnTo>
                  <a:pt x="162" y="29"/>
                </a:lnTo>
                <a:lnTo>
                  <a:pt x="153" y="29"/>
                </a:lnTo>
                <a:lnTo>
                  <a:pt x="143" y="29"/>
                </a:lnTo>
                <a:lnTo>
                  <a:pt x="134" y="29"/>
                </a:lnTo>
                <a:lnTo>
                  <a:pt x="125" y="29"/>
                </a:lnTo>
                <a:lnTo>
                  <a:pt x="115" y="29"/>
                </a:lnTo>
                <a:lnTo>
                  <a:pt x="106" y="27"/>
                </a:lnTo>
                <a:lnTo>
                  <a:pt x="97" y="26"/>
                </a:lnTo>
                <a:lnTo>
                  <a:pt x="87" y="25"/>
                </a:lnTo>
                <a:lnTo>
                  <a:pt x="79" y="23"/>
                </a:lnTo>
                <a:lnTo>
                  <a:pt x="69" y="21"/>
                </a:lnTo>
                <a:lnTo>
                  <a:pt x="60" y="20"/>
                </a:lnTo>
                <a:lnTo>
                  <a:pt x="51" y="17"/>
                </a:lnTo>
                <a:lnTo>
                  <a:pt x="43" y="15"/>
                </a:lnTo>
                <a:lnTo>
                  <a:pt x="34" y="13"/>
                </a:lnTo>
                <a:lnTo>
                  <a:pt x="26" y="10"/>
                </a:lnTo>
                <a:lnTo>
                  <a:pt x="17" y="7"/>
                </a:lnTo>
                <a:lnTo>
                  <a:pt x="9" y="4"/>
                </a:lnTo>
                <a:lnTo>
                  <a:pt x="0" y="0"/>
                </a:lnTo>
                <a:close/>
              </a:path>
            </a:pathLst>
          </a:custGeom>
          <a:solidFill>
            <a:srgbClr val="F0F4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0" rIns="90000" bIns="-32400" anchor="ctr">
            <a:noAutofit/>
          </a:bodyPr>
          <a:lstStyle/>
          <a:p>
            <a:endParaRPr/>
          </a:p>
        </p:txBody>
      </p:sp>
      <p:sp>
        <p:nvSpPr>
          <p:cNvPr id="455" name="îSlïḋê">
            <a:extLst>
              <a:ext uri="{FF2B5EF4-FFF2-40B4-BE49-F238E27FC236}">
                <a16:creationId xmlns:a16="http://schemas.microsoft.com/office/drawing/2014/main" id="{36A44741-B0D6-470C-ADD9-7291A94B31EA}"/>
              </a:ext>
            </a:extLst>
          </p:cNvPr>
          <p:cNvSpPr>
            <a:spLocks noGrp="1"/>
          </p:cNvSpPr>
          <p:nvPr/>
        </p:nvSpPr>
        <p:spPr>
          <a:xfrm>
            <a:off x="964080" y="923760"/>
            <a:ext cx="88920" cy="5760"/>
          </a:xfrm>
          <a:custGeom>
            <a:avLst/>
            <a:gdLst>
              <a:gd name="textAreaLeft" fmla="*/ 0 w 88920"/>
              <a:gd name="textAreaRight" fmla="*/ 89280 w 88920"/>
              <a:gd name="textAreaTop" fmla="*/ 0 h 5760"/>
              <a:gd name="textAreaBottom" fmla="*/ 6120 h 5760"/>
              <a:gd name="GluePoint1X" fmla="*/ 0 w 204"/>
              <a:gd name="GluePoint1Y" fmla="*/ 0 h 14"/>
              <a:gd name="GluePoint2X" fmla="*/ 204 w 204"/>
              <a:gd name="GluePoint2Y" fmla="*/ 0 h 14"/>
              <a:gd name="GluePoint3X" fmla="*/ 192 w 204"/>
              <a:gd name="GluePoint3Y" fmla="*/ 3 h 14"/>
              <a:gd name="GluePoint4X" fmla="*/ 180 w 204"/>
              <a:gd name="GluePoint4Y" fmla="*/ 6 h 14"/>
              <a:gd name="GluePoint5X" fmla="*/ 167 w 204"/>
              <a:gd name="GluePoint5Y" fmla="*/ 8 h 14"/>
              <a:gd name="GluePoint6X" fmla="*/ 155 w 204"/>
              <a:gd name="GluePoint6Y" fmla="*/ 10 h 14"/>
              <a:gd name="GluePoint7X" fmla="*/ 142 w 204"/>
              <a:gd name="GluePoint7Y" fmla="*/ 12 h 14"/>
              <a:gd name="GluePoint8X" fmla="*/ 129 w 204"/>
              <a:gd name="GluePoint8Y" fmla="*/ 14 h 14"/>
              <a:gd name="GluePoint9X" fmla="*/ 115 w 204"/>
              <a:gd name="GluePoint9Y" fmla="*/ 14 h 14"/>
              <a:gd name="GluePoint10X" fmla="*/ 102 w 204"/>
              <a:gd name="GluePoint10Y" fmla="*/ 14 h 14"/>
              <a:gd name="GluePoint11X" fmla="*/ 90 w 204"/>
              <a:gd name="GluePoint11Y" fmla="*/ 14 h 14"/>
              <a:gd name="GluePoint12X" fmla="*/ 76 w 204"/>
              <a:gd name="GluePoint12Y" fmla="*/ 14 h 14"/>
              <a:gd name="GluePoint13X" fmla="*/ 63 w 204"/>
              <a:gd name="GluePoint13Y" fmla="*/ 12 h 14"/>
              <a:gd name="GluePoint14X" fmla="*/ 50 w 204"/>
              <a:gd name="GluePoint14Y" fmla="*/ 10 h 14"/>
              <a:gd name="GluePoint15X" fmla="*/ 38 w 204"/>
              <a:gd name="GluePoint15Y" fmla="*/ 8 h 14"/>
              <a:gd name="GluePoint16X" fmla="*/ 25 w 204"/>
              <a:gd name="GluePoint16Y" fmla="*/ 6 h 14"/>
              <a:gd name="GluePoint17X" fmla="*/ 13 w 204"/>
              <a:gd name="GluePoint17Y" fmla="*/ 3 h 14"/>
              <a:gd name="GluePoint18X" fmla="*/ 0 w 204"/>
              <a:gd name="GluePoint18Y" fmla="*/ 0 h 14"/>
            </a:gdLst>
            <a:ahLst/>
            <a:cxnLst/>
            <a:rect l="textAreaLeft" t="textAreaTop" r="textAreaRight" b="textAreaBottom"/>
            <a:pathLst>
              <a:path w="204" h="14">
                <a:moveTo>
                  <a:pt x="0" y="0"/>
                </a:moveTo>
                <a:lnTo>
                  <a:pt x="204" y="0"/>
                </a:lnTo>
                <a:lnTo>
                  <a:pt x="192" y="3"/>
                </a:lnTo>
                <a:lnTo>
                  <a:pt x="180" y="6"/>
                </a:lnTo>
                <a:lnTo>
                  <a:pt x="167" y="8"/>
                </a:lnTo>
                <a:lnTo>
                  <a:pt x="155" y="10"/>
                </a:lnTo>
                <a:lnTo>
                  <a:pt x="142" y="12"/>
                </a:lnTo>
                <a:lnTo>
                  <a:pt x="129" y="14"/>
                </a:lnTo>
                <a:lnTo>
                  <a:pt x="115" y="14"/>
                </a:lnTo>
                <a:lnTo>
                  <a:pt x="102" y="14"/>
                </a:lnTo>
                <a:lnTo>
                  <a:pt x="90" y="14"/>
                </a:lnTo>
                <a:lnTo>
                  <a:pt x="76" y="14"/>
                </a:lnTo>
                <a:lnTo>
                  <a:pt x="63" y="12"/>
                </a:lnTo>
                <a:lnTo>
                  <a:pt x="50" y="10"/>
                </a:lnTo>
                <a:lnTo>
                  <a:pt x="38" y="8"/>
                </a:lnTo>
                <a:lnTo>
                  <a:pt x="25" y="6"/>
                </a:lnTo>
                <a:lnTo>
                  <a:pt x="13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8880" rIns="90000" bIns="-38880" anchor="ctr">
            <a:noAutofit/>
          </a:bodyPr>
          <a:lstStyle/>
          <a:p>
            <a:endParaRPr/>
          </a:p>
        </p:txBody>
      </p:sp>
      <p:sp>
        <p:nvSpPr>
          <p:cNvPr id="456" name="ïṡḷîḑè">
            <a:extLst>
              <a:ext uri="{FF2B5EF4-FFF2-40B4-BE49-F238E27FC236}">
                <a16:creationId xmlns:a16="http://schemas.microsoft.com/office/drawing/2014/main" id="{583FB989-1A0E-4E5B-95BC-6C4A4633FD17}"/>
              </a:ext>
            </a:extLst>
          </p:cNvPr>
          <p:cNvSpPr>
            <a:spLocks noGrp="1"/>
          </p:cNvSpPr>
          <p:nvPr/>
        </p:nvSpPr>
        <p:spPr>
          <a:xfrm>
            <a:off x="897840" y="765000"/>
            <a:ext cx="218520" cy="101880"/>
          </a:xfrm>
          <a:custGeom>
            <a:avLst/>
            <a:gdLst>
              <a:gd name="textAreaLeft" fmla="*/ 0 w 218520"/>
              <a:gd name="textAreaRight" fmla="*/ 218880 w 218520"/>
              <a:gd name="textAreaTop" fmla="*/ 0 h 101880"/>
              <a:gd name="textAreaBottom" fmla="*/ 102240 h 101880"/>
              <a:gd name="GluePoint1X" fmla="*/ 294 w 501"/>
              <a:gd name="GluePoint1Y" fmla="*/ 65 h 234"/>
              <a:gd name="GluePoint2X" fmla="*/ 213 w 501"/>
              <a:gd name="GluePoint2Y" fmla="*/ 129 h 234"/>
              <a:gd name="GluePoint3X" fmla="*/ 224 w 501"/>
              <a:gd name="GluePoint3Y" fmla="*/ 52 h 234"/>
              <a:gd name="GluePoint4X" fmla="*/ 203 w 501"/>
              <a:gd name="GluePoint4Y" fmla="*/ 53 h 234"/>
              <a:gd name="GluePoint5X" fmla="*/ 177 w 501"/>
              <a:gd name="GluePoint5Y" fmla="*/ 30 h 234"/>
              <a:gd name="GluePoint6X" fmla="*/ 204 w 501"/>
              <a:gd name="GluePoint6Y" fmla="*/ 20 h 234"/>
              <a:gd name="GluePoint7X" fmla="*/ 180 w 501"/>
              <a:gd name="GluePoint7Y" fmla="*/ 16 h 234"/>
              <a:gd name="GluePoint8X" fmla="*/ 162 w 501"/>
              <a:gd name="GluePoint8Y" fmla="*/ 54 h 234"/>
              <a:gd name="GluePoint9X" fmla="*/ 162 w 501"/>
              <a:gd name="GluePoint9Y" fmla="*/ 45 h 234"/>
              <a:gd name="GluePoint10X" fmla="*/ 175 w 501"/>
              <a:gd name="GluePoint10Y" fmla="*/ 76 h 234"/>
              <a:gd name="GluePoint11X" fmla="*/ 134 w 501"/>
              <a:gd name="GluePoint11Y" fmla="*/ 128 h 234"/>
              <a:gd name="GluePoint12X" fmla="*/ 97 w 501"/>
              <a:gd name="GluePoint12Y" fmla="*/ 50 h 234"/>
              <a:gd name="GluePoint13X" fmla="*/ 30 w 501"/>
              <a:gd name="GluePoint13Y" fmla="*/ 79 h 234"/>
              <a:gd name="GluePoint14X" fmla="*/ 42 w 501"/>
              <a:gd name="GluePoint14Y" fmla="*/ 39 h 234"/>
              <a:gd name="GluePoint15X" fmla="*/ 50 w 501"/>
              <a:gd name="GluePoint15Y" fmla="*/ 59 h 234"/>
              <a:gd name="GluePoint16X" fmla="*/ 34 w 501"/>
              <a:gd name="GluePoint16Y" fmla="*/ 50 h 234"/>
              <a:gd name="GluePoint17X" fmla="*/ 86 w 501"/>
              <a:gd name="GluePoint17Y" fmla="*/ 69 h 234"/>
              <a:gd name="GluePoint18X" fmla="*/ 96 w 501"/>
              <a:gd name="GluePoint18Y" fmla="*/ 71 h 234"/>
              <a:gd name="GluePoint19X" fmla="*/ 166 w 501"/>
              <a:gd name="GluePoint19Y" fmla="*/ 126 h 234"/>
              <a:gd name="GluePoint20X" fmla="*/ 112 w 501"/>
              <a:gd name="GluePoint20Y" fmla="*/ 25 h 234"/>
              <a:gd name="GluePoint21X" fmla="*/ 118 w 501"/>
              <a:gd name="GluePoint21Y" fmla="*/ 48 h 234"/>
              <a:gd name="GluePoint22X" fmla="*/ 106 w 501"/>
              <a:gd name="GluePoint22Y" fmla="*/ 30 h 234"/>
              <a:gd name="GluePoint23X" fmla="*/ 138 w 501"/>
              <a:gd name="GluePoint23Y" fmla="*/ 57 h 234"/>
              <a:gd name="GluePoint24X" fmla="*/ 96 w 501"/>
              <a:gd name="GluePoint24Y" fmla="*/ 94 h 234"/>
              <a:gd name="GluePoint25X" fmla="*/ 96 w 501"/>
              <a:gd name="GluePoint25Y" fmla="*/ 122 h 234"/>
              <a:gd name="GluePoint26X" fmla="*/ 59 w 501"/>
              <a:gd name="GluePoint26Y" fmla="*/ 69 h 234"/>
              <a:gd name="GluePoint27X" fmla="*/ 59 w 501"/>
              <a:gd name="GluePoint27Y" fmla="*/ 82 h 234"/>
              <a:gd name="GluePoint28X" fmla="*/ 13 w 501"/>
              <a:gd name="GluePoint28Y" fmla="*/ 66 h 234"/>
              <a:gd name="GluePoint29X" fmla="*/ 28 w 501"/>
              <a:gd name="GluePoint29Y" fmla="*/ 83 h 234"/>
              <a:gd name="GluePoint30X" fmla="*/ 19 w 501"/>
              <a:gd name="GluePoint30Y" fmla="*/ 176 h 234"/>
              <a:gd name="GluePoint31X" fmla="*/ 5 w 501"/>
              <a:gd name="GluePoint31Y" fmla="*/ 221 h 234"/>
              <a:gd name="GluePoint32X" fmla="*/ 288 w 501"/>
              <a:gd name="GluePoint32Y" fmla="*/ 127 h 234"/>
              <a:gd name="GluePoint33X" fmla="*/ 277 w 501"/>
              <a:gd name="GluePoint33Y" fmla="*/ 54 h 234"/>
              <a:gd name="GluePoint34X" fmla="*/ 322 w 501"/>
              <a:gd name="GluePoint34Y" fmla="*/ 233 h 234"/>
              <a:gd name="GluePoint35X" fmla="*/ 326 w 501"/>
              <a:gd name="GluePoint35Y" fmla="*/ 30 h 234"/>
              <a:gd name="GluePoint36X" fmla="*/ 298 w 501"/>
              <a:gd name="GluePoint36Y" fmla="*/ 17 h 234"/>
              <a:gd name="GluePoint37X" fmla="*/ 323 w 501"/>
              <a:gd name="GluePoint37Y" fmla="*/ 18 h 234"/>
              <a:gd name="GluePoint38X" fmla="*/ 338 w 501"/>
              <a:gd name="GluePoint38Y" fmla="*/ 58 h 234"/>
              <a:gd name="GluePoint39X" fmla="*/ 339 w 501"/>
              <a:gd name="GluePoint39Y" fmla="*/ 43 h 234"/>
              <a:gd name="GluePoint40X" fmla="*/ 375 w 501"/>
              <a:gd name="GluePoint40Y" fmla="*/ 83 h 234"/>
              <a:gd name="GluePoint41X" fmla="*/ 364 w 501"/>
              <a:gd name="GluePoint41Y" fmla="*/ 126 h 234"/>
              <a:gd name="GluePoint42X" fmla="*/ 377 w 501"/>
              <a:gd name="GluePoint42Y" fmla="*/ 50 h 234"/>
              <a:gd name="GluePoint43X" fmla="*/ 377 w 501"/>
              <a:gd name="GluePoint43Y" fmla="*/ 50 h 234"/>
              <a:gd name="GluePoint44X" fmla="*/ 447 w 501"/>
              <a:gd name="GluePoint44Y" fmla="*/ 63 h 234"/>
              <a:gd name="GluePoint45X" fmla="*/ 452 w 501"/>
              <a:gd name="GluePoint45Y" fmla="*/ 58 h 234"/>
              <a:gd name="GluePoint46X" fmla="*/ 469 w 501"/>
              <a:gd name="GluePoint46Y" fmla="*/ 52 h 234"/>
              <a:gd name="GluePoint47X" fmla="*/ 414 w 501"/>
              <a:gd name="GluePoint47Y" fmla="*/ 73 h 234"/>
              <a:gd name="GluePoint48X" fmla="*/ 407 w 501"/>
              <a:gd name="GluePoint48Y" fmla="*/ 71 h 234"/>
              <a:gd name="GluePoint49X" fmla="*/ 338 w 501"/>
              <a:gd name="GluePoint49Y" fmla="*/ 124 h 234"/>
              <a:gd name="GluePoint50X" fmla="*/ 390 w 501"/>
              <a:gd name="GluePoint50Y" fmla="*/ 24 h 234"/>
              <a:gd name="GluePoint51X" fmla="*/ 382 w 501"/>
              <a:gd name="GluePoint51Y" fmla="*/ 48 h 234"/>
              <a:gd name="GluePoint52X" fmla="*/ 397 w 501"/>
              <a:gd name="GluePoint52Y" fmla="*/ 34 h 234"/>
              <a:gd name="GluePoint53X" fmla="*/ 362 w 501"/>
              <a:gd name="GluePoint53Y" fmla="*/ 58 h 234"/>
              <a:gd name="GluePoint54X" fmla="*/ 447 w 501"/>
              <a:gd name="GluePoint54Y" fmla="*/ 110 h 234"/>
              <a:gd name="GluePoint55X" fmla="*/ 405 w 501"/>
              <a:gd name="GluePoint55Y" fmla="*/ 122 h 234"/>
              <a:gd name="GluePoint56X" fmla="*/ 443 w 501"/>
              <a:gd name="GluePoint56Y" fmla="*/ 69 h 234"/>
              <a:gd name="GluePoint57X" fmla="*/ 442 w 501"/>
              <a:gd name="GluePoint57Y" fmla="*/ 82 h 234"/>
              <a:gd name="GluePoint58X" fmla="*/ 488 w 501"/>
              <a:gd name="GluePoint58Y" fmla="*/ 66 h 234"/>
              <a:gd name="GluePoint59X" fmla="*/ 473 w 501"/>
              <a:gd name="GluePoint59Y" fmla="*/ 83 h 234"/>
              <a:gd name="GluePoint60X" fmla="*/ 483 w 501"/>
              <a:gd name="GluePoint60Y" fmla="*/ 176 h 234"/>
              <a:gd name="GluePoint61X" fmla="*/ 496 w 501"/>
              <a:gd name="GluePoint61Y" fmla="*/ 221 h 234"/>
            </a:gdLst>
            <a:ahLst/>
            <a:cxnLst/>
            <a:rect l="textAreaLeft" t="textAreaTop" r="textAreaRight" b="textAreaBottom"/>
            <a:pathLst>
              <a:path w="501" h="234">
                <a:moveTo>
                  <a:pt x="250" y="76"/>
                </a:moveTo>
                <a:lnTo>
                  <a:pt x="294" y="76"/>
                </a:lnTo>
                <a:lnTo>
                  <a:pt x="294" y="103"/>
                </a:lnTo>
                <a:lnTo>
                  <a:pt x="250" y="103"/>
                </a:lnTo>
                <a:lnTo>
                  <a:pt x="207" y="103"/>
                </a:lnTo>
                <a:lnTo>
                  <a:pt x="207" y="76"/>
                </a:lnTo>
                <a:lnTo>
                  <a:pt x="250" y="76"/>
                </a:lnTo>
                <a:lnTo>
                  <a:pt x="250" y="76"/>
                </a:lnTo>
                <a:close/>
                <a:moveTo>
                  <a:pt x="250" y="107"/>
                </a:moveTo>
                <a:lnTo>
                  <a:pt x="250" y="107"/>
                </a:lnTo>
                <a:lnTo>
                  <a:pt x="294" y="107"/>
                </a:lnTo>
                <a:lnTo>
                  <a:pt x="294" y="116"/>
                </a:lnTo>
                <a:lnTo>
                  <a:pt x="252" y="116"/>
                </a:lnTo>
                <a:lnTo>
                  <a:pt x="249" y="116"/>
                </a:lnTo>
                <a:lnTo>
                  <a:pt x="207" y="116"/>
                </a:lnTo>
                <a:lnTo>
                  <a:pt x="207" y="107"/>
                </a:lnTo>
                <a:lnTo>
                  <a:pt x="250" y="107"/>
                </a:lnTo>
                <a:lnTo>
                  <a:pt x="250" y="107"/>
                </a:lnTo>
                <a:close/>
                <a:moveTo>
                  <a:pt x="247" y="65"/>
                </a:moveTo>
                <a:lnTo>
                  <a:pt x="254" y="65"/>
                </a:lnTo>
                <a:lnTo>
                  <a:pt x="294" y="65"/>
                </a:lnTo>
                <a:lnTo>
                  <a:pt x="294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07" y="74"/>
                </a:lnTo>
                <a:lnTo>
                  <a:pt x="207" y="65"/>
                </a:lnTo>
                <a:lnTo>
                  <a:pt x="247" y="65"/>
                </a:lnTo>
                <a:lnTo>
                  <a:pt x="247" y="65"/>
                </a:lnTo>
                <a:close/>
                <a:moveTo>
                  <a:pt x="225" y="118"/>
                </a:moveTo>
                <a:lnTo>
                  <a:pt x="224" y="118"/>
                </a:lnTo>
                <a:lnTo>
                  <a:pt x="222" y="121"/>
                </a:lnTo>
                <a:lnTo>
                  <a:pt x="221" y="122"/>
                </a:lnTo>
                <a:lnTo>
                  <a:pt x="220" y="124"/>
                </a:lnTo>
                <a:lnTo>
                  <a:pt x="218" y="125"/>
                </a:lnTo>
                <a:lnTo>
                  <a:pt x="217" y="126"/>
                </a:lnTo>
                <a:lnTo>
                  <a:pt x="214" y="126"/>
                </a:lnTo>
                <a:lnTo>
                  <a:pt x="214" y="126"/>
                </a:lnTo>
                <a:lnTo>
                  <a:pt x="214" y="127"/>
                </a:lnTo>
                <a:lnTo>
                  <a:pt x="214" y="128"/>
                </a:lnTo>
                <a:lnTo>
                  <a:pt x="213" y="129"/>
                </a:lnTo>
                <a:lnTo>
                  <a:pt x="213" y="130"/>
                </a:lnTo>
                <a:lnTo>
                  <a:pt x="212" y="131"/>
                </a:lnTo>
                <a:lnTo>
                  <a:pt x="211" y="132"/>
                </a:lnTo>
                <a:lnTo>
                  <a:pt x="209" y="133"/>
                </a:lnTo>
                <a:lnTo>
                  <a:pt x="208" y="133"/>
                </a:lnTo>
                <a:lnTo>
                  <a:pt x="208" y="118"/>
                </a:lnTo>
                <a:lnTo>
                  <a:pt x="225" y="118"/>
                </a:lnTo>
                <a:lnTo>
                  <a:pt x="225" y="118"/>
                </a:lnTo>
                <a:close/>
                <a:moveTo>
                  <a:pt x="207" y="62"/>
                </a:moveTo>
                <a:lnTo>
                  <a:pt x="209" y="62"/>
                </a:lnTo>
                <a:lnTo>
                  <a:pt x="212" y="62"/>
                </a:lnTo>
                <a:lnTo>
                  <a:pt x="216" y="62"/>
                </a:lnTo>
                <a:lnTo>
                  <a:pt x="219" y="61"/>
                </a:lnTo>
                <a:lnTo>
                  <a:pt x="221" y="59"/>
                </a:lnTo>
                <a:lnTo>
                  <a:pt x="222" y="58"/>
                </a:lnTo>
                <a:lnTo>
                  <a:pt x="222" y="58"/>
                </a:lnTo>
                <a:lnTo>
                  <a:pt x="223" y="56"/>
                </a:lnTo>
                <a:lnTo>
                  <a:pt x="224" y="54"/>
                </a:lnTo>
                <a:lnTo>
                  <a:pt x="224" y="54"/>
                </a:lnTo>
                <a:lnTo>
                  <a:pt x="224" y="53"/>
                </a:lnTo>
                <a:lnTo>
                  <a:pt x="224" y="52"/>
                </a:lnTo>
                <a:lnTo>
                  <a:pt x="222" y="49"/>
                </a:lnTo>
                <a:lnTo>
                  <a:pt x="220" y="46"/>
                </a:lnTo>
                <a:lnTo>
                  <a:pt x="218" y="45"/>
                </a:lnTo>
                <a:lnTo>
                  <a:pt x="217" y="45"/>
                </a:lnTo>
                <a:lnTo>
                  <a:pt x="215" y="45"/>
                </a:lnTo>
                <a:lnTo>
                  <a:pt x="214" y="46"/>
                </a:lnTo>
                <a:lnTo>
                  <a:pt x="211" y="49"/>
                </a:lnTo>
                <a:lnTo>
                  <a:pt x="209" y="52"/>
                </a:lnTo>
                <a:lnTo>
                  <a:pt x="208" y="53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62"/>
                </a:lnTo>
                <a:lnTo>
                  <a:pt x="207" y="62"/>
                </a:lnTo>
                <a:close/>
                <a:moveTo>
                  <a:pt x="203" y="53"/>
                </a:moveTo>
                <a:lnTo>
                  <a:pt x="179" y="53"/>
                </a:lnTo>
                <a:lnTo>
                  <a:pt x="179" y="233"/>
                </a:lnTo>
                <a:lnTo>
                  <a:pt x="203" y="233"/>
                </a:lnTo>
                <a:lnTo>
                  <a:pt x="203" y="53"/>
                </a:lnTo>
                <a:lnTo>
                  <a:pt x="203" y="53"/>
                </a:lnTo>
                <a:close/>
                <a:moveTo>
                  <a:pt x="206" y="30"/>
                </a:moveTo>
                <a:lnTo>
                  <a:pt x="206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48"/>
                </a:lnTo>
                <a:lnTo>
                  <a:pt x="207" y="49"/>
                </a:lnTo>
                <a:lnTo>
                  <a:pt x="207" y="50"/>
                </a:lnTo>
                <a:lnTo>
                  <a:pt x="206" y="50"/>
                </a:lnTo>
                <a:lnTo>
                  <a:pt x="206" y="50"/>
                </a:lnTo>
                <a:lnTo>
                  <a:pt x="177" y="50"/>
                </a:lnTo>
                <a:lnTo>
                  <a:pt x="176" y="50"/>
                </a:lnTo>
                <a:lnTo>
                  <a:pt x="175" y="50"/>
                </a:lnTo>
                <a:lnTo>
                  <a:pt x="175" y="49"/>
                </a:lnTo>
                <a:lnTo>
                  <a:pt x="175" y="48"/>
                </a:lnTo>
                <a:lnTo>
                  <a:pt x="175" y="30"/>
                </a:lnTo>
                <a:lnTo>
                  <a:pt x="175" y="30"/>
                </a:lnTo>
                <a:lnTo>
                  <a:pt x="175" y="30"/>
                </a:lnTo>
                <a:lnTo>
                  <a:pt x="176" y="30"/>
                </a:lnTo>
                <a:lnTo>
                  <a:pt x="177" y="30"/>
                </a:lnTo>
                <a:lnTo>
                  <a:pt x="206" y="30"/>
                </a:lnTo>
                <a:lnTo>
                  <a:pt x="206" y="30"/>
                </a:lnTo>
                <a:close/>
                <a:moveTo>
                  <a:pt x="190" y="0"/>
                </a:moveTo>
                <a:lnTo>
                  <a:pt x="191" y="0"/>
                </a:lnTo>
                <a:lnTo>
                  <a:pt x="191" y="0"/>
                </a:lnTo>
                <a:lnTo>
                  <a:pt x="192" y="0"/>
                </a:lnTo>
                <a:lnTo>
                  <a:pt x="192" y="0"/>
                </a:lnTo>
                <a:lnTo>
                  <a:pt x="193" y="1"/>
                </a:lnTo>
                <a:lnTo>
                  <a:pt x="194" y="1"/>
                </a:lnTo>
                <a:lnTo>
                  <a:pt x="195" y="2"/>
                </a:lnTo>
                <a:lnTo>
                  <a:pt x="196" y="3"/>
                </a:lnTo>
                <a:lnTo>
                  <a:pt x="198" y="5"/>
                </a:lnTo>
                <a:lnTo>
                  <a:pt x="198" y="7"/>
                </a:lnTo>
                <a:lnTo>
                  <a:pt x="199" y="11"/>
                </a:lnTo>
                <a:lnTo>
                  <a:pt x="199" y="13"/>
                </a:lnTo>
                <a:lnTo>
                  <a:pt x="201" y="14"/>
                </a:lnTo>
                <a:lnTo>
                  <a:pt x="202" y="14"/>
                </a:lnTo>
                <a:lnTo>
                  <a:pt x="202" y="16"/>
                </a:lnTo>
                <a:lnTo>
                  <a:pt x="203" y="17"/>
                </a:lnTo>
                <a:lnTo>
                  <a:pt x="204" y="18"/>
                </a:lnTo>
                <a:lnTo>
                  <a:pt x="204" y="20"/>
                </a:lnTo>
                <a:lnTo>
                  <a:pt x="203" y="22"/>
                </a:lnTo>
                <a:lnTo>
                  <a:pt x="202" y="22"/>
                </a:lnTo>
                <a:lnTo>
                  <a:pt x="202" y="25"/>
                </a:lnTo>
                <a:lnTo>
                  <a:pt x="202" y="26"/>
                </a:lnTo>
                <a:lnTo>
                  <a:pt x="202" y="26"/>
                </a:lnTo>
                <a:lnTo>
                  <a:pt x="202" y="26"/>
                </a:lnTo>
                <a:lnTo>
                  <a:pt x="202" y="27"/>
                </a:lnTo>
                <a:lnTo>
                  <a:pt x="201" y="27"/>
                </a:lnTo>
                <a:lnTo>
                  <a:pt x="191" y="27"/>
                </a:lnTo>
                <a:lnTo>
                  <a:pt x="182" y="27"/>
                </a:lnTo>
                <a:lnTo>
                  <a:pt x="181" y="27"/>
                </a:lnTo>
                <a:lnTo>
                  <a:pt x="181" y="26"/>
                </a:lnTo>
                <a:lnTo>
                  <a:pt x="181" y="26"/>
                </a:lnTo>
                <a:lnTo>
                  <a:pt x="181" y="26"/>
                </a:lnTo>
                <a:lnTo>
                  <a:pt x="181" y="25"/>
                </a:lnTo>
                <a:lnTo>
                  <a:pt x="180" y="22"/>
                </a:lnTo>
                <a:lnTo>
                  <a:pt x="179" y="22"/>
                </a:lnTo>
                <a:lnTo>
                  <a:pt x="178" y="20"/>
                </a:lnTo>
                <a:lnTo>
                  <a:pt x="178" y="18"/>
                </a:lnTo>
                <a:lnTo>
                  <a:pt x="179" y="17"/>
                </a:lnTo>
                <a:lnTo>
                  <a:pt x="180" y="16"/>
                </a:lnTo>
                <a:lnTo>
                  <a:pt x="181" y="14"/>
                </a:lnTo>
                <a:lnTo>
                  <a:pt x="182" y="14"/>
                </a:lnTo>
                <a:lnTo>
                  <a:pt x="183" y="13"/>
                </a:lnTo>
                <a:lnTo>
                  <a:pt x="183" y="11"/>
                </a:lnTo>
                <a:lnTo>
                  <a:pt x="184" y="7"/>
                </a:lnTo>
                <a:lnTo>
                  <a:pt x="186" y="5"/>
                </a:lnTo>
                <a:lnTo>
                  <a:pt x="186" y="3"/>
                </a:lnTo>
                <a:lnTo>
                  <a:pt x="187" y="2"/>
                </a:lnTo>
                <a:lnTo>
                  <a:pt x="188" y="1"/>
                </a:lnTo>
                <a:lnTo>
                  <a:pt x="190" y="1"/>
                </a:lnTo>
                <a:lnTo>
                  <a:pt x="190" y="0"/>
                </a:lnTo>
                <a:lnTo>
                  <a:pt x="190" y="0"/>
                </a:lnTo>
                <a:close/>
                <a:moveTo>
                  <a:pt x="174" y="52"/>
                </a:moveTo>
                <a:lnTo>
                  <a:pt x="174" y="62"/>
                </a:lnTo>
                <a:lnTo>
                  <a:pt x="168" y="62"/>
                </a:lnTo>
                <a:lnTo>
                  <a:pt x="166" y="62"/>
                </a:lnTo>
                <a:lnTo>
                  <a:pt x="166" y="61"/>
                </a:lnTo>
                <a:lnTo>
                  <a:pt x="164" y="59"/>
                </a:lnTo>
                <a:lnTo>
                  <a:pt x="163" y="58"/>
                </a:lnTo>
                <a:lnTo>
                  <a:pt x="162" y="55"/>
                </a:lnTo>
                <a:lnTo>
                  <a:pt x="162" y="54"/>
                </a:lnTo>
                <a:lnTo>
                  <a:pt x="161" y="53"/>
                </a:lnTo>
                <a:lnTo>
                  <a:pt x="159" y="51"/>
                </a:lnTo>
                <a:lnTo>
                  <a:pt x="158" y="50"/>
                </a:lnTo>
                <a:lnTo>
                  <a:pt x="156" y="47"/>
                </a:lnTo>
                <a:lnTo>
                  <a:pt x="156" y="46"/>
                </a:lnTo>
                <a:lnTo>
                  <a:pt x="156" y="46"/>
                </a:lnTo>
                <a:lnTo>
                  <a:pt x="156" y="45"/>
                </a:lnTo>
                <a:lnTo>
                  <a:pt x="157" y="44"/>
                </a:lnTo>
                <a:lnTo>
                  <a:pt x="158" y="42"/>
                </a:lnTo>
                <a:lnTo>
                  <a:pt x="159" y="42"/>
                </a:lnTo>
                <a:lnTo>
                  <a:pt x="160" y="42"/>
                </a:lnTo>
                <a:lnTo>
                  <a:pt x="161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3"/>
                </a:lnTo>
                <a:lnTo>
                  <a:pt x="161" y="44"/>
                </a:lnTo>
                <a:lnTo>
                  <a:pt x="162" y="45"/>
                </a:lnTo>
                <a:lnTo>
                  <a:pt x="162" y="46"/>
                </a:lnTo>
                <a:lnTo>
                  <a:pt x="163" y="46"/>
                </a:lnTo>
                <a:lnTo>
                  <a:pt x="164" y="46"/>
                </a:lnTo>
                <a:lnTo>
                  <a:pt x="166" y="47"/>
                </a:lnTo>
                <a:lnTo>
                  <a:pt x="169" y="48"/>
                </a:lnTo>
                <a:lnTo>
                  <a:pt x="170" y="50"/>
                </a:lnTo>
                <a:lnTo>
                  <a:pt x="171" y="51"/>
                </a:lnTo>
                <a:lnTo>
                  <a:pt x="173" y="52"/>
                </a:lnTo>
                <a:lnTo>
                  <a:pt x="174" y="52"/>
                </a:lnTo>
                <a:lnTo>
                  <a:pt x="174" y="52"/>
                </a:lnTo>
                <a:close/>
                <a:moveTo>
                  <a:pt x="175" y="65"/>
                </a:moveTo>
                <a:lnTo>
                  <a:pt x="168" y="65"/>
                </a:lnTo>
                <a:lnTo>
                  <a:pt x="168" y="74"/>
                </a:lnTo>
                <a:lnTo>
                  <a:pt x="175" y="74"/>
                </a:lnTo>
                <a:lnTo>
                  <a:pt x="175" y="65"/>
                </a:lnTo>
                <a:lnTo>
                  <a:pt x="175" y="65"/>
                </a:lnTo>
                <a:close/>
                <a:moveTo>
                  <a:pt x="175" y="76"/>
                </a:moveTo>
                <a:lnTo>
                  <a:pt x="126" y="76"/>
                </a:lnTo>
                <a:lnTo>
                  <a:pt x="126" y="83"/>
                </a:lnTo>
                <a:lnTo>
                  <a:pt x="175" y="83"/>
                </a:lnTo>
                <a:lnTo>
                  <a:pt x="175" y="76"/>
                </a:lnTo>
                <a:lnTo>
                  <a:pt x="175" y="76"/>
                </a:lnTo>
                <a:close/>
                <a:moveTo>
                  <a:pt x="175" y="86"/>
                </a:moveTo>
                <a:lnTo>
                  <a:pt x="126" y="86"/>
                </a:lnTo>
                <a:lnTo>
                  <a:pt x="126" y="107"/>
                </a:lnTo>
                <a:lnTo>
                  <a:pt x="175" y="107"/>
                </a:lnTo>
                <a:lnTo>
                  <a:pt x="175" y="86"/>
                </a:lnTo>
                <a:lnTo>
                  <a:pt x="175" y="86"/>
                </a:lnTo>
                <a:close/>
                <a:moveTo>
                  <a:pt x="175" y="110"/>
                </a:moveTo>
                <a:lnTo>
                  <a:pt x="126" y="110"/>
                </a:lnTo>
                <a:lnTo>
                  <a:pt x="126" y="117"/>
                </a:lnTo>
                <a:lnTo>
                  <a:pt x="175" y="117"/>
                </a:lnTo>
                <a:lnTo>
                  <a:pt x="175" y="110"/>
                </a:lnTo>
                <a:lnTo>
                  <a:pt x="175" y="110"/>
                </a:lnTo>
                <a:close/>
                <a:moveTo>
                  <a:pt x="140" y="121"/>
                </a:moveTo>
                <a:lnTo>
                  <a:pt x="141" y="121"/>
                </a:lnTo>
                <a:lnTo>
                  <a:pt x="140" y="122"/>
                </a:lnTo>
                <a:lnTo>
                  <a:pt x="139" y="122"/>
                </a:lnTo>
                <a:lnTo>
                  <a:pt x="138" y="124"/>
                </a:lnTo>
                <a:lnTo>
                  <a:pt x="137" y="126"/>
                </a:lnTo>
                <a:lnTo>
                  <a:pt x="135" y="126"/>
                </a:lnTo>
                <a:lnTo>
                  <a:pt x="134" y="128"/>
                </a:lnTo>
                <a:lnTo>
                  <a:pt x="132" y="128"/>
                </a:lnTo>
                <a:lnTo>
                  <a:pt x="130" y="129"/>
                </a:lnTo>
                <a:lnTo>
                  <a:pt x="130" y="130"/>
                </a:lnTo>
                <a:lnTo>
                  <a:pt x="129" y="132"/>
                </a:lnTo>
                <a:lnTo>
                  <a:pt x="128" y="134"/>
                </a:lnTo>
                <a:lnTo>
                  <a:pt x="127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21"/>
                </a:lnTo>
                <a:lnTo>
                  <a:pt x="140" y="121"/>
                </a:lnTo>
                <a:lnTo>
                  <a:pt x="140" y="121"/>
                </a:lnTo>
                <a:close/>
                <a:moveTo>
                  <a:pt x="122" y="73"/>
                </a:moveTo>
                <a:lnTo>
                  <a:pt x="100" y="73"/>
                </a:lnTo>
                <a:lnTo>
                  <a:pt x="100" y="233"/>
                </a:lnTo>
                <a:lnTo>
                  <a:pt x="122" y="233"/>
                </a:lnTo>
                <a:lnTo>
                  <a:pt x="122" y="73"/>
                </a:lnTo>
                <a:lnTo>
                  <a:pt x="122" y="73"/>
                </a:lnTo>
                <a:close/>
                <a:moveTo>
                  <a:pt x="124" y="50"/>
                </a:moveTo>
                <a:lnTo>
                  <a:pt x="98" y="50"/>
                </a:lnTo>
                <a:lnTo>
                  <a:pt x="97" y="50"/>
                </a:lnTo>
                <a:lnTo>
                  <a:pt x="97" y="50"/>
                </a:lnTo>
                <a:lnTo>
                  <a:pt x="96" y="51"/>
                </a:lnTo>
                <a:lnTo>
                  <a:pt x="96" y="51"/>
                </a:lnTo>
                <a:lnTo>
                  <a:pt x="96" y="67"/>
                </a:lnTo>
                <a:lnTo>
                  <a:pt x="96" y="68"/>
                </a:lnTo>
                <a:lnTo>
                  <a:pt x="97" y="68"/>
                </a:lnTo>
                <a:lnTo>
                  <a:pt x="97" y="68"/>
                </a:lnTo>
                <a:lnTo>
                  <a:pt x="98" y="69"/>
                </a:lnTo>
                <a:lnTo>
                  <a:pt x="124" y="69"/>
                </a:lnTo>
                <a:lnTo>
                  <a:pt x="125" y="68"/>
                </a:lnTo>
                <a:lnTo>
                  <a:pt x="125" y="68"/>
                </a:lnTo>
                <a:lnTo>
                  <a:pt x="125" y="68"/>
                </a:lnTo>
                <a:lnTo>
                  <a:pt x="125" y="67"/>
                </a:lnTo>
                <a:lnTo>
                  <a:pt x="125" y="51"/>
                </a:lnTo>
                <a:lnTo>
                  <a:pt x="125" y="51"/>
                </a:lnTo>
                <a:lnTo>
                  <a:pt x="125" y="50"/>
                </a:lnTo>
                <a:lnTo>
                  <a:pt x="125" y="50"/>
                </a:lnTo>
                <a:lnTo>
                  <a:pt x="124" y="50"/>
                </a:lnTo>
                <a:lnTo>
                  <a:pt x="124" y="50"/>
                </a:lnTo>
                <a:close/>
                <a:moveTo>
                  <a:pt x="52" y="79"/>
                </a:moveTo>
                <a:lnTo>
                  <a:pt x="30" y="79"/>
                </a:lnTo>
                <a:lnTo>
                  <a:pt x="30" y="232"/>
                </a:lnTo>
                <a:lnTo>
                  <a:pt x="51" y="232"/>
                </a:lnTo>
                <a:lnTo>
                  <a:pt x="51" y="88"/>
                </a:lnTo>
                <a:lnTo>
                  <a:pt x="52" y="88"/>
                </a:lnTo>
                <a:lnTo>
                  <a:pt x="52" y="79"/>
                </a:lnTo>
                <a:lnTo>
                  <a:pt x="52" y="79"/>
                </a:lnTo>
                <a:close/>
                <a:moveTo>
                  <a:pt x="54" y="63"/>
                </a:moveTo>
                <a:lnTo>
                  <a:pt x="30" y="63"/>
                </a:lnTo>
                <a:lnTo>
                  <a:pt x="29" y="63"/>
                </a:lnTo>
                <a:lnTo>
                  <a:pt x="29" y="64"/>
                </a:lnTo>
                <a:lnTo>
                  <a:pt x="29" y="76"/>
                </a:lnTo>
                <a:lnTo>
                  <a:pt x="29" y="77"/>
                </a:lnTo>
                <a:lnTo>
                  <a:pt x="30" y="78"/>
                </a:lnTo>
                <a:lnTo>
                  <a:pt x="54" y="78"/>
                </a:lnTo>
                <a:lnTo>
                  <a:pt x="54" y="77"/>
                </a:lnTo>
                <a:lnTo>
                  <a:pt x="54" y="76"/>
                </a:lnTo>
                <a:lnTo>
                  <a:pt x="54" y="64"/>
                </a:lnTo>
                <a:lnTo>
                  <a:pt x="54" y="63"/>
                </a:lnTo>
                <a:lnTo>
                  <a:pt x="54" y="63"/>
                </a:lnTo>
                <a:lnTo>
                  <a:pt x="54" y="63"/>
                </a:lnTo>
                <a:close/>
                <a:moveTo>
                  <a:pt x="42" y="39"/>
                </a:moveTo>
                <a:lnTo>
                  <a:pt x="42" y="39"/>
                </a:lnTo>
                <a:lnTo>
                  <a:pt x="43" y="39"/>
                </a:lnTo>
                <a:lnTo>
                  <a:pt x="45" y="40"/>
                </a:lnTo>
                <a:lnTo>
                  <a:pt x="46" y="42"/>
                </a:lnTo>
                <a:lnTo>
                  <a:pt x="46" y="42"/>
                </a:lnTo>
                <a:lnTo>
                  <a:pt x="47" y="45"/>
                </a:lnTo>
                <a:lnTo>
                  <a:pt x="48" y="47"/>
                </a:lnTo>
                <a:lnTo>
                  <a:pt x="49" y="49"/>
                </a:lnTo>
                <a:lnTo>
                  <a:pt x="50" y="50"/>
                </a:lnTo>
                <a:lnTo>
                  <a:pt x="50" y="50"/>
                </a:lnTo>
                <a:lnTo>
                  <a:pt x="50" y="51"/>
                </a:lnTo>
                <a:lnTo>
                  <a:pt x="51" y="52"/>
                </a:lnTo>
                <a:lnTo>
                  <a:pt x="51" y="53"/>
                </a:lnTo>
                <a:lnTo>
                  <a:pt x="51" y="54"/>
                </a:lnTo>
                <a:lnTo>
                  <a:pt x="51" y="55"/>
                </a:lnTo>
                <a:lnTo>
                  <a:pt x="50" y="56"/>
                </a:lnTo>
                <a:lnTo>
                  <a:pt x="50" y="57"/>
                </a:lnTo>
                <a:lnTo>
                  <a:pt x="50" y="58"/>
                </a:lnTo>
                <a:lnTo>
                  <a:pt x="50" y="58"/>
                </a:lnTo>
                <a:lnTo>
                  <a:pt x="50" y="58"/>
                </a:lnTo>
                <a:lnTo>
                  <a:pt x="50" y="59"/>
                </a:lnTo>
                <a:lnTo>
                  <a:pt x="50" y="59"/>
                </a:lnTo>
                <a:lnTo>
                  <a:pt x="50" y="61"/>
                </a:lnTo>
                <a:lnTo>
                  <a:pt x="50" y="61"/>
                </a:lnTo>
                <a:lnTo>
                  <a:pt x="42" y="61"/>
                </a:lnTo>
                <a:lnTo>
                  <a:pt x="42" y="61"/>
                </a:lnTo>
                <a:lnTo>
                  <a:pt x="42" y="61"/>
                </a:lnTo>
                <a:lnTo>
                  <a:pt x="34" y="61"/>
                </a:lnTo>
                <a:lnTo>
                  <a:pt x="34" y="61"/>
                </a:lnTo>
                <a:lnTo>
                  <a:pt x="34" y="59"/>
                </a:lnTo>
                <a:lnTo>
                  <a:pt x="34" y="59"/>
                </a:lnTo>
                <a:lnTo>
                  <a:pt x="34" y="58"/>
                </a:lnTo>
                <a:lnTo>
                  <a:pt x="34" y="58"/>
                </a:lnTo>
                <a:lnTo>
                  <a:pt x="34" y="58"/>
                </a:lnTo>
                <a:lnTo>
                  <a:pt x="34" y="57"/>
                </a:lnTo>
                <a:lnTo>
                  <a:pt x="34" y="56"/>
                </a:lnTo>
                <a:lnTo>
                  <a:pt x="33" y="55"/>
                </a:lnTo>
                <a:lnTo>
                  <a:pt x="32" y="54"/>
                </a:lnTo>
                <a:lnTo>
                  <a:pt x="32" y="53"/>
                </a:lnTo>
                <a:lnTo>
                  <a:pt x="32" y="52"/>
                </a:lnTo>
                <a:lnTo>
                  <a:pt x="33" y="51"/>
                </a:lnTo>
                <a:lnTo>
                  <a:pt x="34" y="50"/>
                </a:lnTo>
                <a:lnTo>
                  <a:pt x="34" y="50"/>
                </a:lnTo>
                <a:lnTo>
                  <a:pt x="35" y="49"/>
                </a:lnTo>
                <a:lnTo>
                  <a:pt x="35" y="47"/>
                </a:lnTo>
                <a:lnTo>
                  <a:pt x="36" y="45"/>
                </a:lnTo>
                <a:lnTo>
                  <a:pt x="38" y="42"/>
                </a:lnTo>
                <a:lnTo>
                  <a:pt x="38" y="42"/>
                </a:lnTo>
                <a:lnTo>
                  <a:pt x="39" y="40"/>
                </a:lnTo>
                <a:lnTo>
                  <a:pt x="40" y="39"/>
                </a:lnTo>
                <a:lnTo>
                  <a:pt x="41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close/>
                <a:moveTo>
                  <a:pt x="96" y="74"/>
                </a:moveTo>
                <a:lnTo>
                  <a:pt x="92" y="74"/>
                </a:lnTo>
                <a:lnTo>
                  <a:pt x="90" y="74"/>
                </a:lnTo>
                <a:lnTo>
                  <a:pt x="90" y="74"/>
                </a:lnTo>
                <a:lnTo>
                  <a:pt x="89" y="74"/>
                </a:lnTo>
                <a:lnTo>
                  <a:pt x="88" y="73"/>
                </a:lnTo>
                <a:lnTo>
                  <a:pt x="86" y="71"/>
                </a:lnTo>
                <a:lnTo>
                  <a:pt x="86" y="69"/>
                </a:lnTo>
                <a:lnTo>
                  <a:pt x="83" y="65"/>
                </a:lnTo>
                <a:lnTo>
                  <a:pt x="81" y="61"/>
                </a:lnTo>
                <a:lnTo>
                  <a:pt x="81" y="59"/>
                </a:lnTo>
                <a:lnTo>
                  <a:pt x="82" y="59"/>
                </a:lnTo>
                <a:lnTo>
                  <a:pt x="82" y="58"/>
                </a:lnTo>
                <a:lnTo>
                  <a:pt x="82" y="58"/>
                </a:lnTo>
                <a:lnTo>
                  <a:pt x="84" y="57"/>
                </a:lnTo>
                <a:lnTo>
                  <a:pt x="84" y="57"/>
                </a:lnTo>
                <a:lnTo>
                  <a:pt x="86" y="56"/>
                </a:lnTo>
                <a:lnTo>
                  <a:pt x="86" y="56"/>
                </a:lnTo>
                <a:lnTo>
                  <a:pt x="86" y="57"/>
                </a:lnTo>
                <a:lnTo>
                  <a:pt x="87" y="57"/>
                </a:lnTo>
                <a:lnTo>
                  <a:pt x="86" y="58"/>
                </a:lnTo>
                <a:lnTo>
                  <a:pt x="86" y="59"/>
                </a:lnTo>
                <a:lnTo>
                  <a:pt x="90" y="62"/>
                </a:lnTo>
                <a:lnTo>
                  <a:pt x="94" y="65"/>
                </a:lnTo>
                <a:lnTo>
                  <a:pt x="94" y="67"/>
                </a:lnTo>
                <a:lnTo>
                  <a:pt x="95" y="70"/>
                </a:lnTo>
                <a:lnTo>
                  <a:pt x="95" y="71"/>
                </a:lnTo>
                <a:lnTo>
                  <a:pt x="95" y="71"/>
                </a:lnTo>
                <a:lnTo>
                  <a:pt x="96" y="71"/>
                </a:lnTo>
                <a:lnTo>
                  <a:pt x="96" y="74"/>
                </a:lnTo>
                <a:lnTo>
                  <a:pt x="96" y="74"/>
                </a:lnTo>
                <a:close/>
                <a:moveTo>
                  <a:pt x="96" y="76"/>
                </a:moveTo>
                <a:lnTo>
                  <a:pt x="91" y="76"/>
                </a:lnTo>
                <a:lnTo>
                  <a:pt x="91" y="83"/>
                </a:lnTo>
                <a:lnTo>
                  <a:pt x="96" y="83"/>
                </a:lnTo>
                <a:lnTo>
                  <a:pt x="96" y="76"/>
                </a:lnTo>
                <a:lnTo>
                  <a:pt x="96" y="76"/>
                </a:lnTo>
                <a:close/>
                <a:moveTo>
                  <a:pt x="96" y="84"/>
                </a:moveTo>
                <a:lnTo>
                  <a:pt x="54" y="84"/>
                </a:lnTo>
                <a:lnTo>
                  <a:pt x="54" y="92"/>
                </a:lnTo>
                <a:lnTo>
                  <a:pt x="96" y="92"/>
                </a:lnTo>
                <a:lnTo>
                  <a:pt x="96" y="84"/>
                </a:lnTo>
                <a:lnTo>
                  <a:pt x="96" y="84"/>
                </a:lnTo>
                <a:close/>
                <a:moveTo>
                  <a:pt x="162" y="121"/>
                </a:moveTo>
                <a:lnTo>
                  <a:pt x="161" y="121"/>
                </a:lnTo>
                <a:lnTo>
                  <a:pt x="162" y="122"/>
                </a:lnTo>
                <a:lnTo>
                  <a:pt x="162" y="122"/>
                </a:lnTo>
                <a:lnTo>
                  <a:pt x="163" y="124"/>
                </a:lnTo>
                <a:lnTo>
                  <a:pt x="164" y="126"/>
                </a:lnTo>
                <a:lnTo>
                  <a:pt x="166" y="126"/>
                </a:lnTo>
                <a:lnTo>
                  <a:pt x="167" y="128"/>
                </a:lnTo>
                <a:lnTo>
                  <a:pt x="169" y="128"/>
                </a:lnTo>
                <a:lnTo>
                  <a:pt x="170" y="129"/>
                </a:lnTo>
                <a:lnTo>
                  <a:pt x="171" y="130"/>
                </a:lnTo>
                <a:lnTo>
                  <a:pt x="172" y="132"/>
                </a:lnTo>
                <a:lnTo>
                  <a:pt x="173" y="134"/>
                </a:lnTo>
                <a:lnTo>
                  <a:pt x="174" y="134"/>
                </a:lnTo>
                <a:lnTo>
                  <a:pt x="174" y="134"/>
                </a:lnTo>
                <a:lnTo>
                  <a:pt x="175" y="134"/>
                </a:lnTo>
                <a:lnTo>
                  <a:pt x="175" y="134"/>
                </a:lnTo>
                <a:lnTo>
                  <a:pt x="175" y="121"/>
                </a:lnTo>
                <a:lnTo>
                  <a:pt x="162" y="121"/>
                </a:lnTo>
                <a:lnTo>
                  <a:pt x="162" y="121"/>
                </a:lnTo>
                <a:close/>
                <a:moveTo>
                  <a:pt x="110" y="25"/>
                </a:moveTo>
                <a:lnTo>
                  <a:pt x="110" y="25"/>
                </a:lnTo>
                <a:lnTo>
                  <a:pt x="110" y="25"/>
                </a:lnTo>
                <a:lnTo>
                  <a:pt x="110" y="24"/>
                </a:lnTo>
                <a:lnTo>
                  <a:pt x="110" y="24"/>
                </a:lnTo>
                <a:lnTo>
                  <a:pt x="111" y="24"/>
                </a:lnTo>
                <a:lnTo>
                  <a:pt x="111" y="24"/>
                </a:lnTo>
                <a:lnTo>
                  <a:pt x="112" y="25"/>
                </a:lnTo>
                <a:lnTo>
                  <a:pt x="114" y="25"/>
                </a:lnTo>
                <a:lnTo>
                  <a:pt x="114" y="26"/>
                </a:lnTo>
                <a:lnTo>
                  <a:pt x="115" y="27"/>
                </a:lnTo>
                <a:lnTo>
                  <a:pt x="116" y="29"/>
                </a:lnTo>
                <a:lnTo>
                  <a:pt x="117" y="31"/>
                </a:lnTo>
                <a:lnTo>
                  <a:pt x="117" y="34"/>
                </a:lnTo>
                <a:lnTo>
                  <a:pt x="118" y="35"/>
                </a:lnTo>
                <a:lnTo>
                  <a:pt x="118" y="36"/>
                </a:lnTo>
                <a:lnTo>
                  <a:pt x="119" y="37"/>
                </a:lnTo>
                <a:lnTo>
                  <a:pt x="121" y="38"/>
                </a:lnTo>
                <a:lnTo>
                  <a:pt x="121" y="40"/>
                </a:lnTo>
                <a:lnTo>
                  <a:pt x="122" y="42"/>
                </a:lnTo>
                <a:lnTo>
                  <a:pt x="122" y="42"/>
                </a:lnTo>
                <a:lnTo>
                  <a:pt x="122" y="44"/>
                </a:lnTo>
                <a:lnTo>
                  <a:pt x="121" y="45"/>
                </a:lnTo>
                <a:lnTo>
                  <a:pt x="120" y="46"/>
                </a:lnTo>
                <a:lnTo>
                  <a:pt x="120" y="47"/>
                </a:lnTo>
                <a:lnTo>
                  <a:pt x="120" y="47"/>
                </a:lnTo>
                <a:lnTo>
                  <a:pt x="119" y="48"/>
                </a:lnTo>
                <a:lnTo>
                  <a:pt x="119" y="48"/>
                </a:lnTo>
                <a:lnTo>
                  <a:pt x="118" y="48"/>
                </a:lnTo>
                <a:lnTo>
                  <a:pt x="111" y="48"/>
                </a:lnTo>
                <a:lnTo>
                  <a:pt x="111" y="48"/>
                </a:lnTo>
                <a:lnTo>
                  <a:pt x="110" y="48"/>
                </a:lnTo>
                <a:lnTo>
                  <a:pt x="103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7"/>
                </a:lnTo>
                <a:lnTo>
                  <a:pt x="102" y="46"/>
                </a:lnTo>
                <a:lnTo>
                  <a:pt x="101" y="46"/>
                </a:lnTo>
                <a:lnTo>
                  <a:pt x="100" y="44"/>
                </a:lnTo>
                <a:lnTo>
                  <a:pt x="99" y="43"/>
                </a:lnTo>
                <a:lnTo>
                  <a:pt x="100" y="42"/>
                </a:lnTo>
                <a:lnTo>
                  <a:pt x="100" y="40"/>
                </a:lnTo>
                <a:lnTo>
                  <a:pt x="101" y="38"/>
                </a:lnTo>
                <a:lnTo>
                  <a:pt x="102" y="38"/>
                </a:lnTo>
                <a:lnTo>
                  <a:pt x="103" y="37"/>
                </a:lnTo>
                <a:lnTo>
                  <a:pt x="104" y="35"/>
                </a:lnTo>
                <a:lnTo>
                  <a:pt x="104" y="34"/>
                </a:lnTo>
                <a:lnTo>
                  <a:pt x="105" y="31"/>
                </a:lnTo>
                <a:lnTo>
                  <a:pt x="106" y="30"/>
                </a:lnTo>
                <a:lnTo>
                  <a:pt x="106" y="27"/>
                </a:lnTo>
                <a:lnTo>
                  <a:pt x="107" y="26"/>
                </a:lnTo>
                <a:lnTo>
                  <a:pt x="108" y="26"/>
                </a:lnTo>
                <a:lnTo>
                  <a:pt x="110" y="25"/>
                </a:lnTo>
                <a:lnTo>
                  <a:pt x="110" y="25"/>
                </a:lnTo>
                <a:lnTo>
                  <a:pt x="110" y="25"/>
                </a:lnTo>
                <a:close/>
                <a:moveTo>
                  <a:pt x="126" y="74"/>
                </a:moveTo>
                <a:lnTo>
                  <a:pt x="130" y="74"/>
                </a:lnTo>
                <a:lnTo>
                  <a:pt x="131" y="74"/>
                </a:lnTo>
                <a:lnTo>
                  <a:pt x="132" y="74"/>
                </a:lnTo>
                <a:lnTo>
                  <a:pt x="134" y="74"/>
                </a:lnTo>
                <a:lnTo>
                  <a:pt x="134" y="73"/>
                </a:lnTo>
                <a:lnTo>
                  <a:pt x="135" y="71"/>
                </a:lnTo>
                <a:lnTo>
                  <a:pt x="136" y="69"/>
                </a:lnTo>
                <a:lnTo>
                  <a:pt x="138" y="65"/>
                </a:lnTo>
                <a:lnTo>
                  <a:pt x="141" y="61"/>
                </a:lnTo>
                <a:lnTo>
                  <a:pt x="141" y="59"/>
                </a:lnTo>
                <a:lnTo>
                  <a:pt x="140" y="59"/>
                </a:lnTo>
                <a:lnTo>
                  <a:pt x="139" y="58"/>
                </a:lnTo>
                <a:lnTo>
                  <a:pt x="139" y="58"/>
                </a:lnTo>
                <a:lnTo>
                  <a:pt x="138" y="57"/>
                </a:lnTo>
                <a:lnTo>
                  <a:pt x="138" y="57"/>
                </a:lnTo>
                <a:lnTo>
                  <a:pt x="136" y="56"/>
                </a:lnTo>
                <a:lnTo>
                  <a:pt x="136" y="56"/>
                </a:lnTo>
                <a:lnTo>
                  <a:pt x="135" y="57"/>
                </a:lnTo>
                <a:lnTo>
                  <a:pt x="135" y="57"/>
                </a:lnTo>
                <a:lnTo>
                  <a:pt x="135" y="58"/>
                </a:lnTo>
                <a:lnTo>
                  <a:pt x="136" y="59"/>
                </a:lnTo>
                <a:lnTo>
                  <a:pt x="132" y="62"/>
                </a:lnTo>
                <a:lnTo>
                  <a:pt x="128" y="65"/>
                </a:lnTo>
                <a:lnTo>
                  <a:pt x="127" y="67"/>
                </a:lnTo>
                <a:lnTo>
                  <a:pt x="127" y="70"/>
                </a:lnTo>
                <a:lnTo>
                  <a:pt x="126" y="71"/>
                </a:lnTo>
                <a:lnTo>
                  <a:pt x="126" y="71"/>
                </a:lnTo>
                <a:lnTo>
                  <a:pt x="126" y="71"/>
                </a:lnTo>
                <a:lnTo>
                  <a:pt x="126" y="74"/>
                </a:lnTo>
                <a:lnTo>
                  <a:pt x="126" y="74"/>
                </a:lnTo>
                <a:close/>
                <a:moveTo>
                  <a:pt x="96" y="94"/>
                </a:moveTo>
                <a:lnTo>
                  <a:pt x="54" y="94"/>
                </a:lnTo>
                <a:lnTo>
                  <a:pt x="54" y="110"/>
                </a:lnTo>
                <a:lnTo>
                  <a:pt x="96" y="110"/>
                </a:lnTo>
                <a:lnTo>
                  <a:pt x="96" y="94"/>
                </a:lnTo>
                <a:lnTo>
                  <a:pt x="96" y="94"/>
                </a:lnTo>
                <a:close/>
                <a:moveTo>
                  <a:pt x="96" y="113"/>
                </a:moveTo>
                <a:lnTo>
                  <a:pt x="54" y="113"/>
                </a:lnTo>
                <a:lnTo>
                  <a:pt x="54" y="120"/>
                </a:lnTo>
                <a:lnTo>
                  <a:pt x="96" y="120"/>
                </a:lnTo>
                <a:lnTo>
                  <a:pt x="96" y="113"/>
                </a:lnTo>
                <a:lnTo>
                  <a:pt x="96" y="113"/>
                </a:lnTo>
                <a:close/>
                <a:moveTo>
                  <a:pt x="96" y="134"/>
                </a:moveTo>
                <a:lnTo>
                  <a:pt x="94" y="133"/>
                </a:lnTo>
                <a:lnTo>
                  <a:pt x="93" y="131"/>
                </a:lnTo>
                <a:lnTo>
                  <a:pt x="90" y="130"/>
                </a:lnTo>
                <a:lnTo>
                  <a:pt x="87" y="128"/>
                </a:lnTo>
                <a:lnTo>
                  <a:pt x="86" y="126"/>
                </a:lnTo>
                <a:lnTo>
                  <a:pt x="85" y="126"/>
                </a:lnTo>
                <a:lnTo>
                  <a:pt x="84" y="124"/>
                </a:lnTo>
                <a:lnTo>
                  <a:pt x="83" y="123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96" y="122"/>
                </a:lnTo>
                <a:lnTo>
                  <a:pt x="96" y="134"/>
                </a:lnTo>
                <a:lnTo>
                  <a:pt x="96" y="134"/>
                </a:lnTo>
                <a:close/>
                <a:moveTo>
                  <a:pt x="55" y="134"/>
                </a:moveTo>
                <a:lnTo>
                  <a:pt x="56" y="134"/>
                </a:lnTo>
                <a:lnTo>
                  <a:pt x="58" y="131"/>
                </a:lnTo>
                <a:lnTo>
                  <a:pt x="61" y="130"/>
                </a:lnTo>
                <a:lnTo>
                  <a:pt x="63" y="128"/>
                </a:lnTo>
                <a:lnTo>
                  <a:pt x="65" y="126"/>
                </a:lnTo>
                <a:lnTo>
                  <a:pt x="66" y="126"/>
                </a:lnTo>
                <a:lnTo>
                  <a:pt x="67" y="124"/>
                </a:lnTo>
                <a:lnTo>
                  <a:pt x="67" y="123"/>
                </a:lnTo>
                <a:lnTo>
                  <a:pt x="68" y="122"/>
                </a:lnTo>
                <a:lnTo>
                  <a:pt x="68" y="122"/>
                </a:lnTo>
                <a:lnTo>
                  <a:pt x="55" y="122"/>
                </a:lnTo>
                <a:lnTo>
                  <a:pt x="55" y="134"/>
                </a:lnTo>
                <a:lnTo>
                  <a:pt x="55" y="134"/>
                </a:lnTo>
                <a:close/>
                <a:moveTo>
                  <a:pt x="54" y="79"/>
                </a:moveTo>
                <a:lnTo>
                  <a:pt x="57" y="79"/>
                </a:lnTo>
                <a:lnTo>
                  <a:pt x="57" y="70"/>
                </a:lnTo>
                <a:lnTo>
                  <a:pt x="58" y="69"/>
                </a:lnTo>
                <a:lnTo>
                  <a:pt x="59" y="69"/>
                </a:lnTo>
                <a:lnTo>
                  <a:pt x="60" y="69"/>
                </a:lnTo>
                <a:lnTo>
                  <a:pt x="61" y="69"/>
                </a:lnTo>
                <a:lnTo>
                  <a:pt x="62" y="70"/>
                </a:lnTo>
                <a:lnTo>
                  <a:pt x="63" y="70"/>
                </a:lnTo>
                <a:lnTo>
                  <a:pt x="63" y="71"/>
                </a:lnTo>
                <a:lnTo>
                  <a:pt x="63" y="72"/>
                </a:lnTo>
                <a:lnTo>
                  <a:pt x="63" y="73"/>
                </a:lnTo>
                <a:lnTo>
                  <a:pt x="63" y="73"/>
                </a:lnTo>
                <a:lnTo>
                  <a:pt x="65" y="74"/>
                </a:lnTo>
                <a:lnTo>
                  <a:pt x="66" y="74"/>
                </a:lnTo>
                <a:lnTo>
                  <a:pt x="66" y="75"/>
                </a:lnTo>
                <a:lnTo>
                  <a:pt x="66" y="76"/>
                </a:lnTo>
                <a:lnTo>
                  <a:pt x="66" y="77"/>
                </a:lnTo>
                <a:lnTo>
                  <a:pt x="66" y="78"/>
                </a:lnTo>
                <a:lnTo>
                  <a:pt x="66" y="78"/>
                </a:lnTo>
                <a:lnTo>
                  <a:pt x="66" y="78"/>
                </a:lnTo>
                <a:lnTo>
                  <a:pt x="65" y="79"/>
                </a:lnTo>
                <a:lnTo>
                  <a:pt x="63" y="81"/>
                </a:lnTo>
                <a:lnTo>
                  <a:pt x="62" y="82"/>
                </a:lnTo>
                <a:lnTo>
                  <a:pt x="60" y="82"/>
                </a:lnTo>
                <a:lnTo>
                  <a:pt x="59" y="82"/>
                </a:lnTo>
                <a:lnTo>
                  <a:pt x="56" y="82"/>
                </a:lnTo>
                <a:lnTo>
                  <a:pt x="54" y="82"/>
                </a:lnTo>
                <a:lnTo>
                  <a:pt x="54" y="79"/>
                </a:lnTo>
                <a:lnTo>
                  <a:pt x="54" y="79"/>
                </a:lnTo>
                <a:close/>
                <a:moveTo>
                  <a:pt x="28" y="83"/>
                </a:moveTo>
                <a:lnTo>
                  <a:pt x="24" y="83"/>
                </a:lnTo>
                <a:lnTo>
                  <a:pt x="22" y="83"/>
                </a:lnTo>
                <a:lnTo>
                  <a:pt x="21" y="82"/>
                </a:lnTo>
                <a:lnTo>
                  <a:pt x="21" y="82"/>
                </a:lnTo>
                <a:lnTo>
                  <a:pt x="19" y="82"/>
                </a:lnTo>
                <a:lnTo>
                  <a:pt x="18" y="79"/>
                </a:lnTo>
                <a:lnTo>
                  <a:pt x="18" y="77"/>
                </a:lnTo>
                <a:lnTo>
                  <a:pt x="17" y="75"/>
                </a:lnTo>
                <a:lnTo>
                  <a:pt x="16" y="74"/>
                </a:lnTo>
                <a:lnTo>
                  <a:pt x="15" y="73"/>
                </a:lnTo>
                <a:lnTo>
                  <a:pt x="15" y="72"/>
                </a:lnTo>
                <a:lnTo>
                  <a:pt x="14" y="71"/>
                </a:lnTo>
                <a:lnTo>
                  <a:pt x="14" y="70"/>
                </a:lnTo>
                <a:lnTo>
                  <a:pt x="13" y="70"/>
                </a:lnTo>
                <a:lnTo>
                  <a:pt x="13" y="68"/>
                </a:lnTo>
                <a:lnTo>
                  <a:pt x="13" y="66"/>
                </a:lnTo>
                <a:lnTo>
                  <a:pt x="14" y="65"/>
                </a:lnTo>
                <a:lnTo>
                  <a:pt x="14" y="65"/>
                </a:lnTo>
                <a:lnTo>
                  <a:pt x="15" y="65"/>
                </a:lnTo>
                <a:lnTo>
                  <a:pt x="15" y="64"/>
                </a:lnTo>
                <a:lnTo>
                  <a:pt x="16" y="64"/>
                </a:lnTo>
                <a:lnTo>
                  <a:pt x="17" y="65"/>
                </a:lnTo>
                <a:lnTo>
                  <a:pt x="17" y="65"/>
                </a:lnTo>
                <a:lnTo>
                  <a:pt x="17" y="66"/>
                </a:lnTo>
                <a:lnTo>
                  <a:pt x="17" y="67"/>
                </a:lnTo>
                <a:lnTo>
                  <a:pt x="19" y="68"/>
                </a:lnTo>
                <a:lnTo>
                  <a:pt x="22" y="70"/>
                </a:lnTo>
                <a:lnTo>
                  <a:pt x="22" y="70"/>
                </a:lnTo>
                <a:lnTo>
                  <a:pt x="24" y="71"/>
                </a:lnTo>
                <a:lnTo>
                  <a:pt x="25" y="72"/>
                </a:lnTo>
                <a:lnTo>
                  <a:pt x="26" y="74"/>
                </a:lnTo>
                <a:lnTo>
                  <a:pt x="26" y="76"/>
                </a:lnTo>
                <a:lnTo>
                  <a:pt x="26" y="78"/>
                </a:lnTo>
                <a:lnTo>
                  <a:pt x="26" y="79"/>
                </a:lnTo>
                <a:lnTo>
                  <a:pt x="26" y="79"/>
                </a:lnTo>
                <a:lnTo>
                  <a:pt x="28" y="79"/>
                </a:lnTo>
                <a:lnTo>
                  <a:pt x="28" y="83"/>
                </a:lnTo>
                <a:lnTo>
                  <a:pt x="28" y="83"/>
                </a:lnTo>
                <a:close/>
                <a:moveTo>
                  <a:pt x="27" y="113"/>
                </a:moveTo>
                <a:lnTo>
                  <a:pt x="22" y="113"/>
                </a:lnTo>
                <a:lnTo>
                  <a:pt x="22" y="120"/>
                </a:lnTo>
                <a:lnTo>
                  <a:pt x="27" y="120"/>
                </a:lnTo>
                <a:lnTo>
                  <a:pt x="27" y="113"/>
                </a:lnTo>
                <a:lnTo>
                  <a:pt x="27" y="113"/>
                </a:lnTo>
                <a:close/>
                <a:moveTo>
                  <a:pt x="28" y="84"/>
                </a:moveTo>
                <a:lnTo>
                  <a:pt x="22" y="84"/>
                </a:lnTo>
                <a:lnTo>
                  <a:pt x="22" y="92"/>
                </a:lnTo>
                <a:lnTo>
                  <a:pt x="28" y="92"/>
                </a:lnTo>
                <a:lnTo>
                  <a:pt x="28" y="84"/>
                </a:lnTo>
                <a:lnTo>
                  <a:pt x="28" y="84"/>
                </a:lnTo>
                <a:close/>
                <a:moveTo>
                  <a:pt x="26" y="166"/>
                </a:moveTo>
                <a:lnTo>
                  <a:pt x="26" y="166"/>
                </a:lnTo>
                <a:lnTo>
                  <a:pt x="24" y="167"/>
                </a:lnTo>
                <a:lnTo>
                  <a:pt x="22" y="169"/>
                </a:lnTo>
                <a:lnTo>
                  <a:pt x="22" y="170"/>
                </a:lnTo>
                <a:lnTo>
                  <a:pt x="21" y="171"/>
                </a:lnTo>
                <a:lnTo>
                  <a:pt x="20" y="172"/>
                </a:lnTo>
                <a:lnTo>
                  <a:pt x="19" y="176"/>
                </a:lnTo>
                <a:lnTo>
                  <a:pt x="19" y="178"/>
                </a:lnTo>
                <a:lnTo>
                  <a:pt x="17" y="179"/>
                </a:lnTo>
                <a:lnTo>
                  <a:pt x="15" y="180"/>
                </a:lnTo>
                <a:lnTo>
                  <a:pt x="14" y="182"/>
                </a:lnTo>
                <a:lnTo>
                  <a:pt x="12" y="183"/>
                </a:lnTo>
                <a:lnTo>
                  <a:pt x="11" y="186"/>
                </a:lnTo>
                <a:lnTo>
                  <a:pt x="10" y="188"/>
                </a:lnTo>
                <a:lnTo>
                  <a:pt x="10" y="190"/>
                </a:lnTo>
                <a:lnTo>
                  <a:pt x="10" y="193"/>
                </a:lnTo>
                <a:lnTo>
                  <a:pt x="10" y="198"/>
                </a:lnTo>
                <a:lnTo>
                  <a:pt x="11" y="200"/>
                </a:lnTo>
                <a:lnTo>
                  <a:pt x="10" y="202"/>
                </a:lnTo>
                <a:lnTo>
                  <a:pt x="8" y="203"/>
                </a:lnTo>
                <a:lnTo>
                  <a:pt x="6" y="206"/>
                </a:lnTo>
                <a:lnTo>
                  <a:pt x="5" y="209"/>
                </a:lnTo>
                <a:lnTo>
                  <a:pt x="4" y="210"/>
                </a:lnTo>
                <a:lnTo>
                  <a:pt x="4" y="212"/>
                </a:lnTo>
                <a:lnTo>
                  <a:pt x="4" y="214"/>
                </a:lnTo>
                <a:lnTo>
                  <a:pt x="4" y="217"/>
                </a:lnTo>
                <a:lnTo>
                  <a:pt x="4" y="219"/>
                </a:lnTo>
                <a:lnTo>
                  <a:pt x="5" y="221"/>
                </a:lnTo>
                <a:lnTo>
                  <a:pt x="6" y="222"/>
                </a:lnTo>
                <a:lnTo>
                  <a:pt x="6" y="222"/>
                </a:lnTo>
                <a:lnTo>
                  <a:pt x="26" y="222"/>
                </a:lnTo>
                <a:lnTo>
                  <a:pt x="26" y="166"/>
                </a:lnTo>
                <a:lnTo>
                  <a:pt x="26" y="166"/>
                </a:lnTo>
                <a:close/>
                <a:moveTo>
                  <a:pt x="27" y="226"/>
                </a:moveTo>
                <a:lnTo>
                  <a:pt x="0" y="226"/>
                </a:lnTo>
                <a:lnTo>
                  <a:pt x="0" y="234"/>
                </a:lnTo>
                <a:lnTo>
                  <a:pt x="27" y="234"/>
                </a:lnTo>
                <a:lnTo>
                  <a:pt x="27" y="226"/>
                </a:lnTo>
                <a:lnTo>
                  <a:pt x="27" y="226"/>
                </a:lnTo>
                <a:close/>
                <a:moveTo>
                  <a:pt x="277" y="118"/>
                </a:moveTo>
                <a:lnTo>
                  <a:pt x="277" y="118"/>
                </a:lnTo>
                <a:lnTo>
                  <a:pt x="279" y="121"/>
                </a:lnTo>
                <a:lnTo>
                  <a:pt x="280" y="122"/>
                </a:lnTo>
                <a:lnTo>
                  <a:pt x="281" y="124"/>
                </a:lnTo>
                <a:lnTo>
                  <a:pt x="283" y="125"/>
                </a:lnTo>
                <a:lnTo>
                  <a:pt x="284" y="126"/>
                </a:lnTo>
                <a:lnTo>
                  <a:pt x="287" y="126"/>
                </a:lnTo>
                <a:lnTo>
                  <a:pt x="287" y="126"/>
                </a:lnTo>
                <a:lnTo>
                  <a:pt x="288" y="127"/>
                </a:lnTo>
                <a:lnTo>
                  <a:pt x="288" y="128"/>
                </a:lnTo>
                <a:lnTo>
                  <a:pt x="288" y="129"/>
                </a:lnTo>
                <a:lnTo>
                  <a:pt x="288" y="130"/>
                </a:lnTo>
                <a:lnTo>
                  <a:pt x="289" y="131"/>
                </a:lnTo>
                <a:lnTo>
                  <a:pt x="290" y="132"/>
                </a:lnTo>
                <a:lnTo>
                  <a:pt x="292" y="133"/>
                </a:lnTo>
                <a:lnTo>
                  <a:pt x="293" y="133"/>
                </a:lnTo>
                <a:lnTo>
                  <a:pt x="293" y="118"/>
                </a:lnTo>
                <a:lnTo>
                  <a:pt x="277" y="118"/>
                </a:lnTo>
                <a:lnTo>
                  <a:pt x="277" y="118"/>
                </a:lnTo>
                <a:close/>
                <a:moveTo>
                  <a:pt x="294" y="62"/>
                </a:moveTo>
                <a:lnTo>
                  <a:pt x="292" y="62"/>
                </a:lnTo>
                <a:lnTo>
                  <a:pt x="289" y="62"/>
                </a:lnTo>
                <a:lnTo>
                  <a:pt x="285" y="62"/>
                </a:lnTo>
                <a:lnTo>
                  <a:pt x="282" y="61"/>
                </a:lnTo>
                <a:lnTo>
                  <a:pt x="280" y="59"/>
                </a:lnTo>
                <a:lnTo>
                  <a:pt x="279" y="58"/>
                </a:lnTo>
                <a:lnTo>
                  <a:pt x="279" y="58"/>
                </a:lnTo>
                <a:lnTo>
                  <a:pt x="278" y="56"/>
                </a:lnTo>
                <a:lnTo>
                  <a:pt x="277" y="54"/>
                </a:lnTo>
                <a:lnTo>
                  <a:pt x="277" y="54"/>
                </a:lnTo>
                <a:lnTo>
                  <a:pt x="277" y="53"/>
                </a:lnTo>
                <a:lnTo>
                  <a:pt x="277" y="52"/>
                </a:lnTo>
                <a:lnTo>
                  <a:pt x="279" y="49"/>
                </a:lnTo>
                <a:lnTo>
                  <a:pt x="281" y="46"/>
                </a:lnTo>
                <a:lnTo>
                  <a:pt x="283" y="45"/>
                </a:lnTo>
                <a:lnTo>
                  <a:pt x="284" y="45"/>
                </a:lnTo>
                <a:lnTo>
                  <a:pt x="286" y="45"/>
                </a:lnTo>
                <a:lnTo>
                  <a:pt x="287" y="46"/>
                </a:lnTo>
                <a:lnTo>
                  <a:pt x="290" y="49"/>
                </a:lnTo>
                <a:lnTo>
                  <a:pt x="292" y="52"/>
                </a:lnTo>
                <a:lnTo>
                  <a:pt x="294" y="53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62"/>
                </a:lnTo>
                <a:lnTo>
                  <a:pt x="294" y="62"/>
                </a:lnTo>
                <a:close/>
                <a:moveTo>
                  <a:pt x="298" y="53"/>
                </a:moveTo>
                <a:lnTo>
                  <a:pt x="322" y="53"/>
                </a:lnTo>
                <a:lnTo>
                  <a:pt x="322" y="233"/>
                </a:lnTo>
                <a:lnTo>
                  <a:pt x="298" y="233"/>
                </a:lnTo>
                <a:lnTo>
                  <a:pt x="298" y="53"/>
                </a:lnTo>
                <a:lnTo>
                  <a:pt x="298" y="53"/>
                </a:lnTo>
                <a:close/>
                <a:moveTo>
                  <a:pt x="295" y="30"/>
                </a:moveTo>
                <a:lnTo>
                  <a:pt x="295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48"/>
                </a:lnTo>
                <a:lnTo>
                  <a:pt x="294" y="49"/>
                </a:lnTo>
                <a:lnTo>
                  <a:pt x="294" y="50"/>
                </a:lnTo>
                <a:lnTo>
                  <a:pt x="295" y="50"/>
                </a:lnTo>
                <a:lnTo>
                  <a:pt x="295" y="50"/>
                </a:lnTo>
                <a:lnTo>
                  <a:pt x="325" y="50"/>
                </a:lnTo>
                <a:lnTo>
                  <a:pt x="325" y="50"/>
                </a:lnTo>
                <a:lnTo>
                  <a:pt x="326" y="50"/>
                </a:lnTo>
                <a:lnTo>
                  <a:pt x="326" y="49"/>
                </a:lnTo>
                <a:lnTo>
                  <a:pt x="326" y="48"/>
                </a:lnTo>
                <a:lnTo>
                  <a:pt x="326" y="30"/>
                </a:lnTo>
                <a:lnTo>
                  <a:pt x="326" y="30"/>
                </a:lnTo>
                <a:lnTo>
                  <a:pt x="326" y="30"/>
                </a:lnTo>
                <a:lnTo>
                  <a:pt x="325" y="30"/>
                </a:lnTo>
                <a:lnTo>
                  <a:pt x="325" y="30"/>
                </a:lnTo>
                <a:lnTo>
                  <a:pt x="295" y="30"/>
                </a:lnTo>
                <a:lnTo>
                  <a:pt x="295" y="30"/>
                </a:lnTo>
                <a:close/>
                <a:moveTo>
                  <a:pt x="311" y="0"/>
                </a:moveTo>
                <a:lnTo>
                  <a:pt x="310" y="0"/>
                </a:lnTo>
                <a:lnTo>
                  <a:pt x="310" y="0"/>
                </a:lnTo>
                <a:lnTo>
                  <a:pt x="310" y="0"/>
                </a:lnTo>
                <a:lnTo>
                  <a:pt x="309" y="0"/>
                </a:lnTo>
                <a:lnTo>
                  <a:pt x="308" y="1"/>
                </a:lnTo>
                <a:lnTo>
                  <a:pt x="307" y="1"/>
                </a:lnTo>
                <a:lnTo>
                  <a:pt x="306" y="2"/>
                </a:lnTo>
                <a:lnTo>
                  <a:pt x="305" y="3"/>
                </a:lnTo>
                <a:lnTo>
                  <a:pt x="303" y="5"/>
                </a:lnTo>
                <a:lnTo>
                  <a:pt x="303" y="7"/>
                </a:lnTo>
                <a:lnTo>
                  <a:pt x="302" y="11"/>
                </a:lnTo>
                <a:lnTo>
                  <a:pt x="302" y="13"/>
                </a:lnTo>
                <a:lnTo>
                  <a:pt x="300" y="14"/>
                </a:lnTo>
                <a:lnTo>
                  <a:pt x="299" y="14"/>
                </a:lnTo>
                <a:lnTo>
                  <a:pt x="299" y="16"/>
                </a:lnTo>
                <a:lnTo>
                  <a:pt x="298" y="17"/>
                </a:lnTo>
                <a:lnTo>
                  <a:pt x="297" y="18"/>
                </a:lnTo>
                <a:lnTo>
                  <a:pt x="297" y="20"/>
                </a:lnTo>
                <a:lnTo>
                  <a:pt x="298" y="22"/>
                </a:lnTo>
                <a:lnTo>
                  <a:pt x="299" y="22"/>
                </a:lnTo>
                <a:lnTo>
                  <a:pt x="299" y="25"/>
                </a:lnTo>
                <a:lnTo>
                  <a:pt x="299" y="26"/>
                </a:lnTo>
                <a:lnTo>
                  <a:pt x="299" y="26"/>
                </a:lnTo>
                <a:lnTo>
                  <a:pt x="299" y="26"/>
                </a:lnTo>
                <a:lnTo>
                  <a:pt x="299" y="27"/>
                </a:lnTo>
                <a:lnTo>
                  <a:pt x="300" y="27"/>
                </a:lnTo>
                <a:lnTo>
                  <a:pt x="310" y="27"/>
                </a:lnTo>
                <a:lnTo>
                  <a:pt x="319" y="27"/>
                </a:lnTo>
                <a:lnTo>
                  <a:pt x="320" y="27"/>
                </a:lnTo>
                <a:lnTo>
                  <a:pt x="320" y="26"/>
                </a:lnTo>
                <a:lnTo>
                  <a:pt x="321" y="26"/>
                </a:lnTo>
                <a:lnTo>
                  <a:pt x="321" y="26"/>
                </a:lnTo>
                <a:lnTo>
                  <a:pt x="321" y="25"/>
                </a:lnTo>
                <a:lnTo>
                  <a:pt x="321" y="22"/>
                </a:lnTo>
                <a:lnTo>
                  <a:pt x="322" y="22"/>
                </a:lnTo>
                <a:lnTo>
                  <a:pt x="323" y="20"/>
                </a:lnTo>
                <a:lnTo>
                  <a:pt x="323" y="18"/>
                </a:lnTo>
                <a:lnTo>
                  <a:pt x="322" y="17"/>
                </a:lnTo>
                <a:lnTo>
                  <a:pt x="321" y="16"/>
                </a:lnTo>
                <a:lnTo>
                  <a:pt x="320" y="14"/>
                </a:lnTo>
                <a:lnTo>
                  <a:pt x="319" y="14"/>
                </a:lnTo>
                <a:lnTo>
                  <a:pt x="318" y="13"/>
                </a:lnTo>
                <a:lnTo>
                  <a:pt x="318" y="11"/>
                </a:lnTo>
                <a:lnTo>
                  <a:pt x="317" y="7"/>
                </a:lnTo>
                <a:lnTo>
                  <a:pt x="316" y="5"/>
                </a:lnTo>
                <a:lnTo>
                  <a:pt x="315" y="3"/>
                </a:lnTo>
                <a:lnTo>
                  <a:pt x="314" y="2"/>
                </a:lnTo>
                <a:lnTo>
                  <a:pt x="313" y="1"/>
                </a:lnTo>
                <a:lnTo>
                  <a:pt x="312" y="1"/>
                </a:lnTo>
                <a:lnTo>
                  <a:pt x="311" y="0"/>
                </a:lnTo>
                <a:lnTo>
                  <a:pt x="311" y="0"/>
                </a:lnTo>
                <a:close/>
                <a:moveTo>
                  <a:pt x="327" y="52"/>
                </a:moveTo>
                <a:lnTo>
                  <a:pt x="327" y="62"/>
                </a:lnTo>
                <a:lnTo>
                  <a:pt x="333" y="62"/>
                </a:lnTo>
                <a:lnTo>
                  <a:pt x="335" y="62"/>
                </a:lnTo>
                <a:lnTo>
                  <a:pt x="336" y="61"/>
                </a:lnTo>
                <a:lnTo>
                  <a:pt x="337" y="59"/>
                </a:lnTo>
                <a:lnTo>
                  <a:pt x="338" y="58"/>
                </a:lnTo>
                <a:lnTo>
                  <a:pt x="339" y="55"/>
                </a:lnTo>
                <a:lnTo>
                  <a:pt x="339" y="54"/>
                </a:lnTo>
                <a:lnTo>
                  <a:pt x="340" y="53"/>
                </a:lnTo>
                <a:lnTo>
                  <a:pt x="342" y="51"/>
                </a:lnTo>
                <a:lnTo>
                  <a:pt x="343" y="50"/>
                </a:lnTo>
                <a:lnTo>
                  <a:pt x="345" y="47"/>
                </a:lnTo>
                <a:lnTo>
                  <a:pt x="345" y="46"/>
                </a:lnTo>
                <a:lnTo>
                  <a:pt x="345" y="46"/>
                </a:lnTo>
                <a:lnTo>
                  <a:pt x="345" y="45"/>
                </a:lnTo>
                <a:lnTo>
                  <a:pt x="344" y="44"/>
                </a:lnTo>
                <a:lnTo>
                  <a:pt x="343" y="42"/>
                </a:lnTo>
                <a:lnTo>
                  <a:pt x="342" y="42"/>
                </a:lnTo>
                <a:lnTo>
                  <a:pt x="341" y="42"/>
                </a:lnTo>
                <a:lnTo>
                  <a:pt x="340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3"/>
                </a:lnTo>
                <a:lnTo>
                  <a:pt x="340" y="44"/>
                </a:lnTo>
                <a:lnTo>
                  <a:pt x="339" y="45"/>
                </a:lnTo>
                <a:lnTo>
                  <a:pt x="339" y="46"/>
                </a:lnTo>
                <a:lnTo>
                  <a:pt x="338" y="46"/>
                </a:lnTo>
                <a:lnTo>
                  <a:pt x="337" y="46"/>
                </a:lnTo>
                <a:lnTo>
                  <a:pt x="335" y="47"/>
                </a:lnTo>
                <a:lnTo>
                  <a:pt x="332" y="48"/>
                </a:lnTo>
                <a:lnTo>
                  <a:pt x="331" y="50"/>
                </a:lnTo>
                <a:lnTo>
                  <a:pt x="330" y="51"/>
                </a:lnTo>
                <a:lnTo>
                  <a:pt x="328" y="52"/>
                </a:lnTo>
                <a:lnTo>
                  <a:pt x="327" y="52"/>
                </a:lnTo>
                <a:lnTo>
                  <a:pt x="327" y="52"/>
                </a:lnTo>
                <a:close/>
                <a:moveTo>
                  <a:pt x="326" y="65"/>
                </a:moveTo>
                <a:lnTo>
                  <a:pt x="333" y="65"/>
                </a:lnTo>
                <a:lnTo>
                  <a:pt x="333" y="74"/>
                </a:lnTo>
                <a:lnTo>
                  <a:pt x="326" y="74"/>
                </a:lnTo>
                <a:lnTo>
                  <a:pt x="326" y="65"/>
                </a:lnTo>
                <a:lnTo>
                  <a:pt x="326" y="65"/>
                </a:lnTo>
                <a:close/>
                <a:moveTo>
                  <a:pt x="326" y="76"/>
                </a:moveTo>
                <a:lnTo>
                  <a:pt x="375" y="76"/>
                </a:lnTo>
                <a:lnTo>
                  <a:pt x="375" y="83"/>
                </a:lnTo>
                <a:lnTo>
                  <a:pt x="326" y="83"/>
                </a:lnTo>
                <a:lnTo>
                  <a:pt x="326" y="76"/>
                </a:lnTo>
                <a:lnTo>
                  <a:pt x="326" y="76"/>
                </a:lnTo>
                <a:close/>
                <a:moveTo>
                  <a:pt x="326" y="86"/>
                </a:moveTo>
                <a:lnTo>
                  <a:pt x="375" y="86"/>
                </a:lnTo>
                <a:lnTo>
                  <a:pt x="375" y="107"/>
                </a:lnTo>
                <a:lnTo>
                  <a:pt x="326" y="107"/>
                </a:lnTo>
                <a:lnTo>
                  <a:pt x="326" y="86"/>
                </a:lnTo>
                <a:lnTo>
                  <a:pt x="326" y="86"/>
                </a:lnTo>
                <a:close/>
                <a:moveTo>
                  <a:pt x="326" y="110"/>
                </a:moveTo>
                <a:lnTo>
                  <a:pt x="375" y="110"/>
                </a:lnTo>
                <a:lnTo>
                  <a:pt x="375" y="117"/>
                </a:lnTo>
                <a:lnTo>
                  <a:pt x="326" y="117"/>
                </a:lnTo>
                <a:lnTo>
                  <a:pt x="326" y="110"/>
                </a:lnTo>
                <a:lnTo>
                  <a:pt x="326" y="110"/>
                </a:lnTo>
                <a:close/>
                <a:moveTo>
                  <a:pt x="361" y="121"/>
                </a:moveTo>
                <a:lnTo>
                  <a:pt x="361" y="121"/>
                </a:lnTo>
                <a:lnTo>
                  <a:pt x="361" y="122"/>
                </a:lnTo>
                <a:lnTo>
                  <a:pt x="362" y="122"/>
                </a:lnTo>
                <a:lnTo>
                  <a:pt x="363" y="124"/>
                </a:lnTo>
                <a:lnTo>
                  <a:pt x="364" y="126"/>
                </a:lnTo>
                <a:lnTo>
                  <a:pt x="366" y="126"/>
                </a:lnTo>
                <a:lnTo>
                  <a:pt x="367" y="128"/>
                </a:lnTo>
                <a:lnTo>
                  <a:pt x="369" y="128"/>
                </a:lnTo>
                <a:lnTo>
                  <a:pt x="371" y="129"/>
                </a:lnTo>
                <a:lnTo>
                  <a:pt x="371" y="130"/>
                </a:lnTo>
                <a:lnTo>
                  <a:pt x="372" y="132"/>
                </a:lnTo>
                <a:lnTo>
                  <a:pt x="373" y="134"/>
                </a:lnTo>
                <a:lnTo>
                  <a:pt x="374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21"/>
                </a:lnTo>
                <a:lnTo>
                  <a:pt x="361" y="121"/>
                </a:lnTo>
                <a:lnTo>
                  <a:pt x="361" y="121"/>
                </a:lnTo>
                <a:close/>
                <a:moveTo>
                  <a:pt x="379" y="73"/>
                </a:moveTo>
                <a:lnTo>
                  <a:pt x="401" y="73"/>
                </a:lnTo>
                <a:lnTo>
                  <a:pt x="401" y="233"/>
                </a:lnTo>
                <a:lnTo>
                  <a:pt x="379" y="233"/>
                </a:lnTo>
                <a:lnTo>
                  <a:pt x="379" y="73"/>
                </a:lnTo>
                <a:lnTo>
                  <a:pt x="379" y="73"/>
                </a:lnTo>
                <a:close/>
                <a:moveTo>
                  <a:pt x="377" y="50"/>
                </a:moveTo>
                <a:lnTo>
                  <a:pt x="404" y="50"/>
                </a:lnTo>
                <a:lnTo>
                  <a:pt x="404" y="50"/>
                </a:lnTo>
                <a:lnTo>
                  <a:pt x="404" y="50"/>
                </a:lnTo>
                <a:lnTo>
                  <a:pt x="405" y="51"/>
                </a:lnTo>
                <a:lnTo>
                  <a:pt x="405" y="51"/>
                </a:lnTo>
                <a:lnTo>
                  <a:pt x="405" y="67"/>
                </a:lnTo>
                <a:lnTo>
                  <a:pt x="405" y="68"/>
                </a:lnTo>
                <a:lnTo>
                  <a:pt x="404" y="68"/>
                </a:lnTo>
                <a:lnTo>
                  <a:pt x="404" y="68"/>
                </a:lnTo>
                <a:lnTo>
                  <a:pt x="404" y="69"/>
                </a:lnTo>
                <a:lnTo>
                  <a:pt x="377" y="69"/>
                </a:lnTo>
                <a:lnTo>
                  <a:pt x="377" y="68"/>
                </a:lnTo>
                <a:lnTo>
                  <a:pt x="376" y="68"/>
                </a:lnTo>
                <a:lnTo>
                  <a:pt x="376" y="68"/>
                </a:lnTo>
                <a:lnTo>
                  <a:pt x="376" y="67"/>
                </a:lnTo>
                <a:lnTo>
                  <a:pt x="376" y="51"/>
                </a:lnTo>
                <a:lnTo>
                  <a:pt x="376" y="51"/>
                </a:lnTo>
                <a:lnTo>
                  <a:pt x="376" y="50"/>
                </a:lnTo>
                <a:lnTo>
                  <a:pt x="377" y="50"/>
                </a:lnTo>
                <a:lnTo>
                  <a:pt x="377" y="50"/>
                </a:lnTo>
                <a:lnTo>
                  <a:pt x="377" y="50"/>
                </a:lnTo>
                <a:close/>
                <a:moveTo>
                  <a:pt x="449" y="79"/>
                </a:moveTo>
                <a:lnTo>
                  <a:pt x="471" y="79"/>
                </a:lnTo>
                <a:lnTo>
                  <a:pt x="471" y="232"/>
                </a:lnTo>
                <a:lnTo>
                  <a:pt x="450" y="232"/>
                </a:lnTo>
                <a:lnTo>
                  <a:pt x="450" y="88"/>
                </a:lnTo>
                <a:lnTo>
                  <a:pt x="449" y="88"/>
                </a:lnTo>
                <a:lnTo>
                  <a:pt x="449" y="79"/>
                </a:lnTo>
                <a:lnTo>
                  <a:pt x="449" y="79"/>
                </a:lnTo>
                <a:close/>
                <a:moveTo>
                  <a:pt x="447" y="63"/>
                </a:moveTo>
                <a:lnTo>
                  <a:pt x="471" y="63"/>
                </a:lnTo>
                <a:lnTo>
                  <a:pt x="472" y="63"/>
                </a:lnTo>
                <a:lnTo>
                  <a:pt x="473" y="64"/>
                </a:lnTo>
                <a:lnTo>
                  <a:pt x="473" y="76"/>
                </a:lnTo>
                <a:lnTo>
                  <a:pt x="472" y="77"/>
                </a:lnTo>
                <a:lnTo>
                  <a:pt x="471" y="78"/>
                </a:lnTo>
                <a:lnTo>
                  <a:pt x="447" y="78"/>
                </a:lnTo>
                <a:lnTo>
                  <a:pt x="447" y="77"/>
                </a:lnTo>
                <a:lnTo>
                  <a:pt x="447" y="76"/>
                </a:lnTo>
                <a:lnTo>
                  <a:pt x="447" y="64"/>
                </a:lnTo>
                <a:lnTo>
                  <a:pt x="447" y="63"/>
                </a:lnTo>
                <a:lnTo>
                  <a:pt x="447" y="63"/>
                </a:lnTo>
                <a:lnTo>
                  <a:pt x="447" y="63"/>
                </a:lnTo>
                <a:close/>
                <a:moveTo>
                  <a:pt x="459" y="39"/>
                </a:moveTo>
                <a:lnTo>
                  <a:pt x="459" y="39"/>
                </a:lnTo>
                <a:lnTo>
                  <a:pt x="458" y="39"/>
                </a:lnTo>
                <a:lnTo>
                  <a:pt x="456" y="40"/>
                </a:lnTo>
                <a:lnTo>
                  <a:pt x="455" y="42"/>
                </a:lnTo>
                <a:lnTo>
                  <a:pt x="455" y="42"/>
                </a:lnTo>
                <a:lnTo>
                  <a:pt x="454" y="45"/>
                </a:lnTo>
                <a:lnTo>
                  <a:pt x="453" y="47"/>
                </a:lnTo>
                <a:lnTo>
                  <a:pt x="453" y="49"/>
                </a:lnTo>
                <a:lnTo>
                  <a:pt x="451" y="50"/>
                </a:lnTo>
                <a:lnTo>
                  <a:pt x="451" y="50"/>
                </a:lnTo>
                <a:lnTo>
                  <a:pt x="451" y="51"/>
                </a:lnTo>
                <a:lnTo>
                  <a:pt x="450" y="52"/>
                </a:lnTo>
                <a:lnTo>
                  <a:pt x="450" y="53"/>
                </a:lnTo>
                <a:lnTo>
                  <a:pt x="450" y="54"/>
                </a:lnTo>
                <a:lnTo>
                  <a:pt x="450" y="55"/>
                </a:lnTo>
                <a:lnTo>
                  <a:pt x="451" y="56"/>
                </a:lnTo>
                <a:lnTo>
                  <a:pt x="451" y="57"/>
                </a:lnTo>
                <a:lnTo>
                  <a:pt x="451" y="58"/>
                </a:lnTo>
                <a:lnTo>
                  <a:pt x="452" y="58"/>
                </a:lnTo>
                <a:lnTo>
                  <a:pt x="451" y="58"/>
                </a:lnTo>
                <a:lnTo>
                  <a:pt x="451" y="59"/>
                </a:lnTo>
                <a:lnTo>
                  <a:pt x="451" y="59"/>
                </a:lnTo>
                <a:lnTo>
                  <a:pt x="451" y="61"/>
                </a:lnTo>
                <a:lnTo>
                  <a:pt x="451" y="61"/>
                </a:lnTo>
                <a:lnTo>
                  <a:pt x="459" y="61"/>
                </a:lnTo>
                <a:lnTo>
                  <a:pt x="459" y="61"/>
                </a:lnTo>
                <a:lnTo>
                  <a:pt x="459" y="61"/>
                </a:lnTo>
                <a:lnTo>
                  <a:pt x="467" y="61"/>
                </a:lnTo>
                <a:lnTo>
                  <a:pt x="467" y="61"/>
                </a:lnTo>
                <a:lnTo>
                  <a:pt x="467" y="59"/>
                </a:lnTo>
                <a:lnTo>
                  <a:pt x="467" y="59"/>
                </a:lnTo>
                <a:lnTo>
                  <a:pt x="467" y="58"/>
                </a:lnTo>
                <a:lnTo>
                  <a:pt x="467" y="58"/>
                </a:lnTo>
                <a:lnTo>
                  <a:pt x="467" y="58"/>
                </a:lnTo>
                <a:lnTo>
                  <a:pt x="467" y="57"/>
                </a:lnTo>
                <a:lnTo>
                  <a:pt x="467" y="56"/>
                </a:lnTo>
                <a:lnTo>
                  <a:pt x="469" y="55"/>
                </a:lnTo>
                <a:lnTo>
                  <a:pt x="469" y="54"/>
                </a:lnTo>
                <a:lnTo>
                  <a:pt x="469" y="53"/>
                </a:lnTo>
                <a:lnTo>
                  <a:pt x="469" y="52"/>
                </a:lnTo>
                <a:lnTo>
                  <a:pt x="468" y="51"/>
                </a:lnTo>
                <a:lnTo>
                  <a:pt x="467" y="50"/>
                </a:lnTo>
                <a:lnTo>
                  <a:pt x="467" y="50"/>
                </a:lnTo>
                <a:lnTo>
                  <a:pt x="466" y="49"/>
                </a:lnTo>
                <a:lnTo>
                  <a:pt x="466" y="47"/>
                </a:lnTo>
                <a:lnTo>
                  <a:pt x="465" y="45"/>
                </a:lnTo>
                <a:lnTo>
                  <a:pt x="464" y="42"/>
                </a:lnTo>
                <a:lnTo>
                  <a:pt x="463" y="42"/>
                </a:lnTo>
                <a:lnTo>
                  <a:pt x="463" y="40"/>
                </a:lnTo>
                <a:lnTo>
                  <a:pt x="461" y="39"/>
                </a:lnTo>
                <a:lnTo>
                  <a:pt x="460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close/>
                <a:moveTo>
                  <a:pt x="405" y="74"/>
                </a:moveTo>
                <a:lnTo>
                  <a:pt x="409" y="74"/>
                </a:lnTo>
                <a:lnTo>
                  <a:pt x="411" y="74"/>
                </a:lnTo>
                <a:lnTo>
                  <a:pt x="411" y="74"/>
                </a:lnTo>
                <a:lnTo>
                  <a:pt x="412" y="74"/>
                </a:lnTo>
                <a:lnTo>
                  <a:pt x="414" y="73"/>
                </a:lnTo>
                <a:lnTo>
                  <a:pt x="415" y="71"/>
                </a:lnTo>
                <a:lnTo>
                  <a:pt x="415" y="69"/>
                </a:lnTo>
                <a:lnTo>
                  <a:pt x="418" y="65"/>
                </a:lnTo>
                <a:lnTo>
                  <a:pt x="420" y="61"/>
                </a:lnTo>
                <a:lnTo>
                  <a:pt x="420" y="59"/>
                </a:lnTo>
                <a:lnTo>
                  <a:pt x="419" y="59"/>
                </a:lnTo>
                <a:lnTo>
                  <a:pt x="419" y="58"/>
                </a:lnTo>
                <a:lnTo>
                  <a:pt x="419" y="58"/>
                </a:lnTo>
                <a:lnTo>
                  <a:pt x="418" y="57"/>
                </a:lnTo>
                <a:lnTo>
                  <a:pt x="417" y="57"/>
                </a:lnTo>
                <a:lnTo>
                  <a:pt x="415" y="56"/>
                </a:lnTo>
                <a:lnTo>
                  <a:pt x="415" y="56"/>
                </a:lnTo>
                <a:lnTo>
                  <a:pt x="415" y="57"/>
                </a:lnTo>
                <a:lnTo>
                  <a:pt x="414" y="57"/>
                </a:lnTo>
                <a:lnTo>
                  <a:pt x="415" y="58"/>
                </a:lnTo>
                <a:lnTo>
                  <a:pt x="415" y="59"/>
                </a:lnTo>
                <a:lnTo>
                  <a:pt x="411" y="62"/>
                </a:lnTo>
                <a:lnTo>
                  <a:pt x="407" y="65"/>
                </a:lnTo>
                <a:lnTo>
                  <a:pt x="407" y="67"/>
                </a:lnTo>
                <a:lnTo>
                  <a:pt x="407" y="70"/>
                </a:lnTo>
                <a:lnTo>
                  <a:pt x="407" y="71"/>
                </a:lnTo>
                <a:lnTo>
                  <a:pt x="407" y="71"/>
                </a:lnTo>
                <a:lnTo>
                  <a:pt x="405" y="71"/>
                </a:lnTo>
                <a:lnTo>
                  <a:pt x="405" y="74"/>
                </a:lnTo>
                <a:lnTo>
                  <a:pt x="405" y="74"/>
                </a:lnTo>
                <a:close/>
                <a:moveTo>
                  <a:pt x="405" y="76"/>
                </a:moveTo>
                <a:lnTo>
                  <a:pt x="410" y="76"/>
                </a:lnTo>
                <a:lnTo>
                  <a:pt x="410" y="83"/>
                </a:lnTo>
                <a:lnTo>
                  <a:pt x="405" y="83"/>
                </a:lnTo>
                <a:lnTo>
                  <a:pt x="405" y="76"/>
                </a:lnTo>
                <a:lnTo>
                  <a:pt x="405" y="76"/>
                </a:lnTo>
                <a:close/>
                <a:moveTo>
                  <a:pt x="405" y="84"/>
                </a:moveTo>
                <a:lnTo>
                  <a:pt x="447" y="84"/>
                </a:lnTo>
                <a:lnTo>
                  <a:pt x="447" y="92"/>
                </a:lnTo>
                <a:lnTo>
                  <a:pt x="405" y="92"/>
                </a:lnTo>
                <a:lnTo>
                  <a:pt x="405" y="84"/>
                </a:lnTo>
                <a:lnTo>
                  <a:pt x="405" y="84"/>
                </a:lnTo>
                <a:close/>
                <a:moveTo>
                  <a:pt x="339" y="121"/>
                </a:moveTo>
                <a:lnTo>
                  <a:pt x="340" y="121"/>
                </a:lnTo>
                <a:lnTo>
                  <a:pt x="340" y="122"/>
                </a:lnTo>
                <a:lnTo>
                  <a:pt x="339" y="122"/>
                </a:lnTo>
                <a:lnTo>
                  <a:pt x="338" y="124"/>
                </a:lnTo>
                <a:lnTo>
                  <a:pt x="337" y="126"/>
                </a:lnTo>
                <a:lnTo>
                  <a:pt x="335" y="126"/>
                </a:lnTo>
                <a:lnTo>
                  <a:pt x="334" y="128"/>
                </a:lnTo>
                <a:lnTo>
                  <a:pt x="332" y="128"/>
                </a:lnTo>
                <a:lnTo>
                  <a:pt x="331" y="129"/>
                </a:lnTo>
                <a:lnTo>
                  <a:pt x="330" y="130"/>
                </a:lnTo>
                <a:lnTo>
                  <a:pt x="329" y="132"/>
                </a:lnTo>
                <a:lnTo>
                  <a:pt x="328" y="134"/>
                </a:lnTo>
                <a:lnTo>
                  <a:pt x="327" y="134"/>
                </a:lnTo>
                <a:lnTo>
                  <a:pt x="327" y="134"/>
                </a:lnTo>
                <a:lnTo>
                  <a:pt x="326" y="134"/>
                </a:lnTo>
                <a:lnTo>
                  <a:pt x="326" y="134"/>
                </a:lnTo>
                <a:lnTo>
                  <a:pt x="326" y="121"/>
                </a:lnTo>
                <a:lnTo>
                  <a:pt x="339" y="121"/>
                </a:lnTo>
                <a:lnTo>
                  <a:pt x="339" y="121"/>
                </a:lnTo>
                <a:close/>
                <a:moveTo>
                  <a:pt x="391" y="25"/>
                </a:moveTo>
                <a:lnTo>
                  <a:pt x="391" y="25"/>
                </a:lnTo>
                <a:lnTo>
                  <a:pt x="391" y="25"/>
                </a:lnTo>
                <a:lnTo>
                  <a:pt x="391" y="24"/>
                </a:lnTo>
                <a:lnTo>
                  <a:pt x="391" y="24"/>
                </a:lnTo>
                <a:lnTo>
                  <a:pt x="390" y="24"/>
                </a:lnTo>
                <a:lnTo>
                  <a:pt x="390" y="24"/>
                </a:lnTo>
                <a:lnTo>
                  <a:pt x="389" y="25"/>
                </a:lnTo>
                <a:lnTo>
                  <a:pt x="388" y="25"/>
                </a:lnTo>
                <a:lnTo>
                  <a:pt x="387" y="26"/>
                </a:lnTo>
                <a:lnTo>
                  <a:pt x="387" y="27"/>
                </a:lnTo>
                <a:lnTo>
                  <a:pt x="385" y="29"/>
                </a:lnTo>
                <a:lnTo>
                  <a:pt x="384" y="31"/>
                </a:lnTo>
                <a:lnTo>
                  <a:pt x="384" y="34"/>
                </a:lnTo>
                <a:lnTo>
                  <a:pt x="384" y="35"/>
                </a:lnTo>
                <a:lnTo>
                  <a:pt x="383" y="36"/>
                </a:lnTo>
                <a:lnTo>
                  <a:pt x="382" y="37"/>
                </a:lnTo>
                <a:lnTo>
                  <a:pt x="380" y="38"/>
                </a:lnTo>
                <a:lnTo>
                  <a:pt x="380" y="40"/>
                </a:lnTo>
                <a:lnTo>
                  <a:pt x="379" y="42"/>
                </a:lnTo>
                <a:lnTo>
                  <a:pt x="379" y="42"/>
                </a:lnTo>
                <a:lnTo>
                  <a:pt x="379" y="44"/>
                </a:lnTo>
                <a:lnTo>
                  <a:pt x="380" y="45"/>
                </a:lnTo>
                <a:lnTo>
                  <a:pt x="381" y="46"/>
                </a:lnTo>
                <a:lnTo>
                  <a:pt x="381" y="47"/>
                </a:lnTo>
                <a:lnTo>
                  <a:pt x="382" y="47"/>
                </a:lnTo>
                <a:lnTo>
                  <a:pt x="382" y="48"/>
                </a:lnTo>
                <a:lnTo>
                  <a:pt x="382" y="48"/>
                </a:lnTo>
                <a:lnTo>
                  <a:pt x="383" y="48"/>
                </a:lnTo>
                <a:lnTo>
                  <a:pt x="390" y="48"/>
                </a:lnTo>
                <a:lnTo>
                  <a:pt x="390" y="48"/>
                </a:lnTo>
                <a:lnTo>
                  <a:pt x="391" y="48"/>
                </a:lnTo>
                <a:lnTo>
                  <a:pt x="398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7"/>
                </a:lnTo>
                <a:lnTo>
                  <a:pt x="399" y="46"/>
                </a:lnTo>
                <a:lnTo>
                  <a:pt x="401" y="46"/>
                </a:lnTo>
                <a:lnTo>
                  <a:pt x="401" y="44"/>
                </a:lnTo>
                <a:lnTo>
                  <a:pt x="402" y="43"/>
                </a:lnTo>
                <a:lnTo>
                  <a:pt x="401" y="42"/>
                </a:lnTo>
                <a:lnTo>
                  <a:pt x="401" y="40"/>
                </a:lnTo>
                <a:lnTo>
                  <a:pt x="400" y="38"/>
                </a:lnTo>
                <a:lnTo>
                  <a:pt x="399" y="38"/>
                </a:lnTo>
                <a:lnTo>
                  <a:pt x="398" y="37"/>
                </a:lnTo>
                <a:lnTo>
                  <a:pt x="397" y="35"/>
                </a:lnTo>
                <a:lnTo>
                  <a:pt x="397" y="34"/>
                </a:lnTo>
                <a:lnTo>
                  <a:pt x="396" y="31"/>
                </a:lnTo>
                <a:lnTo>
                  <a:pt x="395" y="30"/>
                </a:lnTo>
                <a:lnTo>
                  <a:pt x="395" y="27"/>
                </a:lnTo>
                <a:lnTo>
                  <a:pt x="394" y="26"/>
                </a:lnTo>
                <a:lnTo>
                  <a:pt x="393" y="26"/>
                </a:lnTo>
                <a:lnTo>
                  <a:pt x="392" y="25"/>
                </a:lnTo>
                <a:lnTo>
                  <a:pt x="391" y="25"/>
                </a:lnTo>
                <a:lnTo>
                  <a:pt x="391" y="25"/>
                </a:lnTo>
                <a:close/>
                <a:moveTo>
                  <a:pt x="375" y="74"/>
                </a:moveTo>
                <a:lnTo>
                  <a:pt x="371" y="74"/>
                </a:lnTo>
                <a:lnTo>
                  <a:pt x="370" y="74"/>
                </a:lnTo>
                <a:lnTo>
                  <a:pt x="369" y="74"/>
                </a:lnTo>
                <a:lnTo>
                  <a:pt x="368" y="74"/>
                </a:lnTo>
                <a:lnTo>
                  <a:pt x="367" y="73"/>
                </a:lnTo>
                <a:lnTo>
                  <a:pt x="366" y="71"/>
                </a:lnTo>
                <a:lnTo>
                  <a:pt x="366" y="69"/>
                </a:lnTo>
                <a:lnTo>
                  <a:pt x="363" y="65"/>
                </a:lnTo>
                <a:lnTo>
                  <a:pt x="360" y="61"/>
                </a:lnTo>
                <a:lnTo>
                  <a:pt x="360" y="59"/>
                </a:lnTo>
                <a:lnTo>
                  <a:pt x="361" y="59"/>
                </a:lnTo>
                <a:lnTo>
                  <a:pt x="362" y="58"/>
                </a:lnTo>
                <a:lnTo>
                  <a:pt x="362" y="58"/>
                </a:lnTo>
                <a:lnTo>
                  <a:pt x="363" y="57"/>
                </a:lnTo>
                <a:lnTo>
                  <a:pt x="364" y="57"/>
                </a:lnTo>
                <a:lnTo>
                  <a:pt x="365" y="56"/>
                </a:lnTo>
                <a:lnTo>
                  <a:pt x="366" y="56"/>
                </a:lnTo>
                <a:lnTo>
                  <a:pt x="366" y="57"/>
                </a:lnTo>
                <a:lnTo>
                  <a:pt x="366" y="57"/>
                </a:lnTo>
                <a:lnTo>
                  <a:pt x="366" y="58"/>
                </a:lnTo>
                <a:lnTo>
                  <a:pt x="366" y="59"/>
                </a:lnTo>
                <a:lnTo>
                  <a:pt x="369" y="62"/>
                </a:lnTo>
                <a:lnTo>
                  <a:pt x="373" y="65"/>
                </a:lnTo>
                <a:lnTo>
                  <a:pt x="374" y="67"/>
                </a:lnTo>
                <a:lnTo>
                  <a:pt x="374" y="70"/>
                </a:lnTo>
                <a:lnTo>
                  <a:pt x="375" y="71"/>
                </a:lnTo>
                <a:lnTo>
                  <a:pt x="375" y="71"/>
                </a:lnTo>
                <a:lnTo>
                  <a:pt x="375" y="71"/>
                </a:lnTo>
                <a:lnTo>
                  <a:pt x="375" y="74"/>
                </a:lnTo>
                <a:lnTo>
                  <a:pt x="375" y="74"/>
                </a:lnTo>
                <a:close/>
                <a:moveTo>
                  <a:pt x="405" y="94"/>
                </a:moveTo>
                <a:lnTo>
                  <a:pt x="447" y="94"/>
                </a:lnTo>
                <a:lnTo>
                  <a:pt x="447" y="110"/>
                </a:lnTo>
                <a:lnTo>
                  <a:pt x="405" y="110"/>
                </a:lnTo>
                <a:lnTo>
                  <a:pt x="405" y="94"/>
                </a:lnTo>
                <a:lnTo>
                  <a:pt x="405" y="94"/>
                </a:lnTo>
                <a:close/>
                <a:moveTo>
                  <a:pt x="405" y="113"/>
                </a:moveTo>
                <a:lnTo>
                  <a:pt x="447" y="113"/>
                </a:lnTo>
                <a:lnTo>
                  <a:pt x="447" y="120"/>
                </a:lnTo>
                <a:lnTo>
                  <a:pt x="405" y="120"/>
                </a:lnTo>
                <a:lnTo>
                  <a:pt x="405" y="113"/>
                </a:lnTo>
                <a:lnTo>
                  <a:pt x="405" y="113"/>
                </a:lnTo>
                <a:close/>
                <a:moveTo>
                  <a:pt x="405" y="134"/>
                </a:moveTo>
                <a:lnTo>
                  <a:pt x="407" y="133"/>
                </a:lnTo>
                <a:lnTo>
                  <a:pt x="409" y="131"/>
                </a:lnTo>
                <a:lnTo>
                  <a:pt x="411" y="130"/>
                </a:lnTo>
                <a:lnTo>
                  <a:pt x="414" y="128"/>
                </a:lnTo>
                <a:lnTo>
                  <a:pt x="415" y="126"/>
                </a:lnTo>
                <a:lnTo>
                  <a:pt x="416" y="126"/>
                </a:lnTo>
                <a:lnTo>
                  <a:pt x="418" y="124"/>
                </a:lnTo>
                <a:lnTo>
                  <a:pt x="418" y="123"/>
                </a:lnTo>
                <a:lnTo>
                  <a:pt x="419" y="122"/>
                </a:lnTo>
                <a:lnTo>
                  <a:pt x="419" y="122"/>
                </a:lnTo>
                <a:lnTo>
                  <a:pt x="405" y="122"/>
                </a:lnTo>
                <a:lnTo>
                  <a:pt x="405" y="134"/>
                </a:lnTo>
                <a:lnTo>
                  <a:pt x="405" y="134"/>
                </a:lnTo>
                <a:close/>
                <a:moveTo>
                  <a:pt x="446" y="134"/>
                </a:moveTo>
                <a:lnTo>
                  <a:pt x="445" y="134"/>
                </a:lnTo>
                <a:lnTo>
                  <a:pt x="443" y="131"/>
                </a:lnTo>
                <a:lnTo>
                  <a:pt x="440" y="130"/>
                </a:lnTo>
                <a:lnTo>
                  <a:pt x="438" y="128"/>
                </a:lnTo>
                <a:lnTo>
                  <a:pt x="436" y="126"/>
                </a:lnTo>
                <a:lnTo>
                  <a:pt x="435" y="126"/>
                </a:lnTo>
                <a:lnTo>
                  <a:pt x="435" y="124"/>
                </a:lnTo>
                <a:lnTo>
                  <a:pt x="434" y="123"/>
                </a:lnTo>
                <a:lnTo>
                  <a:pt x="433" y="122"/>
                </a:lnTo>
                <a:lnTo>
                  <a:pt x="433" y="122"/>
                </a:lnTo>
                <a:lnTo>
                  <a:pt x="447" y="122"/>
                </a:lnTo>
                <a:lnTo>
                  <a:pt x="446" y="134"/>
                </a:lnTo>
                <a:lnTo>
                  <a:pt x="446" y="134"/>
                </a:lnTo>
                <a:close/>
                <a:moveTo>
                  <a:pt x="447" y="79"/>
                </a:moveTo>
                <a:lnTo>
                  <a:pt x="444" y="79"/>
                </a:lnTo>
                <a:lnTo>
                  <a:pt x="444" y="70"/>
                </a:lnTo>
                <a:lnTo>
                  <a:pt x="443" y="69"/>
                </a:lnTo>
                <a:lnTo>
                  <a:pt x="443" y="69"/>
                </a:lnTo>
                <a:lnTo>
                  <a:pt x="441" y="69"/>
                </a:lnTo>
                <a:lnTo>
                  <a:pt x="440" y="69"/>
                </a:lnTo>
                <a:lnTo>
                  <a:pt x="439" y="70"/>
                </a:lnTo>
                <a:lnTo>
                  <a:pt x="438" y="70"/>
                </a:lnTo>
                <a:lnTo>
                  <a:pt x="438" y="71"/>
                </a:lnTo>
                <a:lnTo>
                  <a:pt x="438" y="72"/>
                </a:lnTo>
                <a:lnTo>
                  <a:pt x="438" y="73"/>
                </a:lnTo>
                <a:lnTo>
                  <a:pt x="438" y="73"/>
                </a:lnTo>
                <a:lnTo>
                  <a:pt x="436" y="74"/>
                </a:lnTo>
                <a:lnTo>
                  <a:pt x="435" y="74"/>
                </a:lnTo>
                <a:lnTo>
                  <a:pt x="435" y="75"/>
                </a:lnTo>
                <a:lnTo>
                  <a:pt x="435" y="76"/>
                </a:lnTo>
                <a:lnTo>
                  <a:pt x="435" y="77"/>
                </a:lnTo>
                <a:lnTo>
                  <a:pt x="435" y="78"/>
                </a:lnTo>
                <a:lnTo>
                  <a:pt x="435" y="78"/>
                </a:lnTo>
                <a:lnTo>
                  <a:pt x="435" y="78"/>
                </a:lnTo>
                <a:lnTo>
                  <a:pt x="436" y="79"/>
                </a:lnTo>
                <a:lnTo>
                  <a:pt x="438" y="81"/>
                </a:lnTo>
                <a:lnTo>
                  <a:pt x="439" y="82"/>
                </a:lnTo>
                <a:lnTo>
                  <a:pt x="441" y="82"/>
                </a:lnTo>
                <a:lnTo>
                  <a:pt x="442" y="82"/>
                </a:lnTo>
                <a:lnTo>
                  <a:pt x="445" y="82"/>
                </a:lnTo>
                <a:lnTo>
                  <a:pt x="447" y="82"/>
                </a:lnTo>
                <a:lnTo>
                  <a:pt x="447" y="79"/>
                </a:lnTo>
                <a:lnTo>
                  <a:pt x="447" y="79"/>
                </a:lnTo>
                <a:close/>
                <a:moveTo>
                  <a:pt x="473" y="83"/>
                </a:moveTo>
                <a:lnTo>
                  <a:pt x="478" y="83"/>
                </a:lnTo>
                <a:lnTo>
                  <a:pt x="479" y="83"/>
                </a:lnTo>
                <a:lnTo>
                  <a:pt x="480" y="82"/>
                </a:lnTo>
                <a:lnTo>
                  <a:pt x="481" y="82"/>
                </a:lnTo>
                <a:lnTo>
                  <a:pt x="482" y="82"/>
                </a:lnTo>
                <a:lnTo>
                  <a:pt x="483" y="79"/>
                </a:lnTo>
                <a:lnTo>
                  <a:pt x="483" y="77"/>
                </a:lnTo>
                <a:lnTo>
                  <a:pt x="484" y="75"/>
                </a:lnTo>
                <a:lnTo>
                  <a:pt x="485" y="74"/>
                </a:lnTo>
                <a:lnTo>
                  <a:pt x="486" y="73"/>
                </a:lnTo>
                <a:lnTo>
                  <a:pt x="487" y="72"/>
                </a:lnTo>
                <a:lnTo>
                  <a:pt x="487" y="71"/>
                </a:lnTo>
                <a:lnTo>
                  <a:pt x="488" y="70"/>
                </a:lnTo>
                <a:lnTo>
                  <a:pt x="488" y="70"/>
                </a:lnTo>
                <a:lnTo>
                  <a:pt x="488" y="68"/>
                </a:lnTo>
                <a:lnTo>
                  <a:pt x="488" y="66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6" y="64"/>
                </a:lnTo>
                <a:lnTo>
                  <a:pt x="485" y="64"/>
                </a:lnTo>
                <a:lnTo>
                  <a:pt x="484" y="65"/>
                </a:lnTo>
                <a:lnTo>
                  <a:pt x="484" y="65"/>
                </a:lnTo>
                <a:lnTo>
                  <a:pt x="484" y="66"/>
                </a:lnTo>
                <a:lnTo>
                  <a:pt x="484" y="67"/>
                </a:lnTo>
                <a:lnTo>
                  <a:pt x="483" y="68"/>
                </a:lnTo>
                <a:lnTo>
                  <a:pt x="480" y="70"/>
                </a:lnTo>
                <a:lnTo>
                  <a:pt x="479" y="70"/>
                </a:lnTo>
                <a:lnTo>
                  <a:pt x="477" y="71"/>
                </a:lnTo>
                <a:lnTo>
                  <a:pt x="476" y="72"/>
                </a:lnTo>
                <a:lnTo>
                  <a:pt x="475" y="74"/>
                </a:lnTo>
                <a:lnTo>
                  <a:pt x="475" y="76"/>
                </a:lnTo>
                <a:lnTo>
                  <a:pt x="475" y="78"/>
                </a:lnTo>
                <a:lnTo>
                  <a:pt x="475" y="79"/>
                </a:lnTo>
                <a:lnTo>
                  <a:pt x="475" y="79"/>
                </a:lnTo>
                <a:lnTo>
                  <a:pt x="473" y="79"/>
                </a:lnTo>
                <a:lnTo>
                  <a:pt x="473" y="83"/>
                </a:lnTo>
                <a:lnTo>
                  <a:pt x="473" y="83"/>
                </a:lnTo>
                <a:close/>
                <a:moveTo>
                  <a:pt x="474" y="113"/>
                </a:moveTo>
                <a:lnTo>
                  <a:pt x="479" y="113"/>
                </a:lnTo>
                <a:lnTo>
                  <a:pt x="479" y="120"/>
                </a:lnTo>
                <a:lnTo>
                  <a:pt x="474" y="120"/>
                </a:lnTo>
                <a:lnTo>
                  <a:pt x="474" y="113"/>
                </a:lnTo>
                <a:lnTo>
                  <a:pt x="474" y="113"/>
                </a:lnTo>
                <a:close/>
                <a:moveTo>
                  <a:pt x="473" y="84"/>
                </a:moveTo>
                <a:lnTo>
                  <a:pt x="479" y="84"/>
                </a:lnTo>
                <a:lnTo>
                  <a:pt x="479" y="92"/>
                </a:lnTo>
                <a:lnTo>
                  <a:pt x="473" y="92"/>
                </a:lnTo>
                <a:lnTo>
                  <a:pt x="473" y="84"/>
                </a:lnTo>
                <a:lnTo>
                  <a:pt x="473" y="84"/>
                </a:lnTo>
                <a:close/>
                <a:moveTo>
                  <a:pt x="475" y="166"/>
                </a:moveTo>
                <a:lnTo>
                  <a:pt x="475" y="166"/>
                </a:lnTo>
                <a:lnTo>
                  <a:pt x="477" y="167"/>
                </a:lnTo>
                <a:lnTo>
                  <a:pt x="479" y="169"/>
                </a:lnTo>
                <a:lnTo>
                  <a:pt x="479" y="170"/>
                </a:lnTo>
                <a:lnTo>
                  <a:pt x="480" y="171"/>
                </a:lnTo>
                <a:lnTo>
                  <a:pt x="481" y="172"/>
                </a:lnTo>
                <a:lnTo>
                  <a:pt x="483" y="176"/>
                </a:lnTo>
                <a:lnTo>
                  <a:pt x="483" y="178"/>
                </a:lnTo>
                <a:lnTo>
                  <a:pt x="484" y="179"/>
                </a:lnTo>
                <a:lnTo>
                  <a:pt x="486" y="180"/>
                </a:lnTo>
                <a:lnTo>
                  <a:pt x="487" y="182"/>
                </a:lnTo>
                <a:lnTo>
                  <a:pt x="489" y="183"/>
                </a:lnTo>
                <a:lnTo>
                  <a:pt x="490" y="186"/>
                </a:lnTo>
                <a:lnTo>
                  <a:pt x="491" y="188"/>
                </a:lnTo>
                <a:lnTo>
                  <a:pt x="491" y="190"/>
                </a:lnTo>
                <a:lnTo>
                  <a:pt x="491" y="193"/>
                </a:lnTo>
                <a:lnTo>
                  <a:pt x="491" y="198"/>
                </a:lnTo>
                <a:lnTo>
                  <a:pt x="490" y="200"/>
                </a:lnTo>
                <a:lnTo>
                  <a:pt x="491" y="202"/>
                </a:lnTo>
                <a:lnTo>
                  <a:pt x="493" y="203"/>
                </a:lnTo>
                <a:lnTo>
                  <a:pt x="495" y="206"/>
                </a:lnTo>
                <a:lnTo>
                  <a:pt x="497" y="209"/>
                </a:lnTo>
                <a:lnTo>
                  <a:pt x="497" y="210"/>
                </a:lnTo>
                <a:lnTo>
                  <a:pt x="497" y="212"/>
                </a:lnTo>
                <a:lnTo>
                  <a:pt x="497" y="214"/>
                </a:lnTo>
                <a:lnTo>
                  <a:pt x="497" y="217"/>
                </a:lnTo>
                <a:lnTo>
                  <a:pt x="497" y="219"/>
                </a:lnTo>
                <a:lnTo>
                  <a:pt x="496" y="221"/>
                </a:lnTo>
                <a:lnTo>
                  <a:pt x="496" y="222"/>
                </a:lnTo>
                <a:lnTo>
                  <a:pt x="495" y="222"/>
                </a:lnTo>
                <a:lnTo>
                  <a:pt x="475" y="222"/>
                </a:lnTo>
                <a:lnTo>
                  <a:pt x="475" y="166"/>
                </a:lnTo>
                <a:lnTo>
                  <a:pt x="475" y="166"/>
                </a:lnTo>
                <a:close/>
                <a:moveTo>
                  <a:pt x="474" y="226"/>
                </a:moveTo>
                <a:lnTo>
                  <a:pt x="501" y="226"/>
                </a:lnTo>
                <a:lnTo>
                  <a:pt x="501" y="234"/>
                </a:lnTo>
                <a:lnTo>
                  <a:pt x="474" y="234"/>
                </a:lnTo>
                <a:lnTo>
                  <a:pt x="474" y="2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57" name="îṩḷïďè">
            <a:extLst>
              <a:ext uri="{FF2B5EF4-FFF2-40B4-BE49-F238E27FC236}">
                <a16:creationId xmlns:a16="http://schemas.microsoft.com/office/drawing/2014/main" id="{89A5F130-6BF3-4777-9580-D0FC7D7954CB}"/>
              </a:ext>
            </a:extLst>
          </p:cNvPr>
          <p:cNvSpPr>
            <a:spLocks noGrp="1"/>
          </p:cNvSpPr>
          <p:nvPr/>
        </p:nvSpPr>
        <p:spPr>
          <a:xfrm>
            <a:off x="748440" y="510840"/>
            <a:ext cx="517680" cy="517680"/>
          </a:xfrm>
          <a:custGeom>
            <a:avLst/>
            <a:gdLst>
              <a:gd name="textAreaLeft" fmla="*/ 0 w 517680"/>
              <a:gd name="textAreaRight" fmla="*/ 518040 w 517680"/>
              <a:gd name="textAreaTop" fmla="*/ 0 h 517680"/>
              <a:gd name="textAreaBottom" fmla="*/ 518040 h 517680"/>
              <a:gd name="GluePoint1X" fmla="*/ 784 w 1186"/>
              <a:gd name="GluePoint1Y" fmla="*/ 31 h 1186"/>
              <a:gd name="GluePoint2X" fmla="*/ 982 w 1186"/>
              <a:gd name="GluePoint2Y" fmla="*/ 145 h 1186"/>
              <a:gd name="GluePoint3X" fmla="*/ 1122 w 1186"/>
              <a:gd name="GluePoint3Y" fmla="*/ 323 h 1186"/>
              <a:gd name="GluePoint4X" fmla="*/ 1184 w 1186"/>
              <a:gd name="GluePoint4Y" fmla="*/ 548 h 1186"/>
              <a:gd name="GluePoint5X" fmla="*/ 1171 w 1186"/>
              <a:gd name="GluePoint5Y" fmla="*/ 727 h 1186"/>
              <a:gd name="GluePoint6X" fmla="*/ 1077 w 1186"/>
              <a:gd name="GluePoint6Y" fmla="*/ 936 h 1186"/>
              <a:gd name="GluePoint7X" fmla="*/ 913 w 1186"/>
              <a:gd name="GluePoint7Y" fmla="*/ 1093 h 1186"/>
              <a:gd name="GluePoint8X" fmla="*/ 698 w 1186"/>
              <a:gd name="GluePoint8Y" fmla="*/ 1177 h 1186"/>
              <a:gd name="GluePoint9X" fmla="*/ 518 w 1186"/>
              <a:gd name="GluePoint9Y" fmla="*/ 1181 h 1186"/>
              <a:gd name="GluePoint10X" fmla="*/ 298 w 1186"/>
              <a:gd name="GluePoint10Y" fmla="*/ 1108 h 1186"/>
              <a:gd name="GluePoint11X" fmla="*/ 127 w 1186"/>
              <a:gd name="GluePoint11Y" fmla="*/ 960 h 1186"/>
              <a:gd name="GluePoint12X" fmla="*/ 23 w 1186"/>
              <a:gd name="GluePoint12Y" fmla="*/ 756 h 1186"/>
              <a:gd name="GluePoint13X" fmla="*/ 1 w 1186"/>
              <a:gd name="GluePoint13Y" fmla="*/ 578 h 1186"/>
              <a:gd name="GluePoint14X" fmla="*/ 53 w 1186"/>
              <a:gd name="GluePoint14Y" fmla="*/ 349 h 1186"/>
              <a:gd name="GluePoint15X" fmla="*/ 184 w 1186"/>
              <a:gd name="GluePoint15Y" fmla="*/ 164 h 1186"/>
              <a:gd name="GluePoint16X" fmla="*/ 376 w 1186"/>
              <a:gd name="GluePoint16Y" fmla="*/ 42 h 1186"/>
              <a:gd name="GluePoint17X" fmla="*/ 593 w 1186"/>
              <a:gd name="GluePoint17Y" fmla="*/ 0 h 1186"/>
              <a:gd name="GluePoint18X" fmla="*/ 491 w 1186"/>
              <a:gd name="GluePoint18Y" fmla="*/ 233 h 1186"/>
              <a:gd name="GluePoint19X" fmla="*/ 362 w 1186"/>
              <a:gd name="GluePoint19Y" fmla="*/ 299 h 1186"/>
              <a:gd name="GluePoint20X" fmla="*/ 268 w 1186"/>
              <a:gd name="GluePoint20Y" fmla="*/ 407 h 1186"/>
              <a:gd name="GluePoint21X" fmla="*/ 222 w 1186"/>
              <a:gd name="GluePoint21Y" fmla="*/ 546 h 1186"/>
              <a:gd name="GluePoint22X" fmla="*/ 224 w 1186"/>
              <a:gd name="GluePoint22Y" fmla="*/ 660 h 1186"/>
              <a:gd name="GluePoint23X" fmla="*/ 278 w 1186"/>
              <a:gd name="GluePoint23Y" fmla="*/ 795 h 1186"/>
              <a:gd name="GluePoint24X" fmla="*/ 392 w 1186"/>
              <a:gd name="GluePoint24Y" fmla="*/ 908 h 1186"/>
              <a:gd name="GluePoint25X" fmla="*/ 431 w 1186"/>
              <a:gd name="GluePoint25Y" fmla="*/ 916 h 1186"/>
              <a:gd name="GluePoint26X" fmla="*/ 304 w 1186"/>
              <a:gd name="GluePoint26Y" fmla="*/ 809 h 1186"/>
              <a:gd name="GluePoint27X" fmla="*/ 244 w 1186"/>
              <a:gd name="GluePoint27Y" fmla="*/ 684 h 1186"/>
              <a:gd name="GluePoint28X" fmla="*/ 232 w 1186"/>
              <a:gd name="GluePoint28Y" fmla="*/ 575 h 1186"/>
              <a:gd name="GluePoint29X" fmla="*/ 268 w 1186"/>
              <a:gd name="GluePoint29Y" fmla="*/ 437 h 1186"/>
              <a:gd name="GluePoint30X" fmla="*/ 351 w 1186"/>
              <a:gd name="GluePoint30Y" fmla="*/ 326 h 1186"/>
              <a:gd name="GluePoint31X" fmla="*/ 469 w 1186"/>
              <a:gd name="GluePoint31Y" fmla="*/ 254 h 1186"/>
              <a:gd name="GluePoint32X" fmla="*/ 593 w 1186"/>
              <a:gd name="GluePoint32Y" fmla="*/ 232 h 1186"/>
              <a:gd name="GluePoint33X" fmla="*/ 717 w 1186"/>
              <a:gd name="GluePoint33Y" fmla="*/ 254 h 1186"/>
              <a:gd name="GluePoint34X" fmla="*/ 836 w 1186"/>
              <a:gd name="GluePoint34Y" fmla="*/ 326 h 1186"/>
              <a:gd name="GluePoint35X" fmla="*/ 919 w 1186"/>
              <a:gd name="GluePoint35Y" fmla="*/ 437 h 1186"/>
              <a:gd name="GluePoint36X" fmla="*/ 954 w 1186"/>
              <a:gd name="GluePoint36Y" fmla="*/ 575 h 1186"/>
              <a:gd name="GluePoint37X" fmla="*/ 943 w 1186"/>
              <a:gd name="GluePoint37Y" fmla="*/ 684 h 1186"/>
              <a:gd name="GluePoint38X" fmla="*/ 883 w 1186"/>
              <a:gd name="GluePoint38Y" fmla="*/ 809 h 1186"/>
              <a:gd name="GluePoint39X" fmla="*/ 756 w 1186"/>
              <a:gd name="GluePoint39Y" fmla="*/ 916 h 1186"/>
              <a:gd name="GluePoint40X" fmla="*/ 795 w 1186"/>
              <a:gd name="GluePoint40Y" fmla="*/ 909 h 1186"/>
              <a:gd name="GluePoint41X" fmla="*/ 909 w 1186"/>
              <a:gd name="GluePoint41Y" fmla="*/ 795 h 1186"/>
              <a:gd name="GluePoint42X" fmla="*/ 961 w 1186"/>
              <a:gd name="GluePoint42Y" fmla="*/ 660 h 1186"/>
              <a:gd name="GluePoint43X" fmla="*/ 965 w 1186"/>
              <a:gd name="GluePoint43Y" fmla="*/ 546 h 1186"/>
              <a:gd name="GluePoint44X" fmla="*/ 918 w 1186"/>
              <a:gd name="GluePoint44Y" fmla="*/ 407 h 1186"/>
              <a:gd name="GluePoint45X" fmla="*/ 825 w 1186"/>
              <a:gd name="GluePoint45Y" fmla="*/ 299 h 1186"/>
              <a:gd name="GluePoint46X" fmla="*/ 696 w 1186"/>
              <a:gd name="GluePoint46Y" fmla="*/ 233 h 1186"/>
              <a:gd name="GluePoint47X" fmla="*/ 593 w 1186"/>
              <a:gd name="GluePoint47Y" fmla="*/ 14 h 1186"/>
              <a:gd name="GluePoint48X" fmla="*/ 408 w 1186"/>
              <a:gd name="GluePoint48Y" fmla="*/ 44 h 1186"/>
              <a:gd name="GluePoint49X" fmla="*/ 214 w 1186"/>
              <a:gd name="GluePoint49Y" fmla="*/ 155 h 1186"/>
              <a:gd name="GluePoint50X" fmla="*/ 77 w 1186"/>
              <a:gd name="GluePoint50Y" fmla="*/ 330 h 1186"/>
              <a:gd name="GluePoint51X" fmla="*/ 15 w 1186"/>
              <a:gd name="GluePoint51Y" fmla="*/ 548 h 1186"/>
              <a:gd name="GluePoint52X" fmla="*/ 28 w 1186"/>
              <a:gd name="GluePoint52Y" fmla="*/ 724 h 1186"/>
              <a:gd name="GluePoint53X" fmla="*/ 120 w 1186"/>
              <a:gd name="GluePoint53Y" fmla="*/ 928 h 1186"/>
              <a:gd name="GluePoint54X" fmla="*/ 281 w 1186"/>
              <a:gd name="GluePoint54Y" fmla="*/ 1081 h 1186"/>
              <a:gd name="GluePoint55X" fmla="*/ 491 w 1186"/>
              <a:gd name="GluePoint55Y" fmla="*/ 1164 h 1186"/>
              <a:gd name="GluePoint56X" fmla="*/ 667 w 1186"/>
              <a:gd name="GluePoint56Y" fmla="*/ 1169 h 1186"/>
              <a:gd name="GluePoint57X" fmla="*/ 882 w 1186"/>
              <a:gd name="GluePoint57Y" fmla="*/ 1096 h 1186"/>
              <a:gd name="GluePoint58X" fmla="*/ 1050 w 1186"/>
              <a:gd name="GluePoint58Y" fmla="*/ 951 h 1186"/>
              <a:gd name="GluePoint59X" fmla="*/ 1151 w 1186"/>
              <a:gd name="GluePoint59Y" fmla="*/ 752 h 1186"/>
              <a:gd name="GluePoint60X" fmla="*/ 1173 w 1186"/>
              <a:gd name="GluePoint60Y" fmla="*/ 578 h 1186"/>
              <a:gd name="GluePoint61X" fmla="*/ 1122 w 1186"/>
              <a:gd name="GluePoint61Y" fmla="*/ 355 h 1186"/>
              <a:gd name="GluePoint62X" fmla="*/ 994 w 1186"/>
              <a:gd name="GluePoint62Y" fmla="*/ 174 h 1186"/>
              <a:gd name="GluePoint63X" fmla="*/ 806 w 1186"/>
              <a:gd name="GluePoint63Y" fmla="*/ 54 h 1186"/>
            </a:gdLst>
            <a:ahLst/>
            <a:cxnLst/>
            <a:rect l="textAreaLeft" t="textAreaTop" r="textAreaRight" b="textAreaBottom"/>
            <a:pathLst>
              <a:path w="1186" h="1186">
                <a:moveTo>
                  <a:pt x="593" y="0"/>
                </a:moveTo>
                <a:lnTo>
                  <a:pt x="593" y="0"/>
                </a:lnTo>
                <a:lnTo>
                  <a:pt x="593" y="0"/>
                </a:lnTo>
                <a:lnTo>
                  <a:pt x="609" y="1"/>
                </a:lnTo>
                <a:lnTo>
                  <a:pt x="624" y="1"/>
                </a:lnTo>
                <a:lnTo>
                  <a:pt x="639" y="2"/>
                </a:lnTo>
                <a:lnTo>
                  <a:pt x="654" y="3"/>
                </a:lnTo>
                <a:lnTo>
                  <a:pt x="669" y="5"/>
                </a:lnTo>
                <a:lnTo>
                  <a:pt x="684" y="7"/>
                </a:lnTo>
                <a:lnTo>
                  <a:pt x="698" y="10"/>
                </a:lnTo>
                <a:lnTo>
                  <a:pt x="713" y="13"/>
                </a:lnTo>
                <a:lnTo>
                  <a:pt x="727" y="15"/>
                </a:lnTo>
                <a:lnTo>
                  <a:pt x="741" y="19"/>
                </a:lnTo>
                <a:lnTo>
                  <a:pt x="756" y="23"/>
                </a:lnTo>
                <a:lnTo>
                  <a:pt x="769" y="27"/>
                </a:lnTo>
                <a:lnTo>
                  <a:pt x="784" y="31"/>
                </a:lnTo>
                <a:lnTo>
                  <a:pt x="797" y="36"/>
                </a:lnTo>
                <a:lnTo>
                  <a:pt x="811" y="42"/>
                </a:lnTo>
                <a:lnTo>
                  <a:pt x="825" y="47"/>
                </a:lnTo>
                <a:lnTo>
                  <a:pt x="837" y="53"/>
                </a:lnTo>
                <a:lnTo>
                  <a:pt x="850" y="59"/>
                </a:lnTo>
                <a:lnTo>
                  <a:pt x="863" y="65"/>
                </a:lnTo>
                <a:lnTo>
                  <a:pt x="876" y="72"/>
                </a:lnTo>
                <a:lnTo>
                  <a:pt x="889" y="79"/>
                </a:lnTo>
                <a:lnTo>
                  <a:pt x="901" y="87"/>
                </a:lnTo>
                <a:lnTo>
                  <a:pt x="913" y="94"/>
                </a:lnTo>
                <a:lnTo>
                  <a:pt x="925" y="102"/>
                </a:lnTo>
                <a:lnTo>
                  <a:pt x="937" y="110"/>
                </a:lnTo>
                <a:lnTo>
                  <a:pt x="948" y="119"/>
                </a:lnTo>
                <a:lnTo>
                  <a:pt x="959" y="127"/>
                </a:lnTo>
                <a:lnTo>
                  <a:pt x="970" y="135"/>
                </a:lnTo>
                <a:lnTo>
                  <a:pt x="982" y="145"/>
                </a:lnTo>
                <a:lnTo>
                  <a:pt x="992" y="155"/>
                </a:lnTo>
                <a:lnTo>
                  <a:pt x="1002" y="164"/>
                </a:lnTo>
                <a:lnTo>
                  <a:pt x="1013" y="174"/>
                </a:lnTo>
                <a:lnTo>
                  <a:pt x="1022" y="184"/>
                </a:lnTo>
                <a:lnTo>
                  <a:pt x="1032" y="195"/>
                </a:lnTo>
                <a:lnTo>
                  <a:pt x="1042" y="206"/>
                </a:lnTo>
                <a:lnTo>
                  <a:pt x="1050" y="216"/>
                </a:lnTo>
                <a:lnTo>
                  <a:pt x="1060" y="227"/>
                </a:lnTo>
                <a:lnTo>
                  <a:pt x="1069" y="239"/>
                </a:lnTo>
                <a:lnTo>
                  <a:pt x="1077" y="250"/>
                </a:lnTo>
                <a:lnTo>
                  <a:pt x="1085" y="262"/>
                </a:lnTo>
                <a:lnTo>
                  <a:pt x="1093" y="274"/>
                </a:lnTo>
                <a:lnTo>
                  <a:pt x="1101" y="286"/>
                </a:lnTo>
                <a:lnTo>
                  <a:pt x="1108" y="298"/>
                </a:lnTo>
                <a:lnTo>
                  <a:pt x="1114" y="311"/>
                </a:lnTo>
                <a:lnTo>
                  <a:pt x="1122" y="323"/>
                </a:lnTo>
                <a:lnTo>
                  <a:pt x="1128" y="336"/>
                </a:lnTo>
                <a:lnTo>
                  <a:pt x="1134" y="349"/>
                </a:lnTo>
                <a:lnTo>
                  <a:pt x="1140" y="363"/>
                </a:lnTo>
                <a:lnTo>
                  <a:pt x="1146" y="376"/>
                </a:lnTo>
                <a:lnTo>
                  <a:pt x="1150" y="389"/>
                </a:lnTo>
                <a:lnTo>
                  <a:pt x="1155" y="403"/>
                </a:lnTo>
                <a:lnTo>
                  <a:pt x="1160" y="417"/>
                </a:lnTo>
                <a:lnTo>
                  <a:pt x="1164" y="431"/>
                </a:lnTo>
                <a:lnTo>
                  <a:pt x="1167" y="445"/>
                </a:lnTo>
                <a:lnTo>
                  <a:pt x="1171" y="460"/>
                </a:lnTo>
                <a:lnTo>
                  <a:pt x="1174" y="474"/>
                </a:lnTo>
                <a:lnTo>
                  <a:pt x="1177" y="488"/>
                </a:lnTo>
                <a:lnTo>
                  <a:pt x="1179" y="503"/>
                </a:lnTo>
                <a:lnTo>
                  <a:pt x="1182" y="518"/>
                </a:lnTo>
                <a:lnTo>
                  <a:pt x="1183" y="532"/>
                </a:lnTo>
                <a:lnTo>
                  <a:pt x="1184" y="548"/>
                </a:lnTo>
                <a:lnTo>
                  <a:pt x="1186" y="563"/>
                </a:lnTo>
                <a:lnTo>
                  <a:pt x="1186" y="578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608"/>
                </a:lnTo>
                <a:lnTo>
                  <a:pt x="1186" y="624"/>
                </a:lnTo>
                <a:lnTo>
                  <a:pt x="1184" y="639"/>
                </a:lnTo>
                <a:lnTo>
                  <a:pt x="1183" y="654"/>
                </a:lnTo>
                <a:lnTo>
                  <a:pt x="1182" y="669"/>
                </a:lnTo>
                <a:lnTo>
                  <a:pt x="1179" y="684"/>
                </a:lnTo>
                <a:lnTo>
                  <a:pt x="1177" y="698"/>
                </a:lnTo>
                <a:lnTo>
                  <a:pt x="1174" y="713"/>
                </a:lnTo>
                <a:lnTo>
                  <a:pt x="1171" y="727"/>
                </a:lnTo>
                <a:lnTo>
                  <a:pt x="1167" y="741"/>
                </a:lnTo>
                <a:lnTo>
                  <a:pt x="1164" y="756"/>
                </a:lnTo>
                <a:lnTo>
                  <a:pt x="1160" y="769"/>
                </a:lnTo>
                <a:lnTo>
                  <a:pt x="1155" y="784"/>
                </a:lnTo>
                <a:lnTo>
                  <a:pt x="1150" y="797"/>
                </a:lnTo>
                <a:lnTo>
                  <a:pt x="1146" y="811"/>
                </a:lnTo>
                <a:lnTo>
                  <a:pt x="1140" y="824"/>
                </a:lnTo>
                <a:lnTo>
                  <a:pt x="1134" y="837"/>
                </a:lnTo>
                <a:lnTo>
                  <a:pt x="1128" y="851"/>
                </a:lnTo>
                <a:lnTo>
                  <a:pt x="1122" y="864"/>
                </a:lnTo>
                <a:lnTo>
                  <a:pt x="1114" y="876"/>
                </a:lnTo>
                <a:lnTo>
                  <a:pt x="1108" y="888"/>
                </a:lnTo>
                <a:lnTo>
                  <a:pt x="1101" y="900"/>
                </a:lnTo>
                <a:lnTo>
                  <a:pt x="1093" y="912"/>
                </a:lnTo>
                <a:lnTo>
                  <a:pt x="1085" y="924"/>
                </a:lnTo>
                <a:lnTo>
                  <a:pt x="1077" y="936"/>
                </a:lnTo>
                <a:lnTo>
                  <a:pt x="1069" y="948"/>
                </a:lnTo>
                <a:lnTo>
                  <a:pt x="1060" y="960"/>
                </a:lnTo>
                <a:lnTo>
                  <a:pt x="1050" y="970"/>
                </a:lnTo>
                <a:lnTo>
                  <a:pt x="1042" y="981"/>
                </a:lnTo>
                <a:lnTo>
                  <a:pt x="1032" y="992"/>
                </a:lnTo>
                <a:lnTo>
                  <a:pt x="1022" y="1002"/>
                </a:lnTo>
                <a:lnTo>
                  <a:pt x="1013" y="1012"/>
                </a:lnTo>
                <a:lnTo>
                  <a:pt x="1002" y="1022"/>
                </a:lnTo>
                <a:lnTo>
                  <a:pt x="992" y="1032"/>
                </a:lnTo>
                <a:lnTo>
                  <a:pt x="982" y="1041"/>
                </a:lnTo>
                <a:lnTo>
                  <a:pt x="970" y="1051"/>
                </a:lnTo>
                <a:lnTo>
                  <a:pt x="959" y="1060"/>
                </a:lnTo>
                <a:lnTo>
                  <a:pt x="948" y="1069"/>
                </a:lnTo>
                <a:lnTo>
                  <a:pt x="937" y="1077"/>
                </a:lnTo>
                <a:lnTo>
                  <a:pt x="925" y="1085"/>
                </a:lnTo>
                <a:lnTo>
                  <a:pt x="913" y="1093"/>
                </a:lnTo>
                <a:lnTo>
                  <a:pt x="901" y="1101"/>
                </a:lnTo>
                <a:lnTo>
                  <a:pt x="889" y="1108"/>
                </a:lnTo>
                <a:lnTo>
                  <a:pt x="876" y="1114"/>
                </a:lnTo>
                <a:lnTo>
                  <a:pt x="863" y="1121"/>
                </a:lnTo>
                <a:lnTo>
                  <a:pt x="850" y="1128"/>
                </a:lnTo>
                <a:lnTo>
                  <a:pt x="837" y="1134"/>
                </a:lnTo>
                <a:lnTo>
                  <a:pt x="825" y="1140"/>
                </a:lnTo>
                <a:lnTo>
                  <a:pt x="811" y="1145"/>
                </a:lnTo>
                <a:lnTo>
                  <a:pt x="797" y="1150"/>
                </a:lnTo>
                <a:lnTo>
                  <a:pt x="784" y="1155"/>
                </a:lnTo>
                <a:lnTo>
                  <a:pt x="769" y="1160"/>
                </a:lnTo>
                <a:lnTo>
                  <a:pt x="756" y="1164"/>
                </a:lnTo>
                <a:lnTo>
                  <a:pt x="741" y="1168"/>
                </a:lnTo>
                <a:lnTo>
                  <a:pt x="727" y="1171"/>
                </a:lnTo>
                <a:lnTo>
                  <a:pt x="713" y="1174"/>
                </a:lnTo>
                <a:lnTo>
                  <a:pt x="698" y="1177"/>
                </a:lnTo>
                <a:lnTo>
                  <a:pt x="684" y="1179"/>
                </a:lnTo>
                <a:lnTo>
                  <a:pt x="669" y="1181"/>
                </a:lnTo>
                <a:lnTo>
                  <a:pt x="654" y="1183"/>
                </a:lnTo>
                <a:lnTo>
                  <a:pt x="639" y="1185"/>
                </a:lnTo>
                <a:lnTo>
                  <a:pt x="624" y="1185"/>
                </a:lnTo>
                <a:lnTo>
                  <a:pt x="609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78" y="1186"/>
                </a:lnTo>
                <a:lnTo>
                  <a:pt x="563" y="1185"/>
                </a:lnTo>
                <a:lnTo>
                  <a:pt x="548" y="1185"/>
                </a:lnTo>
                <a:lnTo>
                  <a:pt x="532" y="1183"/>
                </a:lnTo>
                <a:lnTo>
                  <a:pt x="518" y="1181"/>
                </a:lnTo>
                <a:lnTo>
                  <a:pt x="503" y="1179"/>
                </a:lnTo>
                <a:lnTo>
                  <a:pt x="488" y="1177"/>
                </a:lnTo>
                <a:lnTo>
                  <a:pt x="474" y="1174"/>
                </a:lnTo>
                <a:lnTo>
                  <a:pt x="460" y="1171"/>
                </a:lnTo>
                <a:lnTo>
                  <a:pt x="445" y="1168"/>
                </a:lnTo>
                <a:lnTo>
                  <a:pt x="431" y="1164"/>
                </a:lnTo>
                <a:lnTo>
                  <a:pt x="417" y="1160"/>
                </a:lnTo>
                <a:lnTo>
                  <a:pt x="404" y="1155"/>
                </a:lnTo>
                <a:lnTo>
                  <a:pt x="389" y="1150"/>
                </a:lnTo>
                <a:lnTo>
                  <a:pt x="376" y="1145"/>
                </a:lnTo>
                <a:lnTo>
                  <a:pt x="363" y="1140"/>
                </a:lnTo>
                <a:lnTo>
                  <a:pt x="349" y="1134"/>
                </a:lnTo>
                <a:lnTo>
                  <a:pt x="336" y="1128"/>
                </a:lnTo>
                <a:lnTo>
                  <a:pt x="324" y="1121"/>
                </a:lnTo>
                <a:lnTo>
                  <a:pt x="311" y="1114"/>
                </a:lnTo>
                <a:lnTo>
                  <a:pt x="298" y="1108"/>
                </a:lnTo>
                <a:lnTo>
                  <a:pt x="286" y="1101"/>
                </a:lnTo>
                <a:lnTo>
                  <a:pt x="274" y="1093"/>
                </a:lnTo>
                <a:lnTo>
                  <a:pt x="262" y="1085"/>
                </a:lnTo>
                <a:lnTo>
                  <a:pt x="250" y="1077"/>
                </a:lnTo>
                <a:lnTo>
                  <a:pt x="239" y="1069"/>
                </a:lnTo>
                <a:lnTo>
                  <a:pt x="227" y="1060"/>
                </a:lnTo>
                <a:lnTo>
                  <a:pt x="216" y="1051"/>
                </a:lnTo>
                <a:lnTo>
                  <a:pt x="205" y="1041"/>
                </a:lnTo>
                <a:lnTo>
                  <a:pt x="195" y="1032"/>
                </a:lnTo>
                <a:lnTo>
                  <a:pt x="184" y="1022"/>
                </a:lnTo>
                <a:lnTo>
                  <a:pt x="174" y="1012"/>
                </a:lnTo>
                <a:lnTo>
                  <a:pt x="164" y="1002"/>
                </a:lnTo>
                <a:lnTo>
                  <a:pt x="155" y="992"/>
                </a:lnTo>
                <a:lnTo>
                  <a:pt x="145" y="981"/>
                </a:lnTo>
                <a:lnTo>
                  <a:pt x="135" y="970"/>
                </a:lnTo>
                <a:lnTo>
                  <a:pt x="127" y="960"/>
                </a:lnTo>
                <a:lnTo>
                  <a:pt x="118" y="948"/>
                </a:lnTo>
                <a:lnTo>
                  <a:pt x="110" y="936"/>
                </a:lnTo>
                <a:lnTo>
                  <a:pt x="102" y="924"/>
                </a:lnTo>
                <a:lnTo>
                  <a:pt x="94" y="912"/>
                </a:lnTo>
                <a:lnTo>
                  <a:pt x="87" y="900"/>
                </a:lnTo>
                <a:lnTo>
                  <a:pt x="79" y="888"/>
                </a:lnTo>
                <a:lnTo>
                  <a:pt x="71" y="876"/>
                </a:lnTo>
                <a:lnTo>
                  <a:pt x="65" y="864"/>
                </a:lnTo>
                <a:lnTo>
                  <a:pt x="59" y="851"/>
                </a:lnTo>
                <a:lnTo>
                  <a:pt x="53" y="837"/>
                </a:lnTo>
                <a:lnTo>
                  <a:pt x="47" y="824"/>
                </a:lnTo>
                <a:lnTo>
                  <a:pt x="42" y="811"/>
                </a:lnTo>
                <a:lnTo>
                  <a:pt x="36" y="797"/>
                </a:lnTo>
                <a:lnTo>
                  <a:pt x="31" y="784"/>
                </a:lnTo>
                <a:lnTo>
                  <a:pt x="27" y="769"/>
                </a:lnTo>
                <a:lnTo>
                  <a:pt x="23" y="756"/>
                </a:lnTo>
                <a:lnTo>
                  <a:pt x="19" y="741"/>
                </a:lnTo>
                <a:lnTo>
                  <a:pt x="15" y="727"/>
                </a:lnTo>
                <a:lnTo>
                  <a:pt x="12" y="713"/>
                </a:lnTo>
                <a:lnTo>
                  <a:pt x="10" y="698"/>
                </a:lnTo>
                <a:lnTo>
                  <a:pt x="7" y="684"/>
                </a:lnTo>
                <a:lnTo>
                  <a:pt x="5" y="669"/>
                </a:lnTo>
                <a:lnTo>
                  <a:pt x="3" y="654"/>
                </a:lnTo>
                <a:lnTo>
                  <a:pt x="2" y="639"/>
                </a:lnTo>
                <a:lnTo>
                  <a:pt x="1" y="624"/>
                </a:lnTo>
                <a:lnTo>
                  <a:pt x="1" y="608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1" y="578"/>
                </a:lnTo>
                <a:lnTo>
                  <a:pt x="1" y="563"/>
                </a:lnTo>
                <a:lnTo>
                  <a:pt x="2" y="548"/>
                </a:lnTo>
                <a:lnTo>
                  <a:pt x="3" y="532"/>
                </a:lnTo>
                <a:lnTo>
                  <a:pt x="5" y="518"/>
                </a:lnTo>
                <a:lnTo>
                  <a:pt x="7" y="503"/>
                </a:lnTo>
                <a:lnTo>
                  <a:pt x="10" y="488"/>
                </a:lnTo>
                <a:lnTo>
                  <a:pt x="12" y="474"/>
                </a:lnTo>
                <a:lnTo>
                  <a:pt x="15" y="460"/>
                </a:lnTo>
                <a:lnTo>
                  <a:pt x="19" y="445"/>
                </a:lnTo>
                <a:lnTo>
                  <a:pt x="23" y="431"/>
                </a:lnTo>
                <a:lnTo>
                  <a:pt x="27" y="417"/>
                </a:lnTo>
                <a:lnTo>
                  <a:pt x="31" y="403"/>
                </a:lnTo>
                <a:lnTo>
                  <a:pt x="36" y="389"/>
                </a:lnTo>
                <a:lnTo>
                  <a:pt x="42" y="376"/>
                </a:lnTo>
                <a:lnTo>
                  <a:pt x="47" y="363"/>
                </a:lnTo>
                <a:lnTo>
                  <a:pt x="53" y="349"/>
                </a:lnTo>
                <a:lnTo>
                  <a:pt x="59" y="336"/>
                </a:lnTo>
                <a:lnTo>
                  <a:pt x="65" y="323"/>
                </a:lnTo>
                <a:lnTo>
                  <a:pt x="71" y="311"/>
                </a:lnTo>
                <a:lnTo>
                  <a:pt x="79" y="298"/>
                </a:lnTo>
                <a:lnTo>
                  <a:pt x="87" y="286"/>
                </a:lnTo>
                <a:lnTo>
                  <a:pt x="94" y="274"/>
                </a:lnTo>
                <a:lnTo>
                  <a:pt x="102" y="262"/>
                </a:lnTo>
                <a:lnTo>
                  <a:pt x="110" y="250"/>
                </a:lnTo>
                <a:lnTo>
                  <a:pt x="118" y="239"/>
                </a:lnTo>
                <a:lnTo>
                  <a:pt x="127" y="227"/>
                </a:lnTo>
                <a:lnTo>
                  <a:pt x="135" y="216"/>
                </a:lnTo>
                <a:lnTo>
                  <a:pt x="145" y="206"/>
                </a:lnTo>
                <a:lnTo>
                  <a:pt x="155" y="195"/>
                </a:lnTo>
                <a:lnTo>
                  <a:pt x="164" y="184"/>
                </a:lnTo>
                <a:lnTo>
                  <a:pt x="174" y="174"/>
                </a:lnTo>
                <a:lnTo>
                  <a:pt x="184" y="164"/>
                </a:lnTo>
                <a:lnTo>
                  <a:pt x="195" y="155"/>
                </a:lnTo>
                <a:lnTo>
                  <a:pt x="205" y="145"/>
                </a:lnTo>
                <a:lnTo>
                  <a:pt x="216" y="135"/>
                </a:lnTo>
                <a:lnTo>
                  <a:pt x="227" y="127"/>
                </a:lnTo>
                <a:lnTo>
                  <a:pt x="239" y="119"/>
                </a:lnTo>
                <a:lnTo>
                  <a:pt x="250" y="110"/>
                </a:lnTo>
                <a:lnTo>
                  <a:pt x="262" y="102"/>
                </a:lnTo>
                <a:lnTo>
                  <a:pt x="274" y="94"/>
                </a:lnTo>
                <a:lnTo>
                  <a:pt x="286" y="87"/>
                </a:lnTo>
                <a:lnTo>
                  <a:pt x="298" y="79"/>
                </a:lnTo>
                <a:lnTo>
                  <a:pt x="311" y="72"/>
                </a:lnTo>
                <a:lnTo>
                  <a:pt x="324" y="65"/>
                </a:lnTo>
                <a:lnTo>
                  <a:pt x="336" y="59"/>
                </a:lnTo>
                <a:lnTo>
                  <a:pt x="349" y="53"/>
                </a:lnTo>
                <a:lnTo>
                  <a:pt x="363" y="47"/>
                </a:lnTo>
                <a:lnTo>
                  <a:pt x="376" y="42"/>
                </a:lnTo>
                <a:lnTo>
                  <a:pt x="389" y="36"/>
                </a:lnTo>
                <a:lnTo>
                  <a:pt x="404" y="31"/>
                </a:lnTo>
                <a:lnTo>
                  <a:pt x="417" y="27"/>
                </a:lnTo>
                <a:lnTo>
                  <a:pt x="431" y="23"/>
                </a:lnTo>
                <a:lnTo>
                  <a:pt x="445" y="19"/>
                </a:lnTo>
                <a:lnTo>
                  <a:pt x="460" y="15"/>
                </a:lnTo>
                <a:lnTo>
                  <a:pt x="474" y="13"/>
                </a:lnTo>
                <a:lnTo>
                  <a:pt x="488" y="10"/>
                </a:lnTo>
                <a:lnTo>
                  <a:pt x="503" y="7"/>
                </a:lnTo>
                <a:lnTo>
                  <a:pt x="518" y="5"/>
                </a:lnTo>
                <a:lnTo>
                  <a:pt x="532" y="3"/>
                </a:lnTo>
                <a:lnTo>
                  <a:pt x="548" y="2"/>
                </a:lnTo>
                <a:lnTo>
                  <a:pt x="563" y="1"/>
                </a:lnTo>
                <a:lnTo>
                  <a:pt x="578" y="1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close/>
                <a:moveTo>
                  <a:pt x="593" y="219"/>
                </a:moveTo>
                <a:lnTo>
                  <a:pt x="593" y="219"/>
                </a:lnTo>
                <a:lnTo>
                  <a:pt x="593" y="219"/>
                </a:lnTo>
                <a:lnTo>
                  <a:pt x="584" y="219"/>
                </a:lnTo>
                <a:lnTo>
                  <a:pt x="574" y="219"/>
                </a:lnTo>
                <a:lnTo>
                  <a:pt x="564" y="220"/>
                </a:lnTo>
                <a:lnTo>
                  <a:pt x="555" y="221"/>
                </a:lnTo>
                <a:lnTo>
                  <a:pt x="545" y="222"/>
                </a:lnTo>
                <a:lnTo>
                  <a:pt x="536" y="223"/>
                </a:lnTo>
                <a:lnTo>
                  <a:pt x="527" y="225"/>
                </a:lnTo>
                <a:lnTo>
                  <a:pt x="518" y="227"/>
                </a:lnTo>
                <a:lnTo>
                  <a:pt x="508" y="228"/>
                </a:lnTo>
                <a:lnTo>
                  <a:pt x="500" y="231"/>
                </a:lnTo>
                <a:lnTo>
                  <a:pt x="491" y="233"/>
                </a:lnTo>
                <a:lnTo>
                  <a:pt x="482" y="235"/>
                </a:lnTo>
                <a:lnTo>
                  <a:pt x="473" y="239"/>
                </a:lnTo>
                <a:lnTo>
                  <a:pt x="464" y="242"/>
                </a:lnTo>
                <a:lnTo>
                  <a:pt x="456" y="245"/>
                </a:lnTo>
                <a:lnTo>
                  <a:pt x="448" y="248"/>
                </a:lnTo>
                <a:lnTo>
                  <a:pt x="439" y="251"/>
                </a:lnTo>
                <a:lnTo>
                  <a:pt x="431" y="255"/>
                </a:lnTo>
                <a:lnTo>
                  <a:pt x="423" y="259"/>
                </a:lnTo>
                <a:lnTo>
                  <a:pt x="415" y="264"/>
                </a:lnTo>
                <a:lnTo>
                  <a:pt x="407" y="268"/>
                </a:lnTo>
                <a:lnTo>
                  <a:pt x="399" y="273"/>
                </a:lnTo>
                <a:lnTo>
                  <a:pt x="392" y="278"/>
                </a:lnTo>
                <a:lnTo>
                  <a:pt x="384" y="283"/>
                </a:lnTo>
                <a:lnTo>
                  <a:pt x="376" y="288"/>
                </a:lnTo>
                <a:lnTo>
                  <a:pt x="369" y="293"/>
                </a:lnTo>
                <a:lnTo>
                  <a:pt x="362" y="299"/>
                </a:lnTo>
                <a:lnTo>
                  <a:pt x="356" y="304"/>
                </a:lnTo>
                <a:lnTo>
                  <a:pt x="348" y="310"/>
                </a:lnTo>
                <a:lnTo>
                  <a:pt x="341" y="316"/>
                </a:lnTo>
                <a:lnTo>
                  <a:pt x="335" y="322"/>
                </a:lnTo>
                <a:lnTo>
                  <a:pt x="328" y="328"/>
                </a:lnTo>
                <a:lnTo>
                  <a:pt x="322" y="335"/>
                </a:lnTo>
                <a:lnTo>
                  <a:pt x="316" y="342"/>
                </a:lnTo>
                <a:lnTo>
                  <a:pt x="310" y="348"/>
                </a:lnTo>
                <a:lnTo>
                  <a:pt x="304" y="355"/>
                </a:lnTo>
                <a:lnTo>
                  <a:pt x="299" y="362"/>
                </a:lnTo>
                <a:lnTo>
                  <a:pt x="293" y="369"/>
                </a:lnTo>
                <a:lnTo>
                  <a:pt x="288" y="376"/>
                </a:lnTo>
                <a:lnTo>
                  <a:pt x="283" y="383"/>
                </a:lnTo>
                <a:lnTo>
                  <a:pt x="278" y="391"/>
                </a:lnTo>
                <a:lnTo>
                  <a:pt x="273" y="399"/>
                </a:lnTo>
                <a:lnTo>
                  <a:pt x="268" y="407"/>
                </a:lnTo>
                <a:lnTo>
                  <a:pt x="264" y="415"/>
                </a:lnTo>
                <a:lnTo>
                  <a:pt x="260" y="423"/>
                </a:lnTo>
                <a:lnTo>
                  <a:pt x="256" y="431"/>
                </a:lnTo>
                <a:lnTo>
                  <a:pt x="252" y="439"/>
                </a:lnTo>
                <a:lnTo>
                  <a:pt x="248" y="448"/>
                </a:lnTo>
                <a:lnTo>
                  <a:pt x="245" y="456"/>
                </a:lnTo>
                <a:lnTo>
                  <a:pt x="242" y="464"/>
                </a:lnTo>
                <a:lnTo>
                  <a:pt x="239" y="473"/>
                </a:lnTo>
                <a:lnTo>
                  <a:pt x="236" y="482"/>
                </a:lnTo>
                <a:lnTo>
                  <a:pt x="233" y="491"/>
                </a:lnTo>
                <a:lnTo>
                  <a:pt x="231" y="500"/>
                </a:lnTo>
                <a:lnTo>
                  <a:pt x="228" y="509"/>
                </a:lnTo>
                <a:lnTo>
                  <a:pt x="227" y="518"/>
                </a:lnTo>
                <a:lnTo>
                  <a:pt x="224" y="527"/>
                </a:lnTo>
                <a:lnTo>
                  <a:pt x="223" y="536"/>
                </a:lnTo>
                <a:lnTo>
                  <a:pt x="222" y="546"/>
                </a:lnTo>
                <a:lnTo>
                  <a:pt x="221" y="555"/>
                </a:lnTo>
                <a:lnTo>
                  <a:pt x="220" y="564"/>
                </a:lnTo>
                <a:lnTo>
                  <a:pt x="219" y="574"/>
                </a:lnTo>
                <a:lnTo>
                  <a:pt x="219" y="584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603"/>
                </a:lnTo>
                <a:lnTo>
                  <a:pt x="219" y="612"/>
                </a:lnTo>
                <a:lnTo>
                  <a:pt x="220" y="622"/>
                </a:lnTo>
                <a:lnTo>
                  <a:pt x="221" y="632"/>
                </a:lnTo>
                <a:lnTo>
                  <a:pt x="222" y="641"/>
                </a:lnTo>
                <a:lnTo>
                  <a:pt x="223" y="650"/>
                </a:lnTo>
                <a:lnTo>
                  <a:pt x="224" y="660"/>
                </a:lnTo>
                <a:lnTo>
                  <a:pt x="227" y="669"/>
                </a:lnTo>
                <a:lnTo>
                  <a:pt x="228" y="678"/>
                </a:lnTo>
                <a:lnTo>
                  <a:pt x="231" y="687"/>
                </a:lnTo>
                <a:lnTo>
                  <a:pt x="233" y="696"/>
                </a:lnTo>
                <a:lnTo>
                  <a:pt x="236" y="704"/>
                </a:lnTo>
                <a:lnTo>
                  <a:pt x="239" y="713"/>
                </a:lnTo>
                <a:lnTo>
                  <a:pt x="242" y="722"/>
                </a:lnTo>
                <a:lnTo>
                  <a:pt x="245" y="731"/>
                </a:lnTo>
                <a:lnTo>
                  <a:pt x="248" y="739"/>
                </a:lnTo>
                <a:lnTo>
                  <a:pt x="252" y="748"/>
                </a:lnTo>
                <a:lnTo>
                  <a:pt x="256" y="756"/>
                </a:lnTo>
                <a:lnTo>
                  <a:pt x="260" y="764"/>
                </a:lnTo>
                <a:lnTo>
                  <a:pt x="264" y="772"/>
                </a:lnTo>
                <a:lnTo>
                  <a:pt x="268" y="780"/>
                </a:lnTo>
                <a:lnTo>
                  <a:pt x="273" y="788"/>
                </a:lnTo>
                <a:lnTo>
                  <a:pt x="278" y="795"/>
                </a:lnTo>
                <a:lnTo>
                  <a:pt x="283" y="803"/>
                </a:lnTo>
                <a:lnTo>
                  <a:pt x="288" y="810"/>
                </a:lnTo>
                <a:lnTo>
                  <a:pt x="293" y="817"/>
                </a:lnTo>
                <a:lnTo>
                  <a:pt x="299" y="824"/>
                </a:lnTo>
                <a:lnTo>
                  <a:pt x="304" y="832"/>
                </a:lnTo>
                <a:lnTo>
                  <a:pt x="310" y="838"/>
                </a:lnTo>
                <a:lnTo>
                  <a:pt x="316" y="845"/>
                </a:lnTo>
                <a:lnTo>
                  <a:pt x="322" y="852"/>
                </a:lnTo>
                <a:lnTo>
                  <a:pt x="328" y="858"/>
                </a:lnTo>
                <a:lnTo>
                  <a:pt x="337" y="866"/>
                </a:lnTo>
                <a:lnTo>
                  <a:pt x="345" y="874"/>
                </a:lnTo>
                <a:lnTo>
                  <a:pt x="354" y="881"/>
                </a:lnTo>
                <a:lnTo>
                  <a:pt x="363" y="888"/>
                </a:lnTo>
                <a:lnTo>
                  <a:pt x="372" y="896"/>
                </a:lnTo>
                <a:lnTo>
                  <a:pt x="382" y="903"/>
                </a:lnTo>
                <a:lnTo>
                  <a:pt x="392" y="908"/>
                </a:lnTo>
                <a:lnTo>
                  <a:pt x="402" y="915"/>
                </a:lnTo>
                <a:lnTo>
                  <a:pt x="412" y="921"/>
                </a:lnTo>
                <a:lnTo>
                  <a:pt x="422" y="927"/>
                </a:lnTo>
                <a:lnTo>
                  <a:pt x="432" y="932"/>
                </a:lnTo>
                <a:lnTo>
                  <a:pt x="444" y="936"/>
                </a:lnTo>
                <a:lnTo>
                  <a:pt x="454" y="941"/>
                </a:lnTo>
                <a:lnTo>
                  <a:pt x="465" y="945"/>
                </a:lnTo>
                <a:lnTo>
                  <a:pt x="476" y="949"/>
                </a:lnTo>
                <a:lnTo>
                  <a:pt x="488" y="952"/>
                </a:lnTo>
                <a:lnTo>
                  <a:pt x="496" y="941"/>
                </a:lnTo>
                <a:lnTo>
                  <a:pt x="484" y="938"/>
                </a:lnTo>
                <a:lnTo>
                  <a:pt x="473" y="934"/>
                </a:lnTo>
                <a:lnTo>
                  <a:pt x="462" y="930"/>
                </a:lnTo>
                <a:lnTo>
                  <a:pt x="452" y="925"/>
                </a:lnTo>
                <a:lnTo>
                  <a:pt x="440" y="921"/>
                </a:lnTo>
                <a:lnTo>
                  <a:pt x="431" y="916"/>
                </a:lnTo>
                <a:lnTo>
                  <a:pt x="420" y="910"/>
                </a:lnTo>
                <a:lnTo>
                  <a:pt x="410" y="904"/>
                </a:lnTo>
                <a:lnTo>
                  <a:pt x="400" y="899"/>
                </a:lnTo>
                <a:lnTo>
                  <a:pt x="391" y="892"/>
                </a:lnTo>
                <a:lnTo>
                  <a:pt x="381" y="886"/>
                </a:lnTo>
                <a:lnTo>
                  <a:pt x="372" y="879"/>
                </a:lnTo>
                <a:lnTo>
                  <a:pt x="364" y="872"/>
                </a:lnTo>
                <a:lnTo>
                  <a:pt x="355" y="864"/>
                </a:lnTo>
                <a:lnTo>
                  <a:pt x="346" y="856"/>
                </a:lnTo>
                <a:lnTo>
                  <a:pt x="338" y="848"/>
                </a:lnTo>
                <a:lnTo>
                  <a:pt x="332" y="843"/>
                </a:lnTo>
                <a:lnTo>
                  <a:pt x="326" y="836"/>
                </a:lnTo>
                <a:lnTo>
                  <a:pt x="320" y="830"/>
                </a:lnTo>
                <a:lnTo>
                  <a:pt x="315" y="823"/>
                </a:lnTo>
                <a:lnTo>
                  <a:pt x="309" y="816"/>
                </a:lnTo>
                <a:lnTo>
                  <a:pt x="304" y="809"/>
                </a:lnTo>
                <a:lnTo>
                  <a:pt x="299" y="802"/>
                </a:lnTo>
                <a:lnTo>
                  <a:pt x="294" y="795"/>
                </a:lnTo>
                <a:lnTo>
                  <a:pt x="289" y="788"/>
                </a:lnTo>
                <a:lnTo>
                  <a:pt x="284" y="780"/>
                </a:lnTo>
                <a:lnTo>
                  <a:pt x="280" y="773"/>
                </a:lnTo>
                <a:lnTo>
                  <a:pt x="276" y="765"/>
                </a:lnTo>
                <a:lnTo>
                  <a:pt x="272" y="758"/>
                </a:lnTo>
                <a:lnTo>
                  <a:pt x="268" y="750"/>
                </a:lnTo>
                <a:lnTo>
                  <a:pt x="264" y="742"/>
                </a:lnTo>
                <a:lnTo>
                  <a:pt x="260" y="734"/>
                </a:lnTo>
                <a:lnTo>
                  <a:pt x="257" y="726"/>
                </a:lnTo>
                <a:lnTo>
                  <a:pt x="254" y="717"/>
                </a:lnTo>
                <a:lnTo>
                  <a:pt x="252" y="709"/>
                </a:lnTo>
                <a:lnTo>
                  <a:pt x="248" y="700"/>
                </a:lnTo>
                <a:lnTo>
                  <a:pt x="246" y="692"/>
                </a:lnTo>
                <a:lnTo>
                  <a:pt x="244" y="684"/>
                </a:lnTo>
                <a:lnTo>
                  <a:pt x="241" y="675"/>
                </a:lnTo>
                <a:lnTo>
                  <a:pt x="240" y="666"/>
                </a:lnTo>
                <a:lnTo>
                  <a:pt x="238" y="657"/>
                </a:lnTo>
                <a:lnTo>
                  <a:pt x="236" y="648"/>
                </a:lnTo>
                <a:lnTo>
                  <a:pt x="235" y="640"/>
                </a:lnTo>
                <a:lnTo>
                  <a:pt x="234" y="630"/>
                </a:lnTo>
                <a:lnTo>
                  <a:pt x="233" y="621"/>
                </a:lnTo>
                <a:lnTo>
                  <a:pt x="232" y="612"/>
                </a:lnTo>
                <a:lnTo>
                  <a:pt x="232" y="60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84"/>
                </a:lnTo>
                <a:lnTo>
                  <a:pt x="232" y="575"/>
                </a:lnTo>
                <a:lnTo>
                  <a:pt x="233" y="565"/>
                </a:lnTo>
                <a:lnTo>
                  <a:pt x="234" y="556"/>
                </a:lnTo>
                <a:lnTo>
                  <a:pt x="235" y="548"/>
                </a:lnTo>
                <a:lnTo>
                  <a:pt x="236" y="538"/>
                </a:lnTo>
                <a:lnTo>
                  <a:pt x="238" y="529"/>
                </a:lnTo>
                <a:lnTo>
                  <a:pt x="240" y="520"/>
                </a:lnTo>
                <a:lnTo>
                  <a:pt x="241" y="512"/>
                </a:lnTo>
                <a:lnTo>
                  <a:pt x="244" y="503"/>
                </a:lnTo>
                <a:lnTo>
                  <a:pt x="246" y="495"/>
                </a:lnTo>
                <a:lnTo>
                  <a:pt x="248" y="486"/>
                </a:lnTo>
                <a:lnTo>
                  <a:pt x="252" y="478"/>
                </a:lnTo>
                <a:lnTo>
                  <a:pt x="254" y="469"/>
                </a:lnTo>
                <a:lnTo>
                  <a:pt x="257" y="461"/>
                </a:lnTo>
                <a:lnTo>
                  <a:pt x="260" y="452"/>
                </a:lnTo>
                <a:lnTo>
                  <a:pt x="264" y="444"/>
                </a:lnTo>
                <a:lnTo>
                  <a:pt x="268" y="437"/>
                </a:lnTo>
                <a:lnTo>
                  <a:pt x="272" y="429"/>
                </a:lnTo>
                <a:lnTo>
                  <a:pt x="276" y="421"/>
                </a:lnTo>
                <a:lnTo>
                  <a:pt x="280" y="413"/>
                </a:lnTo>
                <a:lnTo>
                  <a:pt x="284" y="406"/>
                </a:lnTo>
                <a:lnTo>
                  <a:pt x="289" y="399"/>
                </a:lnTo>
                <a:lnTo>
                  <a:pt x="294" y="391"/>
                </a:lnTo>
                <a:lnTo>
                  <a:pt x="299" y="384"/>
                </a:lnTo>
                <a:lnTo>
                  <a:pt x="304" y="377"/>
                </a:lnTo>
                <a:lnTo>
                  <a:pt x="309" y="371"/>
                </a:lnTo>
                <a:lnTo>
                  <a:pt x="315" y="363"/>
                </a:lnTo>
                <a:lnTo>
                  <a:pt x="320" y="357"/>
                </a:lnTo>
                <a:lnTo>
                  <a:pt x="326" y="351"/>
                </a:lnTo>
                <a:lnTo>
                  <a:pt x="332" y="344"/>
                </a:lnTo>
                <a:lnTo>
                  <a:pt x="338" y="338"/>
                </a:lnTo>
                <a:lnTo>
                  <a:pt x="344" y="331"/>
                </a:lnTo>
                <a:lnTo>
                  <a:pt x="351" y="326"/>
                </a:lnTo>
                <a:lnTo>
                  <a:pt x="357" y="320"/>
                </a:lnTo>
                <a:lnTo>
                  <a:pt x="364" y="315"/>
                </a:lnTo>
                <a:lnTo>
                  <a:pt x="370" y="309"/>
                </a:lnTo>
                <a:lnTo>
                  <a:pt x="377" y="303"/>
                </a:lnTo>
                <a:lnTo>
                  <a:pt x="384" y="299"/>
                </a:lnTo>
                <a:lnTo>
                  <a:pt x="392" y="294"/>
                </a:lnTo>
                <a:lnTo>
                  <a:pt x="399" y="289"/>
                </a:lnTo>
                <a:lnTo>
                  <a:pt x="406" y="284"/>
                </a:lnTo>
                <a:lnTo>
                  <a:pt x="413" y="280"/>
                </a:lnTo>
                <a:lnTo>
                  <a:pt x="421" y="276"/>
                </a:lnTo>
                <a:lnTo>
                  <a:pt x="429" y="271"/>
                </a:lnTo>
                <a:lnTo>
                  <a:pt x="437" y="267"/>
                </a:lnTo>
                <a:lnTo>
                  <a:pt x="444" y="264"/>
                </a:lnTo>
                <a:lnTo>
                  <a:pt x="452" y="260"/>
                </a:lnTo>
                <a:lnTo>
                  <a:pt x="461" y="257"/>
                </a:lnTo>
                <a:lnTo>
                  <a:pt x="469" y="254"/>
                </a:lnTo>
                <a:lnTo>
                  <a:pt x="477" y="251"/>
                </a:lnTo>
                <a:lnTo>
                  <a:pt x="486" y="248"/>
                </a:lnTo>
                <a:lnTo>
                  <a:pt x="494" y="246"/>
                </a:lnTo>
                <a:lnTo>
                  <a:pt x="503" y="243"/>
                </a:lnTo>
                <a:lnTo>
                  <a:pt x="512" y="241"/>
                </a:lnTo>
                <a:lnTo>
                  <a:pt x="520" y="239"/>
                </a:lnTo>
                <a:lnTo>
                  <a:pt x="529" y="238"/>
                </a:lnTo>
                <a:lnTo>
                  <a:pt x="538" y="236"/>
                </a:lnTo>
                <a:lnTo>
                  <a:pt x="548" y="235"/>
                </a:lnTo>
                <a:lnTo>
                  <a:pt x="556" y="234"/>
                </a:lnTo>
                <a:lnTo>
                  <a:pt x="565" y="233"/>
                </a:lnTo>
                <a:lnTo>
                  <a:pt x="575" y="232"/>
                </a:lnTo>
                <a:lnTo>
                  <a:pt x="584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603" y="232"/>
                </a:lnTo>
                <a:lnTo>
                  <a:pt x="612" y="232"/>
                </a:lnTo>
                <a:lnTo>
                  <a:pt x="621" y="233"/>
                </a:lnTo>
                <a:lnTo>
                  <a:pt x="630" y="234"/>
                </a:lnTo>
                <a:lnTo>
                  <a:pt x="639" y="235"/>
                </a:lnTo>
                <a:lnTo>
                  <a:pt x="649" y="236"/>
                </a:lnTo>
                <a:lnTo>
                  <a:pt x="657" y="238"/>
                </a:lnTo>
                <a:lnTo>
                  <a:pt x="666" y="239"/>
                </a:lnTo>
                <a:lnTo>
                  <a:pt x="675" y="241"/>
                </a:lnTo>
                <a:lnTo>
                  <a:pt x="684" y="243"/>
                </a:lnTo>
                <a:lnTo>
                  <a:pt x="693" y="246"/>
                </a:lnTo>
                <a:lnTo>
                  <a:pt x="701" y="248"/>
                </a:lnTo>
                <a:lnTo>
                  <a:pt x="709" y="251"/>
                </a:lnTo>
                <a:lnTo>
                  <a:pt x="717" y="254"/>
                </a:lnTo>
                <a:lnTo>
                  <a:pt x="726" y="257"/>
                </a:lnTo>
                <a:lnTo>
                  <a:pt x="733" y="260"/>
                </a:lnTo>
                <a:lnTo>
                  <a:pt x="742" y="264"/>
                </a:lnTo>
                <a:lnTo>
                  <a:pt x="750" y="267"/>
                </a:lnTo>
                <a:lnTo>
                  <a:pt x="757" y="271"/>
                </a:lnTo>
                <a:lnTo>
                  <a:pt x="765" y="276"/>
                </a:lnTo>
                <a:lnTo>
                  <a:pt x="773" y="280"/>
                </a:lnTo>
                <a:lnTo>
                  <a:pt x="781" y="284"/>
                </a:lnTo>
                <a:lnTo>
                  <a:pt x="788" y="289"/>
                </a:lnTo>
                <a:lnTo>
                  <a:pt x="795" y="294"/>
                </a:lnTo>
                <a:lnTo>
                  <a:pt x="802" y="299"/>
                </a:lnTo>
                <a:lnTo>
                  <a:pt x="809" y="303"/>
                </a:lnTo>
                <a:lnTo>
                  <a:pt x="817" y="309"/>
                </a:lnTo>
                <a:lnTo>
                  <a:pt x="823" y="315"/>
                </a:lnTo>
                <a:lnTo>
                  <a:pt x="829" y="320"/>
                </a:lnTo>
                <a:lnTo>
                  <a:pt x="836" y="326"/>
                </a:lnTo>
                <a:lnTo>
                  <a:pt x="842" y="331"/>
                </a:lnTo>
                <a:lnTo>
                  <a:pt x="849" y="338"/>
                </a:lnTo>
                <a:lnTo>
                  <a:pt x="855" y="344"/>
                </a:lnTo>
                <a:lnTo>
                  <a:pt x="861" y="351"/>
                </a:lnTo>
                <a:lnTo>
                  <a:pt x="866" y="357"/>
                </a:lnTo>
                <a:lnTo>
                  <a:pt x="872" y="363"/>
                </a:lnTo>
                <a:lnTo>
                  <a:pt x="877" y="371"/>
                </a:lnTo>
                <a:lnTo>
                  <a:pt x="883" y="377"/>
                </a:lnTo>
                <a:lnTo>
                  <a:pt x="888" y="384"/>
                </a:lnTo>
                <a:lnTo>
                  <a:pt x="893" y="391"/>
                </a:lnTo>
                <a:lnTo>
                  <a:pt x="897" y="399"/>
                </a:lnTo>
                <a:lnTo>
                  <a:pt x="902" y="406"/>
                </a:lnTo>
                <a:lnTo>
                  <a:pt x="906" y="413"/>
                </a:lnTo>
                <a:lnTo>
                  <a:pt x="911" y="421"/>
                </a:lnTo>
                <a:lnTo>
                  <a:pt x="915" y="429"/>
                </a:lnTo>
                <a:lnTo>
                  <a:pt x="919" y="437"/>
                </a:lnTo>
                <a:lnTo>
                  <a:pt x="923" y="444"/>
                </a:lnTo>
                <a:lnTo>
                  <a:pt x="926" y="452"/>
                </a:lnTo>
                <a:lnTo>
                  <a:pt x="929" y="461"/>
                </a:lnTo>
                <a:lnTo>
                  <a:pt x="933" y="469"/>
                </a:lnTo>
                <a:lnTo>
                  <a:pt x="936" y="478"/>
                </a:lnTo>
                <a:lnTo>
                  <a:pt x="938" y="486"/>
                </a:lnTo>
                <a:lnTo>
                  <a:pt x="941" y="495"/>
                </a:lnTo>
                <a:lnTo>
                  <a:pt x="943" y="503"/>
                </a:lnTo>
                <a:lnTo>
                  <a:pt x="945" y="512"/>
                </a:lnTo>
                <a:lnTo>
                  <a:pt x="947" y="520"/>
                </a:lnTo>
                <a:lnTo>
                  <a:pt x="949" y="529"/>
                </a:lnTo>
                <a:lnTo>
                  <a:pt x="950" y="538"/>
                </a:lnTo>
                <a:lnTo>
                  <a:pt x="952" y="548"/>
                </a:lnTo>
                <a:lnTo>
                  <a:pt x="953" y="556"/>
                </a:lnTo>
                <a:lnTo>
                  <a:pt x="953" y="565"/>
                </a:lnTo>
                <a:lnTo>
                  <a:pt x="954" y="575"/>
                </a:lnTo>
                <a:lnTo>
                  <a:pt x="954" y="584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603"/>
                </a:lnTo>
                <a:lnTo>
                  <a:pt x="954" y="612"/>
                </a:lnTo>
                <a:lnTo>
                  <a:pt x="953" y="621"/>
                </a:lnTo>
                <a:lnTo>
                  <a:pt x="953" y="630"/>
                </a:lnTo>
                <a:lnTo>
                  <a:pt x="952" y="640"/>
                </a:lnTo>
                <a:lnTo>
                  <a:pt x="950" y="648"/>
                </a:lnTo>
                <a:lnTo>
                  <a:pt x="949" y="657"/>
                </a:lnTo>
                <a:lnTo>
                  <a:pt x="947" y="666"/>
                </a:lnTo>
                <a:lnTo>
                  <a:pt x="945" y="675"/>
                </a:lnTo>
                <a:lnTo>
                  <a:pt x="943" y="684"/>
                </a:lnTo>
                <a:lnTo>
                  <a:pt x="941" y="692"/>
                </a:lnTo>
                <a:lnTo>
                  <a:pt x="938" y="700"/>
                </a:lnTo>
                <a:lnTo>
                  <a:pt x="936" y="709"/>
                </a:lnTo>
                <a:lnTo>
                  <a:pt x="933" y="717"/>
                </a:lnTo>
                <a:lnTo>
                  <a:pt x="929" y="726"/>
                </a:lnTo>
                <a:lnTo>
                  <a:pt x="926" y="734"/>
                </a:lnTo>
                <a:lnTo>
                  <a:pt x="923" y="742"/>
                </a:lnTo>
                <a:lnTo>
                  <a:pt x="919" y="750"/>
                </a:lnTo>
                <a:lnTo>
                  <a:pt x="915" y="758"/>
                </a:lnTo>
                <a:lnTo>
                  <a:pt x="911" y="765"/>
                </a:lnTo>
                <a:lnTo>
                  <a:pt x="906" y="773"/>
                </a:lnTo>
                <a:lnTo>
                  <a:pt x="902" y="780"/>
                </a:lnTo>
                <a:lnTo>
                  <a:pt x="897" y="788"/>
                </a:lnTo>
                <a:lnTo>
                  <a:pt x="893" y="795"/>
                </a:lnTo>
                <a:lnTo>
                  <a:pt x="888" y="802"/>
                </a:lnTo>
                <a:lnTo>
                  <a:pt x="883" y="809"/>
                </a:lnTo>
                <a:lnTo>
                  <a:pt x="877" y="816"/>
                </a:lnTo>
                <a:lnTo>
                  <a:pt x="872" y="823"/>
                </a:lnTo>
                <a:lnTo>
                  <a:pt x="866" y="830"/>
                </a:lnTo>
                <a:lnTo>
                  <a:pt x="861" y="836"/>
                </a:lnTo>
                <a:lnTo>
                  <a:pt x="855" y="843"/>
                </a:lnTo>
                <a:lnTo>
                  <a:pt x="849" y="848"/>
                </a:lnTo>
                <a:lnTo>
                  <a:pt x="841" y="856"/>
                </a:lnTo>
                <a:lnTo>
                  <a:pt x="832" y="864"/>
                </a:lnTo>
                <a:lnTo>
                  <a:pt x="823" y="872"/>
                </a:lnTo>
                <a:lnTo>
                  <a:pt x="814" y="879"/>
                </a:lnTo>
                <a:lnTo>
                  <a:pt x="805" y="886"/>
                </a:lnTo>
                <a:lnTo>
                  <a:pt x="796" y="892"/>
                </a:lnTo>
                <a:lnTo>
                  <a:pt x="786" y="899"/>
                </a:lnTo>
                <a:lnTo>
                  <a:pt x="777" y="904"/>
                </a:lnTo>
                <a:lnTo>
                  <a:pt x="766" y="910"/>
                </a:lnTo>
                <a:lnTo>
                  <a:pt x="756" y="916"/>
                </a:lnTo>
                <a:lnTo>
                  <a:pt x="745" y="921"/>
                </a:lnTo>
                <a:lnTo>
                  <a:pt x="735" y="925"/>
                </a:lnTo>
                <a:lnTo>
                  <a:pt x="725" y="930"/>
                </a:lnTo>
                <a:lnTo>
                  <a:pt x="713" y="934"/>
                </a:lnTo>
                <a:lnTo>
                  <a:pt x="702" y="938"/>
                </a:lnTo>
                <a:lnTo>
                  <a:pt x="691" y="941"/>
                </a:lnTo>
                <a:lnTo>
                  <a:pt x="699" y="952"/>
                </a:lnTo>
                <a:lnTo>
                  <a:pt x="710" y="949"/>
                </a:lnTo>
                <a:lnTo>
                  <a:pt x="721" y="945"/>
                </a:lnTo>
                <a:lnTo>
                  <a:pt x="733" y="941"/>
                </a:lnTo>
                <a:lnTo>
                  <a:pt x="743" y="936"/>
                </a:lnTo>
                <a:lnTo>
                  <a:pt x="754" y="932"/>
                </a:lnTo>
                <a:lnTo>
                  <a:pt x="765" y="927"/>
                </a:lnTo>
                <a:lnTo>
                  <a:pt x="775" y="921"/>
                </a:lnTo>
                <a:lnTo>
                  <a:pt x="785" y="915"/>
                </a:lnTo>
                <a:lnTo>
                  <a:pt x="795" y="909"/>
                </a:lnTo>
                <a:lnTo>
                  <a:pt x="805" y="903"/>
                </a:lnTo>
                <a:lnTo>
                  <a:pt x="814" y="896"/>
                </a:lnTo>
                <a:lnTo>
                  <a:pt x="823" y="888"/>
                </a:lnTo>
                <a:lnTo>
                  <a:pt x="833" y="881"/>
                </a:lnTo>
                <a:lnTo>
                  <a:pt x="841" y="874"/>
                </a:lnTo>
                <a:lnTo>
                  <a:pt x="850" y="866"/>
                </a:lnTo>
                <a:lnTo>
                  <a:pt x="858" y="858"/>
                </a:lnTo>
                <a:lnTo>
                  <a:pt x="865" y="852"/>
                </a:lnTo>
                <a:lnTo>
                  <a:pt x="871" y="845"/>
                </a:lnTo>
                <a:lnTo>
                  <a:pt x="877" y="838"/>
                </a:lnTo>
                <a:lnTo>
                  <a:pt x="882" y="832"/>
                </a:lnTo>
                <a:lnTo>
                  <a:pt x="888" y="824"/>
                </a:lnTo>
                <a:lnTo>
                  <a:pt x="893" y="817"/>
                </a:lnTo>
                <a:lnTo>
                  <a:pt x="898" y="810"/>
                </a:lnTo>
                <a:lnTo>
                  <a:pt x="904" y="803"/>
                </a:lnTo>
                <a:lnTo>
                  <a:pt x="909" y="795"/>
                </a:lnTo>
                <a:lnTo>
                  <a:pt x="913" y="788"/>
                </a:lnTo>
                <a:lnTo>
                  <a:pt x="918" y="780"/>
                </a:lnTo>
                <a:lnTo>
                  <a:pt x="923" y="772"/>
                </a:lnTo>
                <a:lnTo>
                  <a:pt x="927" y="764"/>
                </a:lnTo>
                <a:lnTo>
                  <a:pt x="931" y="756"/>
                </a:lnTo>
                <a:lnTo>
                  <a:pt x="935" y="748"/>
                </a:lnTo>
                <a:lnTo>
                  <a:pt x="938" y="739"/>
                </a:lnTo>
                <a:lnTo>
                  <a:pt x="941" y="731"/>
                </a:lnTo>
                <a:lnTo>
                  <a:pt x="945" y="722"/>
                </a:lnTo>
                <a:lnTo>
                  <a:pt x="948" y="713"/>
                </a:lnTo>
                <a:lnTo>
                  <a:pt x="951" y="704"/>
                </a:lnTo>
                <a:lnTo>
                  <a:pt x="953" y="696"/>
                </a:lnTo>
                <a:lnTo>
                  <a:pt x="956" y="687"/>
                </a:lnTo>
                <a:lnTo>
                  <a:pt x="958" y="678"/>
                </a:lnTo>
                <a:lnTo>
                  <a:pt x="960" y="669"/>
                </a:lnTo>
                <a:lnTo>
                  <a:pt x="961" y="660"/>
                </a:lnTo>
                <a:lnTo>
                  <a:pt x="964" y="650"/>
                </a:lnTo>
                <a:lnTo>
                  <a:pt x="965" y="641"/>
                </a:lnTo>
                <a:lnTo>
                  <a:pt x="965" y="632"/>
                </a:lnTo>
                <a:lnTo>
                  <a:pt x="967" y="622"/>
                </a:lnTo>
                <a:lnTo>
                  <a:pt x="967" y="612"/>
                </a:lnTo>
                <a:lnTo>
                  <a:pt x="968" y="60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84"/>
                </a:lnTo>
                <a:lnTo>
                  <a:pt x="967" y="574"/>
                </a:lnTo>
                <a:lnTo>
                  <a:pt x="967" y="564"/>
                </a:lnTo>
                <a:lnTo>
                  <a:pt x="965" y="555"/>
                </a:lnTo>
                <a:lnTo>
                  <a:pt x="965" y="546"/>
                </a:lnTo>
                <a:lnTo>
                  <a:pt x="964" y="536"/>
                </a:lnTo>
                <a:lnTo>
                  <a:pt x="961" y="527"/>
                </a:lnTo>
                <a:lnTo>
                  <a:pt x="960" y="518"/>
                </a:lnTo>
                <a:lnTo>
                  <a:pt x="958" y="509"/>
                </a:lnTo>
                <a:lnTo>
                  <a:pt x="956" y="500"/>
                </a:lnTo>
                <a:lnTo>
                  <a:pt x="953" y="491"/>
                </a:lnTo>
                <a:lnTo>
                  <a:pt x="951" y="482"/>
                </a:lnTo>
                <a:lnTo>
                  <a:pt x="948" y="473"/>
                </a:lnTo>
                <a:lnTo>
                  <a:pt x="945" y="464"/>
                </a:lnTo>
                <a:lnTo>
                  <a:pt x="941" y="456"/>
                </a:lnTo>
                <a:lnTo>
                  <a:pt x="938" y="448"/>
                </a:lnTo>
                <a:lnTo>
                  <a:pt x="935" y="439"/>
                </a:lnTo>
                <a:lnTo>
                  <a:pt x="931" y="431"/>
                </a:lnTo>
                <a:lnTo>
                  <a:pt x="927" y="423"/>
                </a:lnTo>
                <a:lnTo>
                  <a:pt x="923" y="415"/>
                </a:lnTo>
                <a:lnTo>
                  <a:pt x="918" y="407"/>
                </a:lnTo>
                <a:lnTo>
                  <a:pt x="913" y="399"/>
                </a:lnTo>
                <a:lnTo>
                  <a:pt x="909" y="391"/>
                </a:lnTo>
                <a:lnTo>
                  <a:pt x="904" y="383"/>
                </a:lnTo>
                <a:lnTo>
                  <a:pt x="898" y="376"/>
                </a:lnTo>
                <a:lnTo>
                  <a:pt x="893" y="369"/>
                </a:lnTo>
                <a:lnTo>
                  <a:pt x="888" y="362"/>
                </a:lnTo>
                <a:lnTo>
                  <a:pt x="882" y="355"/>
                </a:lnTo>
                <a:lnTo>
                  <a:pt x="877" y="348"/>
                </a:lnTo>
                <a:lnTo>
                  <a:pt x="871" y="342"/>
                </a:lnTo>
                <a:lnTo>
                  <a:pt x="865" y="335"/>
                </a:lnTo>
                <a:lnTo>
                  <a:pt x="858" y="328"/>
                </a:lnTo>
                <a:lnTo>
                  <a:pt x="852" y="322"/>
                </a:lnTo>
                <a:lnTo>
                  <a:pt x="845" y="316"/>
                </a:lnTo>
                <a:lnTo>
                  <a:pt x="838" y="310"/>
                </a:lnTo>
                <a:lnTo>
                  <a:pt x="832" y="304"/>
                </a:lnTo>
                <a:lnTo>
                  <a:pt x="825" y="299"/>
                </a:lnTo>
                <a:lnTo>
                  <a:pt x="817" y="293"/>
                </a:lnTo>
                <a:lnTo>
                  <a:pt x="810" y="288"/>
                </a:lnTo>
                <a:lnTo>
                  <a:pt x="803" y="283"/>
                </a:lnTo>
                <a:lnTo>
                  <a:pt x="795" y="278"/>
                </a:lnTo>
                <a:lnTo>
                  <a:pt x="787" y="273"/>
                </a:lnTo>
                <a:lnTo>
                  <a:pt x="780" y="268"/>
                </a:lnTo>
                <a:lnTo>
                  <a:pt x="772" y="264"/>
                </a:lnTo>
                <a:lnTo>
                  <a:pt x="764" y="259"/>
                </a:lnTo>
                <a:lnTo>
                  <a:pt x="756" y="255"/>
                </a:lnTo>
                <a:lnTo>
                  <a:pt x="748" y="251"/>
                </a:lnTo>
                <a:lnTo>
                  <a:pt x="739" y="248"/>
                </a:lnTo>
                <a:lnTo>
                  <a:pt x="731" y="245"/>
                </a:lnTo>
                <a:lnTo>
                  <a:pt x="722" y="242"/>
                </a:lnTo>
                <a:lnTo>
                  <a:pt x="713" y="239"/>
                </a:lnTo>
                <a:lnTo>
                  <a:pt x="705" y="235"/>
                </a:lnTo>
                <a:lnTo>
                  <a:pt x="696" y="233"/>
                </a:lnTo>
                <a:lnTo>
                  <a:pt x="687" y="231"/>
                </a:lnTo>
                <a:lnTo>
                  <a:pt x="678" y="228"/>
                </a:lnTo>
                <a:lnTo>
                  <a:pt x="669" y="227"/>
                </a:lnTo>
                <a:lnTo>
                  <a:pt x="660" y="225"/>
                </a:lnTo>
                <a:lnTo>
                  <a:pt x="650" y="223"/>
                </a:lnTo>
                <a:lnTo>
                  <a:pt x="641" y="222"/>
                </a:lnTo>
                <a:lnTo>
                  <a:pt x="632" y="221"/>
                </a:lnTo>
                <a:lnTo>
                  <a:pt x="622" y="220"/>
                </a:lnTo>
                <a:lnTo>
                  <a:pt x="613" y="219"/>
                </a:lnTo>
                <a:lnTo>
                  <a:pt x="60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close/>
                <a:moveTo>
                  <a:pt x="593" y="14"/>
                </a:move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78" y="14"/>
                </a:lnTo>
                <a:lnTo>
                  <a:pt x="564" y="15"/>
                </a:lnTo>
                <a:lnTo>
                  <a:pt x="548" y="15"/>
                </a:lnTo>
                <a:lnTo>
                  <a:pt x="534" y="16"/>
                </a:lnTo>
                <a:lnTo>
                  <a:pt x="520" y="19"/>
                </a:lnTo>
                <a:lnTo>
                  <a:pt x="505" y="20"/>
                </a:lnTo>
                <a:lnTo>
                  <a:pt x="491" y="23"/>
                </a:lnTo>
                <a:lnTo>
                  <a:pt x="476" y="26"/>
                </a:lnTo>
                <a:lnTo>
                  <a:pt x="463" y="28"/>
                </a:lnTo>
                <a:lnTo>
                  <a:pt x="448" y="32"/>
                </a:lnTo>
                <a:lnTo>
                  <a:pt x="435" y="35"/>
                </a:lnTo>
                <a:lnTo>
                  <a:pt x="421" y="40"/>
                </a:lnTo>
                <a:lnTo>
                  <a:pt x="408" y="44"/>
                </a:lnTo>
                <a:lnTo>
                  <a:pt x="394" y="49"/>
                </a:lnTo>
                <a:lnTo>
                  <a:pt x="381" y="54"/>
                </a:lnTo>
                <a:lnTo>
                  <a:pt x="368" y="59"/>
                </a:lnTo>
                <a:lnTo>
                  <a:pt x="355" y="65"/>
                </a:lnTo>
                <a:lnTo>
                  <a:pt x="342" y="71"/>
                </a:lnTo>
                <a:lnTo>
                  <a:pt x="329" y="77"/>
                </a:lnTo>
                <a:lnTo>
                  <a:pt x="317" y="83"/>
                </a:lnTo>
                <a:lnTo>
                  <a:pt x="305" y="91"/>
                </a:lnTo>
                <a:lnTo>
                  <a:pt x="292" y="98"/>
                </a:lnTo>
                <a:lnTo>
                  <a:pt x="281" y="105"/>
                </a:lnTo>
                <a:lnTo>
                  <a:pt x="269" y="113"/>
                </a:lnTo>
                <a:lnTo>
                  <a:pt x="258" y="120"/>
                </a:lnTo>
                <a:lnTo>
                  <a:pt x="247" y="129"/>
                </a:lnTo>
                <a:lnTo>
                  <a:pt x="236" y="137"/>
                </a:lnTo>
                <a:lnTo>
                  <a:pt x="224" y="146"/>
                </a:lnTo>
                <a:lnTo>
                  <a:pt x="214" y="155"/>
                </a:lnTo>
                <a:lnTo>
                  <a:pt x="203" y="164"/>
                </a:lnTo>
                <a:lnTo>
                  <a:pt x="193" y="174"/>
                </a:lnTo>
                <a:lnTo>
                  <a:pt x="183" y="183"/>
                </a:lnTo>
                <a:lnTo>
                  <a:pt x="174" y="194"/>
                </a:lnTo>
                <a:lnTo>
                  <a:pt x="164" y="203"/>
                </a:lnTo>
                <a:lnTo>
                  <a:pt x="155" y="214"/>
                </a:lnTo>
                <a:lnTo>
                  <a:pt x="146" y="224"/>
                </a:lnTo>
                <a:lnTo>
                  <a:pt x="137" y="235"/>
                </a:lnTo>
                <a:lnTo>
                  <a:pt x="129" y="247"/>
                </a:lnTo>
                <a:lnTo>
                  <a:pt x="120" y="258"/>
                </a:lnTo>
                <a:lnTo>
                  <a:pt x="112" y="269"/>
                </a:lnTo>
                <a:lnTo>
                  <a:pt x="105" y="281"/>
                </a:lnTo>
                <a:lnTo>
                  <a:pt x="98" y="292"/>
                </a:lnTo>
                <a:lnTo>
                  <a:pt x="91" y="305"/>
                </a:lnTo>
                <a:lnTo>
                  <a:pt x="83" y="317"/>
                </a:lnTo>
                <a:lnTo>
                  <a:pt x="77" y="330"/>
                </a:lnTo>
                <a:lnTo>
                  <a:pt x="71" y="342"/>
                </a:lnTo>
                <a:lnTo>
                  <a:pt x="65" y="355"/>
                </a:lnTo>
                <a:lnTo>
                  <a:pt x="59" y="367"/>
                </a:lnTo>
                <a:lnTo>
                  <a:pt x="54" y="381"/>
                </a:lnTo>
                <a:lnTo>
                  <a:pt x="49" y="394"/>
                </a:lnTo>
                <a:lnTo>
                  <a:pt x="44" y="408"/>
                </a:lnTo>
                <a:lnTo>
                  <a:pt x="39" y="421"/>
                </a:lnTo>
                <a:lnTo>
                  <a:pt x="35" y="435"/>
                </a:lnTo>
                <a:lnTo>
                  <a:pt x="32" y="448"/>
                </a:lnTo>
                <a:lnTo>
                  <a:pt x="28" y="463"/>
                </a:lnTo>
                <a:lnTo>
                  <a:pt x="25" y="476"/>
                </a:lnTo>
                <a:lnTo>
                  <a:pt x="23" y="491"/>
                </a:lnTo>
                <a:lnTo>
                  <a:pt x="20" y="505"/>
                </a:lnTo>
                <a:lnTo>
                  <a:pt x="18" y="520"/>
                </a:lnTo>
                <a:lnTo>
                  <a:pt x="16" y="534"/>
                </a:lnTo>
                <a:lnTo>
                  <a:pt x="15" y="548"/>
                </a:lnTo>
                <a:lnTo>
                  <a:pt x="15" y="564"/>
                </a:lnTo>
                <a:lnTo>
                  <a:pt x="14" y="578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608"/>
                </a:lnTo>
                <a:lnTo>
                  <a:pt x="15" y="623"/>
                </a:lnTo>
                <a:lnTo>
                  <a:pt x="15" y="638"/>
                </a:lnTo>
                <a:lnTo>
                  <a:pt x="16" y="652"/>
                </a:lnTo>
                <a:lnTo>
                  <a:pt x="18" y="667"/>
                </a:lnTo>
                <a:lnTo>
                  <a:pt x="20" y="682"/>
                </a:lnTo>
                <a:lnTo>
                  <a:pt x="23" y="696"/>
                </a:lnTo>
                <a:lnTo>
                  <a:pt x="25" y="710"/>
                </a:lnTo>
                <a:lnTo>
                  <a:pt x="28" y="724"/>
                </a:lnTo>
                <a:lnTo>
                  <a:pt x="32" y="738"/>
                </a:lnTo>
                <a:lnTo>
                  <a:pt x="35" y="752"/>
                </a:lnTo>
                <a:lnTo>
                  <a:pt x="40" y="765"/>
                </a:lnTo>
                <a:lnTo>
                  <a:pt x="44" y="779"/>
                </a:lnTo>
                <a:lnTo>
                  <a:pt x="49" y="792"/>
                </a:lnTo>
                <a:lnTo>
                  <a:pt x="54" y="806"/>
                </a:lnTo>
                <a:lnTo>
                  <a:pt x="59" y="819"/>
                </a:lnTo>
                <a:lnTo>
                  <a:pt x="65" y="832"/>
                </a:lnTo>
                <a:lnTo>
                  <a:pt x="71" y="844"/>
                </a:lnTo>
                <a:lnTo>
                  <a:pt x="77" y="857"/>
                </a:lnTo>
                <a:lnTo>
                  <a:pt x="83" y="869"/>
                </a:lnTo>
                <a:lnTo>
                  <a:pt x="91" y="882"/>
                </a:lnTo>
                <a:lnTo>
                  <a:pt x="98" y="894"/>
                </a:lnTo>
                <a:lnTo>
                  <a:pt x="105" y="906"/>
                </a:lnTo>
                <a:lnTo>
                  <a:pt x="112" y="917"/>
                </a:lnTo>
                <a:lnTo>
                  <a:pt x="120" y="928"/>
                </a:lnTo>
                <a:lnTo>
                  <a:pt x="129" y="940"/>
                </a:lnTo>
                <a:lnTo>
                  <a:pt x="137" y="951"/>
                </a:lnTo>
                <a:lnTo>
                  <a:pt x="146" y="962"/>
                </a:lnTo>
                <a:lnTo>
                  <a:pt x="155" y="972"/>
                </a:lnTo>
                <a:lnTo>
                  <a:pt x="164" y="983"/>
                </a:lnTo>
                <a:lnTo>
                  <a:pt x="174" y="993"/>
                </a:lnTo>
                <a:lnTo>
                  <a:pt x="183" y="1003"/>
                </a:lnTo>
                <a:lnTo>
                  <a:pt x="193" y="1012"/>
                </a:lnTo>
                <a:lnTo>
                  <a:pt x="203" y="1022"/>
                </a:lnTo>
                <a:lnTo>
                  <a:pt x="214" y="1032"/>
                </a:lnTo>
                <a:lnTo>
                  <a:pt x="224" y="1040"/>
                </a:lnTo>
                <a:lnTo>
                  <a:pt x="236" y="1049"/>
                </a:lnTo>
                <a:lnTo>
                  <a:pt x="247" y="1058"/>
                </a:lnTo>
                <a:lnTo>
                  <a:pt x="258" y="1066"/>
                </a:lnTo>
                <a:lnTo>
                  <a:pt x="269" y="1074"/>
                </a:lnTo>
                <a:lnTo>
                  <a:pt x="281" y="1081"/>
                </a:lnTo>
                <a:lnTo>
                  <a:pt x="292" y="1089"/>
                </a:lnTo>
                <a:lnTo>
                  <a:pt x="305" y="1096"/>
                </a:lnTo>
                <a:lnTo>
                  <a:pt x="317" y="1103"/>
                </a:lnTo>
                <a:lnTo>
                  <a:pt x="329" y="1109"/>
                </a:lnTo>
                <a:lnTo>
                  <a:pt x="342" y="1116"/>
                </a:lnTo>
                <a:lnTo>
                  <a:pt x="355" y="1121"/>
                </a:lnTo>
                <a:lnTo>
                  <a:pt x="368" y="1127"/>
                </a:lnTo>
                <a:lnTo>
                  <a:pt x="381" y="1133"/>
                </a:lnTo>
                <a:lnTo>
                  <a:pt x="394" y="1138"/>
                </a:lnTo>
                <a:lnTo>
                  <a:pt x="408" y="1142"/>
                </a:lnTo>
                <a:lnTo>
                  <a:pt x="421" y="1147"/>
                </a:lnTo>
                <a:lnTo>
                  <a:pt x="435" y="1151"/>
                </a:lnTo>
                <a:lnTo>
                  <a:pt x="448" y="1155"/>
                </a:lnTo>
                <a:lnTo>
                  <a:pt x="463" y="1158"/>
                </a:lnTo>
                <a:lnTo>
                  <a:pt x="476" y="1161"/>
                </a:lnTo>
                <a:lnTo>
                  <a:pt x="491" y="1164"/>
                </a:lnTo>
                <a:lnTo>
                  <a:pt x="505" y="1166"/>
                </a:lnTo>
                <a:lnTo>
                  <a:pt x="520" y="1169"/>
                </a:lnTo>
                <a:lnTo>
                  <a:pt x="534" y="1170"/>
                </a:lnTo>
                <a:lnTo>
                  <a:pt x="548" y="1171"/>
                </a:lnTo>
                <a:lnTo>
                  <a:pt x="564" y="1172"/>
                </a:lnTo>
                <a:lnTo>
                  <a:pt x="578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609" y="1173"/>
                </a:lnTo>
                <a:lnTo>
                  <a:pt x="623" y="1172"/>
                </a:lnTo>
                <a:lnTo>
                  <a:pt x="638" y="1171"/>
                </a:lnTo>
                <a:lnTo>
                  <a:pt x="653" y="1170"/>
                </a:lnTo>
                <a:lnTo>
                  <a:pt x="667" y="1169"/>
                </a:lnTo>
                <a:lnTo>
                  <a:pt x="681" y="1166"/>
                </a:lnTo>
                <a:lnTo>
                  <a:pt x="696" y="1164"/>
                </a:lnTo>
                <a:lnTo>
                  <a:pt x="710" y="1161"/>
                </a:lnTo>
                <a:lnTo>
                  <a:pt x="725" y="1158"/>
                </a:lnTo>
                <a:lnTo>
                  <a:pt x="738" y="1155"/>
                </a:lnTo>
                <a:lnTo>
                  <a:pt x="752" y="1151"/>
                </a:lnTo>
                <a:lnTo>
                  <a:pt x="765" y="1147"/>
                </a:lnTo>
                <a:lnTo>
                  <a:pt x="779" y="1142"/>
                </a:lnTo>
                <a:lnTo>
                  <a:pt x="793" y="1138"/>
                </a:lnTo>
                <a:lnTo>
                  <a:pt x="806" y="1133"/>
                </a:lnTo>
                <a:lnTo>
                  <a:pt x="819" y="1127"/>
                </a:lnTo>
                <a:lnTo>
                  <a:pt x="832" y="1121"/>
                </a:lnTo>
                <a:lnTo>
                  <a:pt x="845" y="1116"/>
                </a:lnTo>
                <a:lnTo>
                  <a:pt x="857" y="1109"/>
                </a:lnTo>
                <a:lnTo>
                  <a:pt x="869" y="1103"/>
                </a:lnTo>
                <a:lnTo>
                  <a:pt x="882" y="1096"/>
                </a:lnTo>
                <a:lnTo>
                  <a:pt x="893" y="1089"/>
                </a:lnTo>
                <a:lnTo>
                  <a:pt x="905" y="1081"/>
                </a:lnTo>
                <a:lnTo>
                  <a:pt x="917" y="1074"/>
                </a:lnTo>
                <a:lnTo>
                  <a:pt x="929" y="1066"/>
                </a:lnTo>
                <a:lnTo>
                  <a:pt x="940" y="1058"/>
                </a:lnTo>
                <a:lnTo>
                  <a:pt x="951" y="1049"/>
                </a:lnTo>
                <a:lnTo>
                  <a:pt x="961" y="1040"/>
                </a:lnTo>
                <a:lnTo>
                  <a:pt x="973" y="1032"/>
                </a:lnTo>
                <a:lnTo>
                  <a:pt x="983" y="1022"/>
                </a:lnTo>
                <a:lnTo>
                  <a:pt x="994" y="1012"/>
                </a:lnTo>
                <a:lnTo>
                  <a:pt x="1003" y="1003"/>
                </a:lnTo>
                <a:lnTo>
                  <a:pt x="1013" y="993"/>
                </a:lnTo>
                <a:lnTo>
                  <a:pt x="1022" y="983"/>
                </a:lnTo>
                <a:lnTo>
                  <a:pt x="1032" y="972"/>
                </a:lnTo>
                <a:lnTo>
                  <a:pt x="1041" y="962"/>
                </a:lnTo>
                <a:lnTo>
                  <a:pt x="1050" y="951"/>
                </a:lnTo>
                <a:lnTo>
                  <a:pt x="1058" y="940"/>
                </a:lnTo>
                <a:lnTo>
                  <a:pt x="1066" y="928"/>
                </a:lnTo>
                <a:lnTo>
                  <a:pt x="1074" y="917"/>
                </a:lnTo>
                <a:lnTo>
                  <a:pt x="1082" y="906"/>
                </a:lnTo>
                <a:lnTo>
                  <a:pt x="1089" y="894"/>
                </a:lnTo>
                <a:lnTo>
                  <a:pt x="1096" y="882"/>
                </a:lnTo>
                <a:lnTo>
                  <a:pt x="1103" y="869"/>
                </a:lnTo>
                <a:lnTo>
                  <a:pt x="1110" y="857"/>
                </a:lnTo>
                <a:lnTo>
                  <a:pt x="1116" y="844"/>
                </a:lnTo>
                <a:lnTo>
                  <a:pt x="1122" y="832"/>
                </a:lnTo>
                <a:lnTo>
                  <a:pt x="1127" y="819"/>
                </a:lnTo>
                <a:lnTo>
                  <a:pt x="1133" y="806"/>
                </a:lnTo>
                <a:lnTo>
                  <a:pt x="1138" y="792"/>
                </a:lnTo>
                <a:lnTo>
                  <a:pt x="1142" y="779"/>
                </a:lnTo>
                <a:lnTo>
                  <a:pt x="1147" y="765"/>
                </a:lnTo>
                <a:lnTo>
                  <a:pt x="1151" y="752"/>
                </a:lnTo>
                <a:lnTo>
                  <a:pt x="1154" y="738"/>
                </a:lnTo>
                <a:lnTo>
                  <a:pt x="1158" y="724"/>
                </a:lnTo>
                <a:lnTo>
                  <a:pt x="1162" y="710"/>
                </a:lnTo>
                <a:lnTo>
                  <a:pt x="1164" y="696"/>
                </a:lnTo>
                <a:lnTo>
                  <a:pt x="1166" y="682"/>
                </a:lnTo>
                <a:lnTo>
                  <a:pt x="1168" y="667"/>
                </a:lnTo>
                <a:lnTo>
                  <a:pt x="1170" y="652"/>
                </a:lnTo>
                <a:lnTo>
                  <a:pt x="1171" y="638"/>
                </a:lnTo>
                <a:lnTo>
                  <a:pt x="1172" y="623"/>
                </a:lnTo>
                <a:lnTo>
                  <a:pt x="1173" y="608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78"/>
                </a:lnTo>
                <a:lnTo>
                  <a:pt x="1172" y="564"/>
                </a:lnTo>
                <a:lnTo>
                  <a:pt x="1171" y="548"/>
                </a:lnTo>
                <a:lnTo>
                  <a:pt x="1170" y="534"/>
                </a:lnTo>
                <a:lnTo>
                  <a:pt x="1168" y="520"/>
                </a:lnTo>
                <a:lnTo>
                  <a:pt x="1166" y="505"/>
                </a:lnTo>
                <a:lnTo>
                  <a:pt x="1164" y="491"/>
                </a:lnTo>
                <a:lnTo>
                  <a:pt x="1162" y="476"/>
                </a:lnTo>
                <a:lnTo>
                  <a:pt x="1158" y="463"/>
                </a:lnTo>
                <a:lnTo>
                  <a:pt x="1154" y="448"/>
                </a:lnTo>
                <a:lnTo>
                  <a:pt x="1151" y="435"/>
                </a:lnTo>
                <a:lnTo>
                  <a:pt x="1147" y="421"/>
                </a:lnTo>
                <a:lnTo>
                  <a:pt x="1142" y="408"/>
                </a:lnTo>
                <a:lnTo>
                  <a:pt x="1138" y="394"/>
                </a:lnTo>
                <a:lnTo>
                  <a:pt x="1133" y="381"/>
                </a:lnTo>
                <a:lnTo>
                  <a:pt x="1127" y="367"/>
                </a:lnTo>
                <a:lnTo>
                  <a:pt x="1122" y="355"/>
                </a:lnTo>
                <a:lnTo>
                  <a:pt x="1116" y="342"/>
                </a:lnTo>
                <a:lnTo>
                  <a:pt x="1110" y="330"/>
                </a:lnTo>
                <a:lnTo>
                  <a:pt x="1103" y="317"/>
                </a:lnTo>
                <a:lnTo>
                  <a:pt x="1096" y="305"/>
                </a:lnTo>
                <a:lnTo>
                  <a:pt x="1089" y="292"/>
                </a:lnTo>
                <a:lnTo>
                  <a:pt x="1082" y="281"/>
                </a:lnTo>
                <a:lnTo>
                  <a:pt x="1074" y="269"/>
                </a:lnTo>
                <a:lnTo>
                  <a:pt x="1066" y="258"/>
                </a:lnTo>
                <a:lnTo>
                  <a:pt x="1058" y="247"/>
                </a:lnTo>
                <a:lnTo>
                  <a:pt x="1050" y="235"/>
                </a:lnTo>
                <a:lnTo>
                  <a:pt x="1041" y="224"/>
                </a:lnTo>
                <a:lnTo>
                  <a:pt x="1032" y="214"/>
                </a:lnTo>
                <a:lnTo>
                  <a:pt x="1022" y="203"/>
                </a:lnTo>
                <a:lnTo>
                  <a:pt x="1013" y="194"/>
                </a:lnTo>
                <a:lnTo>
                  <a:pt x="1003" y="183"/>
                </a:lnTo>
                <a:lnTo>
                  <a:pt x="994" y="174"/>
                </a:lnTo>
                <a:lnTo>
                  <a:pt x="983" y="164"/>
                </a:lnTo>
                <a:lnTo>
                  <a:pt x="973" y="155"/>
                </a:lnTo>
                <a:lnTo>
                  <a:pt x="961" y="146"/>
                </a:lnTo>
                <a:lnTo>
                  <a:pt x="951" y="137"/>
                </a:lnTo>
                <a:lnTo>
                  <a:pt x="940" y="129"/>
                </a:lnTo>
                <a:lnTo>
                  <a:pt x="929" y="120"/>
                </a:lnTo>
                <a:lnTo>
                  <a:pt x="917" y="113"/>
                </a:lnTo>
                <a:lnTo>
                  <a:pt x="905" y="105"/>
                </a:lnTo>
                <a:lnTo>
                  <a:pt x="893" y="98"/>
                </a:lnTo>
                <a:lnTo>
                  <a:pt x="882" y="91"/>
                </a:lnTo>
                <a:lnTo>
                  <a:pt x="869" y="83"/>
                </a:lnTo>
                <a:lnTo>
                  <a:pt x="857" y="77"/>
                </a:lnTo>
                <a:lnTo>
                  <a:pt x="845" y="71"/>
                </a:lnTo>
                <a:lnTo>
                  <a:pt x="832" y="65"/>
                </a:lnTo>
                <a:lnTo>
                  <a:pt x="819" y="59"/>
                </a:lnTo>
                <a:lnTo>
                  <a:pt x="806" y="54"/>
                </a:lnTo>
                <a:lnTo>
                  <a:pt x="793" y="49"/>
                </a:lnTo>
                <a:lnTo>
                  <a:pt x="779" y="44"/>
                </a:lnTo>
                <a:lnTo>
                  <a:pt x="765" y="40"/>
                </a:lnTo>
                <a:lnTo>
                  <a:pt x="752" y="35"/>
                </a:lnTo>
                <a:lnTo>
                  <a:pt x="738" y="32"/>
                </a:lnTo>
                <a:lnTo>
                  <a:pt x="725" y="28"/>
                </a:lnTo>
                <a:lnTo>
                  <a:pt x="710" y="26"/>
                </a:lnTo>
                <a:lnTo>
                  <a:pt x="696" y="23"/>
                </a:lnTo>
                <a:lnTo>
                  <a:pt x="681" y="20"/>
                </a:lnTo>
                <a:lnTo>
                  <a:pt x="667" y="19"/>
                </a:lnTo>
                <a:lnTo>
                  <a:pt x="653" y="16"/>
                </a:lnTo>
                <a:lnTo>
                  <a:pt x="638" y="15"/>
                </a:lnTo>
                <a:lnTo>
                  <a:pt x="623" y="15"/>
                </a:lnTo>
                <a:lnTo>
                  <a:pt x="609" y="14"/>
                </a:lnTo>
                <a:lnTo>
                  <a:pt x="593" y="1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58" name="íŝ1íḑe">
            <a:extLst>
              <a:ext uri="{FF2B5EF4-FFF2-40B4-BE49-F238E27FC236}">
                <a16:creationId xmlns:a16="http://schemas.microsoft.com/office/drawing/2014/main" id="{9337149F-9357-4271-886D-D75EF889E2C6}"/>
              </a:ext>
            </a:extLst>
          </p:cNvPr>
          <p:cNvSpPr>
            <a:spLocks noGrp="1"/>
          </p:cNvSpPr>
          <p:nvPr/>
        </p:nvSpPr>
        <p:spPr>
          <a:xfrm>
            <a:off x="947160" y="652320"/>
            <a:ext cx="118800" cy="84960"/>
          </a:xfrm>
          <a:custGeom>
            <a:avLst/>
            <a:gdLst>
              <a:gd name="textAreaLeft" fmla="*/ 0 w 118800"/>
              <a:gd name="textAreaRight" fmla="*/ 119160 w 118800"/>
              <a:gd name="textAreaTop" fmla="*/ 0 h 84960"/>
              <a:gd name="textAreaBottom" fmla="*/ 85320 h 84960"/>
              <a:gd name="GluePoint1X" fmla="*/ 121 w 273"/>
              <a:gd name="GluePoint1Y" fmla="*/ 190 h 195"/>
              <a:gd name="GluePoint2X" fmla="*/ 157 w 273"/>
              <a:gd name="GluePoint2Y" fmla="*/ 186 h 195"/>
              <a:gd name="GluePoint3X" fmla="*/ 184 w 273"/>
              <a:gd name="GluePoint3Y" fmla="*/ 151 h 195"/>
              <a:gd name="GluePoint4X" fmla="*/ 206 w 273"/>
              <a:gd name="GluePoint4Y" fmla="*/ 133 h 195"/>
              <a:gd name="GluePoint5X" fmla="*/ 247 w 273"/>
              <a:gd name="GluePoint5Y" fmla="*/ 119 h 195"/>
              <a:gd name="GluePoint6X" fmla="*/ 273 w 273"/>
              <a:gd name="GluePoint6Y" fmla="*/ 102 h 195"/>
              <a:gd name="GluePoint7X" fmla="*/ 245 w 273"/>
              <a:gd name="GluePoint7Y" fmla="*/ 71 h 195"/>
              <a:gd name="GluePoint8X" fmla="*/ 216 w 273"/>
              <a:gd name="GluePoint8Y" fmla="*/ 35 h 195"/>
              <a:gd name="GluePoint9X" fmla="*/ 207 w 273"/>
              <a:gd name="GluePoint9Y" fmla="*/ 1 h 195"/>
              <a:gd name="GluePoint10X" fmla="*/ 172 w 273"/>
              <a:gd name="GluePoint10Y" fmla="*/ 9 h 195"/>
              <a:gd name="GluePoint11X" fmla="*/ 129 w 273"/>
              <a:gd name="GluePoint11Y" fmla="*/ 24 h 195"/>
              <a:gd name="GluePoint12X" fmla="*/ 76 w 273"/>
              <a:gd name="GluePoint12Y" fmla="*/ 2 h 195"/>
              <a:gd name="GluePoint13X" fmla="*/ 62 w 273"/>
              <a:gd name="GluePoint13Y" fmla="*/ 6 h 195"/>
              <a:gd name="GluePoint14X" fmla="*/ 49 w 273"/>
              <a:gd name="GluePoint14Y" fmla="*/ 57 h 195"/>
              <a:gd name="GluePoint15X" fmla="*/ 15 w 273"/>
              <a:gd name="GluePoint15Y" fmla="*/ 89 h 195"/>
              <a:gd name="GluePoint16X" fmla="*/ 1 w 273"/>
              <a:gd name="GluePoint16Y" fmla="*/ 108 h 195"/>
              <a:gd name="GluePoint17X" fmla="*/ 46 w 273"/>
              <a:gd name="GluePoint17Y" fmla="*/ 132 h 195"/>
              <a:gd name="GluePoint18X" fmla="*/ 76 w 273"/>
              <a:gd name="GluePoint18Y" fmla="*/ 132 h 195"/>
              <a:gd name="GluePoint19X" fmla="*/ 130 w 273"/>
              <a:gd name="GluePoint19Y" fmla="*/ 100 h 195"/>
              <a:gd name="GluePoint20X" fmla="*/ 110 w 273"/>
              <a:gd name="GluePoint20Y" fmla="*/ 80 h 195"/>
              <a:gd name="GluePoint21X" fmla="*/ 105 w 273"/>
              <a:gd name="GluePoint21Y" fmla="*/ 85 h 195"/>
              <a:gd name="GluePoint22X" fmla="*/ 69 w 273"/>
              <a:gd name="GluePoint22Y" fmla="*/ 56 h 195"/>
              <a:gd name="GluePoint23X" fmla="*/ 73 w 273"/>
              <a:gd name="GluePoint23Y" fmla="*/ 13 h 195"/>
              <a:gd name="GluePoint24X" fmla="*/ 119 w 273"/>
              <a:gd name="GluePoint24Y" fmla="*/ 31 h 195"/>
              <a:gd name="GluePoint25X" fmla="*/ 154 w 273"/>
              <a:gd name="GluePoint25Y" fmla="*/ 31 h 195"/>
              <a:gd name="GluePoint26X" fmla="*/ 199 w 273"/>
              <a:gd name="GluePoint26Y" fmla="*/ 13 h 195"/>
              <a:gd name="GluePoint27X" fmla="*/ 205 w 273"/>
              <a:gd name="GluePoint27Y" fmla="*/ 56 h 195"/>
              <a:gd name="GluePoint28X" fmla="*/ 168 w 273"/>
              <a:gd name="GluePoint28Y" fmla="*/ 85 h 195"/>
              <a:gd name="GluePoint29X" fmla="*/ 163 w 273"/>
              <a:gd name="GluePoint29Y" fmla="*/ 80 h 195"/>
              <a:gd name="GluePoint30X" fmla="*/ 142 w 273"/>
              <a:gd name="GluePoint30Y" fmla="*/ 100 h 195"/>
              <a:gd name="GluePoint31X" fmla="*/ 145 w 273"/>
              <a:gd name="GluePoint31Y" fmla="*/ 54 h 195"/>
              <a:gd name="GluePoint32X" fmla="*/ 130 w 273"/>
              <a:gd name="GluePoint32Y" fmla="*/ 61 h 195"/>
              <a:gd name="GluePoint33X" fmla="*/ 137 w 273"/>
              <a:gd name="GluePoint33Y" fmla="*/ 45 h 195"/>
              <a:gd name="GluePoint34X" fmla="*/ 113 w 273"/>
              <a:gd name="GluePoint34Y" fmla="*/ 164 h 195"/>
              <a:gd name="GluePoint35X" fmla="*/ 141 w 273"/>
              <a:gd name="GluePoint35Y" fmla="*/ 173 h 195"/>
              <a:gd name="GluePoint36X" fmla="*/ 151 w 273"/>
              <a:gd name="GluePoint36Y" fmla="*/ 177 h 195"/>
              <a:gd name="GluePoint37X" fmla="*/ 121 w 273"/>
              <a:gd name="GluePoint37Y" fmla="*/ 150 h 195"/>
              <a:gd name="GluePoint38X" fmla="*/ 89 w 273"/>
              <a:gd name="GluePoint38Y" fmla="*/ 134 h 195"/>
              <a:gd name="GluePoint39X" fmla="*/ 95 w 273"/>
              <a:gd name="GluePoint39Y" fmla="*/ 108 h 195"/>
              <a:gd name="GluePoint40X" fmla="*/ 133 w 273"/>
              <a:gd name="GluePoint40Y" fmla="*/ 115 h 195"/>
              <a:gd name="GluePoint41X" fmla="*/ 157 w 273"/>
              <a:gd name="GluePoint41Y" fmla="*/ 105 h 195"/>
              <a:gd name="GluePoint42X" fmla="*/ 183 w 273"/>
              <a:gd name="GluePoint42Y" fmla="*/ 114 h 195"/>
              <a:gd name="GluePoint43X" fmla="*/ 177 w 273"/>
              <a:gd name="GluePoint43Y" fmla="*/ 142 h 195"/>
              <a:gd name="GluePoint44X" fmla="*/ 137 w 273"/>
              <a:gd name="GluePoint44Y" fmla="*/ 164 h 195"/>
              <a:gd name="GluePoint45X" fmla="*/ 178 w 273"/>
              <a:gd name="GluePoint45Y" fmla="*/ 63 h 195"/>
              <a:gd name="GluePoint46X" fmla="*/ 161 w 273"/>
              <a:gd name="GluePoint46Y" fmla="*/ 63 h 195"/>
              <a:gd name="GluePoint47X" fmla="*/ 175 w 273"/>
              <a:gd name="GluePoint47Y" fmla="*/ 96 h 195"/>
              <a:gd name="GluePoint48X" fmla="*/ 202 w 273"/>
              <a:gd name="GluePoint48Y" fmla="*/ 68 h 195"/>
              <a:gd name="GluePoint49X" fmla="*/ 236 w 273"/>
              <a:gd name="GluePoint49Y" fmla="*/ 76 h 195"/>
              <a:gd name="GluePoint50X" fmla="*/ 246 w 273"/>
              <a:gd name="GluePoint50Y" fmla="*/ 107 h 195"/>
              <a:gd name="GluePoint51X" fmla="*/ 201 w 273"/>
              <a:gd name="GluePoint51Y" fmla="*/ 120 h 195"/>
              <a:gd name="GluePoint52X" fmla="*/ 178 w 273"/>
              <a:gd name="GluePoint52Y" fmla="*/ 96 h 195"/>
              <a:gd name="GluePoint53X" fmla="*/ 113 w 273"/>
              <a:gd name="GluePoint53Y" fmla="*/ 62 h 195"/>
              <a:gd name="GluePoint54X" fmla="*/ 97 w 273"/>
              <a:gd name="GluePoint54Y" fmla="*/ 65 h 195"/>
              <a:gd name="GluePoint55X" fmla="*/ 104 w 273"/>
              <a:gd name="GluePoint55Y" fmla="*/ 51 h 195"/>
              <a:gd name="GluePoint56X" fmla="*/ 75 w 273"/>
              <a:gd name="GluePoint56Y" fmla="*/ 120 h 195"/>
              <a:gd name="GluePoint57X" fmla="*/ 34 w 273"/>
              <a:gd name="GluePoint57Y" fmla="*/ 110 h 195"/>
              <a:gd name="GluePoint58X" fmla="*/ 34 w 273"/>
              <a:gd name="GluePoint58Y" fmla="*/ 80 h 195"/>
              <a:gd name="GluePoint59X" fmla="*/ 65 w 273"/>
              <a:gd name="GluePoint59Y" fmla="*/ 67 h 195"/>
              <a:gd name="GluePoint60X" fmla="*/ 96 w 273"/>
              <a:gd name="GluePoint60Y" fmla="*/ 93 h 195"/>
            </a:gdLst>
            <a:ahLst/>
            <a:cxnLst/>
            <a:rect l="textAreaLeft" t="textAreaTop" r="textAreaRight" b="textAreaBottom"/>
            <a:pathLst>
              <a:path w="273" h="195">
                <a:moveTo>
                  <a:pt x="97" y="154"/>
                </a:moveTo>
                <a:lnTo>
                  <a:pt x="98" y="158"/>
                </a:lnTo>
                <a:lnTo>
                  <a:pt x="100" y="162"/>
                </a:lnTo>
                <a:lnTo>
                  <a:pt x="101" y="166"/>
                </a:lnTo>
                <a:lnTo>
                  <a:pt x="103" y="170"/>
                </a:lnTo>
                <a:lnTo>
                  <a:pt x="105" y="174"/>
                </a:lnTo>
                <a:lnTo>
                  <a:pt x="108" y="177"/>
                </a:lnTo>
                <a:lnTo>
                  <a:pt x="111" y="181"/>
                </a:lnTo>
                <a:lnTo>
                  <a:pt x="113" y="184"/>
                </a:lnTo>
                <a:lnTo>
                  <a:pt x="116" y="186"/>
                </a:lnTo>
                <a:lnTo>
                  <a:pt x="119" y="188"/>
                </a:lnTo>
                <a:lnTo>
                  <a:pt x="121" y="190"/>
                </a:lnTo>
                <a:lnTo>
                  <a:pt x="124" y="191"/>
                </a:lnTo>
                <a:lnTo>
                  <a:pt x="126" y="192"/>
                </a:lnTo>
                <a:lnTo>
                  <a:pt x="130" y="193"/>
                </a:lnTo>
                <a:lnTo>
                  <a:pt x="133" y="194"/>
                </a:lnTo>
                <a:lnTo>
                  <a:pt x="137" y="195"/>
                </a:lnTo>
                <a:lnTo>
                  <a:pt x="140" y="194"/>
                </a:lnTo>
                <a:lnTo>
                  <a:pt x="143" y="193"/>
                </a:lnTo>
                <a:lnTo>
                  <a:pt x="146" y="192"/>
                </a:lnTo>
                <a:lnTo>
                  <a:pt x="149" y="191"/>
                </a:lnTo>
                <a:lnTo>
                  <a:pt x="152" y="190"/>
                </a:lnTo>
                <a:lnTo>
                  <a:pt x="154" y="188"/>
                </a:lnTo>
                <a:lnTo>
                  <a:pt x="157" y="186"/>
                </a:lnTo>
                <a:lnTo>
                  <a:pt x="159" y="184"/>
                </a:lnTo>
                <a:lnTo>
                  <a:pt x="162" y="181"/>
                </a:lnTo>
                <a:lnTo>
                  <a:pt x="165" y="177"/>
                </a:lnTo>
                <a:lnTo>
                  <a:pt x="167" y="174"/>
                </a:lnTo>
                <a:lnTo>
                  <a:pt x="170" y="170"/>
                </a:lnTo>
                <a:lnTo>
                  <a:pt x="171" y="166"/>
                </a:lnTo>
                <a:lnTo>
                  <a:pt x="174" y="162"/>
                </a:lnTo>
                <a:lnTo>
                  <a:pt x="175" y="158"/>
                </a:lnTo>
                <a:lnTo>
                  <a:pt x="177" y="154"/>
                </a:lnTo>
                <a:lnTo>
                  <a:pt x="177" y="154"/>
                </a:lnTo>
                <a:lnTo>
                  <a:pt x="180" y="152"/>
                </a:lnTo>
                <a:lnTo>
                  <a:pt x="184" y="151"/>
                </a:lnTo>
                <a:lnTo>
                  <a:pt x="186" y="149"/>
                </a:lnTo>
                <a:lnTo>
                  <a:pt x="190" y="147"/>
                </a:lnTo>
                <a:lnTo>
                  <a:pt x="192" y="144"/>
                </a:lnTo>
                <a:lnTo>
                  <a:pt x="194" y="140"/>
                </a:lnTo>
                <a:lnTo>
                  <a:pt x="196" y="136"/>
                </a:lnTo>
                <a:lnTo>
                  <a:pt x="197" y="132"/>
                </a:lnTo>
                <a:lnTo>
                  <a:pt x="197" y="132"/>
                </a:lnTo>
                <a:lnTo>
                  <a:pt x="198" y="131"/>
                </a:lnTo>
                <a:lnTo>
                  <a:pt x="198" y="132"/>
                </a:lnTo>
                <a:lnTo>
                  <a:pt x="198" y="132"/>
                </a:lnTo>
                <a:lnTo>
                  <a:pt x="202" y="132"/>
                </a:lnTo>
                <a:lnTo>
                  <a:pt x="206" y="133"/>
                </a:lnTo>
                <a:lnTo>
                  <a:pt x="210" y="134"/>
                </a:lnTo>
                <a:lnTo>
                  <a:pt x="215" y="134"/>
                </a:lnTo>
                <a:lnTo>
                  <a:pt x="219" y="133"/>
                </a:lnTo>
                <a:lnTo>
                  <a:pt x="222" y="132"/>
                </a:lnTo>
                <a:lnTo>
                  <a:pt x="225" y="132"/>
                </a:lnTo>
                <a:lnTo>
                  <a:pt x="227" y="132"/>
                </a:lnTo>
                <a:lnTo>
                  <a:pt x="229" y="131"/>
                </a:lnTo>
                <a:lnTo>
                  <a:pt x="231" y="129"/>
                </a:lnTo>
                <a:lnTo>
                  <a:pt x="233" y="128"/>
                </a:lnTo>
                <a:lnTo>
                  <a:pt x="237" y="124"/>
                </a:lnTo>
                <a:lnTo>
                  <a:pt x="242" y="121"/>
                </a:lnTo>
                <a:lnTo>
                  <a:pt x="247" y="119"/>
                </a:lnTo>
                <a:lnTo>
                  <a:pt x="254" y="116"/>
                </a:lnTo>
                <a:lnTo>
                  <a:pt x="260" y="113"/>
                </a:lnTo>
                <a:lnTo>
                  <a:pt x="266" y="111"/>
                </a:lnTo>
                <a:lnTo>
                  <a:pt x="268" y="110"/>
                </a:lnTo>
                <a:lnTo>
                  <a:pt x="270" y="109"/>
                </a:lnTo>
                <a:lnTo>
                  <a:pt x="271" y="108"/>
                </a:lnTo>
                <a:lnTo>
                  <a:pt x="272" y="107"/>
                </a:lnTo>
                <a:lnTo>
                  <a:pt x="273" y="106"/>
                </a:lnTo>
                <a:lnTo>
                  <a:pt x="273" y="105"/>
                </a:lnTo>
                <a:lnTo>
                  <a:pt x="273" y="104"/>
                </a:lnTo>
                <a:lnTo>
                  <a:pt x="273" y="104"/>
                </a:lnTo>
                <a:lnTo>
                  <a:pt x="273" y="102"/>
                </a:lnTo>
                <a:lnTo>
                  <a:pt x="272" y="101"/>
                </a:lnTo>
                <a:lnTo>
                  <a:pt x="271" y="100"/>
                </a:lnTo>
                <a:lnTo>
                  <a:pt x="270" y="99"/>
                </a:lnTo>
                <a:lnTo>
                  <a:pt x="266" y="96"/>
                </a:lnTo>
                <a:lnTo>
                  <a:pt x="261" y="91"/>
                </a:lnTo>
                <a:lnTo>
                  <a:pt x="258" y="89"/>
                </a:lnTo>
                <a:lnTo>
                  <a:pt x="255" y="86"/>
                </a:lnTo>
                <a:lnTo>
                  <a:pt x="253" y="83"/>
                </a:lnTo>
                <a:lnTo>
                  <a:pt x="251" y="79"/>
                </a:lnTo>
                <a:lnTo>
                  <a:pt x="249" y="76"/>
                </a:lnTo>
                <a:lnTo>
                  <a:pt x="247" y="74"/>
                </a:lnTo>
                <a:lnTo>
                  <a:pt x="245" y="71"/>
                </a:lnTo>
                <a:lnTo>
                  <a:pt x="242" y="67"/>
                </a:lnTo>
                <a:lnTo>
                  <a:pt x="238" y="65"/>
                </a:lnTo>
                <a:lnTo>
                  <a:pt x="234" y="62"/>
                </a:lnTo>
                <a:lnTo>
                  <a:pt x="230" y="59"/>
                </a:lnTo>
                <a:lnTo>
                  <a:pt x="227" y="58"/>
                </a:lnTo>
                <a:lnTo>
                  <a:pt x="224" y="57"/>
                </a:lnTo>
                <a:lnTo>
                  <a:pt x="220" y="56"/>
                </a:lnTo>
                <a:lnTo>
                  <a:pt x="220" y="54"/>
                </a:lnTo>
                <a:lnTo>
                  <a:pt x="220" y="50"/>
                </a:lnTo>
                <a:lnTo>
                  <a:pt x="219" y="46"/>
                </a:lnTo>
                <a:lnTo>
                  <a:pt x="219" y="43"/>
                </a:lnTo>
                <a:lnTo>
                  <a:pt x="216" y="35"/>
                </a:lnTo>
                <a:lnTo>
                  <a:pt x="214" y="27"/>
                </a:lnTo>
                <a:lnTo>
                  <a:pt x="212" y="23"/>
                </a:lnTo>
                <a:lnTo>
                  <a:pt x="211" y="19"/>
                </a:lnTo>
                <a:lnTo>
                  <a:pt x="210" y="13"/>
                </a:lnTo>
                <a:lnTo>
                  <a:pt x="210" y="8"/>
                </a:lnTo>
                <a:lnTo>
                  <a:pt x="210" y="6"/>
                </a:lnTo>
                <a:lnTo>
                  <a:pt x="210" y="4"/>
                </a:lnTo>
                <a:lnTo>
                  <a:pt x="210" y="3"/>
                </a:lnTo>
                <a:lnTo>
                  <a:pt x="210" y="3"/>
                </a:lnTo>
                <a:lnTo>
                  <a:pt x="210" y="2"/>
                </a:lnTo>
                <a:lnTo>
                  <a:pt x="209" y="2"/>
                </a:lnTo>
                <a:lnTo>
                  <a:pt x="207" y="1"/>
                </a:lnTo>
                <a:lnTo>
                  <a:pt x="205" y="0"/>
                </a:lnTo>
                <a:lnTo>
                  <a:pt x="203" y="0"/>
                </a:lnTo>
                <a:lnTo>
                  <a:pt x="202" y="0"/>
                </a:lnTo>
                <a:lnTo>
                  <a:pt x="201" y="0"/>
                </a:lnTo>
                <a:lnTo>
                  <a:pt x="200" y="1"/>
                </a:lnTo>
                <a:lnTo>
                  <a:pt x="197" y="2"/>
                </a:lnTo>
                <a:lnTo>
                  <a:pt x="194" y="3"/>
                </a:lnTo>
                <a:lnTo>
                  <a:pt x="190" y="5"/>
                </a:lnTo>
                <a:lnTo>
                  <a:pt x="186" y="6"/>
                </a:lnTo>
                <a:lnTo>
                  <a:pt x="182" y="7"/>
                </a:lnTo>
                <a:lnTo>
                  <a:pt x="177" y="7"/>
                </a:lnTo>
                <a:lnTo>
                  <a:pt x="172" y="9"/>
                </a:lnTo>
                <a:lnTo>
                  <a:pt x="169" y="11"/>
                </a:lnTo>
                <a:lnTo>
                  <a:pt x="164" y="12"/>
                </a:lnTo>
                <a:lnTo>
                  <a:pt x="160" y="15"/>
                </a:lnTo>
                <a:lnTo>
                  <a:pt x="156" y="17"/>
                </a:lnTo>
                <a:lnTo>
                  <a:pt x="152" y="19"/>
                </a:lnTo>
                <a:lnTo>
                  <a:pt x="145" y="24"/>
                </a:lnTo>
                <a:lnTo>
                  <a:pt x="137" y="30"/>
                </a:lnTo>
                <a:lnTo>
                  <a:pt x="137" y="30"/>
                </a:lnTo>
                <a:lnTo>
                  <a:pt x="137" y="30"/>
                </a:lnTo>
                <a:lnTo>
                  <a:pt x="136" y="30"/>
                </a:lnTo>
                <a:lnTo>
                  <a:pt x="136" y="30"/>
                </a:lnTo>
                <a:lnTo>
                  <a:pt x="129" y="24"/>
                </a:lnTo>
                <a:lnTo>
                  <a:pt x="121" y="19"/>
                </a:lnTo>
                <a:lnTo>
                  <a:pt x="117" y="17"/>
                </a:lnTo>
                <a:lnTo>
                  <a:pt x="113" y="15"/>
                </a:lnTo>
                <a:lnTo>
                  <a:pt x="109" y="12"/>
                </a:lnTo>
                <a:lnTo>
                  <a:pt x="105" y="11"/>
                </a:lnTo>
                <a:lnTo>
                  <a:pt x="101" y="9"/>
                </a:lnTo>
                <a:lnTo>
                  <a:pt x="96" y="7"/>
                </a:lnTo>
                <a:lnTo>
                  <a:pt x="91" y="7"/>
                </a:lnTo>
                <a:lnTo>
                  <a:pt x="87" y="6"/>
                </a:lnTo>
                <a:lnTo>
                  <a:pt x="83" y="5"/>
                </a:lnTo>
                <a:lnTo>
                  <a:pt x="80" y="3"/>
                </a:lnTo>
                <a:lnTo>
                  <a:pt x="76" y="2"/>
                </a:lnTo>
                <a:lnTo>
                  <a:pt x="73" y="1"/>
                </a:lnTo>
                <a:lnTo>
                  <a:pt x="72" y="0"/>
                </a:lnTo>
                <a:lnTo>
                  <a:pt x="71" y="0"/>
                </a:lnTo>
                <a:lnTo>
                  <a:pt x="69" y="0"/>
                </a:lnTo>
                <a:lnTo>
                  <a:pt x="69" y="0"/>
                </a:lnTo>
                <a:lnTo>
                  <a:pt x="66" y="1"/>
                </a:lnTo>
                <a:lnTo>
                  <a:pt x="64" y="2"/>
                </a:lnTo>
                <a:lnTo>
                  <a:pt x="64" y="2"/>
                </a:lnTo>
                <a:lnTo>
                  <a:pt x="63" y="3"/>
                </a:lnTo>
                <a:lnTo>
                  <a:pt x="63" y="3"/>
                </a:lnTo>
                <a:lnTo>
                  <a:pt x="63" y="4"/>
                </a:lnTo>
                <a:lnTo>
                  <a:pt x="62" y="6"/>
                </a:lnTo>
                <a:lnTo>
                  <a:pt x="63" y="8"/>
                </a:lnTo>
                <a:lnTo>
                  <a:pt x="62" y="13"/>
                </a:lnTo>
                <a:lnTo>
                  <a:pt x="61" y="19"/>
                </a:lnTo>
                <a:lnTo>
                  <a:pt x="61" y="23"/>
                </a:lnTo>
                <a:lnTo>
                  <a:pt x="60" y="27"/>
                </a:lnTo>
                <a:lnTo>
                  <a:pt x="57" y="35"/>
                </a:lnTo>
                <a:lnTo>
                  <a:pt x="54" y="43"/>
                </a:lnTo>
                <a:lnTo>
                  <a:pt x="53" y="46"/>
                </a:lnTo>
                <a:lnTo>
                  <a:pt x="53" y="50"/>
                </a:lnTo>
                <a:lnTo>
                  <a:pt x="53" y="54"/>
                </a:lnTo>
                <a:lnTo>
                  <a:pt x="53" y="56"/>
                </a:lnTo>
                <a:lnTo>
                  <a:pt x="49" y="57"/>
                </a:lnTo>
                <a:lnTo>
                  <a:pt x="46" y="58"/>
                </a:lnTo>
                <a:lnTo>
                  <a:pt x="43" y="59"/>
                </a:lnTo>
                <a:lnTo>
                  <a:pt x="39" y="62"/>
                </a:lnTo>
                <a:lnTo>
                  <a:pt x="34" y="65"/>
                </a:lnTo>
                <a:lnTo>
                  <a:pt x="31" y="67"/>
                </a:lnTo>
                <a:lnTo>
                  <a:pt x="29" y="71"/>
                </a:lnTo>
                <a:lnTo>
                  <a:pt x="26" y="74"/>
                </a:lnTo>
                <a:lnTo>
                  <a:pt x="24" y="76"/>
                </a:lnTo>
                <a:lnTo>
                  <a:pt x="22" y="79"/>
                </a:lnTo>
                <a:lnTo>
                  <a:pt x="20" y="83"/>
                </a:lnTo>
                <a:lnTo>
                  <a:pt x="17" y="86"/>
                </a:lnTo>
                <a:lnTo>
                  <a:pt x="15" y="89"/>
                </a:lnTo>
                <a:lnTo>
                  <a:pt x="13" y="91"/>
                </a:lnTo>
                <a:lnTo>
                  <a:pt x="7" y="96"/>
                </a:lnTo>
                <a:lnTo>
                  <a:pt x="3" y="99"/>
                </a:lnTo>
                <a:lnTo>
                  <a:pt x="1" y="100"/>
                </a:lnTo>
                <a:lnTo>
                  <a:pt x="1" y="101"/>
                </a:lnTo>
                <a:lnTo>
                  <a:pt x="0" y="102"/>
                </a:lnTo>
                <a:lnTo>
                  <a:pt x="0" y="104"/>
                </a:lnTo>
                <a:lnTo>
                  <a:pt x="0" y="104"/>
                </a:lnTo>
                <a:lnTo>
                  <a:pt x="0" y="105"/>
                </a:lnTo>
                <a:lnTo>
                  <a:pt x="0" y="106"/>
                </a:lnTo>
                <a:lnTo>
                  <a:pt x="1" y="107"/>
                </a:lnTo>
                <a:lnTo>
                  <a:pt x="1" y="108"/>
                </a:lnTo>
                <a:lnTo>
                  <a:pt x="3" y="109"/>
                </a:lnTo>
                <a:lnTo>
                  <a:pt x="5" y="110"/>
                </a:lnTo>
                <a:lnTo>
                  <a:pt x="7" y="111"/>
                </a:lnTo>
                <a:lnTo>
                  <a:pt x="13" y="113"/>
                </a:lnTo>
                <a:lnTo>
                  <a:pt x="20" y="116"/>
                </a:lnTo>
                <a:lnTo>
                  <a:pt x="26" y="119"/>
                </a:lnTo>
                <a:lnTo>
                  <a:pt x="31" y="121"/>
                </a:lnTo>
                <a:lnTo>
                  <a:pt x="36" y="124"/>
                </a:lnTo>
                <a:lnTo>
                  <a:pt x="40" y="128"/>
                </a:lnTo>
                <a:lnTo>
                  <a:pt x="42" y="129"/>
                </a:lnTo>
                <a:lnTo>
                  <a:pt x="44" y="131"/>
                </a:lnTo>
                <a:lnTo>
                  <a:pt x="46" y="132"/>
                </a:lnTo>
                <a:lnTo>
                  <a:pt x="48" y="132"/>
                </a:lnTo>
                <a:lnTo>
                  <a:pt x="50" y="132"/>
                </a:lnTo>
                <a:lnTo>
                  <a:pt x="54" y="133"/>
                </a:lnTo>
                <a:lnTo>
                  <a:pt x="58" y="134"/>
                </a:lnTo>
                <a:lnTo>
                  <a:pt x="62" y="134"/>
                </a:lnTo>
                <a:lnTo>
                  <a:pt x="67" y="133"/>
                </a:lnTo>
                <a:lnTo>
                  <a:pt x="72" y="132"/>
                </a:lnTo>
                <a:lnTo>
                  <a:pt x="74" y="132"/>
                </a:lnTo>
                <a:lnTo>
                  <a:pt x="76" y="132"/>
                </a:lnTo>
                <a:lnTo>
                  <a:pt x="76" y="131"/>
                </a:lnTo>
                <a:lnTo>
                  <a:pt x="76" y="132"/>
                </a:lnTo>
                <a:lnTo>
                  <a:pt x="76" y="132"/>
                </a:lnTo>
                <a:lnTo>
                  <a:pt x="77" y="136"/>
                </a:lnTo>
                <a:lnTo>
                  <a:pt x="79" y="140"/>
                </a:lnTo>
                <a:lnTo>
                  <a:pt x="81" y="144"/>
                </a:lnTo>
                <a:lnTo>
                  <a:pt x="84" y="147"/>
                </a:lnTo>
                <a:lnTo>
                  <a:pt x="86" y="149"/>
                </a:lnTo>
                <a:lnTo>
                  <a:pt x="89" y="151"/>
                </a:lnTo>
                <a:lnTo>
                  <a:pt x="93" y="152"/>
                </a:lnTo>
                <a:lnTo>
                  <a:pt x="97" y="154"/>
                </a:lnTo>
                <a:lnTo>
                  <a:pt x="97" y="154"/>
                </a:lnTo>
                <a:lnTo>
                  <a:pt x="97" y="154"/>
                </a:lnTo>
                <a:close/>
                <a:moveTo>
                  <a:pt x="130" y="71"/>
                </a:moveTo>
                <a:lnTo>
                  <a:pt x="130" y="100"/>
                </a:lnTo>
                <a:lnTo>
                  <a:pt x="130" y="100"/>
                </a:lnTo>
                <a:lnTo>
                  <a:pt x="129" y="100"/>
                </a:lnTo>
                <a:lnTo>
                  <a:pt x="129" y="97"/>
                </a:lnTo>
                <a:lnTo>
                  <a:pt x="129" y="95"/>
                </a:lnTo>
                <a:lnTo>
                  <a:pt x="127" y="91"/>
                </a:lnTo>
                <a:lnTo>
                  <a:pt x="125" y="86"/>
                </a:lnTo>
                <a:lnTo>
                  <a:pt x="123" y="80"/>
                </a:lnTo>
                <a:lnTo>
                  <a:pt x="120" y="76"/>
                </a:lnTo>
                <a:lnTo>
                  <a:pt x="117" y="72"/>
                </a:lnTo>
                <a:lnTo>
                  <a:pt x="117" y="71"/>
                </a:lnTo>
                <a:lnTo>
                  <a:pt x="108" y="78"/>
                </a:lnTo>
                <a:lnTo>
                  <a:pt x="110" y="80"/>
                </a:lnTo>
                <a:lnTo>
                  <a:pt x="112" y="84"/>
                </a:lnTo>
                <a:lnTo>
                  <a:pt x="114" y="88"/>
                </a:lnTo>
                <a:lnTo>
                  <a:pt x="116" y="92"/>
                </a:lnTo>
                <a:lnTo>
                  <a:pt x="117" y="93"/>
                </a:lnTo>
                <a:lnTo>
                  <a:pt x="117" y="95"/>
                </a:lnTo>
                <a:lnTo>
                  <a:pt x="115" y="94"/>
                </a:lnTo>
                <a:lnTo>
                  <a:pt x="113" y="93"/>
                </a:lnTo>
                <a:lnTo>
                  <a:pt x="110" y="93"/>
                </a:lnTo>
                <a:lnTo>
                  <a:pt x="108" y="93"/>
                </a:lnTo>
                <a:lnTo>
                  <a:pt x="107" y="91"/>
                </a:lnTo>
                <a:lnTo>
                  <a:pt x="106" y="88"/>
                </a:lnTo>
                <a:lnTo>
                  <a:pt x="105" y="85"/>
                </a:lnTo>
                <a:lnTo>
                  <a:pt x="102" y="80"/>
                </a:lnTo>
                <a:lnTo>
                  <a:pt x="101" y="78"/>
                </a:lnTo>
                <a:lnTo>
                  <a:pt x="99" y="75"/>
                </a:lnTo>
                <a:lnTo>
                  <a:pt x="97" y="71"/>
                </a:lnTo>
                <a:lnTo>
                  <a:pt x="94" y="69"/>
                </a:lnTo>
                <a:lnTo>
                  <a:pt x="92" y="67"/>
                </a:lnTo>
                <a:lnTo>
                  <a:pt x="89" y="64"/>
                </a:lnTo>
                <a:lnTo>
                  <a:pt x="85" y="62"/>
                </a:lnTo>
                <a:lnTo>
                  <a:pt x="81" y="59"/>
                </a:lnTo>
                <a:lnTo>
                  <a:pt x="77" y="58"/>
                </a:lnTo>
                <a:lnTo>
                  <a:pt x="73" y="57"/>
                </a:lnTo>
                <a:lnTo>
                  <a:pt x="69" y="56"/>
                </a:lnTo>
                <a:lnTo>
                  <a:pt x="65" y="56"/>
                </a:lnTo>
                <a:lnTo>
                  <a:pt x="65" y="55"/>
                </a:lnTo>
                <a:lnTo>
                  <a:pt x="65" y="50"/>
                </a:lnTo>
                <a:lnTo>
                  <a:pt x="65" y="45"/>
                </a:lnTo>
                <a:lnTo>
                  <a:pt x="67" y="41"/>
                </a:lnTo>
                <a:lnTo>
                  <a:pt x="69" y="35"/>
                </a:lnTo>
                <a:lnTo>
                  <a:pt x="69" y="32"/>
                </a:lnTo>
                <a:lnTo>
                  <a:pt x="71" y="29"/>
                </a:lnTo>
                <a:lnTo>
                  <a:pt x="72" y="26"/>
                </a:lnTo>
                <a:lnTo>
                  <a:pt x="72" y="23"/>
                </a:lnTo>
                <a:lnTo>
                  <a:pt x="73" y="17"/>
                </a:lnTo>
                <a:lnTo>
                  <a:pt x="73" y="13"/>
                </a:lnTo>
                <a:lnTo>
                  <a:pt x="74" y="13"/>
                </a:lnTo>
                <a:lnTo>
                  <a:pt x="77" y="15"/>
                </a:lnTo>
                <a:lnTo>
                  <a:pt x="81" y="16"/>
                </a:lnTo>
                <a:lnTo>
                  <a:pt x="87" y="17"/>
                </a:lnTo>
                <a:lnTo>
                  <a:pt x="95" y="19"/>
                </a:lnTo>
                <a:lnTo>
                  <a:pt x="101" y="20"/>
                </a:lnTo>
                <a:lnTo>
                  <a:pt x="104" y="22"/>
                </a:lnTo>
                <a:lnTo>
                  <a:pt x="106" y="23"/>
                </a:lnTo>
                <a:lnTo>
                  <a:pt x="108" y="24"/>
                </a:lnTo>
                <a:lnTo>
                  <a:pt x="110" y="25"/>
                </a:lnTo>
                <a:lnTo>
                  <a:pt x="115" y="28"/>
                </a:lnTo>
                <a:lnTo>
                  <a:pt x="119" y="31"/>
                </a:lnTo>
                <a:lnTo>
                  <a:pt x="123" y="35"/>
                </a:lnTo>
                <a:lnTo>
                  <a:pt x="128" y="38"/>
                </a:lnTo>
                <a:lnTo>
                  <a:pt x="129" y="39"/>
                </a:lnTo>
                <a:lnTo>
                  <a:pt x="132" y="40"/>
                </a:lnTo>
                <a:lnTo>
                  <a:pt x="134" y="41"/>
                </a:lnTo>
                <a:lnTo>
                  <a:pt x="137" y="42"/>
                </a:lnTo>
                <a:lnTo>
                  <a:pt x="139" y="41"/>
                </a:lnTo>
                <a:lnTo>
                  <a:pt x="141" y="40"/>
                </a:lnTo>
                <a:lnTo>
                  <a:pt x="143" y="39"/>
                </a:lnTo>
                <a:lnTo>
                  <a:pt x="145" y="38"/>
                </a:lnTo>
                <a:lnTo>
                  <a:pt x="150" y="35"/>
                </a:lnTo>
                <a:lnTo>
                  <a:pt x="154" y="31"/>
                </a:lnTo>
                <a:lnTo>
                  <a:pt x="158" y="28"/>
                </a:lnTo>
                <a:lnTo>
                  <a:pt x="162" y="25"/>
                </a:lnTo>
                <a:lnTo>
                  <a:pt x="165" y="24"/>
                </a:lnTo>
                <a:lnTo>
                  <a:pt x="167" y="23"/>
                </a:lnTo>
                <a:lnTo>
                  <a:pt x="170" y="22"/>
                </a:lnTo>
                <a:lnTo>
                  <a:pt x="172" y="20"/>
                </a:lnTo>
                <a:lnTo>
                  <a:pt x="178" y="19"/>
                </a:lnTo>
                <a:lnTo>
                  <a:pt x="186" y="17"/>
                </a:lnTo>
                <a:lnTo>
                  <a:pt x="192" y="16"/>
                </a:lnTo>
                <a:lnTo>
                  <a:pt x="196" y="15"/>
                </a:lnTo>
                <a:lnTo>
                  <a:pt x="199" y="13"/>
                </a:lnTo>
                <a:lnTo>
                  <a:pt x="199" y="13"/>
                </a:lnTo>
                <a:lnTo>
                  <a:pt x="200" y="17"/>
                </a:lnTo>
                <a:lnTo>
                  <a:pt x="201" y="23"/>
                </a:lnTo>
                <a:lnTo>
                  <a:pt x="202" y="26"/>
                </a:lnTo>
                <a:lnTo>
                  <a:pt x="202" y="29"/>
                </a:lnTo>
                <a:lnTo>
                  <a:pt x="203" y="32"/>
                </a:lnTo>
                <a:lnTo>
                  <a:pt x="205" y="35"/>
                </a:lnTo>
                <a:lnTo>
                  <a:pt x="206" y="41"/>
                </a:lnTo>
                <a:lnTo>
                  <a:pt x="208" y="45"/>
                </a:lnTo>
                <a:lnTo>
                  <a:pt x="208" y="50"/>
                </a:lnTo>
                <a:lnTo>
                  <a:pt x="208" y="55"/>
                </a:lnTo>
                <a:lnTo>
                  <a:pt x="208" y="56"/>
                </a:lnTo>
                <a:lnTo>
                  <a:pt x="205" y="56"/>
                </a:lnTo>
                <a:lnTo>
                  <a:pt x="200" y="57"/>
                </a:lnTo>
                <a:lnTo>
                  <a:pt x="196" y="58"/>
                </a:lnTo>
                <a:lnTo>
                  <a:pt x="192" y="59"/>
                </a:lnTo>
                <a:lnTo>
                  <a:pt x="188" y="62"/>
                </a:lnTo>
                <a:lnTo>
                  <a:pt x="184" y="64"/>
                </a:lnTo>
                <a:lnTo>
                  <a:pt x="181" y="67"/>
                </a:lnTo>
                <a:lnTo>
                  <a:pt x="178" y="69"/>
                </a:lnTo>
                <a:lnTo>
                  <a:pt x="176" y="71"/>
                </a:lnTo>
                <a:lnTo>
                  <a:pt x="174" y="75"/>
                </a:lnTo>
                <a:lnTo>
                  <a:pt x="172" y="78"/>
                </a:lnTo>
                <a:lnTo>
                  <a:pt x="170" y="80"/>
                </a:lnTo>
                <a:lnTo>
                  <a:pt x="168" y="85"/>
                </a:lnTo>
                <a:lnTo>
                  <a:pt x="166" y="88"/>
                </a:lnTo>
                <a:lnTo>
                  <a:pt x="166" y="91"/>
                </a:lnTo>
                <a:lnTo>
                  <a:pt x="166" y="93"/>
                </a:lnTo>
                <a:lnTo>
                  <a:pt x="163" y="93"/>
                </a:lnTo>
                <a:lnTo>
                  <a:pt x="161" y="93"/>
                </a:lnTo>
                <a:lnTo>
                  <a:pt x="158" y="94"/>
                </a:lnTo>
                <a:lnTo>
                  <a:pt x="156" y="95"/>
                </a:lnTo>
                <a:lnTo>
                  <a:pt x="156" y="93"/>
                </a:lnTo>
                <a:lnTo>
                  <a:pt x="157" y="92"/>
                </a:lnTo>
                <a:lnTo>
                  <a:pt x="158" y="88"/>
                </a:lnTo>
                <a:lnTo>
                  <a:pt x="161" y="84"/>
                </a:lnTo>
                <a:lnTo>
                  <a:pt x="163" y="80"/>
                </a:lnTo>
                <a:lnTo>
                  <a:pt x="165" y="78"/>
                </a:lnTo>
                <a:lnTo>
                  <a:pt x="156" y="71"/>
                </a:lnTo>
                <a:lnTo>
                  <a:pt x="155" y="72"/>
                </a:lnTo>
                <a:lnTo>
                  <a:pt x="153" y="76"/>
                </a:lnTo>
                <a:lnTo>
                  <a:pt x="150" y="80"/>
                </a:lnTo>
                <a:lnTo>
                  <a:pt x="147" y="86"/>
                </a:lnTo>
                <a:lnTo>
                  <a:pt x="145" y="91"/>
                </a:lnTo>
                <a:lnTo>
                  <a:pt x="145" y="95"/>
                </a:lnTo>
                <a:lnTo>
                  <a:pt x="144" y="97"/>
                </a:lnTo>
                <a:lnTo>
                  <a:pt x="144" y="100"/>
                </a:lnTo>
                <a:lnTo>
                  <a:pt x="143" y="100"/>
                </a:lnTo>
                <a:lnTo>
                  <a:pt x="142" y="100"/>
                </a:lnTo>
                <a:lnTo>
                  <a:pt x="142" y="71"/>
                </a:lnTo>
                <a:lnTo>
                  <a:pt x="130" y="71"/>
                </a:lnTo>
                <a:lnTo>
                  <a:pt x="130" y="71"/>
                </a:lnTo>
                <a:close/>
                <a:moveTo>
                  <a:pt x="137" y="45"/>
                </a:moveTo>
                <a:lnTo>
                  <a:pt x="138" y="45"/>
                </a:lnTo>
                <a:lnTo>
                  <a:pt x="140" y="46"/>
                </a:lnTo>
                <a:lnTo>
                  <a:pt x="141" y="47"/>
                </a:lnTo>
                <a:lnTo>
                  <a:pt x="143" y="47"/>
                </a:lnTo>
                <a:lnTo>
                  <a:pt x="144" y="49"/>
                </a:lnTo>
                <a:lnTo>
                  <a:pt x="145" y="51"/>
                </a:lnTo>
                <a:lnTo>
                  <a:pt x="145" y="52"/>
                </a:lnTo>
                <a:lnTo>
                  <a:pt x="145" y="54"/>
                </a:lnTo>
                <a:lnTo>
                  <a:pt x="145" y="56"/>
                </a:lnTo>
                <a:lnTo>
                  <a:pt x="145" y="58"/>
                </a:lnTo>
                <a:lnTo>
                  <a:pt x="144" y="59"/>
                </a:lnTo>
                <a:lnTo>
                  <a:pt x="143" y="61"/>
                </a:lnTo>
                <a:lnTo>
                  <a:pt x="141" y="62"/>
                </a:lnTo>
                <a:lnTo>
                  <a:pt x="140" y="63"/>
                </a:lnTo>
                <a:lnTo>
                  <a:pt x="138" y="63"/>
                </a:lnTo>
                <a:lnTo>
                  <a:pt x="137" y="63"/>
                </a:lnTo>
                <a:lnTo>
                  <a:pt x="134" y="63"/>
                </a:lnTo>
                <a:lnTo>
                  <a:pt x="133" y="63"/>
                </a:lnTo>
                <a:lnTo>
                  <a:pt x="131" y="62"/>
                </a:lnTo>
                <a:lnTo>
                  <a:pt x="130" y="61"/>
                </a:lnTo>
                <a:lnTo>
                  <a:pt x="129" y="59"/>
                </a:lnTo>
                <a:lnTo>
                  <a:pt x="128" y="58"/>
                </a:lnTo>
                <a:lnTo>
                  <a:pt x="127" y="56"/>
                </a:lnTo>
                <a:lnTo>
                  <a:pt x="127" y="54"/>
                </a:lnTo>
                <a:lnTo>
                  <a:pt x="127" y="52"/>
                </a:lnTo>
                <a:lnTo>
                  <a:pt x="128" y="51"/>
                </a:lnTo>
                <a:lnTo>
                  <a:pt x="129" y="49"/>
                </a:lnTo>
                <a:lnTo>
                  <a:pt x="130" y="47"/>
                </a:lnTo>
                <a:lnTo>
                  <a:pt x="131" y="47"/>
                </a:lnTo>
                <a:lnTo>
                  <a:pt x="133" y="46"/>
                </a:lnTo>
                <a:lnTo>
                  <a:pt x="134" y="45"/>
                </a:lnTo>
                <a:lnTo>
                  <a:pt x="137" y="45"/>
                </a:lnTo>
                <a:lnTo>
                  <a:pt x="137" y="45"/>
                </a:lnTo>
                <a:close/>
                <a:moveTo>
                  <a:pt x="137" y="184"/>
                </a:moveTo>
                <a:lnTo>
                  <a:pt x="134" y="184"/>
                </a:lnTo>
                <a:lnTo>
                  <a:pt x="133" y="184"/>
                </a:lnTo>
                <a:lnTo>
                  <a:pt x="130" y="183"/>
                </a:lnTo>
                <a:lnTo>
                  <a:pt x="129" y="182"/>
                </a:lnTo>
                <a:lnTo>
                  <a:pt x="125" y="180"/>
                </a:lnTo>
                <a:lnTo>
                  <a:pt x="121" y="177"/>
                </a:lnTo>
                <a:lnTo>
                  <a:pt x="119" y="174"/>
                </a:lnTo>
                <a:lnTo>
                  <a:pt x="116" y="171"/>
                </a:lnTo>
                <a:lnTo>
                  <a:pt x="114" y="167"/>
                </a:lnTo>
                <a:lnTo>
                  <a:pt x="113" y="164"/>
                </a:lnTo>
                <a:lnTo>
                  <a:pt x="110" y="160"/>
                </a:lnTo>
                <a:lnTo>
                  <a:pt x="109" y="156"/>
                </a:lnTo>
                <a:lnTo>
                  <a:pt x="113" y="157"/>
                </a:lnTo>
                <a:lnTo>
                  <a:pt x="115" y="159"/>
                </a:lnTo>
                <a:lnTo>
                  <a:pt x="118" y="160"/>
                </a:lnTo>
                <a:lnTo>
                  <a:pt x="121" y="164"/>
                </a:lnTo>
                <a:lnTo>
                  <a:pt x="128" y="169"/>
                </a:lnTo>
                <a:lnTo>
                  <a:pt x="132" y="173"/>
                </a:lnTo>
                <a:lnTo>
                  <a:pt x="134" y="176"/>
                </a:lnTo>
                <a:lnTo>
                  <a:pt x="137" y="177"/>
                </a:lnTo>
                <a:lnTo>
                  <a:pt x="138" y="176"/>
                </a:lnTo>
                <a:lnTo>
                  <a:pt x="141" y="173"/>
                </a:lnTo>
                <a:lnTo>
                  <a:pt x="145" y="169"/>
                </a:lnTo>
                <a:lnTo>
                  <a:pt x="151" y="164"/>
                </a:lnTo>
                <a:lnTo>
                  <a:pt x="154" y="160"/>
                </a:lnTo>
                <a:lnTo>
                  <a:pt x="158" y="159"/>
                </a:lnTo>
                <a:lnTo>
                  <a:pt x="160" y="157"/>
                </a:lnTo>
                <a:lnTo>
                  <a:pt x="163" y="156"/>
                </a:lnTo>
                <a:lnTo>
                  <a:pt x="162" y="160"/>
                </a:lnTo>
                <a:lnTo>
                  <a:pt x="161" y="164"/>
                </a:lnTo>
                <a:lnTo>
                  <a:pt x="159" y="167"/>
                </a:lnTo>
                <a:lnTo>
                  <a:pt x="157" y="171"/>
                </a:lnTo>
                <a:lnTo>
                  <a:pt x="154" y="174"/>
                </a:lnTo>
                <a:lnTo>
                  <a:pt x="151" y="177"/>
                </a:lnTo>
                <a:lnTo>
                  <a:pt x="148" y="180"/>
                </a:lnTo>
                <a:lnTo>
                  <a:pt x="144" y="182"/>
                </a:lnTo>
                <a:lnTo>
                  <a:pt x="142" y="183"/>
                </a:lnTo>
                <a:lnTo>
                  <a:pt x="141" y="184"/>
                </a:lnTo>
                <a:lnTo>
                  <a:pt x="138" y="184"/>
                </a:lnTo>
                <a:lnTo>
                  <a:pt x="137" y="184"/>
                </a:lnTo>
                <a:lnTo>
                  <a:pt x="137" y="184"/>
                </a:lnTo>
                <a:close/>
                <a:moveTo>
                  <a:pt x="137" y="164"/>
                </a:moveTo>
                <a:lnTo>
                  <a:pt x="134" y="161"/>
                </a:lnTo>
                <a:lnTo>
                  <a:pt x="130" y="157"/>
                </a:lnTo>
                <a:lnTo>
                  <a:pt x="125" y="153"/>
                </a:lnTo>
                <a:lnTo>
                  <a:pt x="121" y="150"/>
                </a:lnTo>
                <a:lnTo>
                  <a:pt x="119" y="148"/>
                </a:lnTo>
                <a:lnTo>
                  <a:pt x="117" y="148"/>
                </a:lnTo>
                <a:lnTo>
                  <a:pt x="114" y="147"/>
                </a:lnTo>
                <a:lnTo>
                  <a:pt x="112" y="146"/>
                </a:lnTo>
                <a:lnTo>
                  <a:pt x="105" y="144"/>
                </a:lnTo>
                <a:lnTo>
                  <a:pt x="100" y="143"/>
                </a:lnTo>
                <a:lnTo>
                  <a:pt x="97" y="143"/>
                </a:lnTo>
                <a:lnTo>
                  <a:pt x="96" y="142"/>
                </a:lnTo>
                <a:lnTo>
                  <a:pt x="95" y="141"/>
                </a:lnTo>
                <a:lnTo>
                  <a:pt x="93" y="140"/>
                </a:lnTo>
                <a:lnTo>
                  <a:pt x="91" y="137"/>
                </a:lnTo>
                <a:lnTo>
                  <a:pt x="89" y="134"/>
                </a:lnTo>
                <a:lnTo>
                  <a:pt x="87" y="132"/>
                </a:lnTo>
                <a:lnTo>
                  <a:pt x="86" y="128"/>
                </a:lnTo>
                <a:lnTo>
                  <a:pt x="85" y="125"/>
                </a:lnTo>
                <a:lnTo>
                  <a:pt x="86" y="123"/>
                </a:lnTo>
                <a:lnTo>
                  <a:pt x="87" y="120"/>
                </a:lnTo>
                <a:lnTo>
                  <a:pt x="88" y="118"/>
                </a:lnTo>
                <a:lnTo>
                  <a:pt x="89" y="116"/>
                </a:lnTo>
                <a:lnTo>
                  <a:pt x="89" y="114"/>
                </a:lnTo>
                <a:lnTo>
                  <a:pt x="91" y="112"/>
                </a:lnTo>
                <a:lnTo>
                  <a:pt x="93" y="111"/>
                </a:lnTo>
                <a:lnTo>
                  <a:pt x="93" y="109"/>
                </a:lnTo>
                <a:lnTo>
                  <a:pt x="95" y="108"/>
                </a:lnTo>
                <a:lnTo>
                  <a:pt x="97" y="108"/>
                </a:lnTo>
                <a:lnTo>
                  <a:pt x="99" y="106"/>
                </a:lnTo>
                <a:lnTo>
                  <a:pt x="101" y="106"/>
                </a:lnTo>
                <a:lnTo>
                  <a:pt x="102" y="105"/>
                </a:lnTo>
                <a:lnTo>
                  <a:pt x="106" y="104"/>
                </a:lnTo>
                <a:lnTo>
                  <a:pt x="109" y="104"/>
                </a:lnTo>
                <a:lnTo>
                  <a:pt x="113" y="104"/>
                </a:lnTo>
                <a:lnTo>
                  <a:pt x="116" y="105"/>
                </a:lnTo>
                <a:lnTo>
                  <a:pt x="119" y="107"/>
                </a:lnTo>
                <a:lnTo>
                  <a:pt x="122" y="108"/>
                </a:lnTo>
                <a:lnTo>
                  <a:pt x="129" y="112"/>
                </a:lnTo>
                <a:lnTo>
                  <a:pt x="133" y="115"/>
                </a:lnTo>
                <a:lnTo>
                  <a:pt x="134" y="116"/>
                </a:lnTo>
                <a:lnTo>
                  <a:pt x="135" y="116"/>
                </a:lnTo>
                <a:lnTo>
                  <a:pt x="136" y="116"/>
                </a:lnTo>
                <a:lnTo>
                  <a:pt x="137" y="116"/>
                </a:lnTo>
                <a:lnTo>
                  <a:pt x="137" y="116"/>
                </a:lnTo>
                <a:lnTo>
                  <a:pt x="137" y="116"/>
                </a:lnTo>
                <a:lnTo>
                  <a:pt x="139" y="116"/>
                </a:lnTo>
                <a:lnTo>
                  <a:pt x="140" y="115"/>
                </a:lnTo>
                <a:lnTo>
                  <a:pt x="145" y="112"/>
                </a:lnTo>
                <a:lnTo>
                  <a:pt x="150" y="108"/>
                </a:lnTo>
                <a:lnTo>
                  <a:pt x="154" y="107"/>
                </a:lnTo>
                <a:lnTo>
                  <a:pt x="157" y="105"/>
                </a:lnTo>
                <a:lnTo>
                  <a:pt x="160" y="104"/>
                </a:lnTo>
                <a:lnTo>
                  <a:pt x="163" y="104"/>
                </a:lnTo>
                <a:lnTo>
                  <a:pt x="167" y="104"/>
                </a:lnTo>
                <a:lnTo>
                  <a:pt x="171" y="105"/>
                </a:lnTo>
                <a:lnTo>
                  <a:pt x="173" y="106"/>
                </a:lnTo>
                <a:lnTo>
                  <a:pt x="174" y="106"/>
                </a:lnTo>
                <a:lnTo>
                  <a:pt x="176" y="108"/>
                </a:lnTo>
                <a:lnTo>
                  <a:pt x="178" y="108"/>
                </a:lnTo>
                <a:lnTo>
                  <a:pt x="179" y="109"/>
                </a:lnTo>
                <a:lnTo>
                  <a:pt x="181" y="111"/>
                </a:lnTo>
                <a:lnTo>
                  <a:pt x="182" y="112"/>
                </a:lnTo>
                <a:lnTo>
                  <a:pt x="183" y="114"/>
                </a:lnTo>
                <a:lnTo>
                  <a:pt x="184" y="116"/>
                </a:lnTo>
                <a:lnTo>
                  <a:pt x="186" y="118"/>
                </a:lnTo>
                <a:lnTo>
                  <a:pt x="186" y="120"/>
                </a:lnTo>
                <a:lnTo>
                  <a:pt x="187" y="123"/>
                </a:lnTo>
                <a:lnTo>
                  <a:pt x="187" y="125"/>
                </a:lnTo>
                <a:lnTo>
                  <a:pt x="186" y="128"/>
                </a:lnTo>
                <a:lnTo>
                  <a:pt x="186" y="132"/>
                </a:lnTo>
                <a:lnTo>
                  <a:pt x="184" y="134"/>
                </a:lnTo>
                <a:lnTo>
                  <a:pt x="182" y="137"/>
                </a:lnTo>
                <a:lnTo>
                  <a:pt x="180" y="140"/>
                </a:lnTo>
                <a:lnTo>
                  <a:pt x="178" y="141"/>
                </a:lnTo>
                <a:lnTo>
                  <a:pt x="177" y="142"/>
                </a:lnTo>
                <a:lnTo>
                  <a:pt x="175" y="143"/>
                </a:lnTo>
                <a:lnTo>
                  <a:pt x="174" y="143"/>
                </a:lnTo>
                <a:lnTo>
                  <a:pt x="167" y="144"/>
                </a:lnTo>
                <a:lnTo>
                  <a:pt x="162" y="146"/>
                </a:lnTo>
                <a:lnTo>
                  <a:pt x="158" y="147"/>
                </a:lnTo>
                <a:lnTo>
                  <a:pt x="156" y="148"/>
                </a:lnTo>
                <a:lnTo>
                  <a:pt x="154" y="148"/>
                </a:lnTo>
                <a:lnTo>
                  <a:pt x="152" y="150"/>
                </a:lnTo>
                <a:lnTo>
                  <a:pt x="147" y="153"/>
                </a:lnTo>
                <a:lnTo>
                  <a:pt x="143" y="157"/>
                </a:lnTo>
                <a:lnTo>
                  <a:pt x="139" y="161"/>
                </a:lnTo>
                <a:lnTo>
                  <a:pt x="137" y="164"/>
                </a:lnTo>
                <a:lnTo>
                  <a:pt x="137" y="164"/>
                </a:lnTo>
                <a:close/>
                <a:moveTo>
                  <a:pt x="170" y="51"/>
                </a:moveTo>
                <a:lnTo>
                  <a:pt x="171" y="51"/>
                </a:lnTo>
                <a:lnTo>
                  <a:pt x="173" y="51"/>
                </a:lnTo>
                <a:lnTo>
                  <a:pt x="174" y="52"/>
                </a:lnTo>
                <a:lnTo>
                  <a:pt x="175" y="53"/>
                </a:lnTo>
                <a:lnTo>
                  <a:pt x="177" y="55"/>
                </a:lnTo>
                <a:lnTo>
                  <a:pt x="178" y="56"/>
                </a:lnTo>
                <a:lnTo>
                  <a:pt x="178" y="58"/>
                </a:lnTo>
                <a:lnTo>
                  <a:pt x="178" y="59"/>
                </a:lnTo>
                <a:lnTo>
                  <a:pt x="178" y="62"/>
                </a:lnTo>
                <a:lnTo>
                  <a:pt x="178" y="63"/>
                </a:lnTo>
                <a:lnTo>
                  <a:pt x="177" y="65"/>
                </a:lnTo>
                <a:lnTo>
                  <a:pt x="175" y="67"/>
                </a:lnTo>
                <a:lnTo>
                  <a:pt x="174" y="67"/>
                </a:lnTo>
                <a:lnTo>
                  <a:pt x="173" y="68"/>
                </a:lnTo>
                <a:lnTo>
                  <a:pt x="171" y="69"/>
                </a:lnTo>
                <a:lnTo>
                  <a:pt x="170" y="69"/>
                </a:lnTo>
                <a:lnTo>
                  <a:pt x="167" y="69"/>
                </a:lnTo>
                <a:lnTo>
                  <a:pt x="166" y="68"/>
                </a:lnTo>
                <a:lnTo>
                  <a:pt x="164" y="67"/>
                </a:lnTo>
                <a:lnTo>
                  <a:pt x="162" y="67"/>
                </a:lnTo>
                <a:lnTo>
                  <a:pt x="162" y="65"/>
                </a:lnTo>
                <a:lnTo>
                  <a:pt x="161" y="63"/>
                </a:lnTo>
                <a:lnTo>
                  <a:pt x="160" y="62"/>
                </a:lnTo>
                <a:lnTo>
                  <a:pt x="160" y="59"/>
                </a:lnTo>
                <a:lnTo>
                  <a:pt x="160" y="58"/>
                </a:lnTo>
                <a:lnTo>
                  <a:pt x="161" y="56"/>
                </a:lnTo>
                <a:lnTo>
                  <a:pt x="162" y="55"/>
                </a:lnTo>
                <a:lnTo>
                  <a:pt x="162" y="53"/>
                </a:lnTo>
                <a:lnTo>
                  <a:pt x="164" y="52"/>
                </a:lnTo>
                <a:lnTo>
                  <a:pt x="166" y="51"/>
                </a:lnTo>
                <a:lnTo>
                  <a:pt x="167" y="51"/>
                </a:lnTo>
                <a:lnTo>
                  <a:pt x="170" y="51"/>
                </a:lnTo>
                <a:lnTo>
                  <a:pt x="170" y="51"/>
                </a:lnTo>
                <a:close/>
                <a:moveTo>
                  <a:pt x="175" y="96"/>
                </a:moveTo>
                <a:lnTo>
                  <a:pt x="177" y="95"/>
                </a:lnTo>
                <a:lnTo>
                  <a:pt x="177" y="93"/>
                </a:lnTo>
                <a:lnTo>
                  <a:pt x="179" y="88"/>
                </a:lnTo>
                <a:lnTo>
                  <a:pt x="181" y="84"/>
                </a:lnTo>
                <a:lnTo>
                  <a:pt x="183" y="81"/>
                </a:lnTo>
                <a:lnTo>
                  <a:pt x="186" y="78"/>
                </a:lnTo>
                <a:lnTo>
                  <a:pt x="188" y="76"/>
                </a:lnTo>
                <a:lnTo>
                  <a:pt x="190" y="74"/>
                </a:lnTo>
                <a:lnTo>
                  <a:pt x="194" y="72"/>
                </a:lnTo>
                <a:lnTo>
                  <a:pt x="196" y="71"/>
                </a:lnTo>
                <a:lnTo>
                  <a:pt x="198" y="69"/>
                </a:lnTo>
                <a:lnTo>
                  <a:pt x="202" y="68"/>
                </a:lnTo>
                <a:lnTo>
                  <a:pt x="205" y="67"/>
                </a:lnTo>
                <a:lnTo>
                  <a:pt x="209" y="67"/>
                </a:lnTo>
                <a:lnTo>
                  <a:pt x="213" y="67"/>
                </a:lnTo>
                <a:lnTo>
                  <a:pt x="217" y="67"/>
                </a:lnTo>
                <a:lnTo>
                  <a:pt x="221" y="67"/>
                </a:lnTo>
                <a:lnTo>
                  <a:pt x="223" y="68"/>
                </a:lnTo>
                <a:lnTo>
                  <a:pt x="226" y="69"/>
                </a:lnTo>
                <a:lnTo>
                  <a:pt x="229" y="71"/>
                </a:lnTo>
                <a:lnTo>
                  <a:pt x="230" y="72"/>
                </a:lnTo>
                <a:lnTo>
                  <a:pt x="232" y="73"/>
                </a:lnTo>
                <a:lnTo>
                  <a:pt x="234" y="75"/>
                </a:lnTo>
                <a:lnTo>
                  <a:pt x="236" y="76"/>
                </a:lnTo>
                <a:lnTo>
                  <a:pt x="238" y="79"/>
                </a:lnTo>
                <a:lnTo>
                  <a:pt x="238" y="80"/>
                </a:lnTo>
                <a:lnTo>
                  <a:pt x="240" y="82"/>
                </a:lnTo>
                <a:lnTo>
                  <a:pt x="242" y="86"/>
                </a:lnTo>
                <a:lnTo>
                  <a:pt x="244" y="89"/>
                </a:lnTo>
                <a:lnTo>
                  <a:pt x="247" y="93"/>
                </a:lnTo>
                <a:lnTo>
                  <a:pt x="251" y="98"/>
                </a:lnTo>
                <a:lnTo>
                  <a:pt x="254" y="101"/>
                </a:lnTo>
                <a:lnTo>
                  <a:pt x="256" y="102"/>
                </a:lnTo>
                <a:lnTo>
                  <a:pt x="254" y="103"/>
                </a:lnTo>
                <a:lnTo>
                  <a:pt x="249" y="105"/>
                </a:lnTo>
                <a:lnTo>
                  <a:pt x="246" y="107"/>
                </a:lnTo>
                <a:lnTo>
                  <a:pt x="242" y="108"/>
                </a:lnTo>
                <a:lnTo>
                  <a:pt x="238" y="110"/>
                </a:lnTo>
                <a:lnTo>
                  <a:pt x="236" y="112"/>
                </a:lnTo>
                <a:lnTo>
                  <a:pt x="230" y="116"/>
                </a:lnTo>
                <a:lnTo>
                  <a:pt x="224" y="120"/>
                </a:lnTo>
                <a:lnTo>
                  <a:pt x="222" y="120"/>
                </a:lnTo>
                <a:lnTo>
                  <a:pt x="218" y="121"/>
                </a:lnTo>
                <a:lnTo>
                  <a:pt x="215" y="122"/>
                </a:lnTo>
                <a:lnTo>
                  <a:pt x="211" y="122"/>
                </a:lnTo>
                <a:lnTo>
                  <a:pt x="207" y="121"/>
                </a:lnTo>
                <a:lnTo>
                  <a:pt x="204" y="120"/>
                </a:lnTo>
                <a:lnTo>
                  <a:pt x="201" y="120"/>
                </a:lnTo>
                <a:lnTo>
                  <a:pt x="198" y="120"/>
                </a:lnTo>
                <a:lnTo>
                  <a:pt x="198" y="120"/>
                </a:lnTo>
                <a:lnTo>
                  <a:pt x="197" y="119"/>
                </a:lnTo>
                <a:lnTo>
                  <a:pt x="195" y="115"/>
                </a:lnTo>
                <a:lnTo>
                  <a:pt x="194" y="112"/>
                </a:lnTo>
                <a:lnTo>
                  <a:pt x="191" y="108"/>
                </a:lnTo>
                <a:lnTo>
                  <a:pt x="190" y="106"/>
                </a:lnTo>
                <a:lnTo>
                  <a:pt x="186" y="104"/>
                </a:lnTo>
                <a:lnTo>
                  <a:pt x="184" y="100"/>
                </a:lnTo>
                <a:lnTo>
                  <a:pt x="182" y="99"/>
                </a:lnTo>
                <a:lnTo>
                  <a:pt x="180" y="98"/>
                </a:lnTo>
                <a:lnTo>
                  <a:pt x="178" y="96"/>
                </a:lnTo>
                <a:lnTo>
                  <a:pt x="175" y="96"/>
                </a:lnTo>
                <a:lnTo>
                  <a:pt x="175" y="96"/>
                </a:lnTo>
                <a:close/>
                <a:moveTo>
                  <a:pt x="104" y="51"/>
                </a:moveTo>
                <a:lnTo>
                  <a:pt x="106" y="51"/>
                </a:lnTo>
                <a:lnTo>
                  <a:pt x="108" y="51"/>
                </a:lnTo>
                <a:lnTo>
                  <a:pt x="109" y="52"/>
                </a:lnTo>
                <a:lnTo>
                  <a:pt x="110" y="53"/>
                </a:lnTo>
                <a:lnTo>
                  <a:pt x="112" y="55"/>
                </a:lnTo>
                <a:lnTo>
                  <a:pt x="113" y="56"/>
                </a:lnTo>
                <a:lnTo>
                  <a:pt x="113" y="58"/>
                </a:lnTo>
                <a:lnTo>
                  <a:pt x="113" y="59"/>
                </a:lnTo>
                <a:lnTo>
                  <a:pt x="113" y="62"/>
                </a:lnTo>
                <a:lnTo>
                  <a:pt x="113" y="63"/>
                </a:lnTo>
                <a:lnTo>
                  <a:pt x="112" y="65"/>
                </a:lnTo>
                <a:lnTo>
                  <a:pt x="110" y="67"/>
                </a:lnTo>
                <a:lnTo>
                  <a:pt x="109" y="67"/>
                </a:lnTo>
                <a:lnTo>
                  <a:pt x="108" y="68"/>
                </a:lnTo>
                <a:lnTo>
                  <a:pt x="106" y="69"/>
                </a:lnTo>
                <a:lnTo>
                  <a:pt x="104" y="69"/>
                </a:lnTo>
                <a:lnTo>
                  <a:pt x="102" y="69"/>
                </a:lnTo>
                <a:lnTo>
                  <a:pt x="101" y="68"/>
                </a:lnTo>
                <a:lnTo>
                  <a:pt x="99" y="67"/>
                </a:lnTo>
                <a:lnTo>
                  <a:pt x="97" y="67"/>
                </a:lnTo>
                <a:lnTo>
                  <a:pt x="97" y="65"/>
                </a:lnTo>
                <a:lnTo>
                  <a:pt x="95" y="63"/>
                </a:lnTo>
                <a:lnTo>
                  <a:pt x="95" y="62"/>
                </a:lnTo>
                <a:lnTo>
                  <a:pt x="95" y="59"/>
                </a:lnTo>
                <a:lnTo>
                  <a:pt x="95" y="58"/>
                </a:lnTo>
                <a:lnTo>
                  <a:pt x="95" y="56"/>
                </a:lnTo>
                <a:lnTo>
                  <a:pt x="97" y="55"/>
                </a:lnTo>
                <a:lnTo>
                  <a:pt x="97" y="53"/>
                </a:lnTo>
                <a:lnTo>
                  <a:pt x="99" y="52"/>
                </a:lnTo>
                <a:lnTo>
                  <a:pt x="101" y="51"/>
                </a:lnTo>
                <a:lnTo>
                  <a:pt x="102" y="51"/>
                </a:lnTo>
                <a:lnTo>
                  <a:pt x="104" y="51"/>
                </a:lnTo>
                <a:lnTo>
                  <a:pt x="104" y="51"/>
                </a:lnTo>
                <a:close/>
                <a:moveTo>
                  <a:pt x="97" y="96"/>
                </a:moveTo>
                <a:lnTo>
                  <a:pt x="95" y="96"/>
                </a:lnTo>
                <a:lnTo>
                  <a:pt x="93" y="98"/>
                </a:lnTo>
                <a:lnTo>
                  <a:pt x="91" y="99"/>
                </a:lnTo>
                <a:lnTo>
                  <a:pt x="89" y="100"/>
                </a:lnTo>
                <a:lnTo>
                  <a:pt x="86" y="104"/>
                </a:lnTo>
                <a:lnTo>
                  <a:pt x="84" y="106"/>
                </a:lnTo>
                <a:lnTo>
                  <a:pt x="81" y="108"/>
                </a:lnTo>
                <a:lnTo>
                  <a:pt x="80" y="112"/>
                </a:lnTo>
                <a:lnTo>
                  <a:pt x="77" y="115"/>
                </a:lnTo>
                <a:lnTo>
                  <a:pt x="77" y="119"/>
                </a:lnTo>
                <a:lnTo>
                  <a:pt x="75" y="120"/>
                </a:lnTo>
                <a:lnTo>
                  <a:pt x="74" y="120"/>
                </a:lnTo>
                <a:lnTo>
                  <a:pt x="73" y="120"/>
                </a:lnTo>
                <a:lnTo>
                  <a:pt x="69" y="120"/>
                </a:lnTo>
                <a:lnTo>
                  <a:pt x="65" y="121"/>
                </a:lnTo>
                <a:lnTo>
                  <a:pt x="61" y="122"/>
                </a:lnTo>
                <a:lnTo>
                  <a:pt x="58" y="122"/>
                </a:lnTo>
                <a:lnTo>
                  <a:pt x="54" y="121"/>
                </a:lnTo>
                <a:lnTo>
                  <a:pt x="51" y="120"/>
                </a:lnTo>
                <a:lnTo>
                  <a:pt x="49" y="120"/>
                </a:lnTo>
                <a:lnTo>
                  <a:pt x="43" y="116"/>
                </a:lnTo>
                <a:lnTo>
                  <a:pt x="37" y="112"/>
                </a:lnTo>
                <a:lnTo>
                  <a:pt x="34" y="110"/>
                </a:lnTo>
                <a:lnTo>
                  <a:pt x="31" y="108"/>
                </a:lnTo>
                <a:lnTo>
                  <a:pt x="28" y="107"/>
                </a:lnTo>
                <a:lnTo>
                  <a:pt x="25" y="105"/>
                </a:lnTo>
                <a:lnTo>
                  <a:pt x="19" y="103"/>
                </a:lnTo>
                <a:lnTo>
                  <a:pt x="17" y="102"/>
                </a:lnTo>
                <a:lnTo>
                  <a:pt x="18" y="101"/>
                </a:lnTo>
                <a:lnTo>
                  <a:pt x="21" y="98"/>
                </a:lnTo>
                <a:lnTo>
                  <a:pt x="25" y="93"/>
                </a:lnTo>
                <a:lnTo>
                  <a:pt x="29" y="89"/>
                </a:lnTo>
                <a:lnTo>
                  <a:pt x="31" y="86"/>
                </a:lnTo>
                <a:lnTo>
                  <a:pt x="33" y="82"/>
                </a:lnTo>
                <a:lnTo>
                  <a:pt x="34" y="80"/>
                </a:lnTo>
                <a:lnTo>
                  <a:pt x="36" y="79"/>
                </a:lnTo>
                <a:lnTo>
                  <a:pt x="37" y="76"/>
                </a:lnTo>
                <a:lnTo>
                  <a:pt x="39" y="75"/>
                </a:lnTo>
                <a:lnTo>
                  <a:pt x="41" y="73"/>
                </a:lnTo>
                <a:lnTo>
                  <a:pt x="43" y="72"/>
                </a:lnTo>
                <a:lnTo>
                  <a:pt x="45" y="71"/>
                </a:lnTo>
                <a:lnTo>
                  <a:pt x="47" y="69"/>
                </a:lnTo>
                <a:lnTo>
                  <a:pt x="49" y="68"/>
                </a:lnTo>
                <a:lnTo>
                  <a:pt x="53" y="67"/>
                </a:lnTo>
                <a:lnTo>
                  <a:pt x="56" y="67"/>
                </a:lnTo>
                <a:lnTo>
                  <a:pt x="60" y="67"/>
                </a:lnTo>
                <a:lnTo>
                  <a:pt x="65" y="67"/>
                </a:lnTo>
                <a:lnTo>
                  <a:pt x="68" y="67"/>
                </a:lnTo>
                <a:lnTo>
                  <a:pt x="71" y="68"/>
                </a:lnTo>
                <a:lnTo>
                  <a:pt x="74" y="69"/>
                </a:lnTo>
                <a:lnTo>
                  <a:pt x="77" y="71"/>
                </a:lnTo>
                <a:lnTo>
                  <a:pt x="80" y="72"/>
                </a:lnTo>
                <a:lnTo>
                  <a:pt x="82" y="74"/>
                </a:lnTo>
                <a:lnTo>
                  <a:pt x="85" y="76"/>
                </a:lnTo>
                <a:lnTo>
                  <a:pt x="88" y="78"/>
                </a:lnTo>
                <a:lnTo>
                  <a:pt x="90" y="81"/>
                </a:lnTo>
                <a:lnTo>
                  <a:pt x="92" y="84"/>
                </a:lnTo>
                <a:lnTo>
                  <a:pt x="93" y="88"/>
                </a:lnTo>
                <a:lnTo>
                  <a:pt x="96" y="93"/>
                </a:lnTo>
                <a:lnTo>
                  <a:pt x="97" y="95"/>
                </a:lnTo>
                <a:lnTo>
                  <a:pt x="97" y="9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0320" rIns="90000" bIns="40320" anchor="ctr">
            <a:noAutofit/>
          </a:bodyPr>
          <a:lstStyle/>
          <a:p>
            <a:endParaRPr/>
          </a:p>
        </p:txBody>
      </p:sp>
      <p:sp>
        <p:nvSpPr>
          <p:cNvPr id="459" name="ïṩļïḓe">
            <a:extLst>
              <a:ext uri="{FF2B5EF4-FFF2-40B4-BE49-F238E27FC236}">
                <a16:creationId xmlns:a16="http://schemas.microsoft.com/office/drawing/2014/main" id="{5B3049A2-A349-43E1-98D8-98587BFC7637}"/>
              </a:ext>
            </a:extLst>
          </p:cNvPr>
          <p:cNvSpPr>
            <a:spLocks noGrp="1"/>
          </p:cNvSpPr>
          <p:nvPr/>
        </p:nvSpPr>
        <p:spPr>
          <a:xfrm>
            <a:off x="780480" y="666720"/>
            <a:ext cx="64800" cy="59040"/>
          </a:xfrm>
          <a:custGeom>
            <a:avLst/>
            <a:gdLst>
              <a:gd name="textAreaLeft" fmla="*/ 0 w 64800"/>
              <a:gd name="textAreaRight" fmla="*/ 65160 w 64800"/>
              <a:gd name="textAreaTop" fmla="*/ 0 h 59040"/>
              <a:gd name="textAreaBottom" fmla="*/ 59400 h 59040"/>
              <a:gd name="GluePoint1X" fmla="*/ 27 w 149"/>
              <a:gd name="GluePoint1Y" fmla="*/ 59 h 136"/>
              <a:gd name="GluePoint2X" fmla="*/ 21 w 149"/>
              <a:gd name="GluePoint2Y" fmla="*/ 66 h 136"/>
              <a:gd name="GluePoint3X" fmla="*/ 19 w 149"/>
              <a:gd name="GluePoint3Y" fmla="*/ 59 h 136"/>
              <a:gd name="GluePoint4X" fmla="*/ 9 w 149"/>
              <a:gd name="GluePoint4Y" fmla="*/ 54 h 136"/>
              <a:gd name="GluePoint5X" fmla="*/ 1 w 149"/>
              <a:gd name="GluePoint5Y" fmla="*/ 49 h 136"/>
              <a:gd name="GluePoint6X" fmla="*/ 3 w 149"/>
              <a:gd name="GluePoint6Y" fmla="*/ 35 h 136"/>
              <a:gd name="GluePoint7X" fmla="*/ 9 w 149"/>
              <a:gd name="GluePoint7Y" fmla="*/ 34 h 136"/>
              <a:gd name="GluePoint8X" fmla="*/ 20 w 149"/>
              <a:gd name="GluePoint8Y" fmla="*/ 43 h 136"/>
              <a:gd name="GluePoint9X" fmla="*/ 21 w 149"/>
              <a:gd name="GluePoint9Y" fmla="*/ 35 h 136"/>
              <a:gd name="GluePoint10X" fmla="*/ 8 w 149"/>
              <a:gd name="GluePoint10Y" fmla="*/ 8 h 136"/>
              <a:gd name="GluePoint11X" fmla="*/ 17 w 149"/>
              <a:gd name="GluePoint11Y" fmla="*/ 0 h 136"/>
              <a:gd name="GluePoint12X" fmla="*/ 24 w 149"/>
              <a:gd name="GluePoint12Y" fmla="*/ 6 h 136"/>
              <a:gd name="GluePoint13X" fmla="*/ 29 w 149"/>
              <a:gd name="GluePoint13Y" fmla="*/ 38 h 136"/>
              <a:gd name="GluePoint14X" fmla="*/ 31 w 149"/>
              <a:gd name="GluePoint14Y" fmla="*/ 49 h 136"/>
              <a:gd name="GluePoint15X" fmla="*/ 46 w 149"/>
              <a:gd name="GluePoint15Y" fmla="*/ 61 h 136"/>
              <a:gd name="GluePoint16X" fmla="*/ 46 w 149"/>
              <a:gd name="GluePoint16Y" fmla="*/ 55 h 136"/>
              <a:gd name="GluePoint17X" fmla="*/ 41 w 149"/>
              <a:gd name="GluePoint17Y" fmla="*/ 43 h 136"/>
              <a:gd name="GluePoint18X" fmla="*/ 47 w 149"/>
              <a:gd name="GluePoint18Y" fmla="*/ 41 h 136"/>
              <a:gd name="GluePoint19X" fmla="*/ 34 w 149"/>
              <a:gd name="GluePoint19Y" fmla="*/ 24 h 136"/>
              <a:gd name="GluePoint20X" fmla="*/ 38 w 149"/>
              <a:gd name="GluePoint20Y" fmla="*/ 19 h 136"/>
              <a:gd name="GluePoint21X" fmla="*/ 45 w 149"/>
              <a:gd name="GluePoint21Y" fmla="*/ 26 h 136"/>
              <a:gd name="GluePoint22X" fmla="*/ 49 w 149"/>
              <a:gd name="GluePoint22Y" fmla="*/ 28 h 136"/>
              <a:gd name="GluePoint23X" fmla="*/ 45 w 149"/>
              <a:gd name="GluePoint23Y" fmla="*/ 10 h 136"/>
              <a:gd name="GluePoint24X" fmla="*/ 50 w 149"/>
              <a:gd name="GluePoint24Y" fmla="*/ 8 h 136"/>
              <a:gd name="GluePoint25X" fmla="*/ 53 w 149"/>
              <a:gd name="GluePoint25Y" fmla="*/ 28 h 136"/>
              <a:gd name="GluePoint26X" fmla="*/ 67 w 149"/>
              <a:gd name="GluePoint26Y" fmla="*/ 56 h 136"/>
              <a:gd name="GluePoint27X" fmla="*/ 68 w 149"/>
              <a:gd name="GluePoint27Y" fmla="*/ 37 h 136"/>
              <a:gd name="GluePoint28X" fmla="*/ 70 w 149"/>
              <a:gd name="GluePoint28Y" fmla="*/ 13 h 136"/>
              <a:gd name="GluePoint29X" fmla="*/ 77 w 149"/>
              <a:gd name="GluePoint29Y" fmla="*/ 20 h 136"/>
              <a:gd name="GluePoint30X" fmla="*/ 73 w 149"/>
              <a:gd name="GluePoint30Y" fmla="*/ 37 h 136"/>
              <a:gd name="GluePoint31X" fmla="*/ 85 w 149"/>
              <a:gd name="GluePoint31Y" fmla="*/ 64 h 136"/>
              <a:gd name="GluePoint32X" fmla="*/ 97 w 149"/>
              <a:gd name="GluePoint32Y" fmla="*/ 67 h 136"/>
              <a:gd name="GluePoint33X" fmla="*/ 100 w 149"/>
              <a:gd name="GluePoint33Y" fmla="*/ 55 h 136"/>
              <a:gd name="GluePoint34X" fmla="*/ 106 w 149"/>
              <a:gd name="GluePoint34Y" fmla="*/ 59 h 136"/>
              <a:gd name="GluePoint35X" fmla="*/ 105 w 149"/>
              <a:gd name="GluePoint35Y" fmla="*/ 71 h 136"/>
              <a:gd name="GluePoint36X" fmla="*/ 142 w 149"/>
              <a:gd name="GluePoint36Y" fmla="*/ 82 h 136"/>
              <a:gd name="GluePoint37X" fmla="*/ 148 w 149"/>
              <a:gd name="GluePoint37Y" fmla="*/ 91 h 136"/>
              <a:gd name="GluePoint38X" fmla="*/ 132 w 149"/>
              <a:gd name="GluePoint38Y" fmla="*/ 98 h 136"/>
              <a:gd name="GluePoint39X" fmla="*/ 133 w 149"/>
              <a:gd name="GluePoint39Y" fmla="*/ 92 h 136"/>
              <a:gd name="GluePoint40X" fmla="*/ 109 w 149"/>
              <a:gd name="GluePoint40Y" fmla="*/ 80 h 136"/>
              <a:gd name="GluePoint41X" fmla="*/ 109 w 149"/>
              <a:gd name="GluePoint41Y" fmla="*/ 91 h 136"/>
              <a:gd name="GluePoint42X" fmla="*/ 113 w 149"/>
              <a:gd name="GluePoint42Y" fmla="*/ 101 h 136"/>
              <a:gd name="GluePoint43X" fmla="*/ 101 w 149"/>
              <a:gd name="GluePoint43Y" fmla="*/ 104 h 136"/>
              <a:gd name="GluePoint44X" fmla="*/ 97 w 149"/>
              <a:gd name="GluePoint44Y" fmla="*/ 87 h 136"/>
              <a:gd name="GluePoint45X" fmla="*/ 76 w 149"/>
              <a:gd name="GluePoint45Y" fmla="*/ 71 h 136"/>
              <a:gd name="GluePoint46X" fmla="*/ 81 w 149"/>
              <a:gd name="GluePoint46Y" fmla="*/ 96 h 136"/>
              <a:gd name="GluePoint47X" fmla="*/ 91 w 149"/>
              <a:gd name="GluePoint47Y" fmla="*/ 125 h 136"/>
              <a:gd name="GluePoint48X" fmla="*/ 86 w 149"/>
              <a:gd name="GluePoint48Y" fmla="*/ 136 h 136"/>
              <a:gd name="GluePoint49X" fmla="*/ 76 w 149"/>
              <a:gd name="GluePoint49Y" fmla="*/ 124 h 136"/>
              <a:gd name="GluePoint50X" fmla="*/ 70 w 149"/>
              <a:gd name="GluePoint50Y" fmla="*/ 78 h 136"/>
              <a:gd name="GluePoint51X" fmla="*/ 57 w 149"/>
              <a:gd name="GluePoint51Y" fmla="*/ 60 h 136"/>
              <a:gd name="GluePoint52X" fmla="*/ 55 w 149"/>
              <a:gd name="GluePoint52Y" fmla="*/ 71 h 136"/>
              <a:gd name="GluePoint53X" fmla="*/ 56 w 149"/>
              <a:gd name="GluePoint53Y" fmla="*/ 91 h 136"/>
              <a:gd name="GluePoint54X" fmla="*/ 47 w 149"/>
              <a:gd name="GluePoint54Y" fmla="*/ 89 h 136"/>
              <a:gd name="GluePoint55X" fmla="*/ 41 w 149"/>
              <a:gd name="GluePoint55Y" fmla="*/ 68 h 136"/>
            </a:gdLst>
            <a:ahLst/>
            <a:cxnLst/>
            <a:rect l="textAreaLeft" t="textAreaTop" r="textAreaRight" b="textAreaBottom"/>
            <a:pathLst>
              <a:path w="149" h="136">
                <a:moveTo>
                  <a:pt x="32" y="60"/>
                </a:moveTo>
                <a:lnTo>
                  <a:pt x="31" y="60"/>
                </a:lnTo>
                <a:lnTo>
                  <a:pt x="29" y="59"/>
                </a:lnTo>
                <a:lnTo>
                  <a:pt x="29" y="58"/>
                </a:lnTo>
                <a:lnTo>
                  <a:pt x="28" y="58"/>
                </a:lnTo>
                <a:lnTo>
                  <a:pt x="27" y="58"/>
                </a:lnTo>
                <a:lnTo>
                  <a:pt x="27" y="59"/>
                </a:lnTo>
                <a:lnTo>
                  <a:pt x="26" y="62"/>
                </a:lnTo>
                <a:lnTo>
                  <a:pt x="25" y="64"/>
                </a:lnTo>
                <a:lnTo>
                  <a:pt x="25" y="66"/>
                </a:lnTo>
                <a:lnTo>
                  <a:pt x="24" y="66"/>
                </a:lnTo>
                <a:lnTo>
                  <a:pt x="24" y="67"/>
                </a:lnTo>
                <a:lnTo>
                  <a:pt x="23" y="67"/>
                </a:lnTo>
                <a:lnTo>
                  <a:pt x="21" y="66"/>
                </a:lnTo>
                <a:lnTo>
                  <a:pt x="20" y="66"/>
                </a:lnTo>
                <a:lnTo>
                  <a:pt x="19" y="65"/>
                </a:lnTo>
                <a:lnTo>
                  <a:pt x="18" y="65"/>
                </a:lnTo>
                <a:lnTo>
                  <a:pt x="18" y="64"/>
                </a:lnTo>
                <a:lnTo>
                  <a:pt x="18" y="63"/>
                </a:lnTo>
                <a:lnTo>
                  <a:pt x="18" y="62"/>
                </a:lnTo>
                <a:lnTo>
                  <a:pt x="19" y="59"/>
                </a:lnTo>
                <a:lnTo>
                  <a:pt x="19" y="58"/>
                </a:lnTo>
                <a:lnTo>
                  <a:pt x="19" y="57"/>
                </a:lnTo>
                <a:lnTo>
                  <a:pt x="19" y="56"/>
                </a:lnTo>
                <a:lnTo>
                  <a:pt x="18" y="56"/>
                </a:lnTo>
                <a:lnTo>
                  <a:pt x="16" y="55"/>
                </a:lnTo>
                <a:lnTo>
                  <a:pt x="13" y="55"/>
                </a:lnTo>
                <a:lnTo>
                  <a:pt x="9" y="54"/>
                </a:lnTo>
                <a:lnTo>
                  <a:pt x="8" y="53"/>
                </a:lnTo>
                <a:lnTo>
                  <a:pt x="7" y="52"/>
                </a:lnTo>
                <a:lnTo>
                  <a:pt x="5" y="52"/>
                </a:lnTo>
                <a:lnTo>
                  <a:pt x="3" y="51"/>
                </a:lnTo>
                <a:lnTo>
                  <a:pt x="2" y="51"/>
                </a:lnTo>
                <a:lnTo>
                  <a:pt x="1" y="50"/>
                </a:lnTo>
                <a:lnTo>
                  <a:pt x="1" y="49"/>
                </a:lnTo>
                <a:lnTo>
                  <a:pt x="0" y="46"/>
                </a:lnTo>
                <a:lnTo>
                  <a:pt x="1" y="43"/>
                </a:lnTo>
                <a:lnTo>
                  <a:pt x="1" y="41"/>
                </a:lnTo>
                <a:lnTo>
                  <a:pt x="1" y="39"/>
                </a:lnTo>
                <a:lnTo>
                  <a:pt x="1" y="38"/>
                </a:lnTo>
                <a:lnTo>
                  <a:pt x="2" y="37"/>
                </a:lnTo>
                <a:lnTo>
                  <a:pt x="3" y="35"/>
                </a:lnTo>
                <a:lnTo>
                  <a:pt x="4" y="35"/>
                </a:lnTo>
                <a:lnTo>
                  <a:pt x="5" y="34"/>
                </a:lnTo>
                <a:lnTo>
                  <a:pt x="5" y="34"/>
                </a:lnTo>
                <a:lnTo>
                  <a:pt x="6" y="34"/>
                </a:lnTo>
                <a:lnTo>
                  <a:pt x="7" y="34"/>
                </a:lnTo>
                <a:lnTo>
                  <a:pt x="9" y="34"/>
                </a:lnTo>
                <a:lnTo>
                  <a:pt x="9" y="34"/>
                </a:lnTo>
                <a:lnTo>
                  <a:pt x="10" y="34"/>
                </a:lnTo>
                <a:lnTo>
                  <a:pt x="11" y="35"/>
                </a:lnTo>
                <a:lnTo>
                  <a:pt x="12" y="35"/>
                </a:lnTo>
                <a:lnTo>
                  <a:pt x="13" y="37"/>
                </a:lnTo>
                <a:lnTo>
                  <a:pt x="16" y="39"/>
                </a:lnTo>
                <a:lnTo>
                  <a:pt x="19" y="42"/>
                </a:lnTo>
                <a:lnTo>
                  <a:pt x="20" y="43"/>
                </a:lnTo>
                <a:lnTo>
                  <a:pt x="21" y="43"/>
                </a:lnTo>
                <a:lnTo>
                  <a:pt x="21" y="43"/>
                </a:lnTo>
                <a:lnTo>
                  <a:pt x="22" y="43"/>
                </a:lnTo>
                <a:lnTo>
                  <a:pt x="22" y="43"/>
                </a:lnTo>
                <a:lnTo>
                  <a:pt x="22" y="42"/>
                </a:lnTo>
                <a:lnTo>
                  <a:pt x="21" y="39"/>
                </a:lnTo>
                <a:lnTo>
                  <a:pt x="21" y="35"/>
                </a:lnTo>
                <a:lnTo>
                  <a:pt x="19" y="30"/>
                </a:lnTo>
                <a:lnTo>
                  <a:pt x="17" y="26"/>
                </a:lnTo>
                <a:lnTo>
                  <a:pt x="14" y="19"/>
                </a:lnTo>
                <a:lnTo>
                  <a:pt x="11" y="14"/>
                </a:lnTo>
                <a:lnTo>
                  <a:pt x="9" y="12"/>
                </a:lnTo>
                <a:lnTo>
                  <a:pt x="9" y="10"/>
                </a:lnTo>
                <a:lnTo>
                  <a:pt x="8" y="8"/>
                </a:lnTo>
                <a:lnTo>
                  <a:pt x="8" y="7"/>
                </a:lnTo>
                <a:lnTo>
                  <a:pt x="9" y="6"/>
                </a:lnTo>
                <a:lnTo>
                  <a:pt x="9" y="4"/>
                </a:lnTo>
                <a:lnTo>
                  <a:pt x="11" y="2"/>
                </a:lnTo>
                <a:lnTo>
                  <a:pt x="12" y="2"/>
                </a:lnTo>
                <a:lnTo>
                  <a:pt x="14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20" y="1"/>
                </a:lnTo>
                <a:lnTo>
                  <a:pt x="21" y="2"/>
                </a:lnTo>
                <a:lnTo>
                  <a:pt x="23" y="3"/>
                </a:lnTo>
                <a:lnTo>
                  <a:pt x="24" y="4"/>
                </a:lnTo>
                <a:lnTo>
                  <a:pt x="24" y="6"/>
                </a:lnTo>
                <a:lnTo>
                  <a:pt x="24" y="9"/>
                </a:lnTo>
                <a:lnTo>
                  <a:pt x="24" y="13"/>
                </a:lnTo>
                <a:lnTo>
                  <a:pt x="25" y="17"/>
                </a:lnTo>
                <a:lnTo>
                  <a:pt x="27" y="23"/>
                </a:lnTo>
                <a:lnTo>
                  <a:pt x="27" y="28"/>
                </a:lnTo>
                <a:lnTo>
                  <a:pt x="28" y="32"/>
                </a:lnTo>
                <a:lnTo>
                  <a:pt x="29" y="38"/>
                </a:lnTo>
                <a:lnTo>
                  <a:pt x="29" y="41"/>
                </a:lnTo>
                <a:lnTo>
                  <a:pt x="29" y="45"/>
                </a:lnTo>
                <a:lnTo>
                  <a:pt x="29" y="46"/>
                </a:lnTo>
                <a:lnTo>
                  <a:pt x="29" y="47"/>
                </a:lnTo>
                <a:lnTo>
                  <a:pt x="29" y="48"/>
                </a:lnTo>
                <a:lnTo>
                  <a:pt x="30" y="49"/>
                </a:lnTo>
                <a:lnTo>
                  <a:pt x="31" y="49"/>
                </a:lnTo>
                <a:lnTo>
                  <a:pt x="32" y="49"/>
                </a:lnTo>
                <a:lnTo>
                  <a:pt x="33" y="50"/>
                </a:lnTo>
                <a:lnTo>
                  <a:pt x="36" y="52"/>
                </a:lnTo>
                <a:lnTo>
                  <a:pt x="39" y="55"/>
                </a:lnTo>
                <a:lnTo>
                  <a:pt x="41" y="57"/>
                </a:lnTo>
                <a:lnTo>
                  <a:pt x="44" y="59"/>
                </a:lnTo>
                <a:lnTo>
                  <a:pt x="46" y="61"/>
                </a:lnTo>
                <a:lnTo>
                  <a:pt x="46" y="61"/>
                </a:lnTo>
                <a:lnTo>
                  <a:pt x="47" y="61"/>
                </a:lnTo>
                <a:lnTo>
                  <a:pt x="47" y="60"/>
                </a:lnTo>
                <a:lnTo>
                  <a:pt x="47" y="59"/>
                </a:lnTo>
                <a:lnTo>
                  <a:pt x="47" y="57"/>
                </a:lnTo>
                <a:lnTo>
                  <a:pt x="47" y="56"/>
                </a:lnTo>
                <a:lnTo>
                  <a:pt x="46" y="55"/>
                </a:lnTo>
                <a:lnTo>
                  <a:pt x="46" y="54"/>
                </a:lnTo>
                <a:lnTo>
                  <a:pt x="44" y="51"/>
                </a:lnTo>
                <a:lnTo>
                  <a:pt x="41" y="47"/>
                </a:lnTo>
                <a:lnTo>
                  <a:pt x="41" y="46"/>
                </a:lnTo>
                <a:lnTo>
                  <a:pt x="41" y="44"/>
                </a:lnTo>
                <a:lnTo>
                  <a:pt x="41" y="43"/>
                </a:lnTo>
                <a:lnTo>
                  <a:pt x="41" y="43"/>
                </a:lnTo>
                <a:lnTo>
                  <a:pt x="41" y="42"/>
                </a:lnTo>
                <a:lnTo>
                  <a:pt x="41" y="42"/>
                </a:lnTo>
                <a:lnTo>
                  <a:pt x="44" y="42"/>
                </a:lnTo>
                <a:lnTo>
                  <a:pt x="46" y="42"/>
                </a:lnTo>
                <a:lnTo>
                  <a:pt x="47" y="42"/>
                </a:lnTo>
                <a:lnTo>
                  <a:pt x="47" y="42"/>
                </a:lnTo>
                <a:lnTo>
                  <a:pt x="47" y="41"/>
                </a:lnTo>
                <a:lnTo>
                  <a:pt x="46" y="40"/>
                </a:lnTo>
                <a:lnTo>
                  <a:pt x="44" y="37"/>
                </a:lnTo>
                <a:lnTo>
                  <a:pt x="41" y="34"/>
                </a:lnTo>
                <a:lnTo>
                  <a:pt x="38" y="30"/>
                </a:lnTo>
                <a:lnTo>
                  <a:pt x="37" y="28"/>
                </a:lnTo>
                <a:lnTo>
                  <a:pt x="35" y="26"/>
                </a:lnTo>
                <a:lnTo>
                  <a:pt x="34" y="24"/>
                </a:lnTo>
                <a:lnTo>
                  <a:pt x="33" y="22"/>
                </a:lnTo>
                <a:lnTo>
                  <a:pt x="33" y="22"/>
                </a:lnTo>
                <a:lnTo>
                  <a:pt x="34" y="21"/>
                </a:lnTo>
                <a:lnTo>
                  <a:pt x="35" y="19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9"/>
                </a:lnTo>
                <a:lnTo>
                  <a:pt x="41" y="20"/>
                </a:lnTo>
                <a:lnTo>
                  <a:pt x="41" y="22"/>
                </a:lnTo>
                <a:lnTo>
                  <a:pt x="42" y="23"/>
                </a:lnTo>
                <a:lnTo>
                  <a:pt x="44" y="25"/>
                </a:lnTo>
                <a:lnTo>
                  <a:pt x="44" y="26"/>
                </a:lnTo>
                <a:lnTo>
                  <a:pt x="45" y="26"/>
                </a:lnTo>
                <a:lnTo>
                  <a:pt x="45" y="27"/>
                </a:lnTo>
                <a:lnTo>
                  <a:pt x="46" y="27"/>
                </a:lnTo>
                <a:lnTo>
                  <a:pt x="47" y="28"/>
                </a:lnTo>
                <a:lnTo>
                  <a:pt x="48" y="29"/>
                </a:lnTo>
                <a:lnTo>
                  <a:pt x="49" y="29"/>
                </a:lnTo>
                <a:lnTo>
                  <a:pt x="49" y="28"/>
                </a:lnTo>
                <a:lnTo>
                  <a:pt x="49" y="28"/>
                </a:lnTo>
                <a:lnTo>
                  <a:pt x="49" y="26"/>
                </a:lnTo>
                <a:lnTo>
                  <a:pt x="48" y="23"/>
                </a:lnTo>
                <a:lnTo>
                  <a:pt x="46" y="19"/>
                </a:lnTo>
                <a:lnTo>
                  <a:pt x="45" y="16"/>
                </a:lnTo>
                <a:lnTo>
                  <a:pt x="45" y="14"/>
                </a:lnTo>
                <a:lnTo>
                  <a:pt x="45" y="13"/>
                </a:lnTo>
                <a:lnTo>
                  <a:pt x="45" y="10"/>
                </a:lnTo>
                <a:lnTo>
                  <a:pt x="46" y="8"/>
                </a:lnTo>
                <a:lnTo>
                  <a:pt x="48" y="6"/>
                </a:lnTo>
                <a:lnTo>
                  <a:pt x="48" y="6"/>
                </a:lnTo>
                <a:lnTo>
                  <a:pt x="49" y="6"/>
                </a:lnTo>
                <a:lnTo>
                  <a:pt x="49" y="6"/>
                </a:lnTo>
                <a:lnTo>
                  <a:pt x="49" y="6"/>
                </a:lnTo>
                <a:lnTo>
                  <a:pt x="50" y="8"/>
                </a:lnTo>
                <a:lnTo>
                  <a:pt x="51" y="10"/>
                </a:lnTo>
                <a:lnTo>
                  <a:pt x="51" y="12"/>
                </a:lnTo>
                <a:lnTo>
                  <a:pt x="52" y="15"/>
                </a:lnTo>
                <a:lnTo>
                  <a:pt x="53" y="18"/>
                </a:lnTo>
                <a:lnTo>
                  <a:pt x="53" y="22"/>
                </a:lnTo>
                <a:lnTo>
                  <a:pt x="53" y="26"/>
                </a:lnTo>
                <a:lnTo>
                  <a:pt x="53" y="28"/>
                </a:lnTo>
                <a:lnTo>
                  <a:pt x="53" y="30"/>
                </a:lnTo>
                <a:lnTo>
                  <a:pt x="53" y="32"/>
                </a:lnTo>
                <a:lnTo>
                  <a:pt x="56" y="37"/>
                </a:lnTo>
                <a:lnTo>
                  <a:pt x="60" y="44"/>
                </a:lnTo>
                <a:lnTo>
                  <a:pt x="64" y="51"/>
                </a:lnTo>
                <a:lnTo>
                  <a:pt x="66" y="55"/>
                </a:lnTo>
                <a:lnTo>
                  <a:pt x="67" y="56"/>
                </a:lnTo>
                <a:lnTo>
                  <a:pt x="68" y="56"/>
                </a:lnTo>
                <a:lnTo>
                  <a:pt x="68" y="56"/>
                </a:lnTo>
                <a:lnTo>
                  <a:pt x="69" y="55"/>
                </a:lnTo>
                <a:lnTo>
                  <a:pt x="69" y="55"/>
                </a:lnTo>
                <a:lnTo>
                  <a:pt x="69" y="55"/>
                </a:lnTo>
                <a:lnTo>
                  <a:pt x="68" y="47"/>
                </a:lnTo>
                <a:lnTo>
                  <a:pt x="68" y="37"/>
                </a:lnTo>
                <a:lnTo>
                  <a:pt x="68" y="30"/>
                </a:lnTo>
                <a:lnTo>
                  <a:pt x="68" y="26"/>
                </a:lnTo>
                <a:lnTo>
                  <a:pt x="68" y="22"/>
                </a:lnTo>
                <a:lnTo>
                  <a:pt x="68" y="19"/>
                </a:lnTo>
                <a:lnTo>
                  <a:pt x="69" y="16"/>
                </a:lnTo>
                <a:lnTo>
                  <a:pt x="70" y="14"/>
                </a:lnTo>
                <a:lnTo>
                  <a:pt x="70" y="13"/>
                </a:lnTo>
                <a:lnTo>
                  <a:pt x="71" y="13"/>
                </a:lnTo>
                <a:lnTo>
                  <a:pt x="72" y="12"/>
                </a:lnTo>
                <a:lnTo>
                  <a:pt x="72" y="12"/>
                </a:lnTo>
                <a:lnTo>
                  <a:pt x="73" y="14"/>
                </a:lnTo>
                <a:lnTo>
                  <a:pt x="76" y="15"/>
                </a:lnTo>
                <a:lnTo>
                  <a:pt x="77" y="18"/>
                </a:lnTo>
                <a:lnTo>
                  <a:pt x="77" y="20"/>
                </a:lnTo>
                <a:lnTo>
                  <a:pt x="77" y="22"/>
                </a:lnTo>
                <a:lnTo>
                  <a:pt x="77" y="25"/>
                </a:lnTo>
                <a:lnTo>
                  <a:pt x="76" y="26"/>
                </a:lnTo>
                <a:lnTo>
                  <a:pt x="74" y="29"/>
                </a:lnTo>
                <a:lnTo>
                  <a:pt x="74" y="30"/>
                </a:lnTo>
                <a:lnTo>
                  <a:pt x="73" y="34"/>
                </a:lnTo>
                <a:lnTo>
                  <a:pt x="73" y="37"/>
                </a:lnTo>
                <a:lnTo>
                  <a:pt x="73" y="40"/>
                </a:lnTo>
                <a:lnTo>
                  <a:pt x="73" y="47"/>
                </a:lnTo>
                <a:lnTo>
                  <a:pt x="73" y="52"/>
                </a:lnTo>
                <a:lnTo>
                  <a:pt x="74" y="56"/>
                </a:lnTo>
                <a:lnTo>
                  <a:pt x="74" y="58"/>
                </a:lnTo>
                <a:lnTo>
                  <a:pt x="78" y="60"/>
                </a:lnTo>
                <a:lnTo>
                  <a:pt x="85" y="64"/>
                </a:lnTo>
                <a:lnTo>
                  <a:pt x="89" y="66"/>
                </a:lnTo>
                <a:lnTo>
                  <a:pt x="92" y="67"/>
                </a:lnTo>
                <a:lnTo>
                  <a:pt x="94" y="67"/>
                </a:lnTo>
                <a:lnTo>
                  <a:pt x="95" y="67"/>
                </a:lnTo>
                <a:lnTo>
                  <a:pt x="96" y="67"/>
                </a:lnTo>
                <a:lnTo>
                  <a:pt x="97" y="67"/>
                </a:lnTo>
                <a:lnTo>
                  <a:pt x="97" y="67"/>
                </a:lnTo>
                <a:lnTo>
                  <a:pt x="97" y="66"/>
                </a:lnTo>
                <a:lnTo>
                  <a:pt x="97" y="63"/>
                </a:lnTo>
                <a:lnTo>
                  <a:pt x="97" y="59"/>
                </a:lnTo>
                <a:lnTo>
                  <a:pt x="97" y="58"/>
                </a:lnTo>
                <a:lnTo>
                  <a:pt x="98" y="56"/>
                </a:lnTo>
                <a:lnTo>
                  <a:pt x="99" y="55"/>
                </a:lnTo>
                <a:lnTo>
                  <a:pt x="100" y="55"/>
                </a:lnTo>
                <a:lnTo>
                  <a:pt x="101" y="55"/>
                </a:lnTo>
                <a:lnTo>
                  <a:pt x="102" y="55"/>
                </a:lnTo>
                <a:lnTo>
                  <a:pt x="104" y="55"/>
                </a:lnTo>
                <a:lnTo>
                  <a:pt x="105" y="56"/>
                </a:lnTo>
                <a:lnTo>
                  <a:pt x="105" y="57"/>
                </a:lnTo>
                <a:lnTo>
                  <a:pt x="105" y="58"/>
                </a:lnTo>
                <a:lnTo>
                  <a:pt x="106" y="59"/>
                </a:lnTo>
                <a:lnTo>
                  <a:pt x="106" y="59"/>
                </a:lnTo>
                <a:lnTo>
                  <a:pt x="105" y="63"/>
                </a:lnTo>
                <a:lnTo>
                  <a:pt x="105" y="66"/>
                </a:lnTo>
                <a:lnTo>
                  <a:pt x="104" y="67"/>
                </a:lnTo>
                <a:lnTo>
                  <a:pt x="104" y="69"/>
                </a:lnTo>
                <a:lnTo>
                  <a:pt x="105" y="71"/>
                </a:lnTo>
                <a:lnTo>
                  <a:pt x="105" y="71"/>
                </a:lnTo>
                <a:lnTo>
                  <a:pt x="110" y="73"/>
                </a:lnTo>
                <a:lnTo>
                  <a:pt x="120" y="75"/>
                </a:lnTo>
                <a:lnTo>
                  <a:pt x="129" y="78"/>
                </a:lnTo>
                <a:lnTo>
                  <a:pt x="135" y="79"/>
                </a:lnTo>
                <a:lnTo>
                  <a:pt x="137" y="80"/>
                </a:lnTo>
                <a:lnTo>
                  <a:pt x="140" y="81"/>
                </a:lnTo>
                <a:lnTo>
                  <a:pt x="142" y="82"/>
                </a:lnTo>
                <a:lnTo>
                  <a:pt x="145" y="84"/>
                </a:lnTo>
                <a:lnTo>
                  <a:pt x="147" y="86"/>
                </a:lnTo>
                <a:lnTo>
                  <a:pt x="149" y="87"/>
                </a:lnTo>
                <a:lnTo>
                  <a:pt x="149" y="88"/>
                </a:lnTo>
                <a:lnTo>
                  <a:pt x="149" y="89"/>
                </a:lnTo>
                <a:lnTo>
                  <a:pt x="148" y="90"/>
                </a:lnTo>
                <a:lnTo>
                  <a:pt x="148" y="91"/>
                </a:lnTo>
                <a:lnTo>
                  <a:pt x="144" y="95"/>
                </a:lnTo>
                <a:lnTo>
                  <a:pt x="140" y="97"/>
                </a:lnTo>
                <a:lnTo>
                  <a:pt x="137" y="98"/>
                </a:lnTo>
                <a:lnTo>
                  <a:pt x="135" y="99"/>
                </a:lnTo>
                <a:lnTo>
                  <a:pt x="133" y="98"/>
                </a:lnTo>
                <a:lnTo>
                  <a:pt x="133" y="98"/>
                </a:lnTo>
                <a:lnTo>
                  <a:pt x="132" y="98"/>
                </a:lnTo>
                <a:lnTo>
                  <a:pt x="132" y="97"/>
                </a:lnTo>
                <a:lnTo>
                  <a:pt x="132" y="96"/>
                </a:lnTo>
                <a:lnTo>
                  <a:pt x="133" y="95"/>
                </a:lnTo>
                <a:lnTo>
                  <a:pt x="133" y="95"/>
                </a:lnTo>
                <a:lnTo>
                  <a:pt x="133" y="94"/>
                </a:lnTo>
                <a:lnTo>
                  <a:pt x="133" y="93"/>
                </a:lnTo>
                <a:lnTo>
                  <a:pt x="133" y="92"/>
                </a:lnTo>
                <a:lnTo>
                  <a:pt x="131" y="91"/>
                </a:lnTo>
                <a:lnTo>
                  <a:pt x="129" y="90"/>
                </a:lnTo>
                <a:lnTo>
                  <a:pt x="126" y="88"/>
                </a:lnTo>
                <a:lnTo>
                  <a:pt x="122" y="87"/>
                </a:lnTo>
                <a:lnTo>
                  <a:pt x="115" y="83"/>
                </a:lnTo>
                <a:lnTo>
                  <a:pt x="110" y="81"/>
                </a:lnTo>
                <a:lnTo>
                  <a:pt x="109" y="80"/>
                </a:lnTo>
                <a:lnTo>
                  <a:pt x="107" y="80"/>
                </a:lnTo>
                <a:lnTo>
                  <a:pt x="107" y="80"/>
                </a:lnTo>
                <a:lnTo>
                  <a:pt x="106" y="80"/>
                </a:lnTo>
                <a:lnTo>
                  <a:pt x="106" y="83"/>
                </a:lnTo>
                <a:lnTo>
                  <a:pt x="107" y="86"/>
                </a:lnTo>
                <a:lnTo>
                  <a:pt x="108" y="89"/>
                </a:lnTo>
                <a:lnTo>
                  <a:pt x="109" y="91"/>
                </a:lnTo>
                <a:lnTo>
                  <a:pt x="110" y="92"/>
                </a:lnTo>
                <a:lnTo>
                  <a:pt x="113" y="95"/>
                </a:lnTo>
                <a:lnTo>
                  <a:pt x="113" y="97"/>
                </a:lnTo>
                <a:lnTo>
                  <a:pt x="113" y="99"/>
                </a:lnTo>
                <a:lnTo>
                  <a:pt x="113" y="99"/>
                </a:lnTo>
                <a:lnTo>
                  <a:pt x="113" y="100"/>
                </a:lnTo>
                <a:lnTo>
                  <a:pt x="113" y="101"/>
                </a:lnTo>
                <a:lnTo>
                  <a:pt x="112" y="102"/>
                </a:lnTo>
                <a:lnTo>
                  <a:pt x="109" y="103"/>
                </a:lnTo>
                <a:lnTo>
                  <a:pt x="108" y="104"/>
                </a:lnTo>
                <a:lnTo>
                  <a:pt x="105" y="104"/>
                </a:lnTo>
                <a:lnTo>
                  <a:pt x="104" y="104"/>
                </a:lnTo>
                <a:lnTo>
                  <a:pt x="102" y="104"/>
                </a:lnTo>
                <a:lnTo>
                  <a:pt x="101" y="104"/>
                </a:lnTo>
                <a:lnTo>
                  <a:pt x="100" y="103"/>
                </a:lnTo>
                <a:lnTo>
                  <a:pt x="100" y="103"/>
                </a:lnTo>
                <a:lnTo>
                  <a:pt x="100" y="100"/>
                </a:lnTo>
                <a:lnTo>
                  <a:pt x="100" y="99"/>
                </a:lnTo>
                <a:lnTo>
                  <a:pt x="100" y="96"/>
                </a:lnTo>
                <a:lnTo>
                  <a:pt x="98" y="91"/>
                </a:lnTo>
                <a:lnTo>
                  <a:pt x="97" y="87"/>
                </a:lnTo>
                <a:lnTo>
                  <a:pt x="97" y="83"/>
                </a:lnTo>
                <a:lnTo>
                  <a:pt x="97" y="79"/>
                </a:lnTo>
                <a:lnTo>
                  <a:pt x="97" y="77"/>
                </a:lnTo>
                <a:lnTo>
                  <a:pt x="77" y="70"/>
                </a:lnTo>
                <a:lnTo>
                  <a:pt x="77" y="70"/>
                </a:lnTo>
                <a:lnTo>
                  <a:pt x="77" y="70"/>
                </a:lnTo>
                <a:lnTo>
                  <a:pt x="76" y="71"/>
                </a:lnTo>
                <a:lnTo>
                  <a:pt x="76" y="71"/>
                </a:lnTo>
                <a:lnTo>
                  <a:pt x="76" y="72"/>
                </a:lnTo>
                <a:lnTo>
                  <a:pt x="76" y="74"/>
                </a:lnTo>
                <a:lnTo>
                  <a:pt x="77" y="79"/>
                </a:lnTo>
                <a:lnTo>
                  <a:pt x="78" y="87"/>
                </a:lnTo>
                <a:lnTo>
                  <a:pt x="79" y="91"/>
                </a:lnTo>
                <a:lnTo>
                  <a:pt x="81" y="96"/>
                </a:lnTo>
                <a:lnTo>
                  <a:pt x="82" y="101"/>
                </a:lnTo>
                <a:lnTo>
                  <a:pt x="84" y="106"/>
                </a:lnTo>
                <a:lnTo>
                  <a:pt x="87" y="115"/>
                </a:lnTo>
                <a:lnTo>
                  <a:pt x="90" y="120"/>
                </a:lnTo>
                <a:lnTo>
                  <a:pt x="90" y="122"/>
                </a:lnTo>
                <a:lnTo>
                  <a:pt x="91" y="123"/>
                </a:lnTo>
                <a:lnTo>
                  <a:pt x="91" y="125"/>
                </a:lnTo>
                <a:lnTo>
                  <a:pt x="91" y="127"/>
                </a:lnTo>
                <a:lnTo>
                  <a:pt x="90" y="130"/>
                </a:lnTo>
                <a:lnTo>
                  <a:pt x="89" y="132"/>
                </a:lnTo>
                <a:lnTo>
                  <a:pt x="89" y="134"/>
                </a:lnTo>
                <a:lnTo>
                  <a:pt x="88" y="135"/>
                </a:lnTo>
                <a:lnTo>
                  <a:pt x="86" y="136"/>
                </a:lnTo>
                <a:lnTo>
                  <a:pt x="86" y="136"/>
                </a:lnTo>
                <a:lnTo>
                  <a:pt x="85" y="136"/>
                </a:lnTo>
                <a:lnTo>
                  <a:pt x="85" y="136"/>
                </a:lnTo>
                <a:lnTo>
                  <a:pt x="82" y="135"/>
                </a:lnTo>
                <a:lnTo>
                  <a:pt x="79" y="134"/>
                </a:lnTo>
                <a:lnTo>
                  <a:pt x="77" y="131"/>
                </a:lnTo>
                <a:lnTo>
                  <a:pt x="77" y="127"/>
                </a:lnTo>
                <a:lnTo>
                  <a:pt x="76" y="124"/>
                </a:lnTo>
                <a:lnTo>
                  <a:pt x="75" y="121"/>
                </a:lnTo>
                <a:lnTo>
                  <a:pt x="73" y="114"/>
                </a:lnTo>
                <a:lnTo>
                  <a:pt x="73" y="106"/>
                </a:lnTo>
                <a:lnTo>
                  <a:pt x="72" y="99"/>
                </a:lnTo>
                <a:lnTo>
                  <a:pt x="72" y="91"/>
                </a:lnTo>
                <a:lnTo>
                  <a:pt x="71" y="84"/>
                </a:lnTo>
                <a:lnTo>
                  <a:pt x="70" y="78"/>
                </a:lnTo>
                <a:lnTo>
                  <a:pt x="70" y="73"/>
                </a:lnTo>
                <a:lnTo>
                  <a:pt x="69" y="70"/>
                </a:lnTo>
                <a:lnTo>
                  <a:pt x="69" y="67"/>
                </a:lnTo>
                <a:lnTo>
                  <a:pt x="69" y="67"/>
                </a:lnTo>
                <a:lnTo>
                  <a:pt x="67" y="66"/>
                </a:lnTo>
                <a:lnTo>
                  <a:pt x="62" y="63"/>
                </a:lnTo>
                <a:lnTo>
                  <a:pt x="57" y="60"/>
                </a:lnTo>
                <a:lnTo>
                  <a:pt x="55" y="59"/>
                </a:lnTo>
                <a:lnTo>
                  <a:pt x="54" y="59"/>
                </a:lnTo>
                <a:lnTo>
                  <a:pt x="54" y="59"/>
                </a:lnTo>
                <a:lnTo>
                  <a:pt x="54" y="60"/>
                </a:lnTo>
                <a:lnTo>
                  <a:pt x="54" y="62"/>
                </a:lnTo>
                <a:lnTo>
                  <a:pt x="54" y="67"/>
                </a:lnTo>
                <a:lnTo>
                  <a:pt x="55" y="71"/>
                </a:lnTo>
                <a:lnTo>
                  <a:pt x="55" y="75"/>
                </a:lnTo>
                <a:lnTo>
                  <a:pt x="55" y="79"/>
                </a:lnTo>
                <a:lnTo>
                  <a:pt x="57" y="83"/>
                </a:lnTo>
                <a:lnTo>
                  <a:pt x="57" y="86"/>
                </a:lnTo>
                <a:lnTo>
                  <a:pt x="57" y="87"/>
                </a:lnTo>
                <a:lnTo>
                  <a:pt x="57" y="89"/>
                </a:lnTo>
                <a:lnTo>
                  <a:pt x="56" y="91"/>
                </a:lnTo>
                <a:lnTo>
                  <a:pt x="55" y="91"/>
                </a:lnTo>
                <a:lnTo>
                  <a:pt x="53" y="92"/>
                </a:lnTo>
                <a:lnTo>
                  <a:pt x="51" y="92"/>
                </a:lnTo>
                <a:lnTo>
                  <a:pt x="49" y="92"/>
                </a:lnTo>
                <a:lnTo>
                  <a:pt x="49" y="91"/>
                </a:lnTo>
                <a:lnTo>
                  <a:pt x="48" y="90"/>
                </a:lnTo>
                <a:lnTo>
                  <a:pt x="47" y="89"/>
                </a:lnTo>
                <a:lnTo>
                  <a:pt x="47" y="87"/>
                </a:lnTo>
                <a:lnTo>
                  <a:pt x="46" y="85"/>
                </a:lnTo>
                <a:lnTo>
                  <a:pt x="46" y="78"/>
                </a:lnTo>
                <a:lnTo>
                  <a:pt x="46" y="73"/>
                </a:lnTo>
                <a:lnTo>
                  <a:pt x="45" y="71"/>
                </a:lnTo>
                <a:lnTo>
                  <a:pt x="44" y="71"/>
                </a:lnTo>
                <a:lnTo>
                  <a:pt x="41" y="68"/>
                </a:lnTo>
                <a:lnTo>
                  <a:pt x="38" y="66"/>
                </a:lnTo>
                <a:lnTo>
                  <a:pt x="35" y="63"/>
                </a:lnTo>
                <a:lnTo>
                  <a:pt x="32" y="6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" rIns="90000" bIns="14400" anchor="ctr">
            <a:noAutofit/>
          </a:bodyPr>
          <a:lstStyle/>
          <a:p>
            <a:endParaRPr/>
          </a:p>
        </p:txBody>
      </p:sp>
      <p:sp>
        <p:nvSpPr>
          <p:cNvPr id="460" name="îsḻíďê">
            <a:extLst>
              <a:ext uri="{FF2B5EF4-FFF2-40B4-BE49-F238E27FC236}">
                <a16:creationId xmlns:a16="http://schemas.microsoft.com/office/drawing/2014/main" id="{AEAF3CD6-3876-44F9-A34C-4B91AF870755}"/>
              </a:ext>
            </a:extLst>
          </p:cNvPr>
          <p:cNvSpPr>
            <a:spLocks noGrp="1"/>
          </p:cNvSpPr>
          <p:nvPr/>
        </p:nvSpPr>
        <p:spPr>
          <a:xfrm>
            <a:off x="862920" y="627480"/>
            <a:ext cx="16200" cy="17280"/>
          </a:xfrm>
          <a:custGeom>
            <a:avLst/>
            <a:gdLst>
              <a:gd name="textAreaLeft" fmla="*/ 0 w 16200"/>
              <a:gd name="textAreaRight" fmla="*/ 16560 w 16200"/>
              <a:gd name="textAreaTop" fmla="*/ 0 h 17280"/>
              <a:gd name="textAreaBottom" fmla="*/ 17640 h 17280"/>
              <a:gd name="GluePoint1X" fmla="*/ 0 w 38"/>
              <a:gd name="GluePoint1Y" fmla="*/ 4 h 40"/>
              <a:gd name="GluePoint2X" fmla="*/ 0 w 38"/>
              <a:gd name="GluePoint2Y" fmla="*/ 4 h 40"/>
              <a:gd name="GluePoint3X" fmla="*/ 1 w 38"/>
              <a:gd name="GluePoint3Y" fmla="*/ 2 h 40"/>
              <a:gd name="GluePoint4X" fmla="*/ 2 w 38"/>
              <a:gd name="GluePoint4Y" fmla="*/ 1 h 40"/>
              <a:gd name="GluePoint5X" fmla="*/ 2 w 38"/>
              <a:gd name="GluePoint5Y" fmla="*/ 1 h 40"/>
              <a:gd name="GluePoint6X" fmla="*/ 3 w 38"/>
              <a:gd name="GluePoint6Y" fmla="*/ 0 h 40"/>
              <a:gd name="GluePoint7X" fmla="*/ 5 w 38"/>
              <a:gd name="GluePoint7Y" fmla="*/ 0 h 40"/>
              <a:gd name="GluePoint8X" fmla="*/ 6 w 38"/>
              <a:gd name="GluePoint8Y" fmla="*/ 0 h 40"/>
              <a:gd name="GluePoint9X" fmla="*/ 8 w 38"/>
              <a:gd name="GluePoint9Y" fmla="*/ 1 h 40"/>
              <a:gd name="GluePoint10X" fmla="*/ 10 w 38"/>
              <a:gd name="GluePoint10Y" fmla="*/ 3 h 40"/>
              <a:gd name="GluePoint11X" fmla="*/ 13 w 38"/>
              <a:gd name="GluePoint11Y" fmla="*/ 4 h 40"/>
              <a:gd name="GluePoint12X" fmla="*/ 18 w 38"/>
              <a:gd name="GluePoint12Y" fmla="*/ 8 h 40"/>
              <a:gd name="GluePoint13X" fmla="*/ 24 w 38"/>
              <a:gd name="GluePoint13Y" fmla="*/ 12 h 40"/>
              <a:gd name="GluePoint14X" fmla="*/ 29 w 38"/>
              <a:gd name="GluePoint14Y" fmla="*/ 17 h 40"/>
              <a:gd name="GluePoint15X" fmla="*/ 34 w 38"/>
              <a:gd name="GluePoint15Y" fmla="*/ 22 h 40"/>
              <a:gd name="GluePoint16X" fmla="*/ 35 w 38"/>
              <a:gd name="GluePoint16Y" fmla="*/ 24 h 40"/>
              <a:gd name="GluePoint17X" fmla="*/ 36 w 38"/>
              <a:gd name="GluePoint17Y" fmla="*/ 26 h 40"/>
              <a:gd name="GluePoint18X" fmla="*/ 38 w 38"/>
              <a:gd name="GluePoint18Y" fmla="*/ 28 h 40"/>
              <a:gd name="GluePoint19X" fmla="*/ 38 w 38"/>
              <a:gd name="GluePoint19Y" fmla="*/ 28 h 40"/>
              <a:gd name="GluePoint20X" fmla="*/ 36 w 38"/>
              <a:gd name="GluePoint20Y" fmla="*/ 31 h 40"/>
              <a:gd name="GluePoint21X" fmla="*/ 33 w 38"/>
              <a:gd name="GluePoint21Y" fmla="*/ 35 h 40"/>
              <a:gd name="GluePoint22X" fmla="*/ 31 w 38"/>
              <a:gd name="GluePoint22Y" fmla="*/ 37 h 40"/>
              <a:gd name="GluePoint23X" fmla="*/ 30 w 38"/>
              <a:gd name="GluePoint23Y" fmla="*/ 39 h 40"/>
              <a:gd name="GluePoint24X" fmla="*/ 28 w 38"/>
              <a:gd name="GluePoint24Y" fmla="*/ 40 h 40"/>
              <a:gd name="GluePoint25X" fmla="*/ 26 w 38"/>
              <a:gd name="GluePoint25Y" fmla="*/ 40 h 40"/>
              <a:gd name="GluePoint26X" fmla="*/ 26 w 38"/>
              <a:gd name="GluePoint26Y" fmla="*/ 39 h 40"/>
              <a:gd name="GluePoint27X" fmla="*/ 25 w 38"/>
              <a:gd name="GluePoint27Y" fmla="*/ 39 h 40"/>
              <a:gd name="GluePoint28X" fmla="*/ 24 w 38"/>
              <a:gd name="GluePoint28Y" fmla="*/ 37 h 40"/>
              <a:gd name="GluePoint29X" fmla="*/ 23 w 38"/>
              <a:gd name="GluePoint29Y" fmla="*/ 36 h 40"/>
              <a:gd name="GluePoint30X" fmla="*/ 22 w 38"/>
              <a:gd name="GluePoint30Y" fmla="*/ 33 h 40"/>
              <a:gd name="GluePoint31X" fmla="*/ 20 w 38"/>
              <a:gd name="GluePoint31Y" fmla="*/ 30 h 40"/>
              <a:gd name="GluePoint32X" fmla="*/ 18 w 38"/>
              <a:gd name="GluePoint32Y" fmla="*/ 27 h 40"/>
              <a:gd name="GluePoint33X" fmla="*/ 15 w 38"/>
              <a:gd name="GluePoint33Y" fmla="*/ 23 h 40"/>
              <a:gd name="GluePoint34X" fmla="*/ 14 w 38"/>
              <a:gd name="GluePoint34Y" fmla="*/ 20 h 40"/>
              <a:gd name="GluePoint35X" fmla="*/ 10 w 38"/>
              <a:gd name="GluePoint35Y" fmla="*/ 16 h 40"/>
              <a:gd name="GluePoint36X" fmla="*/ 5 w 38"/>
              <a:gd name="GluePoint36Y" fmla="*/ 10 h 40"/>
              <a:gd name="GluePoint37X" fmla="*/ 0 w 38"/>
              <a:gd name="GluePoint37Y" fmla="*/ 4 h 40"/>
            </a:gdLst>
            <a:ahLst/>
            <a:cxnLst/>
            <a:rect l="textAreaLeft" t="textAreaTop" r="textAreaRight" b="textAreaBottom"/>
            <a:pathLst>
              <a:path w="38" h="40">
                <a:moveTo>
                  <a:pt x="0" y="4"/>
                </a:moveTo>
                <a:lnTo>
                  <a:pt x="0" y="4"/>
                </a:lnTo>
                <a:lnTo>
                  <a:pt x="1" y="2"/>
                </a:lnTo>
                <a:lnTo>
                  <a:pt x="2" y="1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10" y="3"/>
                </a:lnTo>
                <a:lnTo>
                  <a:pt x="13" y="4"/>
                </a:lnTo>
                <a:lnTo>
                  <a:pt x="18" y="8"/>
                </a:lnTo>
                <a:lnTo>
                  <a:pt x="24" y="12"/>
                </a:lnTo>
                <a:lnTo>
                  <a:pt x="29" y="17"/>
                </a:lnTo>
                <a:lnTo>
                  <a:pt x="34" y="22"/>
                </a:lnTo>
                <a:lnTo>
                  <a:pt x="35" y="24"/>
                </a:lnTo>
                <a:lnTo>
                  <a:pt x="36" y="26"/>
                </a:lnTo>
                <a:lnTo>
                  <a:pt x="38" y="28"/>
                </a:lnTo>
                <a:lnTo>
                  <a:pt x="38" y="28"/>
                </a:lnTo>
                <a:lnTo>
                  <a:pt x="36" y="31"/>
                </a:lnTo>
                <a:lnTo>
                  <a:pt x="33" y="35"/>
                </a:lnTo>
                <a:lnTo>
                  <a:pt x="31" y="37"/>
                </a:lnTo>
                <a:lnTo>
                  <a:pt x="30" y="39"/>
                </a:lnTo>
                <a:lnTo>
                  <a:pt x="28" y="40"/>
                </a:lnTo>
                <a:lnTo>
                  <a:pt x="26" y="40"/>
                </a:lnTo>
                <a:lnTo>
                  <a:pt x="26" y="39"/>
                </a:lnTo>
                <a:lnTo>
                  <a:pt x="25" y="39"/>
                </a:lnTo>
                <a:lnTo>
                  <a:pt x="24" y="37"/>
                </a:lnTo>
                <a:lnTo>
                  <a:pt x="23" y="36"/>
                </a:lnTo>
                <a:lnTo>
                  <a:pt x="22" y="33"/>
                </a:lnTo>
                <a:lnTo>
                  <a:pt x="20" y="30"/>
                </a:lnTo>
                <a:lnTo>
                  <a:pt x="18" y="27"/>
                </a:lnTo>
                <a:lnTo>
                  <a:pt x="15" y="23"/>
                </a:lnTo>
                <a:lnTo>
                  <a:pt x="14" y="20"/>
                </a:lnTo>
                <a:lnTo>
                  <a:pt x="10" y="16"/>
                </a:lnTo>
                <a:lnTo>
                  <a:pt x="5" y="10"/>
                </a:lnTo>
                <a:lnTo>
                  <a:pt x="0" y="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ctr">
            <a:noAutofit/>
          </a:bodyPr>
          <a:lstStyle/>
          <a:p>
            <a:endParaRPr/>
          </a:p>
        </p:txBody>
      </p:sp>
      <p:sp>
        <p:nvSpPr>
          <p:cNvPr id="461" name="îSlíḍé">
            <a:extLst>
              <a:ext uri="{FF2B5EF4-FFF2-40B4-BE49-F238E27FC236}">
                <a16:creationId xmlns:a16="http://schemas.microsoft.com/office/drawing/2014/main" id="{CDAB1B3F-9CD3-4BAD-A535-7E700F328B24}"/>
              </a:ext>
            </a:extLst>
          </p:cNvPr>
          <p:cNvSpPr>
            <a:spLocks noGrp="1"/>
          </p:cNvSpPr>
          <p:nvPr/>
        </p:nvSpPr>
        <p:spPr>
          <a:xfrm>
            <a:off x="845280" y="583200"/>
            <a:ext cx="56160" cy="47160"/>
          </a:xfrm>
          <a:custGeom>
            <a:avLst/>
            <a:gdLst>
              <a:gd name="textAreaLeft" fmla="*/ 0 w 56160"/>
              <a:gd name="textAreaRight" fmla="*/ 56520 w 56160"/>
              <a:gd name="textAreaTop" fmla="*/ 0 h 47160"/>
              <a:gd name="textAreaBottom" fmla="*/ 47520 h 47160"/>
              <a:gd name="GluePoint1X" fmla="*/ 17 w 129"/>
              <a:gd name="GluePoint1Y" fmla="*/ 93 h 109"/>
              <a:gd name="GluePoint2X" fmla="*/ 11 w 129"/>
              <a:gd name="GluePoint2Y" fmla="*/ 93 h 109"/>
              <a:gd name="GluePoint3X" fmla="*/ 3 w 129"/>
              <a:gd name="GluePoint3Y" fmla="*/ 95 h 109"/>
              <a:gd name="GluePoint4X" fmla="*/ 5 w 129"/>
              <a:gd name="GluePoint4Y" fmla="*/ 86 h 109"/>
              <a:gd name="GluePoint5X" fmla="*/ 13 w 129"/>
              <a:gd name="GluePoint5Y" fmla="*/ 60 h 109"/>
              <a:gd name="GluePoint6X" fmla="*/ 16 w 129"/>
              <a:gd name="GluePoint6Y" fmla="*/ 44 h 109"/>
              <a:gd name="GluePoint7X" fmla="*/ 4 w 129"/>
              <a:gd name="GluePoint7Y" fmla="*/ 21 h 109"/>
              <a:gd name="GluePoint8X" fmla="*/ 1 w 129"/>
              <a:gd name="GluePoint8Y" fmla="*/ 15 h 109"/>
              <a:gd name="GluePoint9X" fmla="*/ 22 w 129"/>
              <a:gd name="GluePoint9Y" fmla="*/ 17 h 109"/>
              <a:gd name="GluePoint10X" fmla="*/ 27 w 129"/>
              <a:gd name="GluePoint10Y" fmla="*/ 9 h 109"/>
              <a:gd name="GluePoint11X" fmla="*/ 35 w 129"/>
              <a:gd name="GluePoint11Y" fmla="*/ 17 h 109"/>
              <a:gd name="GluePoint12X" fmla="*/ 33 w 129"/>
              <a:gd name="GluePoint12Y" fmla="*/ 37 h 109"/>
              <a:gd name="GluePoint13X" fmla="*/ 37 w 129"/>
              <a:gd name="GluePoint13Y" fmla="*/ 64 h 109"/>
              <a:gd name="GluePoint14X" fmla="*/ 42 w 129"/>
              <a:gd name="GluePoint14Y" fmla="*/ 73 h 109"/>
              <a:gd name="GluePoint15X" fmla="*/ 46 w 129"/>
              <a:gd name="GluePoint15Y" fmla="*/ 65 h 109"/>
              <a:gd name="GluePoint16X" fmla="*/ 47 w 129"/>
              <a:gd name="GluePoint16Y" fmla="*/ 50 h 109"/>
              <a:gd name="GluePoint17X" fmla="*/ 45 w 129"/>
              <a:gd name="GluePoint17Y" fmla="*/ 42 h 109"/>
              <a:gd name="GluePoint18X" fmla="*/ 46 w 129"/>
              <a:gd name="GluePoint18Y" fmla="*/ 36 h 109"/>
              <a:gd name="GluePoint19X" fmla="*/ 52 w 129"/>
              <a:gd name="GluePoint19Y" fmla="*/ 16 h 109"/>
              <a:gd name="GluePoint20X" fmla="*/ 58 w 129"/>
              <a:gd name="GluePoint20Y" fmla="*/ 1 h 109"/>
              <a:gd name="GluePoint21X" fmla="*/ 66 w 129"/>
              <a:gd name="GluePoint21Y" fmla="*/ 8 h 109"/>
              <a:gd name="GluePoint22X" fmla="*/ 101 w 129"/>
              <a:gd name="GluePoint22Y" fmla="*/ 50 h 109"/>
              <a:gd name="GluePoint23X" fmla="*/ 128 w 129"/>
              <a:gd name="GluePoint23Y" fmla="*/ 82 h 109"/>
              <a:gd name="GluePoint24X" fmla="*/ 122 w 129"/>
              <a:gd name="GluePoint24Y" fmla="*/ 89 h 109"/>
              <a:gd name="GluePoint25X" fmla="*/ 96 w 129"/>
              <a:gd name="GluePoint25Y" fmla="*/ 90 h 109"/>
              <a:gd name="GluePoint26X" fmla="*/ 102 w 129"/>
              <a:gd name="GluePoint26Y" fmla="*/ 86 h 109"/>
              <a:gd name="GluePoint27X" fmla="*/ 110 w 129"/>
              <a:gd name="GluePoint27Y" fmla="*/ 80 h 109"/>
              <a:gd name="GluePoint28X" fmla="*/ 78 w 129"/>
              <a:gd name="GluePoint28Y" fmla="*/ 41 h 109"/>
              <a:gd name="GluePoint29X" fmla="*/ 59 w 129"/>
              <a:gd name="GluePoint29Y" fmla="*/ 13 h 109"/>
              <a:gd name="GluePoint30X" fmla="*/ 55 w 129"/>
              <a:gd name="GluePoint30Y" fmla="*/ 28 h 109"/>
              <a:gd name="GluePoint31X" fmla="*/ 58 w 129"/>
              <a:gd name="GluePoint31Y" fmla="*/ 35 h 109"/>
              <a:gd name="GluePoint32X" fmla="*/ 63 w 129"/>
              <a:gd name="GluePoint32Y" fmla="*/ 41 h 109"/>
              <a:gd name="GluePoint33X" fmla="*/ 56 w 129"/>
              <a:gd name="GluePoint33Y" fmla="*/ 58 h 109"/>
              <a:gd name="GluePoint34X" fmla="*/ 58 w 129"/>
              <a:gd name="GluePoint34Y" fmla="*/ 71 h 109"/>
              <a:gd name="GluePoint35X" fmla="*/ 56 w 129"/>
              <a:gd name="GluePoint35Y" fmla="*/ 77 h 109"/>
              <a:gd name="GluePoint36X" fmla="*/ 43 w 129"/>
              <a:gd name="GluePoint36Y" fmla="*/ 96 h 109"/>
              <a:gd name="GluePoint37X" fmla="*/ 39 w 129"/>
              <a:gd name="GluePoint37Y" fmla="*/ 97 h 109"/>
              <a:gd name="GluePoint38X" fmla="*/ 42 w 129"/>
              <a:gd name="GluePoint38Y" fmla="*/ 80 h 109"/>
              <a:gd name="GluePoint39X" fmla="*/ 37 w 129"/>
              <a:gd name="GluePoint39Y" fmla="*/ 73 h 109"/>
              <a:gd name="GluePoint40X" fmla="*/ 28 w 129"/>
              <a:gd name="GluePoint40Y" fmla="*/ 57 h 109"/>
              <a:gd name="GluePoint41X" fmla="*/ 22 w 129"/>
              <a:gd name="GluePoint41Y" fmla="*/ 66 h 109"/>
              <a:gd name="GluePoint42X" fmla="*/ 70 w 129"/>
              <a:gd name="GluePoint42Y" fmla="*/ 90 h 109"/>
              <a:gd name="GluePoint43X" fmla="*/ 72 w 129"/>
              <a:gd name="GluePoint43Y" fmla="*/ 107 h 109"/>
              <a:gd name="GluePoint44X" fmla="*/ 79 w 129"/>
              <a:gd name="GluePoint44Y" fmla="*/ 101 h 109"/>
              <a:gd name="GluePoint45X" fmla="*/ 87 w 129"/>
              <a:gd name="GluePoint45Y" fmla="*/ 107 h 109"/>
              <a:gd name="GluePoint46X" fmla="*/ 96 w 129"/>
              <a:gd name="GluePoint46Y" fmla="*/ 109 h 109"/>
              <a:gd name="GluePoint47X" fmla="*/ 100 w 129"/>
              <a:gd name="GluePoint47Y" fmla="*/ 106 h 109"/>
              <a:gd name="GluePoint48X" fmla="*/ 88 w 129"/>
              <a:gd name="GluePoint48Y" fmla="*/ 89 h 109"/>
              <a:gd name="GluePoint49X" fmla="*/ 86 w 129"/>
              <a:gd name="GluePoint49Y" fmla="*/ 73 h 109"/>
              <a:gd name="GluePoint50X" fmla="*/ 80 w 129"/>
              <a:gd name="GluePoint50Y" fmla="*/ 77 h 109"/>
              <a:gd name="GluePoint51X" fmla="*/ 70 w 129"/>
              <a:gd name="GluePoint51Y" fmla="*/ 90 h 109"/>
              <a:gd name="GluePoint52X" fmla="*/ 69 w 129"/>
              <a:gd name="GluePoint52Y" fmla="*/ 82 h 109"/>
              <a:gd name="GluePoint53X" fmla="*/ 75 w 129"/>
              <a:gd name="GluePoint53Y" fmla="*/ 70 h 109"/>
              <a:gd name="GluePoint54X" fmla="*/ 71 w 129"/>
              <a:gd name="GluePoint54Y" fmla="*/ 67 h 109"/>
              <a:gd name="GluePoint55X" fmla="*/ 65 w 129"/>
              <a:gd name="GluePoint55Y" fmla="*/ 71 h 109"/>
              <a:gd name="GluePoint56X" fmla="*/ 62 w 129"/>
              <a:gd name="GluePoint56Y" fmla="*/ 77 h 109"/>
              <a:gd name="GluePoint57X" fmla="*/ 58 w 129"/>
              <a:gd name="GluePoint57Y" fmla="*/ 85 h 109"/>
              <a:gd name="GluePoint58X" fmla="*/ 62 w 129"/>
              <a:gd name="GluePoint58Y" fmla="*/ 86 h 109"/>
            </a:gdLst>
            <a:ahLst/>
            <a:cxnLst/>
            <a:rect l="textAreaLeft" t="textAreaTop" r="textAreaRight" b="textAreaBottom"/>
            <a:pathLst>
              <a:path w="129" h="109">
                <a:moveTo>
                  <a:pt x="19" y="83"/>
                </a:moveTo>
                <a:lnTo>
                  <a:pt x="19" y="84"/>
                </a:lnTo>
                <a:lnTo>
                  <a:pt x="18" y="86"/>
                </a:lnTo>
                <a:lnTo>
                  <a:pt x="18" y="89"/>
                </a:lnTo>
                <a:lnTo>
                  <a:pt x="18" y="91"/>
                </a:lnTo>
                <a:lnTo>
                  <a:pt x="17" y="93"/>
                </a:lnTo>
                <a:lnTo>
                  <a:pt x="14" y="93"/>
                </a:lnTo>
                <a:lnTo>
                  <a:pt x="14" y="93"/>
                </a:lnTo>
                <a:lnTo>
                  <a:pt x="12" y="93"/>
                </a:lnTo>
                <a:lnTo>
                  <a:pt x="11" y="93"/>
                </a:lnTo>
                <a:lnTo>
                  <a:pt x="11" y="93"/>
                </a:lnTo>
                <a:lnTo>
                  <a:pt x="11" y="93"/>
                </a:lnTo>
                <a:lnTo>
                  <a:pt x="10" y="94"/>
                </a:lnTo>
                <a:lnTo>
                  <a:pt x="10" y="95"/>
                </a:lnTo>
                <a:lnTo>
                  <a:pt x="8" y="95"/>
                </a:lnTo>
                <a:lnTo>
                  <a:pt x="6" y="95"/>
                </a:lnTo>
                <a:lnTo>
                  <a:pt x="5" y="95"/>
                </a:lnTo>
                <a:lnTo>
                  <a:pt x="3" y="95"/>
                </a:lnTo>
                <a:lnTo>
                  <a:pt x="2" y="94"/>
                </a:lnTo>
                <a:lnTo>
                  <a:pt x="2" y="93"/>
                </a:lnTo>
                <a:lnTo>
                  <a:pt x="1" y="93"/>
                </a:lnTo>
                <a:lnTo>
                  <a:pt x="2" y="92"/>
                </a:lnTo>
                <a:lnTo>
                  <a:pt x="2" y="91"/>
                </a:lnTo>
                <a:lnTo>
                  <a:pt x="5" y="86"/>
                </a:lnTo>
                <a:lnTo>
                  <a:pt x="7" y="84"/>
                </a:lnTo>
                <a:lnTo>
                  <a:pt x="8" y="80"/>
                </a:lnTo>
                <a:lnTo>
                  <a:pt x="10" y="75"/>
                </a:lnTo>
                <a:lnTo>
                  <a:pt x="11" y="69"/>
                </a:lnTo>
                <a:lnTo>
                  <a:pt x="12" y="65"/>
                </a:lnTo>
                <a:lnTo>
                  <a:pt x="13" y="60"/>
                </a:lnTo>
                <a:lnTo>
                  <a:pt x="14" y="54"/>
                </a:lnTo>
                <a:lnTo>
                  <a:pt x="16" y="50"/>
                </a:lnTo>
                <a:lnTo>
                  <a:pt x="17" y="49"/>
                </a:lnTo>
                <a:lnTo>
                  <a:pt x="17" y="48"/>
                </a:lnTo>
                <a:lnTo>
                  <a:pt x="17" y="45"/>
                </a:lnTo>
                <a:lnTo>
                  <a:pt x="16" y="44"/>
                </a:lnTo>
                <a:lnTo>
                  <a:pt x="15" y="42"/>
                </a:lnTo>
                <a:lnTo>
                  <a:pt x="14" y="40"/>
                </a:lnTo>
                <a:lnTo>
                  <a:pt x="13" y="37"/>
                </a:lnTo>
                <a:lnTo>
                  <a:pt x="9" y="30"/>
                </a:lnTo>
                <a:lnTo>
                  <a:pt x="5" y="25"/>
                </a:lnTo>
                <a:lnTo>
                  <a:pt x="4" y="21"/>
                </a:lnTo>
                <a:lnTo>
                  <a:pt x="1" y="19"/>
                </a:lnTo>
                <a:lnTo>
                  <a:pt x="1" y="17"/>
                </a:lnTo>
                <a:lnTo>
                  <a:pt x="0" y="16"/>
                </a:lnTo>
                <a:lnTo>
                  <a:pt x="0" y="16"/>
                </a:lnTo>
                <a:lnTo>
                  <a:pt x="1" y="15"/>
                </a:lnTo>
                <a:lnTo>
                  <a:pt x="1" y="15"/>
                </a:lnTo>
                <a:lnTo>
                  <a:pt x="1" y="15"/>
                </a:lnTo>
                <a:lnTo>
                  <a:pt x="5" y="15"/>
                </a:lnTo>
                <a:lnTo>
                  <a:pt x="12" y="16"/>
                </a:lnTo>
                <a:lnTo>
                  <a:pt x="18" y="17"/>
                </a:lnTo>
                <a:lnTo>
                  <a:pt x="22" y="17"/>
                </a:lnTo>
                <a:lnTo>
                  <a:pt x="22" y="17"/>
                </a:lnTo>
                <a:lnTo>
                  <a:pt x="23" y="17"/>
                </a:lnTo>
                <a:lnTo>
                  <a:pt x="24" y="17"/>
                </a:lnTo>
                <a:lnTo>
                  <a:pt x="25" y="15"/>
                </a:lnTo>
                <a:lnTo>
                  <a:pt x="26" y="12"/>
                </a:lnTo>
                <a:lnTo>
                  <a:pt x="26" y="9"/>
                </a:lnTo>
                <a:lnTo>
                  <a:pt x="27" y="9"/>
                </a:lnTo>
                <a:lnTo>
                  <a:pt x="28" y="8"/>
                </a:lnTo>
                <a:lnTo>
                  <a:pt x="29" y="9"/>
                </a:lnTo>
                <a:lnTo>
                  <a:pt x="30" y="9"/>
                </a:lnTo>
                <a:lnTo>
                  <a:pt x="32" y="12"/>
                </a:lnTo>
                <a:lnTo>
                  <a:pt x="34" y="15"/>
                </a:lnTo>
                <a:lnTo>
                  <a:pt x="35" y="17"/>
                </a:lnTo>
                <a:lnTo>
                  <a:pt x="36" y="20"/>
                </a:lnTo>
                <a:lnTo>
                  <a:pt x="36" y="22"/>
                </a:lnTo>
                <a:lnTo>
                  <a:pt x="35" y="25"/>
                </a:lnTo>
                <a:lnTo>
                  <a:pt x="34" y="30"/>
                </a:lnTo>
                <a:lnTo>
                  <a:pt x="33" y="36"/>
                </a:lnTo>
                <a:lnTo>
                  <a:pt x="33" y="37"/>
                </a:lnTo>
                <a:lnTo>
                  <a:pt x="33" y="41"/>
                </a:lnTo>
                <a:lnTo>
                  <a:pt x="34" y="44"/>
                </a:lnTo>
                <a:lnTo>
                  <a:pt x="34" y="47"/>
                </a:lnTo>
                <a:lnTo>
                  <a:pt x="35" y="54"/>
                </a:lnTo>
                <a:lnTo>
                  <a:pt x="37" y="60"/>
                </a:lnTo>
                <a:lnTo>
                  <a:pt x="37" y="64"/>
                </a:lnTo>
                <a:lnTo>
                  <a:pt x="38" y="65"/>
                </a:lnTo>
                <a:lnTo>
                  <a:pt x="39" y="67"/>
                </a:lnTo>
                <a:lnTo>
                  <a:pt x="40" y="70"/>
                </a:lnTo>
                <a:lnTo>
                  <a:pt x="41" y="71"/>
                </a:lnTo>
                <a:lnTo>
                  <a:pt x="41" y="72"/>
                </a:lnTo>
                <a:lnTo>
                  <a:pt x="42" y="73"/>
                </a:lnTo>
                <a:lnTo>
                  <a:pt x="42" y="73"/>
                </a:lnTo>
                <a:lnTo>
                  <a:pt x="42" y="71"/>
                </a:lnTo>
                <a:lnTo>
                  <a:pt x="44" y="70"/>
                </a:lnTo>
                <a:lnTo>
                  <a:pt x="45" y="69"/>
                </a:lnTo>
                <a:lnTo>
                  <a:pt x="46" y="67"/>
                </a:lnTo>
                <a:lnTo>
                  <a:pt x="46" y="65"/>
                </a:lnTo>
                <a:lnTo>
                  <a:pt x="47" y="62"/>
                </a:lnTo>
                <a:lnTo>
                  <a:pt x="48" y="59"/>
                </a:lnTo>
                <a:lnTo>
                  <a:pt x="48" y="56"/>
                </a:lnTo>
                <a:lnTo>
                  <a:pt x="48" y="54"/>
                </a:lnTo>
                <a:lnTo>
                  <a:pt x="48" y="52"/>
                </a:lnTo>
                <a:lnTo>
                  <a:pt x="47" y="50"/>
                </a:lnTo>
                <a:lnTo>
                  <a:pt x="47" y="49"/>
                </a:lnTo>
                <a:lnTo>
                  <a:pt x="46" y="46"/>
                </a:lnTo>
                <a:lnTo>
                  <a:pt x="46" y="44"/>
                </a:lnTo>
                <a:lnTo>
                  <a:pt x="46" y="44"/>
                </a:lnTo>
                <a:lnTo>
                  <a:pt x="45" y="43"/>
                </a:lnTo>
                <a:lnTo>
                  <a:pt x="45" y="42"/>
                </a:lnTo>
                <a:lnTo>
                  <a:pt x="45" y="41"/>
                </a:lnTo>
                <a:lnTo>
                  <a:pt x="45" y="40"/>
                </a:lnTo>
                <a:lnTo>
                  <a:pt x="45" y="38"/>
                </a:lnTo>
                <a:lnTo>
                  <a:pt x="46" y="37"/>
                </a:lnTo>
                <a:lnTo>
                  <a:pt x="46" y="37"/>
                </a:lnTo>
                <a:lnTo>
                  <a:pt x="46" y="36"/>
                </a:lnTo>
                <a:lnTo>
                  <a:pt x="48" y="36"/>
                </a:lnTo>
                <a:lnTo>
                  <a:pt x="48" y="36"/>
                </a:lnTo>
                <a:lnTo>
                  <a:pt x="48" y="35"/>
                </a:lnTo>
                <a:lnTo>
                  <a:pt x="50" y="28"/>
                </a:lnTo>
                <a:lnTo>
                  <a:pt x="51" y="20"/>
                </a:lnTo>
                <a:lnTo>
                  <a:pt x="52" y="16"/>
                </a:lnTo>
                <a:lnTo>
                  <a:pt x="54" y="12"/>
                </a:lnTo>
                <a:lnTo>
                  <a:pt x="54" y="8"/>
                </a:lnTo>
                <a:lnTo>
                  <a:pt x="56" y="4"/>
                </a:lnTo>
                <a:lnTo>
                  <a:pt x="57" y="2"/>
                </a:lnTo>
                <a:lnTo>
                  <a:pt x="58" y="1"/>
                </a:lnTo>
                <a:lnTo>
                  <a:pt x="58" y="1"/>
                </a:lnTo>
                <a:lnTo>
                  <a:pt x="59" y="0"/>
                </a:lnTo>
                <a:lnTo>
                  <a:pt x="61" y="0"/>
                </a:lnTo>
                <a:lnTo>
                  <a:pt x="62" y="0"/>
                </a:lnTo>
                <a:lnTo>
                  <a:pt x="62" y="1"/>
                </a:lnTo>
                <a:lnTo>
                  <a:pt x="63" y="1"/>
                </a:lnTo>
                <a:lnTo>
                  <a:pt x="66" y="8"/>
                </a:lnTo>
                <a:lnTo>
                  <a:pt x="71" y="14"/>
                </a:lnTo>
                <a:lnTo>
                  <a:pt x="77" y="21"/>
                </a:lnTo>
                <a:lnTo>
                  <a:pt x="83" y="29"/>
                </a:lnTo>
                <a:lnTo>
                  <a:pt x="89" y="37"/>
                </a:lnTo>
                <a:lnTo>
                  <a:pt x="95" y="44"/>
                </a:lnTo>
                <a:lnTo>
                  <a:pt x="101" y="50"/>
                </a:lnTo>
                <a:lnTo>
                  <a:pt x="106" y="56"/>
                </a:lnTo>
                <a:lnTo>
                  <a:pt x="115" y="66"/>
                </a:lnTo>
                <a:lnTo>
                  <a:pt x="122" y="74"/>
                </a:lnTo>
                <a:lnTo>
                  <a:pt x="127" y="78"/>
                </a:lnTo>
                <a:lnTo>
                  <a:pt x="129" y="80"/>
                </a:lnTo>
                <a:lnTo>
                  <a:pt x="128" y="82"/>
                </a:lnTo>
                <a:lnTo>
                  <a:pt x="127" y="85"/>
                </a:lnTo>
                <a:lnTo>
                  <a:pt x="126" y="86"/>
                </a:lnTo>
                <a:lnTo>
                  <a:pt x="125" y="88"/>
                </a:lnTo>
                <a:lnTo>
                  <a:pt x="124" y="89"/>
                </a:lnTo>
                <a:lnTo>
                  <a:pt x="122" y="89"/>
                </a:lnTo>
                <a:lnTo>
                  <a:pt x="122" y="89"/>
                </a:lnTo>
                <a:lnTo>
                  <a:pt x="120" y="90"/>
                </a:lnTo>
                <a:lnTo>
                  <a:pt x="113" y="91"/>
                </a:lnTo>
                <a:lnTo>
                  <a:pt x="106" y="91"/>
                </a:lnTo>
                <a:lnTo>
                  <a:pt x="99" y="91"/>
                </a:lnTo>
                <a:lnTo>
                  <a:pt x="96" y="91"/>
                </a:lnTo>
                <a:lnTo>
                  <a:pt x="96" y="90"/>
                </a:lnTo>
                <a:lnTo>
                  <a:pt x="95" y="90"/>
                </a:lnTo>
                <a:lnTo>
                  <a:pt x="95" y="90"/>
                </a:lnTo>
                <a:lnTo>
                  <a:pt x="95" y="89"/>
                </a:lnTo>
                <a:lnTo>
                  <a:pt x="96" y="89"/>
                </a:lnTo>
                <a:lnTo>
                  <a:pt x="98" y="88"/>
                </a:lnTo>
                <a:lnTo>
                  <a:pt x="102" y="86"/>
                </a:lnTo>
                <a:lnTo>
                  <a:pt x="106" y="85"/>
                </a:lnTo>
                <a:lnTo>
                  <a:pt x="108" y="84"/>
                </a:lnTo>
                <a:lnTo>
                  <a:pt x="110" y="83"/>
                </a:lnTo>
                <a:lnTo>
                  <a:pt x="110" y="82"/>
                </a:lnTo>
                <a:lnTo>
                  <a:pt x="110" y="81"/>
                </a:lnTo>
                <a:lnTo>
                  <a:pt x="110" y="80"/>
                </a:lnTo>
                <a:lnTo>
                  <a:pt x="107" y="77"/>
                </a:lnTo>
                <a:lnTo>
                  <a:pt x="104" y="73"/>
                </a:lnTo>
                <a:lnTo>
                  <a:pt x="100" y="68"/>
                </a:lnTo>
                <a:lnTo>
                  <a:pt x="92" y="58"/>
                </a:lnTo>
                <a:lnTo>
                  <a:pt x="85" y="49"/>
                </a:lnTo>
                <a:lnTo>
                  <a:pt x="78" y="41"/>
                </a:lnTo>
                <a:lnTo>
                  <a:pt x="70" y="30"/>
                </a:lnTo>
                <a:lnTo>
                  <a:pt x="64" y="21"/>
                </a:lnTo>
                <a:lnTo>
                  <a:pt x="61" y="15"/>
                </a:lnTo>
                <a:lnTo>
                  <a:pt x="61" y="14"/>
                </a:lnTo>
                <a:lnTo>
                  <a:pt x="60" y="13"/>
                </a:lnTo>
                <a:lnTo>
                  <a:pt x="59" y="13"/>
                </a:lnTo>
                <a:lnTo>
                  <a:pt x="59" y="13"/>
                </a:lnTo>
                <a:lnTo>
                  <a:pt x="58" y="14"/>
                </a:lnTo>
                <a:lnTo>
                  <a:pt x="58" y="15"/>
                </a:lnTo>
                <a:lnTo>
                  <a:pt x="57" y="17"/>
                </a:lnTo>
                <a:lnTo>
                  <a:pt x="57" y="21"/>
                </a:lnTo>
                <a:lnTo>
                  <a:pt x="55" y="28"/>
                </a:lnTo>
                <a:lnTo>
                  <a:pt x="55" y="32"/>
                </a:lnTo>
                <a:lnTo>
                  <a:pt x="55" y="33"/>
                </a:lnTo>
                <a:lnTo>
                  <a:pt x="55" y="33"/>
                </a:lnTo>
                <a:lnTo>
                  <a:pt x="56" y="34"/>
                </a:lnTo>
                <a:lnTo>
                  <a:pt x="57" y="34"/>
                </a:lnTo>
                <a:lnTo>
                  <a:pt x="58" y="35"/>
                </a:lnTo>
                <a:lnTo>
                  <a:pt x="59" y="36"/>
                </a:lnTo>
                <a:lnTo>
                  <a:pt x="61" y="36"/>
                </a:lnTo>
                <a:lnTo>
                  <a:pt x="62" y="37"/>
                </a:lnTo>
                <a:lnTo>
                  <a:pt x="62" y="38"/>
                </a:lnTo>
                <a:lnTo>
                  <a:pt x="63" y="40"/>
                </a:lnTo>
                <a:lnTo>
                  <a:pt x="63" y="41"/>
                </a:lnTo>
                <a:lnTo>
                  <a:pt x="62" y="44"/>
                </a:lnTo>
                <a:lnTo>
                  <a:pt x="60" y="49"/>
                </a:lnTo>
                <a:lnTo>
                  <a:pt x="58" y="53"/>
                </a:lnTo>
                <a:lnTo>
                  <a:pt x="58" y="55"/>
                </a:lnTo>
                <a:lnTo>
                  <a:pt x="56" y="57"/>
                </a:lnTo>
                <a:lnTo>
                  <a:pt x="56" y="58"/>
                </a:lnTo>
                <a:lnTo>
                  <a:pt x="56" y="60"/>
                </a:lnTo>
                <a:lnTo>
                  <a:pt x="56" y="61"/>
                </a:lnTo>
                <a:lnTo>
                  <a:pt x="57" y="65"/>
                </a:lnTo>
                <a:lnTo>
                  <a:pt x="57" y="68"/>
                </a:lnTo>
                <a:lnTo>
                  <a:pt x="58" y="69"/>
                </a:lnTo>
                <a:lnTo>
                  <a:pt x="58" y="71"/>
                </a:lnTo>
                <a:lnTo>
                  <a:pt x="58" y="72"/>
                </a:lnTo>
                <a:lnTo>
                  <a:pt x="58" y="73"/>
                </a:lnTo>
                <a:lnTo>
                  <a:pt x="58" y="74"/>
                </a:lnTo>
                <a:lnTo>
                  <a:pt x="58" y="75"/>
                </a:lnTo>
                <a:lnTo>
                  <a:pt x="57" y="76"/>
                </a:lnTo>
                <a:lnTo>
                  <a:pt x="56" y="77"/>
                </a:lnTo>
                <a:lnTo>
                  <a:pt x="55" y="77"/>
                </a:lnTo>
                <a:lnTo>
                  <a:pt x="51" y="76"/>
                </a:lnTo>
                <a:lnTo>
                  <a:pt x="49" y="76"/>
                </a:lnTo>
                <a:lnTo>
                  <a:pt x="49" y="91"/>
                </a:lnTo>
                <a:lnTo>
                  <a:pt x="47" y="93"/>
                </a:lnTo>
                <a:lnTo>
                  <a:pt x="43" y="96"/>
                </a:lnTo>
                <a:lnTo>
                  <a:pt x="42" y="97"/>
                </a:lnTo>
                <a:lnTo>
                  <a:pt x="40" y="97"/>
                </a:lnTo>
                <a:lnTo>
                  <a:pt x="40" y="97"/>
                </a:lnTo>
                <a:lnTo>
                  <a:pt x="39" y="97"/>
                </a:lnTo>
                <a:lnTo>
                  <a:pt x="39" y="97"/>
                </a:lnTo>
                <a:lnTo>
                  <a:pt x="39" y="97"/>
                </a:lnTo>
                <a:lnTo>
                  <a:pt x="40" y="93"/>
                </a:lnTo>
                <a:lnTo>
                  <a:pt x="42" y="89"/>
                </a:lnTo>
                <a:lnTo>
                  <a:pt x="42" y="85"/>
                </a:lnTo>
                <a:lnTo>
                  <a:pt x="43" y="83"/>
                </a:lnTo>
                <a:lnTo>
                  <a:pt x="43" y="81"/>
                </a:lnTo>
                <a:lnTo>
                  <a:pt x="42" y="80"/>
                </a:lnTo>
                <a:lnTo>
                  <a:pt x="42" y="79"/>
                </a:lnTo>
                <a:lnTo>
                  <a:pt x="41" y="78"/>
                </a:lnTo>
                <a:lnTo>
                  <a:pt x="39" y="77"/>
                </a:lnTo>
                <a:lnTo>
                  <a:pt x="38" y="77"/>
                </a:lnTo>
                <a:lnTo>
                  <a:pt x="38" y="75"/>
                </a:lnTo>
                <a:lnTo>
                  <a:pt x="37" y="73"/>
                </a:lnTo>
                <a:lnTo>
                  <a:pt x="35" y="69"/>
                </a:lnTo>
                <a:lnTo>
                  <a:pt x="32" y="64"/>
                </a:lnTo>
                <a:lnTo>
                  <a:pt x="30" y="61"/>
                </a:lnTo>
                <a:lnTo>
                  <a:pt x="29" y="59"/>
                </a:lnTo>
                <a:lnTo>
                  <a:pt x="28" y="58"/>
                </a:lnTo>
                <a:lnTo>
                  <a:pt x="28" y="57"/>
                </a:lnTo>
                <a:lnTo>
                  <a:pt x="27" y="57"/>
                </a:lnTo>
                <a:lnTo>
                  <a:pt x="26" y="57"/>
                </a:lnTo>
                <a:lnTo>
                  <a:pt x="26" y="59"/>
                </a:lnTo>
                <a:lnTo>
                  <a:pt x="24" y="61"/>
                </a:lnTo>
                <a:lnTo>
                  <a:pt x="23" y="64"/>
                </a:lnTo>
                <a:lnTo>
                  <a:pt x="22" y="66"/>
                </a:lnTo>
                <a:lnTo>
                  <a:pt x="21" y="73"/>
                </a:lnTo>
                <a:lnTo>
                  <a:pt x="20" y="77"/>
                </a:lnTo>
                <a:lnTo>
                  <a:pt x="19" y="81"/>
                </a:lnTo>
                <a:lnTo>
                  <a:pt x="19" y="83"/>
                </a:lnTo>
                <a:lnTo>
                  <a:pt x="19" y="83"/>
                </a:lnTo>
                <a:close/>
                <a:moveTo>
                  <a:pt x="70" y="90"/>
                </a:moveTo>
                <a:lnTo>
                  <a:pt x="77" y="97"/>
                </a:lnTo>
                <a:lnTo>
                  <a:pt x="76" y="98"/>
                </a:lnTo>
                <a:lnTo>
                  <a:pt x="75" y="100"/>
                </a:lnTo>
                <a:lnTo>
                  <a:pt x="74" y="102"/>
                </a:lnTo>
                <a:lnTo>
                  <a:pt x="72" y="106"/>
                </a:lnTo>
                <a:lnTo>
                  <a:pt x="72" y="107"/>
                </a:lnTo>
                <a:lnTo>
                  <a:pt x="73" y="108"/>
                </a:lnTo>
                <a:lnTo>
                  <a:pt x="74" y="108"/>
                </a:lnTo>
                <a:lnTo>
                  <a:pt x="74" y="107"/>
                </a:lnTo>
                <a:lnTo>
                  <a:pt x="77" y="105"/>
                </a:lnTo>
                <a:lnTo>
                  <a:pt x="78" y="102"/>
                </a:lnTo>
                <a:lnTo>
                  <a:pt x="79" y="101"/>
                </a:lnTo>
                <a:lnTo>
                  <a:pt x="80" y="101"/>
                </a:lnTo>
                <a:lnTo>
                  <a:pt x="80" y="101"/>
                </a:lnTo>
                <a:lnTo>
                  <a:pt x="82" y="101"/>
                </a:lnTo>
                <a:lnTo>
                  <a:pt x="83" y="103"/>
                </a:lnTo>
                <a:lnTo>
                  <a:pt x="86" y="105"/>
                </a:lnTo>
                <a:lnTo>
                  <a:pt x="87" y="107"/>
                </a:lnTo>
                <a:lnTo>
                  <a:pt x="89" y="108"/>
                </a:lnTo>
                <a:lnTo>
                  <a:pt x="90" y="109"/>
                </a:lnTo>
                <a:lnTo>
                  <a:pt x="91" y="109"/>
                </a:lnTo>
                <a:lnTo>
                  <a:pt x="93" y="109"/>
                </a:lnTo>
                <a:lnTo>
                  <a:pt x="94" y="109"/>
                </a:lnTo>
                <a:lnTo>
                  <a:pt x="96" y="109"/>
                </a:lnTo>
                <a:lnTo>
                  <a:pt x="98" y="109"/>
                </a:lnTo>
                <a:lnTo>
                  <a:pt x="98" y="109"/>
                </a:lnTo>
                <a:lnTo>
                  <a:pt x="99" y="109"/>
                </a:lnTo>
                <a:lnTo>
                  <a:pt x="100" y="108"/>
                </a:lnTo>
                <a:lnTo>
                  <a:pt x="100" y="108"/>
                </a:lnTo>
                <a:lnTo>
                  <a:pt x="100" y="106"/>
                </a:lnTo>
                <a:lnTo>
                  <a:pt x="100" y="105"/>
                </a:lnTo>
                <a:lnTo>
                  <a:pt x="98" y="102"/>
                </a:lnTo>
                <a:lnTo>
                  <a:pt x="98" y="101"/>
                </a:lnTo>
                <a:lnTo>
                  <a:pt x="96" y="99"/>
                </a:lnTo>
                <a:lnTo>
                  <a:pt x="92" y="95"/>
                </a:lnTo>
                <a:lnTo>
                  <a:pt x="88" y="89"/>
                </a:lnTo>
                <a:lnTo>
                  <a:pt x="86" y="86"/>
                </a:lnTo>
                <a:lnTo>
                  <a:pt x="85" y="85"/>
                </a:lnTo>
                <a:lnTo>
                  <a:pt x="85" y="81"/>
                </a:lnTo>
                <a:lnTo>
                  <a:pt x="86" y="78"/>
                </a:lnTo>
                <a:lnTo>
                  <a:pt x="86" y="75"/>
                </a:lnTo>
                <a:lnTo>
                  <a:pt x="86" y="73"/>
                </a:lnTo>
                <a:lnTo>
                  <a:pt x="85" y="73"/>
                </a:lnTo>
                <a:lnTo>
                  <a:pt x="85" y="73"/>
                </a:lnTo>
                <a:lnTo>
                  <a:pt x="83" y="73"/>
                </a:lnTo>
                <a:lnTo>
                  <a:pt x="82" y="73"/>
                </a:lnTo>
                <a:lnTo>
                  <a:pt x="80" y="74"/>
                </a:lnTo>
                <a:lnTo>
                  <a:pt x="80" y="77"/>
                </a:lnTo>
                <a:lnTo>
                  <a:pt x="80" y="79"/>
                </a:lnTo>
                <a:lnTo>
                  <a:pt x="80" y="82"/>
                </a:lnTo>
                <a:lnTo>
                  <a:pt x="80" y="84"/>
                </a:lnTo>
                <a:lnTo>
                  <a:pt x="75" y="86"/>
                </a:lnTo>
                <a:lnTo>
                  <a:pt x="70" y="90"/>
                </a:lnTo>
                <a:lnTo>
                  <a:pt x="70" y="90"/>
                </a:lnTo>
                <a:close/>
                <a:moveTo>
                  <a:pt x="67" y="84"/>
                </a:moveTo>
                <a:lnTo>
                  <a:pt x="68" y="84"/>
                </a:lnTo>
                <a:lnTo>
                  <a:pt x="69" y="84"/>
                </a:lnTo>
                <a:lnTo>
                  <a:pt x="69" y="84"/>
                </a:lnTo>
                <a:lnTo>
                  <a:pt x="69" y="83"/>
                </a:lnTo>
                <a:lnTo>
                  <a:pt x="69" y="82"/>
                </a:lnTo>
                <a:lnTo>
                  <a:pt x="70" y="82"/>
                </a:lnTo>
                <a:lnTo>
                  <a:pt x="70" y="79"/>
                </a:lnTo>
                <a:lnTo>
                  <a:pt x="72" y="77"/>
                </a:lnTo>
                <a:lnTo>
                  <a:pt x="74" y="73"/>
                </a:lnTo>
                <a:lnTo>
                  <a:pt x="75" y="71"/>
                </a:lnTo>
                <a:lnTo>
                  <a:pt x="75" y="70"/>
                </a:lnTo>
                <a:lnTo>
                  <a:pt x="75" y="69"/>
                </a:lnTo>
                <a:lnTo>
                  <a:pt x="74" y="69"/>
                </a:lnTo>
                <a:lnTo>
                  <a:pt x="74" y="69"/>
                </a:lnTo>
                <a:lnTo>
                  <a:pt x="73" y="68"/>
                </a:lnTo>
                <a:lnTo>
                  <a:pt x="72" y="67"/>
                </a:lnTo>
                <a:lnTo>
                  <a:pt x="71" y="67"/>
                </a:lnTo>
                <a:lnTo>
                  <a:pt x="70" y="67"/>
                </a:lnTo>
                <a:lnTo>
                  <a:pt x="69" y="67"/>
                </a:lnTo>
                <a:lnTo>
                  <a:pt x="68" y="68"/>
                </a:lnTo>
                <a:lnTo>
                  <a:pt x="66" y="69"/>
                </a:lnTo>
                <a:lnTo>
                  <a:pt x="66" y="70"/>
                </a:lnTo>
                <a:lnTo>
                  <a:pt x="65" y="71"/>
                </a:lnTo>
                <a:lnTo>
                  <a:pt x="65" y="73"/>
                </a:lnTo>
                <a:lnTo>
                  <a:pt x="64" y="73"/>
                </a:lnTo>
                <a:lnTo>
                  <a:pt x="64" y="74"/>
                </a:lnTo>
                <a:lnTo>
                  <a:pt x="64" y="75"/>
                </a:lnTo>
                <a:lnTo>
                  <a:pt x="63" y="77"/>
                </a:lnTo>
                <a:lnTo>
                  <a:pt x="62" y="77"/>
                </a:lnTo>
                <a:lnTo>
                  <a:pt x="61" y="78"/>
                </a:lnTo>
                <a:lnTo>
                  <a:pt x="59" y="80"/>
                </a:lnTo>
                <a:lnTo>
                  <a:pt x="58" y="81"/>
                </a:lnTo>
                <a:lnTo>
                  <a:pt x="58" y="82"/>
                </a:lnTo>
                <a:lnTo>
                  <a:pt x="58" y="83"/>
                </a:lnTo>
                <a:lnTo>
                  <a:pt x="58" y="85"/>
                </a:lnTo>
                <a:lnTo>
                  <a:pt x="59" y="85"/>
                </a:lnTo>
                <a:lnTo>
                  <a:pt x="59" y="85"/>
                </a:lnTo>
                <a:lnTo>
                  <a:pt x="60" y="86"/>
                </a:lnTo>
                <a:lnTo>
                  <a:pt x="61" y="86"/>
                </a:lnTo>
                <a:lnTo>
                  <a:pt x="62" y="86"/>
                </a:lnTo>
                <a:lnTo>
                  <a:pt x="62" y="86"/>
                </a:lnTo>
                <a:lnTo>
                  <a:pt x="63" y="85"/>
                </a:lnTo>
                <a:lnTo>
                  <a:pt x="66" y="84"/>
                </a:lnTo>
                <a:lnTo>
                  <a:pt x="67" y="8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ctr">
            <a:noAutofit/>
          </a:bodyPr>
          <a:lstStyle/>
          <a:p>
            <a:endParaRPr/>
          </a:p>
        </p:txBody>
      </p:sp>
      <p:sp>
        <p:nvSpPr>
          <p:cNvPr id="462" name="iśḻîḓé">
            <a:extLst>
              <a:ext uri="{FF2B5EF4-FFF2-40B4-BE49-F238E27FC236}">
                <a16:creationId xmlns:a16="http://schemas.microsoft.com/office/drawing/2014/main" id="{6B061C68-3548-4B20-A531-B023009E00EC}"/>
              </a:ext>
            </a:extLst>
          </p:cNvPr>
          <p:cNvSpPr>
            <a:spLocks noGrp="1"/>
          </p:cNvSpPr>
          <p:nvPr/>
        </p:nvSpPr>
        <p:spPr>
          <a:xfrm>
            <a:off x="966600" y="532800"/>
            <a:ext cx="20520" cy="57240"/>
          </a:xfrm>
          <a:custGeom>
            <a:avLst/>
            <a:gdLst>
              <a:gd name="textAreaLeft" fmla="*/ 0 w 20520"/>
              <a:gd name="textAreaRight" fmla="*/ 20880 w 20520"/>
              <a:gd name="textAreaTop" fmla="*/ 0 h 57240"/>
              <a:gd name="textAreaBottom" fmla="*/ 57600 h 57240"/>
              <a:gd name="GluePoint1X" fmla="*/ 1 w 48"/>
              <a:gd name="GluePoint1Y" fmla="*/ 31 h 132"/>
              <a:gd name="GluePoint2X" fmla="*/ 9 w 48"/>
              <a:gd name="GluePoint2Y" fmla="*/ 20 h 132"/>
              <a:gd name="GluePoint3X" fmla="*/ 26 w 48"/>
              <a:gd name="GluePoint3Y" fmla="*/ 4 h 132"/>
              <a:gd name="GluePoint4X" fmla="*/ 34 w 48"/>
              <a:gd name="GluePoint4Y" fmla="*/ 0 h 132"/>
              <a:gd name="GluePoint5X" fmla="*/ 40 w 48"/>
              <a:gd name="GluePoint5Y" fmla="*/ 1 h 132"/>
              <a:gd name="GluePoint6X" fmla="*/ 41 w 48"/>
              <a:gd name="GluePoint6Y" fmla="*/ 4 h 132"/>
              <a:gd name="GluePoint7X" fmla="*/ 38 w 48"/>
              <a:gd name="GluePoint7Y" fmla="*/ 20 h 132"/>
              <a:gd name="GluePoint8X" fmla="*/ 32 w 48"/>
              <a:gd name="GluePoint8Y" fmla="*/ 60 h 132"/>
              <a:gd name="GluePoint9X" fmla="*/ 28 w 48"/>
              <a:gd name="GluePoint9Y" fmla="*/ 65 h 132"/>
              <a:gd name="GluePoint10X" fmla="*/ 20 w 48"/>
              <a:gd name="GluePoint10Y" fmla="*/ 70 h 132"/>
              <a:gd name="GluePoint11X" fmla="*/ 20 w 48"/>
              <a:gd name="GluePoint11Y" fmla="*/ 81 h 132"/>
              <a:gd name="GluePoint12X" fmla="*/ 22 w 48"/>
              <a:gd name="GluePoint12Y" fmla="*/ 90 h 132"/>
              <a:gd name="GluePoint13X" fmla="*/ 31 w 48"/>
              <a:gd name="GluePoint13Y" fmla="*/ 90 h 132"/>
              <a:gd name="GluePoint14X" fmla="*/ 35 w 48"/>
              <a:gd name="GluePoint14Y" fmla="*/ 91 h 132"/>
              <a:gd name="GluePoint15X" fmla="*/ 35 w 48"/>
              <a:gd name="GluePoint15Y" fmla="*/ 97 h 132"/>
              <a:gd name="GluePoint16X" fmla="*/ 27 w 48"/>
              <a:gd name="GluePoint16Y" fmla="*/ 114 h 132"/>
              <a:gd name="GluePoint17X" fmla="*/ 26 w 48"/>
              <a:gd name="GluePoint17Y" fmla="*/ 120 h 132"/>
              <a:gd name="GluePoint18X" fmla="*/ 34 w 48"/>
              <a:gd name="GluePoint18Y" fmla="*/ 117 h 132"/>
              <a:gd name="GluePoint19X" fmla="*/ 42 w 48"/>
              <a:gd name="GluePoint19Y" fmla="*/ 114 h 132"/>
              <a:gd name="GluePoint20X" fmla="*/ 47 w 48"/>
              <a:gd name="GluePoint20Y" fmla="*/ 118 h 132"/>
              <a:gd name="GluePoint21X" fmla="*/ 48 w 48"/>
              <a:gd name="GluePoint21Y" fmla="*/ 124 h 132"/>
              <a:gd name="GluePoint22X" fmla="*/ 41 w 48"/>
              <a:gd name="GluePoint22Y" fmla="*/ 129 h 132"/>
              <a:gd name="GluePoint23X" fmla="*/ 30 w 48"/>
              <a:gd name="GluePoint23Y" fmla="*/ 132 h 132"/>
              <a:gd name="GluePoint24X" fmla="*/ 16 w 48"/>
              <a:gd name="GluePoint24Y" fmla="*/ 131 h 132"/>
              <a:gd name="GluePoint25X" fmla="*/ 13 w 48"/>
              <a:gd name="GluePoint25Y" fmla="*/ 128 h 132"/>
              <a:gd name="GluePoint26X" fmla="*/ 15 w 48"/>
              <a:gd name="GluePoint26Y" fmla="*/ 124 h 132"/>
              <a:gd name="GluePoint27X" fmla="*/ 16 w 48"/>
              <a:gd name="GluePoint27Y" fmla="*/ 121 h 132"/>
              <a:gd name="GluePoint28X" fmla="*/ 16 w 48"/>
              <a:gd name="GluePoint28Y" fmla="*/ 108 h 132"/>
              <a:gd name="GluePoint29X" fmla="*/ 12 w 48"/>
              <a:gd name="GluePoint29Y" fmla="*/ 106 h 132"/>
              <a:gd name="GluePoint30X" fmla="*/ 10 w 48"/>
              <a:gd name="GluePoint30Y" fmla="*/ 102 h 132"/>
              <a:gd name="GluePoint31X" fmla="*/ 12 w 48"/>
              <a:gd name="GluePoint31Y" fmla="*/ 91 h 132"/>
              <a:gd name="GluePoint32X" fmla="*/ 7 w 48"/>
              <a:gd name="GluePoint32Y" fmla="*/ 81 h 132"/>
              <a:gd name="GluePoint33X" fmla="*/ 4 w 48"/>
              <a:gd name="GluePoint33Y" fmla="*/ 78 h 132"/>
              <a:gd name="GluePoint34X" fmla="*/ 8 w 48"/>
              <a:gd name="GluePoint34Y" fmla="*/ 73 h 132"/>
              <a:gd name="GluePoint35X" fmla="*/ 10 w 48"/>
              <a:gd name="GluePoint35Y" fmla="*/ 62 h 132"/>
              <a:gd name="GluePoint36X" fmla="*/ 10 w 48"/>
              <a:gd name="GluePoint36Y" fmla="*/ 60 h 132"/>
              <a:gd name="GluePoint37X" fmla="*/ 5 w 48"/>
              <a:gd name="GluePoint37Y" fmla="*/ 60 h 132"/>
              <a:gd name="GluePoint38X" fmla="*/ 4 w 48"/>
              <a:gd name="GluePoint38Y" fmla="*/ 56 h 132"/>
              <a:gd name="GluePoint39X" fmla="*/ 8 w 48"/>
              <a:gd name="GluePoint39Y" fmla="*/ 52 h 132"/>
              <a:gd name="GluePoint40X" fmla="*/ 12 w 48"/>
              <a:gd name="GluePoint40Y" fmla="*/ 49 h 132"/>
              <a:gd name="GluePoint41X" fmla="*/ 14 w 48"/>
              <a:gd name="GluePoint41Y" fmla="*/ 34 h 132"/>
              <a:gd name="GluePoint42X" fmla="*/ 19 w 48"/>
              <a:gd name="GluePoint42Y" fmla="*/ 32 h 132"/>
              <a:gd name="GluePoint43X" fmla="*/ 20 w 48"/>
              <a:gd name="GluePoint43Y" fmla="*/ 39 h 132"/>
              <a:gd name="GluePoint44X" fmla="*/ 20 w 48"/>
              <a:gd name="GluePoint44Y" fmla="*/ 49 h 132"/>
              <a:gd name="GluePoint45X" fmla="*/ 23 w 48"/>
              <a:gd name="GluePoint45Y" fmla="*/ 49 h 132"/>
              <a:gd name="GluePoint46X" fmla="*/ 30 w 48"/>
              <a:gd name="GluePoint46Y" fmla="*/ 18 h 132"/>
              <a:gd name="GluePoint47X" fmla="*/ 30 w 48"/>
              <a:gd name="GluePoint47Y" fmla="*/ 10 h 132"/>
              <a:gd name="GluePoint48X" fmla="*/ 18 w 48"/>
              <a:gd name="GluePoint48Y" fmla="*/ 21 h 132"/>
            </a:gdLst>
            <a:ahLst/>
            <a:cxnLst/>
            <a:rect l="textAreaLeft" t="textAreaTop" r="textAreaRight" b="textAreaBottom"/>
            <a:pathLst>
              <a:path w="48" h="132">
                <a:moveTo>
                  <a:pt x="8" y="32"/>
                </a:moveTo>
                <a:lnTo>
                  <a:pt x="0" y="36"/>
                </a:lnTo>
                <a:lnTo>
                  <a:pt x="0" y="34"/>
                </a:lnTo>
                <a:lnTo>
                  <a:pt x="1" y="31"/>
                </a:lnTo>
                <a:lnTo>
                  <a:pt x="3" y="28"/>
                </a:lnTo>
                <a:lnTo>
                  <a:pt x="4" y="27"/>
                </a:lnTo>
                <a:lnTo>
                  <a:pt x="6" y="24"/>
                </a:lnTo>
                <a:lnTo>
                  <a:pt x="9" y="20"/>
                </a:lnTo>
                <a:lnTo>
                  <a:pt x="16" y="14"/>
                </a:lnTo>
                <a:lnTo>
                  <a:pt x="21" y="8"/>
                </a:lnTo>
                <a:lnTo>
                  <a:pt x="24" y="6"/>
                </a:lnTo>
                <a:lnTo>
                  <a:pt x="26" y="4"/>
                </a:lnTo>
                <a:lnTo>
                  <a:pt x="28" y="3"/>
                </a:lnTo>
                <a:lnTo>
                  <a:pt x="30" y="1"/>
                </a:lnTo>
                <a:lnTo>
                  <a:pt x="32" y="0"/>
                </a:lnTo>
                <a:lnTo>
                  <a:pt x="34" y="0"/>
                </a:lnTo>
                <a:lnTo>
                  <a:pt x="36" y="0"/>
                </a:lnTo>
                <a:lnTo>
                  <a:pt x="37" y="0"/>
                </a:lnTo>
                <a:lnTo>
                  <a:pt x="39" y="0"/>
                </a:lnTo>
                <a:lnTo>
                  <a:pt x="40" y="1"/>
                </a:lnTo>
                <a:lnTo>
                  <a:pt x="40" y="2"/>
                </a:lnTo>
                <a:lnTo>
                  <a:pt x="41" y="3"/>
                </a:lnTo>
                <a:lnTo>
                  <a:pt x="41" y="4"/>
                </a:lnTo>
                <a:lnTo>
                  <a:pt x="41" y="4"/>
                </a:lnTo>
                <a:lnTo>
                  <a:pt x="41" y="8"/>
                </a:lnTo>
                <a:lnTo>
                  <a:pt x="40" y="12"/>
                </a:lnTo>
                <a:lnTo>
                  <a:pt x="39" y="17"/>
                </a:lnTo>
                <a:lnTo>
                  <a:pt x="38" y="20"/>
                </a:lnTo>
                <a:lnTo>
                  <a:pt x="36" y="28"/>
                </a:lnTo>
                <a:lnTo>
                  <a:pt x="35" y="40"/>
                </a:lnTo>
                <a:lnTo>
                  <a:pt x="33" y="53"/>
                </a:lnTo>
                <a:lnTo>
                  <a:pt x="32" y="60"/>
                </a:lnTo>
                <a:lnTo>
                  <a:pt x="32" y="61"/>
                </a:lnTo>
                <a:lnTo>
                  <a:pt x="31" y="63"/>
                </a:lnTo>
                <a:lnTo>
                  <a:pt x="29" y="64"/>
                </a:lnTo>
                <a:lnTo>
                  <a:pt x="28" y="65"/>
                </a:lnTo>
                <a:lnTo>
                  <a:pt x="24" y="68"/>
                </a:lnTo>
                <a:lnTo>
                  <a:pt x="22" y="68"/>
                </a:lnTo>
                <a:lnTo>
                  <a:pt x="21" y="69"/>
                </a:lnTo>
                <a:lnTo>
                  <a:pt x="20" y="70"/>
                </a:lnTo>
                <a:lnTo>
                  <a:pt x="20" y="71"/>
                </a:lnTo>
                <a:lnTo>
                  <a:pt x="20" y="72"/>
                </a:lnTo>
                <a:lnTo>
                  <a:pt x="20" y="76"/>
                </a:lnTo>
                <a:lnTo>
                  <a:pt x="20" y="81"/>
                </a:lnTo>
                <a:lnTo>
                  <a:pt x="20" y="86"/>
                </a:lnTo>
                <a:lnTo>
                  <a:pt x="21" y="89"/>
                </a:lnTo>
                <a:lnTo>
                  <a:pt x="22" y="89"/>
                </a:lnTo>
                <a:lnTo>
                  <a:pt x="22" y="90"/>
                </a:lnTo>
                <a:lnTo>
                  <a:pt x="23" y="91"/>
                </a:lnTo>
                <a:lnTo>
                  <a:pt x="24" y="91"/>
                </a:lnTo>
                <a:lnTo>
                  <a:pt x="27" y="90"/>
                </a:lnTo>
                <a:lnTo>
                  <a:pt x="31" y="90"/>
                </a:lnTo>
                <a:lnTo>
                  <a:pt x="32" y="90"/>
                </a:lnTo>
                <a:lnTo>
                  <a:pt x="34" y="90"/>
                </a:lnTo>
                <a:lnTo>
                  <a:pt x="35" y="91"/>
                </a:lnTo>
                <a:lnTo>
                  <a:pt x="35" y="91"/>
                </a:lnTo>
                <a:lnTo>
                  <a:pt x="36" y="92"/>
                </a:lnTo>
                <a:lnTo>
                  <a:pt x="36" y="92"/>
                </a:lnTo>
                <a:lnTo>
                  <a:pt x="36" y="95"/>
                </a:lnTo>
                <a:lnTo>
                  <a:pt x="35" y="97"/>
                </a:lnTo>
                <a:lnTo>
                  <a:pt x="33" y="100"/>
                </a:lnTo>
                <a:lnTo>
                  <a:pt x="32" y="104"/>
                </a:lnTo>
                <a:lnTo>
                  <a:pt x="28" y="111"/>
                </a:lnTo>
                <a:lnTo>
                  <a:pt x="27" y="114"/>
                </a:lnTo>
                <a:lnTo>
                  <a:pt x="26" y="116"/>
                </a:lnTo>
                <a:lnTo>
                  <a:pt x="25" y="118"/>
                </a:lnTo>
                <a:lnTo>
                  <a:pt x="25" y="119"/>
                </a:lnTo>
                <a:lnTo>
                  <a:pt x="26" y="120"/>
                </a:lnTo>
                <a:lnTo>
                  <a:pt x="27" y="120"/>
                </a:lnTo>
                <a:lnTo>
                  <a:pt x="28" y="120"/>
                </a:lnTo>
                <a:lnTo>
                  <a:pt x="31" y="119"/>
                </a:lnTo>
                <a:lnTo>
                  <a:pt x="34" y="117"/>
                </a:lnTo>
                <a:lnTo>
                  <a:pt x="37" y="116"/>
                </a:lnTo>
                <a:lnTo>
                  <a:pt x="40" y="115"/>
                </a:lnTo>
                <a:lnTo>
                  <a:pt x="40" y="115"/>
                </a:lnTo>
                <a:lnTo>
                  <a:pt x="42" y="114"/>
                </a:lnTo>
                <a:lnTo>
                  <a:pt x="43" y="114"/>
                </a:lnTo>
                <a:lnTo>
                  <a:pt x="44" y="115"/>
                </a:lnTo>
                <a:lnTo>
                  <a:pt x="45" y="116"/>
                </a:lnTo>
                <a:lnTo>
                  <a:pt x="47" y="118"/>
                </a:lnTo>
                <a:lnTo>
                  <a:pt x="48" y="120"/>
                </a:lnTo>
                <a:lnTo>
                  <a:pt x="48" y="121"/>
                </a:lnTo>
                <a:lnTo>
                  <a:pt x="48" y="123"/>
                </a:lnTo>
                <a:lnTo>
                  <a:pt x="48" y="124"/>
                </a:lnTo>
                <a:lnTo>
                  <a:pt x="48" y="126"/>
                </a:lnTo>
                <a:lnTo>
                  <a:pt x="46" y="128"/>
                </a:lnTo>
                <a:lnTo>
                  <a:pt x="44" y="128"/>
                </a:lnTo>
                <a:lnTo>
                  <a:pt x="41" y="129"/>
                </a:lnTo>
                <a:lnTo>
                  <a:pt x="37" y="130"/>
                </a:lnTo>
                <a:lnTo>
                  <a:pt x="35" y="131"/>
                </a:lnTo>
                <a:lnTo>
                  <a:pt x="32" y="132"/>
                </a:lnTo>
                <a:lnTo>
                  <a:pt x="30" y="132"/>
                </a:lnTo>
                <a:lnTo>
                  <a:pt x="26" y="132"/>
                </a:lnTo>
                <a:lnTo>
                  <a:pt x="20" y="132"/>
                </a:lnTo>
                <a:lnTo>
                  <a:pt x="18" y="132"/>
                </a:lnTo>
                <a:lnTo>
                  <a:pt x="16" y="131"/>
                </a:lnTo>
                <a:lnTo>
                  <a:pt x="15" y="130"/>
                </a:lnTo>
                <a:lnTo>
                  <a:pt x="14" y="130"/>
                </a:lnTo>
                <a:lnTo>
                  <a:pt x="13" y="128"/>
                </a:lnTo>
                <a:lnTo>
                  <a:pt x="13" y="128"/>
                </a:lnTo>
                <a:lnTo>
                  <a:pt x="13" y="127"/>
                </a:lnTo>
                <a:lnTo>
                  <a:pt x="13" y="125"/>
                </a:lnTo>
                <a:lnTo>
                  <a:pt x="14" y="124"/>
                </a:lnTo>
                <a:lnTo>
                  <a:pt x="15" y="124"/>
                </a:lnTo>
                <a:lnTo>
                  <a:pt x="16" y="124"/>
                </a:lnTo>
                <a:lnTo>
                  <a:pt x="16" y="123"/>
                </a:lnTo>
                <a:lnTo>
                  <a:pt x="17" y="122"/>
                </a:lnTo>
                <a:lnTo>
                  <a:pt x="16" y="121"/>
                </a:lnTo>
                <a:lnTo>
                  <a:pt x="16" y="118"/>
                </a:lnTo>
                <a:lnTo>
                  <a:pt x="16" y="113"/>
                </a:lnTo>
                <a:lnTo>
                  <a:pt x="16" y="111"/>
                </a:lnTo>
                <a:lnTo>
                  <a:pt x="16" y="108"/>
                </a:lnTo>
                <a:lnTo>
                  <a:pt x="16" y="108"/>
                </a:lnTo>
                <a:lnTo>
                  <a:pt x="16" y="107"/>
                </a:lnTo>
                <a:lnTo>
                  <a:pt x="14" y="107"/>
                </a:lnTo>
                <a:lnTo>
                  <a:pt x="12" y="106"/>
                </a:lnTo>
                <a:lnTo>
                  <a:pt x="11" y="104"/>
                </a:lnTo>
                <a:lnTo>
                  <a:pt x="10" y="104"/>
                </a:lnTo>
                <a:lnTo>
                  <a:pt x="10" y="103"/>
                </a:lnTo>
                <a:lnTo>
                  <a:pt x="10" y="102"/>
                </a:lnTo>
                <a:lnTo>
                  <a:pt x="12" y="100"/>
                </a:lnTo>
                <a:lnTo>
                  <a:pt x="13" y="98"/>
                </a:lnTo>
                <a:lnTo>
                  <a:pt x="13" y="95"/>
                </a:lnTo>
                <a:lnTo>
                  <a:pt x="12" y="91"/>
                </a:lnTo>
                <a:lnTo>
                  <a:pt x="12" y="88"/>
                </a:lnTo>
                <a:lnTo>
                  <a:pt x="11" y="85"/>
                </a:lnTo>
                <a:lnTo>
                  <a:pt x="9" y="84"/>
                </a:lnTo>
                <a:lnTo>
                  <a:pt x="7" y="81"/>
                </a:lnTo>
                <a:lnTo>
                  <a:pt x="5" y="80"/>
                </a:lnTo>
                <a:lnTo>
                  <a:pt x="5" y="79"/>
                </a:lnTo>
                <a:lnTo>
                  <a:pt x="4" y="79"/>
                </a:lnTo>
                <a:lnTo>
                  <a:pt x="4" y="78"/>
                </a:lnTo>
                <a:lnTo>
                  <a:pt x="5" y="77"/>
                </a:lnTo>
                <a:lnTo>
                  <a:pt x="5" y="76"/>
                </a:lnTo>
                <a:lnTo>
                  <a:pt x="7" y="75"/>
                </a:lnTo>
                <a:lnTo>
                  <a:pt x="8" y="73"/>
                </a:lnTo>
                <a:lnTo>
                  <a:pt x="8" y="70"/>
                </a:lnTo>
                <a:lnTo>
                  <a:pt x="9" y="67"/>
                </a:lnTo>
                <a:lnTo>
                  <a:pt x="9" y="64"/>
                </a:lnTo>
                <a:lnTo>
                  <a:pt x="10" y="62"/>
                </a:lnTo>
                <a:lnTo>
                  <a:pt x="11" y="61"/>
                </a:lnTo>
                <a:lnTo>
                  <a:pt x="11" y="60"/>
                </a:lnTo>
                <a:lnTo>
                  <a:pt x="11" y="60"/>
                </a:lnTo>
                <a:lnTo>
                  <a:pt x="10" y="60"/>
                </a:lnTo>
                <a:lnTo>
                  <a:pt x="8" y="60"/>
                </a:lnTo>
                <a:lnTo>
                  <a:pt x="8" y="60"/>
                </a:lnTo>
                <a:lnTo>
                  <a:pt x="7" y="60"/>
                </a:lnTo>
                <a:lnTo>
                  <a:pt x="5" y="60"/>
                </a:lnTo>
                <a:lnTo>
                  <a:pt x="5" y="59"/>
                </a:lnTo>
                <a:lnTo>
                  <a:pt x="4" y="58"/>
                </a:lnTo>
                <a:lnTo>
                  <a:pt x="4" y="57"/>
                </a:lnTo>
                <a:lnTo>
                  <a:pt x="4" y="56"/>
                </a:lnTo>
                <a:lnTo>
                  <a:pt x="4" y="55"/>
                </a:lnTo>
                <a:lnTo>
                  <a:pt x="5" y="54"/>
                </a:lnTo>
                <a:lnTo>
                  <a:pt x="7" y="53"/>
                </a:lnTo>
                <a:lnTo>
                  <a:pt x="8" y="52"/>
                </a:lnTo>
                <a:lnTo>
                  <a:pt x="10" y="52"/>
                </a:lnTo>
                <a:lnTo>
                  <a:pt x="11" y="52"/>
                </a:lnTo>
                <a:lnTo>
                  <a:pt x="12" y="51"/>
                </a:lnTo>
                <a:lnTo>
                  <a:pt x="12" y="49"/>
                </a:lnTo>
                <a:lnTo>
                  <a:pt x="13" y="45"/>
                </a:lnTo>
                <a:lnTo>
                  <a:pt x="13" y="40"/>
                </a:lnTo>
                <a:lnTo>
                  <a:pt x="14" y="35"/>
                </a:lnTo>
                <a:lnTo>
                  <a:pt x="14" y="34"/>
                </a:lnTo>
                <a:lnTo>
                  <a:pt x="15" y="34"/>
                </a:lnTo>
                <a:lnTo>
                  <a:pt x="16" y="32"/>
                </a:lnTo>
                <a:lnTo>
                  <a:pt x="17" y="32"/>
                </a:lnTo>
                <a:lnTo>
                  <a:pt x="19" y="32"/>
                </a:lnTo>
                <a:lnTo>
                  <a:pt x="19" y="32"/>
                </a:lnTo>
                <a:lnTo>
                  <a:pt x="20" y="33"/>
                </a:lnTo>
                <a:lnTo>
                  <a:pt x="20" y="36"/>
                </a:lnTo>
                <a:lnTo>
                  <a:pt x="20" y="39"/>
                </a:lnTo>
                <a:lnTo>
                  <a:pt x="20" y="41"/>
                </a:lnTo>
                <a:lnTo>
                  <a:pt x="20" y="44"/>
                </a:lnTo>
                <a:lnTo>
                  <a:pt x="20" y="47"/>
                </a:lnTo>
                <a:lnTo>
                  <a:pt x="20" y="49"/>
                </a:lnTo>
                <a:lnTo>
                  <a:pt x="21" y="50"/>
                </a:lnTo>
                <a:lnTo>
                  <a:pt x="22" y="50"/>
                </a:lnTo>
                <a:lnTo>
                  <a:pt x="22" y="50"/>
                </a:lnTo>
                <a:lnTo>
                  <a:pt x="23" y="49"/>
                </a:lnTo>
                <a:lnTo>
                  <a:pt x="24" y="44"/>
                </a:lnTo>
                <a:lnTo>
                  <a:pt x="27" y="34"/>
                </a:lnTo>
                <a:lnTo>
                  <a:pt x="28" y="24"/>
                </a:lnTo>
                <a:lnTo>
                  <a:pt x="30" y="18"/>
                </a:lnTo>
                <a:lnTo>
                  <a:pt x="31" y="15"/>
                </a:lnTo>
                <a:lnTo>
                  <a:pt x="31" y="12"/>
                </a:lnTo>
                <a:lnTo>
                  <a:pt x="30" y="11"/>
                </a:lnTo>
                <a:lnTo>
                  <a:pt x="30" y="10"/>
                </a:lnTo>
                <a:lnTo>
                  <a:pt x="29" y="10"/>
                </a:lnTo>
                <a:lnTo>
                  <a:pt x="28" y="11"/>
                </a:lnTo>
                <a:lnTo>
                  <a:pt x="24" y="16"/>
                </a:lnTo>
                <a:lnTo>
                  <a:pt x="18" y="21"/>
                </a:lnTo>
                <a:lnTo>
                  <a:pt x="12" y="26"/>
                </a:lnTo>
                <a:lnTo>
                  <a:pt x="8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600" rIns="90000" bIns="12600" anchor="ctr">
            <a:noAutofit/>
          </a:bodyPr>
          <a:lstStyle/>
          <a:p>
            <a:endParaRPr/>
          </a:p>
        </p:txBody>
      </p:sp>
      <p:sp>
        <p:nvSpPr>
          <p:cNvPr id="463" name="íśḷídê">
            <a:extLst>
              <a:ext uri="{FF2B5EF4-FFF2-40B4-BE49-F238E27FC236}">
                <a16:creationId xmlns:a16="http://schemas.microsoft.com/office/drawing/2014/main" id="{EE1FBC87-1F1E-4EB9-BB65-EA2E2EC97F9F}"/>
              </a:ext>
            </a:extLst>
          </p:cNvPr>
          <p:cNvSpPr>
            <a:spLocks noGrp="1"/>
          </p:cNvSpPr>
          <p:nvPr/>
        </p:nvSpPr>
        <p:spPr>
          <a:xfrm>
            <a:off x="960120" y="549000"/>
            <a:ext cx="7200" cy="12600"/>
          </a:xfrm>
          <a:custGeom>
            <a:avLst/>
            <a:gdLst>
              <a:gd name="textAreaLeft" fmla="*/ 0 w 7200"/>
              <a:gd name="textAreaRight" fmla="*/ 7560 w 7200"/>
              <a:gd name="textAreaTop" fmla="*/ 0 h 12600"/>
              <a:gd name="textAreaBottom" fmla="*/ 12960 h 12600"/>
              <a:gd name="GluePoint1X" fmla="*/ 2 w 17"/>
              <a:gd name="GluePoint1Y" fmla="*/ 6 h 30"/>
              <a:gd name="GluePoint2X" fmla="*/ 1 w 17"/>
              <a:gd name="GluePoint2Y" fmla="*/ 5 h 30"/>
              <a:gd name="GluePoint3X" fmla="*/ 0 w 17"/>
              <a:gd name="GluePoint3Y" fmla="*/ 3 h 30"/>
              <a:gd name="GluePoint4X" fmla="*/ 0 w 17"/>
              <a:gd name="GluePoint4Y" fmla="*/ 3 h 30"/>
              <a:gd name="GluePoint5X" fmla="*/ 0 w 17"/>
              <a:gd name="GluePoint5Y" fmla="*/ 3 h 30"/>
              <a:gd name="GluePoint6X" fmla="*/ 1 w 17"/>
              <a:gd name="GluePoint6Y" fmla="*/ 2 h 30"/>
              <a:gd name="GluePoint7X" fmla="*/ 3 w 17"/>
              <a:gd name="GluePoint7Y" fmla="*/ 1 h 30"/>
              <a:gd name="GluePoint8X" fmla="*/ 6 w 17"/>
              <a:gd name="GluePoint8Y" fmla="*/ 1 h 30"/>
              <a:gd name="GluePoint9X" fmla="*/ 9 w 17"/>
              <a:gd name="GluePoint9Y" fmla="*/ 0 h 30"/>
              <a:gd name="GluePoint10X" fmla="*/ 11 w 17"/>
              <a:gd name="GluePoint10Y" fmla="*/ 0 h 30"/>
              <a:gd name="GluePoint11X" fmla="*/ 12 w 17"/>
              <a:gd name="GluePoint11Y" fmla="*/ 1 h 30"/>
              <a:gd name="GluePoint12X" fmla="*/ 13 w 17"/>
              <a:gd name="GluePoint12Y" fmla="*/ 2 h 30"/>
              <a:gd name="GluePoint13X" fmla="*/ 14 w 17"/>
              <a:gd name="GluePoint13Y" fmla="*/ 3 h 30"/>
              <a:gd name="GluePoint14X" fmla="*/ 15 w 17"/>
              <a:gd name="GluePoint14Y" fmla="*/ 7 h 30"/>
              <a:gd name="GluePoint15X" fmla="*/ 15 w 17"/>
              <a:gd name="GluePoint15Y" fmla="*/ 14 h 30"/>
              <a:gd name="GluePoint16X" fmla="*/ 16 w 17"/>
              <a:gd name="GluePoint16Y" fmla="*/ 19 h 30"/>
              <a:gd name="GluePoint17X" fmla="*/ 17 w 17"/>
              <a:gd name="GluePoint17Y" fmla="*/ 23 h 30"/>
              <a:gd name="GluePoint18X" fmla="*/ 17 w 17"/>
              <a:gd name="GluePoint18Y" fmla="*/ 25 h 30"/>
              <a:gd name="GluePoint19X" fmla="*/ 17 w 17"/>
              <a:gd name="GluePoint19Y" fmla="*/ 27 h 30"/>
              <a:gd name="GluePoint20X" fmla="*/ 16 w 17"/>
              <a:gd name="GluePoint20Y" fmla="*/ 28 h 30"/>
              <a:gd name="GluePoint21X" fmla="*/ 15 w 17"/>
              <a:gd name="GluePoint21Y" fmla="*/ 29 h 30"/>
              <a:gd name="GluePoint22X" fmla="*/ 14 w 17"/>
              <a:gd name="GluePoint22Y" fmla="*/ 30 h 30"/>
              <a:gd name="GluePoint23X" fmla="*/ 11 w 17"/>
              <a:gd name="GluePoint23Y" fmla="*/ 30 h 30"/>
              <a:gd name="GluePoint24X" fmla="*/ 10 w 17"/>
              <a:gd name="GluePoint24Y" fmla="*/ 30 h 30"/>
              <a:gd name="GluePoint25X" fmla="*/ 8 w 17"/>
              <a:gd name="GluePoint25Y" fmla="*/ 29 h 30"/>
              <a:gd name="GluePoint26X" fmla="*/ 7 w 17"/>
              <a:gd name="GluePoint26Y" fmla="*/ 28 h 30"/>
              <a:gd name="GluePoint27X" fmla="*/ 7 w 17"/>
              <a:gd name="GluePoint27Y" fmla="*/ 27 h 30"/>
              <a:gd name="GluePoint28X" fmla="*/ 6 w 17"/>
              <a:gd name="GluePoint28Y" fmla="*/ 23 h 30"/>
              <a:gd name="GluePoint29X" fmla="*/ 6 w 17"/>
              <a:gd name="GluePoint29Y" fmla="*/ 19 h 30"/>
              <a:gd name="GluePoint30X" fmla="*/ 5 w 17"/>
              <a:gd name="GluePoint30Y" fmla="*/ 15 h 30"/>
              <a:gd name="GluePoint31X" fmla="*/ 4 w 17"/>
              <a:gd name="GluePoint31Y" fmla="*/ 11 h 30"/>
              <a:gd name="GluePoint32X" fmla="*/ 3 w 17"/>
              <a:gd name="GluePoint32Y" fmla="*/ 8 h 30"/>
              <a:gd name="GluePoint33X" fmla="*/ 3 w 17"/>
              <a:gd name="GluePoint33Y" fmla="*/ 7 h 30"/>
              <a:gd name="GluePoint34X" fmla="*/ 3 w 17"/>
              <a:gd name="GluePoint34Y" fmla="*/ 7 h 30"/>
              <a:gd name="GluePoint35X" fmla="*/ 2 w 17"/>
              <a:gd name="GluePoint35Y" fmla="*/ 6 h 30"/>
            </a:gdLst>
            <a:ahLst/>
            <a:cxnLst/>
            <a:rect l="textAreaLeft" t="textAreaTop" r="textAreaRight" b="textAreaBottom"/>
            <a:pathLst>
              <a:path w="17" h="30">
                <a:moveTo>
                  <a:pt x="2" y="6"/>
                </a:moveTo>
                <a:lnTo>
                  <a:pt x="1" y="5"/>
                </a:lnTo>
                <a:lnTo>
                  <a:pt x="0" y="3"/>
                </a:lnTo>
                <a:lnTo>
                  <a:pt x="0" y="3"/>
                </a:lnTo>
                <a:lnTo>
                  <a:pt x="0" y="3"/>
                </a:lnTo>
                <a:lnTo>
                  <a:pt x="1" y="2"/>
                </a:lnTo>
                <a:lnTo>
                  <a:pt x="3" y="1"/>
                </a:lnTo>
                <a:lnTo>
                  <a:pt x="6" y="1"/>
                </a:lnTo>
                <a:lnTo>
                  <a:pt x="9" y="0"/>
                </a:lnTo>
                <a:lnTo>
                  <a:pt x="11" y="0"/>
                </a:lnTo>
                <a:lnTo>
                  <a:pt x="12" y="1"/>
                </a:lnTo>
                <a:lnTo>
                  <a:pt x="13" y="2"/>
                </a:lnTo>
                <a:lnTo>
                  <a:pt x="14" y="3"/>
                </a:lnTo>
                <a:lnTo>
                  <a:pt x="15" y="7"/>
                </a:lnTo>
                <a:lnTo>
                  <a:pt x="15" y="14"/>
                </a:lnTo>
                <a:lnTo>
                  <a:pt x="16" y="19"/>
                </a:lnTo>
                <a:lnTo>
                  <a:pt x="17" y="23"/>
                </a:lnTo>
                <a:lnTo>
                  <a:pt x="17" y="25"/>
                </a:lnTo>
                <a:lnTo>
                  <a:pt x="17" y="27"/>
                </a:lnTo>
                <a:lnTo>
                  <a:pt x="16" y="28"/>
                </a:lnTo>
                <a:lnTo>
                  <a:pt x="15" y="29"/>
                </a:lnTo>
                <a:lnTo>
                  <a:pt x="14" y="30"/>
                </a:lnTo>
                <a:lnTo>
                  <a:pt x="11" y="30"/>
                </a:lnTo>
                <a:lnTo>
                  <a:pt x="10" y="30"/>
                </a:lnTo>
                <a:lnTo>
                  <a:pt x="8" y="29"/>
                </a:lnTo>
                <a:lnTo>
                  <a:pt x="7" y="28"/>
                </a:lnTo>
                <a:lnTo>
                  <a:pt x="7" y="27"/>
                </a:lnTo>
                <a:lnTo>
                  <a:pt x="6" y="23"/>
                </a:lnTo>
                <a:lnTo>
                  <a:pt x="6" y="19"/>
                </a:lnTo>
                <a:lnTo>
                  <a:pt x="5" y="15"/>
                </a:lnTo>
                <a:lnTo>
                  <a:pt x="4" y="11"/>
                </a:lnTo>
                <a:lnTo>
                  <a:pt x="3" y="8"/>
                </a:lnTo>
                <a:lnTo>
                  <a:pt x="3" y="7"/>
                </a:lnTo>
                <a:lnTo>
                  <a:pt x="3" y="7"/>
                </a:lnTo>
                <a:lnTo>
                  <a:pt x="2" y="6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ctr">
            <a:noAutofit/>
          </a:bodyPr>
          <a:lstStyle/>
          <a:p>
            <a:endParaRPr/>
          </a:p>
        </p:txBody>
      </p:sp>
      <p:sp>
        <p:nvSpPr>
          <p:cNvPr id="464" name="íśļiḋé">
            <a:extLst>
              <a:ext uri="{FF2B5EF4-FFF2-40B4-BE49-F238E27FC236}">
                <a16:creationId xmlns:a16="http://schemas.microsoft.com/office/drawing/2014/main" id="{62C7C399-E22B-47A0-BD93-8220E8B9E4D6}"/>
              </a:ext>
            </a:extLst>
          </p:cNvPr>
          <p:cNvSpPr>
            <a:spLocks noGrp="1"/>
          </p:cNvSpPr>
          <p:nvPr/>
        </p:nvSpPr>
        <p:spPr>
          <a:xfrm>
            <a:off x="941760" y="546840"/>
            <a:ext cx="17640" cy="43200"/>
          </a:xfrm>
          <a:custGeom>
            <a:avLst/>
            <a:gdLst>
              <a:gd name="textAreaLeft" fmla="*/ 0 w 17640"/>
              <a:gd name="textAreaRight" fmla="*/ 18000 w 17640"/>
              <a:gd name="textAreaTop" fmla="*/ 0 h 43200"/>
              <a:gd name="textAreaBottom" fmla="*/ 43560 h 43200"/>
              <a:gd name="GluePoint1X" fmla="*/ 14 w 41"/>
              <a:gd name="GluePoint1Y" fmla="*/ 26 h 100"/>
              <a:gd name="GluePoint2X" fmla="*/ 10 w 41"/>
              <a:gd name="GluePoint2Y" fmla="*/ 30 h 100"/>
              <a:gd name="GluePoint3X" fmla="*/ 5 w 41"/>
              <a:gd name="GluePoint3Y" fmla="*/ 28 h 100"/>
              <a:gd name="GluePoint4X" fmla="*/ 1 w 41"/>
              <a:gd name="GluePoint4Y" fmla="*/ 26 h 100"/>
              <a:gd name="GluePoint5X" fmla="*/ 0 w 41"/>
              <a:gd name="GluePoint5Y" fmla="*/ 24 h 100"/>
              <a:gd name="GluePoint6X" fmla="*/ 2 w 41"/>
              <a:gd name="GluePoint6Y" fmla="*/ 19 h 100"/>
              <a:gd name="GluePoint7X" fmla="*/ 10 w 41"/>
              <a:gd name="GluePoint7Y" fmla="*/ 12 h 100"/>
              <a:gd name="GluePoint8X" fmla="*/ 21 w 41"/>
              <a:gd name="GluePoint8Y" fmla="*/ 4 h 100"/>
              <a:gd name="GluePoint9X" fmla="*/ 29 w 41"/>
              <a:gd name="GluePoint9Y" fmla="*/ 0 h 100"/>
              <a:gd name="GluePoint10X" fmla="*/ 30 w 41"/>
              <a:gd name="GluePoint10Y" fmla="*/ 0 h 100"/>
              <a:gd name="GluePoint11X" fmla="*/ 33 w 41"/>
              <a:gd name="GluePoint11Y" fmla="*/ 4 h 100"/>
              <a:gd name="GluePoint12X" fmla="*/ 35 w 41"/>
              <a:gd name="GluePoint12Y" fmla="*/ 8 h 100"/>
              <a:gd name="GluePoint13X" fmla="*/ 33 w 41"/>
              <a:gd name="GluePoint13Y" fmla="*/ 16 h 100"/>
              <a:gd name="GluePoint14X" fmla="*/ 32 w 41"/>
              <a:gd name="GluePoint14Y" fmla="*/ 30 h 100"/>
              <a:gd name="GluePoint15X" fmla="*/ 31 w 41"/>
              <a:gd name="GluePoint15Y" fmla="*/ 44 h 100"/>
              <a:gd name="GluePoint16X" fmla="*/ 33 w 41"/>
              <a:gd name="GluePoint16Y" fmla="*/ 46 h 100"/>
              <a:gd name="GluePoint17X" fmla="*/ 35 w 41"/>
              <a:gd name="GluePoint17Y" fmla="*/ 48 h 100"/>
              <a:gd name="GluePoint18X" fmla="*/ 31 w 41"/>
              <a:gd name="GluePoint18Y" fmla="*/ 54 h 100"/>
              <a:gd name="GluePoint19X" fmla="*/ 32 w 41"/>
              <a:gd name="GluePoint19Y" fmla="*/ 57 h 100"/>
              <a:gd name="GluePoint20X" fmla="*/ 35 w 41"/>
              <a:gd name="GluePoint20Y" fmla="*/ 58 h 100"/>
              <a:gd name="GluePoint21X" fmla="*/ 37 w 41"/>
              <a:gd name="GluePoint21Y" fmla="*/ 54 h 100"/>
              <a:gd name="GluePoint22X" fmla="*/ 41 w 41"/>
              <a:gd name="GluePoint22Y" fmla="*/ 48 h 100"/>
              <a:gd name="GluePoint23X" fmla="*/ 35 w 41"/>
              <a:gd name="GluePoint23Y" fmla="*/ 72 h 100"/>
              <a:gd name="GluePoint24X" fmla="*/ 30 w 41"/>
              <a:gd name="GluePoint24Y" fmla="*/ 88 h 100"/>
              <a:gd name="GluePoint25X" fmla="*/ 25 w 41"/>
              <a:gd name="GluePoint25Y" fmla="*/ 96 h 100"/>
              <a:gd name="GluePoint26X" fmla="*/ 21 w 41"/>
              <a:gd name="GluePoint26Y" fmla="*/ 100 h 100"/>
              <a:gd name="GluePoint27X" fmla="*/ 17 w 41"/>
              <a:gd name="GluePoint27Y" fmla="*/ 100 h 100"/>
              <a:gd name="GluePoint28X" fmla="*/ 15 w 41"/>
              <a:gd name="GluePoint28Y" fmla="*/ 97 h 100"/>
              <a:gd name="GluePoint29X" fmla="*/ 16 w 41"/>
              <a:gd name="GluePoint29Y" fmla="*/ 89 h 100"/>
              <a:gd name="GluePoint30X" fmla="*/ 18 w 41"/>
              <a:gd name="GluePoint30Y" fmla="*/ 82 h 100"/>
              <a:gd name="GluePoint31X" fmla="*/ 21 w 41"/>
              <a:gd name="GluePoint31Y" fmla="*/ 74 h 100"/>
              <a:gd name="GluePoint32X" fmla="*/ 20 w 41"/>
              <a:gd name="GluePoint32Y" fmla="*/ 68 h 100"/>
              <a:gd name="GluePoint33X" fmla="*/ 18 w 41"/>
              <a:gd name="GluePoint33Y" fmla="*/ 65 h 100"/>
              <a:gd name="GluePoint34X" fmla="*/ 9 w 41"/>
              <a:gd name="GluePoint34Y" fmla="*/ 69 h 100"/>
              <a:gd name="GluePoint35X" fmla="*/ 5 w 41"/>
              <a:gd name="GluePoint35Y" fmla="*/ 70 h 100"/>
              <a:gd name="GluePoint36X" fmla="*/ 5 w 41"/>
              <a:gd name="GluePoint36Y" fmla="*/ 68 h 100"/>
              <a:gd name="GluePoint37X" fmla="*/ 5 w 41"/>
              <a:gd name="GluePoint37Y" fmla="*/ 61 h 100"/>
              <a:gd name="GluePoint38X" fmla="*/ 7 w 41"/>
              <a:gd name="GluePoint38Y" fmla="*/ 61 h 100"/>
              <a:gd name="GluePoint39X" fmla="*/ 9 w 41"/>
              <a:gd name="GluePoint39Y" fmla="*/ 59 h 100"/>
              <a:gd name="GluePoint40X" fmla="*/ 17 w 41"/>
              <a:gd name="GluePoint40Y" fmla="*/ 54 h 100"/>
              <a:gd name="GluePoint41X" fmla="*/ 20 w 41"/>
              <a:gd name="GluePoint41Y" fmla="*/ 50 h 100"/>
              <a:gd name="GluePoint42X" fmla="*/ 20 w 41"/>
              <a:gd name="GluePoint42Y" fmla="*/ 40 h 100"/>
              <a:gd name="GluePoint43X" fmla="*/ 19 w 41"/>
              <a:gd name="GluePoint43Y" fmla="*/ 25 h 100"/>
              <a:gd name="GluePoint44X" fmla="*/ 17 w 41"/>
              <a:gd name="GluePoint44Y" fmla="*/ 24 h 100"/>
            </a:gdLst>
            <a:ahLst/>
            <a:cxnLst/>
            <a:rect l="textAreaLeft" t="textAreaTop" r="textAreaRight" b="textAreaBottom"/>
            <a:pathLst>
              <a:path w="41" h="100">
                <a:moveTo>
                  <a:pt x="17" y="24"/>
                </a:moveTo>
                <a:lnTo>
                  <a:pt x="16" y="24"/>
                </a:lnTo>
                <a:lnTo>
                  <a:pt x="14" y="26"/>
                </a:lnTo>
                <a:lnTo>
                  <a:pt x="13" y="28"/>
                </a:lnTo>
                <a:lnTo>
                  <a:pt x="12" y="28"/>
                </a:lnTo>
                <a:lnTo>
                  <a:pt x="10" y="30"/>
                </a:lnTo>
                <a:lnTo>
                  <a:pt x="9" y="30"/>
                </a:lnTo>
                <a:lnTo>
                  <a:pt x="7" y="29"/>
                </a:lnTo>
                <a:lnTo>
                  <a:pt x="5" y="28"/>
                </a:lnTo>
                <a:lnTo>
                  <a:pt x="3" y="28"/>
                </a:lnTo>
                <a:lnTo>
                  <a:pt x="1" y="27"/>
                </a:lnTo>
                <a:lnTo>
                  <a:pt x="1" y="26"/>
                </a:lnTo>
                <a:lnTo>
                  <a:pt x="0" y="26"/>
                </a:lnTo>
                <a:lnTo>
                  <a:pt x="0" y="24"/>
                </a:lnTo>
                <a:lnTo>
                  <a:pt x="0" y="24"/>
                </a:lnTo>
                <a:lnTo>
                  <a:pt x="0" y="22"/>
                </a:lnTo>
                <a:lnTo>
                  <a:pt x="1" y="20"/>
                </a:lnTo>
                <a:lnTo>
                  <a:pt x="2" y="19"/>
                </a:lnTo>
                <a:lnTo>
                  <a:pt x="5" y="16"/>
                </a:lnTo>
                <a:lnTo>
                  <a:pt x="8" y="14"/>
                </a:lnTo>
                <a:lnTo>
                  <a:pt x="10" y="12"/>
                </a:lnTo>
                <a:lnTo>
                  <a:pt x="16" y="8"/>
                </a:lnTo>
                <a:lnTo>
                  <a:pt x="18" y="6"/>
                </a:lnTo>
                <a:lnTo>
                  <a:pt x="21" y="4"/>
                </a:lnTo>
                <a:lnTo>
                  <a:pt x="25" y="1"/>
                </a:lnTo>
                <a:lnTo>
                  <a:pt x="27" y="0"/>
                </a:lnTo>
                <a:lnTo>
                  <a:pt x="29" y="0"/>
                </a:lnTo>
                <a:lnTo>
                  <a:pt x="29" y="0"/>
                </a:lnTo>
                <a:lnTo>
                  <a:pt x="29" y="0"/>
                </a:lnTo>
                <a:lnTo>
                  <a:pt x="30" y="0"/>
                </a:lnTo>
                <a:lnTo>
                  <a:pt x="30" y="0"/>
                </a:lnTo>
                <a:lnTo>
                  <a:pt x="31" y="2"/>
                </a:lnTo>
                <a:lnTo>
                  <a:pt x="33" y="4"/>
                </a:lnTo>
                <a:lnTo>
                  <a:pt x="34" y="5"/>
                </a:lnTo>
                <a:lnTo>
                  <a:pt x="35" y="6"/>
                </a:lnTo>
                <a:lnTo>
                  <a:pt x="35" y="8"/>
                </a:lnTo>
                <a:lnTo>
                  <a:pt x="35" y="8"/>
                </a:lnTo>
                <a:lnTo>
                  <a:pt x="35" y="12"/>
                </a:lnTo>
                <a:lnTo>
                  <a:pt x="33" y="16"/>
                </a:lnTo>
                <a:lnTo>
                  <a:pt x="33" y="21"/>
                </a:lnTo>
                <a:lnTo>
                  <a:pt x="32" y="24"/>
                </a:lnTo>
                <a:lnTo>
                  <a:pt x="32" y="30"/>
                </a:lnTo>
                <a:lnTo>
                  <a:pt x="31" y="36"/>
                </a:lnTo>
                <a:lnTo>
                  <a:pt x="31" y="43"/>
                </a:lnTo>
                <a:lnTo>
                  <a:pt x="31" y="44"/>
                </a:lnTo>
                <a:lnTo>
                  <a:pt x="31" y="45"/>
                </a:lnTo>
                <a:lnTo>
                  <a:pt x="33" y="46"/>
                </a:lnTo>
                <a:lnTo>
                  <a:pt x="33" y="46"/>
                </a:lnTo>
                <a:lnTo>
                  <a:pt x="34" y="47"/>
                </a:lnTo>
                <a:lnTo>
                  <a:pt x="35" y="48"/>
                </a:lnTo>
                <a:lnTo>
                  <a:pt x="35" y="48"/>
                </a:lnTo>
                <a:lnTo>
                  <a:pt x="33" y="51"/>
                </a:lnTo>
                <a:lnTo>
                  <a:pt x="32" y="53"/>
                </a:lnTo>
                <a:lnTo>
                  <a:pt x="31" y="54"/>
                </a:lnTo>
                <a:lnTo>
                  <a:pt x="31" y="56"/>
                </a:lnTo>
                <a:lnTo>
                  <a:pt x="31" y="56"/>
                </a:lnTo>
                <a:lnTo>
                  <a:pt x="32" y="57"/>
                </a:lnTo>
                <a:lnTo>
                  <a:pt x="33" y="57"/>
                </a:lnTo>
                <a:lnTo>
                  <a:pt x="34" y="58"/>
                </a:lnTo>
                <a:lnTo>
                  <a:pt x="35" y="58"/>
                </a:lnTo>
                <a:lnTo>
                  <a:pt x="36" y="57"/>
                </a:lnTo>
                <a:lnTo>
                  <a:pt x="37" y="56"/>
                </a:lnTo>
                <a:lnTo>
                  <a:pt x="37" y="54"/>
                </a:lnTo>
                <a:lnTo>
                  <a:pt x="39" y="49"/>
                </a:lnTo>
                <a:lnTo>
                  <a:pt x="41" y="47"/>
                </a:lnTo>
                <a:lnTo>
                  <a:pt x="41" y="48"/>
                </a:lnTo>
                <a:lnTo>
                  <a:pt x="40" y="54"/>
                </a:lnTo>
                <a:lnTo>
                  <a:pt x="38" y="61"/>
                </a:lnTo>
                <a:lnTo>
                  <a:pt x="35" y="72"/>
                </a:lnTo>
                <a:lnTo>
                  <a:pt x="33" y="79"/>
                </a:lnTo>
                <a:lnTo>
                  <a:pt x="32" y="84"/>
                </a:lnTo>
                <a:lnTo>
                  <a:pt x="30" y="88"/>
                </a:lnTo>
                <a:lnTo>
                  <a:pt x="29" y="92"/>
                </a:lnTo>
                <a:lnTo>
                  <a:pt x="27" y="94"/>
                </a:lnTo>
                <a:lnTo>
                  <a:pt x="25" y="96"/>
                </a:lnTo>
                <a:lnTo>
                  <a:pt x="24" y="98"/>
                </a:lnTo>
                <a:lnTo>
                  <a:pt x="22" y="99"/>
                </a:lnTo>
                <a:lnTo>
                  <a:pt x="21" y="100"/>
                </a:lnTo>
                <a:lnTo>
                  <a:pt x="20" y="100"/>
                </a:lnTo>
                <a:lnTo>
                  <a:pt x="18" y="100"/>
                </a:lnTo>
                <a:lnTo>
                  <a:pt x="17" y="100"/>
                </a:lnTo>
                <a:lnTo>
                  <a:pt x="16" y="100"/>
                </a:lnTo>
                <a:lnTo>
                  <a:pt x="15" y="98"/>
                </a:lnTo>
                <a:lnTo>
                  <a:pt x="15" y="97"/>
                </a:lnTo>
                <a:lnTo>
                  <a:pt x="15" y="96"/>
                </a:lnTo>
                <a:lnTo>
                  <a:pt x="16" y="92"/>
                </a:lnTo>
                <a:lnTo>
                  <a:pt x="16" y="89"/>
                </a:lnTo>
                <a:lnTo>
                  <a:pt x="17" y="87"/>
                </a:lnTo>
                <a:lnTo>
                  <a:pt x="17" y="84"/>
                </a:lnTo>
                <a:lnTo>
                  <a:pt x="18" y="82"/>
                </a:lnTo>
                <a:lnTo>
                  <a:pt x="19" y="79"/>
                </a:lnTo>
                <a:lnTo>
                  <a:pt x="20" y="76"/>
                </a:lnTo>
                <a:lnTo>
                  <a:pt x="21" y="74"/>
                </a:lnTo>
                <a:lnTo>
                  <a:pt x="21" y="72"/>
                </a:lnTo>
                <a:lnTo>
                  <a:pt x="21" y="69"/>
                </a:lnTo>
                <a:lnTo>
                  <a:pt x="20" y="68"/>
                </a:lnTo>
                <a:lnTo>
                  <a:pt x="20" y="67"/>
                </a:lnTo>
                <a:lnTo>
                  <a:pt x="19" y="65"/>
                </a:lnTo>
                <a:lnTo>
                  <a:pt x="18" y="65"/>
                </a:lnTo>
                <a:lnTo>
                  <a:pt x="16" y="66"/>
                </a:lnTo>
                <a:lnTo>
                  <a:pt x="13" y="68"/>
                </a:lnTo>
                <a:lnTo>
                  <a:pt x="9" y="69"/>
                </a:lnTo>
                <a:lnTo>
                  <a:pt x="6" y="70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9"/>
                </a:lnTo>
                <a:lnTo>
                  <a:pt x="5" y="68"/>
                </a:lnTo>
                <a:lnTo>
                  <a:pt x="5" y="66"/>
                </a:lnTo>
                <a:lnTo>
                  <a:pt x="5" y="63"/>
                </a:lnTo>
                <a:lnTo>
                  <a:pt x="5" y="61"/>
                </a:lnTo>
                <a:lnTo>
                  <a:pt x="6" y="61"/>
                </a:lnTo>
                <a:lnTo>
                  <a:pt x="6" y="61"/>
                </a:lnTo>
                <a:lnTo>
                  <a:pt x="7" y="61"/>
                </a:lnTo>
                <a:lnTo>
                  <a:pt x="7" y="61"/>
                </a:lnTo>
                <a:lnTo>
                  <a:pt x="8" y="60"/>
                </a:lnTo>
                <a:lnTo>
                  <a:pt x="9" y="59"/>
                </a:lnTo>
                <a:lnTo>
                  <a:pt x="14" y="55"/>
                </a:lnTo>
                <a:lnTo>
                  <a:pt x="16" y="54"/>
                </a:lnTo>
                <a:lnTo>
                  <a:pt x="17" y="54"/>
                </a:lnTo>
                <a:lnTo>
                  <a:pt x="18" y="52"/>
                </a:lnTo>
                <a:lnTo>
                  <a:pt x="20" y="52"/>
                </a:lnTo>
                <a:lnTo>
                  <a:pt x="20" y="50"/>
                </a:lnTo>
                <a:lnTo>
                  <a:pt x="21" y="48"/>
                </a:lnTo>
                <a:lnTo>
                  <a:pt x="21" y="46"/>
                </a:lnTo>
                <a:lnTo>
                  <a:pt x="20" y="40"/>
                </a:lnTo>
                <a:lnTo>
                  <a:pt x="20" y="34"/>
                </a:lnTo>
                <a:lnTo>
                  <a:pt x="20" y="28"/>
                </a:lnTo>
                <a:lnTo>
                  <a:pt x="19" y="25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465" name="işļîdé">
            <a:extLst>
              <a:ext uri="{FF2B5EF4-FFF2-40B4-BE49-F238E27FC236}">
                <a16:creationId xmlns:a16="http://schemas.microsoft.com/office/drawing/2014/main" id="{4D6F5260-4649-4145-8E53-CA85D5D3DA7E}"/>
              </a:ext>
            </a:extLst>
          </p:cNvPr>
          <p:cNvSpPr>
            <a:spLocks noGrp="1"/>
          </p:cNvSpPr>
          <p:nvPr/>
        </p:nvSpPr>
        <p:spPr>
          <a:xfrm>
            <a:off x="1046160" y="551160"/>
            <a:ext cx="50400" cy="38160"/>
          </a:xfrm>
          <a:custGeom>
            <a:avLst/>
            <a:gdLst>
              <a:gd name="textAreaLeft" fmla="*/ 0 w 50400"/>
              <a:gd name="textAreaRight" fmla="*/ 50760 w 50400"/>
              <a:gd name="textAreaTop" fmla="*/ 0 h 38160"/>
              <a:gd name="textAreaBottom" fmla="*/ 38520 h 38160"/>
              <a:gd name="GluePoint1X" fmla="*/ 51 w 116"/>
              <a:gd name="GluePoint1Y" fmla="*/ 2 h 88"/>
              <a:gd name="GluePoint2X" fmla="*/ 53 w 116"/>
              <a:gd name="GluePoint2Y" fmla="*/ 0 h 88"/>
              <a:gd name="GluePoint3X" fmla="*/ 56 w 116"/>
              <a:gd name="GluePoint3Y" fmla="*/ 1 h 88"/>
              <a:gd name="GluePoint4X" fmla="*/ 62 w 116"/>
              <a:gd name="GluePoint4Y" fmla="*/ 3 h 88"/>
              <a:gd name="GluePoint5X" fmla="*/ 69 w 116"/>
              <a:gd name="GluePoint5Y" fmla="*/ 6 h 88"/>
              <a:gd name="GluePoint6X" fmla="*/ 88 w 116"/>
              <a:gd name="GluePoint6Y" fmla="*/ 10 h 88"/>
              <a:gd name="GluePoint7X" fmla="*/ 98 w 116"/>
              <a:gd name="GluePoint7Y" fmla="*/ 10 h 88"/>
              <a:gd name="GluePoint8X" fmla="*/ 107 w 116"/>
              <a:gd name="GluePoint8Y" fmla="*/ 11 h 88"/>
              <a:gd name="GluePoint9X" fmla="*/ 116 w 116"/>
              <a:gd name="GluePoint9Y" fmla="*/ 18 h 88"/>
              <a:gd name="GluePoint10X" fmla="*/ 115 w 116"/>
              <a:gd name="GluePoint10Y" fmla="*/ 22 h 88"/>
              <a:gd name="GluePoint11X" fmla="*/ 113 w 116"/>
              <a:gd name="GluePoint11Y" fmla="*/ 26 h 88"/>
              <a:gd name="GluePoint12X" fmla="*/ 95 w 116"/>
              <a:gd name="GluePoint12Y" fmla="*/ 39 h 88"/>
              <a:gd name="GluePoint13X" fmla="*/ 79 w 116"/>
              <a:gd name="GluePoint13Y" fmla="*/ 54 h 88"/>
              <a:gd name="GluePoint14X" fmla="*/ 75 w 116"/>
              <a:gd name="GluePoint14Y" fmla="*/ 60 h 88"/>
              <a:gd name="GluePoint15X" fmla="*/ 77 w 116"/>
              <a:gd name="GluePoint15Y" fmla="*/ 61 h 88"/>
              <a:gd name="GluePoint16X" fmla="*/ 87 w 116"/>
              <a:gd name="GluePoint16Y" fmla="*/ 58 h 88"/>
              <a:gd name="GluePoint17X" fmla="*/ 93 w 116"/>
              <a:gd name="GluePoint17Y" fmla="*/ 59 h 88"/>
              <a:gd name="GluePoint18X" fmla="*/ 96 w 116"/>
              <a:gd name="GluePoint18Y" fmla="*/ 63 h 88"/>
              <a:gd name="GluePoint19X" fmla="*/ 95 w 116"/>
              <a:gd name="GluePoint19Y" fmla="*/ 68 h 88"/>
              <a:gd name="GluePoint20X" fmla="*/ 92 w 116"/>
              <a:gd name="GluePoint20Y" fmla="*/ 70 h 88"/>
              <a:gd name="GluePoint21X" fmla="*/ 88 w 116"/>
              <a:gd name="GluePoint21Y" fmla="*/ 71 h 88"/>
              <a:gd name="GluePoint22X" fmla="*/ 80 w 116"/>
              <a:gd name="GluePoint22Y" fmla="*/ 70 h 88"/>
              <a:gd name="GluePoint23X" fmla="*/ 68 w 116"/>
              <a:gd name="GluePoint23Y" fmla="*/ 71 h 88"/>
              <a:gd name="GluePoint24X" fmla="*/ 43 w 116"/>
              <a:gd name="GluePoint24Y" fmla="*/ 78 h 88"/>
              <a:gd name="GluePoint25X" fmla="*/ 27 w 116"/>
              <a:gd name="GluePoint25Y" fmla="*/ 84 h 88"/>
              <a:gd name="GluePoint26X" fmla="*/ 21 w 116"/>
              <a:gd name="GluePoint26Y" fmla="*/ 87 h 88"/>
              <a:gd name="GluePoint27X" fmla="*/ 19 w 116"/>
              <a:gd name="GluePoint27Y" fmla="*/ 88 h 88"/>
              <a:gd name="GluePoint28X" fmla="*/ 11 w 116"/>
              <a:gd name="GluePoint28Y" fmla="*/ 84 h 88"/>
              <a:gd name="GluePoint29X" fmla="*/ 3 w 116"/>
              <a:gd name="GluePoint29Y" fmla="*/ 79 h 88"/>
              <a:gd name="GluePoint30X" fmla="*/ 1 w 116"/>
              <a:gd name="GluePoint30Y" fmla="*/ 74 h 88"/>
              <a:gd name="GluePoint31X" fmla="*/ 0 w 116"/>
              <a:gd name="GluePoint31Y" fmla="*/ 68 h 88"/>
              <a:gd name="GluePoint32X" fmla="*/ 2 w 116"/>
              <a:gd name="GluePoint32Y" fmla="*/ 66 h 88"/>
              <a:gd name="GluePoint33X" fmla="*/ 9 w 116"/>
              <a:gd name="GluePoint33Y" fmla="*/ 66 h 88"/>
              <a:gd name="GluePoint34X" fmla="*/ 18 w 116"/>
              <a:gd name="GluePoint34Y" fmla="*/ 67 h 88"/>
              <a:gd name="GluePoint35X" fmla="*/ 27 w 116"/>
              <a:gd name="GluePoint35Y" fmla="*/ 65 h 88"/>
              <a:gd name="GluePoint36X" fmla="*/ 45 w 116"/>
              <a:gd name="GluePoint36Y" fmla="*/ 61 h 88"/>
              <a:gd name="GluePoint37X" fmla="*/ 63 w 116"/>
              <a:gd name="GluePoint37Y" fmla="*/ 48 h 88"/>
              <a:gd name="GluePoint38X" fmla="*/ 83 w 116"/>
              <a:gd name="GluePoint38Y" fmla="*/ 30 h 88"/>
              <a:gd name="GluePoint39X" fmla="*/ 97 w 116"/>
              <a:gd name="GluePoint39Y" fmla="*/ 20 h 88"/>
              <a:gd name="GluePoint40X" fmla="*/ 98 w 116"/>
              <a:gd name="GluePoint40Y" fmla="*/ 18 h 88"/>
              <a:gd name="GluePoint41X" fmla="*/ 92 w 116"/>
              <a:gd name="GluePoint41Y" fmla="*/ 17 h 88"/>
              <a:gd name="GluePoint42X" fmla="*/ 77 w 116"/>
              <a:gd name="GluePoint42Y" fmla="*/ 21 h 88"/>
              <a:gd name="GluePoint43X" fmla="*/ 68 w 116"/>
              <a:gd name="GluePoint43Y" fmla="*/ 25 h 88"/>
              <a:gd name="GluePoint44X" fmla="*/ 63 w 116"/>
              <a:gd name="GluePoint44Y" fmla="*/ 25 h 88"/>
              <a:gd name="GluePoint45X" fmla="*/ 58 w 116"/>
              <a:gd name="GluePoint45Y" fmla="*/ 22 h 88"/>
              <a:gd name="GluePoint46X" fmla="*/ 54 w 116"/>
              <a:gd name="GluePoint46Y" fmla="*/ 16 h 88"/>
              <a:gd name="GluePoint47X" fmla="*/ 51 w 116"/>
              <a:gd name="GluePoint47Y" fmla="*/ 8 h 88"/>
            </a:gdLst>
            <a:ahLst/>
            <a:cxnLst/>
            <a:rect l="textAreaLeft" t="textAreaTop" r="textAreaRight" b="textAreaBottom"/>
            <a:pathLst>
              <a:path w="116" h="88">
                <a:moveTo>
                  <a:pt x="51" y="5"/>
                </a:moveTo>
                <a:lnTo>
                  <a:pt x="51" y="3"/>
                </a:lnTo>
                <a:lnTo>
                  <a:pt x="51" y="2"/>
                </a:lnTo>
                <a:lnTo>
                  <a:pt x="51" y="2"/>
                </a:lnTo>
                <a:lnTo>
                  <a:pt x="51" y="1"/>
                </a:lnTo>
                <a:lnTo>
                  <a:pt x="53" y="0"/>
                </a:lnTo>
                <a:lnTo>
                  <a:pt x="54" y="0"/>
                </a:lnTo>
                <a:lnTo>
                  <a:pt x="55" y="0"/>
                </a:lnTo>
                <a:lnTo>
                  <a:pt x="56" y="1"/>
                </a:lnTo>
                <a:lnTo>
                  <a:pt x="58" y="1"/>
                </a:lnTo>
                <a:lnTo>
                  <a:pt x="59" y="2"/>
                </a:lnTo>
                <a:lnTo>
                  <a:pt x="62" y="3"/>
                </a:lnTo>
                <a:lnTo>
                  <a:pt x="64" y="5"/>
                </a:lnTo>
                <a:lnTo>
                  <a:pt x="67" y="6"/>
                </a:lnTo>
                <a:lnTo>
                  <a:pt x="69" y="6"/>
                </a:lnTo>
                <a:lnTo>
                  <a:pt x="75" y="8"/>
                </a:lnTo>
                <a:lnTo>
                  <a:pt x="83" y="10"/>
                </a:lnTo>
                <a:lnTo>
                  <a:pt x="88" y="10"/>
                </a:lnTo>
                <a:lnTo>
                  <a:pt x="92" y="10"/>
                </a:lnTo>
                <a:lnTo>
                  <a:pt x="95" y="10"/>
                </a:lnTo>
                <a:lnTo>
                  <a:pt x="98" y="10"/>
                </a:lnTo>
                <a:lnTo>
                  <a:pt x="101" y="10"/>
                </a:lnTo>
                <a:lnTo>
                  <a:pt x="103" y="10"/>
                </a:lnTo>
                <a:lnTo>
                  <a:pt x="107" y="11"/>
                </a:lnTo>
                <a:lnTo>
                  <a:pt x="111" y="14"/>
                </a:lnTo>
                <a:lnTo>
                  <a:pt x="115" y="17"/>
                </a:lnTo>
                <a:lnTo>
                  <a:pt x="116" y="18"/>
                </a:lnTo>
                <a:lnTo>
                  <a:pt x="115" y="19"/>
                </a:lnTo>
                <a:lnTo>
                  <a:pt x="115" y="22"/>
                </a:lnTo>
                <a:lnTo>
                  <a:pt x="115" y="22"/>
                </a:lnTo>
                <a:lnTo>
                  <a:pt x="115" y="24"/>
                </a:lnTo>
                <a:lnTo>
                  <a:pt x="114" y="26"/>
                </a:lnTo>
                <a:lnTo>
                  <a:pt x="113" y="26"/>
                </a:lnTo>
                <a:lnTo>
                  <a:pt x="109" y="29"/>
                </a:lnTo>
                <a:lnTo>
                  <a:pt x="103" y="34"/>
                </a:lnTo>
                <a:lnTo>
                  <a:pt x="95" y="39"/>
                </a:lnTo>
                <a:lnTo>
                  <a:pt x="87" y="46"/>
                </a:lnTo>
                <a:lnTo>
                  <a:pt x="83" y="50"/>
                </a:lnTo>
                <a:lnTo>
                  <a:pt x="79" y="54"/>
                </a:lnTo>
                <a:lnTo>
                  <a:pt x="77" y="57"/>
                </a:lnTo>
                <a:lnTo>
                  <a:pt x="75" y="58"/>
                </a:lnTo>
                <a:lnTo>
                  <a:pt x="75" y="60"/>
                </a:lnTo>
                <a:lnTo>
                  <a:pt x="75" y="61"/>
                </a:lnTo>
                <a:lnTo>
                  <a:pt x="75" y="61"/>
                </a:lnTo>
                <a:lnTo>
                  <a:pt x="77" y="61"/>
                </a:lnTo>
                <a:lnTo>
                  <a:pt x="80" y="61"/>
                </a:lnTo>
                <a:lnTo>
                  <a:pt x="85" y="59"/>
                </a:lnTo>
                <a:lnTo>
                  <a:pt x="87" y="58"/>
                </a:lnTo>
                <a:lnTo>
                  <a:pt x="88" y="57"/>
                </a:lnTo>
                <a:lnTo>
                  <a:pt x="91" y="58"/>
                </a:lnTo>
                <a:lnTo>
                  <a:pt x="93" y="59"/>
                </a:lnTo>
                <a:lnTo>
                  <a:pt x="95" y="61"/>
                </a:lnTo>
                <a:lnTo>
                  <a:pt x="96" y="62"/>
                </a:lnTo>
                <a:lnTo>
                  <a:pt x="96" y="63"/>
                </a:lnTo>
                <a:lnTo>
                  <a:pt x="96" y="65"/>
                </a:lnTo>
                <a:lnTo>
                  <a:pt x="96" y="66"/>
                </a:lnTo>
                <a:lnTo>
                  <a:pt x="95" y="68"/>
                </a:lnTo>
                <a:lnTo>
                  <a:pt x="95" y="69"/>
                </a:lnTo>
                <a:lnTo>
                  <a:pt x="93" y="70"/>
                </a:lnTo>
                <a:lnTo>
                  <a:pt x="92" y="70"/>
                </a:lnTo>
                <a:lnTo>
                  <a:pt x="91" y="70"/>
                </a:lnTo>
                <a:lnTo>
                  <a:pt x="90" y="71"/>
                </a:lnTo>
                <a:lnTo>
                  <a:pt x="88" y="71"/>
                </a:lnTo>
                <a:lnTo>
                  <a:pt x="87" y="71"/>
                </a:lnTo>
                <a:lnTo>
                  <a:pt x="85" y="71"/>
                </a:lnTo>
                <a:lnTo>
                  <a:pt x="80" y="70"/>
                </a:lnTo>
                <a:lnTo>
                  <a:pt x="76" y="70"/>
                </a:lnTo>
                <a:lnTo>
                  <a:pt x="72" y="71"/>
                </a:lnTo>
                <a:lnTo>
                  <a:pt x="68" y="71"/>
                </a:lnTo>
                <a:lnTo>
                  <a:pt x="60" y="73"/>
                </a:lnTo>
                <a:lnTo>
                  <a:pt x="52" y="75"/>
                </a:lnTo>
                <a:lnTo>
                  <a:pt x="43" y="78"/>
                </a:lnTo>
                <a:lnTo>
                  <a:pt x="35" y="81"/>
                </a:lnTo>
                <a:lnTo>
                  <a:pt x="31" y="82"/>
                </a:lnTo>
                <a:lnTo>
                  <a:pt x="27" y="84"/>
                </a:lnTo>
                <a:lnTo>
                  <a:pt x="24" y="85"/>
                </a:lnTo>
                <a:lnTo>
                  <a:pt x="22" y="86"/>
                </a:lnTo>
                <a:lnTo>
                  <a:pt x="21" y="87"/>
                </a:lnTo>
                <a:lnTo>
                  <a:pt x="20" y="87"/>
                </a:lnTo>
                <a:lnTo>
                  <a:pt x="19" y="88"/>
                </a:lnTo>
                <a:lnTo>
                  <a:pt x="19" y="88"/>
                </a:lnTo>
                <a:lnTo>
                  <a:pt x="16" y="87"/>
                </a:lnTo>
                <a:lnTo>
                  <a:pt x="15" y="86"/>
                </a:lnTo>
                <a:lnTo>
                  <a:pt x="11" y="84"/>
                </a:lnTo>
                <a:lnTo>
                  <a:pt x="7" y="82"/>
                </a:lnTo>
                <a:lnTo>
                  <a:pt x="5" y="81"/>
                </a:lnTo>
                <a:lnTo>
                  <a:pt x="3" y="79"/>
                </a:lnTo>
                <a:lnTo>
                  <a:pt x="2" y="78"/>
                </a:lnTo>
                <a:lnTo>
                  <a:pt x="1" y="75"/>
                </a:lnTo>
                <a:lnTo>
                  <a:pt x="1" y="74"/>
                </a:lnTo>
                <a:lnTo>
                  <a:pt x="0" y="72"/>
                </a:lnTo>
                <a:lnTo>
                  <a:pt x="0" y="70"/>
                </a:lnTo>
                <a:lnTo>
                  <a:pt x="0" y="68"/>
                </a:lnTo>
                <a:lnTo>
                  <a:pt x="1" y="67"/>
                </a:lnTo>
                <a:lnTo>
                  <a:pt x="2" y="66"/>
                </a:lnTo>
                <a:lnTo>
                  <a:pt x="2" y="66"/>
                </a:lnTo>
                <a:lnTo>
                  <a:pt x="3" y="65"/>
                </a:lnTo>
                <a:lnTo>
                  <a:pt x="7" y="65"/>
                </a:lnTo>
                <a:lnTo>
                  <a:pt x="9" y="66"/>
                </a:lnTo>
                <a:lnTo>
                  <a:pt x="11" y="66"/>
                </a:lnTo>
                <a:lnTo>
                  <a:pt x="15" y="66"/>
                </a:lnTo>
                <a:lnTo>
                  <a:pt x="18" y="67"/>
                </a:lnTo>
                <a:lnTo>
                  <a:pt x="19" y="67"/>
                </a:lnTo>
                <a:lnTo>
                  <a:pt x="22" y="66"/>
                </a:lnTo>
                <a:lnTo>
                  <a:pt x="27" y="65"/>
                </a:lnTo>
                <a:lnTo>
                  <a:pt x="34" y="63"/>
                </a:lnTo>
                <a:lnTo>
                  <a:pt x="40" y="62"/>
                </a:lnTo>
                <a:lnTo>
                  <a:pt x="45" y="61"/>
                </a:lnTo>
                <a:lnTo>
                  <a:pt x="48" y="60"/>
                </a:lnTo>
                <a:lnTo>
                  <a:pt x="54" y="56"/>
                </a:lnTo>
                <a:lnTo>
                  <a:pt x="63" y="48"/>
                </a:lnTo>
                <a:lnTo>
                  <a:pt x="72" y="40"/>
                </a:lnTo>
                <a:lnTo>
                  <a:pt x="78" y="34"/>
                </a:lnTo>
                <a:lnTo>
                  <a:pt x="83" y="30"/>
                </a:lnTo>
                <a:lnTo>
                  <a:pt x="91" y="25"/>
                </a:lnTo>
                <a:lnTo>
                  <a:pt x="95" y="22"/>
                </a:lnTo>
                <a:lnTo>
                  <a:pt x="97" y="20"/>
                </a:lnTo>
                <a:lnTo>
                  <a:pt x="98" y="18"/>
                </a:lnTo>
                <a:lnTo>
                  <a:pt x="98" y="18"/>
                </a:lnTo>
                <a:lnTo>
                  <a:pt x="98" y="18"/>
                </a:lnTo>
                <a:lnTo>
                  <a:pt x="98" y="17"/>
                </a:lnTo>
                <a:lnTo>
                  <a:pt x="95" y="17"/>
                </a:lnTo>
                <a:lnTo>
                  <a:pt x="92" y="17"/>
                </a:lnTo>
                <a:lnTo>
                  <a:pt x="89" y="18"/>
                </a:lnTo>
                <a:lnTo>
                  <a:pt x="85" y="18"/>
                </a:lnTo>
                <a:lnTo>
                  <a:pt x="77" y="21"/>
                </a:lnTo>
                <a:lnTo>
                  <a:pt x="71" y="22"/>
                </a:lnTo>
                <a:lnTo>
                  <a:pt x="70" y="23"/>
                </a:lnTo>
                <a:lnTo>
                  <a:pt x="68" y="25"/>
                </a:lnTo>
                <a:lnTo>
                  <a:pt x="67" y="25"/>
                </a:lnTo>
                <a:lnTo>
                  <a:pt x="65" y="25"/>
                </a:lnTo>
                <a:lnTo>
                  <a:pt x="63" y="25"/>
                </a:lnTo>
                <a:lnTo>
                  <a:pt x="61" y="24"/>
                </a:lnTo>
                <a:lnTo>
                  <a:pt x="59" y="23"/>
                </a:lnTo>
                <a:lnTo>
                  <a:pt x="58" y="22"/>
                </a:lnTo>
                <a:lnTo>
                  <a:pt x="56" y="21"/>
                </a:lnTo>
                <a:lnTo>
                  <a:pt x="55" y="18"/>
                </a:lnTo>
                <a:lnTo>
                  <a:pt x="54" y="16"/>
                </a:lnTo>
                <a:lnTo>
                  <a:pt x="52" y="12"/>
                </a:lnTo>
                <a:lnTo>
                  <a:pt x="51" y="10"/>
                </a:lnTo>
                <a:lnTo>
                  <a:pt x="51" y="8"/>
                </a:lnTo>
                <a:lnTo>
                  <a:pt x="51" y="6"/>
                </a:lnTo>
                <a:lnTo>
                  <a:pt x="51" y="5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ctr">
            <a:noAutofit/>
          </a:bodyPr>
          <a:lstStyle/>
          <a:p>
            <a:endParaRPr/>
          </a:p>
        </p:txBody>
      </p:sp>
      <p:sp>
        <p:nvSpPr>
          <p:cNvPr id="466" name="ísļidê">
            <a:extLst>
              <a:ext uri="{FF2B5EF4-FFF2-40B4-BE49-F238E27FC236}">
                <a16:creationId xmlns:a16="http://schemas.microsoft.com/office/drawing/2014/main" id="{462DEEA2-A56A-4270-8F90-03E85930A711}"/>
              </a:ext>
            </a:extLst>
          </p:cNvPr>
          <p:cNvSpPr>
            <a:spLocks noGrp="1"/>
          </p:cNvSpPr>
          <p:nvPr/>
        </p:nvSpPr>
        <p:spPr>
          <a:xfrm>
            <a:off x="1151640" y="623880"/>
            <a:ext cx="11160" cy="22680"/>
          </a:xfrm>
          <a:custGeom>
            <a:avLst/>
            <a:gdLst>
              <a:gd name="textAreaLeft" fmla="*/ 0 w 11160"/>
              <a:gd name="textAreaRight" fmla="*/ 11520 w 11160"/>
              <a:gd name="textAreaTop" fmla="*/ 0 h 22680"/>
              <a:gd name="textAreaBottom" fmla="*/ 23040 h 22680"/>
              <a:gd name="GluePoint1X" fmla="*/ 16 w 26"/>
              <a:gd name="GluePoint1Y" fmla="*/ 0 h 53"/>
              <a:gd name="GluePoint2X" fmla="*/ 15 w 26"/>
              <a:gd name="GluePoint2Y" fmla="*/ 3 h 53"/>
              <a:gd name="GluePoint3X" fmla="*/ 14 w 26"/>
              <a:gd name="GluePoint3Y" fmla="*/ 9 h 53"/>
              <a:gd name="GluePoint4X" fmla="*/ 14 w 26"/>
              <a:gd name="GluePoint4Y" fmla="*/ 15 h 53"/>
              <a:gd name="GluePoint5X" fmla="*/ 14 w 26"/>
              <a:gd name="GluePoint5Y" fmla="*/ 20 h 53"/>
              <a:gd name="GluePoint6X" fmla="*/ 16 w 26"/>
              <a:gd name="GluePoint6Y" fmla="*/ 28 h 53"/>
              <a:gd name="GluePoint7X" fmla="*/ 17 w 26"/>
              <a:gd name="GluePoint7Y" fmla="*/ 32 h 53"/>
              <a:gd name="GluePoint8X" fmla="*/ 18 w 26"/>
              <a:gd name="GluePoint8Y" fmla="*/ 37 h 53"/>
              <a:gd name="GluePoint9X" fmla="*/ 20 w 26"/>
              <a:gd name="GluePoint9Y" fmla="*/ 41 h 53"/>
              <a:gd name="GluePoint10X" fmla="*/ 22 w 26"/>
              <a:gd name="GluePoint10Y" fmla="*/ 45 h 53"/>
              <a:gd name="GluePoint11X" fmla="*/ 24 w 26"/>
              <a:gd name="GluePoint11Y" fmla="*/ 48 h 53"/>
              <a:gd name="GluePoint12X" fmla="*/ 25 w 26"/>
              <a:gd name="GluePoint12Y" fmla="*/ 50 h 53"/>
              <a:gd name="GluePoint13X" fmla="*/ 26 w 26"/>
              <a:gd name="GluePoint13Y" fmla="*/ 52 h 53"/>
              <a:gd name="GluePoint14X" fmla="*/ 25 w 26"/>
              <a:gd name="GluePoint14Y" fmla="*/ 52 h 53"/>
              <a:gd name="GluePoint15X" fmla="*/ 25 w 26"/>
              <a:gd name="GluePoint15Y" fmla="*/ 53 h 53"/>
              <a:gd name="GluePoint16X" fmla="*/ 23 w 26"/>
              <a:gd name="GluePoint16Y" fmla="*/ 53 h 53"/>
              <a:gd name="GluePoint17X" fmla="*/ 22 w 26"/>
              <a:gd name="GluePoint17Y" fmla="*/ 52 h 53"/>
              <a:gd name="GluePoint18X" fmla="*/ 17 w 26"/>
              <a:gd name="GluePoint18Y" fmla="*/ 48 h 53"/>
              <a:gd name="GluePoint19X" fmla="*/ 12 w 26"/>
              <a:gd name="GluePoint19Y" fmla="*/ 44 h 53"/>
              <a:gd name="GluePoint20X" fmla="*/ 9 w 26"/>
              <a:gd name="GluePoint20Y" fmla="*/ 42 h 53"/>
              <a:gd name="GluePoint21X" fmla="*/ 6 w 26"/>
              <a:gd name="GluePoint21Y" fmla="*/ 40 h 53"/>
              <a:gd name="GluePoint22X" fmla="*/ 3 w 26"/>
              <a:gd name="GluePoint22Y" fmla="*/ 40 h 53"/>
              <a:gd name="GluePoint23X" fmla="*/ 2 w 26"/>
              <a:gd name="GluePoint23Y" fmla="*/ 38 h 53"/>
              <a:gd name="GluePoint24X" fmla="*/ 1 w 26"/>
              <a:gd name="GluePoint24Y" fmla="*/ 37 h 53"/>
              <a:gd name="GluePoint25X" fmla="*/ 0 w 26"/>
              <a:gd name="GluePoint25Y" fmla="*/ 36 h 53"/>
              <a:gd name="GluePoint26X" fmla="*/ 0 w 26"/>
              <a:gd name="GluePoint26Y" fmla="*/ 36 h 53"/>
              <a:gd name="GluePoint27X" fmla="*/ 0 w 26"/>
              <a:gd name="GluePoint27Y" fmla="*/ 34 h 53"/>
              <a:gd name="GluePoint28X" fmla="*/ 0 w 26"/>
              <a:gd name="GluePoint28Y" fmla="*/ 30 h 53"/>
              <a:gd name="GluePoint29X" fmla="*/ 0 w 26"/>
              <a:gd name="GluePoint29Y" fmla="*/ 24 h 53"/>
              <a:gd name="GluePoint30X" fmla="*/ 1 w 26"/>
              <a:gd name="GluePoint30Y" fmla="*/ 21 h 53"/>
              <a:gd name="GluePoint31X" fmla="*/ 2 w 26"/>
              <a:gd name="GluePoint31Y" fmla="*/ 19 h 53"/>
              <a:gd name="GluePoint32X" fmla="*/ 2 w 26"/>
              <a:gd name="GluePoint32Y" fmla="*/ 16 h 53"/>
              <a:gd name="GluePoint33X" fmla="*/ 3 w 26"/>
              <a:gd name="GluePoint33Y" fmla="*/ 15 h 53"/>
              <a:gd name="GluePoint34X" fmla="*/ 4 w 26"/>
              <a:gd name="GluePoint34Y" fmla="*/ 12 h 53"/>
              <a:gd name="GluePoint35X" fmla="*/ 5 w 26"/>
              <a:gd name="GluePoint35Y" fmla="*/ 9 h 53"/>
              <a:gd name="GluePoint36X" fmla="*/ 5 w 26"/>
              <a:gd name="GluePoint36Y" fmla="*/ 6 h 53"/>
              <a:gd name="GluePoint37X" fmla="*/ 6 w 26"/>
              <a:gd name="GluePoint37Y" fmla="*/ 4 h 53"/>
              <a:gd name="GluePoint38X" fmla="*/ 6 w 26"/>
              <a:gd name="GluePoint38Y" fmla="*/ 3 h 53"/>
              <a:gd name="GluePoint39X" fmla="*/ 6 w 26"/>
              <a:gd name="GluePoint39Y" fmla="*/ 2 h 53"/>
              <a:gd name="GluePoint40X" fmla="*/ 7 w 26"/>
              <a:gd name="GluePoint40Y" fmla="*/ 1 h 53"/>
              <a:gd name="GluePoint41X" fmla="*/ 8 w 26"/>
              <a:gd name="GluePoint41Y" fmla="*/ 0 h 53"/>
              <a:gd name="GluePoint42X" fmla="*/ 13 w 26"/>
              <a:gd name="GluePoint42Y" fmla="*/ 0 h 53"/>
              <a:gd name="GluePoint43X" fmla="*/ 16 w 26"/>
              <a:gd name="GluePoint43Y" fmla="*/ 0 h 53"/>
            </a:gdLst>
            <a:ahLst/>
            <a:cxnLst/>
            <a:rect l="textAreaLeft" t="textAreaTop" r="textAreaRight" b="textAreaBottom"/>
            <a:pathLst>
              <a:path w="26" h="53">
                <a:moveTo>
                  <a:pt x="16" y="0"/>
                </a:moveTo>
                <a:lnTo>
                  <a:pt x="15" y="3"/>
                </a:lnTo>
                <a:lnTo>
                  <a:pt x="14" y="9"/>
                </a:lnTo>
                <a:lnTo>
                  <a:pt x="14" y="15"/>
                </a:lnTo>
                <a:lnTo>
                  <a:pt x="14" y="20"/>
                </a:lnTo>
                <a:lnTo>
                  <a:pt x="16" y="28"/>
                </a:lnTo>
                <a:lnTo>
                  <a:pt x="17" y="32"/>
                </a:lnTo>
                <a:lnTo>
                  <a:pt x="18" y="37"/>
                </a:lnTo>
                <a:lnTo>
                  <a:pt x="20" y="41"/>
                </a:lnTo>
                <a:lnTo>
                  <a:pt x="22" y="45"/>
                </a:lnTo>
                <a:lnTo>
                  <a:pt x="24" y="48"/>
                </a:lnTo>
                <a:lnTo>
                  <a:pt x="25" y="50"/>
                </a:lnTo>
                <a:lnTo>
                  <a:pt x="26" y="52"/>
                </a:lnTo>
                <a:lnTo>
                  <a:pt x="25" y="52"/>
                </a:lnTo>
                <a:lnTo>
                  <a:pt x="25" y="53"/>
                </a:lnTo>
                <a:lnTo>
                  <a:pt x="23" y="53"/>
                </a:lnTo>
                <a:lnTo>
                  <a:pt x="22" y="52"/>
                </a:lnTo>
                <a:lnTo>
                  <a:pt x="17" y="48"/>
                </a:lnTo>
                <a:lnTo>
                  <a:pt x="12" y="44"/>
                </a:lnTo>
                <a:lnTo>
                  <a:pt x="9" y="42"/>
                </a:lnTo>
                <a:lnTo>
                  <a:pt x="6" y="40"/>
                </a:lnTo>
                <a:lnTo>
                  <a:pt x="3" y="40"/>
                </a:lnTo>
                <a:lnTo>
                  <a:pt x="2" y="38"/>
                </a:lnTo>
                <a:lnTo>
                  <a:pt x="1" y="37"/>
                </a:lnTo>
                <a:lnTo>
                  <a:pt x="0" y="36"/>
                </a:lnTo>
                <a:lnTo>
                  <a:pt x="0" y="36"/>
                </a:lnTo>
                <a:lnTo>
                  <a:pt x="0" y="34"/>
                </a:lnTo>
                <a:lnTo>
                  <a:pt x="0" y="30"/>
                </a:lnTo>
                <a:lnTo>
                  <a:pt x="0" y="24"/>
                </a:lnTo>
                <a:lnTo>
                  <a:pt x="1" y="21"/>
                </a:lnTo>
                <a:lnTo>
                  <a:pt x="2" y="19"/>
                </a:lnTo>
                <a:lnTo>
                  <a:pt x="2" y="16"/>
                </a:lnTo>
                <a:lnTo>
                  <a:pt x="3" y="15"/>
                </a:lnTo>
                <a:lnTo>
                  <a:pt x="4" y="12"/>
                </a:lnTo>
                <a:lnTo>
                  <a:pt x="5" y="9"/>
                </a:lnTo>
                <a:lnTo>
                  <a:pt x="5" y="6"/>
                </a:lnTo>
                <a:lnTo>
                  <a:pt x="6" y="4"/>
                </a:lnTo>
                <a:lnTo>
                  <a:pt x="6" y="3"/>
                </a:lnTo>
                <a:lnTo>
                  <a:pt x="6" y="2"/>
                </a:lnTo>
                <a:lnTo>
                  <a:pt x="7" y="1"/>
                </a:lnTo>
                <a:lnTo>
                  <a:pt x="8" y="0"/>
                </a:lnTo>
                <a:lnTo>
                  <a:pt x="13" y="0"/>
                </a:lnTo>
                <a:lnTo>
                  <a:pt x="16" y="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endParaRPr/>
          </a:p>
        </p:txBody>
      </p:sp>
      <p:sp>
        <p:nvSpPr>
          <p:cNvPr id="467" name="işľíḋe">
            <a:extLst>
              <a:ext uri="{FF2B5EF4-FFF2-40B4-BE49-F238E27FC236}">
                <a16:creationId xmlns:a16="http://schemas.microsoft.com/office/drawing/2014/main" id="{E495A6C9-6D5C-4A08-AB38-DD55E248B2FB}"/>
              </a:ext>
            </a:extLst>
          </p:cNvPr>
          <p:cNvSpPr>
            <a:spLocks noGrp="1"/>
          </p:cNvSpPr>
          <p:nvPr/>
        </p:nvSpPr>
        <p:spPr>
          <a:xfrm>
            <a:off x="1113480" y="598320"/>
            <a:ext cx="60480" cy="30240"/>
          </a:xfrm>
          <a:custGeom>
            <a:avLst/>
            <a:gdLst>
              <a:gd name="textAreaLeft" fmla="*/ 0 w 60480"/>
              <a:gd name="textAreaRight" fmla="*/ 60840 w 60480"/>
              <a:gd name="textAreaTop" fmla="*/ 0 h 30240"/>
              <a:gd name="textAreaBottom" fmla="*/ 30600 h 30240"/>
              <a:gd name="GluePoint1X" fmla="*/ 121 w 139"/>
              <a:gd name="GluePoint1Y" fmla="*/ 7 h 70"/>
              <a:gd name="GluePoint2X" fmla="*/ 121 w 139"/>
              <a:gd name="GluePoint2Y" fmla="*/ 4 h 70"/>
              <a:gd name="GluePoint3X" fmla="*/ 124 w 139"/>
              <a:gd name="GluePoint3Y" fmla="*/ 2 h 70"/>
              <a:gd name="GluePoint4X" fmla="*/ 130 w 139"/>
              <a:gd name="GluePoint4Y" fmla="*/ 0 h 70"/>
              <a:gd name="GluePoint5X" fmla="*/ 134 w 139"/>
              <a:gd name="GluePoint5Y" fmla="*/ 4 h 70"/>
              <a:gd name="GluePoint6X" fmla="*/ 139 w 139"/>
              <a:gd name="GluePoint6Y" fmla="*/ 12 h 70"/>
              <a:gd name="GluePoint7X" fmla="*/ 137 w 139"/>
              <a:gd name="GluePoint7Y" fmla="*/ 18 h 70"/>
              <a:gd name="GluePoint8X" fmla="*/ 125 w 139"/>
              <a:gd name="GluePoint8Y" fmla="*/ 31 h 70"/>
              <a:gd name="GluePoint9X" fmla="*/ 122 w 139"/>
              <a:gd name="GluePoint9Y" fmla="*/ 37 h 70"/>
              <a:gd name="GluePoint10X" fmla="*/ 124 w 139"/>
              <a:gd name="GluePoint10Y" fmla="*/ 38 h 70"/>
              <a:gd name="GluePoint11X" fmla="*/ 124 w 139"/>
              <a:gd name="GluePoint11Y" fmla="*/ 37 h 70"/>
              <a:gd name="GluePoint12X" fmla="*/ 129 w 139"/>
              <a:gd name="GluePoint12Y" fmla="*/ 37 h 70"/>
              <a:gd name="GluePoint13X" fmla="*/ 133 w 139"/>
              <a:gd name="GluePoint13Y" fmla="*/ 38 h 70"/>
              <a:gd name="GluePoint14X" fmla="*/ 135 w 139"/>
              <a:gd name="GluePoint14Y" fmla="*/ 41 h 70"/>
              <a:gd name="GluePoint15X" fmla="*/ 133 w 139"/>
              <a:gd name="GluePoint15Y" fmla="*/ 46 h 70"/>
              <a:gd name="GluePoint16X" fmla="*/ 129 w 139"/>
              <a:gd name="GluePoint16Y" fmla="*/ 50 h 70"/>
              <a:gd name="GluePoint17X" fmla="*/ 127 w 139"/>
              <a:gd name="GluePoint17Y" fmla="*/ 50 h 70"/>
              <a:gd name="GluePoint18X" fmla="*/ 119 w 139"/>
              <a:gd name="GluePoint18Y" fmla="*/ 45 h 70"/>
              <a:gd name="GluePoint19X" fmla="*/ 113 w 139"/>
              <a:gd name="GluePoint19Y" fmla="*/ 45 h 70"/>
              <a:gd name="GluePoint20X" fmla="*/ 99 w 139"/>
              <a:gd name="GluePoint20Y" fmla="*/ 53 h 70"/>
              <a:gd name="GluePoint21X" fmla="*/ 84 w 139"/>
              <a:gd name="GluePoint21Y" fmla="*/ 61 h 70"/>
              <a:gd name="GluePoint22X" fmla="*/ 70 w 139"/>
              <a:gd name="GluePoint22Y" fmla="*/ 66 h 70"/>
              <a:gd name="GluePoint23X" fmla="*/ 47 w 139"/>
              <a:gd name="GluePoint23Y" fmla="*/ 69 h 70"/>
              <a:gd name="GluePoint24X" fmla="*/ 31 w 139"/>
              <a:gd name="GluePoint24Y" fmla="*/ 69 h 70"/>
              <a:gd name="GluePoint25X" fmla="*/ 14 w 139"/>
              <a:gd name="GluePoint25Y" fmla="*/ 69 h 70"/>
              <a:gd name="GluePoint26X" fmla="*/ 0 w 139"/>
              <a:gd name="GluePoint26Y" fmla="*/ 67 h 70"/>
              <a:gd name="GluePoint27X" fmla="*/ 0 w 139"/>
              <a:gd name="GluePoint27Y" fmla="*/ 66 h 70"/>
              <a:gd name="GluePoint28X" fmla="*/ 4 w 139"/>
              <a:gd name="GluePoint28Y" fmla="*/ 64 h 70"/>
              <a:gd name="GluePoint29X" fmla="*/ 16 w 139"/>
              <a:gd name="GluePoint29Y" fmla="*/ 62 h 70"/>
              <a:gd name="GluePoint30X" fmla="*/ 37 w 139"/>
              <a:gd name="GluePoint30Y" fmla="*/ 59 h 70"/>
              <a:gd name="GluePoint31X" fmla="*/ 49 w 139"/>
              <a:gd name="GluePoint31Y" fmla="*/ 58 h 70"/>
              <a:gd name="GluePoint32X" fmla="*/ 65 w 139"/>
              <a:gd name="GluePoint32Y" fmla="*/ 54 h 70"/>
              <a:gd name="GluePoint33X" fmla="*/ 83 w 139"/>
              <a:gd name="GluePoint33Y" fmla="*/ 49 h 70"/>
              <a:gd name="GluePoint34X" fmla="*/ 87 w 139"/>
              <a:gd name="GluePoint34Y" fmla="*/ 47 h 70"/>
              <a:gd name="GluePoint35X" fmla="*/ 89 w 139"/>
              <a:gd name="GluePoint35Y" fmla="*/ 43 h 70"/>
              <a:gd name="GluePoint36X" fmla="*/ 87 w 139"/>
              <a:gd name="GluePoint36Y" fmla="*/ 42 h 70"/>
              <a:gd name="GluePoint37X" fmla="*/ 75 w 139"/>
              <a:gd name="GluePoint37Y" fmla="*/ 43 h 70"/>
              <a:gd name="GluePoint38X" fmla="*/ 68 w 139"/>
              <a:gd name="GluePoint38Y" fmla="*/ 40 h 70"/>
              <a:gd name="GluePoint39X" fmla="*/ 65 w 139"/>
              <a:gd name="GluePoint39Y" fmla="*/ 35 h 70"/>
              <a:gd name="GluePoint40X" fmla="*/ 65 w 139"/>
              <a:gd name="GluePoint40Y" fmla="*/ 32 h 70"/>
              <a:gd name="GluePoint41X" fmla="*/ 67 w 139"/>
              <a:gd name="GluePoint41Y" fmla="*/ 29 h 70"/>
              <a:gd name="GluePoint42X" fmla="*/ 78 w 139"/>
              <a:gd name="GluePoint42Y" fmla="*/ 30 h 70"/>
              <a:gd name="GluePoint43X" fmla="*/ 94 w 139"/>
              <a:gd name="GluePoint43Y" fmla="*/ 32 h 70"/>
              <a:gd name="GluePoint44X" fmla="*/ 103 w 139"/>
              <a:gd name="GluePoint44Y" fmla="*/ 33 h 70"/>
              <a:gd name="GluePoint45X" fmla="*/ 106 w 139"/>
              <a:gd name="GluePoint45Y" fmla="*/ 31 h 70"/>
              <a:gd name="GluePoint46X" fmla="*/ 118 w 139"/>
              <a:gd name="GluePoint46Y" fmla="*/ 14 h 70"/>
            </a:gdLst>
            <a:ahLst/>
            <a:cxnLst/>
            <a:rect l="textAreaLeft" t="textAreaTop" r="textAreaRight" b="textAreaBottom"/>
            <a:pathLst>
              <a:path w="139" h="70">
                <a:moveTo>
                  <a:pt x="121" y="10"/>
                </a:moveTo>
                <a:lnTo>
                  <a:pt x="121" y="9"/>
                </a:lnTo>
                <a:lnTo>
                  <a:pt x="121" y="7"/>
                </a:lnTo>
                <a:lnTo>
                  <a:pt x="121" y="6"/>
                </a:lnTo>
                <a:lnTo>
                  <a:pt x="121" y="5"/>
                </a:lnTo>
                <a:lnTo>
                  <a:pt x="121" y="4"/>
                </a:lnTo>
                <a:lnTo>
                  <a:pt x="122" y="3"/>
                </a:lnTo>
                <a:lnTo>
                  <a:pt x="122" y="2"/>
                </a:lnTo>
                <a:lnTo>
                  <a:pt x="124" y="2"/>
                </a:lnTo>
                <a:lnTo>
                  <a:pt x="125" y="2"/>
                </a:lnTo>
                <a:lnTo>
                  <a:pt x="128" y="1"/>
                </a:lnTo>
                <a:lnTo>
                  <a:pt x="130" y="0"/>
                </a:lnTo>
                <a:lnTo>
                  <a:pt x="131" y="1"/>
                </a:lnTo>
                <a:lnTo>
                  <a:pt x="133" y="2"/>
                </a:lnTo>
                <a:lnTo>
                  <a:pt x="134" y="4"/>
                </a:lnTo>
                <a:lnTo>
                  <a:pt x="137" y="7"/>
                </a:lnTo>
                <a:lnTo>
                  <a:pt x="138" y="10"/>
                </a:lnTo>
                <a:lnTo>
                  <a:pt x="139" y="12"/>
                </a:lnTo>
                <a:lnTo>
                  <a:pt x="139" y="14"/>
                </a:lnTo>
                <a:lnTo>
                  <a:pt x="138" y="15"/>
                </a:lnTo>
                <a:lnTo>
                  <a:pt x="137" y="18"/>
                </a:lnTo>
                <a:lnTo>
                  <a:pt x="133" y="22"/>
                </a:lnTo>
                <a:lnTo>
                  <a:pt x="128" y="29"/>
                </a:lnTo>
                <a:lnTo>
                  <a:pt x="125" y="31"/>
                </a:lnTo>
                <a:lnTo>
                  <a:pt x="124" y="34"/>
                </a:lnTo>
                <a:lnTo>
                  <a:pt x="123" y="36"/>
                </a:lnTo>
                <a:lnTo>
                  <a:pt x="122" y="37"/>
                </a:lnTo>
                <a:lnTo>
                  <a:pt x="123" y="38"/>
                </a:lnTo>
                <a:lnTo>
                  <a:pt x="123" y="38"/>
                </a:lnTo>
                <a:lnTo>
                  <a:pt x="124" y="38"/>
                </a:lnTo>
                <a:lnTo>
                  <a:pt x="124" y="38"/>
                </a:lnTo>
                <a:lnTo>
                  <a:pt x="124" y="37"/>
                </a:lnTo>
                <a:lnTo>
                  <a:pt x="124" y="37"/>
                </a:lnTo>
                <a:lnTo>
                  <a:pt x="125" y="37"/>
                </a:lnTo>
                <a:lnTo>
                  <a:pt x="125" y="37"/>
                </a:lnTo>
                <a:lnTo>
                  <a:pt x="129" y="37"/>
                </a:lnTo>
                <a:lnTo>
                  <a:pt x="131" y="38"/>
                </a:lnTo>
                <a:lnTo>
                  <a:pt x="133" y="38"/>
                </a:lnTo>
                <a:lnTo>
                  <a:pt x="133" y="38"/>
                </a:lnTo>
                <a:lnTo>
                  <a:pt x="134" y="38"/>
                </a:lnTo>
                <a:lnTo>
                  <a:pt x="135" y="38"/>
                </a:lnTo>
                <a:lnTo>
                  <a:pt x="135" y="41"/>
                </a:lnTo>
                <a:lnTo>
                  <a:pt x="135" y="42"/>
                </a:lnTo>
                <a:lnTo>
                  <a:pt x="134" y="45"/>
                </a:lnTo>
                <a:lnTo>
                  <a:pt x="133" y="46"/>
                </a:lnTo>
                <a:lnTo>
                  <a:pt x="132" y="48"/>
                </a:lnTo>
                <a:lnTo>
                  <a:pt x="130" y="49"/>
                </a:lnTo>
                <a:lnTo>
                  <a:pt x="129" y="50"/>
                </a:lnTo>
                <a:lnTo>
                  <a:pt x="129" y="50"/>
                </a:lnTo>
                <a:lnTo>
                  <a:pt x="128" y="50"/>
                </a:lnTo>
                <a:lnTo>
                  <a:pt x="127" y="50"/>
                </a:lnTo>
                <a:lnTo>
                  <a:pt x="125" y="48"/>
                </a:lnTo>
                <a:lnTo>
                  <a:pt x="121" y="46"/>
                </a:lnTo>
                <a:lnTo>
                  <a:pt x="119" y="45"/>
                </a:lnTo>
                <a:lnTo>
                  <a:pt x="117" y="45"/>
                </a:lnTo>
                <a:lnTo>
                  <a:pt x="115" y="45"/>
                </a:lnTo>
                <a:lnTo>
                  <a:pt x="113" y="45"/>
                </a:lnTo>
                <a:lnTo>
                  <a:pt x="109" y="48"/>
                </a:lnTo>
                <a:lnTo>
                  <a:pt x="104" y="51"/>
                </a:lnTo>
                <a:lnTo>
                  <a:pt x="99" y="53"/>
                </a:lnTo>
                <a:lnTo>
                  <a:pt x="95" y="54"/>
                </a:lnTo>
                <a:lnTo>
                  <a:pt x="89" y="58"/>
                </a:lnTo>
                <a:lnTo>
                  <a:pt x="84" y="61"/>
                </a:lnTo>
                <a:lnTo>
                  <a:pt x="78" y="63"/>
                </a:lnTo>
                <a:lnTo>
                  <a:pt x="75" y="64"/>
                </a:lnTo>
                <a:lnTo>
                  <a:pt x="70" y="66"/>
                </a:lnTo>
                <a:lnTo>
                  <a:pt x="62" y="66"/>
                </a:lnTo>
                <a:lnTo>
                  <a:pt x="53" y="68"/>
                </a:lnTo>
                <a:lnTo>
                  <a:pt x="47" y="69"/>
                </a:lnTo>
                <a:lnTo>
                  <a:pt x="41" y="70"/>
                </a:lnTo>
                <a:lnTo>
                  <a:pt x="36" y="70"/>
                </a:lnTo>
                <a:lnTo>
                  <a:pt x="31" y="69"/>
                </a:lnTo>
                <a:lnTo>
                  <a:pt x="27" y="69"/>
                </a:lnTo>
                <a:lnTo>
                  <a:pt x="21" y="69"/>
                </a:lnTo>
                <a:lnTo>
                  <a:pt x="14" y="69"/>
                </a:lnTo>
                <a:lnTo>
                  <a:pt x="7" y="68"/>
                </a:lnTo>
                <a:lnTo>
                  <a:pt x="0" y="67"/>
                </a:lnTo>
                <a:lnTo>
                  <a:pt x="0" y="67"/>
                </a:lnTo>
                <a:lnTo>
                  <a:pt x="0" y="67"/>
                </a:lnTo>
                <a:lnTo>
                  <a:pt x="0" y="66"/>
                </a:lnTo>
                <a:lnTo>
                  <a:pt x="0" y="66"/>
                </a:lnTo>
                <a:lnTo>
                  <a:pt x="1" y="65"/>
                </a:lnTo>
                <a:lnTo>
                  <a:pt x="2" y="64"/>
                </a:lnTo>
                <a:lnTo>
                  <a:pt x="4" y="64"/>
                </a:lnTo>
                <a:lnTo>
                  <a:pt x="6" y="63"/>
                </a:lnTo>
                <a:lnTo>
                  <a:pt x="9" y="63"/>
                </a:lnTo>
                <a:lnTo>
                  <a:pt x="16" y="62"/>
                </a:lnTo>
                <a:lnTo>
                  <a:pt x="23" y="61"/>
                </a:lnTo>
                <a:lnTo>
                  <a:pt x="31" y="60"/>
                </a:lnTo>
                <a:lnTo>
                  <a:pt x="37" y="59"/>
                </a:lnTo>
                <a:lnTo>
                  <a:pt x="43" y="59"/>
                </a:lnTo>
                <a:lnTo>
                  <a:pt x="46" y="59"/>
                </a:lnTo>
                <a:lnTo>
                  <a:pt x="49" y="58"/>
                </a:lnTo>
                <a:lnTo>
                  <a:pt x="52" y="58"/>
                </a:lnTo>
                <a:lnTo>
                  <a:pt x="54" y="58"/>
                </a:lnTo>
                <a:lnTo>
                  <a:pt x="65" y="54"/>
                </a:lnTo>
                <a:lnTo>
                  <a:pt x="75" y="51"/>
                </a:lnTo>
                <a:lnTo>
                  <a:pt x="80" y="50"/>
                </a:lnTo>
                <a:lnTo>
                  <a:pt x="83" y="49"/>
                </a:lnTo>
                <a:lnTo>
                  <a:pt x="85" y="49"/>
                </a:lnTo>
                <a:lnTo>
                  <a:pt x="86" y="47"/>
                </a:lnTo>
                <a:lnTo>
                  <a:pt x="87" y="47"/>
                </a:lnTo>
                <a:lnTo>
                  <a:pt x="88" y="46"/>
                </a:lnTo>
                <a:lnTo>
                  <a:pt x="89" y="44"/>
                </a:lnTo>
                <a:lnTo>
                  <a:pt x="89" y="43"/>
                </a:lnTo>
                <a:lnTo>
                  <a:pt x="89" y="42"/>
                </a:lnTo>
                <a:lnTo>
                  <a:pt x="89" y="42"/>
                </a:lnTo>
                <a:lnTo>
                  <a:pt x="87" y="42"/>
                </a:lnTo>
                <a:lnTo>
                  <a:pt x="84" y="43"/>
                </a:lnTo>
                <a:lnTo>
                  <a:pt x="80" y="43"/>
                </a:lnTo>
                <a:lnTo>
                  <a:pt x="75" y="43"/>
                </a:lnTo>
                <a:lnTo>
                  <a:pt x="72" y="42"/>
                </a:lnTo>
                <a:lnTo>
                  <a:pt x="70" y="42"/>
                </a:lnTo>
                <a:lnTo>
                  <a:pt x="68" y="40"/>
                </a:lnTo>
                <a:lnTo>
                  <a:pt x="65" y="38"/>
                </a:lnTo>
                <a:lnTo>
                  <a:pt x="65" y="36"/>
                </a:lnTo>
                <a:lnTo>
                  <a:pt x="65" y="35"/>
                </a:lnTo>
                <a:lnTo>
                  <a:pt x="65" y="34"/>
                </a:lnTo>
                <a:lnTo>
                  <a:pt x="65" y="33"/>
                </a:lnTo>
                <a:lnTo>
                  <a:pt x="65" y="32"/>
                </a:lnTo>
                <a:lnTo>
                  <a:pt x="65" y="30"/>
                </a:lnTo>
                <a:lnTo>
                  <a:pt x="66" y="30"/>
                </a:lnTo>
                <a:lnTo>
                  <a:pt x="67" y="29"/>
                </a:lnTo>
                <a:lnTo>
                  <a:pt x="70" y="29"/>
                </a:lnTo>
                <a:lnTo>
                  <a:pt x="73" y="30"/>
                </a:lnTo>
                <a:lnTo>
                  <a:pt x="78" y="30"/>
                </a:lnTo>
                <a:lnTo>
                  <a:pt x="85" y="31"/>
                </a:lnTo>
                <a:lnTo>
                  <a:pt x="90" y="32"/>
                </a:lnTo>
                <a:lnTo>
                  <a:pt x="94" y="32"/>
                </a:lnTo>
                <a:lnTo>
                  <a:pt x="97" y="33"/>
                </a:lnTo>
                <a:lnTo>
                  <a:pt x="101" y="33"/>
                </a:lnTo>
                <a:lnTo>
                  <a:pt x="103" y="33"/>
                </a:lnTo>
                <a:lnTo>
                  <a:pt x="105" y="32"/>
                </a:lnTo>
                <a:lnTo>
                  <a:pt x="105" y="32"/>
                </a:lnTo>
                <a:lnTo>
                  <a:pt x="106" y="31"/>
                </a:lnTo>
                <a:lnTo>
                  <a:pt x="109" y="28"/>
                </a:lnTo>
                <a:lnTo>
                  <a:pt x="114" y="21"/>
                </a:lnTo>
                <a:lnTo>
                  <a:pt x="118" y="14"/>
                </a:lnTo>
                <a:lnTo>
                  <a:pt x="121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0" rIns="90000" bIns="-14400" anchor="ctr">
            <a:noAutofit/>
          </a:bodyPr>
          <a:lstStyle/>
          <a:p>
            <a:endParaRPr/>
          </a:p>
        </p:txBody>
      </p:sp>
      <p:sp>
        <p:nvSpPr>
          <p:cNvPr id="468" name="isḷiḑé">
            <a:extLst>
              <a:ext uri="{FF2B5EF4-FFF2-40B4-BE49-F238E27FC236}">
                <a16:creationId xmlns:a16="http://schemas.microsoft.com/office/drawing/2014/main" id="{06644D25-60AF-41D2-9EF4-C844760BF592}"/>
              </a:ext>
            </a:extLst>
          </p:cNvPr>
          <p:cNvSpPr>
            <a:spLocks noGrp="1"/>
          </p:cNvSpPr>
          <p:nvPr/>
        </p:nvSpPr>
        <p:spPr>
          <a:xfrm>
            <a:off x="1169640" y="672840"/>
            <a:ext cx="67680" cy="37800"/>
          </a:xfrm>
          <a:custGeom>
            <a:avLst/>
            <a:gdLst>
              <a:gd name="textAreaLeft" fmla="*/ 0 w 67680"/>
              <a:gd name="textAreaRight" fmla="*/ 68040 w 67680"/>
              <a:gd name="textAreaTop" fmla="*/ 0 h 37800"/>
              <a:gd name="textAreaBottom" fmla="*/ 38160 h 37800"/>
              <a:gd name="GluePoint1X" fmla="*/ 107 w 156"/>
              <a:gd name="GluePoint1Y" fmla="*/ 43 h 87"/>
              <a:gd name="GluePoint2X" fmla="*/ 105 w 156"/>
              <a:gd name="GluePoint2Y" fmla="*/ 49 h 87"/>
              <a:gd name="GluePoint3X" fmla="*/ 101 w 156"/>
              <a:gd name="GluePoint3Y" fmla="*/ 28 h 87"/>
              <a:gd name="GluePoint4X" fmla="*/ 109 w 156"/>
              <a:gd name="GluePoint4Y" fmla="*/ 32 h 87"/>
              <a:gd name="GluePoint5X" fmla="*/ 104 w 156"/>
              <a:gd name="GluePoint5Y" fmla="*/ 35 h 87"/>
              <a:gd name="GluePoint6X" fmla="*/ 98 w 156"/>
              <a:gd name="GluePoint6Y" fmla="*/ 18 h 87"/>
              <a:gd name="GluePoint7X" fmla="*/ 105 w 156"/>
              <a:gd name="GluePoint7Y" fmla="*/ 20 h 87"/>
              <a:gd name="GluePoint8X" fmla="*/ 99 w 156"/>
              <a:gd name="GluePoint8Y" fmla="*/ 22 h 87"/>
              <a:gd name="GluePoint9X" fmla="*/ 97 w 156"/>
              <a:gd name="GluePoint9Y" fmla="*/ 25 h 87"/>
              <a:gd name="GluePoint10X" fmla="*/ 89 w 156"/>
              <a:gd name="GluePoint10Y" fmla="*/ 28 h 87"/>
              <a:gd name="GluePoint11X" fmla="*/ 90 w 156"/>
              <a:gd name="GluePoint11Y" fmla="*/ 36 h 87"/>
              <a:gd name="GluePoint12X" fmla="*/ 80 w 156"/>
              <a:gd name="GluePoint12Y" fmla="*/ 37 h 87"/>
              <a:gd name="GluePoint13X" fmla="*/ 78 w 156"/>
              <a:gd name="GluePoint13Y" fmla="*/ 41 h 87"/>
              <a:gd name="GluePoint14X" fmla="*/ 93 w 156"/>
              <a:gd name="GluePoint14Y" fmla="*/ 48 h 87"/>
              <a:gd name="GluePoint15X" fmla="*/ 85 w 156"/>
              <a:gd name="GluePoint15Y" fmla="*/ 52 h 87"/>
              <a:gd name="GluePoint16X" fmla="*/ 95 w 156"/>
              <a:gd name="GluePoint16Y" fmla="*/ 53 h 87"/>
              <a:gd name="GluePoint17X" fmla="*/ 110 w 156"/>
              <a:gd name="GluePoint17Y" fmla="*/ 55 h 87"/>
              <a:gd name="GluePoint18X" fmla="*/ 119 w 156"/>
              <a:gd name="GluePoint18Y" fmla="*/ 49 h 87"/>
              <a:gd name="GluePoint19X" fmla="*/ 128 w 156"/>
              <a:gd name="GluePoint19Y" fmla="*/ 62 h 87"/>
              <a:gd name="GluePoint20X" fmla="*/ 92 w 156"/>
              <a:gd name="GluePoint20Y" fmla="*/ 59 h 87"/>
              <a:gd name="GluePoint21X" fmla="*/ 74 w 156"/>
              <a:gd name="GluePoint21Y" fmla="*/ 49 h 87"/>
              <a:gd name="GluePoint22X" fmla="*/ 53 w 156"/>
              <a:gd name="GluePoint22Y" fmla="*/ 33 h 87"/>
              <a:gd name="GluePoint23X" fmla="*/ 60 w 156"/>
              <a:gd name="GluePoint23Y" fmla="*/ 45 h 87"/>
              <a:gd name="GluePoint24X" fmla="*/ 73 w 156"/>
              <a:gd name="GluePoint24Y" fmla="*/ 61 h 87"/>
              <a:gd name="GluePoint25X" fmla="*/ 52 w 156"/>
              <a:gd name="GluePoint25Y" fmla="*/ 53 h 87"/>
              <a:gd name="GluePoint26X" fmla="*/ 32 w 156"/>
              <a:gd name="GluePoint26Y" fmla="*/ 45 h 87"/>
              <a:gd name="GluePoint27X" fmla="*/ 11 w 156"/>
              <a:gd name="GluePoint27Y" fmla="*/ 29 h 87"/>
              <a:gd name="GluePoint28X" fmla="*/ 9 w 156"/>
              <a:gd name="GluePoint28Y" fmla="*/ 41 h 87"/>
              <a:gd name="GluePoint29X" fmla="*/ 35 w 156"/>
              <a:gd name="GluePoint29Y" fmla="*/ 60 h 87"/>
              <a:gd name="GluePoint30X" fmla="*/ 25 w 156"/>
              <a:gd name="GluePoint30Y" fmla="*/ 69 h 87"/>
              <a:gd name="GluePoint31X" fmla="*/ 6 w 156"/>
              <a:gd name="GluePoint31Y" fmla="*/ 69 h 87"/>
              <a:gd name="GluePoint32X" fmla="*/ 0 w 156"/>
              <a:gd name="GluePoint32Y" fmla="*/ 66 h 87"/>
              <a:gd name="GluePoint33X" fmla="*/ 5 w 156"/>
              <a:gd name="GluePoint33Y" fmla="*/ 86 h 87"/>
              <a:gd name="GluePoint34X" fmla="*/ 37 w 156"/>
              <a:gd name="GluePoint34Y" fmla="*/ 73 h 87"/>
              <a:gd name="GluePoint35X" fmla="*/ 51 w 156"/>
              <a:gd name="GluePoint35Y" fmla="*/ 71 h 87"/>
              <a:gd name="GluePoint36X" fmla="*/ 44 w 156"/>
              <a:gd name="GluePoint36Y" fmla="*/ 75 h 87"/>
              <a:gd name="GluePoint37X" fmla="*/ 61 w 156"/>
              <a:gd name="GluePoint37Y" fmla="*/ 86 h 87"/>
              <a:gd name="GluePoint38X" fmla="*/ 64 w 156"/>
              <a:gd name="GluePoint38Y" fmla="*/ 72 h 87"/>
              <a:gd name="GluePoint39X" fmla="*/ 53 w 156"/>
              <a:gd name="GluePoint39Y" fmla="*/ 61 h 87"/>
              <a:gd name="GluePoint40X" fmla="*/ 75 w 156"/>
              <a:gd name="GluePoint40Y" fmla="*/ 67 h 87"/>
              <a:gd name="GluePoint41X" fmla="*/ 95 w 156"/>
              <a:gd name="GluePoint41Y" fmla="*/ 76 h 87"/>
              <a:gd name="GluePoint42X" fmla="*/ 94 w 156"/>
              <a:gd name="GluePoint42Y" fmla="*/ 65 h 87"/>
              <a:gd name="GluePoint43X" fmla="*/ 117 w 156"/>
              <a:gd name="GluePoint43Y" fmla="*/ 67 h 87"/>
              <a:gd name="GluePoint44X" fmla="*/ 143 w 156"/>
              <a:gd name="GluePoint44Y" fmla="*/ 67 h 87"/>
              <a:gd name="GluePoint45X" fmla="*/ 132 w 156"/>
              <a:gd name="GluePoint45Y" fmla="*/ 51 h 87"/>
              <a:gd name="GluePoint46X" fmla="*/ 118 w 156"/>
              <a:gd name="GluePoint46Y" fmla="*/ 41 h 87"/>
              <a:gd name="GluePoint47X" fmla="*/ 120 w 156"/>
              <a:gd name="GluePoint47Y" fmla="*/ 32 h 87"/>
              <a:gd name="GluePoint48X" fmla="*/ 145 w 156"/>
              <a:gd name="GluePoint48Y" fmla="*/ 39 h 87"/>
              <a:gd name="GluePoint49X" fmla="*/ 155 w 156"/>
              <a:gd name="GluePoint49Y" fmla="*/ 37 h 87"/>
              <a:gd name="GluePoint50X" fmla="*/ 150 w 156"/>
              <a:gd name="GluePoint50Y" fmla="*/ 23 h 87"/>
              <a:gd name="GluePoint51X" fmla="*/ 137 w 156"/>
              <a:gd name="GluePoint51Y" fmla="*/ 29 h 87"/>
              <a:gd name="GluePoint52X" fmla="*/ 112 w 156"/>
              <a:gd name="GluePoint52Y" fmla="*/ 21 h 87"/>
              <a:gd name="GluePoint53X" fmla="*/ 105 w 156"/>
              <a:gd name="GluePoint53Y" fmla="*/ 11 h 87"/>
              <a:gd name="GluePoint54X" fmla="*/ 105 w 156"/>
              <a:gd name="GluePoint54Y" fmla="*/ 1 h 87"/>
              <a:gd name="GluePoint55X" fmla="*/ 93 w 156"/>
              <a:gd name="GluePoint55Y" fmla="*/ 13 h 87"/>
              <a:gd name="GluePoint56X" fmla="*/ 78 w 156"/>
              <a:gd name="GluePoint56Y" fmla="*/ 24 h 87"/>
              <a:gd name="GluePoint57X" fmla="*/ 79 w 156"/>
              <a:gd name="GluePoint57Y" fmla="*/ 6 h 87"/>
              <a:gd name="GluePoint58X" fmla="*/ 68 w 156"/>
              <a:gd name="GluePoint58Y" fmla="*/ 22 h 87"/>
              <a:gd name="GluePoint59X" fmla="*/ 67 w 156"/>
              <a:gd name="GluePoint59Y" fmla="*/ 28 h 87"/>
            </a:gdLst>
            <a:ahLst/>
            <a:cxnLst/>
            <a:rect l="textAreaLeft" t="textAreaTop" r="textAreaRight" b="textAreaBottom"/>
            <a:pathLst>
              <a:path w="156" h="87">
                <a:moveTo>
                  <a:pt x="96" y="49"/>
                </a:moveTo>
                <a:lnTo>
                  <a:pt x="97" y="47"/>
                </a:lnTo>
                <a:lnTo>
                  <a:pt x="97" y="45"/>
                </a:lnTo>
                <a:lnTo>
                  <a:pt x="97" y="45"/>
                </a:lnTo>
                <a:lnTo>
                  <a:pt x="98" y="44"/>
                </a:lnTo>
                <a:lnTo>
                  <a:pt x="99" y="44"/>
                </a:lnTo>
                <a:lnTo>
                  <a:pt x="100" y="44"/>
                </a:lnTo>
                <a:lnTo>
                  <a:pt x="104" y="44"/>
                </a:lnTo>
                <a:lnTo>
                  <a:pt x="107" y="43"/>
                </a:lnTo>
                <a:lnTo>
                  <a:pt x="108" y="44"/>
                </a:lnTo>
                <a:lnTo>
                  <a:pt x="109" y="45"/>
                </a:lnTo>
                <a:lnTo>
                  <a:pt x="109" y="46"/>
                </a:lnTo>
                <a:lnTo>
                  <a:pt x="109" y="47"/>
                </a:lnTo>
                <a:lnTo>
                  <a:pt x="109" y="48"/>
                </a:lnTo>
                <a:lnTo>
                  <a:pt x="109" y="48"/>
                </a:lnTo>
                <a:lnTo>
                  <a:pt x="108" y="49"/>
                </a:lnTo>
                <a:lnTo>
                  <a:pt x="105" y="49"/>
                </a:lnTo>
                <a:lnTo>
                  <a:pt x="105" y="49"/>
                </a:lnTo>
                <a:lnTo>
                  <a:pt x="104" y="50"/>
                </a:lnTo>
                <a:lnTo>
                  <a:pt x="102" y="50"/>
                </a:lnTo>
                <a:lnTo>
                  <a:pt x="101" y="50"/>
                </a:lnTo>
                <a:lnTo>
                  <a:pt x="97" y="49"/>
                </a:lnTo>
                <a:lnTo>
                  <a:pt x="96" y="49"/>
                </a:lnTo>
                <a:lnTo>
                  <a:pt x="96" y="49"/>
                </a:lnTo>
                <a:close/>
                <a:moveTo>
                  <a:pt x="101" y="32"/>
                </a:moveTo>
                <a:lnTo>
                  <a:pt x="100" y="30"/>
                </a:lnTo>
                <a:lnTo>
                  <a:pt x="101" y="28"/>
                </a:lnTo>
                <a:lnTo>
                  <a:pt x="101" y="28"/>
                </a:lnTo>
                <a:lnTo>
                  <a:pt x="101" y="27"/>
                </a:lnTo>
                <a:lnTo>
                  <a:pt x="102" y="27"/>
                </a:lnTo>
                <a:lnTo>
                  <a:pt x="104" y="28"/>
                </a:lnTo>
                <a:lnTo>
                  <a:pt x="106" y="29"/>
                </a:lnTo>
                <a:lnTo>
                  <a:pt x="108" y="31"/>
                </a:lnTo>
                <a:lnTo>
                  <a:pt x="108" y="31"/>
                </a:lnTo>
                <a:lnTo>
                  <a:pt x="109" y="32"/>
                </a:lnTo>
                <a:lnTo>
                  <a:pt x="109" y="32"/>
                </a:lnTo>
                <a:lnTo>
                  <a:pt x="109" y="33"/>
                </a:lnTo>
                <a:lnTo>
                  <a:pt x="109" y="35"/>
                </a:lnTo>
                <a:lnTo>
                  <a:pt x="109" y="36"/>
                </a:lnTo>
                <a:lnTo>
                  <a:pt x="108" y="37"/>
                </a:lnTo>
                <a:lnTo>
                  <a:pt x="108" y="37"/>
                </a:lnTo>
                <a:lnTo>
                  <a:pt x="108" y="36"/>
                </a:lnTo>
                <a:lnTo>
                  <a:pt x="107" y="36"/>
                </a:lnTo>
                <a:lnTo>
                  <a:pt x="105" y="35"/>
                </a:lnTo>
                <a:lnTo>
                  <a:pt x="104" y="35"/>
                </a:lnTo>
                <a:lnTo>
                  <a:pt x="102" y="33"/>
                </a:lnTo>
                <a:lnTo>
                  <a:pt x="101" y="32"/>
                </a:lnTo>
                <a:lnTo>
                  <a:pt x="101" y="32"/>
                </a:lnTo>
                <a:close/>
                <a:moveTo>
                  <a:pt x="99" y="21"/>
                </a:moveTo>
                <a:lnTo>
                  <a:pt x="98" y="21"/>
                </a:lnTo>
                <a:lnTo>
                  <a:pt x="98" y="20"/>
                </a:lnTo>
                <a:lnTo>
                  <a:pt x="97" y="20"/>
                </a:lnTo>
                <a:lnTo>
                  <a:pt x="97" y="19"/>
                </a:lnTo>
                <a:lnTo>
                  <a:pt x="98" y="18"/>
                </a:lnTo>
                <a:lnTo>
                  <a:pt x="99" y="17"/>
                </a:lnTo>
                <a:lnTo>
                  <a:pt x="101" y="16"/>
                </a:lnTo>
                <a:lnTo>
                  <a:pt x="101" y="16"/>
                </a:lnTo>
                <a:lnTo>
                  <a:pt x="101" y="16"/>
                </a:lnTo>
                <a:lnTo>
                  <a:pt x="102" y="16"/>
                </a:lnTo>
                <a:lnTo>
                  <a:pt x="102" y="16"/>
                </a:lnTo>
                <a:lnTo>
                  <a:pt x="103" y="16"/>
                </a:lnTo>
                <a:lnTo>
                  <a:pt x="104" y="18"/>
                </a:lnTo>
                <a:lnTo>
                  <a:pt x="105" y="20"/>
                </a:lnTo>
                <a:lnTo>
                  <a:pt x="105" y="21"/>
                </a:lnTo>
                <a:lnTo>
                  <a:pt x="105" y="21"/>
                </a:lnTo>
                <a:lnTo>
                  <a:pt x="105" y="22"/>
                </a:lnTo>
                <a:lnTo>
                  <a:pt x="105" y="23"/>
                </a:lnTo>
                <a:lnTo>
                  <a:pt x="105" y="24"/>
                </a:lnTo>
                <a:lnTo>
                  <a:pt x="103" y="24"/>
                </a:lnTo>
                <a:lnTo>
                  <a:pt x="102" y="24"/>
                </a:lnTo>
                <a:lnTo>
                  <a:pt x="101" y="24"/>
                </a:lnTo>
                <a:lnTo>
                  <a:pt x="99" y="22"/>
                </a:lnTo>
                <a:lnTo>
                  <a:pt x="99" y="21"/>
                </a:lnTo>
                <a:lnTo>
                  <a:pt x="99" y="21"/>
                </a:lnTo>
                <a:close/>
                <a:moveTo>
                  <a:pt x="89" y="29"/>
                </a:moveTo>
                <a:lnTo>
                  <a:pt x="92" y="29"/>
                </a:lnTo>
                <a:lnTo>
                  <a:pt x="96" y="29"/>
                </a:lnTo>
                <a:lnTo>
                  <a:pt x="97" y="28"/>
                </a:lnTo>
                <a:lnTo>
                  <a:pt x="97" y="28"/>
                </a:lnTo>
                <a:lnTo>
                  <a:pt x="97" y="27"/>
                </a:lnTo>
                <a:lnTo>
                  <a:pt x="97" y="25"/>
                </a:lnTo>
                <a:lnTo>
                  <a:pt x="97" y="24"/>
                </a:lnTo>
                <a:lnTo>
                  <a:pt x="97" y="24"/>
                </a:lnTo>
                <a:lnTo>
                  <a:pt x="96" y="23"/>
                </a:lnTo>
                <a:lnTo>
                  <a:pt x="94" y="23"/>
                </a:lnTo>
                <a:lnTo>
                  <a:pt x="93" y="24"/>
                </a:lnTo>
                <a:lnTo>
                  <a:pt x="91" y="24"/>
                </a:lnTo>
                <a:lnTo>
                  <a:pt x="91" y="26"/>
                </a:lnTo>
                <a:lnTo>
                  <a:pt x="90" y="27"/>
                </a:lnTo>
                <a:lnTo>
                  <a:pt x="89" y="28"/>
                </a:lnTo>
                <a:lnTo>
                  <a:pt x="89" y="29"/>
                </a:lnTo>
                <a:lnTo>
                  <a:pt x="89" y="29"/>
                </a:lnTo>
                <a:close/>
                <a:moveTo>
                  <a:pt x="85" y="31"/>
                </a:moveTo>
                <a:lnTo>
                  <a:pt x="86" y="32"/>
                </a:lnTo>
                <a:lnTo>
                  <a:pt x="88" y="32"/>
                </a:lnTo>
                <a:lnTo>
                  <a:pt x="89" y="32"/>
                </a:lnTo>
                <a:lnTo>
                  <a:pt x="89" y="33"/>
                </a:lnTo>
                <a:lnTo>
                  <a:pt x="90" y="35"/>
                </a:lnTo>
                <a:lnTo>
                  <a:pt x="90" y="36"/>
                </a:lnTo>
                <a:lnTo>
                  <a:pt x="91" y="37"/>
                </a:lnTo>
                <a:lnTo>
                  <a:pt x="91" y="37"/>
                </a:lnTo>
                <a:lnTo>
                  <a:pt x="90" y="38"/>
                </a:lnTo>
                <a:lnTo>
                  <a:pt x="89" y="39"/>
                </a:lnTo>
                <a:lnTo>
                  <a:pt x="88" y="39"/>
                </a:lnTo>
                <a:lnTo>
                  <a:pt x="87" y="39"/>
                </a:lnTo>
                <a:lnTo>
                  <a:pt x="84" y="38"/>
                </a:lnTo>
                <a:lnTo>
                  <a:pt x="81" y="37"/>
                </a:lnTo>
                <a:lnTo>
                  <a:pt x="80" y="37"/>
                </a:lnTo>
                <a:lnTo>
                  <a:pt x="79" y="37"/>
                </a:lnTo>
                <a:lnTo>
                  <a:pt x="78" y="37"/>
                </a:lnTo>
                <a:lnTo>
                  <a:pt x="77" y="37"/>
                </a:lnTo>
                <a:lnTo>
                  <a:pt x="77" y="37"/>
                </a:lnTo>
                <a:lnTo>
                  <a:pt x="77" y="38"/>
                </a:lnTo>
                <a:lnTo>
                  <a:pt x="77" y="38"/>
                </a:lnTo>
                <a:lnTo>
                  <a:pt x="77" y="39"/>
                </a:lnTo>
                <a:lnTo>
                  <a:pt x="77" y="40"/>
                </a:lnTo>
                <a:lnTo>
                  <a:pt x="78" y="41"/>
                </a:lnTo>
                <a:lnTo>
                  <a:pt x="79" y="41"/>
                </a:lnTo>
                <a:lnTo>
                  <a:pt x="81" y="41"/>
                </a:lnTo>
                <a:lnTo>
                  <a:pt x="84" y="42"/>
                </a:lnTo>
                <a:lnTo>
                  <a:pt x="89" y="44"/>
                </a:lnTo>
                <a:lnTo>
                  <a:pt x="91" y="45"/>
                </a:lnTo>
                <a:lnTo>
                  <a:pt x="92" y="46"/>
                </a:lnTo>
                <a:lnTo>
                  <a:pt x="93" y="47"/>
                </a:lnTo>
                <a:lnTo>
                  <a:pt x="93" y="48"/>
                </a:lnTo>
                <a:lnTo>
                  <a:pt x="93" y="48"/>
                </a:lnTo>
                <a:lnTo>
                  <a:pt x="93" y="49"/>
                </a:lnTo>
                <a:lnTo>
                  <a:pt x="92" y="49"/>
                </a:lnTo>
                <a:lnTo>
                  <a:pt x="91" y="49"/>
                </a:lnTo>
                <a:lnTo>
                  <a:pt x="89" y="49"/>
                </a:lnTo>
                <a:lnTo>
                  <a:pt x="88" y="49"/>
                </a:lnTo>
                <a:lnTo>
                  <a:pt x="87" y="49"/>
                </a:lnTo>
                <a:lnTo>
                  <a:pt x="86" y="50"/>
                </a:lnTo>
                <a:lnTo>
                  <a:pt x="85" y="51"/>
                </a:lnTo>
                <a:lnTo>
                  <a:pt x="85" y="52"/>
                </a:lnTo>
                <a:lnTo>
                  <a:pt x="84" y="52"/>
                </a:lnTo>
                <a:lnTo>
                  <a:pt x="84" y="52"/>
                </a:lnTo>
                <a:lnTo>
                  <a:pt x="85" y="53"/>
                </a:lnTo>
                <a:lnTo>
                  <a:pt x="85" y="53"/>
                </a:lnTo>
                <a:lnTo>
                  <a:pt x="86" y="53"/>
                </a:lnTo>
                <a:lnTo>
                  <a:pt x="88" y="53"/>
                </a:lnTo>
                <a:lnTo>
                  <a:pt x="91" y="53"/>
                </a:lnTo>
                <a:lnTo>
                  <a:pt x="94" y="53"/>
                </a:lnTo>
                <a:lnTo>
                  <a:pt x="95" y="53"/>
                </a:lnTo>
                <a:lnTo>
                  <a:pt x="97" y="53"/>
                </a:lnTo>
                <a:lnTo>
                  <a:pt x="97" y="54"/>
                </a:lnTo>
                <a:lnTo>
                  <a:pt x="100" y="55"/>
                </a:lnTo>
                <a:lnTo>
                  <a:pt x="101" y="56"/>
                </a:lnTo>
                <a:lnTo>
                  <a:pt x="104" y="56"/>
                </a:lnTo>
                <a:lnTo>
                  <a:pt x="106" y="56"/>
                </a:lnTo>
                <a:lnTo>
                  <a:pt x="108" y="56"/>
                </a:lnTo>
                <a:lnTo>
                  <a:pt x="109" y="55"/>
                </a:lnTo>
                <a:lnTo>
                  <a:pt x="110" y="55"/>
                </a:lnTo>
                <a:lnTo>
                  <a:pt x="111" y="54"/>
                </a:lnTo>
                <a:lnTo>
                  <a:pt x="112" y="53"/>
                </a:lnTo>
                <a:lnTo>
                  <a:pt x="112" y="52"/>
                </a:lnTo>
                <a:lnTo>
                  <a:pt x="113" y="49"/>
                </a:lnTo>
                <a:lnTo>
                  <a:pt x="113" y="47"/>
                </a:lnTo>
                <a:lnTo>
                  <a:pt x="115" y="46"/>
                </a:lnTo>
                <a:lnTo>
                  <a:pt x="116" y="46"/>
                </a:lnTo>
                <a:lnTo>
                  <a:pt x="117" y="47"/>
                </a:lnTo>
                <a:lnTo>
                  <a:pt x="119" y="49"/>
                </a:lnTo>
                <a:lnTo>
                  <a:pt x="121" y="51"/>
                </a:lnTo>
                <a:lnTo>
                  <a:pt x="123" y="53"/>
                </a:lnTo>
                <a:lnTo>
                  <a:pt x="126" y="55"/>
                </a:lnTo>
                <a:lnTo>
                  <a:pt x="129" y="57"/>
                </a:lnTo>
                <a:lnTo>
                  <a:pt x="130" y="60"/>
                </a:lnTo>
                <a:lnTo>
                  <a:pt x="130" y="61"/>
                </a:lnTo>
                <a:lnTo>
                  <a:pt x="129" y="61"/>
                </a:lnTo>
                <a:lnTo>
                  <a:pt x="129" y="61"/>
                </a:lnTo>
                <a:lnTo>
                  <a:pt x="128" y="62"/>
                </a:lnTo>
                <a:lnTo>
                  <a:pt x="125" y="62"/>
                </a:lnTo>
                <a:lnTo>
                  <a:pt x="122" y="61"/>
                </a:lnTo>
                <a:lnTo>
                  <a:pt x="119" y="61"/>
                </a:lnTo>
                <a:lnTo>
                  <a:pt x="114" y="61"/>
                </a:lnTo>
                <a:lnTo>
                  <a:pt x="109" y="61"/>
                </a:lnTo>
                <a:lnTo>
                  <a:pt x="105" y="61"/>
                </a:lnTo>
                <a:lnTo>
                  <a:pt x="100" y="60"/>
                </a:lnTo>
                <a:lnTo>
                  <a:pt x="95" y="59"/>
                </a:lnTo>
                <a:lnTo>
                  <a:pt x="92" y="59"/>
                </a:lnTo>
                <a:lnTo>
                  <a:pt x="89" y="59"/>
                </a:lnTo>
                <a:lnTo>
                  <a:pt x="89" y="59"/>
                </a:lnTo>
                <a:lnTo>
                  <a:pt x="88" y="59"/>
                </a:lnTo>
                <a:lnTo>
                  <a:pt x="87" y="59"/>
                </a:lnTo>
                <a:lnTo>
                  <a:pt x="86" y="58"/>
                </a:lnTo>
                <a:lnTo>
                  <a:pt x="84" y="57"/>
                </a:lnTo>
                <a:lnTo>
                  <a:pt x="81" y="53"/>
                </a:lnTo>
                <a:lnTo>
                  <a:pt x="77" y="51"/>
                </a:lnTo>
                <a:lnTo>
                  <a:pt x="74" y="49"/>
                </a:lnTo>
                <a:lnTo>
                  <a:pt x="72" y="48"/>
                </a:lnTo>
                <a:lnTo>
                  <a:pt x="69" y="46"/>
                </a:lnTo>
                <a:lnTo>
                  <a:pt x="65" y="44"/>
                </a:lnTo>
                <a:lnTo>
                  <a:pt x="63" y="42"/>
                </a:lnTo>
                <a:lnTo>
                  <a:pt x="60" y="39"/>
                </a:lnTo>
                <a:lnTo>
                  <a:pt x="57" y="36"/>
                </a:lnTo>
                <a:lnTo>
                  <a:pt x="56" y="35"/>
                </a:lnTo>
                <a:lnTo>
                  <a:pt x="54" y="33"/>
                </a:lnTo>
                <a:lnTo>
                  <a:pt x="53" y="33"/>
                </a:lnTo>
                <a:lnTo>
                  <a:pt x="52" y="33"/>
                </a:lnTo>
                <a:lnTo>
                  <a:pt x="50" y="33"/>
                </a:lnTo>
                <a:lnTo>
                  <a:pt x="50" y="35"/>
                </a:lnTo>
                <a:lnTo>
                  <a:pt x="50" y="36"/>
                </a:lnTo>
                <a:lnTo>
                  <a:pt x="50" y="37"/>
                </a:lnTo>
                <a:lnTo>
                  <a:pt x="53" y="39"/>
                </a:lnTo>
                <a:lnTo>
                  <a:pt x="56" y="41"/>
                </a:lnTo>
                <a:lnTo>
                  <a:pt x="57" y="42"/>
                </a:lnTo>
                <a:lnTo>
                  <a:pt x="60" y="45"/>
                </a:lnTo>
                <a:lnTo>
                  <a:pt x="63" y="49"/>
                </a:lnTo>
                <a:lnTo>
                  <a:pt x="66" y="51"/>
                </a:lnTo>
                <a:lnTo>
                  <a:pt x="73" y="56"/>
                </a:lnTo>
                <a:lnTo>
                  <a:pt x="77" y="58"/>
                </a:lnTo>
                <a:lnTo>
                  <a:pt x="77" y="59"/>
                </a:lnTo>
                <a:lnTo>
                  <a:pt x="77" y="59"/>
                </a:lnTo>
                <a:lnTo>
                  <a:pt x="77" y="60"/>
                </a:lnTo>
                <a:lnTo>
                  <a:pt x="74" y="61"/>
                </a:lnTo>
                <a:lnTo>
                  <a:pt x="73" y="61"/>
                </a:lnTo>
                <a:lnTo>
                  <a:pt x="70" y="61"/>
                </a:lnTo>
                <a:lnTo>
                  <a:pt x="68" y="61"/>
                </a:lnTo>
                <a:lnTo>
                  <a:pt x="65" y="60"/>
                </a:lnTo>
                <a:lnTo>
                  <a:pt x="61" y="59"/>
                </a:lnTo>
                <a:lnTo>
                  <a:pt x="58" y="58"/>
                </a:lnTo>
                <a:lnTo>
                  <a:pt x="57" y="57"/>
                </a:lnTo>
                <a:lnTo>
                  <a:pt x="54" y="55"/>
                </a:lnTo>
                <a:lnTo>
                  <a:pt x="53" y="54"/>
                </a:lnTo>
                <a:lnTo>
                  <a:pt x="52" y="53"/>
                </a:lnTo>
                <a:lnTo>
                  <a:pt x="51" y="53"/>
                </a:lnTo>
                <a:lnTo>
                  <a:pt x="49" y="53"/>
                </a:lnTo>
                <a:lnTo>
                  <a:pt x="47" y="53"/>
                </a:lnTo>
                <a:lnTo>
                  <a:pt x="45" y="53"/>
                </a:lnTo>
                <a:lnTo>
                  <a:pt x="43" y="52"/>
                </a:lnTo>
                <a:lnTo>
                  <a:pt x="40" y="50"/>
                </a:lnTo>
                <a:lnTo>
                  <a:pt x="38" y="49"/>
                </a:lnTo>
                <a:lnTo>
                  <a:pt x="35" y="47"/>
                </a:lnTo>
                <a:lnTo>
                  <a:pt x="32" y="45"/>
                </a:lnTo>
                <a:lnTo>
                  <a:pt x="29" y="44"/>
                </a:lnTo>
                <a:lnTo>
                  <a:pt x="25" y="42"/>
                </a:lnTo>
                <a:lnTo>
                  <a:pt x="24" y="42"/>
                </a:lnTo>
                <a:lnTo>
                  <a:pt x="21" y="41"/>
                </a:lnTo>
                <a:lnTo>
                  <a:pt x="17" y="38"/>
                </a:lnTo>
                <a:lnTo>
                  <a:pt x="15" y="35"/>
                </a:lnTo>
                <a:lnTo>
                  <a:pt x="13" y="32"/>
                </a:lnTo>
                <a:lnTo>
                  <a:pt x="12" y="31"/>
                </a:lnTo>
                <a:lnTo>
                  <a:pt x="11" y="29"/>
                </a:lnTo>
                <a:lnTo>
                  <a:pt x="9" y="28"/>
                </a:lnTo>
                <a:lnTo>
                  <a:pt x="8" y="27"/>
                </a:lnTo>
                <a:lnTo>
                  <a:pt x="8" y="27"/>
                </a:lnTo>
                <a:lnTo>
                  <a:pt x="6" y="28"/>
                </a:lnTo>
                <a:lnTo>
                  <a:pt x="4" y="29"/>
                </a:lnTo>
                <a:lnTo>
                  <a:pt x="4" y="31"/>
                </a:lnTo>
                <a:lnTo>
                  <a:pt x="6" y="35"/>
                </a:lnTo>
                <a:lnTo>
                  <a:pt x="8" y="39"/>
                </a:lnTo>
                <a:lnTo>
                  <a:pt x="9" y="41"/>
                </a:lnTo>
                <a:lnTo>
                  <a:pt x="10" y="42"/>
                </a:lnTo>
                <a:lnTo>
                  <a:pt x="12" y="44"/>
                </a:lnTo>
                <a:lnTo>
                  <a:pt x="13" y="45"/>
                </a:lnTo>
                <a:lnTo>
                  <a:pt x="17" y="47"/>
                </a:lnTo>
                <a:lnTo>
                  <a:pt x="20" y="49"/>
                </a:lnTo>
                <a:lnTo>
                  <a:pt x="26" y="53"/>
                </a:lnTo>
                <a:lnTo>
                  <a:pt x="32" y="57"/>
                </a:lnTo>
                <a:lnTo>
                  <a:pt x="33" y="58"/>
                </a:lnTo>
                <a:lnTo>
                  <a:pt x="35" y="60"/>
                </a:lnTo>
                <a:lnTo>
                  <a:pt x="36" y="61"/>
                </a:lnTo>
                <a:lnTo>
                  <a:pt x="36" y="62"/>
                </a:lnTo>
                <a:lnTo>
                  <a:pt x="35" y="62"/>
                </a:lnTo>
                <a:lnTo>
                  <a:pt x="35" y="63"/>
                </a:lnTo>
                <a:lnTo>
                  <a:pt x="34" y="64"/>
                </a:lnTo>
                <a:lnTo>
                  <a:pt x="33" y="65"/>
                </a:lnTo>
                <a:lnTo>
                  <a:pt x="31" y="66"/>
                </a:lnTo>
                <a:lnTo>
                  <a:pt x="29" y="68"/>
                </a:lnTo>
                <a:lnTo>
                  <a:pt x="25" y="69"/>
                </a:lnTo>
                <a:lnTo>
                  <a:pt x="22" y="72"/>
                </a:lnTo>
                <a:lnTo>
                  <a:pt x="18" y="73"/>
                </a:lnTo>
                <a:lnTo>
                  <a:pt x="14" y="73"/>
                </a:lnTo>
                <a:lnTo>
                  <a:pt x="12" y="74"/>
                </a:lnTo>
                <a:lnTo>
                  <a:pt x="10" y="74"/>
                </a:lnTo>
                <a:lnTo>
                  <a:pt x="9" y="74"/>
                </a:lnTo>
                <a:lnTo>
                  <a:pt x="8" y="73"/>
                </a:lnTo>
                <a:lnTo>
                  <a:pt x="8" y="72"/>
                </a:lnTo>
                <a:lnTo>
                  <a:pt x="6" y="69"/>
                </a:lnTo>
                <a:lnTo>
                  <a:pt x="4" y="66"/>
                </a:lnTo>
                <a:lnTo>
                  <a:pt x="3" y="62"/>
                </a:lnTo>
                <a:lnTo>
                  <a:pt x="2" y="61"/>
                </a:lnTo>
                <a:lnTo>
                  <a:pt x="2" y="61"/>
                </a:lnTo>
                <a:lnTo>
                  <a:pt x="1" y="61"/>
                </a:lnTo>
                <a:lnTo>
                  <a:pt x="0" y="61"/>
                </a:lnTo>
                <a:lnTo>
                  <a:pt x="0" y="63"/>
                </a:lnTo>
                <a:lnTo>
                  <a:pt x="0" y="65"/>
                </a:lnTo>
                <a:lnTo>
                  <a:pt x="0" y="66"/>
                </a:lnTo>
                <a:lnTo>
                  <a:pt x="0" y="69"/>
                </a:lnTo>
                <a:lnTo>
                  <a:pt x="2" y="73"/>
                </a:lnTo>
                <a:lnTo>
                  <a:pt x="2" y="77"/>
                </a:lnTo>
                <a:lnTo>
                  <a:pt x="3" y="81"/>
                </a:lnTo>
                <a:lnTo>
                  <a:pt x="3" y="85"/>
                </a:lnTo>
                <a:lnTo>
                  <a:pt x="4" y="85"/>
                </a:lnTo>
                <a:lnTo>
                  <a:pt x="4" y="85"/>
                </a:lnTo>
                <a:lnTo>
                  <a:pt x="4" y="86"/>
                </a:lnTo>
                <a:lnTo>
                  <a:pt x="5" y="86"/>
                </a:lnTo>
                <a:lnTo>
                  <a:pt x="7" y="87"/>
                </a:lnTo>
                <a:lnTo>
                  <a:pt x="9" y="87"/>
                </a:lnTo>
                <a:lnTo>
                  <a:pt x="13" y="87"/>
                </a:lnTo>
                <a:lnTo>
                  <a:pt x="16" y="86"/>
                </a:lnTo>
                <a:lnTo>
                  <a:pt x="19" y="85"/>
                </a:lnTo>
                <a:lnTo>
                  <a:pt x="25" y="81"/>
                </a:lnTo>
                <a:lnTo>
                  <a:pt x="30" y="78"/>
                </a:lnTo>
                <a:lnTo>
                  <a:pt x="34" y="76"/>
                </a:lnTo>
                <a:lnTo>
                  <a:pt x="37" y="73"/>
                </a:lnTo>
                <a:lnTo>
                  <a:pt x="42" y="70"/>
                </a:lnTo>
                <a:lnTo>
                  <a:pt x="43" y="69"/>
                </a:lnTo>
                <a:lnTo>
                  <a:pt x="44" y="69"/>
                </a:lnTo>
                <a:lnTo>
                  <a:pt x="45" y="68"/>
                </a:lnTo>
                <a:lnTo>
                  <a:pt x="46" y="68"/>
                </a:lnTo>
                <a:lnTo>
                  <a:pt x="47" y="68"/>
                </a:lnTo>
                <a:lnTo>
                  <a:pt x="48" y="69"/>
                </a:lnTo>
                <a:lnTo>
                  <a:pt x="49" y="69"/>
                </a:lnTo>
                <a:lnTo>
                  <a:pt x="51" y="71"/>
                </a:lnTo>
                <a:lnTo>
                  <a:pt x="52" y="72"/>
                </a:lnTo>
                <a:lnTo>
                  <a:pt x="53" y="73"/>
                </a:lnTo>
                <a:lnTo>
                  <a:pt x="53" y="73"/>
                </a:lnTo>
                <a:lnTo>
                  <a:pt x="53" y="73"/>
                </a:lnTo>
                <a:lnTo>
                  <a:pt x="51" y="74"/>
                </a:lnTo>
                <a:lnTo>
                  <a:pt x="49" y="74"/>
                </a:lnTo>
                <a:lnTo>
                  <a:pt x="47" y="74"/>
                </a:lnTo>
                <a:lnTo>
                  <a:pt x="45" y="74"/>
                </a:lnTo>
                <a:lnTo>
                  <a:pt x="44" y="75"/>
                </a:lnTo>
                <a:lnTo>
                  <a:pt x="43" y="75"/>
                </a:lnTo>
                <a:lnTo>
                  <a:pt x="43" y="75"/>
                </a:lnTo>
                <a:lnTo>
                  <a:pt x="43" y="76"/>
                </a:lnTo>
                <a:lnTo>
                  <a:pt x="44" y="77"/>
                </a:lnTo>
                <a:lnTo>
                  <a:pt x="47" y="77"/>
                </a:lnTo>
                <a:lnTo>
                  <a:pt x="50" y="80"/>
                </a:lnTo>
                <a:lnTo>
                  <a:pt x="55" y="82"/>
                </a:lnTo>
                <a:lnTo>
                  <a:pt x="58" y="85"/>
                </a:lnTo>
                <a:lnTo>
                  <a:pt x="61" y="86"/>
                </a:lnTo>
                <a:lnTo>
                  <a:pt x="61" y="86"/>
                </a:lnTo>
                <a:lnTo>
                  <a:pt x="63" y="85"/>
                </a:lnTo>
                <a:lnTo>
                  <a:pt x="64" y="85"/>
                </a:lnTo>
                <a:lnTo>
                  <a:pt x="65" y="83"/>
                </a:lnTo>
                <a:lnTo>
                  <a:pt x="65" y="81"/>
                </a:lnTo>
                <a:lnTo>
                  <a:pt x="65" y="79"/>
                </a:lnTo>
                <a:lnTo>
                  <a:pt x="65" y="77"/>
                </a:lnTo>
                <a:lnTo>
                  <a:pt x="65" y="74"/>
                </a:lnTo>
                <a:lnTo>
                  <a:pt x="64" y="72"/>
                </a:lnTo>
                <a:lnTo>
                  <a:pt x="62" y="70"/>
                </a:lnTo>
                <a:lnTo>
                  <a:pt x="61" y="69"/>
                </a:lnTo>
                <a:lnTo>
                  <a:pt x="61" y="69"/>
                </a:lnTo>
                <a:lnTo>
                  <a:pt x="59" y="68"/>
                </a:lnTo>
                <a:lnTo>
                  <a:pt x="57" y="67"/>
                </a:lnTo>
                <a:lnTo>
                  <a:pt x="56" y="65"/>
                </a:lnTo>
                <a:lnTo>
                  <a:pt x="54" y="62"/>
                </a:lnTo>
                <a:lnTo>
                  <a:pt x="54" y="62"/>
                </a:lnTo>
                <a:lnTo>
                  <a:pt x="53" y="61"/>
                </a:lnTo>
                <a:lnTo>
                  <a:pt x="54" y="61"/>
                </a:lnTo>
                <a:lnTo>
                  <a:pt x="54" y="61"/>
                </a:lnTo>
                <a:lnTo>
                  <a:pt x="55" y="61"/>
                </a:lnTo>
                <a:lnTo>
                  <a:pt x="57" y="61"/>
                </a:lnTo>
                <a:lnTo>
                  <a:pt x="61" y="62"/>
                </a:lnTo>
                <a:lnTo>
                  <a:pt x="65" y="63"/>
                </a:lnTo>
                <a:lnTo>
                  <a:pt x="69" y="65"/>
                </a:lnTo>
                <a:lnTo>
                  <a:pt x="73" y="66"/>
                </a:lnTo>
                <a:lnTo>
                  <a:pt x="75" y="67"/>
                </a:lnTo>
                <a:lnTo>
                  <a:pt x="77" y="69"/>
                </a:lnTo>
                <a:lnTo>
                  <a:pt x="80" y="70"/>
                </a:lnTo>
                <a:lnTo>
                  <a:pt x="82" y="73"/>
                </a:lnTo>
                <a:lnTo>
                  <a:pt x="85" y="75"/>
                </a:lnTo>
                <a:lnTo>
                  <a:pt x="87" y="76"/>
                </a:lnTo>
                <a:lnTo>
                  <a:pt x="89" y="77"/>
                </a:lnTo>
                <a:lnTo>
                  <a:pt x="90" y="77"/>
                </a:lnTo>
                <a:lnTo>
                  <a:pt x="93" y="77"/>
                </a:lnTo>
                <a:lnTo>
                  <a:pt x="95" y="76"/>
                </a:lnTo>
                <a:lnTo>
                  <a:pt x="95" y="76"/>
                </a:lnTo>
                <a:lnTo>
                  <a:pt x="95" y="75"/>
                </a:lnTo>
                <a:lnTo>
                  <a:pt x="95" y="73"/>
                </a:lnTo>
                <a:lnTo>
                  <a:pt x="95" y="72"/>
                </a:lnTo>
                <a:lnTo>
                  <a:pt x="94" y="70"/>
                </a:lnTo>
                <a:lnTo>
                  <a:pt x="94" y="69"/>
                </a:lnTo>
                <a:lnTo>
                  <a:pt x="93" y="68"/>
                </a:lnTo>
                <a:lnTo>
                  <a:pt x="94" y="66"/>
                </a:lnTo>
                <a:lnTo>
                  <a:pt x="94" y="65"/>
                </a:lnTo>
                <a:lnTo>
                  <a:pt x="95" y="65"/>
                </a:lnTo>
                <a:lnTo>
                  <a:pt x="96" y="64"/>
                </a:lnTo>
                <a:lnTo>
                  <a:pt x="97" y="64"/>
                </a:lnTo>
                <a:lnTo>
                  <a:pt x="101" y="65"/>
                </a:lnTo>
                <a:lnTo>
                  <a:pt x="105" y="65"/>
                </a:lnTo>
                <a:lnTo>
                  <a:pt x="109" y="65"/>
                </a:lnTo>
                <a:lnTo>
                  <a:pt x="112" y="65"/>
                </a:lnTo>
                <a:lnTo>
                  <a:pt x="114" y="66"/>
                </a:lnTo>
                <a:lnTo>
                  <a:pt x="117" y="67"/>
                </a:lnTo>
                <a:lnTo>
                  <a:pt x="123" y="69"/>
                </a:lnTo>
                <a:lnTo>
                  <a:pt x="128" y="71"/>
                </a:lnTo>
                <a:lnTo>
                  <a:pt x="130" y="72"/>
                </a:lnTo>
                <a:lnTo>
                  <a:pt x="132" y="72"/>
                </a:lnTo>
                <a:lnTo>
                  <a:pt x="135" y="72"/>
                </a:lnTo>
                <a:lnTo>
                  <a:pt x="137" y="72"/>
                </a:lnTo>
                <a:lnTo>
                  <a:pt x="140" y="70"/>
                </a:lnTo>
                <a:lnTo>
                  <a:pt x="141" y="69"/>
                </a:lnTo>
                <a:lnTo>
                  <a:pt x="143" y="67"/>
                </a:lnTo>
                <a:lnTo>
                  <a:pt x="144" y="65"/>
                </a:lnTo>
                <a:lnTo>
                  <a:pt x="144" y="64"/>
                </a:lnTo>
                <a:lnTo>
                  <a:pt x="145" y="61"/>
                </a:lnTo>
                <a:lnTo>
                  <a:pt x="144" y="60"/>
                </a:lnTo>
                <a:lnTo>
                  <a:pt x="144" y="59"/>
                </a:lnTo>
                <a:lnTo>
                  <a:pt x="143" y="58"/>
                </a:lnTo>
                <a:lnTo>
                  <a:pt x="141" y="57"/>
                </a:lnTo>
                <a:lnTo>
                  <a:pt x="137" y="55"/>
                </a:lnTo>
                <a:lnTo>
                  <a:pt x="132" y="51"/>
                </a:lnTo>
                <a:lnTo>
                  <a:pt x="126" y="48"/>
                </a:lnTo>
                <a:lnTo>
                  <a:pt x="123" y="46"/>
                </a:lnTo>
                <a:lnTo>
                  <a:pt x="122" y="46"/>
                </a:lnTo>
                <a:lnTo>
                  <a:pt x="121" y="45"/>
                </a:lnTo>
                <a:lnTo>
                  <a:pt x="121" y="45"/>
                </a:lnTo>
                <a:lnTo>
                  <a:pt x="120" y="44"/>
                </a:lnTo>
                <a:lnTo>
                  <a:pt x="119" y="43"/>
                </a:lnTo>
                <a:lnTo>
                  <a:pt x="119" y="42"/>
                </a:lnTo>
                <a:lnTo>
                  <a:pt x="118" y="41"/>
                </a:lnTo>
                <a:lnTo>
                  <a:pt x="119" y="41"/>
                </a:lnTo>
                <a:lnTo>
                  <a:pt x="119" y="39"/>
                </a:lnTo>
                <a:lnTo>
                  <a:pt x="118" y="37"/>
                </a:lnTo>
                <a:lnTo>
                  <a:pt x="118" y="37"/>
                </a:lnTo>
                <a:lnTo>
                  <a:pt x="118" y="36"/>
                </a:lnTo>
                <a:lnTo>
                  <a:pt x="118" y="35"/>
                </a:lnTo>
                <a:lnTo>
                  <a:pt x="119" y="33"/>
                </a:lnTo>
                <a:lnTo>
                  <a:pt x="119" y="32"/>
                </a:lnTo>
                <a:lnTo>
                  <a:pt x="120" y="32"/>
                </a:lnTo>
                <a:lnTo>
                  <a:pt x="121" y="32"/>
                </a:lnTo>
                <a:lnTo>
                  <a:pt x="122" y="32"/>
                </a:lnTo>
                <a:lnTo>
                  <a:pt x="125" y="32"/>
                </a:lnTo>
                <a:lnTo>
                  <a:pt x="127" y="32"/>
                </a:lnTo>
                <a:lnTo>
                  <a:pt x="130" y="34"/>
                </a:lnTo>
                <a:lnTo>
                  <a:pt x="135" y="35"/>
                </a:lnTo>
                <a:lnTo>
                  <a:pt x="140" y="37"/>
                </a:lnTo>
                <a:lnTo>
                  <a:pt x="143" y="38"/>
                </a:lnTo>
                <a:lnTo>
                  <a:pt x="145" y="39"/>
                </a:lnTo>
                <a:lnTo>
                  <a:pt x="147" y="40"/>
                </a:lnTo>
                <a:lnTo>
                  <a:pt x="148" y="40"/>
                </a:lnTo>
                <a:lnTo>
                  <a:pt x="149" y="39"/>
                </a:lnTo>
                <a:lnTo>
                  <a:pt x="151" y="38"/>
                </a:lnTo>
                <a:lnTo>
                  <a:pt x="153" y="38"/>
                </a:lnTo>
                <a:lnTo>
                  <a:pt x="153" y="38"/>
                </a:lnTo>
                <a:lnTo>
                  <a:pt x="154" y="37"/>
                </a:lnTo>
                <a:lnTo>
                  <a:pt x="154" y="37"/>
                </a:lnTo>
                <a:lnTo>
                  <a:pt x="155" y="37"/>
                </a:lnTo>
                <a:lnTo>
                  <a:pt x="156" y="33"/>
                </a:lnTo>
                <a:lnTo>
                  <a:pt x="156" y="29"/>
                </a:lnTo>
                <a:lnTo>
                  <a:pt x="156" y="27"/>
                </a:lnTo>
                <a:lnTo>
                  <a:pt x="155" y="24"/>
                </a:lnTo>
                <a:lnTo>
                  <a:pt x="154" y="24"/>
                </a:lnTo>
                <a:lnTo>
                  <a:pt x="153" y="23"/>
                </a:lnTo>
                <a:lnTo>
                  <a:pt x="153" y="22"/>
                </a:lnTo>
                <a:lnTo>
                  <a:pt x="151" y="22"/>
                </a:lnTo>
                <a:lnTo>
                  <a:pt x="150" y="23"/>
                </a:lnTo>
                <a:lnTo>
                  <a:pt x="150" y="23"/>
                </a:lnTo>
                <a:lnTo>
                  <a:pt x="150" y="24"/>
                </a:lnTo>
                <a:lnTo>
                  <a:pt x="149" y="24"/>
                </a:lnTo>
                <a:lnTo>
                  <a:pt x="147" y="25"/>
                </a:lnTo>
                <a:lnTo>
                  <a:pt x="143" y="28"/>
                </a:lnTo>
                <a:lnTo>
                  <a:pt x="142" y="28"/>
                </a:lnTo>
                <a:lnTo>
                  <a:pt x="141" y="28"/>
                </a:lnTo>
                <a:lnTo>
                  <a:pt x="138" y="28"/>
                </a:lnTo>
                <a:lnTo>
                  <a:pt x="137" y="29"/>
                </a:lnTo>
                <a:lnTo>
                  <a:pt x="132" y="28"/>
                </a:lnTo>
                <a:lnTo>
                  <a:pt x="127" y="28"/>
                </a:lnTo>
                <a:lnTo>
                  <a:pt x="118" y="27"/>
                </a:lnTo>
                <a:lnTo>
                  <a:pt x="114" y="26"/>
                </a:lnTo>
                <a:lnTo>
                  <a:pt x="113" y="25"/>
                </a:lnTo>
                <a:lnTo>
                  <a:pt x="113" y="25"/>
                </a:lnTo>
                <a:lnTo>
                  <a:pt x="113" y="24"/>
                </a:lnTo>
                <a:lnTo>
                  <a:pt x="112" y="24"/>
                </a:lnTo>
                <a:lnTo>
                  <a:pt x="112" y="21"/>
                </a:lnTo>
                <a:lnTo>
                  <a:pt x="110" y="20"/>
                </a:lnTo>
                <a:lnTo>
                  <a:pt x="109" y="18"/>
                </a:lnTo>
                <a:lnTo>
                  <a:pt x="108" y="16"/>
                </a:lnTo>
                <a:lnTo>
                  <a:pt x="106" y="15"/>
                </a:lnTo>
                <a:lnTo>
                  <a:pt x="105" y="14"/>
                </a:lnTo>
                <a:lnTo>
                  <a:pt x="105" y="14"/>
                </a:lnTo>
                <a:lnTo>
                  <a:pt x="105" y="12"/>
                </a:lnTo>
                <a:lnTo>
                  <a:pt x="105" y="12"/>
                </a:lnTo>
                <a:lnTo>
                  <a:pt x="105" y="11"/>
                </a:lnTo>
                <a:lnTo>
                  <a:pt x="105" y="8"/>
                </a:lnTo>
                <a:lnTo>
                  <a:pt x="105" y="8"/>
                </a:lnTo>
                <a:lnTo>
                  <a:pt x="105" y="8"/>
                </a:lnTo>
                <a:lnTo>
                  <a:pt x="106" y="6"/>
                </a:lnTo>
                <a:lnTo>
                  <a:pt x="106" y="5"/>
                </a:lnTo>
                <a:lnTo>
                  <a:pt x="106" y="4"/>
                </a:lnTo>
                <a:lnTo>
                  <a:pt x="106" y="3"/>
                </a:lnTo>
                <a:lnTo>
                  <a:pt x="105" y="2"/>
                </a:lnTo>
                <a:lnTo>
                  <a:pt x="105" y="1"/>
                </a:lnTo>
                <a:lnTo>
                  <a:pt x="105" y="0"/>
                </a:lnTo>
                <a:lnTo>
                  <a:pt x="104" y="0"/>
                </a:lnTo>
                <a:lnTo>
                  <a:pt x="102" y="0"/>
                </a:lnTo>
                <a:lnTo>
                  <a:pt x="102" y="1"/>
                </a:lnTo>
                <a:lnTo>
                  <a:pt x="101" y="2"/>
                </a:lnTo>
                <a:lnTo>
                  <a:pt x="101" y="3"/>
                </a:lnTo>
                <a:lnTo>
                  <a:pt x="100" y="4"/>
                </a:lnTo>
                <a:lnTo>
                  <a:pt x="97" y="8"/>
                </a:lnTo>
                <a:lnTo>
                  <a:pt x="93" y="13"/>
                </a:lnTo>
                <a:lnTo>
                  <a:pt x="89" y="18"/>
                </a:lnTo>
                <a:lnTo>
                  <a:pt x="86" y="22"/>
                </a:lnTo>
                <a:lnTo>
                  <a:pt x="84" y="24"/>
                </a:lnTo>
                <a:lnTo>
                  <a:pt x="83" y="24"/>
                </a:lnTo>
                <a:lnTo>
                  <a:pt x="81" y="25"/>
                </a:lnTo>
                <a:lnTo>
                  <a:pt x="80" y="25"/>
                </a:lnTo>
                <a:lnTo>
                  <a:pt x="79" y="25"/>
                </a:lnTo>
                <a:lnTo>
                  <a:pt x="78" y="25"/>
                </a:lnTo>
                <a:lnTo>
                  <a:pt x="78" y="24"/>
                </a:lnTo>
                <a:lnTo>
                  <a:pt x="78" y="24"/>
                </a:lnTo>
                <a:lnTo>
                  <a:pt x="80" y="19"/>
                </a:lnTo>
                <a:lnTo>
                  <a:pt x="81" y="14"/>
                </a:lnTo>
                <a:lnTo>
                  <a:pt x="82" y="13"/>
                </a:lnTo>
                <a:lnTo>
                  <a:pt x="82" y="11"/>
                </a:lnTo>
                <a:lnTo>
                  <a:pt x="81" y="9"/>
                </a:lnTo>
                <a:lnTo>
                  <a:pt x="80" y="7"/>
                </a:lnTo>
                <a:lnTo>
                  <a:pt x="80" y="7"/>
                </a:lnTo>
                <a:lnTo>
                  <a:pt x="79" y="6"/>
                </a:lnTo>
                <a:lnTo>
                  <a:pt x="78" y="7"/>
                </a:lnTo>
                <a:lnTo>
                  <a:pt x="78" y="7"/>
                </a:lnTo>
                <a:lnTo>
                  <a:pt x="77" y="9"/>
                </a:lnTo>
                <a:lnTo>
                  <a:pt x="76" y="12"/>
                </a:lnTo>
                <a:lnTo>
                  <a:pt x="74" y="16"/>
                </a:lnTo>
                <a:lnTo>
                  <a:pt x="73" y="18"/>
                </a:lnTo>
                <a:lnTo>
                  <a:pt x="71" y="20"/>
                </a:lnTo>
                <a:lnTo>
                  <a:pt x="69" y="21"/>
                </a:lnTo>
                <a:lnTo>
                  <a:pt x="68" y="22"/>
                </a:lnTo>
                <a:lnTo>
                  <a:pt x="67" y="23"/>
                </a:lnTo>
                <a:lnTo>
                  <a:pt x="65" y="24"/>
                </a:lnTo>
                <a:lnTo>
                  <a:pt x="65" y="25"/>
                </a:lnTo>
                <a:lnTo>
                  <a:pt x="64" y="26"/>
                </a:lnTo>
                <a:lnTo>
                  <a:pt x="64" y="27"/>
                </a:lnTo>
                <a:lnTo>
                  <a:pt x="64" y="27"/>
                </a:lnTo>
                <a:lnTo>
                  <a:pt x="64" y="28"/>
                </a:lnTo>
                <a:lnTo>
                  <a:pt x="65" y="28"/>
                </a:lnTo>
                <a:lnTo>
                  <a:pt x="67" y="28"/>
                </a:lnTo>
                <a:lnTo>
                  <a:pt x="71" y="29"/>
                </a:lnTo>
                <a:lnTo>
                  <a:pt x="76" y="30"/>
                </a:lnTo>
                <a:lnTo>
                  <a:pt x="81" y="31"/>
                </a:lnTo>
                <a:lnTo>
                  <a:pt x="85" y="3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endParaRPr/>
          </a:p>
        </p:txBody>
      </p:sp>
      <p:sp>
        <p:nvSpPr>
          <p:cNvPr id="469" name="ís1iďé">
            <a:extLst>
              <a:ext uri="{FF2B5EF4-FFF2-40B4-BE49-F238E27FC236}">
                <a16:creationId xmlns:a16="http://schemas.microsoft.com/office/drawing/2014/main" id="{754D6A8C-1D51-49FE-B9BD-0760C0D0104F}"/>
              </a:ext>
            </a:extLst>
          </p:cNvPr>
          <p:cNvSpPr>
            <a:spLocks noGrp="1"/>
          </p:cNvSpPr>
          <p:nvPr/>
        </p:nvSpPr>
        <p:spPr>
          <a:xfrm>
            <a:off x="907200" y="788040"/>
            <a:ext cx="327240" cy="210600"/>
          </a:xfrm>
          <a:custGeom>
            <a:avLst/>
            <a:gdLst>
              <a:gd name="textAreaLeft" fmla="*/ 0 w 327240"/>
              <a:gd name="textAreaRight" fmla="*/ 327600 w 327240"/>
              <a:gd name="textAreaTop" fmla="*/ 0 h 210600"/>
              <a:gd name="textAreaBottom" fmla="*/ 210960 h 210600"/>
              <a:gd name="GluePoint1X" fmla="*/ 238 w 750"/>
              <a:gd name="GluePoint1Y" fmla="*/ 410 h 483"/>
              <a:gd name="GluePoint2X" fmla="*/ 260 w 750"/>
              <a:gd name="GluePoint2Y" fmla="*/ 439 h 483"/>
              <a:gd name="GluePoint3X" fmla="*/ 256 w 750"/>
              <a:gd name="GluePoint3Y" fmla="*/ 482 h 483"/>
              <a:gd name="GluePoint4X" fmla="*/ 230 w 750"/>
              <a:gd name="GluePoint4Y" fmla="*/ 454 h 483"/>
              <a:gd name="GluePoint5X" fmla="*/ 255 w 750"/>
              <a:gd name="GluePoint5Y" fmla="*/ 473 h 483"/>
              <a:gd name="GluePoint6X" fmla="*/ 249 w 750"/>
              <a:gd name="GluePoint6Y" fmla="*/ 443 h 483"/>
              <a:gd name="GluePoint7X" fmla="*/ 234 w 750"/>
              <a:gd name="GluePoint7Y" fmla="*/ 401 h 483"/>
              <a:gd name="GluePoint8X" fmla="*/ 260 w 750"/>
              <a:gd name="GluePoint8Y" fmla="*/ 397 h 483"/>
              <a:gd name="GluePoint9X" fmla="*/ 28 w 750"/>
              <a:gd name="GluePoint9Y" fmla="*/ 433 h 483"/>
              <a:gd name="GluePoint10X" fmla="*/ 13 w 750"/>
              <a:gd name="GluePoint10Y" fmla="*/ 428 h 483"/>
              <a:gd name="GluePoint11X" fmla="*/ 0 w 750"/>
              <a:gd name="GluePoint11Y" fmla="*/ 419 h 483"/>
              <a:gd name="GluePoint12X" fmla="*/ 37 w 750"/>
              <a:gd name="GluePoint12Y" fmla="*/ 447 h 483"/>
              <a:gd name="GluePoint13X" fmla="*/ 123 w 750"/>
              <a:gd name="GluePoint13Y" fmla="*/ 381 h 483"/>
              <a:gd name="GluePoint14X" fmla="*/ 160 w 750"/>
              <a:gd name="GluePoint14Y" fmla="*/ 436 h 483"/>
              <a:gd name="GluePoint15X" fmla="*/ 224 w 750"/>
              <a:gd name="GluePoint15Y" fmla="*/ 423 h 483"/>
              <a:gd name="GluePoint16X" fmla="*/ 193 w 750"/>
              <a:gd name="GluePoint16Y" fmla="*/ 391 h 483"/>
              <a:gd name="GluePoint17X" fmla="*/ 216 w 750"/>
              <a:gd name="GluePoint17Y" fmla="*/ 409 h 483"/>
              <a:gd name="GluePoint18X" fmla="*/ 278 w 750"/>
              <a:gd name="GluePoint18Y" fmla="*/ 482 h 483"/>
              <a:gd name="GluePoint19X" fmla="*/ 351 w 750"/>
              <a:gd name="GluePoint19Y" fmla="*/ 426 h 483"/>
              <a:gd name="GluePoint20X" fmla="*/ 437 w 750"/>
              <a:gd name="GluePoint20Y" fmla="*/ 430 h 483"/>
              <a:gd name="GluePoint21X" fmla="*/ 411 w 750"/>
              <a:gd name="GluePoint21Y" fmla="*/ 359 h 483"/>
              <a:gd name="GluePoint22X" fmla="*/ 388 w 750"/>
              <a:gd name="GluePoint22Y" fmla="*/ 381 h 483"/>
              <a:gd name="GluePoint23X" fmla="*/ 423 w 750"/>
              <a:gd name="GluePoint23Y" fmla="*/ 447 h 483"/>
              <a:gd name="GluePoint24X" fmla="*/ 405 w 750"/>
              <a:gd name="GluePoint24Y" fmla="*/ 417 h 483"/>
              <a:gd name="GluePoint25X" fmla="*/ 401 w 750"/>
              <a:gd name="GluePoint25Y" fmla="*/ 366 h 483"/>
              <a:gd name="GluePoint26X" fmla="*/ 427 w 750"/>
              <a:gd name="GluePoint26Y" fmla="*/ 408 h 483"/>
              <a:gd name="GluePoint27X" fmla="*/ 448 w 750"/>
              <a:gd name="GluePoint27Y" fmla="*/ 334 h 483"/>
              <a:gd name="GluePoint28X" fmla="*/ 498 w 750"/>
              <a:gd name="GluePoint28Y" fmla="*/ 301 h 483"/>
              <a:gd name="GluePoint29X" fmla="*/ 551 w 750"/>
              <a:gd name="GluePoint29Y" fmla="*/ 375 h 483"/>
              <a:gd name="GluePoint30X" fmla="*/ 583 w 750"/>
              <a:gd name="GluePoint30Y" fmla="*/ 330 h 483"/>
              <a:gd name="GluePoint31X" fmla="*/ 544 w 750"/>
              <a:gd name="GluePoint31Y" fmla="*/ 279 h 483"/>
              <a:gd name="GluePoint32X" fmla="*/ 565 w 750"/>
              <a:gd name="GluePoint32Y" fmla="*/ 265 h 483"/>
              <a:gd name="GluePoint33X" fmla="*/ 537 w 750"/>
              <a:gd name="GluePoint33Y" fmla="*/ 269 h 483"/>
              <a:gd name="GluePoint34X" fmla="*/ 572 w 750"/>
              <a:gd name="GluePoint34Y" fmla="*/ 333 h 483"/>
              <a:gd name="GluePoint35X" fmla="*/ 602 w 750"/>
              <a:gd name="GluePoint35Y" fmla="*/ 327 h 483"/>
              <a:gd name="GluePoint36X" fmla="*/ 589 w 750"/>
              <a:gd name="GluePoint36Y" fmla="*/ 271 h 483"/>
              <a:gd name="GluePoint37X" fmla="*/ 650 w 750"/>
              <a:gd name="GluePoint37Y" fmla="*/ 233 h 483"/>
              <a:gd name="GluePoint38X" fmla="*/ 668 w 750"/>
              <a:gd name="GluePoint38Y" fmla="*/ 220 h 483"/>
              <a:gd name="GluePoint39X" fmla="*/ 613 w 750"/>
              <a:gd name="GluePoint39Y" fmla="*/ 169 h 483"/>
              <a:gd name="GluePoint40X" fmla="*/ 644 w 750"/>
              <a:gd name="GluePoint40Y" fmla="*/ 157 h 483"/>
              <a:gd name="GluePoint41X" fmla="*/ 690 w 750"/>
              <a:gd name="GluePoint41Y" fmla="*/ 213 h 483"/>
              <a:gd name="GluePoint42X" fmla="*/ 658 w 750"/>
              <a:gd name="GluePoint42Y" fmla="*/ 175 h 483"/>
              <a:gd name="GluePoint43X" fmla="*/ 620 w 750"/>
              <a:gd name="GluePoint43Y" fmla="*/ 169 h 483"/>
              <a:gd name="GluePoint44X" fmla="*/ 664 w 750"/>
              <a:gd name="GluePoint44Y" fmla="*/ 208 h 483"/>
              <a:gd name="GluePoint45X" fmla="*/ 710 w 750"/>
              <a:gd name="GluePoint45Y" fmla="*/ 149 h 483"/>
              <a:gd name="GluePoint46X" fmla="*/ 697 w 750"/>
              <a:gd name="GluePoint46Y" fmla="*/ 143 h 483"/>
              <a:gd name="GluePoint47X" fmla="*/ 641 w 750"/>
              <a:gd name="GluePoint47Y" fmla="*/ 104 h 483"/>
              <a:gd name="GluePoint48X" fmla="*/ 692 w 750"/>
              <a:gd name="GluePoint48Y" fmla="*/ 96 h 483"/>
              <a:gd name="GluePoint49X" fmla="*/ 709 w 750"/>
              <a:gd name="GluePoint49Y" fmla="*/ 135 h 483"/>
              <a:gd name="GluePoint50X" fmla="*/ 650 w 750"/>
              <a:gd name="GluePoint50Y" fmla="*/ 108 h 483"/>
              <a:gd name="GluePoint51X" fmla="*/ 667 w 750"/>
              <a:gd name="GluePoint51Y" fmla="*/ 97 h 483"/>
              <a:gd name="GluePoint52X" fmla="*/ 718 w 750"/>
              <a:gd name="GluePoint52Y" fmla="*/ 126 h 483"/>
              <a:gd name="GluePoint53X" fmla="*/ 706 w 750"/>
              <a:gd name="GluePoint53Y" fmla="*/ 61 h 483"/>
              <a:gd name="GluePoint54X" fmla="*/ 732 w 750"/>
              <a:gd name="GluePoint54Y" fmla="*/ 81 h 483"/>
              <a:gd name="GluePoint55X" fmla="*/ 669 w 750"/>
              <a:gd name="GluePoint55Y" fmla="*/ 73 h 483"/>
              <a:gd name="GluePoint56X" fmla="*/ 673 w 750"/>
              <a:gd name="GluePoint56Y" fmla="*/ 53 h 483"/>
              <a:gd name="GluePoint57X" fmla="*/ 654 w 750"/>
              <a:gd name="GluePoint57Y" fmla="*/ 62 h 483"/>
              <a:gd name="GluePoint58X" fmla="*/ 698 w 750"/>
              <a:gd name="GluePoint58Y" fmla="*/ 91 h 483"/>
              <a:gd name="GluePoint59X" fmla="*/ 741 w 750"/>
              <a:gd name="GluePoint59Y" fmla="*/ 77 h 483"/>
              <a:gd name="GluePoint60X" fmla="*/ 662 w 750"/>
              <a:gd name="GluePoint60Y" fmla="*/ 9 h 483"/>
            </a:gdLst>
            <a:ahLst/>
            <a:cxnLst/>
            <a:rect l="textAreaLeft" t="textAreaTop" r="textAreaRight" b="textAreaBottom"/>
            <a:pathLst>
              <a:path w="750" h="483">
                <a:moveTo>
                  <a:pt x="265" y="417"/>
                </a:moveTo>
                <a:lnTo>
                  <a:pt x="258" y="417"/>
                </a:lnTo>
                <a:lnTo>
                  <a:pt x="258" y="414"/>
                </a:lnTo>
                <a:lnTo>
                  <a:pt x="257" y="411"/>
                </a:lnTo>
                <a:lnTo>
                  <a:pt x="257" y="408"/>
                </a:lnTo>
                <a:lnTo>
                  <a:pt x="256" y="405"/>
                </a:lnTo>
                <a:lnTo>
                  <a:pt x="255" y="404"/>
                </a:lnTo>
                <a:lnTo>
                  <a:pt x="253" y="403"/>
                </a:lnTo>
                <a:lnTo>
                  <a:pt x="251" y="401"/>
                </a:lnTo>
                <a:lnTo>
                  <a:pt x="249" y="401"/>
                </a:lnTo>
                <a:lnTo>
                  <a:pt x="246" y="401"/>
                </a:lnTo>
                <a:lnTo>
                  <a:pt x="244" y="402"/>
                </a:lnTo>
                <a:lnTo>
                  <a:pt x="241" y="404"/>
                </a:lnTo>
                <a:lnTo>
                  <a:pt x="241" y="405"/>
                </a:lnTo>
                <a:lnTo>
                  <a:pt x="239" y="408"/>
                </a:lnTo>
                <a:lnTo>
                  <a:pt x="238" y="410"/>
                </a:lnTo>
                <a:lnTo>
                  <a:pt x="238" y="414"/>
                </a:lnTo>
                <a:lnTo>
                  <a:pt x="238" y="417"/>
                </a:lnTo>
                <a:lnTo>
                  <a:pt x="238" y="420"/>
                </a:lnTo>
                <a:lnTo>
                  <a:pt x="238" y="421"/>
                </a:lnTo>
                <a:lnTo>
                  <a:pt x="238" y="423"/>
                </a:lnTo>
                <a:lnTo>
                  <a:pt x="239" y="425"/>
                </a:lnTo>
                <a:lnTo>
                  <a:pt x="240" y="426"/>
                </a:lnTo>
                <a:lnTo>
                  <a:pt x="241" y="428"/>
                </a:lnTo>
                <a:lnTo>
                  <a:pt x="242" y="429"/>
                </a:lnTo>
                <a:lnTo>
                  <a:pt x="244" y="430"/>
                </a:lnTo>
                <a:lnTo>
                  <a:pt x="245" y="431"/>
                </a:lnTo>
                <a:lnTo>
                  <a:pt x="249" y="433"/>
                </a:lnTo>
                <a:lnTo>
                  <a:pt x="251" y="434"/>
                </a:lnTo>
                <a:lnTo>
                  <a:pt x="253" y="434"/>
                </a:lnTo>
                <a:lnTo>
                  <a:pt x="257" y="437"/>
                </a:lnTo>
                <a:lnTo>
                  <a:pt x="260" y="439"/>
                </a:lnTo>
                <a:lnTo>
                  <a:pt x="262" y="442"/>
                </a:lnTo>
                <a:lnTo>
                  <a:pt x="264" y="444"/>
                </a:lnTo>
                <a:lnTo>
                  <a:pt x="265" y="447"/>
                </a:lnTo>
                <a:lnTo>
                  <a:pt x="266" y="450"/>
                </a:lnTo>
                <a:lnTo>
                  <a:pt x="267" y="454"/>
                </a:lnTo>
                <a:lnTo>
                  <a:pt x="267" y="458"/>
                </a:lnTo>
                <a:lnTo>
                  <a:pt x="266" y="463"/>
                </a:lnTo>
                <a:lnTo>
                  <a:pt x="265" y="469"/>
                </a:lnTo>
                <a:lnTo>
                  <a:pt x="265" y="471"/>
                </a:lnTo>
                <a:lnTo>
                  <a:pt x="264" y="473"/>
                </a:lnTo>
                <a:lnTo>
                  <a:pt x="263" y="475"/>
                </a:lnTo>
                <a:lnTo>
                  <a:pt x="261" y="477"/>
                </a:lnTo>
                <a:lnTo>
                  <a:pt x="261" y="478"/>
                </a:lnTo>
                <a:lnTo>
                  <a:pt x="259" y="479"/>
                </a:lnTo>
                <a:lnTo>
                  <a:pt x="257" y="481"/>
                </a:lnTo>
                <a:lnTo>
                  <a:pt x="256" y="482"/>
                </a:lnTo>
                <a:lnTo>
                  <a:pt x="254" y="482"/>
                </a:lnTo>
                <a:lnTo>
                  <a:pt x="253" y="483"/>
                </a:lnTo>
                <a:lnTo>
                  <a:pt x="250" y="483"/>
                </a:lnTo>
                <a:lnTo>
                  <a:pt x="248" y="483"/>
                </a:lnTo>
                <a:lnTo>
                  <a:pt x="245" y="483"/>
                </a:lnTo>
                <a:lnTo>
                  <a:pt x="242" y="482"/>
                </a:lnTo>
                <a:lnTo>
                  <a:pt x="240" y="482"/>
                </a:lnTo>
                <a:lnTo>
                  <a:pt x="237" y="481"/>
                </a:lnTo>
                <a:lnTo>
                  <a:pt x="236" y="478"/>
                </a:lnTo>
                <a:lnTo>
                  <a:pt x="234" y="476"/>
                </a:lnTo>
                <a:lnTo>
                  <a:pt x="232" y="474"/>
                </a:lnTo>
                <a:lnTo>
                  <a:pt x="231" y="470"/>
                </a:lnTo>
                <a:lnTo>
                  <a:pt x="231" y="468"/>
                </a:lnTo>
                <a:lnTo>
                  <a:pt x="230" y="464"/>
                </a:lnTo>
                <a:lnTo>
                  <a:pt x="230" y="459"/>
                </a:lnTo>
                <a:lnTo>
                  <a:pt x="230" y="454"/>
                </a:lnTo>
                <a:lnTo>
                  <a:pt x="236" y="454"/>
                </a:lnTo>
                <a:lnTo>
                  <a:pt x="236" y="459"/>
                </a:lnTo>
                <a:lnTo>
                  <a:pt x="236" y="464"/>
                </a:lnTo>
                <a:lnTo>
                  <a:pt x="237" y="467"/>
                </a:lnTo>
                <a:lnTo>
                  <a:pt x="239" y="470"/>
                </a:lnTo>
                <a:lnTo>
                  <a:pt x="240" y="471"/>
                </a:lnTo>
                <a:lnTo>
                  <a:pt x="241" y="473"/>
                </a:lnTo>
                <a:lnTo>
                  <a:pt x="241" y="474"/>
                </a:lnTo>
                <a:lnTo>
                  <a:pt x="243" y="474"/>
                </a:lnTo>
                <a:lnTo>
                  <a:pt x="244" y="474"/>
                </a:lnTo>
                <a:lnTo>
                  <a:pt x="245" y="475"/>
                </a:lnTo>
                <a:lnTo>
                  <a:pt x="247" y="475"/>
                </a:lnTo>
                <a:lnTo>
                  <a:pt x="249" y="475"/>
                </a:lnTo>
                <a:lnTo>
                  <a:pt x="251" y="475"/>
                </a:lnTo>
                <a:lnTo>
                  <a:pt x="253" y="474"/>
                </a:lnTo>
                <a:lnTo>
                  <a:pt x="255" y="473"/>
                </a:lnTo>
                <a:lnTo>
                  <a:pt x="257" y="471"/>
                </a:lnTo>
                <a:lnTo>
                  <a:pt x="258" y="469"/>
                </a:lnTo>
                <a:lnTo>
                  <a:pt x="259" y="466"/>
                </a:lnTo>
                <a:lnTo>
                  <a:pt x="260" y="463"/>
                </a:lnTo>
                <a:lnTo>
                  <a:pt x="260" y="460"/>
                </a:lnTo>
                <a:lnTo>
                  <a:pt x="260" y="457"/>
                </a:lnTo>
                <a:lnTo>
                  <a:pt x="259" y="454"/>
                </a:lnTo>
                <a:lnTo>
                  <a:pt x="258" y="453"/>
                </a:lnTo>
                <a:lnTo>
                  <a:pt x="257" y="450"/>
                </a:lnTo>
                <a:lnTo>
                  <a:pt x="257" y="449"/>
                </a:lnTo>
                <a:lnTo>
                  <a:pt x="255" y="447"/>
                </a:lnTo>
                <a:lnTo>
                  <a:pt x="253" y="446"/>
                </a:lnTo>
                <a:lnTo>
                  <a:pt x="251" y="445"/>
                </a:lnTo>
                <a:lnTo>
                  <a:pt x="251" y="445"/>
                </a:lnTo>
                <a:lnTo>
                  <a:pt x="250" y="444"/>
                </a:lnTo>
                <a:lnTo>
                  <a:pt x="249" y="443"/>
                </a:lnTo>
                <a:lnTo>
                  <a:pt x="246" y="442"/>
                </a:lnTo>
                <a:lnTo>
                  <a:pt x="241" y="439"/>
                </a:lnTo>
                <a:lnTo>
                  <a:pt x="238" y="437"/>
                </a:lnTo>
                <a:lnTo>
                  <a:pt x="236" y="436"/>
                </a:lnTo>
                <a:lnTo>
                  <a:pt x="234" y="434"/>
                </a:lnTo>
                <a:lnTo>
                  <a:pt x="233" y="432"/>
                </a:lnTo>
                <a:lnTo>
                  <a:pt x="232" y="430"/>
                </a:lnTo>
                <a:lnTo>
                  <a:pt x="232" y="427"/>
                </a:lnTo>
                <a:lnTo>
                  <a:pt x="231" y="424"/>
                </a:lnTo>
                <a:lnTo>
                  <a:pt x="231" y="421"/>
                </a:lnTo>
                <a:lnTo>
                  <a:pt x="231" y="417"/>
                </a:lnTo>
                <a:lnTo>
                  <a:pt x="231" y="412"/>
                </a:lnTo>
                <a:lnTo>
                  <a:pt x="232" y="407"/>
                </a:lnTo>
                <a:lnTo>
                  <a:pt x="232" y="405"/>
                </a:lnTo>
                <a:lnTo>
                  <a:pt x="233" y="403"/>
                </a:lnTo>
                <a:lnTo>
                  <a:pt x="234" y="401"/>
                </a:lnTo>
                <a:lnTo>
                  <a:pt x="235" y="399"/>
                </a:lnTo>
                <a:lnTo>
                  <a:pt x="236" y="397"/>
                </a:lnTo>
                <a:lnTo>
                  <a:pt x="237" y="397"/>
                </a:lnTo>
                <a:lnTo>
                  <a:pt x="239" y="395"/>
                </a:lnTo>
                <a:lnTo>
                  <a:pt x="241" y="394"/>
                </a:lnTo>
                <a:lnTo>
                  <a:pt x="242" y="393"/>
                </a:lnTo>
                <a:lnTo>
                  <a:pt x="244" y="393"/>
                </a:lnTo>
                <a:lnTo>
                  <a:pt x="245" y="393"/>
                </a:lnTo>
                <a:lnTo>
                  <a:pt x="248" y="393"/>
                </a:lnTo>
                <a:lnTo>
                  <a:pt x="249" y="393"/>
                </a:lnTo>
                <a:lnTo>
                  <a:pt x="252" y="393"/>
                </a:lnTo>
                <a:lnTo>
                  <a:pt x="253" y="393"/>
                </a:lnTo>
                <a:lnTo>
                  <a:pt x="256" y="394"/>
                </a:lnTo>
                <a:lnTo>
                  <a:pt x="257" y="395"/>
                </a:lnTo>
                <a:lnTo>
                  <a:pt x="258" y="396"/>
                </a:lnTo>
                <a:lnTo>
                  <a:pt x="260" y="397"/>
                </a:lnTo>
                <a:lnTo>
                  <a:pt x="261" y="399"/>
                </a:lnTo>
                <a:lnTo>
                  <a:pt x="262" y="401"/>
                </a:lnTo>
                <a:lnTo>
                  <a:pt x="263" y="403"/>
                </a:lnTo>
                <a:lnTo>
                  <a:pt x="264" y="405"/>
                </a:lnTo>
                <a:lnTo>
                  <a:pt x="264" y="407"/>
                </a:lnTo>
                <a:lnTo>
                  <a:pt x="265" y="412"/>
                </a:lnTo>
                <a:lnTo>
                  <a:pt x="265" y="417"/>
                </a:lnTo>
                <a:lnTo>
                  <a:pt x="265" y="417"/>
                </a:lnTo>
                <a:close/>
                <a:moveTo>
                  <a:pt x="16" y="438"/>
                </a:moveTo>
                <a:lnTo>
                  <a:pt x="18" y="438"/>
                </a:lnTo>
                <a:lnTo>
                  <a:pt x="20" y="438"/>
                </a:lnTo>
                <a:lnTo>
                  <a:pt x="21" y="437"/>
                </a:lnTo>
                <a:lnTo>
                  <a:pt x="23" y="436"/>
                </a:lnTo>
                <a:lnTo>
                  <a:pt x="24" y="435"/>
                </a:lnTo>
                <a:lnTo>
                  <a:pt x="27" y="434"/>
                </a:lnTo>
                <a:lnTo>
                  <a:pt x="28" y="433"/>
                </a:lnTo>
                <a:lnTo>
                  <a:pt x="29" y="431"/>
                </a:lnTo>
                <a:lnTo>
                  <a:pt x="30" y="430"/>
                </a:lnTo>
                <a:lnTo>
                  <a:pt x="32" y="428"/>
                </a:lnTo>
                <a:lnTo>
                  <a:pt x="32" y="425"/>
                </a:lnTo>
                <a:lnTo>
                  <a:pt x="34" y="423"/>
                </a:lnTo>
                <a:lnTo>
                  <a:pt x="58" y="358"/>
                </a:lnTo>
                <a:lnTo>
                  <a:pt x="51" y="355"/>
                </a:lnTo>
                <a:lnTo>
                  <a:pt x="27" y="420"/>
                </a:lnTo>
                <a:lnTo>
                  <a:pt x="25" y="423"/>
                </a:lnTo>
                <a:lnTo>
                  <a:pt x="24" y="425"/>
                </a:lnTo>
                <a:lnTo>
                  <a:pt x="23" y="426"/>
                </a:lnTo>
                <a:lnTo>
                  <a:pt x="20" y="428"/>
                </a:lnTo>
                <a:lnTo>
                  <a:pt x="19" y="429"/>
                </a:lnTo>
                <a:lnTo>
                  <a:pt x="17" y="429"/>
                </a:lnTo>
                <a:lnTo>
                  <a:pt x="15" y="429"/>
                </a:lnTo>
                <a:lnTo>
                  <a:pt x="13" y="428"/>
                </a:lnTo>
                <a:lnTo>
                  <a:pt x="12" y="427"/>
                </a:lnTo>
                <a:lnTo>
                  <a:pt x="10" y="425"/>
                </a:lnTo>
                <a:lnTo>
                  <a:pt x="9" y="424"/>
                </a:lnTo>
                <a:lnTo>
                  <a:pt x="8" y="421"/>
                </a:lnTo>
                <a:lnTo>
                  <a:pt x="8" y="419"/>
                </a:lnTo>
                <a:lnTo>
                  <a:pt x="8" y="417"/>
                </a:lnTo>
                <a:lnTo>
                  <a:pt x="8" y="414"/>
                </a:lnTo>
                <a:lnTo>
                  <a:pt x="8" y="411"/>
                </a:lnTo>
                <a:lnTo>
                  <a:pt x="33" y="346"/>
                </a:lnTo>
                <a:lnTo>
                  <a:pt x="26" y="342"/>
                </a:lnTo>
                <a:lnTo>
                  <a:pt x="2" y="407"/>
                </a:lnTo>
                <a:lnTo>
                  <a:pt x="1" y="410"/>
                </a:lnTo>
                <a:lnTo>
                  <a:pt x="0" y="412"/>
                </a:lnTo>
                <a:lnTo>
                  <a:pt x="0" y="414"/>
                </a:lnTo>
                <a:lnTo>
                  <a:pt x="0" y="417"/>
                </a:lnTo>
                <a:lnTo>
                  <a:pt x="0" y="419"/>
                </a:lnTo>
                <a:lnTo>
                  <a:pt x="0" y="421"/>
                </a:lnTo>
                <a:lnTo>
                  <a:pt x="0" y="423"/>
                </a:lnTo>
                <a:lnTo>
                  <a:pt x="1" y="425"/>
                </a:lnTo>
                <a:lnTo>
                  <a:pt x="3" y="428"/>
                </a:lnTo>
                <a:lnTo>
                  <a:pt x="4" y="430"/>
                </a:lnTo>
                <a:lnTo>
                  <a:pt x="5" y="432"/>
                </a:lnTo>
                <a:lnTo>
                  <a:pt x="7" y="434"/>
                </a:lnTo>
                <a:lnTo>
                  <a:pt x="8" y="435"/>
                </a:lnTo>
                <a:lnTo>
                  <a:pt x="11" y="436"/>
                </a:lnTo>
                <a:lnTo>
                  <a:pt x="14" y="438"/>
                </a:lnTo>
                <a:lnTo>
                  <a:pt x="16" y="438"/>
                </a:lnTo>
                <a:lnTo>
                  <a:pt x="16" y="438"/>
                </a:lnTo>
                <a:close/>
                <a:moveTo>
                  <a:pt x="68" y="458"/>
                </a:moveTo>
                <a:lnTo>
                  <a:pt x="68" y="373"/>
                </a:lnTo>
                <a:lnTo>
                  <a:pt x="44" y="450"/>
                </a:lnTo>
                <a:lnTo>
                  <a:pt x="37" y="447"/>
                </a:lnTo>
                <a:lnTo>
                  <a:pt x="64" y="361"/>
                </a:lnTo>
                <a:lnTo>
                  <a:pt x="75" y="365"/>
                </a:lnTo>
                <a:lnTo>
                  <a:pt x="74" y="435"/>
                </a:lnTo>
                <a:lnTo>
                  <a:pt x="91" y="370"/>
                </a:lnTo>
                <a:lnTo>
                  <a:pt x="98" y="373"/>
                </a:lnTo>
                <a:lnTo>
                  <a:pt x="75" y="460"/>
                </a:lnTo>
                <a:lnTo>
                  <a:pt x="68" y="458"/>
                </a:lnTo>
                <a:lnTo>
                  <a:pt x="68" y="458"/>
                </a:lnTo>
                <a:close/>
                <a:moveTo>
                  <a:pt x="92" y="466"/>
                </a:moveTo>
                <a:lnTo>
                  <a:pt x="111" y="377"/>
                </a:lnTo>
                <a:lnTo>
                  <a:pt x="104" y="375"/>
                </a:lnTo>
                <a:lnTo>
                  <a:pt x="84" y="463"/>
                </a:lnTo>
                <a:lnTo>
                  <a:pt x="92" y="466"/>
                </a:lnTo>
                <a:lnTo>
                  <a:pt x="92" y="466"/>
                </a:lnTo>
                <a:close/>
                <a:moveTo>
                  <a:pt x="124" y="454"/>
                </a:moveTo>
                <a:lnTo>
                  <a:pt x="123" y="381"/>
                </a:lnTo>
                <a:lnTo>
                  <a:pt x="116" y="378"/>
                </a:lnTo>
                <a:lnTo>
                  <a:pt x="117" y="471"/>
                </a:lnTo>
                <a:lnTo>
                  <a:pt x="124" y="474"/>
                </a:lnTo>
                <a:lnTo>
                  <a:pt x="152" y="386"/>
                </a:lnTo>
                <a:lnTo>
                  <a:pt x="144" y="385"/>
                </a:lnTo>
                <a:lnTo>
                  <a:pt x="124" y="454"/>
                </a:lnTo>
                <a:lnTo>
                  <a:pt x="124" y="454"/>
                </a:lnTo>
                <a:close/>
                <a:moveTo>
                  <a:pt x="146" y="477"/>
                </a:moveTo>
                <a:lnTo>
                  <a:pt x="157" y="387"/>
                </a:lnTo>
                <a:lnTo>
                  <a:pt x="187" y="392"/>
                </a:lnTo>
                <a:lnTo>
                  <a:pt x="186" y="401"/>
                </a:lnTo>
                <a:lnTo>
                  <a:pt x="164" y="397"/>
                </a:lnTo>
                <a:lnTo>
                  <a:pt x="160" y="426"/>
                </a:lnTo>
                <a:lnTo>
                  <a:pt x="177" y="429"/>
                </a:lnTo>
                <a:lnTo>
                  <a:pt x="176" y="438"/>
                </a:lnTo>
                <a:lnTo>
                  <a:pt x="160" y="436"/>
                </a:lnTo>
                <a:lnTo>
                  <a:pt x="155" y="469"/>
                </a:lnTo>
                <a:lnTo>
                  <a:pt x="179" y="472"/>
                </a:lnTo>
                <a:lnTo>
                  <a:pt x="177" y="481"/>
                </a:lnTo>
                <a:lnTo>
                  <a:pt x="146" y="477"/>
                </a:lnTo>
                <a:lnTo>
                  <a:pt x="146" y="477"/>
                </a:lnTo>
                <a:close/>
                <a:moveTo>
                  <a:pt x="224" y="483"/>
                </a:moveTo>
                <a:lnTo>
                  <a:pt x="214" y="438"/>
                </a:lnTo>
                <a:lnTo>
                  <a:pt x="216" y="438"/>
                </a:lnTo>
                <a:lnTo>
                  <a:pt x="216" y="437"/>
                </a:lnTo>
                <a:lnTo>
                  <a:pt x="217" y="436"/>
                </a:lnTo>
                <a:lnTo>
                  <a:pt x="219" y="434"/>
                </a:lnTo>
                <a:lnTo>
                  <a:pt x="220" y="432"/>
                </a:lnTo>
                <a:lnTo>
                  <a:pt x="222" y="430"/>
                </a:lnTo>
                <a:lnTo>
                  <a:pt x="223" y="426"/>
                </a:lnTo>
                <a:lnTo>
                  <a:pt x="224" y="423"/>
                </a:lnTo>
                <a:lnTo>
                  <a:pt x="224" y="423"/>
                </a:lnTo>
                <a:lnTo>
                  <a:pt x="224" y="422"/>
                </a:lnTo>
                <a:lnTo>
                  <a:pt x="225" y="420"/>
                </a:lnTo>
                <a:lnTo>
                  <a:pt x="225" y="414"/>
                </a:lnTo>
                <a:lnTo>
                  <a:pt x="225" y="410"/>
                </a:lnTo>
                <a:lnTo>
                  <a:pt x="224" y="407"/>
                </a:lnTo>
                <a:lnTo>
                  <a:pt x="223" y="403"/>
                </a:lnTo>
                <a:lnTo>
                  <a:pt x="221" y="400"/>
                </a:lnTo>
                <a:lnTo>
                  <a:pt x="220" y="398"/>
                </a:lnTo>
                <a:lnTo>
                  <a:pt x="220" y="397"/>
                </a:lnTo>
                <a:lnTo>
                  <a:pt x="218" y="395"/>
                </a:lnTo>
                <a:lnTo>
                  <a:pt x="216" y="394"/>
                </a:lnTo>
                <a:lnTo>
                  <a:pt x="215" y="393"/>
                </a:lnTo>
                <a:lnTo>
                  <a:pt x="213" y="393"/>
                </a:lnTo>
                <a:lnTo>
                  <a:pt x="211" y="392"/>
                </a:lnTo>
                <a:lnTo>
                  <a:pt x="209" y="392"/>
                </a:lnTo>
                <a:lnTo>
                  <a:pt x="193" y="391"/>
                </a:lnTo>
                <a:lnTo>
                  <a:pt x="189" y="482"/>
                </a:lnTo>
                <a:lnTo>
                  <a:pt x="197" y="482"/>
                </a:lnTo>
                <a:lnTo>
                  <a:pt x="199" y="439"/>
                </a:lnTo>
                <a:lnTo>
                  <a:pt x="206" y="440"/>
                </a:lnTo>
                <a:lnTo>
                  <a:pt x="216" y="483"/>
                </a:lnTo>
                <a:lnTo>
                  <a:pt x="224" y="483"/>
                </a:lnTo>
                <a:lnTo>
                  <a:pt x="224" y="483"/>
                </a:lnTo>
                <a:close/>
                <a:moveTo>
                  <a:pt x="199" y="430"/>
                </a:moveTo>
                <a:lnTo>
                  <a:pt x="200" y="401"/>
                </a:lnTo>
                <a:lnTo>
                  <a:pt x="208" y="401"/>
                </a:lnTo>
                <a:lnTo>
                  <a:pt x="209" y="401"/>
                </a:lnTo>
                <a:lnTo>
                  <a:pt x="212" y="402"/>
                </a:lnTo>
                <a:lnTo>
                  <a:pt x="213" y="403"/>
                </a:lnTo>
                <a:lnTo>
                  <a:pt x="214" y="405"/>
                </a:lnTo>
                <a:lnTo>
                  <a:pt x="216" y="407"/>
                </a:lnTo>
                <a:lnTo>
                  <a:pt x="216" y="409"/>
                </a:lnTo>
                <a:lnTo>
                  <a:pt x="216" y="412"/>
                </a:lnTo>
                <a:lnTo>
                  <a:pt x="216" y="415"/>
                </a:lnTo>
                <a:lnTo>
                  <a:pt x="216" y="418"/>
                </a:lnTo>
                <a:lnTo>
                  <a:pt x="216" y="421"/>
                </a:lnTo>
                <a:lnTo>
                  <a:pt x="214" y="425"/>
                </a:lnTo>
                <a:lnTo>
                  <a:pt x="213" y="427"/>
                </a:lnTo>
                <a:lnTo>
                  <a:pt x="212" y="429"/>
                </a:lnTo>
                <a:lnTo>
                  <a:pt x="210" y="430"/>
                </a:lnTo>
                <a:lnTo>
                  <a:pt x="208" y="430"/>
                </a:lnTo>
                <a:lnTo>
                  <a:pt x="206" y="430"/>
                </a:lnTo>
                <a:lnTo>
                  <a:pt x="199" y="430"/>
                </a:lnTo>
                <a:lnTo>
                  <a:pt x="199" y="430"/>
                </a:lnTo>
                <a:close/>
                <a:moveTo>
                  <a:pt x="285" y="481"/>
                </a:moveTo>
                <a:lnTo>
                  <a:pt x="278" y="390"/>
                </a:lnTo>
                <a:lnTo>
                  <a:pt x="270" y="391"/>
                </a:lnTo>
                <a:lnTo>
                  <a:pt x="278" y="482"/>
                </a:lnTo>
                <a:lnTo>
                  <a:pt x="285" y="481"/>
                </a:lnTo>
                <a:lnTo>
                  <a:pt x="285" y="481"/>
                </a:lnTo>
                <a:close/>
                <a:moveTo>
                  <a:pt x="282" y="398"/>
                </a:moveTo>
                <a:lnTo>
                  <a:pt x="282" y="389"/>
                </a:lnTo>
                <a:lnTo>
                  <a:pt x="318" y="385"/>
                </a:lnTo>
                <a:lnTo>
                  <a:pt x="319" y="393"/>
                </a:lnTo>
                <a:lnTo>
                  <a:pt x="305" y="395"/>
                </a:lnTo>
                <a:lnTo>
                  <a:pt x="314" y="477"/>
                </a:lnTo>
                <a:lnTo>
                  <a:pt x="307" y="478"/>
                </a:lnTo>
                <a:lnTo>
                  <a:pt x="297" y="397"/>
                </a:lnTo>
                <a:lnTo>
                  <a:pt x="282" y="398"/>
                </a:lnTo>
                <a:lnTo>
                  <a:pt x="282" y="398"/>
                </a:lnTo>
                <a:close/>
                <a:moveTo>
                  <a:pt x="344" y="428"/>
                </a:moveTo>
                <a:lnTo>
                  <a:pt x="353" y="470"/>
                </a:lnTo>
                <a:lnTo>
                  <a:pt x="361" y="468"/>
                </a:lnTo>
                <a:lnTo>
                  <a:pt x="351" y="426"/>
                </a:lnTo>
                <a:lnTo>
                  <a:pt x="357" y="374"/>
                </a:lnTo>
                <a:lnTo>
                  <a:pt x="350" y="377"/>
                </a:lnTo>
                <a:lnTo>
                  <a:pt x="345" y="416"/>
                </a:lnTo>
                <a:lnTo>
                  <a:pt x="329" y="381"/>
                </a:lnTo>
                <a:lnTo>
                  <a:pt x="322" y="384"/>
                </a:lnTo>
                <a:lnTo>
                  <a:pt x="344" y="428"/>
                </a:lnTo>
                <a:lnTo>
                  <a:pt x="344" y="428"/>
                </a:lnTo>
                <a:close/>
                <a:moveTo>
                  <a:pt x="427" y="446"/>
                </a:moveTo>
                <a:lnTo>
                  <a:pt x="429" y="445"/>
                </a:lnTo>
                <a:lnTo>
                  <a:pt x="431" y="443"/>
                </a:lnTo>
                <a:lnTo>
                  <a:pt x="433" y="442"/>
                </a:lnTo>
                <a:lnTo>
                  <a:pt x="434" y="440"/>
                </a:lnTo>
                <a:lnTo>
                  <a:pt x="436" y="438"/>
                </a:lnTo>
                <a:lnTo>
                  <a:pt x="437" y="436"/>
                </a:lnTo>
                <a:lnTo>
                  <a:pt x="437" y="433"/>
                </a:lnTo>
                <a:lnTo>
                  <a:pt x="437" y="430"/>
                </a:lnTo>
                <a:lnTo>
                  <a:pt x="438" y="427"/>
                </a:lnTo>
                <a:lnTo>
                  <a:pt x="437" y="423"/>
                </a:lnTo>
                <a:lnTo>
                  <a:pt x="437" y="419"/>
                </a:lnTo>
                <a:lnTo>
                  <a:pt x="436" y="414"/>
                </a:lnTo>
                <a:lnTo>
                  <a:pt x="433" y="403"/>
                </a:lnTo>
                <a:lnTo>
                  <a:pt x="431" y="393"/>
                </a:lnTo>
                <a:lnTo>
                  <a:pt x="429" y="388"/>
                </a:lnTo>
                <a:lnTo>
                  <a:pt x="427" y="383"/>
                </a:lnTo>
                <a:lnTo>
                  <a:pt x="425" y="379"/>
                </a:lnTo>
                <a:lnTo>
                  <a:pt x="423" y="374"/>
                </a:lnTo>
                <a:lnTo>
                  <a:pt x="421" y="370"/>
                </a:lnTo>
                <a:lnTo>
                  <a:pt x="419" y="367"/>
                </a:lnTo>
                <a:lnTo>
                  <a:pt x="417" y="364"/>
                </a:lnTo>
                <a:lnTo>
                  <a:pt x="415" y="362"/>
                </a:lnTo>
                <a:lnTo>
                  <a:pt x="413" y="360"/>
                </a:lnTo>
                <a:lnTo>
                  <a:pt x="411" y="359"/>
                </a:lnTo>
                <a:lnTo>
                  <a:pt x="409" y="358"/>
                </a:lnTo>
                <a:lnTo>
                  <a:pt x="407" y="357"/>
                </a:lnTo>
                <a:lnTo>
                  <a:pt x="405" y="357"/>
                </a:lnTo>
                <a:lnTo>
                  <a:pt x="403" y="357"/>
                </a:lnTo>
                <a:lnTo>
                  <a:pt x="401" y="357"/>
                </a:lnTo>
                <a:lnTo>
                  <a:pt x="398" y="358"/>
                </a:lnTo>
                <a:lnTo>
                  <a:pt x="396" y="360"/>
                </a:lnTo>
                <a:lnTo>
                  <a:pt x="394" y="361"/>
                </a:lnTo>
                <a:lnTo>
                  <a:pt x="393" y="362"/>
                </a:lnTo>
                <a:lnTo>
                  <a:pt x="391" y="364"/>
                </a:lnTo>
                <a:lnTo>
                  <a:pt x="390" y="366"/>
                </a:lnTo>
                <a:lnTo>
                  <a:pt x="389" y="369"/>
                </a:lnTo>
                <a:lnTo>
                  <a:pt x="388" y="371"/>
                </a:lnTo>
                <a:lnTo>
                  <a:pt x="388" y="374"/>
                </a:lnTo>
                <a:lnTo>
                  <a:pt x="388" y="377"/>
                </a:lnTo>
                <a:lnTo>
                  <a:pt x="388" y="381"/>
                </a:lnTo>
                <a:lnTo>
                  <a:pt x="389" y="385"/>
                </a:lnTo>
                <a:lnTo>
                  <a:pt x="389" y="389"/>
                </a:lnTo>
                <a:lnTo>
                  <a:pt x="392" y="399"/>
                </a:lnTo>
                <a:lnTo>
                  <a:pt x="395" y="409"/>
                </a:lnTo>
                <a:lnTo>
                  <a:pt x="398" y="419"/>
                </a:lnTo>
                <a:lnTo>
                  <a:pt x="402" y="429"/>
                </a:lnTo>
                <a:lnTo>
                  <a:pt x="405" y="433"/>
                </a:lnTo>
                <a:lnTo>
                  <a:pt x="407" y="437"/>
                </a:lnTo>
                <a:lnTo>
                  <a:pt x="409" y="440"/>
                </a:lnTo>
                <a:lnTo>
                  <a:pt x="410" y="442"/>
                </a:lnTo>
                <a:lnTo>
                  <a:pt x="413" y="444"/>
                </a:lnTo>
                <a:lnTo>
                  <a:pt x="414" y="446"/>
                </a:lnTo>
                <a:lnTo>
                  <a:pt x="416" y="446"/>
                </a:lnTo>
                <a:lnTo>
                  <a:pt x="418" y="447"/>
                </a:lnTo>
                <a:lnTo>
                  <a:pt x="421" y="447"/>
                </a:lnTo>
                <a:lnTo>
                  <a:pt x="423" y="447"/>
                </a:lnTo>
                <a:lnTo>
                  <a:pt x="425" y="446"/>
                </a:lnTo>
                <a:lnTo>
                  <a:pt x="427" y="446"/>
                </a:lnTo>
                <a:lnTo>
                  <a:pt x="427" y="446"/>
                </a:lnTo>
                <a:close/>
                <a:moveTo>
                  <a:pt x="425" y="438"/>
                </a:moveTo>
                <a:lnTo>
                  <a:pt x="422" y="438"/>
                </a:lnTo>
                <a:lnTo>
                  <a:pt x="421" y="438"/>
                </a:lnTo>
                <a:lnTo>
                  <a:pt x="419" y="438"/>
                </a:lnTo>
                <a:lnTo>
                  <a:pt x="417" y="438"/>
                </a:lnTo>
                <a:lnTo>
                  <a:pt x="417" y="437"/>
                </a:lnTo>
                <a:lnTo>
                  <a:pt x="416" y="436"/>
                </a:lnTo>
                <a:lnTo>
                  <a:pt x="414" y="434"/>
                </a:lnTo>
                <a:lnTo>
                  <a:pt x="413" y="432"/>
                </a:lnTo>
                <a:lnTo>
                  <a:pt x="411" y="430"/>
                </a:lnTo>
                <a:lnTo>
                  <a:pt x="410" y="427"/>
                </a:lnTo>
                <a:lnTo>
                  <a:pt x="408" y="423"/>
                </a:lnTo>
                <a:lnTo>
                  <a:pt x="405" y="417"/>
                </a:lnTo>
                <a:lnTo>
                  <a:pt x="404" y="411"/>
                </a:lnTo>
                <a:lnTo>
                  <a:pt x="401" y="405"/>
                </a:lnTo>
                <a:lnTo>
                  <a:pt x="400" y="401"/>
                </a:lnTo>
                <a:lnTo>
                  <a:pt x="398" y="395"/>
                </a:lnTo>
                <a:lnTo>
                  <a:pt x="397" y="389"/>
                </a:lnTo>
                <a:lnTo>
                  <a:pt x="396" y="386"/>
                </a:lnTo>
                <a:lnTo>
                  <a:pt x="396" y="382"/>
                </a:lnTo>
                <a:lnTo>
                  <a:pt x="395" y="380"/>
                </a:lnTo>
                <a:lnTo>
                  <a:pt x="395" y="377"/>
                </a:lnTo>
                <a:lnTo>
                  <a:pt x="396" y="375"/>
                </a:lnTo>
                <a:lnTo>
                  <a:pt x="396" y="373"/>
                </a:lnTo>
                <a:lnTo>
                  <a:pt x="396" y="372"/>
                </a:lnTo>
                <a:lnTo>
                  <a:pt x="397" y="370"/>
                </a:lnTo>
                <a:lnTo>
                  <a:pt x="397" y="369"/>
                </a:lnTo>
                <a:lnTo>
                  <a:pt x="399" y="368"/>
                </a:lnTo>
                <a:lnTo>
                  <a:pt x="401" y="366"/>
                </a:lnTo>
                <a:lnTo>
                  <a:pt x="403" y="365"/>
                </a:lnTo>
                <a:lnTo>
                  <a:pt x="405" y="365"/>
                </a:lnTo>
                <a:lnTo>
                  <a:pt x="407" y="366"/>
                </a:lnTo>
                <a:lnTo>
                  <a:pt x="408" y="367"/>
                </a:lnTo>
                <a:lnTo>
                  <a:pt x="409" y="368"/>
                </a:lnTo>
                <a:lnTo>
                  <a:pt x="410" y="369"/>
                </a:lnTo>
                <a:lnTo>
                  <a:pt x="412" y="370"/>
                </a:lnTo>
                <a:lnTo>
                  <a:pt x="413" y="372"/>
                </a:lnTo>
                <a:lnTo>
                  <a:pt x="414" y="374"/>
                </a:lnTo>
                <a:lnTo>
                  <a:pt x="416" y="377"/>
                </a:lnTo>
                <a:lnTo>
                  <a:pt x="417" y="381"/>
                </a:lnTo>
                <a:lnTo>
                  <a:pt x="420" y="385"/>
                </a:lnTo>
                <a:lnTo>
                  <a:pt x="421" y="391"/>
                </a:lnTo>
                <a:lnTo>
                  <a:pt x="423" y="396"/>
                </a:lnTo>
                <a:lnTo>
                  <a:pt x="425" y="401"/>
                </a:lnTo>
                <a:lnTo>
                  <a:pt x="427" y="408"/>
                </a:lnTo>
                <a:lnTo>
                  <a:pt x="429" y="414"/>
                </a:lnTo>
                <a:lnTo>
                  <a:pt x="429" y="418"/>
                </a:lnTo>
                <a:lnTo>
                  <a:pt x="430" y="421"/>
                </a:lnTo>
                <a:lnTo>
                  <a:pt x="430" y="425"/>
                </a:lnTo>
                <a:lnTo>
                  <a:pt x="430" y="427"/>
                </a:lnTo>
                <a:lnTo>
                  <a:pt x="430" y="429"/>
                </a:lnTo>
                <a:lnTo>
                  <a:pt x="430" y="431"/>
                </a:lnTo>
                <a:lnTo>
                  <a:pt x="429" y="433"/>
                </a:lnTo>
                <a:lnTo>
                  <a:pt x="429" y="434"/>
                </a:lnTo>
                <a:lnTo>
                  <a:pt x="429" y="435"/>
                </a:lnTo>
                <a:lnTo>
                  <a:pt x="427" y="437"/>
                </a:lnTo>
                <a:lnTo>
                  <a:pt x="425" y="438"/>
                </a:lnTo>
                <a:lnTo>
                  <a:pt x="425" y="438"/>
                </a:lnTo>
                <a:close/>
                <a:moveTo>
                  <a:pt x="454" y="434"/>
                </a:moveTo>
                <a:lnTo>
                  <a:pt x="421" y="349"/>
                </a:lnTo>
                <a:lnTo>
                  <a:pt x="448" y="334"/>
                </a:lnTo>
                <a:lnTo>
                  <a:pt x="452" y="343"/>
                </a:lnTo>
                <a:lnTo>
                  <a:pt x="431" y="353"/>
                </a:lnTo>
                <a:lnTo>
                  <a:pt x="441" y="377"/>
                </a:lnTo>
                <a:lnTo>
                  <a:pt x="459" y="367"/>
                </a:lnTo>
                <a:lnTo>
                  <a:pt x="462" y="375"/>
                </a:lnTo>
                <a:lnTo>
                  <a:pt x="444" y="385"/>
                </a:lnTo>
                <a:lnTo>
                  <a:pt x="461" y="430"/>
                </a:lnTo>
                <a:lnTo>
                  <a:pt x="454" y="434"/>
                </a:lnTo>
                <a:lnTo>
                  <a:pt x="454" y="434"/>
                </a:lnTo>
                <a:close/>
                <a:moveTo>
                  <a:pt x="471" y="330"/>
                </a:moveTo>
                <a:lnTo>
                  <a:pt x="484" y="321"/>
                </a:lnTo>
                <a:lnTo>
                  <a:pt x="526" y="392"/>
                </a:lnTo>
                <a:lnTo>
                  <a:pt x="533" y="388"/>
                </a:lnTo>
                <a:lnTo>
                  <a:pt x="490" y="317"/>
                </a:lnTo>
                <a:lnTo>
                  <a:pt x="503" y="308"/>
                </a:lnTo>
                <a:lnTo>
                  <a:pt x="498" y="301"/>
                </a:lnTo>
                <a:lnTo>
                  <a:pt x="466" y="323"/>
                </a:lnTo>
                <a:lnTo>
                  <a:pt x="471" y="330"/>
                </a:lnTo>
                <a:lnTo>
                  <a:pt x="471" y="330"/>
                </a:lnTo>
                <a:close/>
                <a:moveTo>
                  <a:pt x="551" y="375"/>
                </a:moveTo>
                <a:lnTo>
                  <a:pt x="503" y="297"/>
                </a:lnTo>
                <a:lnTo>
                  <a:pt x="527" y="277"/>
                </a:lnTo>
                <a:lnTo>
                  <a:pt x="532" y="284"/>
                </a:lnTo>
                <a:lnTo>
                  <a:pt x="514" y="299"/>
                </a:lnTo>
                <a:lnTo>
                  <a:pt x="529" y="324"/>
                </a:lnTo>
                <a:lnTo>
                  <a:pt x="542" y="312"/>
                </a:lnTo>
                <a:lnTo>
                  <a:pt x="547" y="319"/>
                </a:lnTo>
                <a:lnTo>
                  <a:pt x="533" y="331"/>
                </a:lnTo>
                <a:lnTo>
                  <a:pt x="553" y="363"/>
                </a:lnTo>
                <a:lnTo>
                  <a:pt x="572" y="346"/>
                </a:lnTo>
                <a:lnTo>
                  <a:pt x="576" y="353"/>
                </a:lnTo>
                <a:lnTo>
                  <a:pt x="551" y="375"/>
                </a:lnTo>
                <a:lnTo>
                  <a:pt x="551" y="375"/>
                </a:lnTo>
                <a:close/>
                <a:moveTo>
                  <a:pt x="588" y="306"/>
                </a:moveTo>
                <a:lnTo>
                  <a:pt x="591" y="311"/>
                </a:lnTo>
                <a:lnTo>
                  <a:pt x="593" y="315"/>
                </a:lnTo>
                <a:lnTo>
                  <a:pt x="595" y="319"/>
                </a:lnTo>
                <a:lnTo>
                  <a:pt x="595" y="321"/>
                </a:lnTo>
                <a:lnTo>
                  <a:pt x="595" y="324"/>
                </a:lnTo>
                <a:lnTo>
                  <a:pt x="595" y="326"/>
                </a:lnTo>
                <a:lnTo>
                  <a:pt x="594" y="328"/>
                </a:lnTo>
                <a:lnTo>
                  <a:pt x="593" y="329"/>
                </a:lnTo>
                <a:lnTo>
                  <a:pt x="590" y="330"/>
                </a:lnTo>
                <a:lnTo>
                  <a:pt x="589" y="332"/>
                </a:lnTo>
                <a:lnTo>
                  <a:pt x="588" y="332"/>
                </a:lnTo>
                <a:lnTo>
                  <a:pt x="586" y="332"/>
                </a:lnTo>
                <a:lnTo>
                  <a:pt x="585" y="331"/>
                </a:lnTo>
                <a:lnTo>
                  <a:pt x="583" y="330"/>
                </a:lnTo>
                <a:lnTo>
                  <a:pt x="581" y="330"/>
                </a:lnTo>
                <a:lnTo>
                  <a:pt x="580" y="329"/>
                </a:lnTo>
                <a:lnTo>
                  <a:pt x="577" y="327"/>
                </a:lnTo>
                <a:lnTo>
                  <a:pt x="575" y="325"/>
                </a:lnTo>
                <a:lnTo>
                  <a:pt x="573" y="322"/>
                </a:lnTo>
                <a:lnTo>
                  <a:pt x="569" y="317"/>
                </a:lnTo>
                <a:lnTo>
                  <a:pt x="565" y="313"/>
                </a:lnTo>
                <a:lnTo>
                  <a:pt x="561" y="309"/>
                </a:lnTo>
                <a:lnTo>
                  <a:pt x="557" y="304"/>
                </a:lnTo>
                <a:lnTo>
                  <a:pt x="553" y="298"/>
                </a:lnTo>
                <a:lnTo>
                  <a:pt x="550" y="293"/>
                </a:lnTo>
                <a:lnTo>
                  <a:pt x="548" y="289"/>
                </a:lnTo>
                <a:lnTo>
                  <a:pt x="546" y="286"/>
                </a:lnTo>
                <a:lnTo>
                  <a:pt x="545" y="283"/>
                </a:lnTo>
                <a:lnTo>
                  <a:pt x="545" y="281"/>
                </a:lnTo>
                <a:lnTo>
                  <a:pt x="544" y="279"/>
                </a:lnTo>
                <a:lnTo>
                  <a:pt x="544" y="277"/>
                </a:lnTo>
                <a:lnTo>
                  <a:pt x="544" y="275"/>
                </a:lnTo>
                <a:lnTo>
                  <a:pt x="544" y="274"/>
                </a:lnTo>
                <a:lnTo>
                  <a:pt x="544" y="273"/>
                </a:lnTo>
                <a:lnTo>
                  <a:pt x="545" y="270"/>
                </a:lnTo>
                <a:lnTo>
                  <a:pt x="546" y="269"/>
                </a:lnTo>
                <a:lnTo>
                  <a:pt x="548" y="268"/>
                </a:lnTo>
                <a:lnTo>
                  <a:pt x="549" y="266"/>
                </a:lnTo>
                <a:lnTo>
                  <a:pt x="551" y="265"/>
                </a:lnTo>
                <a:lnTo>
                  <a:pt x="553" y="266"/>
                </a:lnTo>
                <a:lnTo>
                  <a:pt x="555" y="267"/>
                </a:lnTo>
                <a:lnTo>
                  <a:pt x="557" y="269"/>
                </a:lnTo>
                <a:lnTo>
                  <a:pt x="561" y="271"/>
                </a:lnTo>
                <a:lnTo>
                  <a:pt x="564" y="275"/>
                </a:lnTo>
                <a:lnTo>
                  <a:pt x="569" y="269"/>
                </a:lnTo>
                <a:lnTo>
                  <a:pt x="565" y="265"/>
                </a:lnTo>
                <a:lnTo>
                  <a:pt x="562" y="261"/>
                </a:lnTo>
                <a:lnTo>
                  <a:pt x="560" y="260"/>
                </a:lnTo>
                <a:lnTo>
                  <a:pt x="558" y="259"/>
                </a:lnTo>
                <a:lnTo>
                  <a:pt x="557" y="258"/>
                </a:lnTo>
                <a:lnTo>
                  <a:pt x="555" y="257"/>
                </a:lnTo>
                <a:lnTo>
                  <a:pt x="553" y="257"/>
                </a:lnTo>
                <a:lnTo>
                  <a:pt x="551" y="257"/>
                </a:lnTo>
                <a:lnTo>
                  <a:pt x="549" y="257"/>
                </a:lnTo>
                <a:lnTo>
                  <a:pt x="548" y="258"/>
                </a:lnTo>
                <a:lnTo>
                  <a:pt x="546" y="258"/>
                </a:lnTo>
                <a:lnTo>
                  <a:pt x="545" y="260"/>
                </a:lnTo>
                <a:lnTo>
                  <a:pt x="543" y="261"/>
                </a:lnTo>
                <a:lnTo>
                  <a:pt x="541" y="262"/>
                </a:lnTo>
                <a:lnTo>
                  <a:pt x="540" y="264"/>
                </a:lnTo>
                <a:lnTo>
                  <a:pt x="538" y="266"/>
                </a:lnTo>
                <a:lnTo>
                  <a:pt x="537" y="269"/>
                </a:lnTo>
                <a:lnTo>
                  <a:pt x="537" y="271"/>
                </a:lnTo>
                <a:lnTo>
                  <a:pt x="537" y="273"/>
                </a:lnTo>
                <a:lnTo>
                  <a:pt x="536" y="276"/>
                </a:lnTo>
                <a:lnTo>
                  <a:pt x="536" y="278"/>
                </a:lnTo>
                <a:lnTo>
                  <a:pt x="537" y="281"/>
                </a:lnTo>
                <a:lnTo>
                  <a:pt x="537" y="284"/>
                </a:lnTo>
                <a:lnTo>
                  <a:pt x="539" y="288"/>
                </a:lnTo>
                <a:lnTo>
                  <a:pt x="541" y="292"/>
                </a:lnTo>
                <a:lnTo>
                  <a:pt x="544" y="297"/>
                </a:lnTo>
                <a:lnTo>
                  <a:pt x="546" y="301"/>
                </a:lnTo>
                <a:lnTo>
                  <a:pt x="549" y="305"/>
                </a:lnTo>
                <a:lnTo>
                  <a:pt x="552" y="310"/>
                </a:lnTo>
                <a:lnTo>
                  <a:pt x="555" y="314"/>
                </a:lnTo>
                <a:lnTo>
                  <a:pt x="562" y="322"/>
                </a:lnTo>
                <a:lnTo>
                  <a:pt x="569" y="329"/>
                </a:lnTo>
                <a:lnTo>
                  <a:pt x="572" y="333"/>
                </a:lnTo>
                <a:lnTo>
                  <a:pt x="575" y="336"/>
                </a:lnTo>
                <a:lnTo>
                  <a:pt x="578" y="338"/>
                </a:lnTo>
                <a:lnTo>
                  <a:pt x="581" y="339"/>
                </a:lnTo>
                <a:lnTo>
                  <a:pt x="583" y="340"/>
                </a:lnTo>
                <a:lnTo>
                  <a:pt x="585" y="341"/>
                </a:lnTo>
                <a:lnTo>
                  <a:pt x="587" y="341"/>
                </a:lnTo>
                <a:lnTo>
                  <a:pt x="589" y="340"/>
                </a:lnTo>
                <a:lnTo>
                  <a:pt x="592" y="340"/>
                </a:lnTo>
                <a:lnTo>
                  <a:pt x="593" y="338"/>
                </a:lnTo>
                <a:lnTo>
                  <a:pt x="596" y="337"/>
                </a:lnTo>
                <a:lnTo>
                  <a:pt x="597" y="336"/>
                </a:lnTo>
                <a:lnTo>
                  <a:pt x="599" y="334"/>
                </a:lnTo>
                <a:lnTo>
                  <a:pt x="600" y="333"/>
                </a:lnTo>
                <a:lnTo>
                  <a:pt x="601" y="330"/>
                </a:lnTo>
                <a:lnTo>
                  <a:pt x="601" y="329"/>
                </a:lnTo>
                <a:lnTo>
                  <a:pt x="602" y="327"/>
                </a:lnTo>
                <a:lnTo>
                  <a:pt x="603" y="325"/>
                </a:lnTo>
                <a:lnTo>
                  <a:pt x="603" y="322"/>
                </a:lnTo>
                <a:lnTo>
                  <a:pt x="603" y="321"/>
                </a:lnTo>
                <a:lnTo>
                  <a:pt x="602" y="318"/>
                </a:lnTo>
                <a:lnTo>
                  <a:pt x="601" y="316"/>
                </a:lnTo>
                <a:lnTo>
                  <a:pt x="601" y="313"/>
                </a:lnTo>
                <a:lnTo>
                  <a:pt x="600" y="311"/>
                </a:lnTo>
                <a:lnTo>
                  <a:pt x="597" y="306"/>
                </a:lnTo>
                <a:lnTo>
                  <a:pt x="593" y="301"/>
                </a:lnTo>
                <a:lnTo>
                  <a:pt x="588" y="306"/>
                </a:lnTo>
                <a:lnTo>
                  <a:pt x="588" y="306"/>
                </a:lnTo>
                <a:close/>
                <a:moveTo>
                  <a:pt x="642" y="284"/>
                </a:moveTo>
                <a:lnTo>
                  <a:pt x="579" y="218"/>
                </a:lnTo>
                <a:lnTo>
                  <a:pt x="573" y="225"/>
                </a:lnTo>
                <a:lnTo>
                  <a:pt x="603" y="253"/>
                </a:lnTo>
                <a:lnTo>
                  <a:pt x="589" y="271"/>
                </a:lnTo>
                <a:lnTo>
                  <a:pt x="560" y="241"/>
                </a:lnTo>
                <a:lnTo>
                  <a:pt x="555" y="248"/>
                </a:lnTo>
                <a:lnTo>
                  <a:pt x="617" y="313"/>
                </a:lnTo>
                <a:lnTo>
                  <a:pt x="622" y="307"/>
                </a:lnTo>
                <a:lnTo>
                  <a:pt x="594" y="277"/>
                </a:lnTo>
                <a:lnTo>
                  <a:pt x="609" y="260"/>
                </a:lnTo>
                <a:lnTo>
                  <a:pt x="637" y="290"/>
                </a:lnTo>
                <a:lnTo>
                  <a:pt x="642" y="284"/>
                </a:lnTo>
                <a:lnTo>
                  <a:pt x="642" y="284"/>
                </a:lnTo>
                <a:close/>
                <a:moveTo>
                  <a:pt x="668" y="249"/>
                </a:moveTo>
                <a:lnTo>
                  <a:pt x="596" y="215"/>
                </a:lnTo>
                <a:lnTo>
                  <a:pt x="654" y="268"/>
                </a:lnTo>
                <a:lnTo>
                  <a:pt x="650" y="274"/>
                </a:lnTo>
                <a:lnTo>
                  <a:pt x="582" y="213"/>
                </a:lnTo>
                <a:lnTo>
                  <a:pt x="589" y="202"/>
                </a:lnTo>
                <a:lnTo>
                  <a:pt x="650" y="233"/>
                </a:lnTo>
                <a:lnTo>
                  <a:pt x="600" y="188"/>
                </a:lnTo>
                <a:lnTo>
                  <a:pt x="604" y="181"/>
                </a:lnTo>
                <a:lnTo>
                  <a:pt x="673" y="241"/>
                </a:lnTo>
                <a:lnTo>
                  <a:pt x="668" y="249"/>
                </a:lnTo>
                <a:lnTo>
                  <a:pt x="668" y="249"/>
                </a:lnTo>
                <a:close/>
                <a:moveTo>
                  <a:pt x="690" y="213"/>
                </a:moveTo>
                <a:lnTo>
                  <a:pt x="689" y="215"/>
                </a:lnTo>
                <a:lnTo>
                  <a:pt x="687" y="217"/>
                </a:lnTo>
                <a:lnTo>
                  <a:pt x="686" y="219"/>
                </a:lnTo>
                <a:lnTo>
                  <a:pt x="683" y="220"/>
                </a:lnTo>
                <a:lnTo>
                  <a:pt x="682" y="221"/>
                </a:lnTo>
                <a:lnTo>
                  <a:pt x="679" y="221"/>
                </a:lnTo>
                <a:lnTo>
                  <a:pt x="678" y="222"/>
                </a:lnTo>
                <a:lnTo>
                  <a:pt x="675" y="222"/>
                </a:lnTo>
                <a:lnTo>
                  <a:pt x="672" y="221"/>
                </a:lnTo>
                <a:lnTo>
                  <a:pt x="668" y="220"/>
                </a:lnTo>
                <a:lnTo>
                  <a:pt x="665" y="218"/>
                </a:lnTo>
                <a:lnTo>
                  <a:pt x="660" y="216"/>
                </a:lnTo>
                <a:lnTo>
                  <a:pt x="650" y="210"/>
                </a:lnTo>
                <a:lnTo>
                  <a:pt x="642" y="205"/>
                </a:lnTo>
                <a:lnTo>
                  <a:pt x="638" y="202"/>
                </a:lnTo>
                <a:lnTo>
                  <a:pt x="634" y="199"/>
                </a:lnTo>
                <a:lnTo>
                  <a:pt x="630" y="195"/>
                </a:lnTo>
                <a:lnTo>
                  <a:pt x="626" y="192"/>
                </a:lnTo>
                <a:lnTo>
                  <a:pt x="622" y="189"/>
                </a:lnTo>
                <a:lnTo>
                  <a:pt x="619" y="185"/>
                </a:lnTo>
                <a:lnTo>
                  <a:pt x="617" y="182"/>
                </a:lnTo>
                <a:lnTo>
                  <a:pt x="615" y="179"/>
                </a:lnTo>
                <a:lnTo>
                  <a:pt x="614" y="177"/>
                </a:lnTo>
                <a:lnTo>
                  <a:pt x="613" y="174"/>
                </a:lnTo>
                <a:lnTo>
                  <a:pt x="613" y="172"/>
                </a:lnTo>
                <a:lnTo>
                  <a:pt x="613" y="169"/>
                </a:lnTo>
                <a:lnTo>
                  <a:pt x="613" y="167"/>
                </a:lnTo>
                <a:lnTo>
                  <a:pt x="613" y="165"/>
                </a:lnTo>
                <a:lnTo>
                  <a:pt x="614" y="162"/>
                </a:lnTo>
                <a:lnTo>
                  <a:pt x="615" y="160"/>
                </a:lnTo>
                <a:lnTo>
                  <a:pt x="616" y="157"/>
                </a:lnTo>
                <a:lnTo>
                  <a:pt x="618" y="156"/>
                </a:lnTo>
                <a:lnTo>
                  <a:pt x="620" y="153"/>
                </a:lnTo>
                <a:lnTo>
                  <a:pt x="622" y="153"/>
                </a:lnTo>
                <a:lnTo>
                  <a:pt x="623" y="151"/>
                </a:lnTo>
                <a:lnTo>
                  <a:pt x="626" y="151"/>
                </a:lnTo>
                <a:lnTo>
                  <a:pt x="627" y="151"/>
                </a:lnTo>
                <a:lnTo>
                  <a:pt x="630" y="151"/>
                </a:lnTo>
                <a:lnTo>
                  <a:pt x="633" y="151"/>
                </a:lnTo>
                <a:lnTo>
                  <a:pt x="637" y="153"/>
                </a:lnTo>
                <a:lnTo>
                  <a:pt x="640" y="154"/>
                </a:lnTo>
                <a:lnTo>
                  <a:pt x="644" y="157"/>
                </a:lnTo>
                <a:lnTo>
                  <a:pt x="654" y="161"/>
                </a:lnTo>
                <a:lnTo>
                  <a:pt x="662" y="167"/>
                </a:lnTo>
                <a:lnTo>
                  <a:pt x="670" y="173"/>
                </a:lnTo>
                <a:lnTo>
                  <a:pt x="678" y="181"/>
                </a:lnTo>
                <a:lnTo>
                  <a:pt x="682" y="184"/>
                </a:lnTo>
                <a:lnTo>
                  <a:pt x="686" y="188"/>
                </a:lnTo>
                <a:lnTo>
                  <a:pt x="688" y="190"/>
                </a:lnTo>
                <a:lnTo>
                  <a:pt x="690" y="193"/>
                </a:lnTo>
                <a:lnTo>
                  <a:pt x="691" y="196"/>
                </a:lnTo>
                <a:lnTo>
                  <a:pt x="692" y="198"/>
                </a:lnTo>
                <a:lnTo>
                  <a:pt x="692" y="201"/>
                </a:lnTo>
                <a:lnTo>
                  <a:pt x="692" y="203"/>
                </a:lnTo>
                <a:lnTo>
                  <a:pt x="692" y="205"/>
                </a:lnTo>
                <a:lnTo>
                  <a:pt x="692" y="208"/>
                </a:lnTo>
                <a:lnTo>
                  <a:pt x="691" y="210"/>
                </a:lnTo>
                <a:lnTo>
                  <a:pt x="690" y="213"/>
                </a:lnTo>
                <a:lnTo>
                  <a:pt x="690" y="213"/>
                </a:lnTo>
                <a:close/>
                <a:moveTo>
                  <a:pt x="684" y="209"/>
                </a:moveTo>
                <a:lnTo>
                  <a:pt x="685" y="206"/>
                </a:lnTo>
                <a:lnTo>
                  <a:pt x="685" y="204"/>
                </a:lnTo>
                <a:lnTo>
                  <a:pt x="685" y="202"/>
                </a:lnTo>
                <a:lnTo>
                  <a:pt x="685" y="201"/>
                </a:lnTo>
                <a:lnTo>
                  <a:pt x="684" y="199"/>
                </a:lnTo>
                <a:lnTo>
                  <a:pt x="683" y="197"/>
                </a:lnTo>
                <a:lnTo>
                  <a:pt x="682" y="196"/>
                </a:lnTo>
                <a:lnTo>
                  <a:pt x="681" y="193"/>
                </a:lnTo>
                <a:lnTo>
                  <a:pt x="679" y="192"/>
                </a:lnTo>
                <a:lnTo>
                  <a:pt x="678" y="189"/>
                </a:lnTo>
                <a:lnTo>
                  <a:pt x="674" y="186"/>
                </a:lnTo>
                <a:lnTo>
                  <a:pt x="668" y="182"/>
                </a:lnTo>
                <a:lnTo>
                  <a:pt x="662" y="178"/>
                </a:lnTo>
                <a:lnTo>
                  <a:pt x="658" y="175"/>
                </a:lnTo>
                <a:lnTo>
                  <a:pt x="654" y="171"/>
                </a:lnTo>
                <a:lnTo>
                  <a:pt x="648" y="168"/>
                </a:lnTo>
                <a:lnTo>
                  <a:pt x="642" y="164"/>
                </a:lnTo>
                <a:lnTo>
                  <a:pt x="638" y="162"/>
                </a:lnTo>
                <a:lnTo>
                  <a:pt x="636" y="161"/>
                </a:lnTo>
                <a:lnTo>
                  <a:pt x="634" y="160"/>
                </a:lnTo>
                <a:lnTo>
                  <a:pt x="632" y="160"/>
                </a:lnTo>
                <a:lnTo>
                  <a:pt x="630" y="159"/>
                </a:lnTo>
                <a:lnTo>
                  <a:pt x="628" y="159"/>
                </a:lnTo>
                <a:lnTo>
                  <a:pt x="627" y="160"/>
                </a:lnTo>
                <a:lnTo>
                  <a:pt x="626" y="160"/>
                </a:lnTo>
                <a:lnTo>
                  <a:pt x="625" y="161"/>
                </a:lnTo>
                <a:lnTo>
                  <a:pt x="623" y="162"/>
                </a:lnTo>
                <a:lnTo>
                  <a:pt x="622" y="164"/>
                </a:lnTo>
                <a:lnTo>
                  <a:pt x="620" y="166"/>
                </a:lnTo>
                <a:lnTo>
                  <a:pt x="620" y="169"/>
                </a:lnTo>
                <a:lnTo>
                  <a:pt x="620" y="170"/>
                </a:lnTo>
                <a:lnTo>
                  <a:pt x="620" y="172"/>
                </a:lnTo>
                <a:lnTo>
                  <a:pt x="621" y="173"/>
                </a:lnTo>
                <a:lnTo>
                  <a:pt x="622" y="175"/>
                </a:lnTo>
                <a:lnTo>
                  <a:pt x="622" y="177"/>
                </a:lnTo>
                <a:lnTo>
                  <a:pt x="624" y="178"/>
                </a:lnTo>
                <a:lnTo>
                  <a:pt x="626" y="181"/>
                </a:lnTo>
                <a:lnTo>
                  <a:pt x="627" y="183"/>
                </a:lnTo>
                <a:lnTo>
                  <a:pt x="631" y="186"/>
                </a:lnTo>
                <a:lnTo>
                  <a:pt x="636" y="189"/>
                </a:lnTo>
                <a:lnTo>
                  <a:pt x="642" y="194"/>
                </a:lnTo>
                <a:lnTo>
                  <a:pt x="646" y="197"/>
                </a:lnTo>
                <a:lnTo>
                  <a:pt x="650" y="201"/>
                </a:lnTo>
                <a:lnTo>
                  <a:pt x="655" y="204"/>
                </a:lnTo>
                <a:lnTo>
                  <a:pt x="660" y="206"/>
                </a:lnTo>
                <a:lnTo>
                  <a:pt x="664" y="208"/>
                </a:lnTo>
                <a:lnTo>
                  <a:pt x="666" y="209"/>
                </a:lnTo>
                <a:lnTo>
                  <a:pt x="670" y="211"/>
                </a:lnTo>
                <a:lnTo>
                  <a:pt x="673" y="213"/>
                </a:lnTo>
                <a:lnTo>
                  <a:pt x="675" y="213"/>
                </a:lnTo>
                <a:lnTo>
                  <a:pt x="677" y="213"/>
                </a:lnTo>
                <a:lnTo>
                  <a:pt x="678" y="213"/>
                </a:lnTo>
                <a:lnTo>
                  <a:pt x="679" y="213"/>
                </a:lnTo>
                <a:lnTo>
                  <a:pt x="681" y="212"/>
                </a:lnTo>
                <a:lnTo>
                  <a:pt x="682" y="210"/>
                </a:lnTo>
                <a:lnTo>
                  <a:pt x="684" y="209"/>
                </a:lnTo>
                <a:lnTo>
                  <a:pt x="684" y="209"/>
                </a:lnTo>
                <a:close/>
                <a:moveTo>
                  <a:pt x="630" y="130"/>
                </a:moveTo>
                <a:lnTo>
                  <a:pt x="626" y="137"/>
                </a:lnTo>
                <a:lnTo>
                  <a:pt x="705" y="183"/>
                </a:lnTo>
                <a:lnTo>
                  <a:pt x="718" y="153"/>
                </a:lnTo>
                <a:lnTo>
                  <a:pt x="710" y="149"/>
                </a:lnTo>
                <a:lnTo>
                  <a:pt x="701" y="171"/>
                </a:lnTo>
                <a:lnTo>
                  <a:pt x="630" y="130"/>
                </a:lnTo>
                <a:lnTo>
                  <a:pt x="630" y="130"/>
                </a:lnTo>
                <a:close/>
                <a:moveTo>
                  <a:pt x="726" y="133"/>
                </a:moveTo>
                <a:lnTo>
                  <a:pt x="725" y="135"/>
                </a:lnTo>
                <a:lnTo>
                  <a:pt x="723" y="137"/>
                </a:lnTo>
                <a:lnTo>
                  <a:pt x="722" y="139"/>
                </a:lnTo>
                <a:lnTo>
                  <a:pt x="720" y="141"/>
                </a:lnTo>
                <a:lnTo>
                  <a:pt x="718" y="141"/>
                </a:lnTo>
                <a:lnTo>
                  <a:pt x="715" y="142"/>
                </a:lnTo>
                <a:lnTo>
                  <a:pt x="713" y="143"/>
                </a:lnTo>
                <a:lnTo>
                  <a:pt x="710" y="144"/>
                </a:lnTo>
                <a:lnTo>
                  <a:pt x="707" y="144"/>
                </a:lnTo>
                <a:lnTo>
                  <a:pt x="704" y="144"/>
                </a:lnTo>
                <a:lnTo>
                  <a:pt x="701" y="143"/>
                </a:lnTo>
                <a:lnTo>
                  <a:pt x="697" y="143"/>
                </a:lnTo>
                <a:lnTo>
                  <a:pt x="692" y="141"/>
                </a:lnTo>
                <a:lnTo>
                  <a:pt x="688" y="141"/>
                </a:lnTo>
                <a:lnTo>
                  <a:pt x="684" y="139"/>
                </a:lnTo>
                <a:lnTo>
                  <a:pt x="679" y="137"/>
                </a:lnTo>
                <a:lnTo>
                  <a:pt x="670" y="133"/>
                </a:lnTo>
                <a:lnTo>
                  <a:pt x="661" y="129"/>
                </a:lnTo>
                <a:lnTo>
                  <a:pt x="656" y="126"/>
                </a:lnTo>
                <a:lnTo>
                  <a:pt x="652" y="124"/>
                </a:lnTo>
                <a:lnTo>
                  <a:pt x="649" y="121"/>
                </a:lnTo>
                <a:lnTo>
                  <a:pt x="647" y="119"/>
                </a:lnTo>
                <a:lnTo>
                  <a:pt x="646" y="117"/>
                </a:lnTo>
                <a:lnTo>
                  <a:pt x="644" y="114"/>
                </a:lnTo>
                <a:lnTo>
                  <a:pt x="642" y="112"/>
                </a:lnTo>
                <a:lnTo>
                  <a:pt x="642" y="109"/>
                </a:lnTo>
                <a:lnTo>
                  <a:pt x="641" y="106"/>
                </a:lnTo>
                <a:lnTo>
                  <a:pt x="641" y="104"/>
                </a:lnTo>
                <a:lnTo>
                  <a:pt x="641" y="101"/>
                </a:lnTo>
                <a:lnTo>
                  <a:pt x="642" y="98"/>
                </a:lnTo>
                <a:lnTo>
                  <a:pt x="642" y="96"/>
                </a:lnTo>
                <a:lnTo>
                  <a:pt x="644" y="93"/>
                </a:lnTo>
                <a:lnTo>
                  <a:pt x="646" y="92"/>
                </a:lnTo>
                <a:lnTo>
                  <a:pt x="647" y="90"/>
                </a:lnTo>
                <a:lnTo>
                  <a:pt x="650" y="89"/>
                </a:lnTo>
                <a:lnTo>
                  <a:pt x="651" y="88"/>
                </a:lnTo>
                <a:lnTo>
                  <a:pt x="654" y="88"/>
                </a:lnTo>
                <a:lnTo>
                  <a:pt x="657" y="87"/>
                </a:lnTo>
                <a:lnTo>
                  <a:pt x="659" y="87"/>
                </a:lnTo>
                <a:lnTo>
                  <a:pt x="663" y="87"/>
                </a:lnTo>
                <a:lnTo>
                  <a:pt x="667" y="88"/>
                </a:lnTo>
                <a:lnTo>
                  <a:pt x="672" y="89"/>
                </a:lnTo>
                <a:lnTo>
                  <a:pt x="682" y="92"/>
                </a:lnTo>
                <a:lnTo>
                  <a:pt x="692" y="96"/>
                </a:lnTo>
                <a:lnTo>
                  <a:pt x="701" y="100"/>
                </a:lnTo>
                <a:lnTo>
                  <a:pt x="709" y="104"/>
                </a:lnTo>
                <a:lnTo>
                  <a:pt x="712" y="105"/>
                </a:lnTo>
                <a:lnTo>
                  <a:pt x="715" y="108"/>
                </a:lnTo>
                <a:lnTo>
                  <a:pt x="718" y="110"/>
                </a:lnTo>
                <a:lnTo>
                  <a:pt x="720" y="112"/>
                </a:lnTo>
                <a:lnTo>
                  <a:pt x="722" y="114"/>
                </a:lnTo>
                <a:lnTo>
                  <a:pt x="723" y="117"/>
                </a:lnTo>
                <a:lnTo>
                  <a:pt x="724" y="119"/>
                </a:lnTo>
                <a:lnTo>
                  <a:pt x="726" y="122"/>
                </a:lnTo>
                <a:lnTo>
                  <a:pt x="726" y="125"/>
                </a:lnTo>
                <a:lnTo>
                  <a:pt x="726" y="127"/>
                </a:lnTo>
                <a:lnTo>
                  <a:pt x="726" y="130"/>
                </a:lnTo>
                <a:lnTo>
                  <a:pt x="726" y="133"/>
                </a:lnTo>
                <a:lnTo>
                  <a:pt x="726" y="133"/>
                </a:lnTo>
                <a:close/>
                <a:moveTo>
                  <a:pt x="709" y="135"/>
                </a:moveTo>
                <a:lnTo>
                  <a:pt x="707" y="135"/>
                </a:lnTo>
                <a:lnTo>
                  <a:pt x="705" y="135"/>
                </a:lnTo>
                <a:lnTo>
                  <a:pt x="702" y="135"/>
                </a:lnTo>
                <a:lnTo>
                  <a:pt x="700" y="134"/>
                </a:lnTo>
                <a:lnTo>
                  <a:pt x="696" y="134"/>
                </a:lnTo>
                <a:lnTo>
                  <a:pt x="691" y="133"/>
                </a:lnTo>
                <a:lnTo>
                  <a:pt x="686" y="131"/>
                </a:lnTo>
                <a:lnTo>
                  <a:pt x="682" y="129"/>
                </a:lnTo>
                <a:lnTo>
                  <a:pt x="677" y="127"/>
                </a:lnTo>
                <a:lnTo>
                  <a:pt x="670" y="125"/>
                </a:lnTo>
                <a:lnTo>
                  <a:pt x="664" y="121"/>
                </a:lnTo>
                <a:lnTo>
                  <a:pt x="660" y="119"/>
                </a:lnTo>
                <a:lnTo>
                  <a:pt x="655" y="116"/>
                </a:lnTo>
                <a:lnTo>
                  <a:pt x="653" y="113"/>
                </a:lnTo>
                <a:lnTo>
                  <a:pt x="650" y="110"/>
                </a:lnTo>
                <a:lnTo>
                  <a:pt x="650" y="108"/>
                </a:lnTo>
                <a:lnTo>
                  <a:pt x="649" y="106"/>
                </a:lnTo>
                <a:lnTo>
                  <a:pt x="649" y="105"/>
                </a:lnTo>
                <a:lnTo>
                  <a:pt x="649" y="104"/>
                </a:lnTo>
                <a:lnTo>
                  <a:pt x="649" y="102"/>
                </a:lnTo>
                <a:lnTo>
                  <a:pt x="650" y="101"/>
                </a:lnTo>
                <a:lnTo>
                  <a:pt x="650" y="101"/>
                </a:lnTo>
                <a:lnTo>
                  <a:pt x="650" y="99"/>
                </a:lnTo>
                <a:lnTo>
                  <a:pt x="651" y="98"/>
                </a:lnTo>
                <a:lnTo>
                  <a:pt x="653" y="97"/>
                </a:lnTo>
                <a:lnTo>
                  <a:pt x="654" y="97"/>
                </a:lnTo>
                <a:lnTo>
                  <a:pt x="656" y="96"/>
                </a:lnTo>
                <a:lnTo>
                  <a:pt x="658" y="96"/>
                </a:lnTo>
                <a:lnTo>
                  <a:pt x="660" y="95"/>
                </a:lnTo>
                <a:lnTo>
                  <a:pt x="662" y="95"/>
                </a:lnTo>
                <a:lnTo>
                  <a:pt x="664" y="96"/>
                </a:lnTo>
                <a:lnTo>
                  <a:pt x="667" y="97"/>
                </a:lnTo>
                <a:lnTo>
                  <a:pt x="671" y="97"/>
                </a:lnTo>
                <a:lnTo>
                  <a:pt x="678" y="100"/>
                </a:lnTo>
                <a:lnTo>
                  <a:pt x="684" y="102"/>
                </a:lnTo>
                <a:lnTo>
                  <a:pt x="690" y="104"/>
                </a:lnTo>
                <a:lnTo>
                  <a:pt x="694" y="106"/>
                </a:lnTo>
                <a:lnTo>
                  <a:pt x="699" y="108"/>
                </a:lnTo>
                <a:lnTo>
                  <a:pt x="703" y="110"/>
                </a:lnTo>
                <a:lnTo>
                  <a:pt x="706" y="112"/>
                </a:lnTo>
                <a:lnTo>
                  <a:pt x="711" y="115"/>
                </a:lnTo>
                <a:lnTo>
                  <a:pt x="714" y="117"/>
                </a:lnTo>
                <a:lnTo>
                  <a:pt x="715" y="119"/>
                </a:lnTo>
                <a:lnTo>
                  <a:pt x="716" y="121"/>
                </a:lnTo>
                <a:lnTo>
                  <a:pt x="718" y="121"/>
                </a:lnTo>
                <a:lnTo>
                  <a:pt x="718" y="123"/>
                </a:lnTo>
                <a:lnTo>
                  <a:pt x="718" y="125"/>
                </a:lnTo>
                <a:lnTo>
                  <a:pt x="718" y="126"/>
                </a:lnTo>
                <a:lnTo>
                  <a:pt x="719" y="127"/>
                </a:lnTo>
                <a:lnTo>
                  <a:pt x="718" y="129"/>
                </a:lnTo>
                <a:lnTo>
                  <a:pt x="718" y="129"/>
                </a:lnTo>
                <a:lnTo>
                  <a:pt x="718" y="131"/>
                </a:lnTo>
                <a:lnTo>
                  <a:pt x="717" y="132"/>
                </a:lnTo>
                <a:lnTo>
                  <a:pt x="716" y="133"/>
                </a:lnTo>
                <a:lnTo>
                  <a:pt x="714" y="133"/>
                </a:lnTo>
                <a:lnTo>
                  <a:pt x="713" y="134"/>
                </a:lnTo>
                <a:lnTo>
                  <a:pt x="710" y="135"/>
                </a:lnTo>
                <a:lnTo>
                  <a:pt x="709" y="135"/>
                </a:lnTo>
                <a:lnTo>
                  <a:pt x="709" y="135"/>
                </a:lnTo>
                <a:close/>
                <a:moveTo>
                  <a:pt x="745" y="59"/>
                </a:moveTo>
                <a:lnTo>
                  <a:pt x="701" y="49"/>
                </a:lnTo>
                <a:lnTo>
                  <a:pt x="698" y="69"/>
                </a:lnTo>
                <a:lnTo>
                  <a:pt x="705" y="71"/>
                </a:lnTo>
                <a:lnTo>
                  <a:pt x="706" y="61"/>
                </a:lnTo>
                <a:lnTo>
                  <a:pt x="710" y="61"/>
                </a:lnTo>
                <a:lnTo>
                  <a:pt x="716" y="62"/>
                </a:lnTo>
                <a:lnTo>
                  <a:pt x="721" y="63"/>
                </a:lnTo>
                <a:lnTo>
                  <a:pt x="724" y="64"/>
                </a:lnTo>
                <a:lnTo>
                  <a:pt x="727" y="65"/>
                </a:lnTo>
                <a:lnTo>
                  <a:pt x="730" y="67"/>
                </a:lnTo>
                <a:lnTo>
                  <a:pt x="731" y="68"/>
                </a:lnTo>
                <a:lnTo>
                  <a:pt x="732" y="69"/>
                </a:lnTo>
                <a:lnTo>
                  <a:pt x="733" y="69"/>
                </a:lnTo>
                <a:lnTo>
                  <a:pt x="733" y="71"/>
                </a:lnTo>
                <a:lnTo>
                  <a:pt x="734" y="72"/>
                </a:lnTo>
                <a:lnTo>
                  <a:pt x="734" y="73"/>
                </a:lnTo>
                <a:lnTo>
                  <a:pt x="734" y="75"/>
                </a:lnTo>
                <a:lnTo>
                  <a:pt x="734" y="77"/>
                </a:lnTo>
                <a:lnTo>
                  <a:pt x="733" y="79"/>
                </a:lnTo>
                <a:lnTo>
                  <a:pt x="732" y="81"/>
                </a:lnTo>
                <a:lnTo>
                  <a:pt x="731" y="82"/>
                </a:lnTo>
                <a:lnTo>
                  <a:pt x="730" y="82"/>
                </a:lnTo>
                <a:lnTo>
                  <a:pt x="729" y="83"/>
                </a:lnTo>
                <a:lnTo>
                  <a:pt x="727" y="84"/>
                </a:lnTo>
                <a:lnTo>
                  <a:pt x="724" y="84"/>
                </a:lnTo>
                <a:lnTo>
                  <a:pt x="722" y="85"/>
                </a:lnTo>
                <a:lnTo>
                  <a:pt x="718" y="85"/>
                </a:lnTo>
                <a:lnTo>
                  <a:pt x="714" y="85"/>
                </a:lnTo>
                <a:lnTo>
                  <a:pt x="707" y="84"/>
                </a:lnTo>
                <a:lnTo>
                  <a:pt x="700" y="83"/>
                </a:lnTo>
                <a:lnTo>
                  <a:pt x="692" y="81"/>
                </a:lnTo>
                <a:lnTo>
                  <a:pt x="685" y="80"/>
                </a:lnTo>
                <a:lnTo>
                  <a:pt x="679" y="77"/>
                </a:lnTo>
                <a:lnTo>
                  <a:pt x="674" y="75"/>
                </a:lnTo>
                <a:lnTo>
                  <a:pt x="671" y="74"/>
                </a:lnTo>
                <a:lnTo>
                  <a:pt x="669" y="73"/>
                </a:lnTo>
                <a:lnTo>
                  <a:pt x="667" y="72"/>
                </a:lnTo>
                <a:lnTo>
                  <a:pt x="666" y="71"/>
                </a:lnTo>
                <a:lnTo>
                  <a:pt x="665" y="69"/>
                </a:lnTo>
                <a:lnTo>
                  <a:pt x="664" y="68"/>
                </a:lnTo>
                <a:lnTo>
                  <a:pt x="663" y="67"/>
                </a:lnTo>
                <a:lnTo>
                  <a:pt x="662" y="65"/>
                </a:lnTo>
                <a:lnTo>
                  <a:pt x="662" y="64"/>
                </a:lnTo>
                <a:lnTo>
                  <a:pt x="662" y="62"/>
                </a:lnTo>
                <a:lnTo>
                  <a:pt x="662" y="61"/>
                </a:lnTo>
                <a:lnTo>
                  <a:pt x="662" y="59"/>
                </a:lnTo>
                <a:lnTo>
                  <a:pt x="663" y="57"/>
                </a:lnTo>
                <a:lnTo>
                  <a:pt x="665" y="56"/>
                </a:lnTo>
                <a:lnTo>
                  <a:pt x="666" y="55"/>
                </a:lnTo>
                <a:lnTo>
                  <a:pt x="668" y="54"/>
                </a:lnTo>
                <a:lnTo>
                  <a:pt x="670" y="53"/>
                </a:lnTo>
                <a:lnTo>
                  <a:pt x="673" y="53"/>
                </a:lnTo>
                <a:lnTo>
                  <a:pt x="676" y="54"/>
                </a:lnTo>
                <a:lnTo>
                  <a:pt x="679" y="54"/>
                </a:lnTo>
                <a:lnTo>
                  <a:pt x="681" y="46"/>
                </a:lnTo>
                <a:lnTo>
                  <a:pt x="677" y="45"/>
                </a:lnTo>
                <a:lnTo>
                  <a:pt x="673" y="45"/>
                </a:lnTo>
                <a:lnTo>
                  <a:pt x="669" y="45"/>
                </a:lnTo>
                <a:lnTo>
                  <a:pt x="665" y="46"/>
                </a:lnTo>
                <a:lnTo>
                  <a:pt x="662" y="47"/>
                </a:lnTo>
                <a:lnTo>
                  <a:pt x="661" y="48"/>
                </a:lnTo>
                <a:lnTo>
                  <a:pt x="659" y="49"/>
                </a:lnTo>
                <a:lnTo>
                  <a:pt x="657" y="51"/>
                </a:lnTo>
                <a:lnTo>
                  <a:pt x="655" y="53"/>
                </a:lnTo>
                <a:lnTo>
                  <a:pt x="654" y="56"/>
                </a:lnTo>
                <a:lnTo>
                  <a:pt x="654" y="57"/>
                </a:lnTo>
                <a:lnTo>
                  <a:pt x="654" y="60"/>
                </a:lnTo>
                <a:lnTo>
                  <a:pt x="654" y="62"/>
                </a:lnTo>
                <a:lnTo>
                  <a:pt x="654" y="65"/>
                </a:lnTo>
                <a:lnTo>
                  <a:pt x="654" y="67"/>
                </a:lnTo>
                <a:lnTo>
                  <a:pt x="655" y="69"/>
                </a:lnTo>
                <a:lnTo>
                  <a:pt x="656" y="72"/>
                </a:lnTo>
                <a:lnTo>
                  <a:pt x="657" y="74"/>
                </a:lnTo>
                <a:lnTo>
                  <a:pt x="659" y="76"/>
                </a:lnTo>
                <a:lnTo>
                  <a:pt x="661" y="77"/>
                </a:lnTo>
                <a:lnTo>
                  <a:pt x="663" y="80"/>
                </a:lnTo>
                <a:lnTo>
                  <a:pt x="666" y="81"/>
                </a:lnTo>
                <a:lnTo>
                  <a:pt x="670" y="83"/>
                </a:lnTo>
                <a:lnTo>
                  <a:pt x="674" y="85"/>
                </a:lnTo>
                <a:lnTo>
                  <a:pt x="678" y="86"/>
                </a:lnTo>
                <a:lnTo>
                  <a:pt x="683" y="88"/>
                </a:lnTo>
                <a:lnTo>
                  <a:pt x="689" y="89"/>
                </a:lnTo>
                <a:lnTo>
                  <a:pt x="694" y="90"/>
                </a:lnTo>
                <a:lnTo>
                  <a:pt x="698" y="91"/>
                </a:lnTo>
                <a:lnTo>
                  <a:pt x="703" y="92"/>
                </a:lnTo>
                <a:lnTo>
                  <a:pt x="709" y="93"/>
                </a:lnTo>
                <a:lnTo>
                  <a:pt x="713" y="93"/>
                </a:lnTo>
                <a:lnTo>
                  <a:pt x="718" y="93"/>
                </a:lnTo>
                <a:lnTo>
                  <a:pt x="722" y="93"/>
                </a:lnTo>
                <a:lnTo>
                  <a:pt x="726" y="93"/>
                </a:lnTo>
                <a:lnTo>
                  <a:pt x="729" y="92"/>
                </a:lnTo>
                <a:lnTo>
                  <a:pt x="731" y="91"/>
                </a:lnTo>
                <a:lnTo>
                  <a:pt x="733" y="90"/>
                </a:lnTo>
                <a:lnTo>
                  <a:pt x="735" y="89"/>
                </a:lnTo>
                <a:lnTo>
                  <a:pt x="737" y="88"/>
                </a:lnTo>
                <a:lnTo>
                  <a:pt x="738" y="86"/>
                </a:lnTo>
                <a:lnTo>
                  <a:pt x="739" y="84"/>
                </a:lnTo>
                <a:lnTo>
                  <a:pt x="740" y="82"/>
                </a:lnTo>
                <a:lnTo>
                  <a:pt x="741" y="79"/>
                </a:lnTo>
                <a:lnTo>
                  <a:pt x="741" y="77"/>
                </a:lnTo>
                <a:lnTo>
                  <a:pt x="741" y="75"/>
                </a:lnTo>
                <a:lnTo>
                  <a:pt x="741" y="73"/>
                </a:lnTo>
                <a:lnTo>
                  <a:pt x="741" y="71"/>
                </a:lnTo>
                <a:lnTo>
                  <a:pt x="740" y="69"/>
                </a:lnTo>
                <a:lnTo>
                  <a:pt x="739" y="68"/>
                </a:lnTo>
                <a:lnTo>
                  <a:pt x="738" y="66"/>
                </a:lnTo>
                <a:lnTo>
                  <a:pt x="738" y="65"/>
                </a:lnTo>
                <a:lnTo>
                  <a:pt x="743" y="66"/>
                </a:lnTo>
                <a:lnTo>
                  <a:pt x="745" y="59"/>
                </a:lnTo>
                <a:lnTo>
                  <a:pt x="745" y="59"/>
                </a:lnTo>
                <a:close/>
                <a:moveTo>
                  <a:pt x="707" y="32"/>
                </a:moveTo>
                <a:lnTo>
                  <a:pt x="748" y="39"/>
                </a:lnTo>
                <a:lnTo>
                  <a:pt x="750" y="30"/>
                </a:lnTo>
                <a:lnTo>
                  <a:pt x="708" y="23"/>
                </a:lnTo>
                <a:lnTo>
                  <a:pt x="663" y="0"/>
                </a:lnTo>
                <a:lnTo>
                  <a:pt x="662" y="9"/>
                </a:lnTo>
                <a:lnTo>
                  <a:pt x="698" y="26"/>
                </a:lnTo>
                <a:lnTo>
                  <a:pt x="658" y="33"/>
                </a:lnTo>
                <a:lnTo>
                  <a:pt x="657" y="42"/>
                </a:lnTo>
                <a:lnTo>
                  <a:pt x="707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70" name="íṥḻîḋè">
            <a:extLst>
              <a:ext uri="{FF2B5EF4-FFF2-40B4-BE49-F238E27FC236}">
                <a16:creationId xmlns:a16="http://schemas.microsoft.com/office/drawing/2014/main" id="{470CAF5D-DEFC-40C5-85F1-9C2D1EEE56BF}"/>
              </a:ext>
            </a:extLst>
          </p:cNvPr>
          <p:cNvSpPr>
            <a:spLocks noGrp="1"/>
          </p:cNvSpPr>
          <p:nvPr/>
        </p:nvSpPr>
        <p:spPr>
          <a:xfrm>
            <a:off x="780120" y="788400"/>
            <a:ext cx="66600" cy="100800"/>
          </a:xfrm>
          <a:custGeom>
            <a:avLst/>
            <a:gdLst>
              <a:gd name="textAreaLeft" fmla="*/ 0 w 66600"/>
              <a:gd name="textAreaRight" fmla="*/ 66960 w 66600"/>
              <a:gd name="textAreaTop" fmla="*/ 0 h 100800"/>
              <a:gd name="textAreaBottom" fmla="*/ 101160 h 100800"/>
              <a:gd name="GluePoint1X" fmla="*/ 85 w 153"/>
              <a:gd name="GluePoint1Y" fmla="*/ 34 h 232"/>
              <a:gd name="GluePoint2X" fmla="*/ 90 w 153"/>
              <a:gd name="GluePoint2Y" fmla="*/ 26 h 232"/>
              <a:gd name="GluePoint3X" fmla="*/ 90 w 153"/>
              <a:gd name="GluePoint3Y" fmla="*/ 13 h 232"/>
              <a:gd name="GluePoint4X" fmla="*/ 86 w 153"/>
              <a:gd name="GluePoint4Y" fmla="*/ 5 h 232"/>
              <a:gd name="GluePoint5X" fmla="*/ 78 w 153"/>
              <a:gd name="GluePoint5Y" fmla="*/ 0 h 232"/>
              <a:gd name="GluePoint6X" fmla="*/ 58 w 153"/>
              <a:gd name="GluePoint6Y" fmla="*/ 4 h 232"/>
              <a:gd name="GluePoint7X" fmla="*/ 38 w 153"/>
              <a:gd name="GluePoint7Y" fmla="*/ 22 h 232"/>
              <a:gd name="GluePoint8X" fmla="*/ 21 w 153"/>
              <a:gd name="GluePoint8Y" fmla="*/ 38 h 232"/>
              <a:gd name="GluePoint9X" fmla="*/ 10 w 153"/>
              <a:gd name="GluePoint9Y" fmla="*/ 36 h 232"/>
              <a:gd name="GluePoint10X" fmla="*/ 7 w 153"/>
              <a:gd name="GluePoint10Y" fmla="*/ 27 h 232"/>
              <a:gd name="GluePoint11X" fmla="*/ 14 w 153"/>
              <a:gd name="GluePoint11Y" fmla="*/ 18 h 232"/>
              <a:gd name="GluePoint12X" fmla="*/ 15 w 153"/>
              <a:gd name="GluePoint12Y" fmla="*/ 9 h 232"/>
              <a:gd name="GluePoint13X" fmla="*/ 3 w 153"/>
              <a:gd name="GluePoint13Y" fmla="*/ 16 h 232"/>
              <a:gd name="GluePoint14X" fmla="*/ 1 w 153"/>
              <a:gd name="GluePoint14Y" fmla="*/ 31 h 232"/>
              <a:gd name="GluePoint15X" fmla="*/ 4 w 153"/>
              <a:gd name="GluePoint15Y" fmla="*/ 40 h 232"/>
              <a:gd name="GluePoint16X" fmla="*/ 14 w 153"/>
              <a:gd name="GluePoint16Y" fmla="*/ 46 h 232"/>
              <a:gd name="GluePoint17X" fmla="*/ 28 w 153"/>
              <a:gd name="GluePoint17Y" fmla="*/ 45 h 232"/>
              <a:gd name="GluePoint18X" fmla="*/ 39 w 153"/>
              <a:gd name="GluePoint18Y" fmla="*/ 33 h 232"/>
              <a:gd name="GluePoint19X" fmla="*/ 62 w 153"/>
              <a:gd name="GluePoint19Y" fmla="*/ 9 h 232"/>
              <a:gd name="GluePoint20X" fmla="*/ 74 w 153"/>
              <a:gd name="GluePoint20Y" fmla="*/ 7 h 232"/>
              <a:gd name="GluePoint21X" fmla="*/ 82 w 153"/>
              <a:gd name="GluePoint21Y" fmla="*/ 13 h 232"/>
              <a:gd name="GluePoint22X" fmla="*/ 83 w 153"/>
              <a:gd name="GluePoint22Y" fmla="*/ 23 h 232"/>
              <a:gd name="GluePoint23X" fmla="*/ 77 w 153"/>
              <a:gd name="GluePoint23Y" fmla="*/ 29 h 232"/>
              <a:gd name="GluePoint24X" fmla="*/ 73 w 153"/>
              <a:gd name="GluePoint24Y" fmla="*/ 39 h 232"/>
              <a:gd name="GluePoint25X" fmla="*/ 9 w 153"/>
              <a:gd name="GluePoint25Y" fmla="*/ 69 h 232"/>
              <a:gd name="GluePoint26X" fmla="*/ 17 w 153"/>
              <a:gd name="GluePoint26Y" fmla="*/ 60 h 232"/>
              <a:gd name="GluePoint27X" fmla="*/ 36 w 153"/>
              <a:gd name="GluePoint27Y" fmla="*/ 52 h 232"/>
              <a:gd name="GluePoint28X" fmla="*/ 71 w 153"/>
              <a:gd name="GluePoint28Y" fmla="*/ 44 h 232"/>
              <a:gd name="GluePoint29X" fmla="*/ 91 w 153"/>
              <a:gd name="GluePoint29Y" fmla="*/ 47 h 232"/>
              <a:gd name="GluePoint30X" fmla="*/ 98 w 153"/>
              <a:gd name="GluePoint30Y" fmla="*/ 56 h 232"/>
              <a:gd name="GluePoint31X" fmla="*/ 98 w 153"/>
              <a:gd name="GluePoint31Y" fmla="*/ 67 h 232"/>
              <a:gd name="GluePoint32X" fmla="*/ 90 w 153"/>
              <a:gd name="GluePoint32Y" fmla="*/ 76 h 232"/>
              <a:gd name="GluePoint33X" fmla="*/ 68 w 153"/>
              <a:gd name="GluePoint33Y" fmla="*/ 85 h 232"/>
              <a:gd name="GluePoint34X" fmla="*/ 42 w 153"/>
              <a:gd name="GluePoint34Y" fmla="*/ 90 h 232"/>
              <a:gd name="GluePoint35X" fmla="*/ 20 w 153"/>
              <a:gd name="GluePoint35Y" fmla="*/ 91 h 232"/>
              <a:gd name="GluePoint36X" fmla="*/ 11 w 153"/>
              <a:gd name="GluePoint36Y" fmla="*/ 84 h 232"/>
              <a:gd name="GluePoint37X" fmla="*/ 16 w 153"/>
              <a:gd name="GluePoint37Y" fmla="*/ 76 h 232"/>
              <a:gd name="GluePoint38X" fmla="*/ 21 w 153"/>
              <a:gd name="GluePoint38Y" fmla="*/ 82 h 232"/>
              <a:gd name="GluePoint39X" fmla="*/ 31 w 153"/>
              <a:gd name="GluePoint39Y" fmla="*/ 84 h 232"/>
              <a:gd name="GluePoint40X" fmla="*/ 62 w 153"/>
              <a:gd name="GluePoint40Y" fmla="*/ 77 h 232"/>
              <a:gd name="GluePoint41X" fmla="*/ 84 w 153"/>
              <a:gd name="GluePoint41Y" fmla="*/ 70 h 232"/>
              <a:gd name="GluePoint42X" fmla="*/ 90 w 153"/>
              <a:gd name="GluePoint42Y" fmla="*/ 64 h 232"/>
              <a:gd name="GluePoint43X" fmla="*/ 89 w 153"/>
              <a:gd name="GluePoint43Y" fmla="*/ 56 h 232"/>
              <a:gd name="GluePoint44X" fmla="*/ 82 w 153"/>
              <a:gd name="GluePoint44Y" fmla="*/ 52 h 232"/>
              <a:gd name="GluePoint45X" fmla="*/ 64 w 153"/>
              <a:gd name="GluePoint45Y" fmla="*/ 53 h 232"/>
              <a:gd name="GluePoint46X" fmla="*/ 32 w 153"/>
              <a:gd name="GluePoint46Y" fmla="*/ 61 h 232"/>
              <a:gd name="GluePoint47X" fmla="*/ 19 w 153"/>
              <a:gd name="GluePoint47Y" fmla="*/ 68 h 232"/>
              <a:gd name="GluePoint48X" fmla="*/ 15 w 153"/>
              <a:gd name="GluePoint48Y" fmla="*/ 75 h 232"/>
              <a:gd name="GluePoint49X" fmla="*/ 26 w 153"/>
              <a:gd name="GluePoint49Y" fmla="*/ 135 h 232"/>
              <a:gd name="GluePoint50X" fmla="*/ 34 w 153"/>
              <a:gd name="GluePoint50Y" fmla="*/ 140 h 232"/>
              <a:gd name="GluePoint51X" fmla="*/ 43 w 153"/>
              <a:gd name="GluePoint51Y" fmla="*/ 141 h 232"/>
              <a:gd name="GluePoint52X" fmla="*/ 44 w 153"/>
              <a:gd name="GluePoint52Y" fmla="*/ 132 h 232"/>
              <a:gd name="GluePoint53X" fmla="*/ 34 w 153"/>
              <a:gd name="GluePoint53Y" fmla="*/ 130 h 232"/>
              <a:gd name="GluePoint54X" fmla="*/ 30 w 153"/>
              <a:gd name="GluePoint54Y" fmla="*/ 121 h 232"/>
              <a:gd name="GluePoint55X" fmla="*/ 36 w 153"/>
              <a:gd name="GluePoint55Y" fmla="*/ 112 h 232"/>
              <a:gd name="GluePoint56X" fmla="*/ 34 w 153"/>
              <a:gd name="GluePoint56Y" fmla="*/ 103 h 232"/>
              <a:gd name="GluePoint57X" fmla="*/ 26 w 153"/>
              <a:gd name="GluePoint57Y" fmla="*/ 109 h 232"/>
              <a:gd name="GluePoint58X" fmla="*/ 22 w 153"/>
              <a:gd name="GluePoint58Y" fmla="*/ 119 h 232"/>
              <a:gd name="GluePoint59X" fmla="*/ 110 w 153"/>
              <a:gd name="GluePoint59Y" fmla="*/ 122 h 232"/>
              <a:gd name="GluePoint60X" fmla="*/ 42 w 153"/>
              <a:gd name="GluePoint60Y" fmla="*/ 172 h 232"/>
              <a:gd name="GluePoint61X" fmla="*/ 73 w 153"/>
              <a:gd name="GluePoint61Y" fmla="*/ 232 h 232"/>
              <a:gd name="GluePoint62X" fmla="*/ 137 w 153"/>
              <a:gd name="GluePoint62Y" fmla="*/ 163 h 232"/>
              <a:gd name="GluePoint63X" fmla="*/ 108 w 153"/>
              <a:gd name="GluePoint63Y" fmla="*/ 204 h 232"/>
            </a:gdLst>
            <a:ahLst/>
            <a:cxnLst/>
            <a:rect l="textAreaLeft" t="textAreaTop" r="textAreaRight" b="textAreaBottom"/>
            <a:pathLst>
              <a:path w="153" h="232">
                <a:moveTo>
                  <a:pt x="73" y="39"/>
                </a:moveTo>
                <a:lnTo>
                  <a:pt x="75" y="38"/>
                </a:lnTo>
                <a:lnTo>
                  <a:pt x="78" y="37"/>
                </a:lnTo>
                <a:lnTo>
                  <a:pt x="82" y="36"/>
                </a:lnTo>
                <a:lnTo>
                  <a:pt x="85" y="34"/>
                </a:lnTo>
                <a:lnTo>
                  <a:pt x="86" y="33"/>
                </a:lnTo>
                <a:lnTo>
                  <a:pt x="87" y="31"/>
                </a:lnTo>
                <a:lnTo>
                  <a:pt x="89" y="29"/>
                </a:lnTo>
                <a:lnTo>
                  <a:pt x="90" y="28"/>
                </a:lnTo>
                <a:lnTo>
                  <a:pt x="90" y="26"/>
                </a:lnTo>
                <a:lnTo>
                  <a:pt x="91" y="24"/>
                </a:lnTo>
                <a:lnTo>
                  <a:pt x="91" y="21"/>
                </a:lnTo>
                <a:lnTo>
                  <a:pt x="91" y="18"/>
                </a:lnTo>
                <a:lnTo>
                  <a:pt x="90" y="16"/>
                </a:lnTo>
                <a:lnTo>
                  <a:pt x="90" y="13"/>
                </a:lnTo>
                <a:lnTo>
                  <a:pt x="90" y="12"/>
                </a:lnTo>
                <a:lnTo>
                  <a:pt x="89" y="9"/>
                </a:lnTo>
                <a:lnTo>
                  <a:pt x="87" y="8"/>
                </a:lnTo>
                <a:lnTo>
                  <a:pt x="86" y="6"/>
                </a:lnTo>
                <a:lnTo>
                  <a:pt x="86" y="5"/>
                </a:lnTo>
                <a:lnTo>
                  <a:pt x="84" y="4"/>
                </a:lnTo>
                <a:lnTo>
                  <a:pt x="82" y="3"/>
                </a:lnTo>
                <a:lnTo>
                  <a:pt x="81" y="2"/>
                </a:lnTo>
                <a:lnTo>
                  <a:pt x="80" y="1"/>
                </a:lnTo>
                <a:lnTo>
                  <a:pt x="78" y="0"/>
                </a:lnTo>
                <a:lnTo>
                  <a:pt x="74" y="0"/>
                </a:lnTo>
                <a:lnTo>
                  <a:pt x="69" y="0"/>
                </a:lnTo>
                <a:lnTo>
                  <a:pt x="66" y="0"/>
                </a:lnTo>
                <a:lnTo>
                  <a:pt x="62" y="1"/>
                </a:lnTo>
                <a:lnTo>
                  <a:pt x="58" y="4"/>
                </a:lnTo>
                <a:lnTo>
                  <a:pt x="54" y="5"/>
                </a:lnTo>
                <a:lnTo>
                  <a:pt x="51" y="8"/>
                </a:lnTo>
                <a:lnTo>
                  <a:pt x="49" y="10"/>
                </a:lnTo>
                <a:lnTo>
                  <a:pt x="43" y="16"/>
                </a:lnTo>
                <a:lnTo>
                  <a:pt x="38" y="22"/>
                </a:lnTo>
                <a:lnTo>
                  <a:pt x="32" y="28"/>
                </a:lnTo>
                <a:lnTo>
                  <a:pt x="26" y="35"/>
                </a:lnTo>
                <a:lnTo>
                  <a:pt x="25" y="36"/>
                </a:lnTo>
                <a:lnTo>
                  <a:pt x="23" y="36"/>
                </a:lnTo>
                <a:lnTo>
                  <a:pt x="21" y="38"/>
                </a:lnTo>
                <a:lnTo>
                  <a:pt x="18" y="38"/>
                </a:lnTo>
                <a:lnTo>
                  <a:pt x="16" y="38"/>
                </a:lnTo>
                <a:lnTo>
                  <a:pt x="14" y="38"/>
                </a:lnTo>
                <a:lnTo>
                  <a:pt x="12" y="37"/>
                </a:lnTo>
                <a:lnTo>
                  <a:pt x="10" y="36"/>
                </a:lnTo>
                <a:lnTo>
                  <a:pt x="10" y="36"/>
                </a:lnTo>
                <a:lnTo>
                  <a:pt x="9" y="34"/>
                </a:lnTo>
                <a:lnTo>
                  <a:pt x="8" y="32"/>
                </a:lnTo>
                <a:lnTo>
                  <a:pt x="7" y="30"/>
                </a:lnTo>
                <a:lnTo>
                  <a:pt x="7" y="27"/>
                </a:lnTo>
                <a:lnTo>
                  <a:pt x="8" y="24"/>
                </a:lnTo>
                <a:lnTo>
                  <a:pt x="9" y="22"/>
                </a:lnTo>
                <a:lnTo>
                  <a:pt x="10" y="20"/>
                </a:lnTo>
                <a:lnTo>
                  <a:pt x="12" y="19"/>
                </a:lnTo>
                <a:lnTo>
                  <a:pt x="14" y="18"/>
                </a:lnTo>
                <a:lnTo>
                  <a:pt x="18" y="17"/>
                </a:lnTo>
                <a:lnTo>
                  <a:pt x="22" y="16"/>
                </a:lnTo>
                <a:lnTo>
                  <a:pt x="21" y="8"/>
                </a:lnTo>
                <a:lnTo>
                  <a:pt x="18" y="8"/>
                </a:lnTo>
                <a:lnTo>
                  <a:pt x="15" y="9"/>
                </a:lnTo>
                <a:lnTo>
                  <a:pt x="12" y="10"/>
                </a:lnTo>
                <a:lnTo>
                  <a:pt x="8" y="12"/>
                </a:lnTo>
                <a:lnTo>
                  <a:pt x="6" y="13"/>
                </a:lnTo>
                <a:lnTo>
                  <a:pt x="5" y="15"/>
                </a:lnTo>
                <a:lnTo>
                  <a:pt x="3" y="16"/>
                </a:lnTo>
                <a:lnTo>
                  <a:pt x="2" y="19"/>
                </a:lnTo>
                <a:lnTo>
                  <a:pt x="1" y="21"/>
                </a:lnTo>
                <a:lnTo>
                  <a:pt x="1" y="24"/>
                </a:lnTo>
                <a:lnTo>
                  <a:pt x="0" y="28"/>
                </a:lnTo>
                <a:lnTo>
                  <a:pt x="1" y="31"/>
                </a:lnTo>
                <a:lnTo>
                  <a:pt x="1" y="33"/>
                </a:lnTo>
                <a:lnTo>
                  <a:pt x="1" y="35"/>
                </a:lnTo>
                <a:lnTo>
                  <a:pt x="2" y="37"/>
                </a:lnTo>
                <a:lnTo>
                  <a:pt x="3" y="39"/>
                </a:lnTo>
                <a:lnTo>
                  <a:pt x="4" y="40"/>
                </a:lnTo>
                <a:lnTo>
                  <a:pt x="6" y="42"/>
                </a:lnTo>
                <a:lnTo>
                  <a:pt x="6" y="43"/>
                </a:lnTo>
                <a:lnTo>
                  <a:pt x="8" y="44"/>
                </a:lnTo>
                <a:lnTo>
                  <a:pt x="11" y="46"/>
                </a:lnTo>
                <a:lnTo>
                  <a:pt x="14" y="46"/>
                </a:lnTo>
                <a:lnTo>
                  <a:pt x="17" y="47"/>
                </a:lnTo>
                <a:lnTo>
                  <a:pt x="19" y="47"/>
                </a:lnTo>
                <a:lnTo>
                  <a:pt x="22" y="46"/>
                </a:lnTo>
                <a:lnTo>
                  <a:pt x="26" y="46"/>
                </a:lnTo>
                <a:lnTo>
                  <a:pt x="28" y="45"/>
                </a:lnTo>
                <a:lnTo>
                  <a:pt x="30" y="44"/>
                </a:lnTo>
                <a:lnTo>
                  <a:pt x="32" y="42"/>
                </a:lnTo>
                <a:lnTo>
                  <a:pt x="34" y="40"/>
                </a:lnTo>
                <a:lnTo>
                  <a:pt x="36" y="36"/>
                </a:lnTo>
                <a:lnTo>
                  <a:pt x="39" y="33"/>
                </a:lnTo>
                <a:lnTo>
                  <a:pt x="45" y="25"/>
                </a:lnTo>
                <a:lnTo>
                  <a:pt x="52" y="18"/>
                </a:lnTo>
                <a:lnTo>
                  <a:pt x="55" y="14"/>
                </a:lnTo>
                <a:lnTo>
                  <a:pt x="59" y="12"/>
                </a:lnTo>
                <a:lnTo>
                  <a:pt x="62" y="9"/>
                </a:lnTo>
                <a:lnTo>
                  <a:pt x="66" y="8"/>
                </a:lnTo>
                <a:lnTo>
                  <a:pt x="68" y="7"/>
                </a:lnTo>
                <a:lnTo>
                  <a:pt x="70" y="7"/>
                </a:lnTo>
                <a:lnTo>
                  <a:pt x="71" y="7"/>
                </a:lnTo>
                <a:lnTo>
                  <a:pt x="74" y="7"/>
                </a:lnTo>
                <a:lnTo>
                  <a:pt x="75" y="8"/>
                </a:lnTo>
                <a:lnTo>
                  <a:pt x="77" y="9"/>
                </a:lnTo>
                <a:lnTo>
                  <a:pt x="78" y="10"/>
                </a:lnTo>
                <a:lnTo>
                  <a:pt x="80" y="12"/>
                </a:lnTo>
                <a:lnTo>
                  <a:pt x="82" y="13"/>
                </a:lnTo>
                <a:lnTo>
                  <a:pt x="82" y="15"/>
                </a:lnTo>
                <a:lnTo>
                  <a:pt x="83" y="17"/>
                </a:lnTo>
                <a:lnTo>
                  <a:pt x="84" y="20"/>
                </a:lnTo>
                <a:lnTo>
                  <a:pt x="84" y="21"/>
                </a:lnTo>
                <a:lnTo>
                  <a:pt x="83" y="23"/>
                </a:lnTo>
                <a:lnTo>
                  <a:pt x="83" y="24"/>
                </a:lnTo>
                <a:lnTo>
                  <a:pt x="82" y="25"/>
                </a:lnTo>
                <a:lnTo>
                  <a:pt x="81" y="27"/>
                </a:lnTo>
                <a:lnTo>
                  <a:pt x="79" y="28"/>
                </a:lnTo>
                <a:lnTo>
                  <a:pt x="77" y="29"/>
                </a:lnTo>
                <a:lnTo>
                  <a:pt x="75" y="29"/>
                </a:lnTo>
                <a:lnTo>
                  <a:pt x="73" y="29"/>
                </a:lnTo>
                <a:lnTo>
                  <a:pt x="71" y="30"/>
                </a:lnTo>
                <a:lnTo>
                  <a:pt x="73" y="39"/>
                </a:lnTo>
                <a:lnTo>
                  <a:pt x="73" y="39"/>
                </a:lnTo>
                <a:close/>
                <a:moveTo>
                  <a:pt x="9" y="78"/>
                </a:moveTo>
                <a:lnTo>
                  <a:pt x="8" y="76"/>
                </a:lnTo>
                <a:lnTo>
                  <a:pt x="8" y="73"/>
                </a:lnTo>
                <a:lnTo>
                  <a:pt x="9" y="72"/>
                </a:lnTo>
                <a:lnTo>
                  <a:pt x="9" y="69"/>
                </a:lnTo>
                <a:lnTo>
                  <a:pt x="10" y="68"/>
                </a:lnTo>
                <a:lnTo>
                  <a:pt x="11" y="66"/>
                </a:lnTo>
                <a:lnTo>
                  <a:pt x="13" y="64"/>
                </a:lnTo>
                <a:lnTo>
                  <a:pt x="14" y="63"/>
                </a:lnTo>
                <a:lnTo>
                  <a:pt x="17" y="60"/>
                </a:lnTo>
                <a:lnTo>
                  <a:pt x="20" y="58"/>
                </a:lnTo>
                <a:lnTo>
                  <a:pt x="23" y="56"/>
                </a:lnTo>
                <a:lnTo>
                  <a:pt x="27" y="55"/>
                </a:lnTo>
                <a:lnTo>
                  <a:pt x="31" y="53"/>
                </a:lnTo>
                <a:lnTo>
                  <a:pt x="36" y="52"/>
                </a:lnTo>
                <a:lnTo>
                  <a:pt x="40" y="50"/>
                </a:lnTo>
                <a:lnTo>
                  <a:pt x="45" y="48"/>
                </a:lnTo>
                <a:lnTo>
                  <a:pt x="54" y="47"/>
                </a:lnTo>
                <a:lnTo>
                  <a:pt x="63" y="45"/>
                </a:lnTo>
                <a:lnTo>
                  <a:pt x="71" y="44"/>
                </a:lnTo>
                <a:lnTo>
                  <a:pt x="78" y="44"/>
                </a:lnTo>
                <a:lnTo>
                  <a:pt x="82" y="44"/>
                </a:lnTo>
                <a:lnTo>
                  <a:pt x="86" y="44"/>
                </a:lnTo>
                <a:lnTo>
                  <a:pt x="89" y="46"/>
                </a:lnTo>
                <a:lnTo>
                  <a:pt x="91" y="47"/>
                </a:lnTo>
                <a:lnTo>
                  <a:pt x="94" y="49"/>
                </a:lnTo>
                <a:lnTo>
                  <a:pt x="95" y="52"/>
                </a:lnTo>
                <a:lnTo>
                  <a:pt x="97" y="52"/>
                </a:lnTo>
                <a:lnTo>
                  <a:pt x="97" y="54"/>
                </a:lnTo>
                <a:lnTo>
                  <a:pt x="98" y="56"/>
                </a:lnTo>
                <a:lnTo>
                  <a:pt x="98" y="57"/>
                </a:lnTo>
                <a:lnTo>
                  <a:pt x="98" y="60"/>
                </a:lnTo>
                <a:lnTo>
                  <a:pt x="98" y="63"/>
                </a:lnTo>
                <a:lnTo>
                  <a:pt x="98" y="64"/>
                </a:lnTo>
                <a:lnTo>
                  <a:pt x="98" y="67"/>
                </a:lnTo>
                <a:lnTo>
                  <a:pt x="97" y="68"/>
                </a:lnTo>
                <a:lnTo>
                  <a:pt x="95" y="70"/>
                </a:lnTo>
                <a:lnTo>
                  <a:pt x="94" y="72"/>
                </a:lnTo>
                <a:lnTo>
                  <a:pt x="92" y="74"/>
                </a:lnTo>
                <a:lnTo>
                  <a:pt x="90" y="76"/>
                </a:lnTo>
                <a:lnTo>
                  <a:pt x="86" y="77"/>
                </a:lnTo>
                <a:lnTo>
                  <a:pt x="82" y="80"/>
                </a:lnTo>
                <a:lnTo>
                  <a:pt x="78" y="81"/>
                </a:lnTo>
                <a:lnTo>
                  <a:pt x="73" y="84"/>
                </a:lnTo>
                <a:lnTo>
                  <a:pt x="68" y="85"/>
                </a:lnTo>
                <a:lnTo>
                  <a:pt x="63" y="87"/>
                </a:lnTo>
                <a:lnTo>
                  <a:pt x="58" y="88"/>
                </a:lnTo>
                <a:lnTo>
                  <a:pt x="53" y="88"/>
                </a:lnTo>
                <a:lnTo>
                  <a:pt x="48" y="90"/>
                </a:lnTo>
                <a:lnTo>
                  <a:pt x="42" y="90"/>
                </a:lnTo>
                <a:lnTo>
                  <a:pt x="37" y="91"/>
                </a:lnTo>
                <a:lnTo>
                  <a:pt x="32" y="92"/>
                </a:lnTo>
                <a:lnTo>
                  <a:pt x="26" y="92"/>
                </a:lnTo>
                <a:lnTo>
                  <a:pt x="22" y="92"/>
                </a:lnTo>
                <a:lnTo>
                  <a:pt x="20" y="91"/>
                </a:lnTo>
                <a:lnTo>
                  <a:pt x="18" y="90"/>
                </a:lnTo>
                <a:lnTo>
                  <a:pt x="15" y="89"/>
                </a:lnTo>
                <a:lnTo>
                  <a:pt x="14" y="88"/>
                </a:lnTo>
                <a:lnTo>
                  <a:pt x="12" y="87"/>
                </a:lnTo>
                <a:lnTo>
                  <a:pt x="11" y="84"/>
                </a:lnTo>
                <a:lnTo>
                  <a:pt x="10" y="83"/>
                </a:lnTo>
                <a:lnTo>
                  <a:pt x="10" y="81"/>
                </a:lnTo>
                <a:lnTo>
                  <a:pt x="9" y="78"/>
                </a:lnTo>
                <a:lnTo>
                  <a:pt x="9" y="78"/>
                </a:lnTo>
                <a:close/>
                <a:moveTo>
                  <a:pt x="16" y="76"/>
                </a:moveTo>
                <a:lnTo>
                  <a:pt x="16" y="78"/>
                </a:lnTo>
                <a:lnTo>
                  <a:pt x="18" y="80"/>
                </a:lnTo>
                <a:lnTo>
                  <a:pt x="18" y="80"/>
                </a:lnTo>
                <a:lnTo>
                  <a:pt x="19" y="81"/>
                </a:lnTo>
                <a:lnTo>
                  <a:pt x="21" y="82"/>
                </a:lnTo>
                <a:lnTo>
                  <a:pt x="22" y="83"/>
                </a:lnTo>
                <a:lnTo>
                  <a:pt x="24" y="83"/>
                </a:lnTo>
                <a:lnTo>
                  <a:pt x="26" y="84"/>
                </a:lnTo>
                <a:lnTo>
                  <a:pt x="28" y="84"/>
                </a:lnTo>
                <a:lnTo>
                  <a:pt x="31" y="84"/>
                </a:lnTo>
                <a:lnTo>
                  <a:pt x="36" y="83"/>
                </a:lnTo>
                <a:lnTo>
                  <a:pt x="43" y="82"/>
                </a:lnTo>
                <a:lnTo>
                  <a:pt x="50" y="80"/>
                </a:lnTo>
                <a:lnTo>
                  <a:pt x="56" y="80"/>
                </a:lnTo>
                <a:lnTo>
                  <a:pt x="62" y="77"/>
                </a:lnTo>
                <a:lnTo>
                  <a:pt x="69" y="76"/>
                </a:lnTo>
                <a:lnTo>
                  <a:pt x="74" y="74"/>
                </a:lnTo>
                <a:lnTo>
                  <a:pt x="79" y="72"/>
                </a:lnTo>
                <a:lnTo>
                  <a:pt x="82" y="71"/>
                </a:lnTo>
                <a:lnTo>
                  <a:pt x="84" y="70"/>
                </a:lnTo>
                <a:lnTo>
                  <a:pt x="86" y="68"/>
                </a:lnTo>
                <a:lnTo>
                  <a:pt x="87" y="68"/>
                </a:lnTo>
                <a:lnTo>
                  <a:pt x="88" y="66"/>
                </a:lnTo>
                <a:lnTo>
                  <a:pt x="90" y="64"/>
                </a:lnTo>
                <a:lnTo>
                  <a:pt x="90" y="64"/>
                </a:lnTo>
                <a:lnTo>
                  <a:pt x="90" y="63"/>
                </a:lnTo>
                <a:lnTo>
                  <a:pt x="91" y="60"/>
                </a:lnTo>
                <a:lnTo>
                  <a:pt x="91" y="59"/>
                </a:lnTo>
                <a:lnTo>
                  <a:pt x="90" y="57"/>
                </a:lnTo>
                <a:lnTo>
                  <a:pt x="89" y="56"/>
                </a:lnTo>
                <a:lnTo>
                  <a:pt x="88" y="56"/>
                </a:lnTo>
                <a:lnTo>
                  <a:pt x="87" y="55"/>
                </a:lnTo>
                <a:lnTo>
                  <a:pt x="86" y="54"/>
                </a:lnTo>
                <a:lnTo>
                  <a:pt x="84" y="53"/>
                </a:lnTo>
                <a:lnTo>
                  <a:pt x="82" y="52"/>
                </a:lnTo>
                <a:lnTo>
                  <a:pt x="80" y="52"/>
                </a:lnTo>
                <a:lnTo>
                  <a:pt x="78" y="52"/>
                </a:lnTo>
                <a:lnTo>
                  <a:pt x="75" y="52"/>
                </a:lnTo>
                <a:lnTo>
                  <a:pt x="70" y="52"/>
                </a:lnTo>
                <a:lnTo>
                  <a:pt x="64" y="53"/>
                </a:lnTo>
                <a:lnTo>
                  <a:pt x="58" y="55"/>
                </a:lnTo>
                <a:lnTo>
                  <a:pt x="50" y="56"/>
                </a:lnTo>
                <a:lnTo>
                  <a:pt x="44" y="58"/>
                </a:lnTo>
                <a:lnTo>
                  <a:pt x="38" y="60"/>
                </a:lnTo>
                <a:lnTo>
                  <a:pt x="32" y="61"/>
                </a:lnTo>
                <a:lnTo>
                  <a:pt x="27" y="64"/>
                </a:lnTo>
                <a:lnTo>
                  <a:pt x="25" y="64"/>
                </a:lnTo>
                <a:lnTo>
                  <a:pt x="22" y="66"/>
                </a:lnTo>
                <a:lnTo>
                  <a:pt x="21" y="67"/>
                </a:lnTo>
                <a:lnTo>
                  <a:pt x="19" y="68"/>
                </a:lnTo>
                <a:lnTo>
                  <a:pt x="18" y="70"/>
                </a:lnTo>
                <a:lnTo>
                  <a:pt x="17" y="71"/>
                </a:lnTo>
                <a:lnTo>
                  <a:pt x="17" y="72"/>
                </a:lnTo>
                <a:lnTo>
                  <a:pt x="16" y="74"/>
                </a:lnTo>
                <a:lnTo>
                  <a:pt x="15" y="75"/>
                </a:lnTo>
                <a:lnTo>
                  <a:pt x="16" y="76"/>
                </a:lnTo>
                <a:lnTo>
                  <a:pt x="16" y="76"/>
                </a:lnTo>
                <a:close/>
                <a:moveTo>
                  <a:pt x="23" y="128"/>
                </a:moveTo>
                <a:lnTo>
                  <a:pt x="25" y="132"/>
                </a:lnTo>
                <a:lnTo>
                  <a:pt x="26" y="135"/>
                </a:lnTo>
                <a:lnTo>
                  <a:pt x="27" y="136"/>
                </a:lnTo>
                <a:lnTo>
                  <a:pt x="29" y="137"/>
                </a:lnTo>
                <a:lnTo>
                  <a:pt x="30" y="139"/>
                </a:lnTo>
                <a:lnTo>
                  <a:pt x="32" y="140"/>
                </a:lnTo>
                <a:lnTo>
                  <a:pt x="34" y="140"/>
                </a:lnTo>
                <a:lnTo>
                  <a:pt x="35" y="140"/>
                </a:lnTo>
                <a:lnTo>
                  <a:pt x="37" y="141"/>
                </a:lnTo>
                <a:lnTo>
                  <a:pt x="39" y="141"/>
                </a:lnTo>
                <a:lnTo>
                  <a:pt x="41" y="141"/>
                </a:lnTo>
                <a:lnTo>
                  <a:pt x="43" y="141"/>
                </a:lnTo>
                <a:lnTo>
                  <a:pt x="45" y="140"/>
                </a:lnTo>
                <a:lnTo>
                  <a:pt x="47" y="140"/>
                </a:lnTo>
                <a:lnTo>
                  <a:pt x="115" y="116"/>
                </a:lnTo>
                <a:lnTo>
                  <a:pt x="112" y="108"/>
                </a:lnTo>
                <a:lnTo>
                  <a:pt x="44" y="132"/>
                </a:lnTo>
                <a:lnTo>
                  <a:pt x="42" y="132"/>
                </a:lnTo>
                <a:lnTo>
                  <a:pt x="39" y="132"/>
                </a:lnTo>
                <a:lnTo>
                  <a:pt x="38" y="132"/>
                </a:lnTo>
                <a:lnTo>
                  <a:pt x="36" y="132"/>
                </a:lnTo>
                <a:lnTo>
                  <a:pt x="34" y="130"/>
                </a:lnTo>
                <a:lnTo>
                  <a:pt x="32" y="129"/>
                </a:lnTo>
                <a:lnTo>
                  <a:pt x="31" y="128"/>
                </a:lnTo>
                <a:lnTo>
                  <a:pt x="30" y="125"/>
                </a:lnTo>
                <a:lnTo>
                  <a:pt x="30" y="124"/>
                </a:lnTo>
                <a:lnTo>
                  <a:pt x="30" y="121"/>
                </a:lnTo>
                <a:lnTo>
                  <a:pt x="30" y="119"/>
                </a:lnTo>
                <a:lnTo>
                  <a:pt x="31" y="116"/>
                </a:lnTo>
                <a:lnTo>
                  <a:pt x="32" y="115"/>
                </a:lnTo>
                <a:lnTo>
                  <a:pt x="34" y="112"/>
                </a:lnTo>
                <a:lnTo>
                  <a:pt x="36" y="112"/>
                </a:lnTo>
                <a:lnTo>
                  <a:pt x="38" y="110"/>
                </a:lnTo>
                <a:lnTo>
                  <a:pt x="105" y="88"/>
                </a:lnTo>
                <a:lnTo>
                  <a:pt x="103" y="80"/>
                </a:lnTo>
                <a:lnTo>
                  <a:pt x="36" y="102"/>
                </a:lnTo>
                <a:lnTo>
                  <a:pt x="34" y="103"/>
                </a:lnTo>
                <a:lnTo>
                  <a:pt x="32" y="104"/>
                </a:lnTo>
                <a:lnTo>
                  <a:pt x="30" y="105"/>
                </a:lnTo>
                <a:lnTo>
                  <a:pt x="29" y="107"/>
                </a:lnTo>
                <a:lnTo>
                  <a:pt x="27" y="108"/>
                </a:lnTo>
                <a:lnTo>
                  <a:pt x="26" y="109"/>
                </a:lnTo>
                <a:lnTo>
                  <a:pt x="25" y="112"/>
                </a:lnTo>
                <a:lnTo>
                  <a:pt x="24" y="113"/>
                </a:lnTo>
                <a:lnTo>
                  <a:pt x="23" y="115"/>
                </a:lnTo>
                <a:lnTo>
                  <a:pt x="22" y="117"/>
                </a:lnTo>
                <a:lnTo>
                  <a:pt x="22" y="119"/>
                </a:lnTo>
                <a:lnTo>
                  <a:pt x="22" y="120"/>
                </a:lnTo>
                <a:lnTo>
                  <a:pt x="22" y="124"/>
                </a:lnTo>
                <a:lnTo>
                  <a:pt x="23" y="128"/>
                </a:lnTo>
                <a:lnTo>
                  <a:pt x="23" y="128"/>
                </a:lnTo>
                <a:close/>
                <a:moveTo>
                  <a:pt x="110" y="122"/>
                </a:moveTo>
                <a:lnTo>
                  <a:pt x="116" y="119"/>
                </a:lnTo>
                <a:lnTo>
                  <a:pt x="130" y="151"/>
                </a:lnTo>
                <a:lnTo>
                  <a:pt x="123" y="153"/>
                </a:lnTo>
                <a:lnTo>
                  <a:pt x="118" y="141"/>
                </a:lnTo>
                <a:lnTo>
                  <a:pt x="42" y="172"/>
                </a:lnTo>
                <a:lnTo>
                  <a:pt x="38" y="164"/>
                </a:lnTo>
                <a:lnTo>
                  <a:pt x="114" y="133"/>
                </a:lnTo>
                <a:lnTo>
                  <a:pt x="110" y="122"/>
                </a:lnTo>
                <a:lnTo>
                  <a:pt x="110" y="122"/>
                </a:lnTo>
                <a:close/>
                <a:moveTo>
                  <a:pt x="73" y="232"/>
                </a:moveTo>
                <a:lnTo>
                  <a:pt x="153" y="190"/>
                </a:lnTo>
                <a:lnTo>
                  <a:pt x="149" y="183"/>
                </a:lnTo>
                <a:lnTo>
                  <a:pt x="115" y="200"/>
                </a:lnTo>
                <a:lnTo>
                  <a:pt x="103" y="177"/>
                </a:lnTo>
                <a:lnTo>
                  <a:pt x="137" y="163"/>
                </a:lnTo>
                <a:lnTo>
                  <a:pt x="133" y="155"/>
                </a:lnTo>
                <a:lnTo>
                  <a:pt x="50" y="192"/>
                </a:lnTo>
                <a:lnTo>
                  <a:pt x="54" y="200"/>
                </a:lnTo>
                <a:lnTo>
                  <a:pt x="95" y="180"/>
                </a:lnTo>
                <a:lnTo>
                  <a:pt x="108" y="204"/>
                </a:lnTo>
                <a:lnTo>
                  <a:pt x="69" y="225"/>
                </a:lnTo>
                <a:lnTo>
                  <a:pt x="73" y="2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71" name="iṩ1íḋé">
            <a:extLst>
              <a:ext uri="{FF2B5EF4-FFF2-40B4-BE49-F238E27FC236}">
                <a16:creationId xmlns:a16="http://schemas.microsoft.com/office/drawing/2014/main" id="{66934071-CEF8-4E79-8D1C-1F62BCDAE2C0}"/>
              </a:ext>
            </a:extLst>
          </p:cNvPr>
          <p:cNvSpPr>
            <a:spLocks noGrp="1"/>
          </p:cNvSpPr>
          <p:nvPr/>
        </p:nvSpPr>
        <p:spPr>
          <a:xfrm>
            <a:off x="824760" y="883080"/>
            <a:ext cx="83160" cy="83880"/>
          </a:xfrm>
          <a:custGeom>
            <a:avLst/>
            <a:gdLst>
              <a:gd name="textAreaLeft" fmla="*/ 0 w 83160"/>
              <a:gd name="textAreaRight" fmla="*/ 83520 w 83160"/>
              <a:gd name="textAreaTop" fmla="*/ 0 h 83880"/>
              <a:gd name="textAreaBottom" fmla="*/ 84240 h 83880"/>
              <a:gd name="GluePoint1X" fmla="*/ 20 w 191"/>
              <a:gd name="GluePoint1Y" fmla="*/ 59 h 193"/>
              <a:gd name="GluePoint2X" fmla="*/ 13 w 191"/>
              <a:gd name="GluePoint2Y" fmla="*/ 60 h 193"/>
              <a:gd name="GluePoint3X" fmla="*/ 9 w 191"/>
              <a:gd name="GluePoint3Y" fmla="*/ 56 h 193"/>
              <a:gd name="GluePoint4X" fmla="*/ 8 w 191"/>
              <a:gd name="GluePoint4Y" fmla="*/ 50 h 193"/>
              <a:gd name="GluePoint5X" fmla="*/ 10 w 191"/>
              <a:gd name="GluePoint5Y" fmla="*/ 45 h 193"/>
              <a:gd name="GluePoint6X" fmla="*/ 14 w 191"/>
              <a:gd name="GluePoint6Y" fmla="*/ 39 h 193"/>
              <a:gd name="GluePoint7X" fmla="*/ 24 w 191"/>
              <a:gd name="GluePoint7Y" fmla="*/ 30 h 193"/>
              <a:gd name="GluePoint8X" fmla="*/ 38 w 191"/>
              <a:gd name="GluePoint8Y" fmla="*/ 19 h 193"/>
              <a:gd name="GluePoint9X" fmla="*/ 52 w 191"/>
              <a:gd name="GluePoint9Y" fmla="*/ 12 h 193"/>
              <a:gd name="GluePoint10X" fmla="*/ 60 w 191"/>
              <a:gd name="GluePoint10Y" fmla="*/ 10 h 193"/>
              <a:gd name="GluePoint11X" fmla="*/ 65 w 191"/>
              <a:gd name="GluePoint11Y" fmla="*/ 10 h 193"/>
              <a:gd name="GluePoint12X" fmla="*/ 69 w 191"/>
              <a:gd name="GluePoint12Y" fmla="*/ 12 h 193"/>
              <a:gd name="GluePoint13X" fmla="*/ 71 w 191"/>
              <a:gd name="GluePoint13Y" fmla="*/ 18 h 193"/>
              <a:gd name="GluePoint14X" fmla="*/ 69 w 191"/>
              <a:gd name="GluePoint14Y" fmla="*/ 24 h 193"/>
              <a:gd name="GluePoint15X" fmla="*/ 61 w 191"/>
              <a:gd name="GluePoint15Y" fmla="*/ 32 h 193"/>
              <a:gd name="GluePoint16X" fmla="*/ 69 w 191"/>
              <a:gd name="GluePoint16Y" fmla="*/ 36 h 193"/>
              <a:gd name="GluePoint17X" fmla="*/ 75 w 191"/>
              <a:gd name="GluePoint17Y" fmla="*/ 31 h 193"/>
              <a:gd name="GluePoint18X" fmla="*/ 77 w 191"/>
              <a:gd name="GluePoint18Y" fmla="*/ 25 h 193"/>
              <a:gd name="GluePoint19X" fmla="*/ 79 w 191"/>
              <a:gd name="GluePoint19Y" fmla="*/ 19 h 193"/>
              <a:gd name="GluePoint20X" fmla="*/ 78 w 191"/>
              <a:gd name="GluePoint20Y" fmla="*/ 13 h 193"/>
              <a:gd name="GluePoint21X" fmla="*/ 75 w 191"/>
              <a:gd name="GluePoint21Y" fmla="*/ 7 h 193"/>
              <a:gd name="GluePoint22X" fmla="*/ 71 w 191"/>
              <a:gd name="GluePoint22Y" fmla="*/ 3 h 193"/>
              <a:gd name="GluePoint23X" fmla="*/ 64 w 191"/>
              <a:gd name="GluePoint23Y" fmla="*/ 0 h 193"/>
              <a:gd name="GluePoint24X" fmla="*/ 55 w 191"/>
              <a:gd name="GluePoint24Y" fmla="*/ 2 h 193"/>
              <a:gd name="GluePoint25X" fmla="*/ 42 w 191"/>
              <a:gd name="GluePoint25Y" fmla="*/ 7 h 193"/>
              <a:gd name="GluePoint26X" fmla="*/ 29 w 191"/>
              <a:gd name="GluePoint26Y" fmla="*/ 16 h 193"/>
              <a:gd name="GluePoint27X" fmla="*/ 17 w 191"/>
              <a:gd name="GluePoint27Y" fmla="*/ 25 h 193"/>
              <a:gd name="GluePoint28X" fmla="*/ 8 w 191"/>
              <a:gd name="GluePoint28Y" fmla="*/ 35 h 193"/>
              <a:gd name="GluePoint29X" fmla="*/ 2 w 191"/>
              <a:gd name="GluePoint29Y" fmla="*/ 43 h 193"/>
              <a:gd name="GluePoint30X" fmla="*/ 0 w 191"/>
              <a:gd name="GluePoint30Y" fmla="*/ 51 h 193"/>
              <a:gd name="GluePoint31X" fmla="*/ 2 w 191"/>
              <a:gd name="GluePoint31Y" fmla="*/ 58 h 193"/>
              <a:gd name="GluePoint32X" fmla="*/ 5 w 191"/>
              <a:gd name="GluePoint32Y" fmla="*/ 64 h 193"/>
              <a:gd name="GluePoint33X" fmla="*/ 9 w 191"/>
              <a:gd name="GluePoint33Y" fmla="*/ 67 h 193"/>
              <a:gd name="GluePoint34X" fmla="*/ 14 w 191"/>
              <a:gd name="GluePoint34Y" fmla="*/ 69 h 193"/>
              <a:gd name="GluePoint35X" fmla="*/ 20 w 191"/>
              <a:gd name="GluePoint35Y" fmla="*/ 68 h 193"/>
              <a:gd name="GluePoint36X" fmla="*/ 28 w 191"/>
              <a:gd name="GluePoint36Y" fmla="*/ 65 h 193"/>
              <a:gd name="GluePoint37X" fmla="*/ 29 w 191"/>
              <a:gd name="GluePoint37Y" fmla="*/ 55 h 193"/>
              <a:gd name="GluePoint38X" fmla="*/ 43 w 191"/>
              <a:gd name="GluePoint38Y" fmla="*/ 107 h 193"/>
              <a:gd name="GluePoint39X" fmla="*/ 27 w 191"/>
              <a:gd name="GluePoint39Y" fmla="*/ 89 h 193"/>
              <a:gd name="GluePoint40X" fmla="*/ 97 w 191"/>
              <a:gd name="GluePoint40Y" fmla="*/ 33 h 193"/>
              <a:gd name="GluePoint41X" fmla="*/ 110 w 191"/>
              <a:gd name="GluePoint41Y" fmla="*/ 47 h 193"/>
              <a:gd name="GluePoint42X" fmla="*/ 48 w 191"/>
              <a:gd name="GluePoint42Y" fmla="*/ 112 h 193"/>
              <a:gd name="GluePoint43X" fmla="*/ 124 w 191"/>
              <a:gd name="GluePoint43Y" fmla="*/ 60 h 193"/>
              <a:gd name="GluePoint44X" fmla="*/ 64 w 191"/>
              <a:gd name="GluePoint44Y" fmla="*/ 127 h 193"/>
              <a:gd name="GluePoint45X" fmla="*/ 169 w 191"/>
              <a:gd name="GluePoint45Y" fmla="*/ 95 h 193"/>
              <a:gd name="GluePoint46X" fmla="*/ 149 w 191"/>
              <a:gd name="GluePoint46Y" fmla="*/ 82 h 193"/>
              <a:gd name="GluePoint47X" fmla="*/ 82 w 191"/>
              <a:gd name="GluePoint47Y" fmla="*/ 143 h 193"/>
              <a:gd name="GluePoint48X" fmla="*/ 99 w 191"/>
              <a:gd name="GluePoint48Y" fmla="*/ 156 h 193"/>
              <a:gd name="GluePoint49X" fmla="*/ 145 w 191"/>
              <a:gd name="GluePoint49Y" fmla="*/ 188 h 193"/>
              <a:gd name="GluePoint50X" fmla="*/ 182 w 191"/>
              <a:gd name="GluePoint50Y" fmla="*/ 105 h 193"/>
              <a:gd name="GluePoint51X" fmla="*/ 147 w 191"/>
              <a:gd name="GluePoint51Y" fmla="*/ 148 h 193"/>
              <a:gd name="GluePoint52X" fmla="*/ 153 w 191"/>
              <a:gd name="GluePoint52Y" fmla="*/ 143 h 193"/>
            </a:gdLst>
            <a:ahLst/>
            <a:cxnLst/>
            <a:rect l="textAreaLeft" t="textAreaTop" r="textAreaRight" b="textAreaBottom"/>
            <a:pathLst>
              <a:path w="191" h="193">
                <a:moveTo>
                  <a:pt x="29" y="55"/>
                </a:moveTo>
                <a:lnTo>
                  <a:pt x="24" y="57"/>
                </a:lnTo>
                <a:lnTo>
                  <a:pt x="20" y="59"/>
                </a:lnTo>
                <a:lnTo>
                  <a:pt x="17" y="60"/>
                </a:lnTo>
                <a:lnTo>
                  <a:pt x="15" y="60"/>
                </a:lnTo>
                <a:lnTo>
                  <a:pt x="13" y="60"/>
                </a:lnTo>
                <a:lnTo>
                  <a:pt x="12" y="59"/>
                </a:lnTo>
                <a:lnTo>
                  <a:pt x="10" y="58"/>
                </a:lnTo>
                <a:lnTo>
                  <a:pt x="9" y="56"/>
                </a:lnTo>
                <a:lnTo>
                  <a:pt x="8" y="54"/>
                </a:lnTo>
                <a:lnTo>
                  <a:pt x="8" y="51"/>
                </a:lnTo>
                <a:lnTo>
                  <a:pt x="8" y="50"/>
                </a:lnTo>
                <a:lnTo>
                  <a:pt x="8" y="48"/>
                </a:lnTo>
                <a:lnTo>
                  <a:pt x="9" y="47"/>
                </a:lnTo>
                <a:lnTo>
                  <a:pt x="10" y="45"/>
                </a:lnTo>
                <a:lnTo>
                  <a:pt x="11" y="43"/>
                </a:lnTo>
                <a:lnTo>
                  <a:pt x="12" y="42"/>
                </a:lnTo>
                <a:lnTo>
                  <a:pt x="14" y="39"/>
                </a:lnTo>
                <a:lnTo>
                  <a:pt x="16" y="37"/>
                </a:lnTo>
                <a:lnTo>
                  <a:pt x="20" y="33"/>
                </a:lnTo>
                <a:lnTo>
                  <a:pt x="24" y="30"/>
                </a:lnTo>
                <a:lnTo>
                  <a:pt x="28" y="27"/>
                </a:lnTo>
                <a:lnTo>
                  <a:pt x="33" y="23"/>
                </a:lnTo>
                <a:lnTo>
                  <a:pt x="38" y="19"/>
                </a:lnTo>
                <a:lnTo>
                  <a:pt x="43" y="17"/>
                </a:lnTo>
                <a:lnTo>
                  <a:pt x="48" y="15"/>
                </a:lnTo>
                <a:lnTo>
                  <a:pt x="52" y="12"/>
                </a:lnTo>
                <a:lnTo>
                  <a:pt x="56" y="11"/>
                </a:lnTo>
                <a:lnTo>
                  <a:pt x="58" y="10"/>
                </a:lnTo>
                <a:lnTo>
                  <a:pt x="60" y="10"/>
                </a:lnTo>
                <a:lnTo>
                  <a:pt x="61" y="9"/>
                </a:lnTo>
                <a:lnTo>
                  <a:pt x="64" y="9"/>
                </a:lnTo>
                <a:lnTo>
                  <a:pt x="65" y="10"/>
                </a:lnTo>
                <a:lnTo>
                  <a:pt x="66" y="10"/>
                </a:lnTo>
                <a:lnTo>
                  <a:pt x="67" y="11"/>
                </a:lnTo>
                <a:lnTo>
                  <a:pt x="69" y="12"/>
                </a:lnTo>
                <a:lnTo>
                  <a:pt x="70" y="14"/>
                </a:lnTo>
                <a:lnTo>
                  <a:pt x="71" y="16"/>
                </a:lnTo>
                <a:lnTo>
                  <a:pt x="71" y="18"/>
                </a:lnTo>
                <a:lnTo>
                  <a:pt x="71" y="19"/>
                </a:lnTo>
                <a:lnTo>
                  <a:pt x="71" y="22"/>
                </a:lnTo>
                <a:lnTo>
                  <a:pt x="69" y="24"/>
                </a:lnTo>
                <a:lnTo>
                  <a:pt x="68" y="27"/>
                </a:lnTo>
                <a:lnTo>
                  <a:pt x="65" y="29"/>
                </a:lnTo>
                <a:lnTo>
                  <a:pt x="61" y="32"/>
                </a:lnTo>
                <a:lnTo>
                  <a:pt x="65" y="39"/>
                </a:lnTo>
                <a:lnTo>
                  <a:pt x="67" y="38"/>
                </a:lnTo>
                <a:lnTo>
                  <a:pt x="69" y="36"/>
                </a:lnTo>
                <a:lnTo>
                  <a:pt x="71" y="35"/>
                </a:lnTo>
                <a:lnTo>
                  <a:pt x="73" y="33"/>
                </a:lnTo>
                <a:lnTo>
                  <a:pt x="75" y="31"/>
                </a:lnTo>
                <a:lnTo>
                  <a:pt x="76" y="29"/>
                </a:lnTo>
                <a:lnTo>
                  <a:pt x="77" y="27"/>
                </a:lnTo>
                <a:lnTo>
                  <a:pt x="77" y="25"/>
                </a:lnTo>
                <a:lnTo>
                  <a:pt x="78" y="23"/>
                </a:lnTo>
                <a:lnTo>
                  <a:pt x="79" y="21"/>
                </a:lnTo>
                <a:lnTo>
                  <a:pt x="79" y="19"/>
                </a:lnTo>
                <a:lnTo>
                  <a:pt x="79" y="17"/>
                </a:lnTo>
                <a:lnTo>
                  <a:pt x="78" y="15"/>
                </a:lnTo>
                <a:lnTo>
                  <a:pt x="78" y="13"/>
                </a:lnTo>
                <a:lnTo>
                  <a:pt x="77" y="11"/>
                </a:lnTo>
                <a:lnTo>
                  <a:pt x="77" y="9"/>
                </a:lnTo>
                <a:lnTo>
                  <a:pt x="75" y="7"/>
                </a:lnTo>
                <a:lnTo>
                  <a:pt x="74" y="5"/>
                </a:lnTo>
                <a:lnTo>
                  <a:pt x="73" y="3"/>
                </a:lnTo>
                <a:lnTo>
                  <a:pt x="71" y="3"/>
                </a:lnTo>
                <a:lnTo>
                  <a:pt x="69" y="1"/>
                </a:lnTo>
                <a:lnTo>
                  <a:pt x="66" y="1"/>
                </a:lnTo>
                <a:lnTo>
                  <a:pt x="64" y="0"/>
                </a:lnTo>
                <a:lnTo>
                  <a:pt x="61" y="0"/>
                </a:lnTo>
                <a:lnTo>
                  <a:pt x="58" y="1"/>
                </a:lnTo>
                <a:lnTo>
                  <a:pt x="55" y="2"/>
                </a:lnTo>
                <a:lnTo>
                  <a:pt x="51" y="3"/>
                </a:lnTo>
                <a:lnTo>
                  <a:pt x="47" y="5"/>
                </a:lnTo>
                <a:lnTo>
                  <a:pt x="42" y="7"/>
                </a:lnTo>
                <a:lnTo>
                  <a:pt x="38" y="10"/>
                </a:lnTo>
                <a:lnTo>
                  <a:pt x="34" y="13"/>
                </a:lnTo>
                <a:lnTo>
                  <a:pt x="29" y="16"/>
                </a:lnTo>
                <a:lnTo>
                  <a:pt x="24" y="19"/>
                </a:lnTo>
                <a:lnTo>
                  <a:pt x="20" y="22"/>
                </a:lnTo>
                <a:lnTo>
                  <a:pt x="17" y="25"/>
                </a:lnTo>
                <a:lnTo>
                  <a:pt x="13" y="29"/>
                </a:lnTo>
                <a:lnTo>
                  <a:pt x="10" y="32"/>
                </a:lnTo>
                <a:lnTo>
                  <a:pt x="8" y="35"/>
                </a:lnTo>
                <a:lnTo>
                  <a:pt x="5" y="38"/>
                </a:lnTo>
                <a:lnTo>
                  <a:pt x="4" y="41"/>
                </a:lnTo>
                <a:lnTo>
                  <a:pt x="2" y="43"/>
                </a:lnTo>
                <a:lnTo>
                  <a:pt x="1" y="46"/>
                </a:lnTo>
                <a:lnTo>
                  <a:pt x="0" y="48"/>
                </a:lnTo>
                <a:lnTo>
                  <a:pt x="0" y="51"/>
                </a:lnTo>
                <a:lnTo>
                  <a:pt x="0" y="53"/>
                </a:lnTo>
                <a:lnTo>
                  <a:pt x="0" y="55"/>
                </a:lnTo>
                <a:lnTo>
                  <a:pt x="2" y="58"/>
                </a:lnTo>
                <a:lnTo>
                  <a:pt x="3" y="60"/>
                </a:lnTo>
                <a:lnTo>
                  <a:pt x="4" y="63"/>
                </a:lnTo>
                <a:lnTo>
                  <a:pt x="5" y="64"/>
                </a:lnTo>
                <a:lnTo>
                  <a:pt x="6" y="66"/>
                </a:lnTo>
                <a:lnTo>
                  <a:pt x="8" y="67"/>
                </a:lnTo>
                <a:lnTo>
                  <a:pt x="9" y="67"/>
                </a:lnTo>
                <a:lnTo>
                  <a:pt x="11" y="68"/>
                </a:lnTo>
                <a:lnTo>
                  <a:pt x="12" y="69"/>
                </a:lnTo>
                <a:lnTo>
                  <a:pt x="14" y="69"/>
                </a:lnTo>
                <a:lnTo>
                  <a:pt x="16" y="69"/>
                </a:lnTo>
                <a:lnTo>
                  <a:pt x="19" y="69"/>
                </a:lnTo>
                <a:lnTo>
                  <a:pt x="20" y="68"/>
                </a:lnTo>
                <a:lnTo>
                  <a:pt x="23" y="67"/>
                </a:lnTo>
                <a:lnTo>
                  <a:pt x="25" y="67"/>
                </a:lnTo>
                <a:lnTo>
                  <a:pt x="28" y="65"/>
                </a:lnTo>
                <a:lnTo>
                  <a:pt x="30" y="63"/>
                </a:lnTo>
                <a:lnTo>
                  <a:pt x="33" y="62"/>
                </a:lnTo>
                <a:lnTo>
                  <a:pt x="29" y="55"/>
                </a:lnTo>
                <a:lnTo>
                  <a:pt x="29" y="55"/>
                </a:lnTo>
                <a:close/>
                <a:moveTo>
                  <a:pt x="48" y="112"/>
                </a:moveTo>
                <a:lnTo>
                  <a:pt x="43" y="107"/>
                </a:lnTo>
                <a:lnTo>
                  <a:pt x="78" y="76"/>
                </a:lnTo>
                <a:lnTo>
                  <a:pt x="64" y="59"/>
                </a:lnTo>
                <a:lnTo>
                  <a:pt x="27" y="89"/>
                </a:lnTo>
                <a:lnTo>
                  <a:pt x="21" y="83"/>
                </a:lnTo>
                <a:lnTo>
                  <a:pt x="91" y="27"/>
                </a:lnTo>
                <a:lnTo>
                  <a:pt x="97" y="33"/>
                </a:lnTo>
                <a:lnTo>
                  <a:pt x="70" y="54"/>
                </a:lnTo>
                <a:lnTo>
                  <a:pt x="84" y="71"/>
                </a:lnTo>
                <a:lnTo>
                  <a:pt x="110" y="47"/>
                </a:lnTo>
                <a:lnTo>
                  <a:pt x="116" y="53"/>
                </a:lnTo>
                <a:lnTo>
                  <a:pt x="48" y="112"/>
                </a:lnTo>
                <a:lnTo>
                  <a:pt x="48" y="112"/>
                </a:lnTo>
                <a:close/>
                <a:moveTo>
                  <a:pt x="64" y="127"/>
                </a:moveTo>
                <a:lnTo>
                  <a:pt x="58" y="121"/>
                </a:lnTo>
                <a:lnTo>
                  <a:pt x="124" y="60"/>
                </a:lnTo>
                <a:lnTo>
                  <a:pt x="130" y="66"/>
                </a:lnTo>
                <a:lnTo>
                  <a:pt x="64" y="127"/>
                </a:lnTo>
                <a:lnTo>
                  <a:pt x="64" y="127"/>
                </a:lnTo>
                <a:close/>
                <a:moveTo>
                  <a:pt x="99" y="156"/>
                </a:moveTo>
                <a:lnTo>
                  <a:pt x="105" y="161"/>
                </a:lnTo>
                <a:lnTo>
                  <a:pt x="169" y="95"/>
                </a:lnTo>
                <a:lnTo>
                  <a:pt x="163" y="91"/>
                </a:lnTo>
                <a:lnTo>
                  <a:pt x="122" y="131"/>
                </a:lnTo>
                <a:lnTo>
                  <a:pt x="149" y="82"/>
                </a:lnTo>
                <a:lnTo>
                  <a:pt x="139" y="74"/>
                </a:lnTo>
                <a:lnTo>
                  <a:pt x="75" y="136"/>
                </a:lnTo>
                <a:lnTo>
                  <a:pt x="82" y="143"/>
                </a:lnTo>
                <a:lnTo>
                  <a:pt x="137" y="86"/>
                </a:lnTo>
                <a:lnTo>
                  <a:pt x="99" y="156"/>
                </a:lnTo>
                <a:lnTo>
                  <a:pt x="99" y="156"/>
                </a:lnTo>
                <a:close/>
                <a:moveTo>
                  <a:pt x="147" y="148"/>
                </a:moveTo>
                <a:lnTo>
                  <a:pt x="160" y="159"/>
                </a:lnTo>
                <a:lnTo>
                  <a:pt x="145" y="188"/>
                </a:lnTo>
                <a:lnTo>
                  <a:pt x="153" y="193"/>
                </a:lnTo>
                <a:lnTo>
                  <a:pt x="191" y="111"/>
                </a:lnTo>
                <a:lnTo>
                  <a:pt x="182" y="105"/>
                </a:lnTo>
                <a:lnTo>
                  <a:pt x="115" y="168"/>
                </a:lnTo>
                <a:lnTo>
                  <a:pt x="121" y="173"/>
                </a:lnTo>
                <a:lnTo>
                  <a:pt x="147" y="148"/>
                </a:lnTo>
                <a:lnTo>
                  <a:pt x="147" y="148"/>
                </a:lnTo>
                <a:close/>
                <a:moveTo>
                  <a:pt x="163" y="151"/>
                </a:moveTo>
                <a:lnTo>
                  <a:pt x="153" y="143"/>
                </a:lnTo>
                <a:lnTo>
                  <a:pt x="178" y="119"/>
                </a:lnTo>
                <a:lnTo>
                  <a:pt x="163" y="15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240" rIns="90000" bIns="39240" anchor="ctr">
            <a:noAutofit/>
          </a:bodyPr>
          <a:lstStyle/>
          <a:p>
            <a:endParaRPr/>
          </a:p>
        </p:txBody>
      </p:sp>
      <p:sp>
        <p:nvSpPr>
          <p:cNvPr id="472" name="ïś1ïḋe">
            <a:extLst>
              <a:ext uri="{FF2B5EF4-FFF2-40B4-BE49-F238E27FC236}">
                <a16:creationId xmlns:a16="http://schemas.microsoft.com/office/drawing/2014/main" id="{31A73A09-0BCE-40C9-9F65-36082ADD1209}"/>
              </a:ext>
            </a:extLst>
          </p:cNvPr>
          <p:cNvSpPr>
            <a:spLocks noGrp="1"/>
          </p:cNvSpPr>
          <p:nvPr/>
        </p:nvSpPr>
        <p:spPr>
          <a:xfrm>
            <a:off x="1031760" y="915480"/>
            <a:ext cx="10440" cy="19800"/>
          </a:xfrm>
          <a:custGeom>
            <a:avLst/>
            <a:gdLst>
              <a:gd name="textAreaLeft" fmla="*/ 0 w 10440"/>
              <a:gd name="textAreaRight" fmla="*/ 10800 w 10440"/>
              <a:gd name="textAreaTop" fmla="*/ 0 h 19800"/>
              <a:gd name="textAreaBottom" fmla="*/ 20160 h 19800"/>
              <a:gd name="GluePoint1X" fmla="*/ 13 w 25"/>
              <a:gd name="GluePoint1Y" fmla="*/ 0 h 46"/>
              <a:gd name="GluePoint2X" fmla="*/ 20 w 25"/>
              <a:gd name="GluePoint2Y" fmla="*/ 29 h 46"/>
              <a:gd name="GluePoint3X" fmla="*/ 24 w 25"/>
              <a:gd name="GluePoint3Y" fmla="*/ 28 h 46"/>
              <a:gd name="GluePoint4X" fmla="*/ 25 w 25"/>
              <a:gd name="GluePoint4Y" fmla="*/ 32 h 46"/>
              <a:gd name="GluePoint5X" fmla="*/ 21 w 25"/>
              <a:gd name="GluePoint5Y" fmla="*/ 33 h 46"/>
              <a:gd name="GluePoint6X" fmla="*/ 24 w 25"/>
              <a:gd name="GluePoint6Y" fmla="*/ 45 h 46"/>
              <a:gd name="GluePoint7X" fmla="*/ 20 w 25"/>
              <a:gd name="GluePoint7Y" fmla="*/ 46 h 46"/>
              <a:gd name="GluePoint8X" fmla="*/ 17 w 25"/>
              <a:gd name="GluePoint8Y" fmla="*/ 33 h 46"/>
              <a:gd name="GluePoint9X" fmla="*/ 2 w 25"/>
              <a:gd name="GluePoint9Y" fmla="*/ 37 h 46"/>
              <a:gd name="GluePoint10X" fmla="*/ 0 w 25"/>
              <a:gd name="GluePoint10Y" fmla="*/ 33 h 46"/>
              <a:gd name="GluePoint11X" fmla="*/ 11 w 25"/>
              <a:gd name="GluePoint11Y" fmla="*/ 0 h 46"/>
              <a:gd name="GluePoint12X" fmla="*/ 13 w 25"/>
              <a:gd name="GluePoint12Y" fmla="*/ 0 h 46"/>
              <a:gd name="GluePoint13X" fmla="*/ 13 w 25"/>
              <a:gd name="GluePoint13Y" fmla="*/ 0 h 46"/>
              <a:gd name="GluePoint14X" fmla="*/ 16 w 25"/>
              <a:gd name="GluePoint14Y" fmla="*/ 29 h 46"/>
              <a:gd name="GluePoint15X" fmla="*/ 11 w 25"/>
              <a:gd name="GluePoint15Y" fmla="*/ 7 h 46"/>
              <a:gd name="GluePoint16X" fmla="*/ 3 w 25"/>
              <a:gd name="GluePoint16Y" fmla="*/ 33 h 46"/>
              <a:gd name="GluePoint17X" fmla="*/ 16 w 25"/>
              <a:gd name="GluePoint17Y" fmla="*/ 29 h 46"/>
            </a:gdLst>
            <a:ahLst/>
            <a:cxnLst/>
            <a:rect l="textAreaLeft" t="textAreaTop" r="textAreaRight" b="textAreaBottom"/>
            <a:pathLst>
              <a:path w="25" h="46">
                <a:moveTo>
                  <a:pt x="13" y="0"/>
                </a:moveTo>
                <a:lnTo>
                  <a:pt x="20" y="29"/>
                </a:lnTo>
                <a:lnTo>
                  <a:pt x="24" y="28"/>
                </a:lnTo>
                <a:lnTo>
                  <a:pt x="25" y="32"/>
                </a:lnTo>
                <a:lnTo>
                  <a:pt x="21" y="33"/>
                </a:lnTo>
                <a:lnTo>
                  <a:pt x="24" y="45"/>
                </a:lnTo>
                <a:lnTo>
                  <a:pt x="20" y="46"/>
                </a:lnTo>
                <a:lnTo>
                  <a:pt x="17" y="33"/>
                </a:lnTo>
                <a:lnTo>
                  <a:pt x="2" y="37"/>
                </a:lnTo>
                <a:lnTo>
                  <a:pt x="0" y="33"/>
                </a:lnTo>
                <a:lnTo>
                  <a:pt x="11" y="0"/>
                </a:lnTo>
                <a:lnTo>
                  <a:pt x="13" y="0"/>
                </a:lnTo>
                <a:lnTo>
                  <a:pt x="13" y="0"/>
                </a:lnTo>
                <a:close/>
                <a:moveTo>
                  <a:pt x="16" y="29"/>
                </a:moveTo>
                <a:lnTo>
                  <a:pt x="11" y="7"/>
                </a:lnTo>
                <a:lnTo>
                  <a:pt x="3" y="33"/>
                </a:lnTo>
                <a:lnTo>
                  <a:pt x="16" y="29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ctr">
            <a:noAutofit/>
          </a:bodyPr>
          <a:lstStyle/>
          <a:p>
            <a:endParaRPr/>
          </a:p>
        </p:txBody>
      </p:sp>
      <p:sp>
        <p:nvSpPr>
          <p:cNvPr id="473" name="ís1íďe">
            <a:extLst>
              <a:ext uri="{FF2B5EF4-FFF2-40B4-BE49-F238E27FC236}">
                <a16:creationId xmlns:a16="http://schemas.microsoft.com/office/drawing/2014/main" id="{268519B3-5306-4DBE-AB68-4845E9E1A5E5}"/>
              </a:ext>
            </a:extLst>
          </p:cNvPr>
          <p:cNvSpPr>
            <a:spLocks noGrp="1"/>
          </p:cNvSpPr>
          <p:nvPr/>
        </p:nvSpPr>
        <p:spPr>
          <a:xfrm>
            <a:off x="970200" y="916560"/>
            <a:ext cx="10080" cy="19440"/>
          </a:xfrm>
          <a:custGeom>
            <a:avLst/>
            <a:gdLst>
              <a:gd name="textAreaLeft" fmla="*/ 0 w 10080"/>
              <a:gd name="textAreaRight" fmla="*/ 10440 w 10080"/>
              <a:gd name="textAreaTop" fmla="*/ 0 h 19440"/>
              <a:gd name="textAreaBottom" fmla="*/ 19800 h 19440"/>
              <a:gd name="GluePoint1X" fmla="*/ 16 w 24"/>
              <a:gd name="GluePoint1Y" fmla="*/ 10 h 45"/>
              <a:gd name="GluePoint2X" fmla="*/ 16 w 24"/>
              <a:gd name="GluePoint2Y" fmla="*/ 8 h 45"/>
              <a:gd name="GluePoint3X" fmla="*/ 16 w 24"/>
              <a:gd name="GluePoint3Y" fmla="*/ 7 h 45"/>
              <a:gd name="GluePoint4X" fmla="*/ 16 w 24"/>
              <a:gd name="GluePoint4Y" fmla="*/ 6 h 45"/>
              <a:gd name="GluePoint5X" fmla="*/ 15 w 24"/>
              <a:gd name="GluePoint5Y" fmla="*/ 5 h 45"/>
              <a:gd name="GluePoint6X" fmla="*/ 12 w 24"/>
              <a:gd name="GluePoint6Y" fmla="*/ 5 h 45"/>
              <a:gd name="GluePoint7X" fmla="*/ 9 w 24"/>
              <a:gd name="GluePoint7Y" fmla="*/ 5 h 45"/>
              <a:gd name="GluePoint8X" fmla="*/ 10 w 24"/>
              <a:gd name="GluePoint8Y" fmla="*/ 3 h 45"/>
              <a:gd name="GluePoint9X" fmla="*/ 13 w 24"/>
              <a:gd name="GluePoint9Y" fmla="*/ 3 h 45"/>
              <a:gd name="GluePoint10X" fmla="*/ 17 w 24"/>
              <a:gd name="GluePoint10Y" fmla="*/ 3 h 45"/>
              <a:gd name="GluePoint11X" fmla="*/ 20 w 24"/>
              <a:gd name="GluePoint11Y" fmla="*/ 2 h 45"/>
              <a:gd name="GluePoint12X" fmla="*/ 24 w 24"/>
              <a:gd name="GluePoint12Y" fmla="*/ 0 h 45"/>
              <a:gd name="GluePoint13X" fmla="*/ 14 w 24"/>
              <a:gd name="GluePoint13Y" fmla="*/ 39 h 45"/>
              <a:gd name="GluePoint14X" fmla="*/ 14 w 24"/>
              <a:gd name="GluePoint14Y" fmla="*/ 39 h 45"/>
              <a:gd name="GluePoint15X" fmla="*/ 14 w 24"/>
              <a:gd name="GluePoint15Y" fmla="*/ 40 h 45"/>
              <a:gd name="GluePoint16X" fmla="*/ 14 w 24"/>
              <a:gd name="GluePoint16Y" fmla="*/ 41 h 45"/>
              <a:gd name="GluePoint17X" fmla="*/ 14 w 24"/>
              <a:gd name="GluePoint17Y" fmla="*/ 42 h 45"/>
              <a:gd name="GluePoint18X" fmla="*/ 16 w 24"/>
              <a:gd name="GluePoint18Y" fmla="*/ 43 h 45"/>
              <a:gd name="GluePoint19X" fmla="*/ 18 w 24"/>
              <a:gd name="GluePoint19Y" fmla="*/ 43 h 45"/>
              <a:gd name="GluePoint20X" fmla="*/ 18 w 24"/>
              <a:gd name="GluePoint20Y" fmla="*/ 45 h 45"/>
              <a:gd name="GluePoint21X" fmla="*/ 0 w 24"/>
              <a:gd name="GluePoint21Y" fmla="*/ 40 h 45"/>
              <a:gd name="GluePoint22X" fmla="*/ 1 w 24"/>
              <a:gd name="GluePoint22Y" fmla="*/ 39 h 45"/>
              <a:gd name="GluePoint23X" fmla="*/ 4 w 24"/>
              <a:gd name="GluePoint23Y" fmla="*/ 39 h 45"/>
              <a:gd name="GluePoint24X" fmla="*/ 6 w 24"/>
              <a:gd name="GluePoint24Y" fmla="*/ 39 h 45"/>
              <a:gd name="GluePoint25X" fmla="*/ 7 w 24"/>
              <a:gd name="GluePoint25Y" fmla="*/ 39 h 45"/>
              <a:gd name="GluePoint26X" fmla="*/ 8 w 24"/>
              <a:gd name="GluePoint26Y" fmla="*/ 39 h 45"/>
              <a:gd name="GluePoint27X" fmla="*/ 8 w 24"/>
              <a:gd name="GluePoint27Y" fmla="*/ 39 h 45"/>
              <a:gd name="GluePoint28X" fmla="*/ 8 w 24"/>
              <a:gd name="GluePoint28Y" fmla="*/ 39 h 45"/>
              <a:gd name="GluePoint29X" fmla="*/ 16 w 24"/>
              <a:gd name="GluePoint29Y" fmla="*/ 10 h 45"/>
            </a:gdLst>
            <a:ahLst/>
            <a:cxnLst/>
            <a:rect l="textAreaLeft" t="textAreaTop" r="textAreaRight" b="textAreaBottom"/>
            <a:pathLst>
              <a:path w="24" h="45">
                <a:moveTo>
                  <a:pt x="16" y="10"/>
                </a:moveTo>
                <a:lnTo>
                  <a:pt x="16" y="8"/>
                </a:lnTo>
                <a:lnTo>
                  <a:pt x="16" y="7"/>
                </a:lnTo>
                <a:lnTo>
                  <a:pt x="16" y="6"/>
                </a:lnTo>
                <a:lnTo>
                  <a:pt x="15" y="5"/>
                </a:lnTo>
                <a:lnTo>
                  <a:pt x="12" y="5"/>
                </a:lnTo>
                <a:lnTo>
                  <a:pt x="9" y="5"/>
                </a:lnTo>
                <a:lnTo>
                  <a:pt x="10" y="3"/>
                </a:lnTo>
                <a:lnTo>
                  <a:pt x="13" y="3"/>
                </a:lnTo>
                <a:lnTo>
                  <a:pt x="17" y="3"/>
                </a:lnTo>
                <a:lnTo>
                  <a:pt x="20" y="2"/>
                </a:lnTo>
                <a:lnTo>
                  <a:pt x="24" y="0"/>
                </a:lnTo>
                <a:lnTo>
                  <a:pt x="14" y="39"/>
                </a:lnTo>
                <a:lnTo>
                  <a:pt x="14" y="39"/>
                </a:lnTo>
                <a:lnTo>
                  <a:pt x="14" y="40"/>
                </a:lnTo>
                <a:lnTo>
                  <a:pt x="14" y="41"/>
                </a:lnTo>
                <a:lnTo>
                  <a:pt x="14" y="42"/>
                </a:lnTo>
                <a:lnTo>
                  <a:pt x="16" y="43"/>
                </a:lnTo>
                <a:lnTo>
                  <a:pt x="18" y="43"/>
                </a:lnTo>
                <a:lnTo>
                  <a:pt x="18" y="45"/>
                </a:lnTo>
                <a:lnTo>
                  <a:pt x="0" y="40"/>
                </a:lnTo>
                <a:lnTo>
                  <a:pt x="1" y="39"/>
                </a:lnTo>
                <a:lnTo>
                  <a:pt x="4" y="39"/>
                </a:lnTo>
                <a:lnTo>
                  <a:pt x="6" y="39"/>
                </a:lnTo>
                <a:lnTo>
                  <a:pt x="7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16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474" name="i$ľide">
            <a:extLst>
              <a:ext uri="{FF2B5EF4-FFF2-40B4-BE49-F238E27FC236}">
                <a16:creationId xmlns:a16="http://schemas.microsoft.com/office/drawing/2014/main" id="{D70E0AD5-C44D-43D2-8307-3B8E5559CA66}"/>
              </a:ext>
            </a:extLst>
          </p:cNvPr>
          <p:cNvSpPr>
            <a:spLocks noGrp="1"/>
          </p:cNvSpPr>
          <p:nvPr/>
        </p:nvSpPr>
        <p:spPr>
          <a:xfrm>
            <a:off x="991080" y="917280"/>
            <a:ext cx="9720" cy="19440"/>
          </a:xfrm>
          <a:custGeom>
            <a:avLst/>
            <a:gdLst>
              <a:gd name="textAreaLeft" fmla="*/ 0 w 9720"/>
              <a:gd name="textAreaRight" fmla="*/ 10080 w 9720"/>
              <a:gd name="textAreaTop" fmla="*/ 0 h 19440"/>
              <a:gd name="textAreaBottom" fmla="*/ 19800 h 19440"/>
              <a:gd name="GluePoint1X" fmla="*/ 1 w 23"/>
              <a:gd name="GluePoint1Y" fmla="*/ 45 h 45"/>
              <a:gd name="GluePoint2X" fmla="*/ 6 w 23"/>
              <a:gd name="GluePoint2Y" fmla="*/ 42 h 45"/>
              <a:gd name="GluePoint3X" fmla="*/ 10 w 23"/>
              <a:gd name="GluePoint3Y" fmla="*/ 39 h 45"/>
              <a:gd name="GluePoint4X" fmla="*/ 14 w 23"/>
              <a:gd name="GluePoint4Y" fmla="*/ 33 h 45"/>
              <a:gd name="GluePoint5X" fmla="*/ 16 w 23"/>
              <a:gd name="GluePoint5Y" fmla="*/ 25 h 45"/>
              <a:gd name="GluePoint6X" fmla="*/ 12 w 23"/>
              <a:gd name="GluePoint6Y" fmla="*/ 28 h 45"/>
              <a:gd name="GluePoint7X" fmla="*/ 11 w 23"/>
              <a:gd name="GluePoint7Y" fmla="*/ 29 h 45"/>
              <a:gd name="GluePoint8X" fmla="*/ 8 w 23"/>
              <a:gd name="GluePoint8Y" fmla="*/ 29 h 45"/>
              <a:gd name="GluePoint9X" fmla="*/ 5 w 23"/>
              <a:gd name="GluePoint9Y" fmla="*/ 27 h 45"/>
              <a:gd name="GluePoint10X" fmla="*/ 3 w 23"/>
              <a:gd name="GluePoint10Y" fmla="*/ 24 h 45"/>
              <a:gd name="GluePoint11X" fmla="*/ 1 w 23"/>
              <a:gd name="GluePoint11Y" fmla="*/ 20 h 45"/>
              <a:gd name="GluePoint12X" fmla="*/ 0 w 23"/>
              <a:gd name="GluePoint12Y" fmla="*/ 14 h 45"/>
              <a:gd name="GluePoint13X" fmla="*/ 1 w 23"/>
              <a:gd name="GluePoint13Y" fmla="*/ 9 h 45"/>
              <a:gd name="GluePoint14X" fmla="*/ 4 w 23"/>
              <a:gd name="GluePoint14Y" fmla="*/ 5 h 45"/>
              <a:gd name="GluePoint15X" fmla="*/ 5 w 23"/>
              <a:gd name="GluePoint15Y" fmla="*/ 2 h 45"/>
              <a:gd name="GluePoint16X" fmla="*/ 8 w 23"/>
              <a:gd name="GluePoint16Y" fmla="*/ 1 h 45"/>
              <a:gd name="GluePoint17X" fmla="*/ 12 w 23"/>
              <a:gd name="GluePoint17Y" fmla="*/ 0 h 45"/>
              <a:gd name="GluePoint18X" fmla="*/ 14 w 23"/>
              <a:gd name="GluePoint18Y" fmla="*/ 0 h 45"/>
              <a:gd name="GluePoint19X" fmla="*/ 16 w 23"/>
              <a:gd name="GluePoint19Y" fmla="*/ 1 h 45"/>
              <a:gd name="GluePoint20X" fmla="*/ 20 w 23"/>
              <a:gd name="GluePoint20Y" fmla="*/ 6 h 45"/>
              <a:gd name="GluePoint21X" fmla="*/ 23 w 23"/>
              <a:gd name="GluePoint21Y" fmla="*/ 13 h 45"/>
              <a:gd name="GluePoint22X" fmla="*/ 23 w 23"/>
              <a:gd name="GluePoint22Y" fmla="*/ 21 h 45"/>
              <a:gd name="GluePoint23X" fmla="*/ 22 w 23"/>
              <a:gd name="GluePoint23Y" fmla="*/ 29 h 45"/>
              <a:gd name="GluePoint24X" fmla="*/ 20 w 23"/>
              <a:gd name="GluePoint24Y" fmla="*/ 33 h 45"/>
              <a:gd name="GluePoint25X" fmla="*/ 18 w 23"/>
              <a:gd name="GluePoint25Y" fmla="*/ 37 h 45"/>
              <a:gd name="GluePoint26X" fmla="*/ 15 w 23"/>
              <a:gd name="GluePoint26Y" fmla="*/ 40 h 45"/>
              <a:gd name="GluePoint27X" fmla="*/ 11 w 23"/>
              <a:gd name="GluePoint27Y" fmla="*/ 42 h 45"/>
              <a:gd name="GluePoint28X" fmla="*/ 7 w 23"/>
              <a:gd name="GluePoint28Y" fmla="*/ 45 h 45"/>
              <a:gd name="GluePoint29X" fmla="*/ 1 w 23"/>
              <a:gd name="GluePoint29Y" fmla="*/ 45 h 45"/>
              <a:gd name="GluePoint30X" fmla="*/ 16 w 23"/>
              <a:gd name="GluePoint30Y" fmla="*/ 7 h 45"/>
              <a:gd name="GluePoint31X" fmla="*/ 13 w 23"/>
              <a:gd name="GluePoint31Y" fmla="*/ 4 h 45"/>
              <a:gd name="GluePoint32X" fmla="*/ 12 w 23"/>
              <a:gd name="GluePoint32Y" fmla="*/ 3 h 45"/>
              <a:gd name="GluePoint33X" fmla="*/ 9 w 23"/>
              <a:gd name="GluePoint33Y" fmla="*/ 3 h 45"/>
              <a:gd name="GluePoint34X" fmla="*/ 8 w 23"/>
              <a:gd name="GluePoint34Y" fmla="*/ 4 h 45"/>
              <a:gd name="GluePoint35X" fmla="*/ 6 w 23"/>
              <a:gd name="GluePoint35Y" fmla="*/ 5 h 45"/>
              <a:gd name="GluePoint36X" fmla="*/ 5 w 23"/>
              <a:gd name="GluePoint36Y" fmla="*/ 9 h 45"/>
              <a:gd name="GluePoint37X" fmla="*/ 5 w 23"/>
              <a:gd name="GluePoint37Y" fmla="*/ 13 h 45"/>
              <a:gd name="GluePoint38X" fmla="*/ 5 w 23"/>
              <a:gd name="GluePoint38Y" fmla="*/ 21 h 45"/>
              <a:gd name="GluePoint39X" fmla="*/ 7 w 23"/>
              <a:gd name="GluePoint39Y" fmla="*/ 25 h 45"/>
              <a:gd name="GluePoint40X" fmla="*/ 8 w 23"/>
              <a:gd name="GluePoint40Y" fmla="*/ 25 h 45"/>
              <a:gd name="GluePoint41X" fmla="*/ 11 w 23"/>
              <a:gd name="GluePoint41Y" fmla="*/ 25 h 45"/>
              <a:gd name="GluePoint42X" fmla="*/ 15 w 23"/>
              <a:gd name="GluePoint42Y" fmla="*/ 24 h 45"/>
              <a:gd name="GluePoint43X" fmla="*/ 16 w 23"/>
              <a:gd name="GluePoint43Y" fmla="*/ 23 h 45"/>
              <a:gd name="GluePoint44X" fmla="*/ 17 w 23"/>
              <a:gd name="GluePoint44Y" fmla="*/ 21 h 45"/>
              <a:gd name="GluePoint45X" fmla="*/ 18 w 23"/>
              <a:gd name="GluePoint45Y" fmla="*/ 16 h 45"/>
              <a:gd name="GluePoint46X" fmla="*/ 17 w 23"/>
              <a:gd name="GluePoint46Y" fmla="*/ 11 h 45"/>
              <a:gd name="GluePoint47X" fmla="*/ 16 w 23"/>
              <a:gd name="GluePoint47Y" fmla="*/ 7 h 45"/>
            </a:gdLst>
            <a:ahLst/>
            <a:cxnLst/>
            <a:rect l="textAreaLeft" t="textAreaTop" r="textAreaRight" b="textAreaBottom"/>
            <a:pathLst>
              <a:path w="23" h="45">
                <a:moveTo>
                  <a:pt x="1" y="45"/>
                </a:moveTo>
                <a:lnTo>
                  <a:pt x="1" y="45"/>
                </a:lnTo>
                <a:lnTo>
                  <a:pt x="4" y="44"/>
                </a:lnTo>
                <a:lnTo>
                  <a:pt x="6" y="42"/>
                </a:lnTo>
                <a:lnTo>
                  <a:pt x="8" y="41"/>
                </a:lnTo>
                <a:lnTo>
                  <a:pt x="10" y="39"/>
                </a:lnTo>
                <a:lnTo>
                  <a:pt x="12" y="36"/>
                </a:lnTo>
                <a:lnTo>
                  <a:pt x="14" y="33"/>
                </a:lnTo>
                <a:lnTo>
                  <a:pt x="16" y="29"/>
                </a:lnTo>
                <a:lnTo>
                  <a:pt x="16" y="25"/>
                </a:lnTo>
                <a:lnTo>
                  <a:pt x="14" y="26"/>
                </a:lnTo>
                <a:lnTo>
                  <a:pt x="12" y="28"/>
                </a:lnTo>
                <a:lnTo>
                  <a:pt x="12" y="28"/>
                </a:lnTo>
                <a:lnTo>
                  <a:pt x="11" y="29"/>
                </a:lnTo>
                <a:lnTo>
                  <a:pt x="9" y="29"/>
                </a:lnTo>
                <a:lnTo>
                  <a:pt x="8" y="29"/>
                </a:lnTo>
                <a:lnTo>
                  <a:pt x="7" y="28"/>
                </a:lnTo>
                <a:lnTo>
                  <a:pt x="5" y="27"/>
                </a:lnTo>
                <a:lnTo>
                  <a:pt x="4" y="26"/>
                </a:lnTo>
                <a:lnTo>
                  <a:pt x="3" y="24"/>
                </a:lnTo>
                <a:lnTo>
                  <a:pt x="2" y="22"/>
                </a:lnTo>
                <a:lnTo>
                  <a:pt x="1" y="20"/>
                </a:lnTo>
                <a:lnTo>
                  <a:pt x="0" y="17"/>
                </a:lnTo>
                <a:lnTo>
                  <a:pt x="0" y="14"/>
                </a:lnTo>
                <a:lnTo>
                  <a:pt x="1" y="12"/>
                </a:lnTo>
                <a:lnTo>
                  <a:pt x="1" y="9"/>
                </a:lnTo>
                <a:lnTo>
                  <a:pt x="2" y="7"/>
                </a:lnTo>
                <a:lnTo>
                  <a:pt x="4" y="5"/>
                </a:lnTo>
                <a:lnTo>
                  <a:pt x="4" y="3"/>
                </a:lnTo>
                <a:lnTo>
                  <a:pt x="5" y="2"/>
                </a:lnTo>
                <a:lnTo>
                  <a:pt x="7" y="1"/>
                </a:lnTo>
                <a:lnTo>
                  <a:pt x="8" y="1"/>
                </a:lnTo>
                <a:lnTo>
                  <a:pt x="10" y="0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6" y="1"/>
                </a:lnTo>
                <a:lnTo>
                  <a:pt x="16" y="1"/>
                </a:lnTo>
                <a:lnTo>
                  <a:pt x="19" y="4"/>
                </a:lnTo>
                <a:lnTo>
                  <a:pt x="20" y="6"/>
                </a:lnTo>
                <a:lnTo>
                  <a:pt x="22" y="9"/>
                </a:lnTo>
                <a:lnTo>
                  <a:pt x="23" y="13"/>
                </a:lnTo>
                <a:lnTo>
                  <a:pt x="23" y="17"/>
                </a:lnTo>
                <a:lnTo>
                  <a:pt x="23" y="21"/>
                </a:lnTo>
                <a:lnTo>
                  <a:pt x="23" y="25"/>
                </a:lnTo>
                <a:lnTo>
                  <a:pt x="22" y="29"/>
                </a:lnTo>
                <a:lnTo>
                  <a:pt x="21" y="31"/>
                </a:lnTo>
                <a:lnTo>
                  <a:pt x="20" y="33"/>
                </a:lnTo>
                <a:lnTo>
                  <a:pt x="19" y="35"/>
                </a:lnTo>
                <a:lnTo>
                  <a:pt x="18" y="37"/>
                </a:lnTo>
                <a:lnTo>
                  <a:pt x="16" y="38"/>
                </a:lnTo>
                <a:lnTo>
                  <a:pt x="15" y="40"/>
                </a:lnTo>
                <a:lnTo>
                  <a:pt x="12" y="41"/>
                </a:lnTo>
                <a:lnTo>
                  <a:pt x="11" y="42"/>
                </a:lnTo>
                <a:lnTo>
                  <a:pt x="8" y="44"/>
                </a:lnTo>
                <a:lnTo>
                  <a:pt x="7" y="45"/>
                </a:lnTo>
                <a:lnTo>
                  <a:pt x="4" y="45"/>
                </a:lnTo>
                <a:lnTo>
                  <a:pt x="1" y="45"/>
                </a:lnTo>
                <a:lnTo>
                  <a:pt x="1" y="45"/>
                </a:lnTo>
                <a:close/>
                <a:moveTo>
                  <a:pt x="16" y="7"/>
                </a:moveTo>
                <a:lnTo>
                  <a:pt x="15" y="5"/>
                </a:lnTo>
                <a:lnTo>
                  <a:pt x="13" y="4"/>
                </a:lnTo>
                <a:lnTo>
                  <a:pt x="12" y="3"/>
                </a:lnTo>
                <a:lnTo>
                  <a:pt x="12" y="3"/>
                </a:lnTo>
                <a:lnTo>
                  <a:pt x="11" y="3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7" y="5"/>
                </a:lnTo>
                <a:lnTo>
                  <a:pt x="6" y="5"/>
                </a:lnTo>
                <a:lnTo>
                  <a:pt x="5" y="7"/>
                </a:lnTo>
                <a:lnTo>
                  <a:pt x="5" y="9"/>
                </a:lnTo>
                <a:lnTo>
                  <a:pt x="5" y="10"/>
                </a:lnTo>
                <a:lnTo>
                  <a:pt x="5" y="13"/>
                </a:lnTo>
                <a:lnTo>
                  <a:pt x="5" y="17"/>
                </a:lnTo>
                <a:lnTo>
                  <a:pt x="5" y="21"/>
                </a:lnTo>
                <a:lnTo>
                  <a:pt x="6" y="23"/>
                </a:lnTo>
                <a:lnTo>
                  <a:pt x="7" y="25"/>
                </a:lnTo>
                <a:lnTo>
                  <a:pt x="8" y="25"/>
                </a:lnTo>
                <a:lnTo>
                  <a:pt x="8" y="25"/>
                </a:lnTo>
                <a:lnTo>
                  <a:pt x="10" y="25"/>
                </a:lnTo>
                <a:lnTo>
                  <a:pt x="11" y="25"/>
                </a:lnTo>
                <a:lnTo>
                  <a:pt x="13" y="25"/>
                </a:lnTo>
                <a:lnTo>
                  <a:pt x="15" y="24"/>
                </a:lnTo>
                <a:lnTo>
                  <a:pt x="16" y="23"/>
                </a:lnTo>
                <a:lnTo>
                  <a:pt x="16" y="23"/>
                </a:lnTo>
                <a:lnTo>
                  <a:pt x="16" y="22"/>
                </a:lnTo>
                <a:lnTo>
                  <a:pt x="17" y="21"/>
                </a:lnTo>
                <a:lnTo>
                  <a:pt x="17" y="19"/>
                </a:lnTo>
                <a:lnTo>
                  <a:pt x="18" y="16"/>
                </a:lnTo>
                <a:lnTo>
                  <a:pt x="17" y="13"/>
                </a:lnTo>
                <a:lnTo>
                  <a:pt x="17" y="11"/>
                </a:lnTo>
                <a:lnTo>
                  <a:pt x="16" y="9"/>
                </a:lnTo>
                <a:lnTo>
                  <a:pt x="16" y="7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475" name="í$lïḓé">
            <a:extLst>
              <a:ext uri="{FF2B5EF4-FFF2-40B4-BE49-F238E27FC236}">
                <a16:creationId xmlns:a16="http://schemas.microsoft.com/office/drawing/2014/main" id="{AD966867-607A-454B-8698-89BAE57DE28E}"/>
              </a:ext>
            </a:extLst>
          </p:cNvPr>
          <p:cNvSpPr>
            <a:spLocks noGrp="1"/>
          </p:cNvSpPr>
          <p:nvPr/>
        </p:nvSpPr>
        <p:spPr>
          <a:xfrm>
            <a:off x="1012680" y="916920"/>
            <a:ext cx="9360" cy="20160"/>
          </a:xfrm>
          <a:custGeom>
            <a:avLst/>
            <a:gdLst>
              <a:gd name="textAreaLeft" fmla="*/ 0 w 9360"/>
              <a:gd name="textAreaRight" fmla="*/ 9720 w 9360"/>
              <a:gd name="textAreaTop" fmla="*/ 0 h 20160"/>
              <a:gd name="textAreaBottom" fmla="*/ 20520 h 20160"/>
              <a:gd name="GluePoint1X" fmla="*/ 0 w 22"/>
              <a:gd name="GluePoint1Y" fmla="*/ 10 h 47"/>
              <a:gd name="GluePoint2X" fmla="*/ 1 w 22"/>
              <a:gd name="GluePoint2Y" fmla="*/ 6 h 47"/>
              <a:gd name="GluePoint3X" fmla="*/ 4 w 22"/>
              <a:gd name="GluePoint3Y" fmla="*/ 2 h 47"/>
              <a:gd name="GluePoint4X" fmla="*/ 8 w 22"/>
              <a:gd name="GluePoint4Y" fmla="*/ 1 h 47"/>
              <a:gd name="GluePoint5X" fmla="*/ 12 w 22"/>
              <a:gd name="GluePoint5Y" fmla="*/ 1 h 47"/>
              <a:gd name="GluePoint6X" fmla="*/ 16 w 22"/>
              <a:gd name="GluePoint6Y" fmla="*/ 2 h 47"/>
              <a:gd name="GluePoint7X" fmla="*/ 18 w 22"/>
              <a:gd name="GluePoint7Y" fmla="*/ 6 h 47"/>
              <a:gd name="GluePoint8X" fmla="*/ 20 w 22"/>
              <a:gd name="GluePoint8Y" fmla="*/ 10 h 47"/>
              <a:gd name="GluePoint9X" fmla="*/ 19 w 22"/>
              <a:gd name="GluePoint9Y" fmla="*/ 14 h 47"/>
              <a:gd name="GluePoint10X" fmla="*/ 16 w 22"/>
              <a:gd name="GluePoint10Y" fmla="*/ 18 h 47"/>
              <a:gd name="GluePoint11X" fmla="*/ 15 w 22"/>
              <a:gd name="GluePoint11Y" fmla="*/ 22 h 47"/>
              <a:gd name="GluePoint12X" fmla="*/ 17 w 22"/>
              <a:gd name="GluePoint12Y" fmla="*/ 24 h 47"/>
              <a:gd name="GluePoint13X" fmla="*/ 20 w 22"/>
              <a:gd name="GluePoint13Y" fmla="*/ 26 h 47"/>
              <a:gd name="GluePoint14X" fmla="*/ 21 w 22"/>
              <a:gd name="GluePoint14Y" fmla="*/ 29 h 47"/>
              <a:gd name="GluePoint15X" fmla="*/ 22 w 22"/>
              <a:gd name="GluePoint15Y" fmla="*/ 33 h 47"/>
              <a:gd name="GluePoint16X" fmla="*/ 21 w 22"/>
              <a:gd name="GluePoint16Y" fmla="*/ 38 h 47"/>
              <a:gd name="GluePoint17X" fmla="*/ 18 w 22"/>
              <a:gd name="GluePoint17Y" fmla="*/ 42 h 47"/>
              <a:gd name="GluePoint18X" fmla="*/ 14 w 22"/>
              <a:gd name="GluePoint18Y" fmla="*/ 46 h 47"/>
              <a:gd name="GluePoint19X" fmla="*/ 10 w 22"/>
              <a:gd name="GluePoint19Y" fmla="*/ 47 h 47"/>
              <a:gd name="GluePoint20X" fmla="*/ 6 w 22"/>
              <a:gd name="GluePoint20Y" fmla="*/ 47 h 47"/>
              <a:gd name="GluePoint21X" fmla="*/ 4 w 22"/>
              <a:gd name="GluePoint21Y" fmla="*/ 46 h 47"/>
              <a:gd name="GluePoint22X" fmla="*/ 1 w 22"/>
              <a:gd name="GluePoint22Y" fmla="*/ 45 h 47"/>
              <a:gd name="GluePoint23X" fmla="*/ 0 w 22"/>
              <a:gd name="GluePoint23Y" fmla="*/ 42 h 47"/>
              <a:gd name="GluePoint24X" fmla="*/ 1 w 22"/>
              <a:gd name="GluePoint24Y" fmla="*/ 40 h 47"/>
              <a:gd name="GluePoint25X" fmla="*/ 4 w 22"/>
              <a:gd name="GluePoint25Y" fmla="*/ 39 h 47"/>
              <a:gd name="GluePoint26X" fmla="*/ 5 w 22"/>
              <a:gd name="GluePoint26Y" fmla="*/ 40 h 47"/>
              <a:gd name="GluePoint27X" fmla="*/ 7 w 22"/>
              <a:gd name="GluePoint27Y" fmla="*/ 42 h 47"/>
              <a:gd name="GluePoint28X" fmla="*/ 9 w 22"/>
              <a:gd name="GluePoint28Y" fmla="*/ 43 h 47"/>
              <a:gd name="GluePoint29X" fmla="*/ 12 w 22"/>
              <a:gd name="GluePoint29Y" fmla="*/ 42 h 47"/>
              <a:gd name="GluePoint30X" fmla="*/ 14 w 22"/>
              <a:gd name="GluePoint30Y" fmla="*/ 41 h 47"/>
              <a:gd name="GluePoint31X" fmla="*/ 16 w 22"/>
              <a:gd name="GluePoint31Y" fmla="*/ 38 h 47"/>
              <a:gd name="GluePoint32X" fmla="*/ 17 w 22"/>
              <a:gd name="GluePoint32Y" fmla="*/ 36 h 47"/>
              <a:gd name="GluePoint33X" fmla="*/ 17 w 22"/>
              <a:gd name="GluePoint33Y" fmla="*/ 34 h 47"/>
              <a:gd name="GluePoint34X" fmla="*/ 17 w 22"/>
              <a:gd name="GluePoint34Y" fmla="*/ 30 h 47"/>
              <a:gd name="GluePoint35X" fmla="*/ 16 w 22"/>
              <a:gd name="GluePoint35Y" fmla="*/ 28 h 47"/>
              <a:gd name="GluePoint36X" fmla="*/ 13 w 22"/>
              <a:gd name="GluePoint36Y" fmla="*/ 26 h 47"/>
              <a:gd name="GluePoint37X" fmla="*/ 9 w 22"/>
              <a:gd name="GluePoint37Y" fmla="*/ 24 h 47"/>
              <a:gd name="GluePoint38X" fmla="*/ 6 w 22"/>
              <a:gd name="GluePoint38Y" fmla="*/ 22 h 47"/>
              <a:gd name="GluePoint39X" fmla="*/ 9 w 22"/>
              <a:gd name="GluePoint39Y" fmla="*/ 22 h 47"/>
              <a:gd name="GluePoint40X" fmla="*/ 12 w 22"/>
              <a:gd name="GluePoint40Y" fmla="*/ 19 h 47"/>
              <a:gd name="GluePoint41X" fmla="*/ 14 w 22"/>
              <a:gd name="GluePoint41Y" fmla="*/ 16 h 47"/>
              <a:gd name="GluePoint42X" fmla="*/ 14 w 22"/>
              <a:gd name="GluePoint42Y" fmla="*/ 13 h 47"/>
              <a:gd name="GluePoint43X" fmla="*/ 14 w 22"/>
              <a:gd name="GluePoint43Y" fmla="*/ 9 h 47"/>
              <a:gd name="GluePoint44X" fmla="*/ 12 w 22"/>
              <a:gd name="GluePoint44Y" fmla="*/ 6 h 47"/>
              <a:gd name="GluePoint45X" fmla="*/ 11 w 22"/>
              <a:gd name="GluePoint45Y" fmla="*/ 6 h 47"/>
              <a:gd name="GluePoint46X" fmla="*/ 8 w 22"/>
              <a:gd name="GluePoint46Y" fmla="*/ 5 h 47"/>
              <a:gd name="GluePoint47X" fmla="*/ 6 w 22"/>
              <a:gd name="GluePoint47Y" fmla="*/ 6 h 47"/>
              <a:gd name="GluePoint48X" fmla="*/ 4 w 22"/>
              <a:gd name="GluePoint48Y" fmla="*/ 6 h 47"/>
              <a:gd name="GluePoint49X" fmla="*/ 3 w 22"/>
              <a:gd name="GluePoint49Y" fmla="*/ 8 h 47"/>
              <a:gd name="GluePoint50X" fmla="*/ 2 w 22"/>
              <a:gd name="GluePoint50Y" fmla="*/ 11 h 47"/>
            </a:gdLst>
            <a:ahLst/>
            <a:cxnLst/>
            <a:rect l="textAreaLeft" t="textAreaTop" r="textAreaRight" b="textAreaBottom"/>
            <a:pathLst>
              <a:path w="22" h="47">
                <a:moveTo>
                  <a:pt x="0" y="11"/>
                </a:moveTo>
                <a:lnTo>
                  <a:pt x="0" y="10"/>
                </a:lnTo>
                <a:lnTo>
                  <a:pt x="1" y="8"/>
                </a:lnTo>
                <a:lnTo>
                  <a:pt x="1" y="6"/>
                </a:lnTo>
                <a:lnTo>
                  <a:pt x="3" y="5"/>
                </a:lnTo>
                <a:lnTo>
                  <a:pt x="4" y="2"/>
                </a:lnTo>
                <a:lnTo>
                  <a:pt x="6" y="2"/>
                </a:lnTo>
                <a:lnTo>
                  <a:pt x="8" y="1"/>
                </a:lnTo>
                <a:lnTo>
                  <a:pt x="10" y="0"/>
                </a:lnTo>
                <a:lnTo>
                  <a:pt x="12" y="1"/>
                </a:lnTo>
                <a:lnTo>
                  <a:pt x="14" y="2"/>
                </a:lnTo>
                <a:lnTo>
                  <a:pt x="16" y="2"/>
                </a:lnTo>
                <a:lnTo>
                  <a:pt x="17" y="4"/>
                </a:lnTo>
                <a:lnTo>
                  <a:pt x="18" y="6"/>
                </a:lnTo>
                <a:lnTo>
                  <a:pt x="19" y="8"/>
                </a:lnTo>
                <a:lnTo>
                  <a:pt x="20" y="10"/>
                </a:lnTo>
                <a:lnTo>
                  <a:pt x="20" y="12"/>
                </a:lnTo>
                <a:lnTo>
                  <a:pt x="19" y="14"/>
                </a:lnTo>
                <a:lnTo>
                  <a:pt x="17" y="17"/>
                </a:lnTo>
                <a:lnTo>
                  <a:pt x="16" y="18"/>
                </a:lnTo>
                <a:lnTo>
                  <a:pt x="13" y="21"/>
                </a:lnTo>
                <a:lnTo>
                  <a:pt x="15" y="22"/>
                </a:lnTo>
                <a:lnTo>
                  <a:pt x="16" y="22"/>
                </a:lnTo>
                <a:lnTo>
                  <a:pt x="17" y="24"/>
                </a:lnTo>
                <a:lnTo>
                  <a:pt x="19" y="25"/>
                </a:lnTo>
                <a:lnTo>
                  <a:pt x="20" y="26"/>
                </a:lnTo>
                <a:lnTo>
                  <a:pt x="20" y="27"/>
                </a:lnTo>
                <a:lnTo>
                  <a:pt x="21" y="29"/>
                </a:lnTo>
                <a:lnTo>
                  <a:pt x="21" y="30"/>
                </a:lnTo>
                <a:lnTo>
                  <a:pt x="22" y="33"/>
                </a:lnTo>
                <a:lnTo>
                  <a:pt x="22" y="35"/>
                </a:lnTo>
                <a:lnTo>
                  <a:pt x="21" y="38"/>
                </a:lnTo>
                <a:lnTo>
                  <a:pt x="20" y="40"/>
                </a:lnTo>
                <a:lnTo>
                  <a:pt x="18" y="42"/>
                </a:lnTo>
                <a:lnTo>
                  <a:pt x="16" y="44"/>
                </a:lnTo>
                <a:lnTo>
                  <a:pt x="14" y="46"/>
                </a:lnTo>
                <a:lnTo>
                  <a:pt x="12" y="46"/>
                </a:lnTo>
                <a:lnTo>
                  <a:pt x="10" y="47"/>
                </a:lnTo>
                <a:lnTo>
                  <a:pt x="7" y="47"/>
                </a:lnTo>
                <a:lnTo>
                  <a:pt x="6" y="47"/>
                </a:lnTo>
                <a:lnTo>
                  <a:pt x="4" y="46"/>
                </a:lnTo>
                <a:lnTo>
                  <a:pt x="4" y="46"/>
                </a:lnTo>
                <a:lnTo>
                  <a:pt x="2" y="46"/>
                </a:lnTo>
                <a:lnTo>
                  <a:pt x="1" y="45"/>
                </a:lnTo>
                <a:lnTo>
                  <a:pt x="0" y="44"/>
                </a:lnTo>
                <a:lnTo>
                  <a:pt x="0" y="42"/>
                </a:lnTo>
                <a:lnTo>
                  <a:pt x="0" y="41"/>
                </a:lnTo>
                <a:lnTo>
                  <a:pt x="1" y="40"/>
                </a:lnTo>
                <a:lnTo>
                  <a:pt x="3" y="39"/>
                </a:lnTo>
                <a:lnTo>
                  <a:pt x="4" y="39"/>
                </a:lnTo>
                <a:lnTo>
                  <a:pt x="4" y="39"/>
                </a:lnTo>
                <a:lnTo>
                  <a:pt x="5" y="40"/>
                </a:lnTo>
                <a:lnTo>
                  <a:pt x="6" y="41"/>
                </a:lnTo>
                <a:lnTo>
                  <a:pt x="7" y="42"/>
                </a:lnTo>
                <a:lnTo>
                  <a:pt x="8" y="43"/>
                </a:lnTo>
                <a:lnTo>
                  <a:pt x="9" y="43"/>
                </a:lnTo>
                <a:lnTo>
                  <a:pt x="11" y="43"/>
                </a:lnTo>
                <a:lnTo>
                  <a:pt x="12" y="42"/>
                </a:lnTo>
                <a:lnTo>
                  <a:pt x="13" y="42"/>
                </a:lnTo>
                <a:lnTo>
                  <a:pt x="14" y="41"/>
                </a:lnTo>
                <a:lnTo>
                  <a:pt x="16" y="40"/>
                </a:lnTo>
                <a:lnTo>
                  <a:pt x="16" y="38"/>
                </a:lnTo>
                <a:lnTo>
                  <a:pt x="17" y="38"/>
                </a:lnTo>
                <a:lnTo>
                  <a:pt x="17" y="36"/>
                </a:lnTo>
                <a:lnTo>
                  <a:pt x="17" y="34"/>
                </a:lnTo>
                <a:lnTo>
                  <a:pt x="17" y="34"/>
                </a:lnTo>
                <a:lnTo>
                  <a:pt x="17" y="32"/>
                </a:lnTo>
                <a:lnTo>
                  <a:pt x="17" y="30"/>
                </a:lnTo>
                <a:lnTo>
                  <a:pt x="16" y="29"/>
                </a:lnTo>
                <a:lnTo>
                  <a:pt x="16" y="28"/>
                </a:lnTo>
                <a:lnTo>
                  <a:pt x="15" y="26"/>
                </a:lnTo>
                <a:lnTo>
                  <a:pt x="13" y="26"/>
                </a:lnTo>
                <a:lnTo>
                  <a:pt x="12" y="24"/>
                </a:lnTo>
                <a:lnTo>
                  <a:pt x="9" y="24"/>
                </a:lnTo>
                <a:lnTo>
                  <a:pt x="6" y="24"/>
                </a:lnTo>
                <a:lnTo>
                  <a:pt x="6" y="22"/>
                </a:lnTo>
                <a:lnTo>
                  <a:pt x="8" y="22"/>
                </a:lnTo>
                <a:lnTo>
                  <a:pt x="9" y="22"/>
                </a:lnTo>
                <a:lnTo>
                  <a:pt x="10" y="21"/>
                </a:lnTo>
                <a:lnTo>
                  <a:pt x="12" y="19"/>
                </a:lnTo>
                <a:lnTo>
                  <a:pt x="13" y="18"/>
                </a:lnTo>
                <a:lnTo>
                  <a:pt x="14" y="16"/>
                </a:lnTo>
                <a:lnTo>
                  <a:pt x="14" y="14"/>
                </a:lnTo>
                <a:lnTo>
                  <a:pt x="14" y="13"/>
                </a:lnTo>
                <a:lnTo>
                  <a:pt x="14" y="10"/>
                </a:lnTo>
                <a:lnTo>
                  <a:pt x="14" y="9"/>
                </a:lnTo>
                <a:lnTo>
                  <a:pt x="13" y="8"/>
                </a:lnTo>
                <a:lnTo>
                  <a:pt x="12" y="6"/>
                </a:lnTo>
                <a:lnTo>
                  <a:pt x="12" y="6"/>
                </a:lnTo>
                <a:lnTo>
                  <a:pt x="11" y="6"/>
                </a:lnTo>
                <a:lnTo>
                  <a:pt x="10" y="5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4" y="6"/>
                </a:lnTo>
                <a:lnTo>
                  <a:pt x="4" y="6"/>
                </a:lnTo>
                <a:lnTo>
                  <a:pt x="4" y="7"/>
                </a:lnTo>
                <a:lnTo>
                  <a:pt x="3" y="8"/>
                </a:lnTo>
                <a:lnTo>
                  <a:pt x="3" y="10"/>
                </a:lnTo>
                <a:lnTo>
                  <a:pt x="2" y="11"/>
                </a:lnTo>
                <a:lnTo>
                  <a:pt x="0" y="1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480" rIns="90000" bIns="-24480" anchor="ctr">
            <a:noAutofit/>
          </a:bodyPr>
          <a:lstStyle/>
          <a:p>
            <a:endParaRPr/>
          </a:p>
        </p:txBody>
      </p:sp>
      <p:sp>
        <p:nvSpPr>
          <p:cNvPr id="477" name="ïṩḷïḋê">
            <a:extLst>
              <a:ext uri="{FF2B5EF4-FFF2-40B4-BE49-F238E27FC236}">
                <a16:creationId xmlns:a16="http://schemas.microsoft.com/office/drawing/2014/main" id="{C15AF3F6-01D2-45E4-985C-46B3C3C76A0F}"/>
              </a:ext>
            </a:extLst>
          </p:cNvPr>
          <p:cNvSpPr>
            <a:spLocks noGrp="1"/>
          </p:cNvSpPr>
          <p:nvPr/>
        </p:nvSpPr>
        <p:spPr>
          <a:xfrm>
            <a:off x="2850480" y="554400"/>
            <a:ext cx="190800" cy="333360"/>
          </a:xfrm>
          <a:custGeom>
            <a:avLst/>
            <a:gdLst>
              <a:gd name="textAreaLeft" fmla="*/ 0 w 190800"/>
              <a:gd name="textAreaRight" fmla="*/ 191160 w 190800"/>
              <a:gd name="textAreaTop" fmla="*/ 0 h 333360"/>
              <a:gd name="textAreaBottom" fmla="*/ 333720 h 333360"/>
              <a:gd name="GluePoint1X" fmla="*/ 199 w 438"/>
              <a:gd name="GluePoint1Y" fmla="*/ 337 h 764"/>
              <a:gd name="GluePoint2X" fmla="*/ 183 w 438"/>
              <a:gd name="GluePoint2Y" fmla="*/ 308 h 764"/>
              <a:gd name="GluePoint3X" fmla="*/ 126 w 438"/>
              <a:gd name="GluePoint3Y" fmla="*/ 371 h 764"/>
              <a:gd name="GluePoint4X" fmla="*/ 78 w 438"/>
              <a:gd name="GluePoint4Y" fmla="*/ 348 h 764"/>
              <a:gd name="GluePoint5X" fmla="*/ 55 w 438"/>
              <a:gd name="GluePoint5Y" fmla="*/ 290 h 764"/>
              <a:gd name="GluePoint6X" fmla="*/ 103 w 438"/>
              <a:gd name="GluePoint6Y" fmla="*/ 283 h 764"/>
              <a:gd name="GluePoint7X" fmla="*/ 78 w 438"/>
              <a:gd name="GluePoint7Y" fmla="*/ 216 h 764"/>
              <a:gd name="GluePoint8X" fmla="*/ 83 w 438"/>
              <a:gd name="GluePoint8Y" fmla="*/ 183 h 764"/>
              <a:gd name="GluePoint9X" fmla="*/ 159 w 438"/>
              <a:gd name="GluePoint9Y" fmla="*/ 189 h 764"/>
              <a:gd name="GluePoint10X" fmla="*/ 233 w 438"/>
              <a:gd name="GluePoint10Y" fmla="*/ 120 h 764"/>
              <a:gd name="GluePoint11X" fmla="*/ 250 w 438"/>
              <a:gd name="GluePoint11Y" fmla="*/ 27 h 764"/>
              <a:gd name="GluePoint12X" fmla="*/ 319 w 438"/>
              <a:gd name="GluePoint12Y" fmla="*/ 21 h 764"/>
              <a:gd name="GluePoint13X" fmla="*/ 276 w 438"/>
              <a:gd name="GluePoint13Y" fmla="*/ 123 h 764"/>
              <a:gd name="GluePoint14X" fmla="*/ 255 w 438"/>
              <a:gd name="GluePoint14Y" fmla="*/ 180 h 764"/>
              <a:gd name="GluePoint15X" fmla="*/ 315 w 438"/>
              <a:gd name="GluePoint15Y" fmla="*/ 172 h 764"/>
              <a:gd name="GluePoint16X" fmla="*/ 409 w 438"/>
              <a:gd name="GluePoint16Y" fmla="*/ 132 h 764"/>
              <a:gd name="GluePoint17X" fmla="*/ 435 w 438"/>
              <a:gd name="GluePoint17Y" fmla="*/ 194 h 764"/>
              <a:gd name="GluePoint18X" fmla="*/ 396 w 438"/>
              <a:gd name="GluePoint18Y" fmla="*/ 231 h 764"/>
              <a:gd name="GluePoint19X" fmla="*/ 364 w 438"/>
              <a:gd name="GluePoint19Y" fmla="*/ 260 h 764"/>
              <a:gd name="GluePoint20X" fmla="*/ 321 w 438"/>
              <a:gd name="GluePoint20Y" fmla="*/ 307 h 764"/>
              <a:gd name="GluePoint21X" fmla="*/ 356 w 438"/>
              <a:gd name="GluePoint21Y" fmla="*/ 387 h 764"/>
              <a:gd name="GluePoint22X" fmla="*/ 292 w 438"/>
              <a:gd name="GluePoint22Y" fmla="*/ 434 h 764"/>
              <a:gd name="GluePoint23X" fmla="*/ 251 w 438"/>
              <a:gd name="GluePoint23Y" fmla="*/ 469 h 764"/>
              <a:gd name="GluePoint24X" fmla="*/ 225 w 438"/>
              <a:gd name="GluePoint24Y" fmla="*/ 504 h 764"/>
              <a:gd name="GluePoint25X" fmla="*/ 306 w 438"/>
              <a:gd name="GluePoint25Y" fmla="*/ 484 h 764"/>
              <a:gd name="GluePoint26X" fmla="*/ 326 w 438"/>
              <a:gd name="GluePoint26Y" fmla="*/ 532 h 764"/>
              <a:gd name="GluePoint27X" fmla="*/ 282 w 438"/>
              <a:gd name="GluePoint27Y" fmla="*/ 553 h 764"/>
              <a:gd name="GluePoint28X" fmla="*/ 243 w 438"/>
              <a:gd name="GluePoint28Y" fmla="*/ 541 h 764"/>
              <a:gd name="GluePoint29X" fmla="*/ 251 w 438"/>
              <a:gd name="GluePoint29Y" fmla="*/ 613 h 764"/>
              <a:gd name="GluePoint30X" fmla="*/ 263 w 438"/>
              <a:gd name="GluePoint30Y" fmla="*/ 691 h 764"/>
              <a:gd name="GluePoint31X" fmla="*/ 245 w 438"/>
              <a:gd name="GluePoint31Y" fmla="*/ 760 h 764"/>
              <a:gd name="GluePoint32X" fmla="*/ 196 w 438"/>
              <a:gd name="GluePoint32Y" fmla="*/ 749 h 764"/>
              <a:gd name="GluePoint33X" fmla="*/ 142 w 438"/>
              <a:gd name="GluePoint33Y" fmla="*/ 719 h 764"/>
              <a:gd name="GluePoint34X" fmla="*/ 207 w 438"/>
              <a:gd name="GluePoint34Y" fmla="*/ 700 h 764"/>
              <a:gd name="GluePoint35X" fmla="*/ 217 w 438"/>
              <a:gd name="GluePoint35Y" fmla="*/ 634 h 764"/>
              <a:gd name="GluePoint36X" fmla="*/ 163 w 438"/>
              <a:gd name="GluePoint36Y" fmla="*/ 584 h 764"/>
              <a:gd name="GluePoint37X" fmla="*/ 71 w 438"/>
              <a:gd name="GluePoint37Y" fmla="*/ 634 h 764"/>
              <a:gd name="GluePoint38X" fmla="*/ 3 w 438"/>
              <a:gd name="GluePoint38Y" fmla="*/ 622 h 764"/>
              <a:gd name="GluePoint39X" fmla="*/ 68 w 438"/>
              <a:gd name="GluePoint39Y" fmla="*/ 588 h 764"/>
              <a:gd name="GluePoint40X" fmla="*/ 151 w 438"/>
              <a:gd name="GluePoint40Y" fmla="*/ 536 h 764"/>
              <a:gd name="GluePoint41X" fmla="*/ 195 w 438"/>
              <a:gd name="GluePoint41Y" fmla="*/ 496 h 764"/>
              <a:gd name="GluePoint42X" fmla="*/ 262 w 438"/>
              <a:gd name="GluePoint42Y" fmla="*/ 432 h 764"/>
              <a:gd name="GluePoint43X" fmla="*/ 238 w 438"/>
              <a:gd name="GluePoint43Y" fmla="*/ 413 h 764"/>
              <a:gd name="GluePoint44X" fmla="*/ 176 w 438"/>
              <a:gd name="GluePoint44Y" fmla="*/ 445 h 764"/>
              <a:gd name="GluePoint45X" fmla="*/ 113 w 438"/>
              <a:gd name="GluePoint45Y" fmla="*/ 449 h 764"/>
              <a:gd name="GluePoint46X" fmla="*/ 213 w 438"/>
              <a:gd name="GluePoint46Y" fmla="*/ 395 h 764"/>
              <a:gd name="GluePoint47X" fmla="*/ 277 w 438"/>
              <a:gd name="GluePoint47Y" fmla="*/ 361 h 764"/>
              <a:gd name="GluePoint48X" fmla="*/ 300 w 438"/>
              <a:gd name="GluePoint48Y" fmla="*/ 303 h 764"/>
              <a:gd name="GluePoint49X" fmla="*/ 335 w 438"/>
              <a:gd name="GluePoint49Y" fmla="*/ 263 h 764"/>
              <a:gd name="GluePoint50X" fmla="*/ 368 w 438"/>
              <a:gd name="GluePoint50Y" fmla="*/ 191 h 764"/>
              <a:gd name="GluePoint51X" fmla="*/ 309 w 438"/>
              <a:gd name="GluePoint51Y" fmla="*/ 206 h 764"/>
              <a:gd name="GluePoint52X" fmla="*/ 313 w 438"/>
              <a:gd name="GluePoint52Y" fmla="*/ 245 h 764"/>
              <a:gd name="GluePoint53X" fmla="*/ 284 w 438"/>
              <a:gd name="GluePoint53Y" fmla="*/ 301 h 764"/>
              <a:gd name="GluePoint54X" fmla="*/ 243 w 438"/>
              <a:gd name="GluePoint54Y" fmla="*/ 356 h 764"/>
              <a:gd name="GluePoint55X" fmla="*/ 134 w 438"/>
              <a:gd name="GluePoint55Y" fmla="*/ 220 h 764"/>
              <a:gd name="GluePoint56X" fmla="*/ 131 w 438"/>
              <a:gd name="GluePoint56Y" fmla="*/ 279 h 764"/>
              <a:gd name="GluePoint57X" fmla="*/ 153 w 438"/>
              <a:gd name="GluePoint57Y" fmla="*/ 279 h 764"/>
              <a:gd name="GluePoint58X" fmla="*/ 167 w 438"/>
              <a:gd name="GluePoint58Y" fmla="*/ 224 h 764"/>
              <a:gd name="GluePoint59X" fmla="*/ 179 w 438"/>
              <a:gd name="GluePoint59Y" fmla="*/ 250 h 764"/>
              <a:gd name="GluePoint60X" fmla="*/ 226 w 438"/>
              <a:gd name="GluePoint60Y" fmla="*/ 228 h 764"/>
              <a:gd name="GluePoint61X" fmla="*/ 248 w 438"/>
              <a:gd name="GluePoint61Y" fmla="*/ 279 h 764"/>
              <a:gd name="GluePoint62X" fmla="*/ 274 w 438"/>
              <a:gd name="GluePoint62Y" fmla="*/ 254 h 764"/>
            </a:gdLst>
            <a:ahLst/>
            <a:cxnLst/>
            <a:rect l="textAreaLeft" t="textAreaTop" r="textAreaRight" b="textAreaBottom"/>
            <a:pathLst>
              <a:path w="438" h="764">
                <a:moveTo>
                  <a:pt x="244" y="325"/>
                </a:moveTo>
                <a:lnTo>
                  <a:pt x="239" y="324"/>
                </a:lnTo>
                <a:lnTo>
                  <a:pt x="235" y="324"/>
                </a:lnTo>
                <a:lnTo>
                  <a:pt x="231" y="323"/>
                </a:lnTo>
                <a:lnTo>
                  <a:pt x="227" y="321"/>
                </a:lnTo>
                <a:lnTo>
                  <a:pt x="223" y="320"/>
                </a:lnTo>
                <a:lnTo>
                  <a:pt x="219" y="320"/>
                </a:lnTo>
                <a:lnTo>
                  <a:pt x="216" y="320"/>
                </a:lnTo>
                <a:lnTo>
                  <a:pt x="214" y="320"/>
                </a:lnTo>
                <a:lnTo>
                  <a:pt x="211" y="320"/>
                </a:lnTo>
                <a:lnTo>
                  <a:pt x="209" y="320"/>
                </a:lnTo>
                <a:lnTo>
                  <a:pt x="209" y="323"/>
                </a:lnTo>
                <a:lnTo>
                  <a:pt x="208" y="325"/>
                </a:lnTo>
                <a:lnTo>
                  <a:pt x="207" y="328"/>
                </a:lnTo>
                <a:lnTo>
                  <a:pt x="206" y="330"/>
                </a:lnTo>
                <a:lnTo>
                  <a:pt x="204" y="332"/>
                </a:lnTo>
                <a:lnTo>
                  <a:pt x="203" y="334"/>
                </a:lnTo>
                <a:lnTo>
                  <a:pt x="201" y="336"/>
                </a:lnTo>
                <a:lnTo>
                  <a:pt x="199" y="337"/>
                </a:lnTo>
                <a:lnTo>
                  <a:pt x="195" y="341"/>
                </a:lnTo>
                <a:lnTo>
                  <a:pt x="189" y="343"/>
                </a:lnTo>
                <a:lnTo>
                  <a:pt x="184" y="345"/>
                </a:lnTo>
                <a:lnTo>
                  <a:pt x="179" y="347"/>
                </a:lnTo>
                <a:lnTo>
                  <a:pt x="178" y="344"/>
                </a:lnTo>
                <a:lnTo>
                  <a:pt x="177" y="341"/>
                </a:lnTo>
                <a:lnTo>
                  <a:pt x="176" y="340"/>
                </a:lnTo>
                <a:lnTo>
                  <a:pt x="175" y="339"/>
                </a:lnTo>
                <a:lnTo>
                  <a:pt x="175" y="337"/>
                </a:lnTo>
                <a:lnTo>
                  <a:pt x="175" y="335"/>
                </a:lnTo>
                <a:lnTo>
                  <a:pt x="177" y="332"/>
                </a:lnTo>
                <a:lnTo>
                  <a:pt x="179" y="330"/>
                </a:lnTo>
                <a:lnTo>
                  <a:pt x="181" y="327"/>
                </a:lnTo>
                <a:lnTo>
                  <a:pt x="183" y="323"/>
                </a:lnTo>
                <a:lnTo>
                  <a:pt x="184" y="320"/>
                </a:lnTo>
                <a:lnTo>
                  <a:pt x="185" y="316"/>
                </a:lnTo>
                <a:lnTo>
                  <a:pt x="186" y="312"/>
                </a:lnTo>
                <a:lnTo>
                  <a:pt x="186" y="309"/>
                </a:lnTo>
                <a:lnTo>
                  <a:pt x="183" y="308"/>
                </a:lnTo>
                <a:lnTo>
                  <a:pt x="179" y="307"/>
                </a:lnTo>
                <a:lnTo>
                  <a:pt x="175" y="307"/>
                </a:lnTo>
                <a:lnTo>
                  <a:pt x="170" y="306"/>
                </a:lnTo>
                <a:lnTo>
                  <a:pt x="169" y="308"/>
                </a:lnTo>
                <a:lnTo>
                  <a:pt x="168" y="311"/>
                </a:lnTo>
                <a:lnTo>
                  <a:pt x="167" y="312"/>
                </a:lnTo>
                <a:lnTo>
                  <a:pt x="167" y="314"/>
                </a:lnTo>
                <a:lnTo>
                  <a:pt x="163" y="317"/>
                </a:lnTo>
                <a:lnTo>
                  <a:pt x="161" y="320"/>
                </a:lnTo>
                <a:lnTo>
                  <a:pt x="155" y="326"/>
                </a:lnTo>
                <a:lnTo>
                  <a:pt x="149" y="332"/>
                </a:lnTo>
                <a:lnTo>
                  <a:pt x="147" y="335"/>
                </a:lnTo>
                <a:lnTo>
                  <a:pt x="144" y="339"/>
                </a:lnTo>
                <a:lnTo>
                  <a:pt x="142" y="343"/>
                </a:lnTo>
                <a:lnTo>
                  <a:pt x="140" y="347"/>
                </a:lnTo>
                <a:lnTo>
                  <a:pt x="135" y="355"/>
                </a:lnTo>
                <a:lnTo>
                  <a:pt x="131" y="363"/>
                </a:lnTo>
                <a:lnTo>
                  <a:pt x="128" y="367"/>
                </a:lnTo>
                <a:lnTo>
                  <a:pt x="126" y="371"/>
                </a:lnTo>
                <a:lnTo>
                  <a:pt x="122" y="374"/>
                </a:lnTo>
                <a:lnTo>
                  <a:pt x="119" y="376"/>
                </a:lnTo>
                <a:lnTo>
                  <a:pt x="116" y="378"/>
                </a:lnTo>
                <a:lnTo>
                  <a:pt x="115" y="379"/>
                </a:lnTo>
                <a:lnTo>
                  <a:pt x="112" y="380"/>
                </a:lnTo>
                <a:lnTo>
                  <a:pt x="110" y="380"/>
                </a:lnTo>
                <a:lnTo>
                  <a:pt x="107" y="380"/>
                </a:lnTo>
                <a:lnTo>
                  <a:pt x="105" y="381"/>
                </a:lnTo>
                <a:lnTo>
                  <a:pt x="102" y="381"/>
                </a:lnTo>
                <a:lnTo>
                  <a:pt x="99" y="380"/>
                </a:lnTo>
                <a:lnTo>
                  <a:pt x="97" y="376"/>
                </a:lnTo>
                <a:lnTo>
                  <a:pt x="95" y="373"/>
                </a:lnTo>
                <a:lnTo>
                  <a:pt x="93" y="369"/>
                </a:lnTo>
                <a:lnTo>
                  <a:pt x="91" y="365"/>
                </a:lnTo>
                <a:lnTo>
                  <a:pt x="87" y="364"/>
                </a:lnTo>
                <a:lnTo>
                  <a:pt x="84" y="363"/>
                </a:lnTo>
                <a:lnTo>
                  <a:pt x="82" y="358"/>
                </a:lnTo>
                <a:lnTo>
                  <a:pt x="79" y="354"/>
                </a:lnTo>
                <a:lnTo>
                  <a:pt x="78" y="348"/>
                </a:lnTo>
                <a:lnTo>
                  <a:pt x="76" y="344"/>
                </a:lnTo>
                <a:lnTo>
                  <a:pt x="75" y="339"/>
                </a:lnTo>
                <a:lnTo>
                  <a:pt x="73" y="334"/>
                </a:lnTo>
                <a:lnTo>
                  <a:pt x="72" y="332"/>
                </a:lnTo>
                <a:lnTo>
                  <a:pt x="71" y="329"/>
                </a:lnTo>
                <a:lnTo>
                  <a:pt x="70" y="328"/>
                </a:lnTo>
                <a:lnTo>
                  <a:pt x="68" y="325"/>
                </a:lnTo>
                <a:lnTo>
                  <a:pt x="64" y="321"/>
                </a:lnTo>
                <a:lnTo>
                  <a:pt x="60" y="317"/>
                </a:lnTo>
                <a:lnTo>
                  <a:pt x="55" y="314"/>
                </a:lnTo>
                <a:lnTo>
                  <a:pt x="51" y="310"/>
                </a:lnTo>
                <a:lnTo>
                  <a:pt x="51" y="305"/>
                </a:lnTo>
                <a:lnTo>
                  <a:pt x="51" y="300"/>
                </a:lnTo>
                <a:lnTo>
                  <a:pt x="51" y="298"/>
                </a:lnTo>
                <a:lnTo>
                  <a:pt x="51" y="296"/>
                </a:lnTo>
                <a:lnTo>
                  <a:pt x="52" y="295"/>
                </a:lnTo>
                <a:lnTo>
                  <a:pt x="53" y="292"/>
                </a:lnTo>
                <a:lnTo>
                  <a:pt x="54" y="291"/>
                </a:lnTo>
                <a:lnTo>
                  <a:pt x="55" y="290"/>
                </a:lnTo>
                <a:lnTo>
                  <a:pt x="57" y="288"/>
                </a:lnTo>
                <a:lnTo>
                  <a:pt x="59" y="287"/>
                </a:lnTo>
                <a:lnTo>
                  <a:pt x="61" y="287"/>
                </a:lnTo>
                <a:lnTo>
                  <a:pt x="63" y="286"/>
                </a:lnTo>
                <a:lnTo>
                  <a:pt x="66" y="286"/>
                </a:lnTo>
                <a:lnTo>
                  <a:pt x="69" y="286"/>
                </a:lnTo>
                <a:lnTo>
                  <a:pt x="71" y="288"/>
                </a:lnTo>
                <a:lnTo>
                  <a:pt x="73" y="291"/>
                </a:lnTo>
                <a:lnTo>
                  <a:pt x="76" y="292"/>
                </a:lnTo>
                <a:lnTo>
                  <a:pt x="79" y="294"/>
                </a:lnTo>
                <a:lnTo>
                  <a:pt x="83" y="295"/>
                </a:lnTo>
                <a:lnTo>
                  <a:pt x="87" y="296"/>
                </a:lnTo>
                <a:lnTo>
                  <a:pt x="91" y="296"/>
                </a:lnTo>
                <a:lnTo>
                  <a:pt x="95" y="297"/>
                </a:lnTo>
                <a:lnTo>
                  <a:pt x="97" y="295"/>
                </a:lnTo>
                <a:lnTo>
                  <a:pt x="99" y="292"/>
                </a:lnTo>
                <a:lnTo>
                  <a:pt x="101" y="290"/>
                </a:lnTo>
                <a:lnTo>
                  <a:pt x="102" y="287"/>
                </a:lnTo>
                <a:lnTo>
                  <a:pt x="103" y="283"/>
                </a:lnTo>
                <a:lnTo>
                  <a:pt x="103" y="279"/>
                </a:lnTo>
                <a:lnTo>
                  <a:pt x="103" y="276"/>
                </a:lnTo>
                <a:lnTo>
                  <a:pt x="103" y="272"/>
                </a:lnTo>
                <a:lnTo>
                  <a:pt x="103" y="268"/>
                </a:lnTo>
                <a:lnTo>
                  <a:pt x="102" y="265"/>
                </a:lnTo>
                <a:lnTo>
                  <a:pt x="101" y="261"/>
                </a:lnTo>
                <a:lnTo>
                  <a:pt x="100" y="257"/>
                </a:lnTo>
                <a:lnTo>
                  <a:pt x="98" y="254"/>
                </a:lnTo>
                <a:lnTo>
                  <a:pt x="96" y="250"/>
                </a:lnTo>
                <a:lnTo>
                  <a:pt x="95" y="247"/>
                </a:lnTo>
                <a:lnTo>
                  <a:pt x="92" y="243"/>
                </a:lnTo>
                <a:lnTo>
                  <a:pt x="91" y="240"/>
                </a:lnTo>
                <a:lnTo>
                  <a:pt x="88" y="237"/>
                </a:lnTo>
                <a:lnTo>
                  <a:pt x="88" y="233"/>
                </a:lnTo>
                <a:lnTo>
                  <a:pt x="87" y="229"/>
                </a:lnTo>
                <a:lnTo>
                  <a:pt x="87" y="224"/>
                </a:lnTo>
                <a:lnTo>
                  <a:pt x="87" y="220"/>
                </a:lnTo>
                <a:lnTo>
                  <a:pt x="82" y="219"/>
                </a:lnTo>
                <a:lnTo>
                  <a:pt x="78" y="216"/>
                </a:lnTo>
                <a:lnTo>
                  <a:pt x="75" y="215"/>
                </a:lnTo>
                <a:lnTo>
                  <a:pt x="74" y="211"/>
                </a:lnTo>
                <a:lnTo>
                  <a:pt x="71" y="207"/>
                </a:lnTo>
                <a:lnTo>
                  <a:pt x="68" y="203"/>
                </a:lnTo>
                <a:lnTo>
                  <a:pt x="65" y="199"/>
                </a:lnTo>
                <a:lnTo>
                  <a:pt x="63" y="195"/>
                </a:lnTo>
                <a:lnTo>
                  <a:pt x="61" y="191"/>
                </a:lnTo>
                <a:lnTo>
                  <a:pt x="61" y="188"/>
                </a:lnTo>
                <a:lnTo>
                  <a:pt x="62" y="185"/>
                </a:lnTo>
                <a:lnTo>
                  <a:pt x="63" y="183"/>
                </a:lnTo>
                <a:lnTo>
                  <a:pt x="67" y="182"/>
                </a:lnTo>
                <a:lnTo>
                  <a:pt x="69" y="180"/>
                </a:lnTo>
                <a:lnTo>
                  <a:pt x="70" y="179"/>
                </a:lnTo>
                <a:lnTo>
                  <a:pt x="72" y="179"/>
                </a:lnTo>
                <a:lnTo>
                  <a:pt x="74" y="179"/>
                </a:lnTo>
                <a:lnTo>
                  <a:pt x="76" y="178"/>
                </a:lnTo>
                <a:lnTo>
                  <a:pt x="79" y="179"/>
                </a:lnTo>
                <a:lnTo>
                  <a:pt x="81" y="181"/>
                </a:lnTo>
                <a:lnTo>
                  <a:pt x="83" y="183"/>
                </a:lnTo>
                <a:lnTo>
                  <a:pt x="86" y="184"/>
                </a:lnTo>
                <a:lnTo>
                  <a:pt x="89" y="187"/>
                </a:lnTo>
                <a:lnTo>
                  <a:pt x="93" y="192"/>
                </a:lnTo>
                <a:lnTo>
                  <a:pt x="96" y="196"/>
                </a:lnTo>
                <a:lnTo>
                  <a:pt x="100" y="200"/>
                </a:lnTo>
                <a:lnTo>
                  <a:pt x="103" y="202"/>
                </a:lnTo>
                <a:lnTo>
                  <a:pt x="105" y="203"/>
                </a:lnTo>
                <a:lnTo>
                  <a:pt x="107" y="205"/>
                </a:lnTo>
                <a:lnTo>
                  <a:pt x="111" y="206"/>
                </a:lnTo>
                <a:lnTo>
                  <a:pt x="112" y="207"/>
                </a:lnTo>
                <a:lnTo>
                  <a:pt x="115" y="207"/>
                </a:lnTo>
                <a:lnTo>
                  <a:pt x="117" y="206"/>
                </a:lnTo>
                <a:lnTo>
                  <a:pt x="119" y="206"/>
                </a:lnTo>
                <a:lnTo>
                  <a:pt x="126" y="203"/>
                </a:lnTo>
                <a:lnTo>
                  <a:pt x="131" y="201"/>
                </a:lnTo>
                <a:lnTo>
                  <a:pt x="143" y="195"/>
                </a:lnTo>
                <a:lnTo>
                  <a:pt x="150" y="191"/>
                </a:lnTo>
                <a:lnTo>
                  <a:pt x="155" y="190"/>
                </a:lnTo>
                <a:lnTo>
                  <a:pt x="159" y="189"/>
                </a:lnTo>
                <a:lnTo>
                  <a:pt x="163" y="189"/>
                </a:lnTo>
                <a:lnTo>
                  <a:pt x="167" y="188"/>
                </a:lnTo>
                <a:lnTo>
                  <a:pt x="172" y="185"/>
                </a:lnTo>
                <a:lnTo>
                  <a:pt x="176" y="181"/>
                </a:lnTo>
                <a:lnTo>
                  <a:pt x="185" y="178"/>
                </a:lnTo>
                <a:lnTo>
                  <a:pt x="192" y="175"/>
                </a:lnTo>
                <a:lnTo>
                  <a:pt x="196" y="174"/>
                </a:lnTo>
                <a:lnTo>
                  <a:pt x="199" y="172"/>
                </a:lnTo>
                <a:lnTo>
                  <a:pt x="203" y="170"/>
                </a:lnTo>
                <a:lnTo>
                  <a:pt x="207" y="167"/>
                </a:lnTo>
                <a:lnTo>
                  <a:pt x="209" y="165"/>
                </a:lnTo>
                <a:lnTo>
                  <a:pt x="211" y="163"/>
                </a:lnTo>
                <a:lnTo>
                  <a:pt x="212" y="160"/>
                </a:lnTo>
                <a:lnTo>
                  <a:pt x="214" y="157"/>
                </a:lnTo>
                <a:lnTo>
                  <a:pt x="216" y="151"/>
                </a:lnTo>
                <a:lnTo>
                  <a:pt x="219" y="144"/>
                </a:lnTo>
                <a:lnTo>
                  <a:pt x="223" y="136"/>
                </a:lnTo>
                <a:lnTo>
                  <a:pt x="228" y="128"/>
                </a:lnTo>
                <a:lnTo>
                  <a:pt x="233" y="120"/>
                </a:lnTo>
                <a:lnTo>
                  <a:pt x="239" y="111"/>
                </a:lnTo>
                <a:lnTo>
                  <a:pt x="244" y="103"/>
                </a:lnTo>
                <a:lnTo>
                  <a:pt x="250" y="95"/>
                </a:lnTo>
                <a:lnTo>
                  <a:pt x="255" y="87"/>
                </a:lnTo>
                <a:lnTo>
                  <a:pt x="260" y="79"/>
                </a:lnTo>
                <a:lnTo>
                  <a:pt x="261" y="77"/>
                </a:lnTo>
                <a:lnTo>
                  <a:pt x="262" y="75"/>
                </a:lnTo>
                <a:lnTo>
                  <a:pt x="263" y="72"/>
                </a:lnTo>
                <a:lnTo>
                  <a:pt x="262" y="69"/>
                </a:lnTo>
                <a:lnTo>
                  <a:pt x="262" y="67"/>
                </a:lnTo>
                <a:lnTo>
                  <a:pt x="261" y="63"/>
                </a:lnTo>
                <a:lnTo>
                  <a:pt x="260" y="60"/>
                </a:lnTo>
                <a:lnTo>
                  <a:pt x="259" y="58"/>
                </a:lnTo>
                <a:lnTo>
                  <a:pt x="257" y="52"/>
                </a:lnTo>
                <a:lnTo>
                  <a:pt x="255" y="47"/>
                </a:lnTo>
                <a:lnTo>
                  <a:pt x="252" y="44"/>
                </a:lnTo>
                <a:lnTo>
                  <a:pt x="251" y="41"/>
                </a:lnTo>
                <a:lnTo>
                  <a:pt x="251" y="37"/>
                </a:lnTo>
                <a:lnTo>
                  <a:pt x="250" y="27"/>
                </a:lnTo>
                <a:lnTo>
                  <a:pt x="249" y="16"/>
                </a:lnTo>
                <a:lnTo>
                  <a:pt x="248" y="9"/>
                </a:lnTo>
                <a:lnTo>
                  <a:pt x="250" y="9"/>
                </a:lnTo>
                <a:lnTo>
                  <a:pt x="251" y="8"/>
                </a:lnTo>
                <a:lnTo>
                  <a:pt x="252" y="7"/>
                </a:lnTo>
                <a:lnTo>
                  <a:pt x="254" y="6"/>
                </a:lnTo>
                <a:lnTo>
                  <a:pt x="255" y="3"/>
                </a:lnTo>
                <a:lnTo>
                  <a:pt x="257" y="1"/>
                </a:lnTo>
                <a:lnTo>
                  <a:pt x="265" y="0"/>
                </a:lnTo>
                <a:lnTo>
                  <a:pt x="272" y="1"/>
                </a:lnTo>
                <a:lnTo>
                  <a:pt x="280" y="2"/>
                </a:lnTo>
                <a:lnTo>
                  <a:pt x="286" y="3"/>
                </a:lnTo>
                <a:lnTo>
                  <a:pt x="292" y="4"/>
                </a:lnTo>
                <a:lnTo>
                  <a:pt x="297" y="6"/>
                </a:lnTo>
                <a:lnTo>
                  <a:pt x="302" y="8"/>
                </a:lnTo>
                <a:lnTo>
                  <a:pt x="307" y="11"/>
                </a:lnTo>
                <a:lnTo>
                  <a:pt x="311" y="14"/>
                </a:lnTo>
                <a:lnTo>
                  <a:pt x="315" y="17"/>
                </a:lnTo>
                <a:lnTo>
                  <a:pt x="319" y="21"/>
                </a:lnTo>
                <a:lnTo>
                  <a:pt x="323" y="25"/>
                </a:lnTo>
                <a:lnTo>
                  <a:pt x="331" y="34"/>
                </a:lnTo>
                <a:lnTo>
                  <a:pt x="339" y="43"/>
                </a:lnTo>
                <a:lnTo>
                  <a:pt x="338" y="50"/>
                </a:lnTo>
                <a:lnTo>
                  <a:pt x="336" y="55"/>
                </a:lnTo>
                <a:lnTo>
                  <a:pt x="334" y="60"/>
                </a:lnTo>
                <a:lnTo>
                  <a:pt x="332" y="65"/>
                </a:lnTo>
                <a:lnTo>
                  <a:pt x="328" y="69"/>
                </a:lnTo>
                <a:lnTo>
                  <a:pt x="324" y="73"/>
                </a:lnTo>
                <a:lnTo>
                  <a:pt x="321" y="77"/>
                </a:lnTo>
                <a:lnTo>
                  <a:pt x="317" y="81"/>
                </a:lnTo>
                <a:lnTo>
                  <a:pt x="309" y="87"/>
                </a:lnTo>
                <a:lnTo>
                  <a:pt x="301" y="95"/>
                </a:lnTo>
                <a:lnTo>
                  <a:pt x="297" y="98"/>
                </a:lnTo>
                <a:lnTo>
                  <a:pt x="293" y="102"/>
                </a:lnTo>
                <a:lnTo>
                  <a:pt x="289" y="105"/>
                </a:lnTo>
                <a:lnTo>
                  <a:pt x="286" y="109"/>
                </a:lnTo>
                <a:lnTo>
                  <a:pt x="280" y="116"/>
                </a:lnTo>
                <a:lnTo>
                  <a:pt x="276" y="123"/>
                </a:lnTo>
                <a:lnTo>
                  <a:pt x="273" y="127"/>
                </a:lnTo>
                <a:lnTo>
                  <a:pt x="271" y="130"/>
                </a:lnTo>
                <a:lnTo>
                  <a:pt x="267" y="133"/>
                </a:lnTo>
                <a:lnTo>
                  <a:pt x="265" y="136"/>
                </a:lnTo>
                <a:lnTo>
                  <a:pt x="255" y="143"/>
                </a:lnTo>
                <a:lnTo>
                  <a:pt x="246" y="151"/>
                </a:lnTo>
                <a:lnTo>
                  <a:pt x="243" y="153"/>
                </a:lnTo>
                <a:lnTo>
                  <a:pt x="242" y="155"/>
                </a:lnTo>
                <a:lnTo>
                  <a:pt x="239" y="158"/>
                </a:lnTo>
                <a:lnTo>
                  <a:pt x="238" y="160"/>
                </a:lnTo>
                <a:lnTo>
                  <a:pt x="237" y="163"/>
                </a:lnTo>
                <a:lnTo>
                  <a:pt x="235" y="166"/>
                </a:lnTo>
                <a:lnTo>
                  <a:pt x="235" y="169"/>
                </a:lnTo>
                <a:lnTo>
                  <a:pt x="235" y="172"/>
                </a:lnTo>
                <a:lnTo>
                  <a:pt x="237" y="175"/>
                </a:lnTo>
                <a:lnTo>
                  <a:pt x="239" y="177"/>
                </a:lnTo>
                <a:lnTo>
                  <a:pt x="244" y="178"/>
                </a:lnTo>
                <a:lnTo>
                  <a:pt x="250" y="179"/>
                </a:lnTo>
                <a:lnTo>
                  <a:pt x="255" y="180"/>
                </a:lnTo>
                <a:lnTo>
                  <a:pt x="260" y="181"/>
                </a:lnTo>
                <a:lnTo>
                  <a:pt x="263" y="183"/>
                </a:lnTo>
                <a:lnTo>
                  <a:pt x="265" y="185"/>
                </a:lnTo>
                <a:lnTo>
                  <a:pt x="267" y="186"/>
                </a:lnTo>
                <a:lnTo>
                  <a:pt x="268" y="187"/>
                </a:lnTo>
                <a:lnTo>
                  <a:pt x="270" y="187"/>
                </a:lnTo>
                <a:lnTo>
                  <a:pt x="272" y="188"/>
                </a:lnTo>
                <a:lnTo>
                  <a:pt x="274" y="189"/>
                </a:lnTo>
                <a:lnTo>
                  <a:pt x="277" y="189"/>
                </a:lnTo>
                <a:lnTo>
                  <a:pt x="280" y="189"/>
                </a:lnTo>
                <a:lnTo>
                  <a:pt x="282" y="189"/>
                </a:lnTo>
                <a:lnTo>
                  <a:pt x="285" y="188"/>
                </a:lnTo>
                <a:lnTo>
                  <a:pt x="288" y="187"/>
                </a:lnTo>
                <a:lnTo>
                  <a:pt x="291" y="187"/>
                </a:lnTo>
                <a:lnTo>
                  <a:pt x="293" y="185"/>
                </a:lnTo>
                <a:lnTo>
                  <a:pt x="299" y="183"/>
                </a:lnTo>
                <a:lnTo>
                  <a:pt x="304" y="179"/>
                </a:lnTo>
                <a:lnTo>
                  <a:pt x="309" y="176"/>
                </a:lnTo>
                <a:lnTo>
                  <a:pt x="315" y="172"/>
                </a:lnTo>
                <a:lnTo>
                  <a:pt x="325" y="165"/>
                </a:lnTo>
                <a:lnTo>
                  <a:pt x="335" y="157"/>
                </a:lnTo>
                <a:lnTo>
                  <a:pt x="339" y="154"/>
                </a:lnTo>
                <a:lnTo>
                  <a:pt x="344" y="151"/>
                </a:lnTo>
                <a:lnTo>
                  <a:pt x="347" y="148"/>
                </a:lnTo>
                <a:lnTo>
                  <a:pt x="351" y="146"/>
                </a:lnTo>
                <a:lnTo>
                  <a:pt x="355" y="145"/>
                </a:lnTo>
                <a:lnTo>
                  <a:pt x="359" y="144"/>
                </a:lnTo>
                <a:lnTo>
                  <a:pt x="364" y="143"/>
                </a:lnTo>
                <a:lnTo>
                  <a:pt x="367" y="142"/>
                </a:lnTo>
                <a:lnTo>
                  <a:pt x="378" y="136"/>
                </a:lnTo>
                <a:lnTo>
                  <a:pt x="388" y="131"/>
                </a:lnTo>
                <a:lnTo>
                  <a:pt x="391" y="130"/>
                </a:lnTo>
                <a:lnTo>
                  <a:pt x="394" y="129"/>
                </a:lnTo>
                <a:lnTo>
                  <a:pt x="396" y="128"/>
                </a:lnTo>
                <a:lnTo>
                  <a:pt x="400" y="128"/>
                </a:lnTo>
                <a:lnTo>
                  <a:pt x="403" y="129"/>
                </a:lnTo>
                <a:lnTo>
                  <a:pt x="406" y="131"/>
                </a:lnTo>
                <a:lnTo>
                  <a:pt x="409" y="132"/>
                </a:lnTo>
                <a:lnTo>
                  <a:pt x="413" y="135"/>
                </a:lnTo>
                <a:lnTo>
                  <a:pt x="416" y="137"/>
                </a:lnTo>
                <a:lnTo>
                  <a:pt x="418" y="140"/>
                </a:lnTo>
                <a:lnTo>
                  <a:pt x="420" y="143"/>
                </a:lnTo>
                <a:lnTo>
                  <a:pt x="424" y="146"/>
                </a:lnTo>
                <a:lnTo>
                  <a:pt x="426" y="150"/>
                </a:lnTo>
                <a:lnTo>
                  <a:pt x="428" y="154"/>
                </a:lnTo>
                <a:lnTo>
                  <a:pt x="431" y="158"/>
                </a:lnTo>
                <a:lnTo>
                  <a:pt x="433" y="162"/>
                </a:lnTo>
                <a:lnTo>
                  <a:pt x="435" y="167"/>
                </a:lnTo>
                <a:lnTo>
                  <a:pt x="436" y="171"/>
                </a:lnTo>
                <a:lnTo>
                  <a:pt x="437" y="176"/>
                </a:lnTo>
                <a:lnTo>
                  <a:pt x="438" y="180"/>
                </a:lnTo>
                <a:lnTo>
                  <a:pt x="437" y="183"/>
                </a:lnTo>
                <a:lnTo>
                  <a:pt x="437" y="185"/>
                </a:lnTo>
                <a:lnTo>
                  <a:pt x="437" y="187"/>
                </a:lnTo>
                <a:lnTo>
                  <a:pt x="436" y="189"/>
                </a:lnTo>
                <a:lnTo>
                  <a:pt x="436" y="191"/>
                </a:lnTo>
                <a:lnTo>
                  <a:pt x="435" y="194"/>
                </a:lnTo>
                <a:lnTo>
                  <a:pt x="434" y="196"/>
                </a:lnTo>
                <a:lnTo>
                  <a:pt x="432" y="198"/>
                </a:lnTo>
                <a:lnTo>
                  <a:pt x="430" y="200"/>
                </a:lnTo>
                <a:lnTo>
                  <a:pt x="428" y="202"/>
                </a:lnTo>
                <a:lnTo>
                  <a:pt x="425" y="203"/>
                </a:lnTo>
                <a:lnTo>
                  <a:pt x="422" y="205"/>
                </a:lnTo>
                <a:lnTo>
                  <a:pt x="419" y="207"/>
                </a:lnTo>
                <a:lnTo>
                  <a:pt x="416" y="208"/>
                </a:lnTo>
                <a:lnTo>
                  <a:pt x="413" y="210"/>
                </a:lnTo>
                <a:lnTo>
                  <a:pt x="411" y="211"/>
                </a:lnTo>
                <a:lnTo>
                  <a:pt x="409" y="214"/>
                </a:lnTo>
                <a:lnTo>
                  <a:pt x="408" y="216"/>
                </a:lnTo>
                <a:lnTo>
                  <a:pt x="406" y="219"/>
                </a:lnTo>
                <a:lnTo>
                  <a:pt x="404" y="221"/>
                </a:lnTo>
                <a:lnTo>
                  <a:pt x="403" y="223"/>
                </a:lnTo>
                <a:lnTo>
                  <a:pt x="401" y="226"/>
                </a:lnTo>
                <a:lnTo>
                  <a:pt x="400" y="228"/>
                </a:lnTo>
                <a:lnTo>
                  <a:pt x="397" y="230"/>
                </a:lnTo>
                <a:lnTo>
                  <a:pt x="396" y="231"/>
                </a:lnTo>
                <a:lnTo>
                  <a:pt x="394" y="231"/>
                </a:lnTo>
                <a:lnTo>
                  <a:pt x="392" y="231"/>
                </a:lnTo>
                <a:lnTo>
                  <a:pt x="390" y="231"/>
                </a:lnTo>
                <a:lnTo>
                  <a:pt x="388" y="232"/>
                </a:lnTo>
                <a:lnTo>
                  <a:pt x="387" y="233"/>
                </a:lnTo>
                <a:lnTo>
                  <a:pt x="385" y="234"/>
                </a:lnTo>
                <a:lnTo>
                  <a:pt x="384" y="235"/>
                </a:lnTo>
                <a:lnTo>
                  <a:pt x="384" y="237"/>
                </a:lnTo>
                <a:lnTo>
                  <a:pt x="384" y="239"/>
                </a:lnTo>
                <a:lnTo>
                  <a:pt x="381" y="242"/>
                </a:lnTo>
                <a:lnTo>
                  <a:pt x="379" y="243"/>
                </a:lnTo>
                <a:lnTo>
                  <a:pt x="376" y="246"/>
                </a:lnTo>
                <a:lnTo>
                  <a:pt x="374" y="247"/>
                </a:lnTo>
                <a:lnTo>
                  <a:pt x="372" y="249"/>
                </a:lnTo>
                <a:lnTo>
                  <a:pt x="368" y="251"/>
                </a:lnTo>
                <a:lnTo>
                  <a:pt x="367" y="253"/>
                </a:lnTo>
                <a:lnTo>
                  <a:pt x="364" y="255"/>
                </a:lnTo>
                <a:lnTo>
                  <a:pt x="364" y="258"/>
                </a:lnTo>
                <a:lnTo>
                  <a:pt x="364" y="260"/>
                </a:lnTo>
                <a:lnTo>
                  <a:pt x="362" y="263"/>
                </a:lnTo>
                <a:lnTo>
                  <a:pt x="359" y="267"/>
                </a:lnTo>
                <a:lnTo>
                  <a:pt x="356" y="269"/>
                </a:lnTo>
                <a:lnTo>
                  <a:pt x="352" y="271"/>
                </a:lnTo>
                <a:lnTo>
                  <a:pt x="345" y="276"/>
                </a:lnTo>
                <a:lnTo>
                  <a:pt x="339" y="281"/>
                </a:lnTo>
                <a:lnTo>
                  <a:pt x="338" y="282"/>
                </a:lnTo>
                <a:lnTo>
                  <a:pt x="337" y="283"/>
                </a:lnTo>
                <a:lnTo>
                  <a:pt x="336" y="285"/>
                </a:lnTo>
                <a:lnTo>
                  <a:pt x="336" y="287"/>
                </a:lnTo>
                <a:lnTo>
                  <a:pt x="336" y="291"/>
                </a:lnTo>
                <a:lnTo>
                  <a:pt x="335" y="294"/>
                </a:lnTo>
                <a:lnTo>
                  <a:pt x="333" y="295"/>
                </a:lnTo>
                <a:lnTo>
                  <a:pt x="332" y="296"/>
                </a:lnTo>
                <a:lnTo>
                  <a:pt x="331" y="298"/>
                </a:lnTo>
                <a:lnTo>
                  <a:pt x="329" y="299"/>
                </a:lnTo>
                <a:lnTo>
                  <a:pt x="326" y="300"/>
                </a:lnTo>
                <a:lnTo>
                  <a:pt x="324" y="303"/>
                </a:lnTo>
                <a:lnTo>
                  <a:pt x="321" y="307"/>
                </a:lnTo>
                <a:lnTo>
                  <a:pt x="319" y="314"/>
                </a:lnTo>
                <a:lnTo>
                  <a:pt x="316" y="322"/>
                </a:lnTo>
                <a:lnTo>
                  <a:pt x="314" y="326"/>
                </a:lnTo>
                <a:lnTo>
                  <a:pt x="323" y="331"/>
                </a:lnTo>
                <a:lnTo>
                  <a:pt x="332" y="336"/>
                </a:lnTo>
                <a:lnTo>
                  <a:pt x="336" y="337"/>
                </a:lnTo>
                <a:lnTo>
                  <a:pt x="340" y="340"/>
                </a:lnTo>
                <a:lnTo>
                  <a:pt x="343" y="343"/>
                </a:lnTo>
                <a:lnTo>
                  <a:pt x="347" y="346"/>
                </a:lnTo>
                <a:lnTo>
                  <a:pt x="350" y="349"/>
                </a:lnTo>
                <a:lnTo>
                  <a:pt x="352" y="352"/>
                </a:lnTo>
                <a:lnTo>
                  <a:pt x="355" y="356"/>
                </a:lnTo>
                <a:lnTo>
                  <a:pt x="356" y="361"/>
                </a:lnTo>
                <a:lnTo>
                  <a:pt x="358" y="365"/>
                </a:lnTo>
                <a:lnTo>
                  <a:pt x="360" y="371"/>
                </a:lnTo>
                <a:lnTo>
                  <a:pt x="360" y="376"/>
                </a:lnTo>
                <a:lnTo>
                  <a:pt x="360" y="383"/>
                </a:lnTo>
                <a:lnTo>
                  <a:pt x="358" y="384"/>
                </a:lnTo>
                <a:lnTo>
                  <a:pt x="356" y="387"/>
                </a:lnTo>
                <a:lnTo>
                  <a:pt x="354" y="389"/>
                </a:lnTo>
                <a:lnTo>
                  <a:pt x="352" y="391"/>
                </a:lnTo>
                <a:lnTo>
                  <a:pt x="350" y="396"/>
                </a:lnTo>
                <a:lnTo>
                  <a:pt x="346" y="400"/>
                </a:lnTo>
                <a:lnTo>
                  <a:pt x="342" y="401"/>
                </a:lnTo>
                <a:lnTo>
                  <a:pt x="337" y="402"/>
                </a:lnTo>
                <a:lnTo>
                  <a:pt x="334" y="407"/>
                </a:lnTo>
                <a:lnTo>
                  <a:pt x="330" y="412"/>
                </a:lnTo>
                <a:lnTo>
                  <a:pt x="328" y="412"/>
                </a:lnTo>
                <a:lnTo>
                  <a:pt x="326" y="413"/>
                </a:lnTo>
                <a:lnTo>
                  <a:pt x="324" y="414"/>
                </a:lnTo>
                <a:lnTo>
                  <a:pt x="322" y="415"/>
                </a:lnTo>
                <a:lnTo>
                  <a:pt x="317" y="416"/>
                </a:lnTo>
                <a:lnTo>
                  <a:pt x="313" y="418"/>
                </a:lnTo>
                <a:lnTo>
                  <a:pt x="309" y="423"/>
                </a:lnTo>
                <a:lnTo>
                  <a:pt x="306" y="428"/>
                </a:lnTo>
                <a:lnTo>
                  <a:pt x="300" y="430"/>
                </a:lnTo>
                <a:lnTo>
                  <a:pt x="296" y="433"/>
                </a:lnTo>
                <a:lnTo>
                  <a:pt x="292" y="434"/>
                </a:lnTo>
                <a:lnTo>
                  <a:pt x="291" y="436"/>
                </a:lnTo>
                <a:lnTo>
                  <a:pt x="288" y="437"/>
                </a:lnTo>
                <a:lnTo>
                  <a:pt x="286" y="439"/>
                </a:lnTo>
                <a:lnTo>
                  <a:pt x="283" y="442"/>
                </a:lnTo>
                <a:lnTo>
                  <a:pt x="280" y="446"/>
                </a:lnTo>
                <a:lnTo>
                  <a:pt x="279" y="448"/>
                </a:lnTo>
                <a:lnTo>
                  <a:pt x="277" y="450"/>
                </a:lnTo>
                <a:lnTo>
                  <a:pt x="276" y="452"/>
                </a:lnTo>
                <a:lnTo>
                  <a:pt x="274" y="452"/>
                </a:lnTo>
                <a:lnTo>
                  <a:pt x="272" y="453"/>
                </a:lnTo>
                <a:lnTo>
                  <a:pt x="268" y="453"/>
                </a:lnTo>
                <a:lnTo>
                  <a:pt x="266" y="456"/>
                </a:lnTo>
                <a:lnTo>
                  <a:pt x="263" y="460"/>
                </a:lnTo>
                <a:lnTo>
                  <a:pt x="262" y="462"/>
                </a:lnTo>
                <a:lnTo>
                  <a:pt x="261" y="464"/>
                </a:lnTo>
                <a:lnTo>
                  <a:pt x="259" y="465"/>
                </a:lnTo>
                <a:lnTo>
                  <a:pt x="258" y="467"/>
                </a:lnTo>
                <a:lnTo>
                  <a:pt x="254" y="468"/>
                </a:lnTo>
                <a:lnTo>
                  <a:pt x="251" y="469"/>
                </a:lnTo>
                <a:lnTo>
                  <a:pt x="250" y="470"/>
                </a:lnTo>
                <a:lnTo>
                  <a:pt x="248" y="472"/>
                </a:lnTo>
                <a:lnTo>
                  <a:pt x="247" y="475"/>
                </a:lnTo>
                <a:lnTo>
                  <a:pt x="244" y="476"/>
                </a:lnTo>
                <a:lnTo>
                  <a:pt x="243" y="478"/>
                </a:lnTo>
                <a:lnTo>
                  <a:pt x="240" y="480"/>
                </a:lnTo>
                <a:lnTo>
                  <a:pt x="235" y="482"/>
                </a:lnTo>
                <a:lnTo>
                  <a:pt x="231" y="484"/>
                </a:lnTo>
                <a:lnTo>
                  <a:pt x="229" y="486"/>
                </a:lnTo>
                <a:lnTo>
                  <a:pt x="227" y="488"/>
                </a:lnTo>
                <a:lnTo>
                  <a:pt x="225" y="489"/>
                </a:lnTo>
                <a:lnTo>
                  <a:pt x="223" y="492"/>
                </a:lnTo>
                <a:lnTo>
                  <a:pt x="222" y="494"/>
                </a:lnTo>
                <a:lnTo>
                  <a:pt x="221" y="496"/>
                </a:lnTo>
                <a:lnTo>
                  <a:pt x="221" y="500"/>
                </a:lnTo>
                <a:lnTo>
                  <a:pt x="221" y="504"/>
                </a:lnTo>
                <a:lnTo>
                  <a:pt x="222" y="504"/>
                </a:lnTo>
                <a:lnTo>
                  <a:pt x="224" y="504"/>
                </a:lnTo>
                <a:lnTo>
                  <a:pt x="225" y="504"/>
                </a:lnTo>
                <a:lnTo>
                  <a:pt x="227" y="504"/>
                </a:lnTo>
                <a:lnTo>
                  <a:pt x="229" y="504"/>
                </a:lnTo>
                <a:lnTo>
                  <a:pt x="232" y="504"/>
                </a:lnTo>
                <a:lnTo>
                  <a:pt x="239" y="502"/>
                </a:lnTo>
                <a:lnTo>
                  <a:pt x="246" y="500"/>
                </a:lnTo>
                <a:lnTo>
                  <a:pt x="259" y="494"/>
                </a:lnTo>
                <a:lnTo>
                  <a:pt x="267" y="490"/>
                </a:lnTo>
                <a:lnTo>
                  <a:pt x="272" y="489"/>
                </a:lnTo>
                <a:lnTo>
                  <a:pt x="276" y="488"/>
                </a:lnTo>
                <a:lnTo>
                  <a:pt x="280" y="488"/>
                </a:lnTo>
                <a:lnTo>
                  <a:pt x="284" y="488"/>
                </a:lnTo>
                <a:lnTo>
                  <a:pt x="287" y="487"/>
                </a:lnTo>
                <a:lnTo>
                  <a:pt x="290" y="485"/>
                </a:lnTo>
                <a:lnTo>
                  <a:pt x="292" y="485"/>
                </a:lnTo>
                <a:lnTo>
                  <a:pt x="296" y="484"/>
                </a:lnTo>
                <a:lnTo>
                  <a:pt x="298" y="484"/>
                </a:lnTo>
                <a:lnTo>
                  <a:pt x="301" y="484"/>
                </a:lnTo>
                <a:lnTo>
                  <a:pt x="304" y="484"/>
                </a:lnTo>
                <a:lnTo>
                  <a:pt x="306" y="484"/>
                </a:lnTo>
                <a:lnTo>
                  <a:pt x="308" y="485"/>
                </a:lnTo>
                <a:lnTo>
                  <a:pt x="311" y="485"/>
                </a:lnTo>
                <a:lnTo>
                  <a:pt x="313" y="486"/>
                </a:lnTo>
                <a:lnTo>
                  <a:pt x="315" y="487"/>
                </a:lnTo>
                <a:lnTo>
                  <a:pt x="320" y="489"/>
                </a:lnTo>
                <a:lnTo>
                  <a:pt x="323" y="492"/>
                </a:lnTo>
                <a:lnTo>
                  <a:pt x="327" y="495"/>
                </a:lnTo>
                <a:lnTo>
                  <a:pt x="330" y="499"/>
                </a:lnTo>
                <a:lnTo>
                  <a:pt x="332" y="502"/>
                </a:lnTo>
                <a:lnTo>
                  <a:pt x="335" y="506"/>
                </a:lnTo>
                <a:lnTo>
                  <a:pt x="337" y="511"/>
                </a:lnTo>
                <a:lnTo>
                  <a:pt x="339" y="515"/>
                </a:lnTo>
                <a:lnTo>
                  <a:pt x="340" y="520"/>
                </a:lnTo>
                <a:lnTo>
                  <a:pt x="342" y="524"/>
                </a:lnTo>
                <a:lnTo>
                  <a:pt x="338" y="528"/>
                </a:lnTo>
                <a:lnTo>
                  <a:pt x="335" y="532"/>
                </a:lnTo>
                <a:lnTo>
                  <a:pt x="332" y="532"/>
                </a:lnTo>
                <a:lnTo>
                  <a:pt x="328" y="532"/>
                </a:lnTo>
                <a:lnTo>
                  <a:pt x="326" y="532"/>
                </a:lnTo>
                <a:lnTo>
                  <a:pt x="323" y="532"/>
                </a:lnTo>
                <a:lnTo>
                  <a:pt x="319" y="533"/>
                </a:lnTo>
                <a:lnTo>
                  <a:pt x="315" y="536"/>
                </a:lnTo>
                <a:lnTo>
                  <a:pt x="311" y="539"/>
                </a:lnTo>
                <a:lnTo>
                  <a:pt x="307" y="541"/>
                </a:lnTo>
                <a:lnTo>
                  <a:pt x="304" y="541"/>
                </a:lnTo>
                <a:lnTo>
                  <a:pt x="302" y="541"/>
                </a:lnTo>
                <a:lnTo>
                  <a:pt x="300" y="542"/>
                </a:lnTo>
                <a:lnTo>
                  <a:pt x="297" y="542"/>
                </a:lnTo>
                <a:lnTo>
                  <a:pt x="296" y="542"/>
                </a:lnTo>
                <a:lnTo>
                  <a:pt x="293" y="542"/>
                </a:lnTo>
                <a:lnTo>
                  <a:pt x="292" y="542"/>
                </a:lnTo>
                <a:lnTo>
                  <a:pt x="290" y="543"/>
                </a:lnTo>
                <a:lnTo>
                  <a:pt x="290" y="544"/>
                </a:lnTo>
                <a:lnTo>
                  <a:pt x="290" y="545"/>
                </a:lnTo>
                <a:lnTo>
                  <a:pt x="289" y="546"/>
                </a:lnTo>
                <a:lnTo>
                  <a:pt x="288" y="548"/>
                </a:lnTo>
                <a:lnTo>
                  <a:pt x="285" y="550"/>
                </a:lnTo>
                <a:lnTo>
                  <a:pt x="282" y="553"/>
                </a:lnTo>
                <a:lnTo>
                  <a:pt x="278" y="556"/>
                </a:lnTo>
                <a:lnTo>
                  <a:pt x="274" y="558"/>
                </a:lnTo>
                <a:lnTo>
                  <a:pt x="271" y="559"/>
                </a:lnTo>
                <a:lnTo>
                  <a:pt x="267" y="560"/>
                </a:lnTo>
                <a:lnTo>
                  <a:pt x="267" y="559"/>
                </a:lnTo>
                <a:lnTo>
                  <a:pt x="267" y="558"/>
                </a:lnTo>
                <a:lnTo>
                  <a:pt x="264" y="556"/>
                </a:lnTo>
                <a:lnTo>
                  <a:pt x="261" y="552"/>
                </a:lnTo>
                <a:lnTo>
                  <a:pt x="260" y="551"/>
                </a:lnTo>
                <a:lnTo>
                  <a:pt x="260" y="549"/>
                </a:lnTo>
                <a:lnTo>
                  <a:pt x="260" y="548"/>
                </a:lnTo>
                <a:lnTo>
                  <a:pt x="261" y="546"/>
                </a:lnTo>
                <a:lnTo>
                  <a:pt x="261" y="545"/>
                </a:lnTo>
                <a:lnTo>
                  <a:pt x="261" y="544"/>
                </a:lnTo>
                <a:lnTo>
                  <a:pt x="261" y="542"/>
                </a:lnTo>
                <a:lnTo>
                  <a:pt x="260" y="541"/>
                </a:lnTo>
                <a:lnTo>
                  <a:pt x="255" y="541"/>
                </a:lnTo>
                <a:lnTo>
                  <a:pt x="248" y="541"/>
                </a:lnTo>
                <a:lnTo>
                  <a:pt x="243" y="541"/>
                </a:lnTo>
                <a:lnTo>
                  <a:pt x="237" y="541"/>
                </a:lnTo>
                <a:lnTo>
                  <a:pt x="235" y="543"/>
                </a:lnTo>
                <a:lnTo>
                  <a:pt x="235" y="546"/>
                </a:lnTo>
                <a:lnTo>
                  <a:pt x="235" y="548"/>
                </a:lnTo>
                <a:lnTo>
                  <a:pt x="235" y="551"/>
                </a:lnTo>
                <a:lnTo>
                  <a:pt x="235" y="553"/>
                </a:lnTo>
                <a:lnTo>
                  <a:pt x="235" y="556"/>
                </a:lnTo>
                <a:lnTo>
                  <a:pt x="236" y="561"/>
                </a:lnTo>
                <a:lnTo>
                  <a:pt x="239" y="567"/>
                </a:lnTo>
                <a:lnTo>
                  <a:pt x="243" y="576"/>
                </a:lnTo>
                <a:lnTo>
                  <a:pt x="247" y="586"/>
                </a:lnTo>
                <a:lnTo>
                  <a:pt x="247" y="589"/>
                </a:lnTo>
                <a:lnTo>
                  <a:pt x="248" y="593"/>
                </a:lnTo>
                <a:lnTo>
                  <a:pt x="248" y="596"/>
                </a:lnTo>
                <a:lnTo>
                  <a:pt x="248" y="600"/>
                </a:lnTo>
                <a:lnTo>
                  <a:pt x="248" y="603"/>
                </a:lnTo>
                <a:lnTo>
                  <a:pt x="249" y="606"/>
                </a:lnTo>
                <a:lnTo>
                  <a:pt x="250" y="609"/>
                </a:lnTo>
                <a:lnTo>
                  <a:pt x="251" y="613"/>
                </a:lnTo>
                <a:lnTo>
                  <a:pt x="253" y="616"/>
                </a:lnTo>
                <a:lnTo>
                  <a:pt x="255" y="618"/>
                </a:lnTo>
                <a:lnTo>
                  <a:pt x="256" y="620"/>
                </a:lnTo>
                <a:lnTo>
                  <a:pt x="257" y="622"/>
                </a:lnTo>
                <a:lnTo>
                  <a:pt x="257" y="624"/>
                </a:lnTo>
                <a:lnTo>
                  <a:pt x="257" y="625"/>
                </a:lnTo>
                <a:lnTo>
                  <a:pt x="257" y="628"/>
                </a:lnTo>
                <a:lnTo>
                  <a:pt x="257" y="629"/>
                </a:lnTo>
                <a:lnTo>
                  <a:pt x="257" y="632"/>
                </a:lnTo>
                <a:lnTo>
                  <a:pt x="258" y="634"/>
                </a:lnTo>
                <a:lnTo>
                  <a:pt x="261" y="639"/>
                </a:lnTo>
                <a:lnTo>
                  <a:pt x="263" y="643"/>
                </a:lnTo>
                <a:lnTo>
                  <a:pt x="265" y="645"/>
                </a:lnTo>
                <a:lnTo>
                  <a:pt x="265" y="648"/>
                </a:lnTo>
                <a:lnTo>
                  <a:pt x="266" y="652"/>
                </a:lnTo>
                <a:lnTo>
                  <a:pt x="266" y="657"/>
                </a:lnTo>
                <a:lnTo>
                  <a:pt x="266" y="668"/>
                </a:lnTo>
                <a:lnTo>
                  <a:pt x="265" y="679"/>
                </a:lnTo>
                <a:lnTo>
                  <a:pt x="263" y="691"/>
                </a:lnTo>
                <a:lnTo>
                  <a:pt x="263" y="700"/>
                </a:lnTo>
                <a:lnTo>
                  <a:pt x="261" y="708"/>
                </a:lnTo>
                <a:lnTo>
                  <a:pt x="260" y="713"/>
                </a:lnTo>
                <a:lnTo>
                  <a:pt x="259" y="716"/>
                </a:lnTo>
                <a:lnTo>
                  <a:pt x="259" y="720"/>
                </a:lnTo>
                <a:lnTo>
                  <a:pt x="259" y="723"/>
                </a:lnTo>
                <a:lnTo>
                  <a:pt x="259" y="727"/>
                </a:lnTo>
                <a:lnTo>
                  <a:pt x="258" y="732"/>
                </a:lnTo>
                <a:lnTo>
                  <a:pt x="258" y="739"/>
                </a:lnTo>
                <a:lnTo>
                  <a:pt x="258" y="741"/>
                </a:lnTo>
                <a:lnTo>
                  <a:pt x="257" y="744"/>
                </a:lnTo>
                <a:lnTo>
                  <a:pt x="257" y="747"/>
                </a:lnTo>
                <a:lnTo>
                  <a:pt x="256" y="749"/>
                </a:lnTo>
                <a:lnTo>
                  <a:pt x="255" y="752"/>
                </a:lnTo>
                <a:lnTo>
                  <a:pt x="254" y="754"/>
                </a:lnTo>
                <a:lnTo>
                  <a:pt x="251" y="756"/>
                </a:lnTo>
                <a:lnTo>
                  <a:pt x="249" y="758"/>
                </a:lnTo>
                <a:lnTo>
                  <a:pt x="247" y="760"/>
                </a:lnTo>
                <a:lnTo>
                  <a:pt x="245" y="760"/>
                </a:lnTo>
                <a:lnTo>
                  <a:pt x="243" y="762"/>
                </a:lnTo>
                <a:lnTo>
                  <a:pt x="239" y="763"/>
                </a:lnTo>
                <a:lnTo>
                  <a:pt x="236" y="764"/>
                </a:lnTo>
                <a:lnTo>
                  <a:pt x="233" y="764"/>
                </a:lnTo>
                <a:lnTo>
                  <a:pt x="230" y="764"/>
                </a:lnTo>
                <a:lnTo>
                  <a:pt x="226" y="764"/>
                </a:lnTo>
                <a:lnTo>
                  <a:pt x="223" y="763"/>
                </a:lnTo>
                <a:lnTo>
                  <a:pt x="219" y="763"/>
                </a:lnTo>
                <a:lnTo>
                  <a:pt x="216" y="762"/>
                </a:lnTo>
                <a:lnTo>
                  <a:pt x="213" y="761"/>
                </a:lnTo>
                <a:lnTo>
                  <a:pt x="210" y="760"/>
                </a:lnTo>
                <a:lnTo>
                  <a:pt x="207" y="760"/>
                </a:lnTo>
                <a:lnTo>
                  <a:pt x="205" y="758"/>
                </a:lnTo>
                <a:lnTo>
                  <a:pt x="203" y="757"/>
                </a:lnTo>
                <a:lnTo>
                  <a:pt x="201" y="756"/>
                </a:lnTo>
                <a:lnTo>
                  <a:pt x="200" y="754"/>
                </a:lnTo>
                <a:lnTo>
                  <a:pt x="199" y="752"/>
                </a:lnTo>
                <a:lnTo>
                  <a:pt x="197" y="751"/>
                </a:lnTo>
                <a:lnTo>
                  <a:pt x="196" y="749"/>
                </a:lnTo>
                <a:lnTo>
                  <a:pt x="195" y="748"/>
                </a:lnTo>
                <a:lnTo>
                  <a:pt x="193" y="746"/>
                </a:lnTo>
                <a:lnTo>
                  <a:pt x="191" y="745"/>
                </a:lnTo>
                <a:lnTo>
                  <a:pt x="187" y="744"/>
                </a:lnTo>
                <a:lnTo>
                  <a:pt x="182" y="742"/>
                </a:lnTo>
                <a:lnTo>
                  <a:pt x="177" y="740"/>
                </a:lnTo>
                <a:lnTo>
                  <a:pt x="172" y="740"/>
                </a:lnTo>
                <a:lnTo>
                  <a:pt x="168" y="738"/>
                </a:lnTo>
                <a:lnTo>
                  <a:pt x="163" y="736"/>
                </a:lnTo>
                <a:lnTo>
                  <a:pt x="162" y="736"/>
                </a:lnTo>
                <a:lnTo>
                  <a:pt x="159" y="734"/>
                </a:lnTo>
                <a:lnTo>
                  <a:pt x="158" y="733"/>
                </a:lnTo>
                <a:lnTo>
                  <a:pt x="156" y="732"/>
                </a:lnTo>
                <a:lnTo>
                  <a:pt x="151" y="728"/>
                </a:lnTo>
                <a:lnTo>
                  <a:pt x="146" y="724"/>
                </a:lnTo>
                <a:lnTo>
                  <a:pt x="144" y="723"/>
                </a:lnTo>
                <a:lnTo>
                  <a:pt x="143" y="721"/>
                </a:lnTo>
                <a:lnTo>
                  <a:pt x="143" y="720"/>
                </a:lnTo>
                <a:lnTo>
                  <a:pt x="142" y="719"/>
                </a:lnTo>
                <a:lnTo>
                  <a:pt x="142" y="717"/>
                </a:lnTo>
                <a:lnTo>
                  <a:pt x="142" y="716"/>
                </a:lnTo>
                <a:lnTo>
                  <a:pt x="143" y="716"/>
                </a:lnTo>
                <a:lnTo>
                  <a:pt x="144" y="714"/>
                </a:lnTo>
                <a:lnTo>
                  <a:pt x="145" y="713"/>
                </a:lnTo>
                <a:lnTo>
                  <a:pt x="147" y="712"/>
                </a:lnTo>
                <a:lnTo>
                  <a:pt x="149" y="712"/>
                </a:lnTo>
                <a:lnTo>
                  <a:pt x="151" y="711"/>
                </a:lnTo>
                <a:lnTo>
                  <a:pt x="159" y="709"/>
                </a:lnTo>
                <a:lnTo>
                  <a:pt x="166" y="708"/>
                </a:lnTo>
                <a:lnTo>
                  <a:pt x="179" y="706"/>
                </a:lnTo>
                <a:lnTo>
                  <a:pt x="188" y="705"/>
                </a:lnTo>
                <a:lnTo>
                  <a:pt x="191" y="705"/>
                </a:lnTo>
                <a:lnTo>
                  <a:pt x="195" y="705"/>
                </a:lnTo>
                <a:lnTo>
                  <a:pt x="199" y="705"/>
                </a:lnTo>
                <a:lnTo>
                  <a:pt x="202" y="705"/>
                </a:lnTo>
                <a:lnTo>
                  <a:pt x="203" y="704"/>
                </a:lnTo>
                <a:lnTo>
                  <a:pt x="206" y="702"/>
                </a:lnTo>
                <a:lnTo>
                  <a:pt x="207" y="700"/>
                </a:lnTo>
                <a:lnTo>
                  <a:pt x="210" y="697"/>
                </a:lnTo>
                <a:lnTo>
                  <a:pt x="212" y="695"/>
                </a:lnTo>
                <a:lnTo>
                  <a:pt x="214" y="693"/>
                </a:lnTo>
                <a:lnTo>
                  <a:pt x="215" y="692"/>
                </a:lnTo>
                <a:lnTo>
                  <a:pt x="217" y="692"/>
                </a:lnTo>
                <a:lnTo>
                  <a:pt x="217" y="688"/>
                </a:lnTo>
                <a:lnTo>
                  <a:pt x="217" y="684"/>
                </a:lnTo>
                <a:lnTo>
                  <a:pt x="218" y="679"/>
                </a:lnTo>
                <a:lnTo>
                  <a:pt x="219" y="675"/>
                </a:lnTo>
                <a:lnTo>
                  <a:pt x="221" y="665"/>
                </a:lnTo>
                <a:lnTo>
                  <a:pt x="223" y="657"/>
                </a:lnTo>
                <a:lnTo>
                  <a:pt x="223" y="655"/>
                </a:lnTo>
                <a:lnTo>
                  <a:pt x="224" y="653"/>
                </a:lnTo>
                <a:lnTo>
                  <a:pt x="224" y="652"/>
                </a:lnTo>
                <a:lnTo>
                  <a:pt x="224" y="649"/>
                </a:lnTo>
                <a:lnTo>
                  <a:pt x="223" y="647"/>
                </a:lnTo>
                <a:lnTo>
                  <a:pt x="222" y="644"/>
                </a:lnTo>
                <a:lnTo>
                  <a:pt x="219" y="638"/>
                </a:lnTo>
                <a:lnTo>
                  <a:pt x="217" y="634"/>
                </a:lnTo>
                <a:lnTo>
                  <a:pt x="217" y="628"/>
                </a:lnTo>
                <a:lnTo>
                  <a:pt x="217" y="622"/>
                </a:lnTo>
                <a:lnTo>
                  <a:pt x="217" y="616"/>
                </a:lnTo>
                <a:lnTo>
                  <a:pt x="217" y="611"/>
                </a:lnTo>
                <a:lnTo>
                  <a:pt x="214" y="602"/>
                </a:lnTo>
                <a:lnTo>
                  <a:pt x="211" y="592"/>
                </a:lnTo>
                <a:lnTo>
                  <a:pt x="211" y="587"/>
                </a:lnTo>
                <a:lnTo>
                  <a:pt x="209" y="582"/>
                </a:lnTo>
                <a:lnTo>
                  <a:pt x="208" y="578"/>
                </a:lnTo>
                <a:lnTo>
                  <a:pt x="207" y="574"/>
                </a:lnTo>
                <a:lnTo>
                  <a:pt x="201" y="573"/>
                </a:lnTo>
                <a:lnTo>
                  <a:pt x="196" y="573"/>
                </a:lnTo>
                <a:lnTo>
                  <a:pt x="191" y="574"/>
                </a:lnTo>
                <a:lnTo>
                  <a:pt x="186" y="575"/>
                </a:lnTo>
                <a:lnTo>
                  <a:pt x="181" y="576"/>
                </a:lnTo>
                <a:lnTo>
                  <a:pt x="178" y="576"/>
                </a:lnTo>
                <a:lnTo>
                  <a:pt x="174" y="578"/>
                </a:lnTo>
                <a:lnTo>
                  <a:pt x="170" y="580"/>
                </a:lnTo>
                <a:lnTo>
                  <a:pt x="163" y="584"/>
                </a:lnTo>
                <a:lnTo>
                  <a:pt x="155" y="589"/>
                </a:lnTo>
                <a:lnTo>
                  <a:pt x="149" y="594"/>
                </a:lnTo>
                <a:lnTo>
                  <a:pt x="143" y="599"/>
                </a:lnTo>
                <a:lnTo>
                  <a:pt x="140" y="600"/>
                </a:lnTo>
                <a:lnTo>
                  <a:pt x="138" y="600"/>
                </a:lnTo>
                <a:lnTo>
                  <a:pt x="135" y="601"/>
                </a:lnTo>
                <a:lnTo>
                  <a:pt x="133" y="602"/>
                </a:lnTo>
                <a:lnTo>
                  <a:pt x="131" y="602"/>
                </a:lnTo>
                <a:lnTo>
                  <a:pt x="128" y="603"/>
                </a:lnTo>
                <a:lnTo>
                  <a:pt x="126" y="604"/>
                </a:lnTo>
                <a:lnTo>
                  <a:pt x="123" y="605"/>
                </a:lnTo>
                <a:lnTo>
                  <a:pt x="119" y="609"/>
                </a:lnTo>
                <a:lnTo>
                  <a:pt x="115" y="612"/>
                </a:lnTo>
                <a:lnTo>
                  <a:pt x="108" y="616"/>
                </a:lnTo>
                <a:lnTo>
                  <a:pt x="102" y="620"/>
                </a:lnTo>
                <a:lnTo>
                  <a:pt x="95" y="624"/>
                </a:lnTo>
                <a:lnTo>
                  <a:pt x="87" y="628"/>
                </a:lnTo>
                <a:lnTo>
                  <a:pt x="79" y="631"/>
                </a:lnTo>
                <a:lnTo>
                  <a:pt x="71" y="634"/>
                </a:lnTo>
                <a:lnTo>
                  <a:pt x="62" y="637"/>
                </a:lnTo>
                <a:lnTo>
                  <a:pt x="54" y="640"/>
                </a:lnTo>
                <a:lnTo>
                  <a:pt x="45" y="641"/>
                </a:lnTo>
                <a:lnTo>
                  <a:pt x="36" y="642"/>
                </a:lnTo>
                <a:lnTo>
                  <a:pt x="32" y="643"/>
                </a:lnTo>
                <a:lnTo>
                  <a:pt x="28" y="643"/>
                </a:lnTo>
                <a:lnTo>
                  <a:pt x="24" y="643"/>
                </a:lnTo>
                <a:lnTo>
                  <a:pt x="20" y="643"/>
                </a:lnTo>
                <a:lnTo>
                  <a:pt x="16" y="642"/>
                </a:lnTo>
                <a:lnTo>
                  <a:pt x="13" y="641"/>
                </a:lnTo>
                <a:lnTo>
                  <a:pt x="9" y="641"/>
                </a:lnTo>
                <a:lnTo>
                  <a:pt x="5" y="640"/>
                </a:lnTo>
                <a:lnTo>
                  <a:pt x="3" y="636"/>
                </a:lnTo>
                <a:lnTo>
                  <a:pt x="3" y="633"/>
                </a:lnTo>
                <a:lnTo>
                  <a:pt x="2" y="632"/>
                </a:lnTo>
                <a:lnTo>
                  <a:pt x="1" y="629"/>
                </a:lnTo>
                <a:lnTo>
                  <a:pt x="1" y="628"/>
                </a:lnTo>
                <a:lnTo>
                  <a:pt x="0" y="625"/>
                </a:lnTo>
                <a:lnTo>
                  <a:pt x="3" y="622"/>
                </a:lnTo>
                <a:lnTo>
                  <a:pt x="5" y="618"/>
                </a:lnTo>
                <a:lnTo>
                  <a:pt x="7" y="615"/>
                </a:lnTo>
                <a:lnTo>
                  <a:pt x="10" y="611"/>
                </a:lnTo>
                <a:lnTo>
                  <a:pt x="15" y="610"/>
                </a:lnTo>
                <a:lnTo>
                  <a:pt x="21" y="608"/>
                </a:lnTo>
                <a:lnTo>
                  <a:pt x="27" y="606"/>
                </a:lnTo>
                <a:lnTo>
                  <a:pt x="32" y="603"/>
                </a:lnTo>
                <a:lnTo>
                  <a:pt x="37" y="600"/>
                </a:lnTo>
                <a:lnTo>
                  <a:pt x="42" y="597"/>
                </a:lnTo>
                <a:lnTo>
                  <a:pt x="47" y="595"/>
                </a:lnTo>
                <a:lnTo>
                  <a:pt x="51" y="592"/>
                </a:lnTo>
                <a:lnTo>
                  <a:pt x="53" y="591"/>
                </a:lnTo>
                <a:lnTo>
                  <a:pt x="55" y="590"/>
                </a:lnTo>
                <a:lnTo>
                  <a:pt x="57" y="589"/>
                </a:lnTo>
                <a:lnTo>
                  <a:pt x="59" y="589"/>
                </a:lnTo>
                <a:lnTo>
                  <a:pt x="62" y="589"/>
                </a:lnTo>
                <a:lnTo>
                  <a:pt x="64" y="589"/>
                </a:lnTo>
                <a:lnTo>
                  <a:pt x="67" y="588"/>
                </a:lnTo>
                <a:lnTo>
                  <a:pt x="68" y="588"/>
                </a:lnTo>
                <a:lnTo>
                  <a:pt x="73" y="584"/>
                </a:lnTo>
                <a:lnTo>
                  <a:pt x="78" y="579"/>
                </a:lnTo>
                <a:lnTo>
                  <a:pt x="83" y="575"/>
                </a:lnTo>
                <a:lnTo>
                  <a:pt x="87" y="572"/>
                </a:lnTo>
                <a:lnTo>
                  <a:pt x="93" y="568"/>
                </a:lnTo>
                <a:lnTo>
                  <a:pt x="99" y="566"/>
                </a:lnTo>
                <a:lnTo>
                  <a:pt x="105" y="564"/>
                </a:lnTo>
                <a:lnTo>
                  <a:pt x="111" y="561"/>
                </a:lnTo>
                <a:lnTo>
                  <a:pt x="117" y="560"/>
                </a:lnTo>
                <a:lnTo>
                  <a:pt x="123" y="557"/>
                </a:lnTo>
                <a:lnTo>
                  <a:pt x="129" y="555"/>
                </a:lnTo>
                <a:lnTo>
                  <a:pt x="135" y="552"/>
                </a:lnTo>
                <a:lnTo>
                  <a:pt x="136" y="550"/>
                </a:lnTo>
                <a:lnTo>
                  <a:pt x="138" y="548"/>
                </a:lnTo>
                <a:lnTo>
                  <a:pt x="139" y="547"/>
                </a:lnTo>
                <a:lnTo>
                  <a:pt x="141" y="545"/>
                </a:lnTo>
                <a:lnTo>
                  <a:pt x="143" y="541"/>
                </a:lnTo>
                <a:lnTo>
                  <a:pt x="147" y="539"/>
                </a:lnTo>
                <a:lnTo>
                  <a:pt x="151" y="536"/>
                </a:lnTo>
                <a:lnTo>
                  <a:pt x="156" y="534"/>
                </a:lnTo>
                <a:lnTo>
                  <a:pt x="163" y="532"/>
                </a:lnTo>
                <a:lnTo>
                  <a:pt x="170" y="529"/>
                </a:lnTo>
                <a:lnTo>
                  <a:pt x="176" y="526"/>
                </a:lnTo>
                <a:lnTo>
                  <a:pt x="183" y="524"/>
                </a:lnTo>
                <a:lnTo>
                  <a:pt x="185" y="523"/>
                </a:lnTo>
                <a:lnTo>
                  <a:pt x="187" y="521"/>
                </a:lnTo>
                <a:lnTo>
                  <a:pt x="189" y="520"/>
                </a:lnTo>
                <a:lnTo>
                  <a:pt x="191" y="518"/>
                </a:lnTo>
                <a:lnTo>
                  <a:pt x="191" y="516"/>
                </a:lnTo>
                <a:lnTo>
                  <a:pt x="191" y="514"/>
                </a:lnTo>
                <a:lnTo>
                  <a:pt x="191" y="512"/>
                </a:lnTo>
                <a:lnTo>
                  <a:pt x="191" y="509"/>
                </a:lnTo>
                <a:lnTo>
                  <a:pt x="192" y="507"/>
                </a:lnTo>
                <a:lnTo>
                  <a:pt x="192" y="504"/>
                </a:lnTo>
                <a:lnTo>
                  <a:pt x="192" y="502"/>
                </a:lnTo>
                <a:lnTo>
                  <a:pt x="193" y="500"/>
                </a:lnTo>
                <a:lnTo>
                  <a:pt x="194" y="498"/>
                </a:lnTo>
                <a:lnTo>
                  <a:pt x="195" y="496"/>
                </a:lnTo>
                <a:lnTo>
                  <a:pt x="196" y="496"/>
                </a:lnTo>
                <a:lnTo>
                  <a:pt x="197" y="494"/>
                </a:lnTo>
                <a:lnTo>
                  <a:pt x="199" y="492"/>
                </a:lnTo>
                <a:lnTo>
                  <a:pt x="203" y="490"/>
                </a:lnTo>
                <a:lnTo>
                  <a:pt x="206" y="488"/>
                </a:lnTo>
                <a:lnTo>
                  <a:pt x="208" y="487"/>
                </a:lnTo>
                <a:lnTo>
                  <a:pt x="211" y="484"/>
                </a:lnTo>
                <a:lnTo>
                  <a:pt x="213" y="483"/>
                </a:lnTo>
                <a:lnTo>
                  <a:pt x="218" y="476"/>
                </a:lnTo>
                <a:lnTo>
                  <a:pt x="222" y="469"/>
                </a:lnTo>
                <a:lnTo>
                  <a:pt x="226" y="464"/>
                </a:lnTo>
                <a:lnTo>
                  <a:pt x="231" y="457"/>
                </a:lnTo>
                <a:lnTo>
                  <a:pt x="234" y="454"/>
                </a:lnTo>
                <a:lnTo>
                  <a:pt x="236" y="452"/>
                </a:lnTo>
                <a:lnTo>
                  <a:pt x="239" y="449"/>
                </a:lnTo>
                <a:lnTo>
                  <a:pt x="243" y="447"/>
                </a:lnTo>
                <a:lnTo>
                  <a:pt x="249" y="442"/>
                </a:lnTo>
                <a:lnTo>
                  <a:pt x="255" y="437"/>
                </a:lnTo>
                <a:lnTo>
                  <a:pt x="262" y="432"/>
                </a:lnTo>
                <a:lnTo>
                  <a:pt x="267" y="426"/>
                </a:lnTo>
                <a:lnTo>
                  <a:pt x="270" y="424"/>
                </a:lnTo>
                <a:lnTo>
                  <a:pt x="272" y="420"/>
                </a:lnTo>
                <a:lnTo>
                  <a:pt x="275" y="417"/>
                </a:lnTo>
                <a:lnTo>
                  <a:pt x="276" y="413"/>
                </a:lnTo>
                <a:lnTo>
                  <a:pt x="276" y="408"/>
                </a:lnTo>
                <a:lnTo>
                  <a:pt x="276" y="404"/>
                </a:lnTo>
                <a:lnTo>
                  <a:pt x="272" y="403"/>
                </a:lnTo>
                <a:lnTo>
                  <a:pt x="267" y="402"/>
                </a:lnTo>
                <a:lnTo>
                  <a:pt x="263" y="402"/>
                </a:lnTo>
                <a:lnTo>
                  <a:pt x="256" y="402"/>
                </a:lnTo>
                <a:lnTo>
                  <a:pt x="256" y="402"/>
                </a:lnTo>
                <a:lnTo>
                  <a:pt x="255" y="402"/>
                </a:lnTo>
                <a:lnTo>
                  <a:pt x="253" y="405"/>
                </a:lnTo>
                <a:lnTo>
                  <a:pt x="250" y="408"/>
                </a:lnTo>
                <a:lnTo>
                  <a:pt x="247" y="411"/>
                </a:lnTo>
                <a:lnTo>
                  <a:pt x="244" y="413"/>
                </a:lnTo>
                <a:lnTo>
                  <a:pt x="241" y="413"/>
                </a:lnTo>
                <a:lnTo>
                  <a:pt x="238" y="413"/>
                </a:lnTo>
                <a:lnTo>
                  <a:pt x="235" y="413"/>
                </a:lnTo>
                <a:lnTo>
                  <a:pt x="231" y="413"/>
                </a:lnTo>
                <a:lnTo>
                  <a:pt x="225" y="416"/>
                </a:lnTo>
                <a:lnTo>
                  <a:pt x="218" y="420"/>
                </a:lnTo>
                <a:lnTo>
                  <a:pt x="211" y="424"/>
                </a:lnTo>
                <a:lnTo>
                  <a:pt x="205" y="428"/>
                </a:lnTo>
                <a:lnTo>
                  <a:pt x="203" y="428"/>
                </a:lnTo>
                <a:lnTo>
                  <a:pt x="200" y="428"/>
                </a:lnTo>
                <a:lnTo>
                  <a:pt x="198" y="429"/>
                </a:lnTo>
                <a:lnTo>
                  <a:pt x="196" y="429"/>
                </a:lnTo>
                <a:lnTo>
                  <a:pt x="194" y="429"/>
                </a:lnTo>
                <a:lnTo>
                  <a:pt x="192" y="430"/>
                </a:lnTo>
                <a:lnTo>
                  <a:pt x="190" y="430"/>
                </a:lnTo>
                <a:lnTo>
                  <a:pt x="188" y="432"/>
                </a:lnTo>
                <a:lnTo>
                  <a:pt x="186" y="434"/>
                </a:lnTo>
                <a:lnTo>
                  <a:pt x="183" y="437"/>
                </a:lnTo>
                <a:lnTo>
                  <a:pt x="181" y="440"/>
                </a:lnTo>
                <a:lnTo>
                  <a:pt x="179" y="443"/>
                </a:lnTo>
                <a:lnTo>
                  <a:pt x="176" y="445"/>
                </a:lnTo>
                <a:lnTo>
                  <a:pt x="174" y="448"/>
                </a:lnTo>
                <a:lnTo>
                  <a:pt x="171" y="451"/>
                </a:lnTo>
                <a:lnTo>
                  <a:pt x="167" y="452"/>
                </a:lnTo>
                <a:lnTo>
                  <a:pt x="163" y="452"/>
                </a:lnTo>
                <a:lnTo>
                  <a:pt x="157" y="452"/>
                </a:lnTo>
                <a:lnTo>
                  <a:pt x="151" y="452"/>
                </a:lnTo>
                <a:lnTo>
                  <a:pt x="147" y="452"/>
                </a:lnTo>
                <a:lnTo>
                  <a:pt x="142" y="454"/>
                </a:lnTo>
                <a:lnTo>
                  <a:pt x="136" y="456"/>
                </a:lnTo>
                <a:lnTo>
                  <a:pt x="133" y="456"/>
                </a:lnTo>
                <a:lnTo>
                  <a:pt x="131" y="456"/>
                </a:lnTo>
                <a:lnTo>
                  <a:pt x="127" y="456"/>
                </a:lnTo>
                <a:lnTo>
                  <a:pt x="125" y="456"/>
                </a:lnTo>
                <a:lnTo>
                  <a:pt x="122" y="456"/>
                </a:lnTo>
                <a:lnTo>
                  <a:pt x="120" y="456"/>
                </a:lnTo>
                <a:lnTo>
                  <a:pt x="118" y="455"/>
                </a:lnTo>
                <a:lnTo>
                  <a:pt x="115" y="453"/>
                </a:lnTo>
                <a:lnTo>
                  <a:pt x="114" y="452"/>
                </a:lnTo>
                <a:lnTo>
                  <a:pt x="113" y="449"/>
                </a:lnTo>
                <a:lnTo>
                  <a:pt x="112" y="447"/>
                </a:lnTo>
                <a:lnTo>
                  <a:pt x="111" y="443"/>
                </a:lnTo>
                <a:lnTo>
                  <a:pt x="122" y="439"/>
                </a:lnTo>
                <a:lnTo>
                  <a:pt x="132" y="435"/>
                </a:lnTo>
                <a:lnTo>
                  <a:pt x="142" y="430"/>
                </a:lnTo>
                <a:lnTo>
                  <a:pt x="151" y="425"/>
                </a:lnTo>
                <a:lnTo>
                  <a:pt x="161" y="420"/>
                </a:lnTo>
                <a:lnTo>
                  <a:pt x="171" y="415"/>
                </a:lnTo>
                <a:lnTo>
                  <a:pt x="179" y="409"/>
                </a:lnTo>
                <a:lnTo>
                  <a:pt x="188" y="404"/>
                </a:lnTo>
                <a:lnTo>
                  <a:pt x="191" y="403"/>
                </a:lnTo>
                <a:lnTo>
                  <a:pt x="192" y="402"/>
                </a:lnTo>
                <a:lnTo>
                  <a:pt x="195" y="402"/>
                </a:lnTo>
                <a:lnTo>
                  <a:pt x="198" y="401"/>
                </a:lnTo>
                <a:lnTo>
                  <a:pt x="200" y="401"/>
                </a:lnTo>
                <a:lnTo>
                  <a:pt x="202" y="400"/>
                </a:lnTo>
                <a:lnTo>
                  <a:pt x="204" y="400"/>
                </a:lnTo>
                <a:lnTo>
                  <a:pt x="207" y="399"/>
                </a:lnTo>
                <a:lnTo>
                  <a:pt x="213" y="395"/>
                </a:lnTo>
                <a:lnTo>
                  <a:pt x="219" y="389"/>
                </a:lnTo>
                <a:lnTo>
                  <a:pt x="222" y="387"/>
                </a:lnTo>
                <a:lnTo>
                  <a:pt x="226" y="384"/>
                </a:lnTo>
                <a:lnTo>
                  <a:pt x="229" y="383"/>
                </a:lnTo>
                <a:lnTo>
                  <a:pt x="232" y="380"/>
                </a:lnTo>
                <a:lnTo>
                  <a:pt x="235" y="380"/>
                </a:lnTo>
                <a:lnTo>
                  <a:pt x="239" y="380"/>
                </a:lnTo>
                <a:lnTo>
                  <a:pt x="241" y="379"/>
                </a:lnTo>
                <a:lnTo>
                  <a:pt x="244" y="378"/>
                </a:lnTo>
                <a:lnTo>
                  <a:pt x="250" y="376"/>
                </a:lnTo>
                <a:lnTo>
                  <a:pt x="255" y="372"/>
                </a:lnTo>
                <a:lnTo>
                  <a:pt x="259" y="368"/>
                </a:lnTo>
                <a:lnTo>
                  <a:pt x="265" y="364"/>
                </a:lnTo>
                <a:lnTo>
                  <a:pt x="267" y="364"/>
                </a:lnTo>
                <a:lnTo>
                  <a:pt x="268" y="363"/>
                </a:lnTo>
                <a:lnTo>
                  <a:pt x="271" y="363"/>
                </a:lnTo>
                <a:lnTo>
                  <a:pt x="273" y="363"/>
                </a:lnTo>
                <a:lnTo>
                  <a:pt x="276" y="362"/>
                </a:lnTo>
                <a:lnTo>
                  <a:pt x="277" y="361"/>
                </a:lnTo>
                <a:lnTo>
                  <a:pt x="280" y="361"/>
                </a:lnTo>
                <a:lnTo>
                  <a:pt x="280" y="360"/>
                </a:lnTo>
                <a:lnTo>
                  <a:pt x="283" y="357"/>
                </a:lnTo>
                <a:lnTo>
                  <a:pt x="284" y="353"/>
                </a:lnTo>
                <a:lnTo>
                  <a:pt x="285" y="349"/>
                </a:lnTo>
                <a:lnTo>
                  <a:pt x="287" y="344"/>
                </a:lnTo>
                <a:lnTo>
                  <a:pt x="288" y="336"/>
                </a:lnTo>
                <a:lnTo>
                  <a:pt x="290" y="328"/>
                </a:lnTo>
                <a:lnTo>
                  <a:pt x="290" y="327"/>
                </a:lnTo>
                <a:lnTo>
                  <a:pt x="290" y="325"/>
                </a:lnTo>
                <a:lnTo>
                  <a:pt x="292" y="324"/>
                </a:lnTo>
                <a:lnTo>
                  <a:pt x="292" y="323"/>
                </a:lnTo>
                <a:lnTo>
                  <a:pt x="293" y="321"/>
                </a:lnTo>
                <a:lnTo>
                  <a:pt x="294" y="320"/>
                </a:lnTo>
                <a:lnTo>
                  <a:pt x="295" y="317"/>
                </a:lnTo>
                <a:lnTo>
                  <a:pt x="296" y="313"/>
                </a:lnTo>
                <a:lnTo>
                  <a:pt x="297" y="310"/>
                </a:lnTo>
                <a:lnTo>
                  <a:pt x="298" y="308"/>
                </a:lnTo>
                <a:lnTo>
                  <a:pt x="300" y="303"/>
                </a:lnTo>
                <a:lnTo>
                  <a:pt x="302" y="301"/>
                </a:lnTo>
                <a:lnTo>
                  <a:pt x="305" y="298"/>
                </a:lnTo>
                <a:lnTo>
                  <a:pt x="308" y="295"/>
                </a:lnTo>
                <a:lnTo>
                  <a:pt x="312" y="292"/>
                </a:lnTo>
                <a:lnTo>
                  <a:pt x="316" y="290"/>
                </a:lnTo>
                <a:lnTo>
                  <a:pt x="317" y="287"/>
                </a:lnTo>
                <a:lnTo>
                  <a:pt x="318" y="286"/>
                </a:lnTo>
                <a:lnTo>
                  <a:pt x="319" y="283"/>
                </a:lnTo>
                <a:lnTo>
                  <a:pt x="320" y="282"/>
                </a:lnTo>
                <a:lnTo>
                  <a:pt x="321" y="278"/>
                </a:lnTo>
                <a:lnTo>
                  <a:pt x="323" y="274"/>
                </a:lnTo>
                <a:lnTo>
                  <a:pt x="324" y="272"/>
                </a:lnTo>
                <a:lnTo>
                  <a:pt x="325" y="271"/>
                </a:lnTo>
                <a:lnTo>
                  <a:pt x="326" y="271"/>
                </a:lnTo>
                <a:lnTo>
                  <a:pt x="328" y="270"/>
                </a:lnTo>
                <a:lnTo>
                  <a:pt x="330" y="268"/>
                </a:lnTo>
                <a:lnTo>
                  <a:pt x="332" y="267"/>
                </a:lnTo>
                <a:lnTo>
                  <a:pt x="333" y="265"/>
                </a:lnTo>
                <a:lnTo>
                  <a:pt x="335" y="263"/>
                </a:lnTo>
                <a:lnTo>
                  <a:pt x="336" y="262"/>
                </a:lnTo>
                <a:lnTo>
                  <a:pt x="336" y="259"/>
                </a:lnTo>
                <a:lnTo>
                  <a:pt x="336" y="257"/>
                </a:lnTo>
                <a:lnTo>
                  <a:pt x="337" y="255"/>
                </a:lnTo>
                <a:lnTo>
                  <a:pt x="338" y="253"/>
                </a:lnTo>
                <a:lnTo>
                  <a:pt x="339" y="251"/>
                </a:lnTo>
                <a:lnTo>
                  <a:pt x="344" y="244"/>
                </a:lnTo>
                <a:lnTo>
                  <a:pt x="348" y="239"/>
                </a:lnTo>
                <a:lnTo>
                  <a:pt x="353" y="231"/>
                </a:lnTo>
                <a:lnTo>
                  <a:pt x="358" y="225"/>
                </a:lnTo>
                <a:lnTo>
                  <a:pt x="360" y="222"/>
                </a:lnTo>
                <a:lnTo>
                  <a:pt x="363" y="218"/>
                </a:lnTo>
                <a:lnTo>
                  <a:pt x="365" y="215"/>
                </a:lnTo>
                <a:lnTo>
                  <a:pt x="367" y="211"/>
                </a:lnTo>
                <a:lnTo>
                  <a:pt x="368" y="206"/>
                </a:lnTo>
                <a:lnTo>
                  <a:pt x="368" y="202"/>
                </a:lnTo>
                <a:lnTo>
                  <a:pt x="369" y="198"/>
                </a:lnTo>
                <a:lnTo>
                  <a:pt x="369" y="192"/>
                </a:lnTo>
                <a:lnTo>
                  <a:pt x="368" y="191"/>
                </a:lnTo>
                <a:lnTo>
                  <a:pt x="366" y="189"/>
                </a:lnTo>
                <a:lnTo>
                  <a:pt x="362" y="189"/>
                </a:lnTo>
                <a:lnTo>
                  <a:pt x="358" y="188"/>
                </a:lnTo>
                <a:lnTo>
                  <a:pt x="354" y="189"/>
                </a:lnTo>
                <a:lnTo>
                  <a:pt x="352" y="189"/>
                </a:lnTo>
                <a:lnTo>
                  <a:pt x="348" y="190"/>
                </a:lnTo>
                <a:lnTo>
                  <a:pt x="345" y="191"/>
                </a:lnTo>
                <a:lnTo>
                  <a:pt x="342" y="191"/>
                </a:lnTo>
                <a:lnTo>
                  <a:pt x="340" y="193"/>
                </a:lnTo>
                <a:lnTo>
                  <a:pt x="334" y="195"/>
                </a:lnTo>
                <a:lnTo>
                  <a:pt x="328" y="198"/>
                </a:lnTo>
                <a:lnTo>
                  <a:pt x="324" y="199"/>
                </a:lnTo>
                <a:lnTo>
                  <a:pt x="321" y="199"/>
                </a:lnTo>
                <a:lnTo>
                  <a:pt x="317" y="200"/>
                </a:lnTo>
                <a:lnTo>
                  <a:pt x="313" y="200"/>
                </a:lnTo>
                <a:lnTo>
                  <a:pt x="312" y="202"/>
                </a:lnTo>
                <a:lnTo>
                  <a:pt x="312" y="203"/>
                </a:lnTo>
                <a:lnTo>
                  <a:pt x="311" y="204"/>
                </a:lnTo>
                <a:lnTo>
                  <a:pt x="309" y="206"/>
                </a:lnTo>
                <a:lnTo>
                  <a:pt x="307" y="207"/>
                </a:lnTo>
                <a:lnTo>
                  <a:pt x="304" y="210"/>
                </a:lnTo>
                <a:lnTo>
                  <a:pt x="301" y="211"/>
                </a:lnTo>
                <a:lnTo>
                  <a:pt x="299" y="213"/>
                </a:lnTo>
                <a:lnTo>
                  <a:pt x="298" y="215"/>
                </a:lnTo>
                <a:lnTo>
                  <a:pt x="297" y="215"/>
                </a:lnTo>
                <a:lnTo>
                  <a:pt x="296" y="216"/>
                </a:lnTo>
                <a:lnTo>
                  <a:pt x="296" y="218"/>
                </a:lnTo>
                <a:lnTo>
                  <a:pt x="296" y="219"/>
                </a:lnTo>
                <a:lnTo>
                  <a:pt x="296" y="222"/>
                </a:lnTo>
                <a:lnTo>
                  <a:pt x="296" y="224"/>
                </a:lnTo>
                <a:lnTo>
                  <a:pt x="298" y="226"/>
                </a:lnTo>
                <a:lnTo>
                  <a:pt x="301" y="230"/>
                </a:lnTo>
                <a:lnTo>
                  <a:pt x="305" y="234"/>
                </a:lnTo>
                <a:lnTo>
                  <a:pt x="308" y="236"/>
                </a:lnTo>
                <a:lnTo>
                  <a:pt x="309" y="238"/>
                </a:lnTo>
                <a:lnTo>
                  <a:pt x="312" y="240"/>
                </a:lnTo>
                <a:lnTo>
                  <a:pt x="312" y="243"/>
                </a:lnTo>
                <a:lnTo>
                  <a:pt x="313" y="245"/>
                </a:lnTo>
                <a:lnTo>
                  <a:pt x="314" y="247"/>
                </a:lnTo>
                <a:lnTo>
                  <a:pt x="314" y="250"/>
                </a:lnTo>
                <a:lnTo>
                  <a:pt x="313" y="253"/>
                </a:lnTo>
                <a:lnTo>
                  <a:pt x="312" y="256"/>
                </a:lnTo>
                <a:lnTo>
                  <a:pt x="309" y="259"/>
                </a:lnTo>
                <a:lnTo>
                  <a:pt x="307" y="262"/>
                </a:lnTo>
                <a:lnTo>
                  <a:pt x="304" y="265"/>
                </a:lnTo>
                <a:lnTo>
                  <a:pt x="303" y="268"/>
                </a:lnTo>
                <a:lnTo>
                  <a:pt x="301" y="275"/>
                </a:lnTo>
                <a:lnTo>
                  <a:pt x="300" y="281"/>
                </a:lnTo>
                <a:lnTo>
                  <a:pt x="297" y="286"/>
                </a:lnTo>
                <a:lnTo>
                  <a:pt x="296" y="287"/>
                </a:lnTo>
                <a:lnTo>
                  <a:pt x="295" y="289"/>
                </a:lnTo>
                <a:lnTo>
                  <a:pt x="293" y="291"/>
                </a:lnTo>
                <a:lnTo>
                  <a:pt x="292" y="292"/>
                </a:lnTo>
                <a:lnTo>
                  <a:pt x="288" y="295"/>
                </a:lnTo>
                <a:lnTo>
                  <a:pt x="286" y="298"/>
                </a:lnTo>
                <a:lnTo>
                  <a:pt x="285" y="299"/>
                </a:lnTo>
                <a:lnTo>
                  <a:pt x="284" y="301"/>
                </a:lnTo>
                <a:lnTo>
                  <a:pt x="284" y="303"/>
                </a:lnTo>
                <a:lnTo>
                  <a:pt x="284" y="305"/>
                </a:lnTo>
                <a:lnTo>
                  <a:pt x="284" y="307"/>
                </a:lnTo>
                <a:lnTo>
                  <a:pt x="283" y="308"/>
                </a:lnTo>
                <a:lnTo>
                  <a:pt x="282" y="310"/>
                </a:lnTo>
                <a:lnTo>
                  <a:pt x="282" y="312"/>
                </a:lnTo>
                <a:lnTo>
                  <a:pt x="277" y="315"/>
                </a:lnTo>
                <a:lnTo>
                  <a:pt x="273" y="319"/>
                </a:lnTo>
                <a:lnTo>
                  <a:pt x="268" y="322"/>
                </a:lnTo>
                <a:lnTo>
                  <a:pt x="265" y="325"/>
                </a:lnTo>
                <a:lnTo>
                  <a:pt x="264" y="328"/>
                </a:lnTo>
                <a:lnTo>
                  <a:pt x="263" y="332"/>
                </a:lnTo>
                <a:lnTo>
                  <a:pt x="263" y="336"/>
                </a:lnTo>
                <a:lnTo>
                  <a:pt x="263" y="339"/>
                </a:lnTo>
                <a:lnTo>
                  <a:pt x="259" y="344"/>
                </a:lnTo>
                <a:lnTo>
                  <a:pt x="254" y="348"/>
                </a:lnTo>
                <a:lnTo>
                  <a:pt x="248" y="353"/>
                </a:lnTo>
                <a:lnTo>
                  <a:pt x="244" y="357"/>
                </a:lnTo>
                <a:lnTo>
                  <a:pt x="243" y="356"/>
                </a:lnTo>
                <a:lnTo>
                  <a:pt x="241" y="356"/>
                </a:lnTo>
                <a:lnTo>
                  <a:pt x="239" y="355"/>
                </a:lnTo>
                <a:lnTo>
                  <a:pt x="239" y="353"/>
                </a:lnTo>
                <a:lnTo>
                  <a:pt x="238" y="352"/>
                </a:lnTo>
                <a:lnTo>
                  <a:pt x="238" y="348"/>
                </a:lnTo>
                <a:lnTo>
                  <a:pt x="240" y="343"/>
                </a:lnTo>
                <a:lnTo>
                  <a:pt x="243" y="337"/>
                </a:lnTo>
                <a:lnTo>
                  <a:pt x="243" y="335"/>
                </a:lnTo>
                <a:lnTo>
                  <a:pt x="243" y="332"/>
                </a:lnTo>
                <a:lnTo>
                  <a:pt x="244" y="329"/>
                </a:lnTo>
                <a:lnTo>
                  <a:pt x="244" y="325"/>
                </a:lnTo>
                <a:lnTo>
                  <a:pt x="244" y="325"/>
                </a:lnTo>
                <a:close/>
                <a:moveTo>
                  <a:pt x="147" y="217"/>
                </a:moveTo>
                <a:lnTo>
                  <a:pt x="146" y="218"/>
                </a:lnTo>
                <a:lnTo>
                  <a:pt x="144" y="219"/>
                </a:lnTo>
                <a:lnTo>
                  <a:pt x="143" y="219"/>
                </a:lnTo>
                <a:lnTo>
                  <a:pt x="141" y="219"/>
                </a:lnTo>
                <a:lnTo>
                  <a:pt x="137" y="220"/>
                </a:lnTo>
                <a:lnTo>
                  <a:pt x="134" y="220"/>
                </a:lnTo>
                <a:lnTo>
                  <a:pt x="132" y="220"/>
                </a:lnTo>
                <a:lnTo>
                  <a:pt x="130" y="221"/>
                </a:lnTo>
                <a:lnTo>
                  <a:pt x="128" y="222"/>
                </a:lnTo>
                <a:lnTo>
                  <a:pt x="127" y="223"/>
                </a:lnTo>
                <a:lnTo>
                  <a:pt x="125" y="224"/>
                </a:lnTo>
                <a:lnTo>
                  <a:pt x="124" y="226"/>
                </a:lnTo>
                <a:lnTo>
                  <a:pt x="123" y="227"/>
                </a:lnTo>
                <a:lnTo>
                  <a:pt x="121" y="230"/>
                </a:lnTo>
                <a:lnTo>
                  <a:pt x="121" y="231"/>
                </a:lnTo>
                <a:lnTo>
                  <a:pt x="120" y="233"/>
                </a:lnTo>
                <a:lnTo>
                  <a:pt x="120" y="235"/>
                </a:lnTo>
                <a:lnTo>
                  <a:pt x="120" y="236"/>
                </a:lnTo>
                <a:lnTo>
                  <a:pt x="120" y="241"/>
                </a:lnTo>
                <a:lnTo>
                  <a:pt x="122" y="246"/>
                </a:lnTo>
                <a:lnTo>
                  <a:pt x="123" y="251"/>
                </a:lnTo>
                <a:lnTo>
                  <a:pt x="124" y="256"/>
                </a:lnTo>
                <a:lnTo>
                  <a:pt x="126" y="263"/>
                </a:lnTo>
                <a:lnTo>
                  <a:pt x="127" y="268"/>
                </a:lnTo>
                <a:lnTo>
                  <a:pt x="131" y="279"/>
                </a:lnTo>
                <a:lnTo>
                  <a:pt x="135" y="288"/>
                </a:lnTo>
                <a:lnTo>
                  <a:pt x="137" y="292"/>
                </a:lnTo>
                <a:lnTo>
                  <a:pt x="139" y="295"/>
                </a:lnTo>
                <a:lnTo>
                  <a:pt x="139" y="297"/>
                </a:lnTo>
                <a:lnTo>
                  <a:pt x="140" y="298"/>
                </a:lnTo>
                <a:lnTo>
                  <a:pt x="142" y="299"/>
                </a:lnTo>
                <a:lnTo>
                  <a:pt x="143" y="299"/>
                </a:lnTo>
                <a:lnTo>
                  <a:pt x="145" y="299"/>
                </a:lnTo>
                <a:lnTo>
                  <a:pt x="147" y="298"/>
                </a:lnTo>
                <a:lnTo>
                  <a:pt x="148" y="297"/>
                </a:lnTo>
                <a:lnTo>
                  <a:pt x="150" y="296"/>
                </a:lnTo>
                <a:lnTo>
                  <a:pt x="151" y="295"/>
                </a:lnTo>
                <a:lnTo>
                  <a:pt x="152" y="294"/>
                </a:lnTo>
                <a:lnTo>
                  <a:pt x="155" y="291"/>
                </a:lnTo>
                <a:lnTo>
                  <a:pt x="157" y="287"/>
                </a:lnTo>
                <a:lnTo>
                  <a:pt x="156" y="284"/>
                </a:lnTo>
                <a:lnTo>
                  <a:pt x="155" y="282"/>
                </a:lnTo>
                <a:lnTo>
                  <a:pt x="154" y="280"/>
                </a:lnTo>
                <a:lnTo>
                  <a:pt x="153" y="279"/>
                </a:lnTo>
                <a:lnTo>
                  <a:pt x="151" y="277"/>
                </a:lnTo>
                <a:lnTo>
                  <a:pt x="150" y="276"/>
                </a:lnTo>
                <a:lnTo>
                  <a:pt x="147" y="275"/>
                </a:lnTo>
                <a:lnTo>
                  <a:pt x="144" y="274"/>
                </a:lnTo>
                <a:lnTo>
                  <a:pt x="144" y="271"/>
                </a:lnTo>
                <a:lnTo>
                  <a:pt x="144" y="267"/>
                </a:lnTo>
                <a:lnTo>
                  <a:pt x="145" y="263"/>
                </a:lnTo>
                <a:lnTo>
                  <a:pt x="146" y="260"/>
                </a:lnTo>
                <a:lnTo>
                  <a:pt x="147" y="256"/>
                </a:lnTo>
                <a:lnTo>
                  <a:pt x="148" y="253"/>
                </a:lnTo>
                <a:lnTo>
                  <a:pt x="150" y="250"/>
                </a:lnTo>
                <a:lnTo>
                  <a:pt x="151" y="247"/>
                </a:lnTo>
                <a:lnTo>
                  <a:pt x="153" y="243"/>
                </a:lnTo>
                <a:lnTo>
                  <a:pt x="155" y="241"/>
                </a:lnTo>
                <a:lnTo>
                  <a:pt x="157" y="238"/>
                </a:lnTo>
                <a:lnTo>
                  <a:pt x="159" y="235"/>
                </a:lnTo>
                <a:lnTo>
                  <a:pt x="163" y="231"/>
                </a:lnTo>
                <a:lnTo>
                  <a:pt x="167" y="227"/>
                </a:lnTo>
                <a:lnTo>
                  <a:pt x="167" y="224"/>
                </a:lnTo>
                <a:lnTo>
                  <a:pt x="167" y="221"/>
                </a:lnTo>
                <a:lnTo>
                  <a:pt x="163" y="219"/>
                </a:lnTo>
                <a:lnTo>
                  <a:pt x="159" y="219"/>
                </a:lnTo>
                <a:lnTo>
                  <a:pt x="155" y="218"/>
                </a:lnTo>
                <a:lnTo>
                  <a:pt x="154" y="217"/>
                </a:lnTo>
                <a:lnTo>
                  <a:pt x="151" y="217"/>
                </a:lnTo>
                <a:lnTo>
                  <a:pt x="147" y="217"/>
                </a:lnTo>
                <a:lnTo>
                  <a:pt x="147" y="217"/>
                </a:lnTo>
                <a:close/>
                <a:moveTo>
                  <a:pt x="195" y="216"/>
                </a:moveTo>
                <a:lnTo>
                  <a:pt x="193" y="220"/>
                </a:lnTo>
                <a:lnTo>
                  <a:pt x="191" y="224"/>
                </a:lnTo>
                <a:lnTo>
                  <a:pt x="188" y="227"/>
                </a:lnTo>
                <a:lnTo>
                  <a:pt x="185" y="231"/>
                </a:lnTo>
                <a:lnTo>
                  <a:pt x="183" y="235"/>
                </a:lnTo>
                <a:lnTo>
                  <a:pt x="181" y="240"/>
                </a:lnTo>
                <a:lnTo>
                  <a:pt x="180" y="243"/>
                </a:lnTo>
                <a:lnTo>
                  <a:pt x="179" y="245"/>
                </a:lnTo>
                <a:lnTo>
                  <a:pt x="179" y="247"/>
                </a:lnTo>
                <a:lnTo>
                  <a:pt x="179" y="250"/>
                </a:lnTo>
                <a:lnTo>
                  <a:pt x="180" y="252"/>
                </a:lnTo>
                <a:lnTo>
                  <a:pt x="182" y="253"/>
                </a:lnTo>
                <a:lnTo>
                  <a:pt x="185" y="254"/>
                </a:lnTo>
                <a:lnTo>
                  <a:pt x="188" y="254"/>
                </a:lnTo>
                <a:lnTo>
                  <a:pt x="192" y="254"/>
                </a:lnTo>
                <a:lnTo>
                  <a:pt x="195" y="253"/>
                </a:lnTo>
                <a:lnTo>
                  <a:pt x="199" y="252"/>
                </a:lnTo>
                <a:lnTo>
                  <a:pt x="202" y="251"/>
                </a:lnTo>
                <a:lnTo>
                  <a:pt x="205" y="250"/>
                </a:lnTo>
                <a:lnTo>
                  <a:pt x="208" y="248"/>
                </a:lnTo>
                <a:lnTo>
                  <a:pt x="211" y="247"/>
                </a:lnTo>
                <a:lnTo>
                  <a:pt x="214" y="244"/>
                </a:lnTo>
                <a:lnTo>
                  <a:pt x="217" y="242"/>
                </a:lnTo>
                <a:lnTo>
                  <a:pt x="219" y="240"/>
                </a:lnTo>
                <a:lnTo>
                  <a:pt x="221" y="238"/>
                </a:lnTo>
                <a:lnTo>
                  <a:pt x="223" y="235"/>
                </a:lnTo>
                <a:lnTo>
                  <a:pt x="224" y="233"/>
                </a:lnTo>
                <a:lnTo>
                  <a:pt x="226" y="231"/>
                </a:lnTo>
                <a:lnTo>
                  <a:pt x="226" y="228"/>
                </a:lnTo>
                <a:lnTo>
                  <a:pt x="225" y="226"/>
                </a:lnTo>
                <a:lnTo>
                  <a:pt x="219" y="222"/>
                </a:lnTo>
                <a:lnTo>
                  <a:pt x="213" y="219"/>
                </a:lnTo>
                <a:lnTo>
                  <a:pt x="209" y="218"/>
                </a:lnTo>
                <a:lnTo>
                  <a:pt x="205" y="217"/>
                </a:lnTo>
                <a:lnTo>
                  <a:pt x="201" y="216"/>
                </a:lnTo>
                <a:lnTo>
                  <a:pt x="195" y="216"/>
                </a:lnTo>
                <a:lnTo>
                  <a:pt x="195" y="216"/>
                </a:lnTo>
                <a:close/>
                <a:moveTo>
                  <a:pt x="256" y="238"/>
                </a:moveTo>
                <a:lnTo>
                  <a:pt x="253" y="241"/>
                </a:lnTo>
                <a:lnTo>
                  <a:pt x="249" y="244"/>
                </a:lnTo>
                <a:lnTo>
                  <a:pt x="248" y="246"/>
                </a:lnTo>
                <a:lnTo>
                  <a:pt x="248" y="248"/>
                </a:lnTo>
                <a:lnTo>
                  <a:pt x="247" y="250"/>
                </a:lnTo>
                <a:lnTo>
                  <a:pt x="247" y="253"/>
                </a:lnTo>
                <a:lnTo>
                  <a:pt x="247" y="259"/>
                </a:lnTo>
                <a:lnTo>
                  <a:pt x="247" y="267"/>
                </a:lnTo>
                <a:lnTo>
                  <a:pt x="247" y="273"/>
                </a:lnTo>
                <a:lnTo>
                  <a:pt x="248" y="279"/>
                </a:lnTo>
                <a:lnTo>
                  <a:pt x="249" y="282"/>
                </a:lnTo>
                <a:lnTo>
                  <a:pt x="250" y="283"/>
                </a:lnTo>
                <a:lnTo>
                  <a:pt x="250" y="285"/>
                </a:lnTo>
                <a:lnTo>
                  <a:pt x="251" y="286"/>
                </a:lnTo>
                <a:lnTo>
                  <a:pt x="251" y="287"/>
                </a:lnTo>
                <a:lnTo>
                  <a:pt x="252" y="288"/>
                </a:lnTo>
                <a:lnTo>
                  <a:pt x="253" y="288"/>
                </a:lnTo>
                <a:lnTo>
                  <a:pt x="255" y="288"/>
                </a:lnTo>
                <a:lnTo>
                  <a:pt x="257" y="288"/>
                </a:lnTo>
                <a:lnTo>
                  <a:pt x="260" y="288"/>
                </a:lnTo>
                <a:lnTo>
                  <a:pt x="263" y="288"/>
                </a:lnTo>
                <a:lnTo>
                  <a:pt x="267" y="288"/>
                </a:lnTo>
                <a:lnTo>
                  <a:pt x="269" y="283"/>
                </a:lnTo>
                <a:lnTo>
                  <a:pt x="272" y="278"/>
                </a:lnTo>
                <a:lnTo>
                  <a:pt x="273" y="271"/>
                </a:lnTo>
                <a:lnTo>
                  <a:pt x="274" y="264"/>
                </a:lnTo>
                <a:lnTo>
                  <a:pt x="274" y="260"/>
                </a:lnTo>
                <a:lnTo>
                  <a:pt x="274" y="257"/>
                </a:lnTo>
                <a:lnTo>
                  <a:pt x="274" y="254"/>
                </a:lnTo>
                <a:lnTo>
                  <a:pt x="273" y="251"/>
                </a:lnTo>
                <a:lnTo>
                  <a:pt x="272" y="248"/>
                </a:lnTo>
                <a:lnTo>
                  <a:pt x="271" y="246"/>
                </a:lnTo>
                <a:lnTo>
                  <a:pt x="269" y="243"/>
                </a:lnTo>
                <a:lnTo>
                  <a:pt x="267" y="242"/>
                </a:lnTo>
                <a:lnTo>
                  <a:pt x="266" y="241"/>
                </a:lnTo>
                <a:lnTo>
                  <a:pt x="265" y="240"/>
                </a:lnTo>
                <a:lnTo>
                  <a:pt x="263" y="239"/>
                </a:lnTo>
                <a:lnTo>
                  <a:pt x="263" y="239"/>
                </a:lnTo>
                <a:lnTo>
                  <a:pt x="259" y="238"/>
                </a:lnTo>
                <a:lnTo>
                  <a:pt x="256" y="23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78" name="iṧḻidè">
            <a:extLst>
              <a:ext uri="{FF2B5EF4-FFF2-40B4-BE49-F238E27FC236}">
                <a16:creationId xmlns:a16="http://schemas.microsoft.com/office/drawing/2014/main" id="{84C0D603-DDBB-4961-9932-50CB0F43AD5B}"/>
              </a:ext>
            </a:extLst>
          </p:cNvPr>
          <p:cNvSpPr>
            <a:spLocks noGrp="1"/>
          </p:cNvSpPr>
          <p:nvPr/>
        </p:nvSpPr>
        <p:spPr>
          <a:xfrm>
            <a:off x="1355040" y="528480"/>
            <a:ext cx="241560" cy="333000"/>
          </a:xfrm>
          <a:custGeom>
            <a:avLst/>
            <a:gdLst>
              <a:gd name="textAreaLeft" fmla="*/ 0 w 241560"/>
              <a:gd name="textAreaRight" fmla="*/ 241920 w 241560"/>
              <a:gd name="textAreaTop" fmla="*/ 0 h 333000"/>
              <a:gd name="textAreaBottom" fmla="*/ 333360 h 333000"/>
              <a:gd name="GluePoint1X" fmla="*/ 343 w 554"/>
              <a:gd name="GluePoint1Y" fmla="*/ 23 h 763"/>
              <a:gd name="GluePoint2X" fmla="*/ 345 w 554"/>
              <a:gd name="GluePoint2Y" fmla="*/ 54 h 763"/>
              <a:gd name="GluePoint3X" fmla="*/ 339 w 554"/>
              <a:gd name="GluePoint3Y" fmla="*/ 90 h 763"/>
              <a:gd name="GluePoint4X" fmla="*/ 392 w 554"/>
              <a:gd name="GluePoint4Y" fmla="*/ 84 h 763"/>
              <a:gd name="GluePoint5X" fmla="*/ 424 w 554"/>
              <a:gd name="GluePoint5Y" fmla="*/ 58 h 763"/>
              <a:gd name="GluePoint6X" fmla="*/ 480 w 554"/>
              <a:gd name="GluePoint6Y" fmla="*/ 3 h 763"/>
              <a:gd name="GluePoint7X" fmla="*/ 527 w 554"/>
              <a:gd name="GluePoint7Y" fmla="*/ 16 h 763"/>
              <a:gd name="GluePoint8X" fmla="*/ 493 w 554"/>
              <a:gd name="GluePoint8Y" fmla="*/ 52 h 763"/>
              <a:gd name="GluePoint9X" fmla="*/ 417 w 554"/>
              <a:gd name="GluePoint9Y" fmla="*/ 94 h 763"/>
              <a:gd name="GluePoint10X" fmla="*/ 333 w 554"/>
              <a:gd name="GluePoint10Y" fmla="*/ 134 h 763"/>
              <a:gd name="GluePoint11X" fmla="*/ 307 w 554"/>
              <a:gd name="GluePoint11Y" fmla="*/ 200 h 763"/>
              <a:gd name="GluePoint12X" fmla="*/ 328 w 554"/>
              <a:gd name="GluePoint12Y" fmla="*/ 242 h 763"/>
              <a:gd name="GluePoint13X" fmla="*/ 372 w 554"/>
              <a:gd name="GluePoint13Y" fmla="*/ 207 h 763"/>
              <a:gd name="GluePoint14X" fmla="*/ 435 w 554"/>
              <a:gd name="GluePoint14Y" fmla="*/ 164 h 763"/>
              <a:gd name="GluePoint15X" fmla="*/ 475 w 554"/>
              <a:gd name="GluePoint15Y" fmla="*/ 138 h 763"/>
              <a:gd name="GluePoint16X" fmla="*/ 519 w 554"/>
              <a:gd name="GluePoint16Y" fmla="*/ 155 h 763"/>
              <a:gd name="GluePoint17X" fmla="*/ 526 w 554"/>
              <a:gd name="GluePoint17Y" fmla="*/ 186 h 763"/>
              <a:gd name="GluePoint18X" fmla="*/ 460 w 554"/>
              <a:gd name="GluePoint18Y" fmla="*/ 211 h 763"/>
              <a:gd name="GluePoint19X" fmla="*/ 383 w 554"/>
              <a:gd name="GluePoint19Y" fmla="*/ 273 h 763"/>
              <a:gd name="GluePoint20X" fmla="*/ 363 w 554"/>
              <a:gd name="GluePoint20Y" fmla="*/ 342 h 763"/>
              <a:gd name="GluePoint21X" fmla="*/ 435 w 554"/>
              <a:gd name="GluePoint21Y" fmla="*/ 318 h 763"/>
              <a:gd name="GluePoint22X" fmla="*/ 511 w 554"/>
              <a:gd name="GluePoint22Y" fmla="*/ 278 h 763"/>
              <a:gd name="GluePoint23X" fmla="*/ 542 w 554"/>
              <a:gd name="GluePoint23Y" fmla="*/ 305 h 763"/>
              <a:gd name="GluePoint24X" fmla="*/ 472 w 554"/>
              <a:gd name="GluePoint24Y" fmla="*/ 329 h 763"/>
              <a:gd name="GluePoint25X" fmla="*/ 362 w 554"/>
              <a:gd name="GluePoint25Y" fmla="*/ 371 h 763"/>
              <a:gd name="GluePoint26X" fmla="*/ 337 w 554"/>
              <a:gd name="GluePoint26Y" fmla="*/ 461 h 763"/>
              <a:gd name="GluePoint27X" fmla="*/ 401 w 554"/>
              <a:gd name="GluePoint27Y" fmla="*/ 480 h 763"/>
              <a:gd name="GluePoint28X" fmla="*/ 381 w 554"/>
              <a:gd name="GluePoint28Y" fmla="*/ 527 h 763"/>
              <a:gd name="GluePoint29X" fmla="*/ 337 w 554"/>
              <a:gd name="GluePoint29Y" fmla="*/ 571 h 763"/>
              <a:gd name="GluePoint30X" fmla="*/ 343 w 554"/>
              <a:gd name="GluePoint30Y" fmla="*/ 648 h 763"/>
              <a:gd name="GluePoint31X" fmla="*/ 342 w 554"/>
              <a:gd name="GluePoint31Y" fmla="*/ 730 h 763"/>
              <a:gd name="GluePoint32X" fmla="*/ 315 w 554"/>
              <a:gd name="GluePoint32Y" fmla="*/ 757 h 763"/>
              <a:gd name="GluePoint33X" fmla="*/ 274 w 554"/>
              <a:gd name="GluePoint33Y" fmla="*/ 705 h 763"/>
              <a:gd name="GluePoint34X" fmla="*/ 296 w 554"/>
              <a:gd name="GluePoint34Y" fmla="*/ 659 h 763"/>
              <a:gd name="GluePoint35X" fmla="*/ 287 w 554"/>
              <a:gd name="GluePoint35Y" fmla="*/ 569 h 763"/>
              <a:gd name="GluePoint36X" fmla="*/ 244 w 554"/>
              <a:gd name="GluePoint36Y" fmla="*/ 604 h 763"/>
              <a:gd name="GluePoint37X" fmla="*/ 194 w 554"/>
              <a:gd name="GluePoint37Y" fmla="*/ 575 h 763"/>
              <a:gd name="GluePoint38X" fmla="*/ 264 w 554"/>
              <a:gd name="GluePoint38Y" fmla="*/ 522 h 763"/>
              <a:gd name="GluePoint39X" fmla="*/ 307 w 554"/>
              <a:gd name="GluePoint39Y" fmla="*/ 479 h 763"/>
              <a:gd name="GluePoint40X" fmla="*/ 307 w 554"/>
              <a:gd name="GluePoint40Y" fmla="*/ 394 h 763"/>
              <a:gd name="GluePoint41X" fmla="*/ 262 w 554"/>
              <a:gd name="GluePoint41Y" fmla="*/ 410 h 763"/>
              <a:gd name="GluePoint42X" fmla="*/ 227 w 554"/>
              <a:gd name="GluePoint42Y" fmla="*/ 430 h 763"/>
              <a:gd name="GluePoint43X" fmla="*/ 146 w 554"/>
              <a:gd name="GluePoint43Y" fmla="*/ 486 h 763"/>
              <a:gd name="GluePoint44X" fmla="*/ 106 w 554"/>
              <a:gd name="GluePoint44Y" fmla="*/ 535 h 763"/>
              <a:gd name="GluePoint45X" fmla="*/ 44 w 554"/>
              <a:gd name="GluePoint45Y" fmla="*/ 559 h 763"/>
              <a:gd name="GluePoint46X" fmla="*/ 1 w 554"/>
              <a:gd name="GluePoint46Y" fmla="*/ 526 h 763"/>
              <a:gd name="GluePoint47X" fmla="*/ 34 w 554"/>
              <a:gd name="GluePoint47Y" fmla="*/ 505 h 763"/>
              <a:gd name="GluePoint48X" fmla="*/ 62 w 554"/>
              <a:gd name="GluePoint48Y" fmla="*/ 488 h 763"/>
              <a:gd name="GluePoint49X" fmla="*/ 108 w 554"/>
              <a:gd name="GluePoint49Y" fmla="*/ 471 h 763"/>
              <a:gd name="GluePoint50X" fmla="*/ 160 w 554"/>
              <a:gd name="GluePoint50Y" fmla="*/ 442 h 763"/>
              <a:gd name="GluePoint51X" fmla="*/ 196 w 554"/>
              <a:gd name="GluePoint51Y" fmla="*/ 423 h 763"/>
              <a:gd name="GluePoint52X" fmla="*/ 294 w 554"/>
              <a:gd name="GluePoint52Y" fmla="*/ 376 h 763"/>
              <a:gd name="GluePoint53X" fmla="*/ 316 w 554"/>
              <a:gd name="GluePoint53Y" fmla="*/ 352 h 763"/>
              <a:gd name="GluePoint54X" fmla="*/ 309 w 554"/>
              <a:gd name="GluePoint54Y" fmla="*/ 274 h 763"/>
              <a:gd name="GluePoint55X" fmla="*/ 262 w 554"/>
              <a:gd name="GluePoint55Y" fmla="*/ 313 h 763"/>
              <a:gd name="GluePoint56X" fmla="*/ 206 w 554"/>
              <a:gd name="GluePoint56Y" fmla="*/ 336 h 763"/>
              <a:gd name="GluePoint57X" fmla="*/ 198 w 554"/>
              <a:gd name="GluePoint57Y" fmla="*/ 303 h 763"/>
              <a:gd name="GluePoint58X" fmla="*/ 263 w 554"/>
              <a:gd name="GluePoint58Y" fmla="*/ 250 h 763"/>
              <a:gd name="GluePoint59X" fmla="*/ 290 w 554"/>
              <a:gd name="GluePoint59Y" fmla="*/ 153 h 763"/>
              <a:gd name="GluePoint60X" fmla="*/ 268 w 554"/>
              <a:gd name="GluePoint60Y" fmla="*/ 129 h 763"/>
              <a:gd name="GluePoint61X" fmla="*/ 291 w 554"/>
              <a:gd name="GluePoint61Y" fmla="*/ 90 h 763"/>
              <a:gd name="GluePoint62X" fmla="*/ 288 w 554"/>
              <a:gd name="GluePoint62Y" fmla="*/ 40 h 763"/>
            </a:gdLst>
            <a:ahLst/>
            <a:cxnLst/>
            <a:rect l="textAreaLeft" t="textAreaTop" r="textAreaRight" b="textAreaBottom"/>
            <a:pathLst>
              <a:path w="554" h="763">
                <a:moveTo>
                  <a:pt x="303" y="20"/>
                </a:moveTo>
                <a:lnTo>
                  <a:pt x="306" y="20"/>
                </a:lnTo>
                <a:lnTo>
                  <a:pt x="308" y="20"/>
                </a:lnTo>
                <a:lnTo>
                  <a:pt x="308" y="18"/>
                </a:lnTo>
                <a:lnTo>
                  <a:pt x="309" y="17"/>
                </a:lnTo>
                <a:lnTo>
                  <a:pt x="310" y="14"/>
                </a:lnTo>
                <a:lnTo>
                  <a:pt x="312" y="13"/>
                </a:lnTo>
                <a:lnTo>
                  <a:pt x="314" y="12"/>
                </a:lnTo>
                <a:lnTo>
                  <a:pt x="316" y="11"/>
                </a:lnTo>
                <a:lnTo>
                  <a:pt x="319" y="10"/>
                </a:lnTo>
                <a:lnTo>
                  <a:pt x="322" y="10"/>
                </a:lnTo>
                <a:lnTo>
                  <a:pt x="326" y="10"/>
                </a:lnTo>
                <a:lnTo>
                  <a:pt x="329" y="10"/>
                </a:lnTo>
                <a:lnTo>
                  <a:pt x="335" y="15"/>
                </a:lnTo>
                <a:lnTo>
                  <a:pt x="342" y="22"/>
                </a:lnTo>
                <a:lnTo>
                  <a:pt x="343" y="23"/>
                </a:lnTo>
                <a:lnTo>
                  <a:pt x="345" y="25"/>
                </a:lnTo>
                <a:lnTo>
                  <a:pt x="346" y="26"/>
                </a:lnTo>
                <a:lnTo>
                  <a:pt x="347" y="28"/>
                </a:lnTo>
                <a:lnTo>
                  <a:pt x="347" y="30"/>
                </a:lnTo>
                <a:lnTo>
                  <a:pt x="348" y="33"/>
                </a:lnTo>
                <a:lnTo>
                  <a:pt x="347" y="34"/>
                </a:lnTo>
                <a:lnTo>
                  <a:pt x="347" y="37"/>
                </a:lnTo>
                <a:lnTo>
                  <a:pt x="347" y="39"/>
                </a:lnTo>
                <a:lnTo>
                  <a:pt x="348" y="42"/>
                </a:lnTo>
                <a:lnTo>
                  <a:pt x="348" y="44"/>
                </a:lnTo>
                <a:lnTo>
                  <a:pt x="347" y="46"/>
                </a:lnTo>
                <a:lnTo>
                  <a:pt x="347" y="48"/>
                </a:lnTo>
                <a:lnTo>
                  <a:pt x="347" y="50"/>
                </a:lnTo>
                <a:lnTo>
                  <a:pt x="346" y="51"/>
                </a:lnTo>
                <a:lnTo>
                  <a:pt x="345" y="52"/>
                </a:lnTo>
                <a:lnTo>
                  <a:pt x="345" y="54"/>
                </a:lnTo>
                <a:lnTo>
                  <a:pt x="345" y="54"/>
                </a:lnTo>
                <a:lnTo>
                  <a:pt x="345" y="55"/>
                </a:lnTo>
                <a:lnTo>
                  <a:pt x="345" y="57"/>
                </a:lnTo>
                <a:lnTo>
                  <a:pt x="345" y="58"/>
                </a:lnTo>
                <a:lnTo>
                  <a:pt x="346" y="61"/>
                </a:lnTo>
                <a:lnTo>
                  <a:pt x="346" y="63"/>
                </a:lnTo>
                <a:lnTo>
                  <a:pt x="347" y="66"/>
                </a:lnTo>
                <a:lnTo>
                  <a:pt x="346" y="67"/>
                </a:lnTo>
                <a:lnTo>
                  <a:pt x="346" y="70"/>
                </a:lnTo>
                <a:lnTo>
                  <a:pt x="345" y="71"/>
                </a:lnTo>
                <a:lnTo>
                  <a:pt x="344" y="74"/>
                </a:lnTo>
                <a:lnTo>
                  <a:pt x="343" y="77"/>
                </a:lnTo>
                <a:lnTo>
                  <a:pt x="340" y="80"/>
                </a:lnTo>
                <a:lnTo>
                  <a:pt x="340" y="83"/>
                </a:lnTo>
                <a:lnTo>
                  <a:pt x="339" y="86"/>
                </a:lnTo>
                <a:lnTo>
                  <a:pt x="339" y="90"/>
                </a:lnTo>
                <a:lnTo>
                  <a:pt x="339" y="94"/>
                </a:lnTo>
                <a:lnTo>
                  <a:pt x="340" y="101"/>
                </a:lnTo>
                <a:lnTo>
                  <a:pt x="340" y="106"/>
                </a:lnTo>
                <a:lnTo>
                  <a:pt x="343" y="106"/>
                </a:lnTo>
                <a:lnTo>
                  <a:pt x="347" y="106"/>
                </a:lnTo>
                <a:lnTo>
                  <a:pt x="350" y="106"/>
                </a:lnTo>
                <a:lnTo>
                  <a:pt x="352" y="106"/>
                </a:lnTo>
                <a:lnTo>
                  <a:pt x="357" y="102"/>
                </a:lnTo>
                <a:lnTo>
                  <a:pt x="366" y="96"/>
                </a:lnTo>
                <a:lnTo>
                  <a:pt x="375" y="90"/>
                </a:lnTo>
                <a:lnTo>
                  <a:pt x="380" y="87"/>
                </a:lnTo>
                <a:lnTo>
                  <a:pt x="383" y="86"/>
                </a:lnTo>
                <a:lnTo>
                  <a:pt x="387" y="86"/>
                </a:lnTo>
                <a:lnTo>
                  <a:pt x="389" y="85"/>
                </a:lnTo>
                <a:lnTo>
                  <a:pt x="391" y="85"/>
                </a:lnTo>
                <a:lnTo>
                  <a:pt x="392" y="84"/>
                </a:lnTo>
                <a:lnTo>
                  <a:pt x="394" y="83"/>
                </a:lnTo>
                <a:lnTo>
                  <a:pt x="396" y="81"/>
                </a:lnTo>
                <a:lnTo>
                  <a:pt x="398" y="79"/>
                </a:lnTo>
                <a:lnTo>
                  <a:pt x="399" y="77"/>
                </a:lnTo>
                <a:lnTo>
                  <a:pt x="401" y="74"/>
                </a:lnTo>
                <a:lnTo>
                  <a:pt x="403" y="72"/>
                </a:lnTo>
                <a:lnTo>
                  <a:pt x="404" y="70"/>
                </a:lnTo>
                <a:lnTo>
                  <a:pt x="407" y="68"/>
                </a:lnTo>
                <a:lnTo>
                  <a:pt x="408" y="66"/>
                </a:lnTo>
                <a:lnTo>
                  <a:pt x="411" y="64"/>
                </a:lnTo>
                <a:lnTo>
                  <a:pt x="415" y="63"/>
                </a:lnTo>
                <a:lnTo>
                  <a:pt x="417" y="62"/>
                </a:lnTo>
                <a:lnTo>
                  <a:pt x="419" y="62"/>
                </a:lnTo>
                <a:lnTo>
                  <a:pt x="420" y="61"/>
                </a:lnTo>
                <a:lnTo>
                  <a:pt x="422" y="60"/>
                </a:lnTo>
                <a:lnTo>
                  <a:pt x="424" y="58"/>
                </a:lnTo>
                <a:lnTo>
                  <a:pt x="427" y="55"/>
                </a:lnTo>
                <a:lnTo>
                  <a:pt x="428" y="53"/>
                </a:lnTo>
                <a:lnTo>
                  <a:pt x="431" y="50"/>
                </a:lnTo>
                <a:lnTo>
                  <a:pt x="434" y="46"/>
                </a:lnTo>
                <a:lnTo>
                  <a:pt x="439" y="41"/>
                </a:lnTo>
                <a:lnTo>
                  <a:pt x="443" y="38"/>
                </a:lnTo>
                <a:lnTo>
                  <a:pt x="447" y="37"/>
                </a:lnTo>
                <a:lnTo>
                  <a:pt x="451" y="33"/>
                </a:lnTo>
                <a:lnTo>
                  <a:pt x="455" y="29"/>
                </a:lnTo>
                <a:lnTo>
                  <a:pt x="459" y="24"/>
                </a:lnTo>
                <a:lnTo>
                  <a:pt x="463" y="20"/>
                </a:lnTo>
                <a:lnTo>
                  <a:pt x="466" y="15"/>
                </a:lnTo>
                <a:lnTo>
                  <a:pt x="470" y="11"/>
                </a:lnTo>
                <a:lnTo>
                  <a:pt x="474" y="7"/>
                </a:lnTo>
                <a:lnTo>
                  <a:pt x="478" y="4"/>
                </a:lnTo>
                <a:lnTo>
                  <a:pt x="480" y="3"/>
                </a:lnTo>
                <a:lnTo>
                  <a:pt x="483" y="2"/>
                </a:lnTo>
                <a:lnTo>
                  <a:pt x="486" y="1"/>
                </a:lnTo>
                <a:lnTo>
                  <a:pt x="488" y="0"/>
                </a:lnTo>
                <a:lnTo>
                  <a:pt x="491" y="0"/>
                </a:lnTo>
                <a:lnTo>
                  <a:pt x="493" y="0"/>
                </a:lnTo>
                <a:lnTo>
                  <a:pt x="496" y="0"/>
                </a:lnTo>
                <a:lnTo>
                  <a:pt x="499" y="1"/>
                </a:lnTo>
                <a:lnTo>
                  <a:pt x="503" y="2"/>
                </a:lnTo>
                <a:lnTo>
                  <a:pt x="508" y="5"/>
                </a:lnTo>
                <a:lnTo>
                  <a:pt x="513" y="8"/>
                </a:lnTo>
                <a:lnTo>
                  <a:pt x="517" y="10"/>
                </a:lnTo>
                <a:lnTo>
                  <a:pt x="520" y="13"/>
                </a:lnTo>
                <a:lnTo>
                  <a:pt x="523" y="14"/>
                </a:lnTo>
                <a:lnTo>
                  <a:pt x="525" y="14"/>
                </a:lnTo>
                <a:lnTo>
                  <a:pt x="526" y="15"/>
                </a:lnTo>
                <a:lnTo>
                  <a:pt x="527" y="16"/>
                </a:lnTo>
                <a:lnTo>
                  <a:pt x="528" y="18"/>
                </a:lnTo>
                <a:lnTo>
                  <a:pt x="529" y="19"/>
                </a:lnTo>
                <a:lnTo>
                  <a:pt x="530" y="21"/>
                </a:lnTo>
                <a:lnTo>
                  <a:pt x="530" y="22"/>
                </a:lnTo>
                <a:lnTo>
                  <a:pt x="530" y="24"/>
                </a:lnTo>
                <a:lnTo>
                  <a:pt x="529" y="26"/>
                </a:lnTo>
                <a:lnTo>
                  <a:pt x="529" y="27"/>
                </a:lnTo>
                <a:lnTo>
                  <a:pt x="527" y="29"/>
                </a:lnTo>
                <a:lnTo>
                  <a:pt x="527" y="30"/>
                </a:lnTo>
                <a:lnTo>
                  <a:pt x="525" y="33"/>
                </a:lnTo>
                <a:lnTo>
                  <a:pt x="522" y="36"/>
                </a:lnTo>
                <a:lnTo>
                  <a:pt x="519" y="38"/>
                </a:lnTo>
                <a:lnTo>
                  <a:pt x="515" y="41"/>
                </a:lnTo>
                <a:lnTo>
                  <a:pt x="507" y="46"/>
                </a:lnTo>
                <a:lnTo>
                  <a:pt x="499" y="49"/>
                </a:lnTo>
                <a:lnTo>
                  <a:pt x="493" y="52"/>
                </a:lnTo>
                <a:lnTo>
                  <a:pt x="488" y="54"/>
                </a:lnTo>
                <a:lnTo>
                  <a:pt x="481" y="59"/>
                </a:lnTo>
                <a:lnTo>
                  <a:pt x="474" y="64"/>
                </a:lnTo>
                <a:lnTo>
                  <a:pt x="467" y="69"/>
                </a:lnTo>
                <a:lnTo>
                  <a:pt x="459" y="74"/>
                </a:lnTo>
                <a:lnTo>
                  <a:pt x="457" y="77"/>
                </a:lnTo>
                <a:lnTo>
                  <a:pt x="454" y="80"/>
                </a:lnTo>
                <a:lnTo>
                  <a:pt x="450" y="82"/>
                </a:lnTo>
                <a:lnTo>
                  <a:pt x="446" y="83"/>
                </a:lnTo>
                <a:lnTo>
                  <a:pt x="441" y="85"/>
                </a:lnTo>
                <a:lnTo>
                  <a:pt x="437" y="86"/>
                </a:lnTo>
                <a:lnTo>
                  <a:pt x="432" y="87"/>
                </a:lnTo>
                <a:lnTo>
                  <a:pt x="427" y="89"/>
                </a:lnTo>
                <a:lnTo>
                  <a:pt x="423" y="90"/>
                </a:lnTo>
                <a:lnTo>
                  <a:pt x="420" y="92"/>
                </a:lnTo>
                <a:lnTo>
                  <a:pt x="417" y="94"/>
                </a:lnTo>
                <a:lnTo>
                  <a:pt x="415" y="97"/>
                </a:lnTo>
                <a:lnTo>
                  <a:pt x="411" y="99"/>
                </a:lnTo>
                <a:lnTo>
                  <a:pt x="408" y="102"/>
                </a:lnTo>
                <a:lnTo>
                  <a:pt x="405" y="102"/>
                </a:lnTo>
                <a:lnTo>
                  <a:pt x="402" y="102"/>
                </a:lnTo>
                <a:lnTo>
                  <a:pt x="398" y="103"/>
                </a:lnTo>
                <a:lnTo>
                  <a:pt x="395" y="104"/>
                </a:lnTo>
                <a:lnTo>
                  <a:pt x="387" y="108"/>
                </a:lnTo>
                <a:lnTo>
                  <a:pt x="379" y="113"/>
                </a:lnTo>
                <a:lnTo>
                  <a:pt x="371" y="117"/>
                </a:lnTo>
                <a:lnTo>
                  <a:pt x="363" y="122"/>
                </a:lnTo>
                <a:lnTo>
                  <a:pt x="355" y="126"/>
                </a:lnTo>
                <a:lnTo>
                  <a:pt x="347" y="130"/>
                </a:lnTo>
                <a:lnTo>
                  <a:pt x="343" y="131"/>
                </a:lnTo>
                <a:lnTo>
                  <a:pt x="338" y="132"/>
                </a:lnTo>
                <a:lnTo>
                  <a:pt x="333" y="134"/>
                </a:lnTo>
                <a:lnTo>
                  <a:pt x="327" y="134"/>
                </a:lnTo>
                <a:lnTo>
                  <a:pt x="325" y="142"/>
                </a:lnTo>
                <a:lnTo>
                  <a:pt x="322" y="149"/>
                </a:lnTo>
                <a:lnTo>
                  <a:pt x="318" y="155"/>
                </a:lnTo>
                <a:lnTo>
                  <a:pt x="315" y="162"/>
                </a:lnTo>
                <a:lnTo>
                  <a:pt x="314" y="163"/>
                </a:lnTo>
                <a:lnTo>
                  <a:pt x="314" y="166"/>
                </a:lnTo>
                <a:lnTo>
                  <a:pt x="313" y="169"/>
                </a:lnTo>
                <a:lnTo>
                  <a:pt x="312" y="173"/>
                </a:lnTo>
                <a:lnTo>
                  <a:pt x="312" y="176"/>
                </a:lnTo>
                <a:lnTo>
                  <a:pt x="310" y="180"/>
                </a:lnTo>
                <a:lnTo>
                  <a:pt x="310" y="184"/>
                </a:lnTo>
                <a:lnTo>
                  <a:pt x="308" y="187"/>
                </a:lnTo>
                <a:lnTo>
                  <a:pt x="307" y="191"/>
                </a:lnTo>
                <a:lnTo>
                  <a:pt x="307" y="195"/>
                </a:lnTo>
                <a:lnTo>
                  <a:pt x="307" y="200"/>
                </a:lnTo>
                <a:lnTo>
                  <a:pt x="307" y="203"/>
                </a:lnTo>
                <a:lnTo>
                  <a:pt x="305" y="209"/>
                </a:lnTo>
                <a:lnTo>
                  <a:pt x="303" y="214"/>
                </a:lnTo>
                <a:lnTo>
                  <a:pt x="302" y="219"/>
                </a:lnTo>
                <a:lnTo>
                  <a:pt x="301" y="224"/>
                </a:lnTo>
                <a:lnTo>
                  <a:pt x="299" y="230"/>
                </a:lnTo>
                <a:lnTo>
                  <a:pt x="299" y="237"/>
                </a:lnTo>
                <a:lnTo>
                  <a:pt x="298" y="242"/>
                </a:lnTo>
                <a:lnTo>
                  <a:pt x="299" y="250"/>
                </a:lnTo>
                <a:lnTo>
                  <a:pt x="301" y="250"/>
                </a:lnTo>
                <a:lnTo>
                  <a:pt x="302" y="251"/>
                </a:lnTo>
                <a:lnTo>
                  <a:pt x="304" y="251"/>
                </a:lnTo>
                <a:lnTo>
                  <a:pt x="307" y="251"/>
                </a:lnTo>
                <a:lnTo>
                  <a:pt x="316" y="248"/>
                </a:lnTo>
                <a:lnTo>
                  <a:pt x="324" y="244"/>
                </a:lnTo>
                <a:lnTo>
                  <a:pt x="328" y="242"/>
                </a:lnTo>
                <a:lnTo>
                  <a:pt x="331" y="240"/>
                </a:lnTo>
                <a:lnTo>
                  <a:pt x="335" y="238"/>
                </a:lnTo>
                <a:lnTo>
                  <a:pt x="338" y="236"/>
                </a:lnTo>
                <a:lnTo>
                  <a:pt x="341" y="233"/>
                </a:lnTo>
                <a:lnTo>
                  <a:pt x="343" y="230"/>
                </a:lnTo>
                <a:lnTo>
                  <a:pt x="346" y="227"/>
                </a:lnTo>
                <a:lnTo>
                  <a:pt x="348" y="224"/>
                </a:lnTo>
                <a:lnTo>
                  <a:pt x="351" y="221"/>
                </a:lnTo>
                <a:lnTo>
                  <a:pt x="353" y="217"/>
                </a:lnTo>
                <a:lnTo>
                  <a:pt x="355" y="213"/>
                </a:lnTo>
                <a:lnTo>
                  <a:pt x="357" y="208"/>
                </a:lnTo>
                <a:lnTo>
                  <a:pt x="360" y="208"/>
                </a:lnTo>
                <a:lnTo>
                  <a:pt x="363" y="207"/>
                </a:lnTo>
                <a:lnTo>
                  <a:pt x="364" y="206"/>
                </a:lnTo>
                <a:lnTo>
                  <a:pt x="367" y="205"/>
                </a:lnTo>
                <a:lnTo>
                  <a:pt x="372" y="207"/>
                </a:lnTo>
                <a:lnTo>
                  <a:pt x="378" y="211"/>
                </a:lnTo>
                <a:lnTo>
                  <a:pt x="381" y="213"/>
                </a:lnTo>
                <a:lnTo>
                  <a:pt x="385" y="214"/>
                </a:lnTo>
                <a:lnTo>
                  <a:pt x="387" y="214"/>
                </a:lnTo>
                <a:lnTo>
                  <a:pt x="389" y="214"/>
                </a:lnTo>
                <a:lnTo>
                  <a:pt x="391" y="213"/>
                </a:lnTo>
                <a:lnTo>
                  <a:pt x="394" y="213"/>
                </a:lnTo>
                <a:lnTo>
                  <a:pt x="395" y="211"/>
                </a:lnTo>
                <a:lnTo>
                  <a:pt x="398" y="210"/>
                </a:lnTo>
                <a:lnTo>
                  <a:pt x="400" y="207"/>
                </a:lnTo>
                <a:lnTo>
                  <a:pt x="403" y="204"/>
                </a:lnTo>
                <a:lnTo>
                  <a:pt x="410" y="197"/>
                </a:lnTo>
                <a:lnTo>
                  <a:pt x="417" y="188"/>
                </a:lnTo>
                <a:lnTo>
                  <a:pt x="424" y="179"/>
                </a:lnTo>
                <a:lnTo>
                  <a:pt x="431" y="170"/>
                </a:lnTo>
                <a:lnTo>
                  <a:pt x="435" y="164"/>
                </a:lnTo>
                <a:lnTo>
                  <a:pt x="439" y="159"/>
                </a:lnTo>
                <a:lnTo>
                  <a:pt x="442" y="150"/>
                </a:lnTo>
                <a:lnTo>
                  <a:pt x="444" y="141"/>
                </a:lnTo>
                <a:lnTo>
                  <a:pt x="446" y="137"/>
                </a:lnTo>
                <a:lnTo>
                  <a:pt x="447" y="134"/>
                </a:lnTo>
                <a:lnTo>
                  <a:pt x="448" y="131"/>
                </a:lnTo>
                <a:lnTo>
                  <a:pt x="450" y="130"/>
                </a:lnTo>
                <a:lnTo>
                  <a:pt x="451" y="128"/>
                </a:lnTo>
                <a:lnTo>
                  <a:pt x="454" y="126"/>
                </a:lnTo>
                <a:lnTo>
                  <a:pt x="457" y="127"/>
                </a:lnTo>
                <a:lnTo>
                  <a:pt x="461" y="127"/>
                </a:lnTo>
                <a:lnTo>
                  <a:pt x="465" y="128"/>
                </a:lnTo>
                <a:lnTo>
                  <a:pt x="469" y="129"/>
                </a:lnTo>
                <a:lnTo>
                  <a:pt x="471" y="132"/>
                </a:lnTo>
                <a:lnTo>
                  <a:pt x="473" y="134"/>
                </a:lnTo>
                <a:lnTo>
                  <a:pt x="475" y="138"/>
                </a:lnTo>
                <a:lnTo>
                  <a:pt x="478" y="140"/>
                </a:lnTo>
                <a:lnTo>
                  <a:pt x="478" y="144"/>
                </a:lnTo>
                <a:lnTo>
                  <a:pt x="479" y="147"/>
                </a:lnTo>
                <a:lnTo>
                  <a:pt x="479" y="151"/>
                </a:lnTo>
                <a:lnTo>
                  <a:pt x="478" y="155"/>
                </a:lnTo>
                <a:lnTo>
                  <a:pt x="478" y="162"/>
                </a:lnTo>
                <a:lnTo>
                  <a:pt x="478" y="168"/>
                </a:lnTo>
                <a:lnTo>
                  <a:pt x="480" y="169"/>
                </a:lnTo>
                <a:lnTo>
                  <a:pt x="483" y="170"/>
                </a:lnTo>
                <a:lnTo>
                  <a:pt x="486" y="168"/>
                </a:lnTo>
                <a:lnTo>
                  <a:pt x="491" y="166"/>
                </a:lnTo>
                <a:lnTo>
                  <a:pt x="498" y="162"/>
                </a:lnTo>
                <a:lnTo>
                  <a:pt x="506" y="159"/>
                </a:lnTo>
                <a:lnTo>
                  <a:pt x="511" y="158"/>
                </a:lnTo>
                <a:lnTo>
                  <a:pt x="515" y="156"/>
                </a:lnTo>
                <a:lnTo>
                  <a:pt x="519" y="155"/>
                </a:lnTo>
                <a:lnTo>
                  <a:pt x="523" y="154"/>
                </a:lnTo>
                <a:lnTo>
                  <a:pt x="527" y="154"/>
                </a:lnTo>
                <a:lnTo>
                  <a:pt x="531" y="154"/>
                </a:lnTo>
                <a:lnTo>
                  <a:pt x="535" y="154"/>
                </a:lnTo>
                <a:lnTo>
                  <a:pt x="537" y="155"/>
                </a:lnTo>
                <a:lnTo>
                  <a:pt x="539" y="156"/>
                </a:lnTo>
                <a:lnTo>
                  <a:pt x="542" y="158"/>
                </a:lnTo>
                <a:lnTo>
                  <a:pt x="544" y="159"/>
                </a:lnTo>
                <a:lnTo>
                  <a:pt x="547" y="162"/>
                </a:lnTo>
                <a:lnTo>
                  <a:pt x="548" y="164"/>
                </a:lnTo>
                <a:lnTo>
                  <a:pt x="550" y="166"/>
                </a:lnTo>
                <a:lnTo>
                  <a:pt x="551" y="170"/>
                </a:lnTo>
                <a:lnTo>
                  <a:pt x="551" y="174"/>
                </a:lnTo>
                <a:lnTo>
                  <a:pt x="542" y="178"/>
                </a:lnTo>
                <a:lnTo>
                  <a:pt x="531" y="183"/>
                </a:lnTo>
                <a:lnTo>
                  <a:pt x="526" y="186"/>
                </a:lnTo>
                <a:lnTo>
                  <a:pt x="521" y="189"/>
                </a:lnTo>
                <a:lnTo>
                  <a:pt x="516" y="191"/>
                </a:lnTo>
                <a:lnTo>
                  <a:pt x="512" y="194"/>
                </a:lnTo>
                <a:lnTo>
                  <a:pt x="511" y="195"/>
                </a:lnTo>
                <a:lnTo>
                  <a:pt x="509" y="196"/>
                </a:lnTo>
                <a:lnTo>
                  <a:pt x="507" y="196"/>
                </a:lnTo>
                <a:lnTo>
                  <a:pt x="504" y="196"/>
                </a:lnTo>
                <a:lnTo>
                  <a:pt x="502" y="195"/>
                </a:lnTo>
                <a:lnTo>
                  <a:pt x="499" y="195"/>
                </a:lnTo>
                <a:lnTo>
                  <a:pt x="498" y="196"/>
                </a:lnTo>
                <a:lnTo>
                  <a:pt x="495" y="196"/>
                </a:lnTo>
                <a:lnTo>
                  <a:pt x="488" y="200"/>
                </a:lnTo>
                <a:lnTo>
                  <a:pt x="479" y="203"/>
                </a:lnTo>
                <a:lnTo>
                  <a:pt x="471" y="207"/>
                </a:lnTo>
                <a:lnTo>
                  <a:pt x="464" y="210"/>
                </a:lnTo>
                <a:lnTo>
                  <a:pt x="460" y="211"/>
                </a:lnTo>
                <a:lnTo>
                  <a:pt x="455" y="212"/>
                </a:lnTo>
                <a:lnTo>
                  <a:pt x="451" y="213"/>
                </a:lnTo>
                <a:lnTo>
                  <a:pt x="446" y="213"/>
                </a:lnTo>
                <a:lnTo>
                  <a:pt x="439" y="215"/>
                </a:lnTo>
                <a:lnTo>
                  <a:pt x="431" y="219"/>
                </a:lnTo>
                <a:lnTo>
                  <a:pt x="427" y="221"/>
                </a:lnTo>
                <a:lnTo>
                  <a:pt x="423" y="223"/>
                </a:lnTo>
                <a:lnTo>
                  <a:pt x="419" y="225"/>
                </a:lnTo>
                <a:lnTo>
                  <a:pt x="417" y="226"/>
                </a:lnTo>
                <a:lnTo>
                  <a:pt x="413" y="230"/>
                </a:lnTo>
                <a:lnTo>
                  <a:pt x="409" y="234"/>
                </a:lnTo>
                <a:lnTo>
                  <a:pt x="405" y="238"/>
                </a:lnTo>
                <a:lnTo>
                  <a:pt x="402" y="243"/>
                </a:lnTo>
                <a:lnTo>
                  <a:pt x="395" y="253"/>
                </a:lnTo>
                <a:lnTo>
                  <a:pt x="389" y="263"/>
                </a:lnTo>
                <a:lnTo>
                  <a:pt x="383" y="273"/>
                </a:lnTo>
                <a:lnTo>
                  <a:pt x="378" y="282"/>
                </a:lnTo>
                <a:lnTo>
                  <a:pt x="375" y="287"/>
                </a:lnTo>
                <a:lnTo>
                  <a:pt x="371" y="291"/>
                </a:lnTo>
                <a:lnTo>
                  <a:pt x="368" y="295"/>
                </a:lnTo>
                <a:lnTo>
                  <a:pt x="364" y="298"/>
                </a:lnTo>
                <a:lnTo>
                  <a:pt x="363" y="303"/>
                </a:lnTo>
                <a:lnTo>
                  <a:pt x="363" y="309"/>
                </a:lnTo>
                <a:lnTo>
                  <a:pt x="362" y="314"/>
                </a:lnTo>
                <a:lnTo>
                  <a:pt x="361" y="320"/>
                </a:lnTo>
                <a:lnTo>
                  <a:pt x="359" y="326"/>
                </a:lnTo>
                <a:lnTo>
                  <a:pt x="359" y="332"/>
                </a:lnTo>
                <a:lnTo>
                  <a:pt x="359" y="334"/>
                </a:lnTo>
                <a:lnTo>
                  <a:pt x="359" y="337"/>
                </a:lnTo>
                <a:lnTo>
                  <a:pt x="359" y="338"/>
                </a:lnTo>
                <a:lnTo>
                  <a:pt x="360" y="340"/>
                </a:lnTo>
                <a:lnTo>
                  <a:pt x="363" y="342"/>
                </a:lnTo>
                <a:lnTo>
                  <a:pt x="364" y="345"/>
                </a:lnTo>
                <a:lnTo>
                  <a:pt x="367" y="345"/>
                </a:lnTo>
                <a:lnTo>
                  <a:pt x="371" y="344"/>
                </a:lnTo>
                <a:lnTo>
                  <a:pt x="374" y="343"/>
                </a:lnTo>
                <a:lnTo>
                  <a:pt x="378" y="342"/>
                </a:lnTo>
                <a:lnTo>
                  <a:pt x="383" y="340"/>
                </a:lnTo>
                <a:lnTo>
                  <a:pt x="390" y="337"/>
                </a:lnTo>
                <a:lnTo>
                  <a:pt x="401" y="330"/>
                </a:lnTo>
                <a:lnTo>
                  <a:pt x="411" y="324"/>
                </a:lnTo>
                <a:lnTo>
                  <a:pt x="415" y="322"/>
                </a:lnTo>
                <a:lnTo>
                  <a:pt x="418" y="322"/>
                </a:lnTo>
                <a:lnTo>
                  <a:pt x="422" y="321"/>
                </a:lnTo>
                <a:lnTo>
                  <a:pt x="425" y="320"/>
                </a:lnTo>
                <a:lnTo>
                  <a:pt x="428" y="320"/>
                </a:lnTo>
                <a:lnTo>
                  <a:pt x="431" y="318"/>
                </a:lnTo>
                <a:lnTo>
                  <a:pt x="435" y="318"/>
                </a:lnTo>
                <a:lnTo>
                  <a:pt x="439" y="316"/>
                </a:lnTo>
                <a:lnTo>
                  <a:pt x="442" y="314"/>
                </a:lnTo>
                <a:lnTo>
                  <a:pt x="446" y="312"/>
                </a:lnTo>
                <a:lnTo>
                  <a:pt x="450" y="310"/>
                </a:lnTo>
                <a:lnTo>
                  <a:pt x="454" y="308"/>
                </a:lnTo>
                <a:lnTo>
                  <a:pt x="457" y="307"/>
                </a:lnTo>
                <a:lnTo>
                  <a:pt x="461" y="306"/>
                </a:lnTo>
                <a:lnTo>
                  <a:pt x="464" y="306"/>
                </a:lnTo>
                <a:lnTo>
                  <a:pt x="468" y="306"/>
                </a:lnTo>
                <a:lnTo>
                  <a:pt x="478" y="299"/>
                </a:lnTo>
                <a:lnTo>
                  <a:pt x="487" y="293"/>
                </a:lnTo>
                <a:lnTo>
                  <a:pt x="498" y="286"/>
                </a:lnTo>
                <a:lnTo>
                  <a:pt x="507" y="279"/>
                </a:lnTo>
                <a:lnTo>
                  <a:pt x="508" y="279"/>
                </a:lnTo>
                <a:lnTo>
                  <a:pt x="510" y="278"/>
                </a:lnTo>
                <a:lnTo>
                  <a:pt x="511" y="278"/>
                </a:lnTo>
                <a:lnTo>
                  <a:pt x="514" y="278"/>
                </a:lnTo>
                <a:lnTo>
                  <a:pt x="519" y="278"/>
                </a:lnTo>
                <a:lnTo>
                  <a:pt x="523" y="278"/>
                </a:lnTo>
                <a:lnTo>
                  <a:pt x="534" y="279"/>
                </a:lnTo>
                <a:lnTo>
                  <a:pt x="543" y="279"/>
                </a:lnTo>
                <a:lnTo>
                  <a:pt x="543" y="281"/>
                </a:lnTo>
                <a:lnTo>
                  <a:pt x="544" y="282"/>
                </a:lnTo>
                <a:lnTo>
                  <a:pt x="546" y="283"/>
                </a:lnTo>
                <a:lnTo>
                  <a:pt x="547" y="285"/>
                </a:lnTo>
                <a:lnTo>
                  <a:pt x="551" y="287"/>
                </a:lnTo>
                <a:lnTo>
                  <a:pt x="554" y="289"/>
                </a:lnTo>
                <a:lnTo>
                  <a:pt x="554" y="292"/>
                </a:lnTo>
                <a:lnTo>
                  <a:pt x="554" y="296"/>
                </a:lnTo>
                <a:lnTo>
                  <a:pt x="550" y="298"/>
                </a:lnTo>
                <a:lnTo>
                  <a:pt x="546" y="302"/>
                </a:lnTo>
                <a:lnTo>
                  <a:pt x="542" y="305"/>
                </a:lnTo>
                <a:lnTo>
                  <a:pt x="538" y="308"/>
                </a:lnTo>
                <a:lnTo>
                  <a:pt x="533" y="309"/>
                </a:lnTo>
                <a:lnTo>
                  <a:pt x="528" y="310"/>
                </a:lnTo>
                <a:lnTo>
                  <a:pt x="524" y="311"/>
                </a:lnTo>
                <a:lnTo>
                  <a:pt x="519" y="312"/>
                </a:lnTo>
                <a:lnTo>
                  <a:pt x="516" y="314"/>
                </a:lnTo>
                <a:lnTo>
                  <a:pt x="513" y="315"/>
                </a:lnTo>
                <a:lnTo>
                  <a:pt x="511" y="318"/>
                </a:lnTo>
                <a:lnTo>
                  <a:pt x="508" y="319"/>
                </a:lnTo>
                <a:lnTo>
                  <a:pt x="504" y="319"/>
                </a:lnTo>
                <a:lnTo>
                  <a:pt x="501" y="319"/>
                </a:lnTo>
                <a:lnTo>
                  <a:pt x="495" y="322"/>
                </a:lnTo>
                <a:lnTo>
                  <a:pt x="488" y="324"/>
                </a:lnTo>
                <a:lnTo>
                  <a:pt x="481" y="327"/>
                </a:lnTo>
                <a:lnTo>
                  <a:pt x="475" y="329"/>
                </a:lnTo>
                <a:lnTo>
                  <a:pt x="472" y="329"/>
                </a:lnTo>
                <a:lnTo>
                  <a:pt x="470" y="329"/>
                </a:lnTo>
                <a:lnTo>
                  <a:pt x="467" y="329"/>
                </a:lnTo>
                <a:lnTo>
                  <a:pt x="464" y="329"/>
                </a:lnTo>
                <a:lnTo>
                  <a:pt x="454" y="334"/>
                </a:lnTo>
                <a:lnTo>
                  <a:pt x="443" y="341"/>
                </a:lnTo>
                <a:lnTo>
                  <a:pt x="431" y="346"/>
                </a:lnTo>
                <a:lnTo>
                  <a:pt x="420" y="351"/>
                </a:lnTo>
                <a:lnTo>
                  <a:pt x="411" y="354"/>
                </a:lnTo>
                <a:lnTo>
                  <a:pt x="402" y="357"/>
                </a:lnTo>
                <a:lnTo>
                  <a:pt x="392" y="359"/>
                </a:lnTo>
                <a:lnTo>
                  <a:pt x="383" y="362"/>
                </a:lnTo>
                <a:lnTo>
                  <a:pt x="378" y="363"/>
                </a:lnTo>
                <a:lnTo>
                  <a:pt x="374" y="365"/>
                </a:lnTo>
                <a:lnTo>
                  <a:pt x="370" y="367"/>
                </a:lnTo>
                <a:lnTo>
                  <a:pt x="365" y="368"/>
                </a:lnTo>
                <a:lnTo>
                  <a:pt x="362" y="371"/>
                </a:lnTo>
                <a:lnTo>
                  <a:pt x="358" y="373"/>
                </a:lnTo>
                <a:lnTo>
                  <a:pt x="355" y="375"/>
                </a:lnTo>
                <a:lnTo>
                  <a:pt x="352" y="379"/>
                </a:lnTo>
                <a:lnTo>
                  <a:pt x="351" y="382"/>
                </a:lnTo>
                <a:lnTo>
                  <a:pt x="349" y="385"/>
                </a:lnTo>
                <a:lnTo>
                  <a:pt x="347" y="390"/>
                </a:lnTo>
                <a:lnTo>
                  <a:pt x="346" y="395"/>
                </a:lnTo>
                <a:lnTo>
                  <a:pt x="344" y="405"/>
                </a:lnTo>
                <a:lnTo>
                  <a:pt x="343" y="416"/>
                </a:lnTo>
                <a:lnTo>
                  <a:pt x="343" y="427"/>
                </a:lnTo>
                <a:lnTo>
                  <a:pt x="341" y="439"/>
                </a:lnTo>
                <a:lnTo>
                  <a:pt x="340" y="444"/>
                </a:lnTo>
                <a:lnTo>
                  <a:pt x="339" y="449"/>
                </a:lnTo>
                <a:lnTo>
                  <a:pt x="339" y="453"/>
                </a:lnTo>
                <a:lnTo>
                  <a:pt x="337" y="457"/>
                </a:lnTo>
                <a:lnTo>
                  <a:pt x="337" y="461"/>
                </a:lnTo>
                <a:lnTo>
                  <a:pt x="337" y="465"/>
                </a:lnTo>
                <a:lnTo>
                  <a:pt x="337" y="469"/>
                </a:lnTo>
                <a:lnTo>
                  <a:pt x="336" y="473"/>
                </a:lnTo>
                <a:lnTo>
                  <a:pt x="339" y="476"/>
                </a:lnTo>
                <a:lnTo>
                  <a:pt x="340" y="479"/>
                </a:lnTo>
                <a:lnTo>
                  <a:pt x="346" y="479"/>
                </a:lnTo>
                <a:lnTo>
                  <a:pt x="353" y="479"/>
                </a:lnTo>
                <a:lnTo>
                  <a:pt x="362" y="477"/>
                </a:lnTo>
                <a:lnTo>
                  <a:pt x="371" y="476"/>
                </a:lnTo>
                <a:lnTo>
                  <a:pt x="379" y="475"/>
                </a:lnTo>
                <a:lnTo>
                  <a:pt x="387" y="475"/>
                </a:lnTo>
                <a:lnTo>
                  <a:pt x="390" y="475"/>
                </a:lnTo>
                <a:lnTo>
                  <a:pt x="393" y="475"/>
                </a:lnTo>
                <a:lnTo>
                  <a:pt x="395" y="476"/>
                </a:lnTo>
                <a:lnTo>
                  <a:pt x="397" y="477"/>
                </a:lnTo>
                <a:lnTo>
                  <a:pt x="401" y="480"/>
                </a:lnTo>
                <a:lnTo>
                  <a:pt x="405" y="483"/>
                </a:lnTo>
                <a:lnTo>
                  <a:pt x="410" y="487"/>
                </a:lnTo>
                <a:lnTo>
                  <a:pt x="415" y="490"/>
                </a:lnTo>
                <a:lnTo>
                  <a:pt x="415" y="493"/>
                </a:lnTo>
                <a:lnTo>
                  <a:pt x="415" y="495"/>
                </a:lnTo>
                <a:lnTo>
                  <a:pt x="415" y="497"/>
                </a:lnTo>
                <a:lnTo>
                  <a:pt x="414" y="499"/>
                </a:lnTo>
                <a:lnTo>
                  <a:pt x="413" y="502"/>
                </a:lnTo>
                <a:lnTo>
                  <a:pt x="412" y="503"/>
                </a:lnTo>
                <a:lnTo>
                  <a:pt x="411" y="506"/>
                </a:lnTo>
                <a:lnTo>
                  <a:pt x="410" y="507"/>
                </a:lnTo>
                <a:lnTo>
                  <a:pt x="407" y="511"/>
                </a:lnTo>
                <a:lnTo>
                  <a:pt x="404" y="513"/>
                </a:lnTo>
                <a:lnTo>
                  <a:pt x="401" y="516"/>
                </a:lnTo>
                <a:lnTo>
                  <a:pt x="397" y="519"/>
                </a:lnTo>
                <a:lnTo>
                  <a:pt x="381" y="527"/>
                </a:lnTo>
                <a:lnTo>
                  <a:pt x="367" y="535"/>
                </a:lnTo>
                <a:lnTo>
                  <a:pt x="361" y="535"/>
                </a:lnTo>
                <a:lnTo>
                  <a:pt x="357" y="535"/>
                </a:lnTo>
                <a:lnTo>
                  <a:pt x="351" y="538"/>
                </a:lnTo>
                <a:lnTo>
                  <a:pt x="345" y="541"/>
                </a:lnTo>
                <a:lnTo>
                  <a:pt x="342" y="543"/>
                </a:lnTo>
                <a:lnTo>
                  <a:pt x="339" y="544"/>
                </a:lnTo>
                <a:lnTo>
                  <a:pt x="337" y="547"/>
                </a:lnTo>
                <a:lnTo>
                  <a:pt x="335" y="549"/>
                </a:lnTo>
                <a:lnTo>
                  <a:pt x="334" y="551"/>
                </a:lnTo>
                <a:lnTo>
                  <a:pt x="334" y="553"/>
                </a:lnTo>
                <a:lnTo>
                  <a:pt x="333" y="555"/>
                </a:lnTo>
                <a:lnTo>
                  <a:pt x="334" y="557"/>
                </a:lnTo>
                <a:lnTo>
                  <a:pt x="335" y="561"/>
                </a:lnTo>
                <a:lnTo>
                  <a:pt x="335" y="566"/>
                </a:lnTo>
                <a:lnTo>
                  <a:pt x="337" y="571"/>
                </a:lnTo>
                <a:lnTo>
                  <a:pt x="337" y="575"/>
                </a:lnTo>
                <a:lnTo>
                  <a:pt x="337" y="578"/>
                </a:lnTo>
                <a:lnTo>
                  <a:pt x="337" y="581"/>
                </a:lnTo>
                <a:lnTo>
                  <a:pt x="337" y="583"/>
                </a:lnTo>
                <a:lnTo>
                  <a:pt x="336" y="586"/>
                </a:lnTo>
                <a:lnTo>
                  <a:pt x="335" y="589"/>
                </a:lnTo>
                <a:lnTo>
                  <a:pt x="335" y="591"/>
                </a:lnTo>
                <a:lnTo>
                  <a:pt x="335" y="595"/>
                </a:lnTo>
                <a:lnTo>
                  <a:pt x="335" y="597"/>
                </a:lnTo>
                <a:lnTo>
                  <a:pt x="335" y="603"/>
                </a:lnTo>
                <a:lnTo>
                  <a:pt x="335" y="609"/>
                </a:lnTo>
                <a:lnTo>
                  <a:pt x="338" y="621"/>
                </a:lnTo>
                <a:lnTo>
                  <a:pt x="340" y="631"/>
                </a:lnTo>
                <a:lnTo>
                  <a:pt x="341" y="635"/>
                </a:lnTo>
                <a:lnTo>
                  <a:pt x="342" y="641"/>
                </a:lnTo>
                <a:lnTo>
                  <a:pt x="343" y="648"/>
                </a:lnTo>
                <a:lnTo>
                  <a:pt x="343" y="655"/>
                </a:lnTo>
                <a:lnTo>
                  <a:pt x="343" y="671"/>
                </a:lnTo>
                <a:lnTo>
                  <a:pt x="343" y="680"/>
                </a:lnTo>
                <a:lnTo>
                  <a:pt x="342" y="683"/>
                </a:lnTo>
                <a:lnTo>
                  <a:pt x="342" y="687"/>
                </a:lnTo>
                <a:lnTo>
                  <a:pt x="341" y="690"/>
                </a:lnTo>
                <a:lnTo>
                  <a:pt x="340" y="693"/>
                </a:lnTo>
                <a:lnTo>
                  <a:pt x="343" y="699"/>
                </a:lnTo>
                <a:lnTo>
                  <a:pt x="343" y="704"/>
                </a:lnTo>
                <a:lnTo>
                  <a:pt x="344" y="707"/>
                </a:lnTo>
                <a:lnTo>
                  <a:pt x="344" y="710"/>
                </a:lnTo>
                <a:lnTo>
                  <a:pt x="343" y="713"/>
                </a:lnTo>
                <a:lnTo>
                  <a:pt x="343" y="716"/>
                </a:lnTo>
                <a:lnTo>
                  <a:pt x="342" y="721"/>
                </a:lnTo>
                <a:lnTo>
                  <a:pt x="342" y="726"/>
                </a:lnTo>
                <a:lnTo>
                  <a:pt x="342" y="730"/>
                </a:lnTo>
                <a:lnTo>
                  <a:pt x="342" y="735"/>
                </a:lnTo>
                <a:lnTo>
                  <a:pt x="342" y="743"/>
                </a:lnTo>
                <a:lnTo>
                  <a:pt x="342" y="750"/>
                </a:lnTo>
                <a:lnTo>
                  <a:pt x="341" y="753"/>
                </a:lnTo>
                <a:lnTo>
                  <a:pt x="340" y="755"/>
                </a:lnTo>
                <a:lnTo>
                  <a:pt x="339" y="757"/>
                </a:lnTo>
                <a:lnTo>
                  <a:pt x="339" y="758"/>
                </a:lnTo>
                <a:lnTo>
                  <a:pt x="338" y="759"/>
                </a:lnTo>
                <a:lnTo>
                  <a:pt x="337" y="759"/>
                </a:lnTo>
                <a:lnTo>
                  <a:pt x="335" y="760"/>
                </a:lnTo>
                <a:lnTo>
                  <a:pt x="334" y="761"/>
                </a:lnTo>
                <a:lnTo>
                  <a:pt x="332" y="762"/>
                </a:lnTo>
                <a:lnTo>
                  <a:pt x="330" y="762"/>
                </a:lnTo>
                <a:lnTo>
                  <a:pt x="326" y="763"/>
                </a:lnTo>
                <a:lnTo>
                  <a:pt x="319" y="763"/>
                </a:lnTo>
                <a:lnTo>
                  <a:pt x="315" y="757"/>
                </a:lnTo>
                <a:lnTo>
                  <a:pt x="312" y="751"/>
                </a:lnTo>
                <a:lnTo>
                  <a:pt x="309" y="744"/>
                </a:lnTo>
                <a:lnTo>
                  <a:pt x="306" y="736"/>
                </a:lnTo>
                <a:lnTo>
                  <a:pt x="302" y="736"/>
                </a:lnTo>
                <a:lnTo>
                  <a:pt x="299" y="736"/>
                </a:lnTo>
                <a:lnTo>
                  <a:pt x="296" y="737"/>
                </a:lnTo>
                <a:lnTo>
                  <a:pt x="292" y="737"/>
                </a:lnTo>
                <a:lnTo>
                  <a:pt x="290" y="734"/>
                </a:lnTo>
                <a:lnTo>
                  <a:pt x="290" y="730"/>
                </a:lnTo>
                <a:lnTo>
                  <a:pt x="288" y="726"/>
                </a:lnTo>
                <a:lnTo>
                  <a:pt x="287" y="723"/>
                </a:lnTo>
                <a:lnTo>
                  <a:pt x="281" y="716"/>
                </a:lnTo>
                <a:lnTo>
                  <a:pt x="276" y="711"/>
                </a:lnTo>
                <a:lnTo>
                  <a:pt x="275" y="709"/>
                </a:lnTo>
                <a:lnTo>
                  <a:pt x="274" y="707"/>
                </a:lnTo>
                <a:lnTo>
                  <a:pt x="274" y="705"/>
                </a:lnTo>
                <a:lnTo>
                  <a:pt x="273" y="703"/>
                </a:lnTo>
                <a:lnTo>
                  <a:pt x="272" y="700"/>
                </a:lnTo>
                <a:lnTo>
                  <a:pt x="272" y="697"/>
                </a:lnTo>
                <a:lnTo>
                  <a:pt x="272" y="694"/>
                </a:lnTo>
                <a:lnTo>
                  <a:pt x="271" y="690"/>
                </a:lnTo>
                <a:lnTo>
                  <a:pt x="275" y="688"/>
                </a:lnTo>
                <a:lnTo>
                  <a:pt x="278" y="686"/>
                </a:lnTo>
                <a:lnTo>
                  <a:pt x="281" y="684"/>
                </a:lnTo>
                <a:lnTo>
                  <a:pt x="283" y="682"/>
                </a:lnTo>
                <a:lnTo>
                  <a:pt x="286" y="679"/>
                </a:lnTo>
                <a:lnTo>
                  <a:pt x="288" y="676"/>
                </a:lnTo>
                <a:lnTo>
                  <a:pt x="290" y="673"/>
                </a:lnTo>
                <a:lnTo>
                  <a:pt x="292" y="670"/>
                </a:lnTo>
                <a:lnTo>
                  <a:pt x="294" y="667"/>
                </a:lnTo>
                <a:lnTo>
                  <a:pt x="295" y="663"/>
                </a:lnTo>
                <a:lnTo>
                  <a:pt x="296" y="659"/>
                </a:lnTo>
                <a:lnTo>
                  <a:pt x="298" y="656"/>
                </a:lnTo>
                <a:lnTo>
                  <a:pt x="299" y="648"/>
                </a:lnTo>
                <a:lnTo>
                  <a:pt x="301" y="640"/>
                </a:lnTo>
                <a:lnTo>
                  <a:pt x="302" y="632"/>
                </a:lnTo>
                <a:lnTo>
                  <a:pt x="302" y="623"/>
                </a:lnTo>
                <a:lnTo>
                  <a:pt x="302" y="615"/>
                </a:lnTo>
                <a:lnTo>
                  <a:pt x="302" y="606"/>
                </a:lnTo>
                <a:lnTo>
                  <a:pt x="301" y="589"/>
                </a:lnTo>
                <a:lnTo>
                  <a:pt x="299" y="572"/>
                </a:lnTo>
                <a:lnTo>
                  <a:pt x="298" y="571"/>
                </a:lnTo>
                <a:lnTo>
                  <a:pt x="296" y="571"/>
                </a:lnTo>
                <a:lnTo>
                  <a:pt x="295" y="571"/>
                </a:lnTo>
                <a:lnTo>
                  <a:pt x="292" y="570"/>
                </a:lnTo>
                <a:lnTo>
                  <a:pt x="290" y="569"/>
                </a:lnTo>
                <a:lnTo>
                  <a:pt x="289" y="569"/>
                </a:lnTo>
                <a:lnTo>
                  <a:pt x="287" y="569"/>
                </a:lnTo>
                <a:lnTo>
                  <a:pt x="286" y="569"/>
                </a:lnTo>
                <a:lnTo>
                  <a:pt x="283" y="569"/>
                </a:lnTo>
                <a:lnTo>
                  <a:pt x="282" y="569"/>
                </a:lnTo>
                <a:lnTo>
                  <a:pt x="280" y="570"/>
                </a:lnTo>
                <a:lnTo>
                  <a:pt x="278" y="571"/>
                </a:lnTo>
                <a:lnTo>
                  <a:pt x="274" y="572"/>
                </a:lnTo>
                <a:lnTo>
                  <a:pt x="270" y="575"/>
                </a:lnTo>
                <a:lnTo>
                  <a:pt x="266" y="578"/>
                </a:lnTo>
                <a:lnTo>
                  <a:pt x="262" y="581"/>
                </a:lnTo>
                <a:lnTo>
                  <a:pt x="259" y="584"/>
                </a:lnTo>
                <a:lnTo>
                  <a:pt x="256" y="588"/>
                </a:lnTo>
                <a:lnTo>
                  <a:pt x="253" y="591"/>
                </a:lnTo>
                <a:lnTo>
                  <a:pt x="250" y="595"/>
                </a:lnTo>
                <a:lnTo>
                  <a:pt x="247" y="599"/>
                </a:lnTo>
                <a:lnTo>
                  <a:pt x="246" y="602"/>
                </a:lnTo>
                <a:lnTo>
                  <a:pt x="244" y="604"/>
                </a:lnTo>
                <a:lnTo>
                  <a:pt x="243" y="607"/>
                </a:lnTo>
                <a:lnTo>
                  <a:pt x="238" y="607"/>
                </a:lnTo>
                <a:lnTo>
                  <a:pt x="234" y="607"/>
                </a:lnTo>
                <a:lnTo>
                  <a:pt x="229" y="607"/>
                </a:lnTo>
                <a:lnTo>
                  <a:pt x="225" y="607"/>
                </a:lnTo>
                <a:lnTo>
                  <a:pt x="216" y="606"/>
                </a:lnTo>
                <a:lnTo>
                  <a:pt x="206" y="605"/>
                </a:lnTo>
                <a:lnTo>
                  <a:pt x="206" y="602"/>
                </a:lnTo>
                <a:lnTo>
                  <a:pt x="204" y="599"/>
                </a:lnTo>
                <a:lnTo>
                  <a:pt x="202" y="597"/>
                </a:lnTo>
                <a:lnTo>
                  <a:pt x="200" y="595"/>
                </a:lnTo>
                <a:lnTo>
                  <a:pt x="196" y="591"/>
                </a:lnTo>
                <a:lnTo>
                  <a:pt x="192" y="587"/>
                </a:lnTo>
                <a:lnTo>
                  <a:pt x="192" y="583"/>
                </a:lnTo>
                <a:lnTo>
                  <a:pt x="193" y="579"/>
                </a:lnTo>
                <a:lnTo>
                  <a:pt x="194" y="575"/>
                </a:lnTo>
                <a:lnTo>
                  <a:pt x="194" y="571"/>
                </a:lnTo>
                <a:lnTo>
                  <a:pt x="196" y="568"/>
                </a:lnTo>
                <a:lnTo>
                  <a:pt x="198" y="565"/>
                </a:lnTo>
                <a:lnTo>
                  <a:pt x="200" y="562"/>
                </a:lnTo>
                <a:lnTo>
                  <a:pt x="202" y="559"/>
                </a:lnTo>
                <a:lnTo>
                  <a:pt x="205" y="556"/>
                </a:lnTo>
                <a:lnTo>
                  <a:pt x="207" y="554"/>
                </a:lnTo>
                <a:lnTo>
                  <a:pt x="210" y="551"/>
                </a:lnTo>
                <a:lnTo>
                  <a:pt x="214" y="548"/>
                </a:lnTo>
                <a:lnTo>
                  <a:pt x="220" y="544"/>
                </a:lnTo>
                <a:lnTo>
                  <a:pt x="226" y="539"/>
                </a:lnTo>
                <a:lnTo>
                  <a:pt x="234" y="535"/>
                </a:lnTo>
                <a:lnTo>
                  <a:pt x="242" y="532"/>
                </a:lnTo>
                <a:lnTo>
                  <a:pt x="249" y="529"/>
                </a:lnTo>
                <a:lnTo>
                  <a:pt x="257" y="526"/>
                </a:lnTo>
                <a:lnTo>
                  <a:pt x="264" y="522"/>
                </a:lnTo>
                <a:lnTo>
                  <a:pt x="270" y="519"/>
                </a:lnTo>
                <a:lnTo>
                  <a:pt x="277" y="515"/>
                </a:lnTo>
                <a:lnTo>
                  <a:pt x="282" y="511"/>
                </a:lnTo>
                <a:lnTo>
                  <a:pt x="286" y="509"/>
                </a:lnTo>
                <a:lnTo>
                  <a:pt x="290" y="507"/>
                </a:lnTo>
                <a:lnTo>
                  <a:pt x="294" y="507"/>
                </a:lnTo>
                <a:lnTo>
                  <a:pt x="297" y="506"/>
                </a:lnTo>
                <a:lnTo>
                  <a:pt x="300" y="503"/>
                </a:lnTo>
                <a:lnTo>
                  <a:pt x="303" y="502"/>
                </a:lnTo>
                <a:lnTo>
                  <a:pt x="304" y="501"/>
                </a:lnTo>
                <a:lnTo>
                  <a:pt x="306" y="499"/>
                </a:lnTo>
                <a:lnTo>
                  <a:pt x="306" y="498"/>
                </a:lnTo>
                <a:lnTo>
                  <a:pt x="308" y="495"/>
                </a:lnTo>
                <a:lnTo>
                  <a:pt x="307" y="491"/>
                </a:lnTo>
                <a:lnTo>
                  <a:pt x="307" y="485"/>
                </a:lnTo>
                <a:lnTo>
                  <a:pt x="307" y="479"/>
                </a:lnTo>
                <a:lnTo>
                  <a:pt x="307" y="475"/>
                </a:lnTo>
                <a:lnTo>
                  <a:pt x="309" y="465"/>
                </a:lnTo>
                <a:lnTo>
                  <a:pt x="310" y="453"/>
                </a:lnTo>
                <a:lnTo>
                  <a:pt x="312" y="447"/>
                </a:lnTo>
                <a:lnTo>
                  <a:pt x="312" y="439"/>
                </a:lnTo>
                <a:lnTo>
                  <a:pt x="313" y="433"/>
                </a:lnTo>
                <a:lnTo>
                  <a:pt x="314" y="426"/>
                </a:lnTo>
                <a:lnTo>
                  <a:pt x="314" y="419"/>
                </a:lnTo>
                <a:lnTo>
                  <a:pt x="314" y="413"/>
                </a:lnTo>
                <a:lnTo>
                  <a:pt x="313" y="407"/>
                </a:lnTo>
                <a:lnTo>
                  <a:pt x="312" y="403"/>
                </a:lnTo>
                <a:lnTo>
                  <a:pt x="311" y="400"/>
                </a:lnTo>
                <a:lnTo>
                  <a:pt x="310" y="398"/>
                </a:lnTo>
                <a:lnTo>
                  <a:pt x="309" y="396"/>
                </a:lnTo>
                <a:lnTo>
                  <a:pt x="308" y="395"/>
                </a:lnTo>
                <a:lnTo>
                  <a:pt x="307" y="394"/>
                </a:lnTo>
                <a:lnTo>
                  <a:pt x="305" y="392"/>
                </a:lnTo>
                <a:lnTo>
                  <a:pt x="304" y="392"/>
                </a:lnTo>
                <a:lnTo>
                  <a:pt x="302" y="391"/>
                </a:lnTo>
                <a:lnTo>
                  <a:pt x="301" y="392"/>
                </a:lnTo>
                <a:lnTo>
                  <a:pt x="299" y="393"/>
                </a:lnTo>
                <a:lnTo>
                  <a:pt x="298" y="393"/>
                </a:lnTo>
                <a:lnTo>
                  <a:pt x="296" y="393"/>
                </a:lnTo>
                <a:lnTo>
                  <a:pt x="294" y="393"/>
                </a:lnTo>
                <a:lnTo>
                  <a:pt x="293" y="393"/>
                </a:lnTo>
                <a:lnTo>
                  <a:pt x="291" y="393"/>
                </a:lnTo>
                <a:lnTo>
                  <a:pt x="290" y="394"/>
                </a:lnTo>
                <a:lnTo>
                  <a:pt x="283" y="398"/>
                </a:lnTo>
                <a:lnTo>
                  <a:pt x="278" y="402"/>
                </a:lnTo>
                <a:lnTo>
                  <a:pt x="272" y="406"/>
                </a:lnTo>
                <a:lnTo>
                  <a:pt x="266" y="410"/>
                </a:lnTo>
                <a:lnTo>
                  <a:pt x="262" y="410"/>
                </a:lnTo>
                <a:lnTo>
                  <a:pt x="257" y="410"/>
                </a:lnTo>
                <a:lnTo>
                  <a:pt x="255" y="411"/>
                </a:lnTo>
                <a:lnTo>
                  <a:pt x="254" y="411"/>
                </a:lnTo>
                <a:lnTo>
                  <a:pt x="253" y="413"/>
                </a:lnTo>
                <a:lnTo>
                  <a:pt x="252" y="415"/>
                </a:lnTo>
                <a:lnTo>
                  <a:pt x="250" y="417"/>
                </a:lnTo>
                <a:lnTo>
                  <a:pt x="248" y="419"/>
                </a:lnTo>
                <a:lnTo>
                  <a:pt x="246" y="420"/>
                </a:lnTo>
                <a:lnTo>
                  <a:pt x="244" y="422"/>
                </a:lnTo>
                <a:lnTo>
                  <a:pt x="242" y="423"/>
                </a:lnTo>
                <a:lnTo>
                  <a:pt x="239" y="423"/>
                </a:lnTo>
                <a:lnTo>
                  <a:pt x="237" y="424"/>
                </a:lnTo>
                <a:lnTo>
                  <a:pt x="234" y="424"/>
                </a:lnTo>
                <a:lnTo>
                  <a:pt x="232" y="426"/>
                </a:lnTo>
                <a:lnTo>
                  <a:pt x="230" y="427"/>
                </a:lnTo>
                <a:lnTo>
                  <a:pt x="227" y="430"/>
                </a:lnTo>
                <a:lnTo>
                  <a:pt x="225" y="433"/>
                </a:lnTo>
                <a:lnTo>
                  <a:pt x="222" y="435"/>
                </a:lnTo>
                <a:lnTo>
                  <a:pt x="218" y="435"/>
                </a:lnTo>
                <a:lnTo>
                  <a:pt x="216" y="435"/>
                </a:lnTo>
                <a:lnTo>
                  <a:pt x="214" y="436"/>
                </a:lnTo>
                <a:lnTo>
                  <a:pt x="213" y="437"/>
                </a:lnTo>
                <a:lnTo>
                  <a:pt x="211" y="437"/>
                </a:lnTo>
                <a:lnTo>
                  <a:pt x="202" y="444"/>
                </a:lnTo>
                <a:lnTo>
                  <a:pt x="192" y="452"/>
                </a:lnTo>
                <a:lnTo>
                  <a:pt x="183" y="460"/>
                </a:lnTo>
                <a:lnTo>
                  <a:pt x="174" y="468"/>
                </a:lnTo>
                <a:lnTo>
                  <a:pt x="171" y="468"/>
                </a:lnTo>
                <a:lnTo>
                  <a:pt x="169" y="468"/>
                </a:lnTo>
                <a:lnTo>
                  <a:pt x="163" y="472"/>
                </a:lnTo>
                <a:lnTo>
                  <a:pt x="155" y="479"/>
                </a:lnTo>
                <a:lnTo>
                  <a:pt x="146" y="486"/>
                </a:lnTo>
                <a:lnTo>
                  <a:pt x="141" y="491"/>
                </a:lnTo>
                <a:lnTo>
                  <a:pt x="140" y="492"/>
                </a:lnTo>
                <a:lnTo>
                  <a:pt x="139" y="494"/>
                </a:lnTo>
                <a:lnTo>
                  <a:pt x="138" y="496"/>
                </a:lnTo>
                <a:lnTo>
                  <a:pt x="138" y="498"/>
                </a:lnTo>
                <a:lnTo>
                  <a:pt x="137" y="500"/>
                </a:lnTo>
                <a:lnTo>
                  <a:pt x="136" y="502"/>
                </a:lnTo>
                <a:lnTo>
                  <a:pt x="136" y="504"/>
                </a:lnTo>
                <a:lnTo>
                  <a:pt x="134" y="506"/>
                </a:lnTo>
                <a:lnTo>
                  <a:pt x="131" y="511"/>
                </a:lnTo>
                <a:lnTo>
                  <a:pt x="127" y="515"/>
                </a:lnTo>
                <a:lnTo>
                  <a:pt x="124" y="519"/>
                </a:lnTo>
                <a:lnTo>
                  <a:pt x="120" y="524"/>
                </a:lnTo>
                <a:lnTo>
                  <a:pt x="116" y="528"/>
                </a:lnTo>
                <a:lnTo>
                  <a:pt x="111" y="531"/>
                </a:lnTo>
                <a:lnTo>
                  <a:pt x="106" y="535"/>
                </a:lnTo>
                <a:lnTo>
                  <a:pt x="102" y="539"/>
                </a:lnTo>
                <a:lnTo>
                  <a:pt x="99" y="541"/>
                </a:lnTo>
                <a:lnTo>
                  <a:pt x="96" y="543"/>
                </a:lnTo>
                <a:lnTo>
                  <a:pt x="93" y="543"/>
                </a:lnTo>
                <a:lnTo>
                  <a:pt x="90" y="544"/>
                </a:lnTo>
                <a:lnTo>
                  <a:pt x="82" y="546"/>
                </a:lnTo>
                <a:lnTo>
                  <a:pt x="75" y="547"/>
                </a:lnTo>
                <a:lnTo>
                  <a:pt x="67" y="547"/>
                </a:lnTo>
                <a:lnTo>
                  <a:pt x="60" y="548"/>
                </a:lnTo>
                <a:lnTo>
                  <a:pt x="58" y="549"/>
                </a:lnTo>
                <a:lnTo>
                  <a:pt x="54" y="550"/>
                </a:lnTo>
                <a:lnTo>
                  <a:pt x="52" y="551"/>
                </a:lnTo>
                <a:lnTo>
                  <a:pt x="50" y="552"/>
                </a:lnTo>
                <a:lnTo>
                  <a:pt x="50" y="555"/>
                </a:lnTo>
                <a:lnTo>
                  <a:pt x="49" y="559"/>
                </a:lnTo>
                <a:lnTo>
                  <a:pt x="44" y="559"/>
                </a:lnTo>
                <a:lnTo>
                  <a:pt x="39" y="559"/>
                </a:lnTo>
                <a:lnTo>
                  <a:pt x="34" y="559"/>
                </a:lnTo>
                <a:lnTo>
                  <a:pt x="28" y="558"/>
                </a:lnTo>
                <a:lnTo>
                  <a:pt x="22" y="556"/>
                </a:lnTo>
                <a:lnTo>
                  <a:pt x="18" y="554"/>
                </a:lnTo>
                <a:lnTo>
                  <a:pt x="16" y="553"/>
                </a:lnTo>
                <a:lnTo>
                  <a:pt x="14" y="551"/>
                </a:lnTo>
                <a:lnTo>
                  <a:pt x="13" y="550"/>
                </a:lnTo>
                <a:lnTo>
                  <a:pt x="12" y="549"/>
                </a:lnTo>
                <a:lnTo>
                  <a:pt x="10" y="547"/>
                </a:lnTo>
                <a:lnTo>
                  <a:pt x="9" y="545"/>
                </a:lnTo>
                <a:lnTo>
                  <a:pt x="7" y="541"/>
                </a:lnTo>
                <a:lnTo>
                  <a:pt x="5" y="537"/>
                </a:lnTo>
                <a:lnTo>
                  <a:pt x="3" y="533"/>
                </a:lnTo>
                <a:lnTo>
                  <a:pt x="2" y="529"/>
                </a:lnTo>
                <a:lnTo>
                  <a:pt x="1" y="526"/>
                </a:lnTo>
                <a:lnTo>
                  <a:pt x="0" y="523"/>
                </a:lnTo>
                <a:lnTo>
                  <a:pt x="3" y="522"/>
                </a:lnTo>
                <a:lnTo>
                  <a:pt x="6" y="520"/>
                </a:lnTo>
                <a:lnTo>
                  <a:pt x="9" y="518"/>
                </a:lnTo>
                <a:lnTo>
                  <a:pt x="12" y="516"/>
                </a:lnTo>
                <a:lnTo>
                  <a:pt x="16" y="516"/>
                </a:lnTo>
                <a:lnTo>
                  <a:pt x="21" y="516"/>
                </a:lnTo>
                <a:lnTo>
                  <a:pt x="22" y="515"/>
                </a:lnTo>
                <a:lnTo>
                  <a:pt x="23" y="514"/>
                </a:lnTo>
                <a:lnTo>
                  <a:pt x="25" y="512"/>
                </a:lnTo>
                <a:lnTo>
                  <a:pt x="26" y="511"/>
                </a:lnTo>
                <a:lnTo>
                  <a:pt x="26" y="509"/>
                </a:lnTo>
                <a:lnTo>
                  <a:pt x="27" y="507"/>
                </a:lnTo>
                <a:lnTo>
                  <a:pt x="29" y="506"/>
                </a:lnTo>
                <a:lnTo>
                  <a:pt x="30" y="505"/>
                </a:lnTo>
                <a:lnTo>
                  <a:pt x="34" y="505"/>
                </a:lnTo>
                <a:lnTo>
                  <a:pt x="37" y="505"/>
                </a:lnTo>
                <a:lnTo>
                  <a:pt x="38" y="503"/>
                </a:lnTo>
                <a:lnTo>
                  <a:pt x="39" y="500"/>
                </a:lnTo>
                <a:lnTo>
                  <a:pt x="41" y="499"/>
                </a:lnTo>
                <a:lnTo>
                  <a:pt x="42" y="499"/>
                </a:lnTo>
                <a:lnTo>
                  <a:pt x="44" y="499"/>
                </a:lnTo>
                <a:lnTo>
                  <a:pt x="46" y="499"/>
                </a:lnTo>
                <a:lnTo>
                  <a:pt x="48" y="499"/>
                </a:lnTo>
                <a:lnTo>
                  <a:pt x="50" y="499"/>
                </a:lnTo>
                <a:lnTo>
                  <a:pt x="51" y="499"/>
                </a:lnTo>
                <a:lnTo>
                  <a:pt x="53" y="498"/>
                </a:lnTo>
                <a:lnTo>
                  <a:pt x="55" y="495"/>
                </a:lnTo>
                <a:lnTo>
                  <a:pt x="58" y="491"/>
                </a:lnTo>
                <a:lnTo>
                  <a:pt x="58" y="490"/>
                </a:lnTo>
                <a:lnTo>
                  <a:pt x="60" y="489"/>
                </a:lnTo>
                <a:lnTo>
                  <a:pt x="62" y="488"/>
                </a:lnTo>
                <a:lnTo>
                  <a:pt x="63" y="488"/>
                </a:lnTo>
                <a:lnTo>
                  <a:pt x="66" y="487"/>
                </a:lnTo>
                <a:lnTo>
                  <a:pt x="70" y="487"/>
                </a:lnTo>
                <a:lnTo>
                  <a:pt x="74" y="487"/>
                </a:lnTo>
                <a:lnTo>
                  <a:pt x="78" y="486"/>
                </a:lnTo>
                <a:lnTo>
                  <a:pt x="81" y="485"/>
                </a:lnTo>
                <a:lnTo>
                  <a:pt x="84" y="484"/>
                </a:lnTo>
                <a:lnTo>
                  <a:pt x="86" y="482"/>
                </a:lnTo>
                <a:lnTo>
                  <a:pt x="89" y="479"/>
                </a:lnTo>
                <a:lnTo>
                  <a:pt x="92" y="476"/>
                </a:lnTo>
                <a:lnTo>
                  <a:pt x="94" y="475"/>
                </a:lnTo>
                <a:lnTo>
                  <a:pt x="97" y="474"/>
                </a:lnTo>
                <a:lnTo>
                  <a:pt x="99" y="473"/>
                </a:lnTo>
                <a:lnTo>
                  <a:pt x="102" y="472"/>
                </a:lnTo>
                <a:lnTo>
                  <a:pt x="105" y="471"/>
                </a:lnTo>
                <a:lnTo>
                  <a:pt x="108" y="471"/>
                </a:lnTo>
                <a:lnTo>
                  <a:pt x="111" y="471"/>
                </a:lnTo>
                <a:lnTo>
                  <a:pt x="114" y="469"/>
                </a:lnTo>
                <a:lnTo>
                  <a:pt x="116" y="468"/>
                </a:lnTo>
                <a:lnTo>
                  <a:pt x="117" y="466"/>
                </a:lnTo>
                <a:lnTo>
                  <a:pt x="118" y="463"/>
                </a:lnTo>
                <a:lnTo>
                  <a:pt x="122" y="462"/>
                </a:lnTo>
                <a:lnTo>
                  <a:pt x="126" y="461"/>
                </a:lnTo>
                <a:lnTo>
                  <a:pt x="130" y="459"/>
                </a:lnTo>
                <a:lnTo>
                  <a:pt x="134" y="459"/>
                </a:lnTo>
                <a:lnTo>
                  <a:pt x="138" y="457"/>
                </a:lnTo>
                <a:lnTo>
                  <a:pt x="141" y="455"/>
                </a:lnTo>
                <a:lnTo>
                  <a:pt x="144" y="453"/>
                </a:lnTo>
                <a:lnTo>
                  <a:pt x="146" y="451"/>
                </a:lnTo>
                <a:lnTo>
                  <a:pt x="152" y="447"/>
                </a:lnTo>
                <a:lnTo>
                  <a:pt x="158" y="443"/>
                </a:lnTo>
                <a:lnTo>
                  <a:pt x="160" y="442"/>
                </a:lnTo>
                <a:lnTo>
                  <a:pt x="162" y="441"/>
                </a:lnTo>
                <a:lnTo>
                  <a:pt x="164" y="441"/>
                </a:lnTo>
                <a:lnTo>
                  <a:pt x="166" y="441"/>
                </a:lnTo>
                <a:lnTo>
                  <a:pt x="168" y="441"/>
                </a:lnTo>
                <a:lnTo>
                  <a:pt x="170" y="441"/>
                </a:lnTo>
                <a:lnTo>
                  <a:pt x="171" y="440"/>
                </a:lnTo>
                <a:lnTo>
                  <a:pt x="174" y="439"/>
                </a:lnTo>
                <a:lnTo>
                  <a:pt x="175" y="435"/>
                </a:lnTo>
                <a:lnTo>
                  <a:pt x="178" y="431"/>
                </a:lnTo>
                <a:lnTo>
                  <a:pt x="179" y="430"/>
                </a:lnTo>
                <a:lnTo>
                  <a:pt x="181" y="430"/>
                </a:lnTo>
                <a:lnTo>
                  <a:pt x="182" y="429"/>
                </a:lnTo>
                <a:lnTo>
                  <a:pt x="183" y="429"/>
                </a:lnTo>
                <a:lnTo>
                  <a:pt x="186" y="428"/>
                </a:lnTo>
                <a:lnTo>
                  <a:pt x="189" y="427"/>
                </a:lnTo>
                <a:lnTo>
                  <a:pt x="196" y="423"/>
                </a:lnTo>
                <a:lnTo>
                  <a:pt x="203" y="417"/>
                </a:lnTo>
                <a:lnTo>
                  <a:pt x="206" y="415"/>
                </a:lnTo>
                <a:lnTo>
                  <a:pt x="210" y="411"/>
                </a:lnTo>
                <a:lnTo>
                  <a:pt x="214" y="409"/>
                </a:lnTo>
                <a:lnTo>
                  <a:pt x="217" y="407"/>
                </a:lnTo>
                <a:lnTo>
                  <a:pt x="226" y="403"/>
                </a:lnTo>
                <a:lnTo>
                  <a:pt x="234" y="400"/>
                </a:lnTo>
                <a:lnTo>
                  <a:pt x="242" y="397"/>
                </a:lnTo>
                <a:lnTo>
                  <a:pt x="251" y="395"/>
                </a:lnTo>
                <a:lnTo>
                  <a:pt x="260" y="391"/>
                </a:lnTo>
                <a:lnTo>
                  <a:pt x="268" y="387"/>
                </a:lnTo>
                <a:lnTo>
                  <a:pt x="276" y="383"/>
                </a:lnTo>
                <a:lnTo>
                  <a:pt x="285" y="379"/>
                </a:lnTo>
                <a:lnTo>
                  <a:pt x="287" y="378"/>
                </a:lnTo>
                <a:lnTo>
                  <a:pt x="290" y="377"/>
                </a:lnTo>
                <a:lnTo>
                  <a:pt x="294" y="376"/>
                </a:lnTo>
                <a:lnTo>
                  <a:pt x="298" y="375"/>
                </a:lnTo>
                <a:lnTo>
                  <a:pt x="302" y="374"/>
                </a:lnTo>
                <a:lnTo>
                  <a:pt x="306" y="372"/>
                </a:lnTo>
                <a:lnTo>
                  <a:pt x="307" y="371"/>
                </a:lnTo>
                <a:lnTo>
                  <a:pt x="309" y="371"/>
                </a:lnTo>
                <a:lnTo>
                  <a:pt x="310" y="370"/>
                </a:lnTo>
                <a:lnTo>
                  <a:pt x="310" y="368"/>
                </a:lnTo>
                <a:lnTo>
                  <a:pt x="312" y="367"/>
                </a:lnTo>
                <a:lnTo>
                  <a:pt x="313" y="367"/>
                </a:lnTo>
                <a:lnTo>
                  <a:pt x="314" y="366"/>
                </a:lnTo>
                <a:lnTo>
                  <a:pt x="314" y="365"/>
                </a:lnTo>
                <a:lnTo>
                  <a:pt x="315" y="362"/>
                </a:lnTo>
                <a:lnTo>
                  <a:pt x="316" y="361"/>
                </a:lnTo>
                <a:lnTo>
                  <a:pt x="316" y="358"/>
                </a:lnTo>
                <a:lnTo>
                  <a:pt x="316" y="355"/>
                </a:lnTo>
                <a:lnTo>
                  <a:pt x="316" y="352"/>
                </a:lnTo>
                <a:lnTo>
                  <a:pt x="318" y="350"/>
                </a:lnTo>
                <a:lnTo>
                  <a:pt x="319" y="344"/>
                </a:lnTo>
                <a:lnTo>
                  <a:pt x="322" y="335"/>
                </a:lnTo>
                <a:lnTo>
                  <a:pt x="325" y="324"/>
                </a:lnTo>
                <a:lnTo>
                  <a:pt x="328" y="311"/>
                </a:lnTo>
                <a:lnTo>
                  <a:pt x="330" y="299"/>
                </a:lnTo>
                <a:lnTo>
                  <a:pt x="333" y="288"/>
                </a:lnTo>
                <a:lnTo>
                  <a:pt x="334" y="283"/>
                </a:lnTo>
                <a:lnTo>
                  <a:pt x="334" y="279"/>
                </a:lnTo>
                <a:lnTo>
                  <a:pt x="334" y="276"/>
                </a:lnTo>
                <a:lnTo>
                  <a:pt x="333" y="274"/>
                </a:lnTo>
                <a:lnTo>
                  <a:pt x="330" y="271"/>
                </a:lnTo>
                <a:lnTo>
                  <a:pt x="327" y="270"/>
                </a:lnTo>
                <a:lnTo>
                  <a:pt x="320" y="270"/>
                </a:lnTo>
                <a:lnTo>
                  <a:pt x="314" y="272"/>
                </a:lnTo>
                <a:lnTo>
                  <a:pt x="309" y="274"/>
                </a:lnTo>
                <a:lnTo>
                  <a:pt x="304" y="276"/>
                </a:lnTo>
                <a:lnTo>
                  <a:pt x="300" y="278"/>
                </a:lnTo>
                <a:lnTo>
                  <a:pt x="297" y="281"/>
                </a:lnTo>
                <a:lnTo>
                  <a:pt x="294" y="283"/>
                </a:lnTo>
                <a:lnTo>
                  <a:pt x="291" y="286"/>
                </a:lnTo>
                <a:lnTo>
                  <a:pt x="287" y="292"/>
                </a:lnTo>
                <a:lnTo>
                  <a:pt x="282" y="300"/>
                </a:lnTo>
                <a:lnTo>
                  <a:pt x="281" y="304"/>
                </a:lnTo>
                <a:lnTo>
                  <a:pt x="278" y="308"/>
                </a:lnTo>
                <a:lnTo>
                  <a:pt x="275" y="313"/>
                </a:lnTo>
                <a:lnTo>
                  <a:pt x="271" y="318"/>
                </a:lnTo>
                <a:lnTo>
                  <a:pt x="270" y="318"/>
                </a:lnTo>
                <a:lnTo>
                  <a:pt x="267" y="316"/>
                </a:lnTo>
                <a:lnTo>
                  <a:pt x="266" y="315"/>
                </a:lnTo>
                <a:lnTo>
                  <a:pt x="264" y="314"/>
                </a:lnTo>
                <a:lnTo>
                  <a:pt x="262" y="313"/>
                </a:lnTo>
                <a:lnTo>
                  <a:pt x="259" y="311"/>
                </a:lnTo>
                <a:lnTo>
                  <a:pt x="254" y="311"/>
                </a:lnTo>
                <a:lnTo>
                  <a:pt x="249" y="311"/>
                </a:lnTo>
                <a:lnTo>
                  <a:pt x="244" y="312"/>
                </a:lnTo>
                <a:lnTo>
                  <a:pt x="238" y="312"/>
                </a:lnTo>
                <a:lnTo>
                  <a:pt x="237" y="315"/>
                </a:lnTo>
                <a:lnTo>
                  <a:pt x="234" y="318"/>
                </a:lnTo>
                <a:lnTo>
                  <a:pt x="231" y="322"/>
                </a:lnTo>
                <a:lnTo>
                  <a:pt x="227" y="326"/>
                </a:lnTo>
                <a:lnTo>
                  <a:pt x="223" y="329"/>
                </a:lnTo>
                <a:lnTo>
                  <a:pt x="220" y="331"/>
                </a:lnTo>
                <a:lnTo>
                  <a:pt x="216" y="334"/>
                </a:lnTo>
                <a:lnTo>
                  <a:pt x="213" y="335"/>
                </a:lnTo>
                <a:lnTo>
                  <a:pt x="211" y="336"/>
                </a:lnTo>
                <a:lnTo>
                  <a:pt x="209" y="336"/>
                </a:lnTo>
                <a:lnTo>
                  <a:pt x="206" y="336"/>
                </a:lnTo>
                <a:lnTo>
                  <a:pt x="204" y="336"/>
                </a:lnTo>
                <a:lnTo>
                  <a:pt x="199" y="335"/>
                </a:lnTo>
                <a:lnTo>
                  <a:pt x="195" y="335"/>
                </a:lnTo>
                <a:lnTo>
                  <a:pt x="191" y="331"/>
                </a:lnTo>
                <a:lnTo>
                  <a:pt x="186" y="327"/>
                </a:lnTo>
                <a:lnTo>
                  <a:pt x="185" y="326"/>
                </a:lnTo>
                <a:lnTo>
                  <a:pt x="183" y="323"/>
                </a:lnTo>
                <a:lnTo>
                  <a:pt x="182" y="322"/>
                </a:lnTo>
                <a:lnTo>
                  <a:pt x="182" y="320"/>
                </a:lnTo>
                <a:lnTo>
                  <a:pt x="182" y="318"/>
                </a:lnTo>
                <a:lnTo>
                  <a:pt x="181" y="316"/>
                </a:lnTo>
                <a:lnTo>
                  <a:pt x="185" y="314"/>
                </a:lnTo>
                <a:lnTo>
                  <a:pt x="188" y="311"/>
                </a:lnTo>
                <a:lnTo>
                  <a:pt x="191" y="309"/>
                </a:lnTo>
                <a:lnTo>
                  <a:pt x="194" y="306"/>
                </a:lnTo>
                <a:lnTo>
                  <a:pt x="198" y="303"/>
                </a:lnTo>
                <a:lnTo>
                  <a:pt x="201" y="300"/>
                </a:lnTo>
                <a:lnTo>
                  <a:pt x="205" y="298"/>
                </a:lnTo>
                <a:lnTo>
                  <a:pt x="208" y="296"/>
                </a:lnTo>
                <a:lnTo>
                  <a:pt x="212" y="296"/>
                </a:lnTo>
                <a:lnTo>
                  <a:pt x="215" y="296"/>
                </a:lnTo>
                <a:lnTo>
                  <a:pt x="221" y="294"/>
                </a:lnTo>
                <a:lnTo>
                  <a:pt x="227" y="290"/>
                </a:lnTo>
                <a:lnTo>
                  <a:pt x="233" y="287"/>
                </a:lnTo>
                <a:lnTo>
                  <a:pt x="238" y="285"/>
                </a:lnTo>
                <a:lnTo>
                  <a:pt x="242" y="282"/>
                </a:lnTo>
                <a:lnTo>
                  <a:pt x="247" y="279"/>
                </a:lnTo>
                <a:lnTo>
                  <a:pt x="253" y="276"/>
                </a:lnTo>
                <a:lnTo>
                  <a:pt x="254" y="275"/>
                </a:lnTo>
                <a:lnTo>
                  <a:pt x="258" y="267"/>
                </a:lnTo>
                <a:lnTo>
                  <a:pt x="261" y="259"/>
                </a:lnTo>
                <a:lnTo>
                  <a:pt x="263" y="250"/>
                </a:lnTo>
                <a:lnTo>
                  <a:pt x="266" y="242"/>
                </a:lnTo>
                <a:lnTo>
                  <a:pt x="268" y="234"/>
                </a:lnTo>
                <a:lnTo>
                  <a:pt x="270" y="225"/>
                </a:lnTo>
                <a:lnTo>
                  <a:pt x="273" y="216"/>
                </a:lnTo>
                <a:lnTo>
                  <a:pt x="276" y="208"/>
                </a:lnTo>
                <a:lnTo>
                  <a:pt x="277" y="204"/>
                </a:lnTo>
                <a:lnTo>
                  <a:pt x="280" y="198"/>
                </a:lnTo>
                <a:lnTo>
                  <a:pt x="282" y="190"/>
                </a:lnTo>
                <a:lnTo>
                  <a:pt x="286" y="181"/>
                </a:lnTo>
                <a:lnTo>
                  <a:pt x="288" y="172"/>
                </a:lnTo>
                <a:lnTo>
                  <a:pt x="290" y="165"/>
                </a:lnTo>
                <a:lnTo>
                  <a:pt x="291" y="161"/>
                </a:lnTo>
                <a:lnTo>
                  <a:pt x="291" y="158"/>
                </a:lnTo>
                <a:lnTo>
                  <a:pt x="291" y="156"/>
                </a:lnTo>
                <a:lnTo>
                  <a:pt x="291" y="154"/>
                </a:lnTo>
                <a:lnTo>
                  <a:pt x="290" y="153"/>
                </a:lnTo>
                <a:lnTo>
                  <a:pt x="289" y="150"/>
                </a:lnTo>
                <a:lnTo>
                  <a:pt x="285" y="151"/>
                </a:lnTo>
                <a:lnTo>
                  <a:pt x="282" y="150"/>
                </a:lnTo>
                <a:lnTo>
                  <a:pt x="279" y="150"/>
                </a:lnTo>
                <a:lnTo>
                  <a:pt x="276" y="149"/>
                </a:lnTo>
                <a:lnTo>
                  <a:pt x="274" y="148"/>
                </a:lnTo>
                <a:lnTo>
                  <a:pt x="270" y="146"/>
                </a:lnTo>
                <a:lnTo>
                  <a:pt x="268" y="146"/>
                </a:lnTo>
                <a:lnTo>
                  <a:pt x="264" y="146"/>
                </a:lnTo>
                <a:lnTo>
                  <a:pt x="262" y="141"/>
                </a:lnTo>
                <a:lnTo>
                  <a:pt x="261" y="138"/>
                </a:lnTo>
                <a:lnTo>
                  <a:pt x="261" y="136"/>
                </a:lnTo>
                <a:lnTo>
                  <a:pt x="261" y="134"/>
                </a:lnTo>
                <a:lnTo>
                  <a:pt x="261" y="132"/>
                </a:lnTo>
                <a:lnTo>
                  <a:pt x="262" y="129"/>
                </a:lnTo>
                <a:lnTo>
                  <a:pt x="268" y="129"/>
                </a:lnTo>
                <a:lnTo>
                  <a:pt x="274" y="128"/>
                </a:lnTo>
                <a:lnTo>
                  <a:pt x="278" y="127"/>
                </a:lnTo>
                <a:lnTo>
                  <a:pt x="281" y="127"/>
                </a:lnTo>
                <a:lnTo>
                  <a:pt x="285" y="126"/>
                </a:lnTo>
                <a:lnTo>
                  <a:pt x="288" y="125"/>
                </a:lnTo>
                <a:lnTo>
                  <a:pt x="292" y="122"/>
                </a:lnTo>
                <a:lnTo>
                  <a:pt x="297" y="120"/>
                </a:lnTo>
                <a:lnTo>
                  <a:pt x="298" y="114"/>
                </a:lnTo>
                <a:lnTo>
                  <a:pt x="299" y="107"/>
                </a:lnTo>
                <a:lnTo>
                  <a:pt x="299" y="103"/>
                </a:lnTo>
                <a:lnTo>
                  <a:pt x="299" y="100"/>
                </a:lnTo>
                <a:lnTo>
                  <a:pt x="299" y="98"/>
                </a:lnTo>
                <a:lnTo>
                  <a:pt x="298" y="98"/>
                </a:lnTo>
                <a:lnTo>
                  <a:pt x="298" y="96"/>
                </a:lnTo>
                <a:lnTo>
                  <a:pt x="297" y="94"/>
                </a:lnTo>
                <a:lnTo>
                  <a:pt x="291" y="90"/>
                </a:lnTo>
                <a:lnTo>
                  <a:pt x="285" y="84"/>
                </a:lnTo>
                <a:lnTo>
                  <a:pt x="282" y="82"/>
                </a:lnTo>
                <a:lnTo>
                  <a:pt x="281" y="81"/>
                </a:lnTo>
                <a:lnTo>
                  <a:pt x="280" y="79"/>
                </a:lnTo>
                <a:lnTo>
                  <a:pt x="278" y="77"/>
                </a:lnTo>
                <a:lnTo>
                  <a:pt x="278" y="75"/>
                </a:lnTo>
                <a:lnTo>
                  <a:pt x="278" y="73"/>
                </a:lnTo>
                <a:lnTo>
                  <a:pt x="278" y="70"/>
                </a:lnTo>
                <a:lnTo>
                  <a:pt x="278" y="68"/>
                </a:lnTo>
                <a:lnTo>
                  <a:pt x="279" y="62"/>
                </a:lnTo>
                <a:lnTo>
                  <a:pt x="281" y="56"/>
                </a:lnTo>
                <a:lnTo>
                  <a:pt x="282" y="52"/>
                </a:lnTo>
                <a:lnTo>
                  <a:pt x="283" y="49"/>
                </a:lnTo>
                <a:lnTo>
                  <a:pt x="285" y="46"/>
                </a:lnTo>
                <a:lnTo>
                  <a:pt x="286" y="43"/>
                </a:lnTo>
                <a:lnTo>
                  <a:pt x="288" y="40"/>
                </a:lnTo>
                <a:lnTo>
                  <a:pt x="290" y="38"/>
                </a:lnTo>
                <a:lnTo>
                  <a:pt x="293" y="35"/>
                </a:lnTo>
                <a:lnTo>
                  <a:pt x="296" y="33"/>
                </a:lnTo>
                <a:lnTo>
                  <a:pt x="298" y="30"/>
                </a:lnTo>
                <a:lnTo>
                  <a:pt x="301" y="27"/>
                </a:lnTo>
                <a:lnTo>
                  <a:pt x="302" y="26"/>
                </a:lnTo>
                <a:lnTo>
                  <a:pt x="302" y="24"/>
                </a:lnTo>
                <a:lnTo>
                  <a:pt x="303" y="22"/>
                </a:lnTo>
                <a:lnTo>
                  <a:pt x="303" y="2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79" name="íṥḷïďê">
            <a:extLst>
              <a:ext uri="{FF2B5EF4-FFF2-40B4-BE49-F238E27FC236}">
                <a16:creationId xmlns:a16="http://schemas.microsoft.com/office/drawing/2014/main" id="{2E876286-406D-4336-A45A-BCCD45427041}"/>
              </a:ext>
            </a:extLst>
          </p:cNvPr>
          <p:cNvSpPr>
            <a:spLocks noGrp="1"/>
          </p:cNvSpPr>
          <p:nvPr/>
        </p:nvSpPr>
        <p:spPr>
          <a:xfrm>
            <a:off x="2086920" y="588960"/>
            <a:ext cx="109440" cy="225360"/>
          </a:xfrm>
          <a:custGeom>
            <a:avLst/>
            <a:gdLst>
              <a:gd name="textAreaLeft" fmla="*/ 0 w 109440"/>
              <a:gd name="textAreaRight" fmla="*/ 109800 w 109440"/>
              <a:gd name="textAreaTop" fmla="*/ 0 h 225360"/>
              <a:gd name="textAreaBottom" fmla="*/ 225720 h 225360"/>
              <a:gd name="GluePoint1X" fmla="*/ 157 w 251"/>
              <a:gd name="GluePoint1Y" fmla="*/ 40 h 517"/>
              <a:gd name="GluePoint2X" fmla="*/ 205 w 251"/>
              <a:gd name="GluePoint2Y" fmla="*/ 1 h 517"/>
              <a:gd name="GluePoint3X" fmla="*/ 225 w 251"/>
              <a:gd name="GluePoint3Y" fmla="*/ 10 h 517"/>
              <a:gd name="GluePoint4X" fmla="*/ 250 w 251"/>
              <a:gd name="GluePoint4Y" fmla="*/ 44 h 517"/>
              <a:gd name="GluePoint5X" fmla="*/ 233 w 251"/>
              <a:gd name="GluePoint5Y" fmla="*/ 72 h 517"/>
              <a:gd name="GluePoint6X" fmla="*/ 202 w 251"/>
              <a:gd name="GluePoint6Y" fmla="*/ 123 h 517"/>
              <a:gd name="GluePoint7X" fmla="*/ 181 w 251"/>
              <a:gd name="GluePoint7Y" fmla="*/ 164 h 517"/>
              <a:gd name="GluePoint8X" fmla="*/ 150 w 251"/>
              <a:gd name="GluePoint8Y" fmla="*/ 222 h 517"/>
              <a:gd name="GluePoint9X" fmla="*/ 140 w 251"/>
              <a:gd name="GluePoint9Y" fmla="*/ 251 h 517"/>
              <a:gd name="GluePoint10X" fmla="*/ 110 w 251"/>
              <a:gd name="GluePoint10Y" fmla="*/ 275 h 517"/>
              <a:gd name="GluePoint11X" fmla="*/ 102 w 251"/>
              <a:gd name="GluePoint11Y" fmla="*/ 313 h 517"/>
              <a:gd name="GluePoint12X" fmla="*/ 118 w 251"/>
              <a:gd name="GluePoint12Y" fmla="*/ 347 h 517"/>
              <a:gd name="GluePoint13X" fmla="*/ 148 w 251"/>
              <a:gd name="GluePoint13Y" fmla="*/ 351 h 517"/>
              <a:gd name="GluePoint14X" fmla="*/ 153 w 251"/>
              <a:gd name="GluePoint14Y" fmla="*/ 371 h 517"/>
              <a:gd name="GluePoint15X" fmla="*/ 142 w 251"/>
              <a:gd name="GluePoint15Y" fmla="*/ 397 h 517"/>
              <a:gd name="GluePoint16X" fmla="*/ 125 w 251"/>
              <a:gd name="GluePoint16Y" fmla="*/ 409 h 517"/>
              <a:gd name="GluePoint17X" fmla="*/ 97 w 251"/>
              <a:gd name="GluePoint17Y" fmla="*/ 446 h 517"/>
              <a:gd name="GluePoint18X" fmla="*/ 99 w 251"/>
              <a:gd name="GluePoint18Y" fmla="*/ 463 h 517"/>
              <a:gd name="GluePoint19X" fmla="*/ 147 w 251"/>
              <a:gd name="GluePoint19Y" fmla="*/ 456 h 517"/>
              <a:gd name="GluePoint20X" fmla="*/ 174 w 251"/>
              <a:gd name="GluePoint20Y" fmla="*/ 454 h 517"/>
              <a:gd name="GluePoint21X" fmla="*/ 191 w 251"/>
              <a:gd name="GluePoint21Y" fmla="*/ 479 h 517"/>
              <a:gd name="GluePoint22X" fmla="*/ 175 w 251"/>
              <a:gd name="GluePoint22Y" fmla="*/ 497 h 517"/>
              <a:gd name="GluePoint23X" fmla="*/ 134 w 251"/>
              <a:gd name="GluePoint23Y" fmla="*/ 504 h 517"/>
              <a:gd name="GluePoint24X" fmla="*/ 85 w 251"/>
              <a:gd name="GluePoint24Y" fmla="*/ 517 h 517"/>
              <a:gd name="GluePoint25X" fmla="*/ 61 w 251"/>
              <a:gd name="GluePoint25Y" fmla="*/ 510 h 517"/>
              <a:gd name="GluePoint26X" fmla="*/ 50 w 251"/>
              <a:gd name="GluePoint26Y" fmla="*/ 497 h 517"/>
              <a:gd name="GluePoint27X" fmla="*/ 67 w 251"/>
              <a:gd name="GluePoint27Y" fmla="*/ 452 h 517"/>
              <a:gd name="GluePoint28X" fmla="*/ 78 w 251"/>
              <a:gd name="GluePoint28Y" fmla="*/ 420 h 517"/>
              <a:gd name="GluePoint29X" fmla="*/ 70 w 251"/>
              <a:gd name="GluePoint29Y" fmla="*/ 409 h 517"/>
              <a:gd name="GluePoint30X" fmla="*/ 50 w 251"/>
              <a:gd name="GluePoint30Y" fmla="*/ 388 h 517"/>
              <a:gd name="GluePoint31X" fmla="*/ 74 w 251"/>
              <a:gd name="GluePoint31Y" fmla="*/ 367 h 517"/>
              <a:gd name="GluePoint32X" fmla="*/ 65 w 251"/>
              <a:gd name="GluePoint32Y" fmla="*/ 313 h 517"/>
              <a:gd name="GluePoint33X" fmla="*/ 58 w 251"/>
              <a:gd name="GluePoint33Y" fmla="*/ 275 h 517"/>
              <a:gd name="GluePoint34X" fmla="*/ 86 w 251"/>
              <a:gd name="GluePoint34Y" fmla="*/ 238 h 517"/>
              <a:gd name="GluePoint35X" fmla="*/ 58 w 251"/>
              <a:gd name="GluePoint35Y" fmla="*/ 206 h 517"/>
              <a:gd name="GluePoint36X" fmla="*/ 82 w 251"/>
              <a:gd name="GluePoint36Y" fmla="*/ 191 h 517"/>
              <a:gd name="GluePoint37X" fmla="*/ 100 w 251"/>
              <a:gd name="GluePoint37Y" fmla="*/ 165 h 517"/>
              <a:gd name="GluePoint38X" fmla="*/ 105 w 251"/>
              <a:gd name="GluePoint38Y" fmla="*/ 126 h 517"/>
              <a:gd name="GluePoint39X" fmla="*/ 123 w 251"/>
              <a:gd name="GluePoint39Y" fmla="*/ 132 h 517"/>
              <a:gd name="GluePoint40X" fmla="*/ 118 w 251"/>
              <a:gd name="GluePoint40Y" fmla="*/ 165 h 517"/>
              <a:gd name="GluePoint41X" fmla="*/ 139 w 251"/>
              <a:gd name="GluePoint41Y" fmla="*/ 171 h 517"/>
              <a:gd name="GluePoint42X" fmla="*/ 181 w 251"/>
              <a:gd name="GluePoint42Y" fmla="*/ 106 h 517"/>
              <a:gd name="GluePoint43X" fmla="*/ 206 w 251"/>
              <a:gd name="GluePoint43Y" fmla="*/ 59 h 517"/>
              <a:gd name="GluePoint44X" fmla="*/ 167 w 251"/>
              <a:gd name="GluePoint44Y" fmla="*/ 50 h 517"/>
              <a:gd name="GluePoint45X" fmla="*/ 150 w 251"/>
              <a:gd name="GluePoint45Y" fmla="*/ 60 h 517"/>
              <a:gd name="GluePoint46X" fmla="*/ 126 w 251"/>
              <a:gd name="GluePoint46Y" fmla="*/ 77 h 517"/>
              <a:gd name="GluePoint47X" fmla="*/ 73 w 251"/>
              <a:gd name="GluePoint47Y" fmla="*/ 112 h 517"/>
              <a:gd name="GluePoint48X" fmla="*/ 46 w 251"/>
              <a:gd name="GluePoint48Y" fmla="*/ 136 h 517"/>
              <a:gd name="GluePoint49X" fmla="*/ 38 w 251"/>
              <a:gd name="GluePoint49Y" fmla="*/ 168 h 517"/>
              <a:gd name="GluePoint50X" fmla="*/ 27 w 251"/>
              <a:gd name="GluePoint50Y" fmla="*/ 230 h 517"/>
              <a:gd name="GluePoint51X" fmla="*/ 9 w 251"/>
              <a:gd name="GluePoint51Y" fmla="*/ 221 h 517"/>
              <a:gd name="GluePoint52X" fmla="*/ 9 w 251"/>
              <a:gd name="GluePoint52Y" fmla="*/ 167 h 517"/>
              <a:gd name="GluePoint53X" fmla="*/ 7 w 251"/>
              <a:gd name="GluePoint53Y" fmla="*/ 141 h 517"/>
              <a:gd name="GluePoint54X" fmla="*/ 2 w 251"/>
              <a:gd name="GluePoint54Y" fmla="*/ 114 h 517"/>
              <a:gd name="GluePoint55X" fmla="*/ 28 w 251"/>
              <a:gd name="GluePoint55Y" fmla="*/ 123 h 517"/>
              <a:gd name="GluePoint56X" fmla="*/ 51 w 251"/>
              <a:gd name="GluePoint56Y" fmla="*/ 116 h 517"/>
              <a:gd name="GluePoint57X" fmla="*/ 79 w 251"/>
              <a:gd name="GluePoint57Y" fmla="*/ 96 h 517"/>
              <a:gd name="GluePoint58X" fmla="*/ 110 w 251"/>
              <a:gd name="GluePoint58Y" fmla="*/ 75 h 517"/>
              <a:gd name="GluePoint59X" fmla="*/ 135 w 251"/>
              <a:gd name="GluePoint59Y" fmla="*/ 57 h 517"/>
            </a:gdLst>
            <a:ahLst/>
            <a:cxnLst/>
            <a:rect l="textAreaLeft" t="textAreaTop" r="textAreaRight" b="textAreaBottom"/>
            <a:pathLst>
              <a:path w="251" h="517">
                <a:moveTo>
                  <a:pt x="139" y="56"/>
                </a:moveTo>
                <a:lnTo>
                  <a:pt x="139" y="54"/>
                </a:lnTo>
                <a:lnTo>
                  <a:pt x="139" y="52"/>
                </a:lnTo>
                <a:lnTo>
                  <a:pt x="142" y="51"/>
                </a:lnTo>
                <a:lnTo>
                  <a:pt x="143" y="50"/>
                </a:lnTo>
                <a:lnTo>
                  <a:pt x="146" y="48"/>
                </a:lnTo>
                <a:lnTo>
                  <a:pt x="147" y="47"/>
                </a:lnTo>
                <a:lnTo>
                  <a:pt x="152" y="44"/>
                </a:lnTo>
                <a:lnTo>
                  <a:pt x="157" y="40"/>
                </a:lnTo>
                <a:lnTo>
                  <a:pt x="167" y="30"/>
                </a:lnTo>
                <a:lnTo>
                  <a:pt x="177" y="20"/>
                </a:lnTo>
                <a:lnTo>
                  <a:pt x="183" y="16"/>
                </a:lnTo>
                <a:lnTo>
                  <a:pt x="187" y="11"/>
                </a:lnTo>
                <a:lnTo>
                  <a:pt x="192" y="7"/>
                </a:lnTo>
                <a:lnTo>
                  <a:pt x="198" y="4"/>
                </a:lnTo>
                <a:lnTo>
                  <a:pt x="200" y="3"/>
                </a:lnTo>
                <a:lnTo>
                  <a:pt x="203" y="2"/>
                </a:lnTo>
                <a:lnTo>
                  <a:pt x="205" y="1"/>
                </a:lnTo>
                <a:lnTo>
                  <a:pt x="207" y="0"/>
                </a:lnTo>
                <a:lnTo>
                  <a:pt x="210" y="0"/>
                </a:lnTo>
                <a:lnTo>
                  <a:pt x="212" y="1"/>
                </a:lnTo>
                <a:lnTo>
                  <a:pt x="215" y="1"/>
                </a:lnTo>
                <a:lnTo>
                  <a:pt x="217" y="2"/>
                </a:lnTo>
                <a:lnTo>
                  <a:pt x="219" y="4"/>
                </a:lnTo>
                <a:lnTo>
                  <a:pt x="221" y="5"/>
                </a:lnTo>
                <a:lnTo>
                  <a:pt x="223" y="8"/>
                </a:lnTo>
                <a:lnTo>
                  <a:pt x="225" y="10"/>
                </a:lnTo>
                <a:lnTo>
                  <a:pt x="229" y="16"/>
                </a:lnTo>
                <a:lnTo>
                  <a:pt x="233" y="21"/>
                </a:lnTo>
                <a:lnTo>
                  <a:pt x="237" y="28"/>
                </a:lnTo>
                <a:lnTo>
                  <a:pt x="241" y="33"/>
                </a:lnTo>
                <a:lnTo>
                  <a:pt x="243" y="36"/>
                </a:lnTo>
                <a:lnTo>
                  <a:pt x="245" y="37"/>
                </a:lnTo>
                <a:lnTo>
                  <a:pt x="247" y="39"/>
                </a:lnTo>
                <a:lnTo>
                  <a:pt x="249" y="40"/>
                </a:lnTo>
                <a:lnTo>
                  <a:pt x="250" y="44"/>
                </a:lnTo>
                <a:lnTo>
                  <a:pt x="251" y="48"/>
                </a:lnTo>
                <a:lnTo>
                  <a:pt x="250" y="51"/>
                </a:lnTo>
                <a:lnTo>
                  <a:pt x="249" y="52"/>
                </a:lnTo>
                <a:lnTo>
                  <a:pt x="247" y="55"/>
                </a:lnTo>
                <a:lnTo>
                  <a:pt x="247" y="56"/>
                </a:lnTo>
                <a:lnTo>
                  <a:pt x="243" y="60"/>
                </a:lnTo>
                <a:lnTo>
                  <a:pt x="240" y="64"/>
                </a:lnTo>
                <a:lnTo>
                  <a:pt x="236" y="68"/>
                </a:lnTo>
                <a:lnTo>
                  <a:pt x="233" y="72"/>
                </a:lnTo>
                <a:lnTo>
                  <a:pt x="230" y="75"/>
                </a:lnTo>
                <a:lnTo>
                  <a:pt x="227" y="79"/>
                </a:lnTo>
                <a:lnTo>
                  <a:pt x="227" y="82"/>
                </a:lnTo>
                <a:lnTo>
                  <a:pt x="227" y="86"/>
                </a:lnTo>
                <a:lnTo>
                  <a:pt x="223" y="92"/>
                </a:lnTo>
                <a:lnTo>
                  <a:pt x="219" y="99"/>
                </a:lnTo>
                <a:lnTo>
                  <a:pt x="215" y="105"/>
                </a:lnTo>
                <a:lnTo>
                  <a:pt x="211" y="111"/>
                </a:lnTo>
                <a:lnTo>
                  <a:pt x="202" y="123"/>
                </a:lnTo>
                <a:lnTo>
                  <a:pt x="193" y="135"/>
                </a:lnTo>
                <a:lnTo>
                  <a:pt x="192" y="140"/>
                </a:lnTo>
                <a:lnTo>
                  <a:pt x="191" y="144"/>
                </a:lnTo>
                <a:lnTo>
                  <a:pt x="191" y="148"/>
                </a:lnTo>
                <a:lnTo>
                  <a:pt x="191" y="152"/>
                </a:lnTo>
                <a:lnTo>
                  <a:pt x="188" y="156"/>
                </a:lnTo>
                <a:lnTo>
                  <a:pt x="186" y="158"/>
                </a:lnTo>
                <a:lnTo>
                  <a:pt x="183" y="161"/>
                </a:lnTo>
                <a:lnTo>
                  <a:pt x="181" y="164"/>
                </a:lnTo>
                <a:lnTo>
                  <a:pt x="178" y="171"/>
                </a:lnTo>
                <a:lnTo>
                  <a:pt x="175" y="178"/>
                </a:lnTo>
                <a:lnTo>
                  <a:pt x="171" y="186"/>
                </a:lnTo>
                <a:lnTo>
                  <a:pt x="168" y="193"/>
                </a:lnTo>
                <a:lnTo>
                  <a:pt x="164" y="200"/>
                </a:lnTo>
                <a:lnTo>
                  <a:pt x="160" y="208"/>
                </a:lnTo>
                <a:lnTo>
                  <a:pt x="156" y="214"/>
                </a:lnTo>
                <a:lnTo>
                  <a:pt x="151" y="221"/>
                </a:lnTo>
                <a:lnTo>
                  <a:pt x="150" y="222"/>
                </a:lnTo>
                <a:lnTo>
                  <a:pt x="149" y="224"/>
                </a:lnTo>
                <a:lnTo>
                  <a:pt x="148" y="225"/>
                </a:lnTo>
                <a:lnTo>
                  <a:pt x="147" y="228"/>
                </a:lnTo>
                <a:lnTo>
                  <a:pt x="146" y="232"/>
                </a:lnTo>
                <a:lnTo>
                  <a:pt x="146" y="236"/>
                </a:lnTo>
                <a:lnTo>
                  <a:pt x="144" y="240"/>
                </a:lnTo>
                <a:lnTo>
                  <a:pt x="143" y="244"/>
                </a:lnTo>
                <a:lnTo>
                  <a:pt x="142" y="247"/>
                </a:lnTo>
                <a:lnTo>
                  <a:pt x="140" y="251"/>
                </a:lnTo>
                <a:lnTo>
                  <a:pt x="138" y="253"/>
                </a:lnTo>
                <a:lnTo>
                  <a:pt x="136" y="256"/>
                </a:lnTo>
                <a:lnTo>
                  <a:pt x="134" y="258"/>
                </a:lnTo>
                <a:lnTo>
                  <a:pt x="132" y="260"/>
                </a:lnTo>
                <a:lnTo>
                  <a:pt x="127" y="263"/>
                </a:lnTo>
                <a:lnTo>
                  <a:pt x="122" y="266"/>
                </a:lnTo>
                <a:lnTo>
                  <a:pt x="118" y="269"/>
                </a:lnTo>
                <a:lnTo>
                  <a:pt x="112" y="273"/>
                </a:lnTo>
                <a:lnTo>
                  <a:pt x="110" y="275"/>
                </a:lnTo>
                <a:lnTo>
                  <a:pt x="108" y="277"/>
                </a:lnTo>
                <a:lnTo>
                  <a:pt x="106" y="279"/>
                </a:lnTo>
                <a:lnTo>
                  <a:pt x="105" y="281"/>
                </a:lnTo>
                <a:lnTo>
                  <a:pt x="104" y="283"/>
                </a:lnTo>
                <a:lnTo>
                  <a:pt x="103" y="285"/>
                </a:lnTo>
                <a:lnTo>
                  <a:pt x="103" y="289"/>
                </a:lnTo>
                <a:lnTo>
                  <a:pt x="102" y="293"/>
                </a:lnTo>
                <a:lnTo>
                  <a:pt x="102" y="302"/>
                </a:lnTo>
                <a:lnTo>
                  <a:pt x="102" y="313"/>
                </a:lnTo>
                <a:lnTo>
                  <a:pt x="102" y="323"/>
                </a:lnTo>
                <a:lnTo>
                  <a:pt x="102" y="333"/>
                </a:lnTo>
                <a:lnTo>
                  <a:pt x="102" y="340"/>
                </a:lnTo>
                <a:lnTo>
                  <a:pt x="102" y="344"/>
                </a:lnTo>
                <a:lnTo>
                  <a:pt x="105" y="345"/>
                </a:lnTo>
                <a:lnTo>
                  <a:pt x="106" y="346"/>
                </a:lnTo>
                <a:lnTo>
                  <a:pt x="110" y="347"/>
                </a:lnTo>
                <a:lnTo>
                  <a:pt x="114" y="347"/>
                </a:lnTo>
                <a:lnTo>
                  <a:pt x="118" y="347"/>
                </a:lnTo>
                <a:lnTo>
                  <a:pt x="122" y="347"/>
                </a:lnTo>
                <a:lnTo>
                  <a:pt x="127" y="345"/>
                </a:lnTo>
                <a:lnTo>
                  <a:pt x="133" y="345"/>
                </a:lnTo>
                <a:lnTo>
                  <a:pt x="136" y="345"/>
                </a:lnTo>
                <a:lnTo>
                  <a:pt x="138" y="345"/>
                </a:lnTo>
                <a:lnTo>
                  <a:pt x="141" y="345"/>
                </a:lnTo>
                <a:lnTo>
                  <a:pt x="143" y="347"/>
                </a:lnTo>
                <a:lnTo>
                  <a:pt x="146" y="349"/>
                </a:lnTo>
                <a:lnTo>
                  <a:pt x="148" y="351"/>
                </a:lnTo>
                <a:lnTo>
                  <a:pt x="150" y="353"/>
                </a:lnTo>
                <a:lnTo>
                  <a:pt x="153" y="357"/>
                </a:lnTo>
                <a:lnTo>
                  <a:pt x="155" y="360"/>
                </a:lnTo>
                <a:lnTo>
                  <a:pt x="157" y="362"/>
                </a:lnTo>
                <a:lnTo>
                  <a:pt x="157" y="363"/>
                </a:lnTo>
                <a:lnTo>
                  <a:pt x="158" y="365"/>
                </a:lnTo>
                <a:lnTo>
                  <a:pt x="158" y="366"/>
                </a:lnTo>
                <a:lnTo>
                  <a:pt x="157" y="368"/>
                </a:lnTo>
                <a:lnTo>
                  <a:pt x="153" y="371"/>
                </a:lnTo>
                <a:lnTo>
                  <a:pt x="149" y="373"/>
                </a:lnTo>
                <a:lnTo>
                  <a:pt x="147" y="377"/>
                </a:lnTo>
                <a:lnTo>
                  <a:pt x="146" y="379"/>
                </a:lnTo>
                <a:lnTo>
                  <a:pt x="146" y="382"/>
                </a:lnTo>
                <a:lnTo>
                  <a:pt x="146" y="385"/>
                </a:lnTo>
                <a:lnTo>
                  <a:pt x="145" y="389"/>
                </a:lnTo>
                <a:lnTo>
                  <a:pt x="144" y="392"/>
                </a:lnTo>
                <a:lnTo>
                  <a:pt x="143" y="394"/>
                </a:lnTo>
                <a:lnTo>
                  <a:pt x="142" y="397"/>
                </a:lnTo>
                <a:lnTo>
                  <a:pt x="140" y="398"/>
                </a:lnTo>
                <a:lnTo>
                  <a:pt x="138" y="399"/>
                </a:lnTo>
                <a:lnTo>
                  <a:pt x="137" y="400"/>
                </a:lnTo>
                <a:lnTo>
                  <a:pt x="135" y="401"/>
                </a:lnTo>
                <a:lnTo>
                  <a:pt x="131" y="402"/>
                </a:lnTo>
                <a:lnTo>
                  <a:pt x="128" y="405"/>
                </a:lnTo>
                <a:lnTo>
                  <a:pt x="126" y="405"/>
                </a:lnTo>
                <a:lnTo>
                  <a:pt x="126" y="407"/>
                </a:lnTo>
                <a:lnTo>
                  <a:pt x="125" y="409"/>
                </a:lnTo>
                <a:lnTo>
                  <a:pt x="124" y="410"/>
                </a:lnTo>
                <a:lnTo>
                  <a:pt x="122" y="414"/>
                </a:lnTo>
                <a:lnTo>
                  <a:pt x="121" y="417"/>
                </a:lnTo>
                <a:lnTo>
                  <a:pt x="118" y="419"/>
                </a:lnTo>
                <a:lnTo>
                  <a:pt x="114" y="421"/>
                </a:lnTo>
                <a:lnTo>
                  <a:pt x="109" y="427"/>
                </a:lnTo>
                <a:lnTo>
                  <a:pt x="102" y="436"/>
                </a:lnTo>
                <a:lnTo>
                  <a:pt x="99" y="441"/>
                </a:lnTo>
                <a:lnTo>
                  <a:pt x="97" y="446"/>
                </a:lnTo>
                <a:lnTo>
                  <a:pt x="96" y="448"/>
                </a:lnTo>
                <a:lnTo>
                  <a:pt x="95" y="450"/>
                </a:lnTo>
                <a:lnTo>
                  <a:pt x="94" y="452"/>
                </a:lnTo>
                <a:lnTo>
                  <a:pt x="94" y="453"/>
                </a:lnTo>
                <a:lnTo>
                  <a:pt x="94" y="455"/>
                </a:lnTo>
                <a:lnTo>
                  <a:pt x="95" y="457"/>
                </a:lnTo>
                <a:lnTo>
                  <a:pt x="96" y="458"/>
                </a:lnTo>
                <a:lnTo>
                  <a:pt x="97" y="461"/>
                </a:lnTo>
                <a:lnTo>
                  <a:pt x="99" y="463"/>
                </a:lnTo>
                <a:lnTo>
                  <a:pt x="101" y="466"/>
                </a:lnTo>
                <a:lnTo>
                  <a:pt x="105" y="466"/>
                </a:lnTo>
                <a:lnTo>
                  <a:pt x="110" y="466"/>
                </a:lnTo>
                <a:lnTo>
                  <a:pt x="114" y="467"/>
                </a:lnTo>
                <a:lnTo>
                  <a:pt x="118" y="467"/>
                </a:lnTo>
                <a:lnTo>
                  <a:pt x="122" y="465"/>
                </a:lnTo>
                <a:lnTo>
                  <a:pt x="130" y="462"/>
                </a:lnTo>
                <a:lnTo>
                  <a:pt x="138" y="459"/>
                </a:lnTo>
                <a:lnTo>
                  <a:pt x="147" y="456"/>
                </a:lnTo>
                <a:lnTo>
                  <a:pt x="151" y="454"/>
                </a:lnTo>
                <a:lnTo>
                  <a:pt x="156" y="453"/>
                </a:lnTo>
                <a:lnTo>
                  <a:pt x="161" y="452"/>
                </a:lnTo>
                <a:lnTo>
                  <a:pt x="164" y="451"/>
                </a:lnTo>
                <a:lnTo>
                  <a:pt x="168" y="452"/>
                </a:lnTo>
                <a:lnTo>
                  <a:pt x="171" y="452"/>
                </a:lnTo>
                <a:lnTo>
                  <a:pt x="172" y="453"/>
                </a:lnTo>
                <a:lnTo>
                  <a:pt x="173" y="453"/>
                </a:lnTo>
                <a:lnTo>
                  <a:pt x="174" y="454"/>
                </a:lnTo>
                <a:lnTo>
                  <a:pt x="175" y="455"/>
                </a:lnTo>
                <a:lnTo>
                  <a:pt x="176" y="457"/>
                </a:lnTo>
                <a:lnTo>
                  <a:pt x="178" y="457"/>
                </a:lnTo>
                <a:lnTo>
                  <a:pt x="179" y="459"/>
                </a:lnTo>
                <a:lnTo>
                  <a:pt x="181" y="461"/>
                </a:lnTo>
                <a:lnTo>
                  <a:pt x="184" y="465"/>
                </a:lnTo>
                <a:lnTo>
                  <a:pt x="187" y="469"/>
                </a:lnTo>
                <a:lnTo>
                  <a:pt x="189" y="473"/>
                </a:lnTo>
                <a:lnTo>
                  <a:pt x="191" y="479"/>
                </a:lnTo>
                <a:lnTo>
                  <a:pt x="193" y="484"/>
                </a:lnTo>
                <a:lnTo>
                  <a:pt x="194" y="488"/>
                </a:lnTo>
                <a:lnTo>
                  <a:pt x="192" y="490"/>
                </a:lnTo>
                <a:lnTo>
                  <a:pt x="189" y="492"/>
                </a:lnTo>
                <a:lnTo>
                  <a:pt x="187" y="493"/>
                </a:lnTo>
                <a:lnTo>
                  <a:pt x="184" y="495"/>
                </a:lnTo>
                <a:lnTo>
                  <a:pt x="181" y="496"/>
                </a:lnTo>
                <a:lnTo>
                  <a:pt x="178" y="497"/>
                </a:lnTo>
                <a:lnTo>
                  <a:pt x="175" y="497"/>
                </a:lnTo>
                <a:lnTo>
                  <a:pt x="171" y="498"/>
                </a:lnTo>
                <a:lnTo>
                  <a:pt x="164" y="499"/>
                </a:lnTo>
                <a:lnTo>
                  <a:pt x="158" y="501"/>
                </a:lnTo>
                <a:lnTo>
                  <a:pt x="154" y="501"/>
                </a:lnTo>
                <a:lnTo>
                  <a:pt x="150" y="502"/>
                </a:lnTo>
                <a:lnTo>
                  <a:pt x="147" y="503"/>
                </a:lnTo>
                <a:lnTo>
                  <a:pt x="144" y="504"/>
                </a:lnTo>
                <a:lnTo>
                  <a:pt x="138" y="504"/>
                </a:lnTo>
                <a:lnTo>
                  <a:pt x="134" y="504"/>
                </a:lnTo>
                <a:lnTo>
                  <a:pt x="129" y="504"/>
                </a:lnTo>
                <a:lnTo>
                  <a:pt x="123" y="504"/>
                </a:lnTo>
                <a:lnTo>
                  <a:pt x="114" y="509"/>
                </a:lnTo>
                <a:lnTo>
                  <a:pt x="104" y="513"/>
                </a:lnTo>
                <a:lnTo>
                  <a:pt x="99" y="515"/>
                </a:lnTo>
                <a:lnTo>
                  <a:pt x="94" y="517"/>
                </a:lnTo>
                <a:lnTo>
                  <a:pt x="90" y="517"/>
                </a:lnTo>
                <a:lnTo>
                  <a:pt x="87" y="517"/>
                </a:lnTo>
                <a:lnTo>
                  <a:pt x="85" y="517"/>
                </a:lnTo>
                <a:lnTo>
                  <a:pt x="81" y="517"/>
                </a:lnTo>
                <a:lnTo>
                  <a:pt x="80" y="517"/>
                </a:lnTo>
                <a:lnTo>
                  <a:pt x="79" y="515"/>
                </a:lnTo>
                <a:lnTo>
                  <a:pt x="78" y="514"/>
                </a:lnTo>
                <a:lnTo>
                  <a:pt x="76" y="513"/>
                </a:lnTo>
                <a:lnTo>
                  <a:pt x="73" y="513"/>
                </a:lnTo>
                <a:lnTo>
                  <a:pt x="69" y="512"/>
                </a:lnTo>
                <a:lnTo>
                  <a:pt x="65" y="511"/>
                </a:lnTo>
                <a:lnTo>
                  <a:pt x="61" y="510"/>
                </a:lnTo>
                <a:lnTo>
                  <a:pt x="59" y="509"/>
                </a:lnTo>
                <a:lnTo>
                  <a:pt x="58" y="509"/>
                </a:lnTo>
                <a:lnTo>
                  <a:pt x="57" y="507"/>
                </a:lnTo>
                <a:lnTo>
                  <a:pt x="56" y="506"/>
                </a:lnTo>
                <a:lnTo>
                  <a:pt x="54" y="505"/>
                </a:lnTo>
                <a:lnTo>
                  <a:pt x="53" y="503"/>
                </a:lnTo>
                <a:lnTo>
                  <a:pt x="51" y="501"/>
                </a:lnTo>
                <a:lnTo>
                  <a:pt x="50" y="499"/>
                </a:lnTo>
                <a:lnTo>
                  <a:pt x="50" y="497"/>
                </a:lnTo>
                <a:lnTo>
                  <a:pt x="50" y="495"/>
                </a:lnTo>
                <a:lnTo>
                  <a:pt x="49" y="493"/>
                </a:lnTo>
                <a:lnTo>
                  <a:pt x="50" y="490"/>
                </a:lnTo>
                <a:lnTo>
                  <a:pt x="50" y="485"/>
                </a:lnTo>
                <a:lnTo>
                  <a:pt x="51" y="481"/>
                </a:lnTo>
                <a:lnTo>
                  <a:pt x="53" y="475"/>
                </a:lnTo>
                <a:lnTo>
                  <a:pt x="56" y="470"/>
                </a:lnTo>
                <a:lnTo>
                  <a:pt x="62" y="461"/>
                </a:lnTo>
                <a:lnTo>
                  <a:pt x="67" y="452"/>
                </a:lnTo>
                <a:lnTo>
                  <a:pt x="70" y="448"/>
                </a:lnTo>
                <a:lnTo>
                  <a:pt x="72" y="444"/>
                </a:lnTo>
                <a:lnTo>
                  <a:pt x="74" y="441"/>
                </a:lnTo>
                <a:lnTo>
                  <a:pt x="74" y="438"/>
                </a:lnTo>
                <a:lnTo>
                  <a:pt x="75" y="436"/>
                </a:lnTo>
                <a:lnTo>
                  <a:pt x="77" y="432"/>
                </a:lnTo>
                <a:lnTo>
                  <a:pt x="77" y="428"/>
                </a:lnTo>
                <a:lnTo>
                  <a:pt x="78" y="424"/>
                </a:lnTo>
                <a:lnTo>
                  <a:pt x="78" y="420"/>
                </a:lnTo>
                <a:lnTo>
                  <a:pt x="78" y="416"/>
                </a:lnTo>
                <a:lnTo>
                  <a:pt x="77" y="414"/>
                </a:lnTo>
                <a:lnTo>
                  <a:pt x="77" y="413"/>
                </a:lnTo>
                <a:lnTo>
                  <a:pt x="75" y="411"/>
                </a:lnTo>
                <a:lnTo>
                  <a:pt x="74" y="410"/>
                </a:lnTo>
                <a:lnTo>
                  <a:pt x="74" y="409"/>
                </a:lnTo>
                <a:lnTo>
                  <a:pt x="72" y="409"/>
                </a:lnTo>
                <a:lnTo>
                  <a:pt x="71" y="409"/>
                </a:lnTo>
                <a:lnTo>
                  <a:pt x="70" y="409"/>
                </a:lnTo>
                <a:lnTo>
                  <a:pt x="68" y="409"/>
                </a:lnTo>
                <a:lnTo>
                  <a:pt x="67" y="408"/>
                </a:lnTo>
                <a:lnTo>
                  <a:pt x="66" y="407"/>
                </a:lnTo>
                <a:lnTo>
                  <a:pt x="66" y="406"/>
                </a:lnTo>
                <a:lnTo>
                  <a:pt x="62" y="403"/>
                </a:lnTo>
                <a:lnTo>
                  <a:pt x="57" y="397"/>
                </a:lnTo>
                <a:lnTo>
                  <a:pt x="54" y="393"/>
                </a:lnTo>
                <a:lnTo>
                  <a:pt x="52" y="390"/>
                </a:lnTo>
                <a:lnTo>
                  <a:pt x="50" y="388"/>
                </a:lnTo>
                <a:lnTo>
                  <a:pt x="50" y="386"/>
                </a:lnTo>
                <a:lnTo>
                  <a:pt x="53" y="384"/>
                </a:lnTo>
                <a:lnTo>
                  <a:pt x="56" y="381"/>
                </a:lnTo>
                <a:lnTo>
                  <a:pt x="59" y="379"/>
                </a:lnTo>
                <a:lnTo>
                  <a:pt x="62" y="376"/>
                </a:lnTo>
                <a:lnTo>
                  <a:pt x="65" y="373"/>
                </a:lnTo>
                <a:lnTo>
                  <a:pt x="68" y="371"/>
                </a:lnTo>
                <a:lnTo>
                  <a:pt x="71" y="369"/>
                </a:lnTo>
                <a:lnTo>
                  <a:pt x="74" y="367"/>
                </a:lnTo>
                <a:lnTo>
                  <a:pt x="75" y="357"/>
                </a:lnTo>
                <a:lnTo>
                  <a:pt x="75" y="345"/>
                </a:lnTo>
                <a:lnTo>
                  <a:pt x="75" y="333"/>
                </a:lnTo>
                <a:lnTo>
                  <a:pt x="74" y="321"/>
                </a:lnTo>
                <a:lnTo>
                  <a:pt x="74" y="320"/>
                </a:lnTo>
                <a:lnTo>
                  <a:pt x="71" y="319"/>
                </a:lnTo>
                <a:lnTo>
                  <a:pt x="70" y="318"/>
                </a:lnTo>
                <a:lnTo>
                  <a:pt x="68" y="317"/>
                </a:lnTo>
                <a:lnTo>
                  <a:pt x="65" y="313"/>
                </a:lnTo>
                <a:lnTo>
                  <a:pt x="62" y="310"/>
                </a:lnTo>
                <a:lnTo>
                  <a:pt x="56" y="302"/>
                </a:lnTo>
                <a:lnTo>
                  <a:pt x="51" y="296"/>
                </a:lnTo>
                <a:lnTo>
                  <a:pt x="51" y="293"/>
                </a:lnTo>
                <a:lnTo>
                  <a:pt x="52" y="290"/>
                </a:lnTo>
                <a:lnTo>
                  <a:pt x="52" y="288"/>
                </a:lnTo>
                <a:lnTo>
                  <a:pt x="53" y="285"/>
                </a:lnTo>
                <a:lnTo>
                  <a:pt x="55" y="280"/>
                </a:lnTo>
                <a:lnTo>
                  <a:pt x="58" y="275"/>
                </a:lnTo>
                <a:lnTo>
                  <a:pt x="60" y="271"/>
                </a:lnTo>
                <a:lnTo>
                  <a:pt x="63" y="267"/>
                </a:lnTo>
                <a:lnTo>
                  <a:pt x="66" y="263"/>
                </a:lnTo>
                <a:lnTo>
                  <a:pt x="70" y="259"/>
                </a:lnTo>
                <a:lnTo>
                  <a:pt x="74" y="255"/>
                </a:lnTo>
                <a:lnTo>
                  <a:pt x="77" y="251"/>
                </a:lnTo>
                <a:lnTo>
                  <a:pt x="80" y="247"/>
                </a:lnTo>
                <a:lnTo>
                  <a:pt x="83" y="242"/>
                </a:lnTo>
                <a:lnTo>
                  <a:pt x="86" y="238"/>
                </a:lnTo>
                <a:lnTo>
                  <a:pt x="87" y="233"/>
                </a:lnTo>
                <a:lnTo>
                  <a:pt x="88" y="230"/>
                </a:lnTo>
                <a:lnTo>
                  <a:pt x="88" y="227"/>
                </a:lnTo>
                <a:lnTo>
                  <a:pt x="88" y="224"/>
                </a:lnTo>
                <a:lnTo>
                  <a:pt x="88" y="221"/>
                </a:lnTo>
                <a:lnTo>
                  <a:pt x="81" y="217"/>
                </a:lnTo>
                <a:lnTo>
                  <a:pt x="73" y="214"/>
                </a:lnTo>
                <a:lnTo>
                  <a:pt x="66" y="210"/>
                </a:lnTo>
                <a:lnTo>
                  <a:pt x="58" y="206"/>
                </a:lnTo>
                <a:lnTo>
                  <a:pt x="58" y="204"/>
                </a:lnTo>
                <a:lnTo>
                  <a:pt x="59" y="202"/>
                </a:lnTo>
                <a:lnTo>
                  <a:pt x="62" y="200"/>
                </a:lnTo>
                <a:lnTo>
                  <a:pt x="63" y="199"/>
                </a:lnTo>
                <a:lnTo>
                  <a:pt x="66" y="197"/>
                </a:lnTo>
                <a:lnTo>
                  <a:pt x="69" y="196"/>
                </a:lnTo>
                <a:lnTo>
                  <a:pt x="71" y="195"/>
                </a:lnTo>
                <a:lnTo>
                  <a:pt x="75" y="193"/>
                </a:lnTo>
                <a:lnTo>
                  <a:pt x="82" y="191"/>
                </a:lnTo>
                <a:lnTo>
                  <a:pt x="88" y="188"/>
                </a:lnTo>
                <a:lnTo>
                  <a:pt x="90" y="187"/>
                </a:lnTo>
                <a:lnTo>
                  <a:pt x="94" y="185"/>
                </a:lnTo>
                <a:lnTo>
                  <a:pt x="95" y="184"/>
                </a:lnTo>
                <a:lnTo>
                  <a:pt x="98" y="181"/>
                </a:lnTo>
                <a:lnTo>
                  <a:pt x="98" y="178"/>
                </a:lnTo>
                <a:lnTo>
                  <a:pt x="99" y="174"/>
                </a:lnTo>
                <a:lnTo>
                  <a:pt x="99" y="170"/>
                </a:lnTo>
                <a:lnTo>
                  <a:pt x="100" y="165"/>
                </a:lnTo>
                <a:lnTo>
                  <a:pt x="99" y="156"/>
                </a:lnTo>
                <a:lnTo>
                  <a:pt x="99" y="148"/>
                </a:lnTo>
                <a:lnTo>
                  <a:pt x="99" y="144"/>
                </a:lnTo>
                <a:lnTo>
                  <a:pt x="99" y="140"/>
                </a:lnTo>
                <a:lnTo>
                  <a:pt x="100" y="136"/>
                </a:lnTo>
                <a:lnTo>
                  <a:pt x="101" y="133"/>
                </a:lnTo>
                <a:lnTo>
                  <a:pt x="102" y="130"/>
                </a:lnTo>
                <a:lnTo>
                  <a:pt x="104" y="127"/>
                </a:lnTo>
                <a:lnTo>
                  <a:pt x="105" y="126"/>
                </a:lnTo>
                <a:lnTo>
                  <a:pt x="106" y="124"/>
                </a:lnTo>
                <a:lnTo>
                  <a:pt x="107" y="124"/>
                </a:lnTo>
                <a:lnTo>
                  <a:pt x="109" y="123"/>
                </a:lnTo>
                <a:lnTo>
                  <a:pt x="114" y="123"/>
                </a:lnTo>
                <a:lnTo>
                  <a:pt x="118" y="123"/>
                </a:lnTo>
                <a:lnTo>
                  <a:pt x="120" y="126"/>
                </a:lnTo>
                <a:lnTo>
                  <a:pt x="122" y="128"/>
                </a:lnTo>
                <a:lnTo>
                  <a:pt x="122" y="130"/>
                </a:lnTo>
                <a:lnTo>
                  <a:pt x="123" y="132"/>
                </a:lnTo>
                <a:lnTo>
                  <a:pt x="123" y="134"/>
                </a:lnTo>
                <a:lnTo>
                  <a:pt x="123" y="137"/>
                </a:lnTo>
                <a:lnTo>
                  <a:pt x="122" y="140"/>
                </a:lnTo>
                <a:lnTo>
                  <a:pt x="121" y="141"/>
                </a:lnTo>
                <a:lnTo>
                  <a:pt x="120" y="144"/>
                </a:lnTo>
                <a:lnTo>
                  <a:pt x="119" y="146"/>
                </a:lnTo>
                <a:lnTo>
                  <a:pt x="118" y="151"/>
                </a:lnTo>
                <a:lnTo>
                  <a:pt x="118" y="156"/>
                </a:lnTo>
                <a:lnTo>
                  <a:pt x="118" y="165"/>
                </a:lnTo>
                <a:lnTo>
                  <a:pt x="118" y="176"/>
                </a:lnTo>
                <a:lnTo>
                  <a:pt x="122" y="179"/>
                </a:lnTo>
                <a:lnTo>
                  <a:pt x="126" y="181"/>
                </a:lnTo>
                <a:lnTo>
                  <a:pt x="130" y="181"/>
                </a:lnTo>
                <a:lnTo>
                  <a:pt x="134" y="181"/>
                </a:lnTo>
                <a:lnTo>
                  <a:pt x="135" y="179"/>
                </a:lnTo>
                <a:lnTo>
                  <a:pt x="136" y="176"/>
                </a:lnTo>
                <a:lnTo>
                  <a:pt x="138" y="173"/>
                </a:lnTo>
                <a:lnTo>
                  <a:pt x="139" y="171"/>
                </a:lnTo>
                <a:lnTo>
                  <a:pt x="143" y="165"/>
                </a:lnTo>
                <a:lnTo>
                  <a:pt x="147" y="160"/>
                </a:lnTo>
                <a:lnTo>
                  <a:pt x="155" y="151"/>
                </a:lnTo>
                <a:lnTo>
                  <a:pt x="163" y="141"/>
                </a:lnTo>
                <a:lnTo>
                  <a:pt x="167" y="136"/>
                </a:lnTo>
                <a:lnTo>
                  <a:pt x="171" y="128"/>
                </a:lnTo>
                <a:lnTo>
                  <a:pt x="174" y="121"/>
                </a:lnTo>
                <a:lnTo>
                  <a:pt x="177" y="114"/>
                </a:lnTo>
                <a:lnTo>
                  <a:pt x="181" y="106"/>
                </a:lnTo>
                <a:lnTo>
                  <a:pt x="184" y="99"/>
                </a:lnTo>
                <a:lnTo>
                  <a:pt x="187" y="92"/>
                </a:lnTo>
                <a:lnTo>
                  <a:pt x="191" y="84"/>
                </a:lnTo>
                <a:lnTo>
                  <a:pt x="195" y="78"/>
                </a:lnTo>
                <a:lnTo>
                  <a:pt x="200" y="71"/>
                </a:lnTo>
                <a:lnTo>
                  <a:pt x="203" y="68"/>
                </a:lnTo>
                <a:lnTo>
                  <a:pt x="205" y="64"/>
                </a:lnTo>
                <a:lnTo>
                  <a:pt x="205" y="61"/>
                </a:lnTo>
                <a:lnTo>
                  <a:pt x="206" y="59"/>
                </a:lnTo>
                <a:lnTo>
                  <a:pt x="207" y="56"/>
                </a:lnTo>
                <a:lnTo>
                  <a:pt x="207" y="53"/>
                </a:lnTo>
                <a:lnTo>
                  <a:pt x="203" y="49"/>
                </a:lnTo>
                <a:lnTo>
                  <a:pt x="200" y="44"/>
                </a:lnTo>
                <a:lnTo>
                  <a:pt x="192" y="45"/>
                </a:lnTo>
                <a:lnTo>
                  <a:pt x="183" y="46"/>
                </a:lnTo>
                <a:lnTo>
                  <a:pt x="175" y="46"/>
                </a:lnTo>
                <a:lnTo>
                  <a:pt x="167" y="47"/>
                </a:lnTo>
                <a:lnTo>
                  <a:pt x="167" y="50"/>
                </a:lnTo>
                <a:lnTo>
                  <a:pt x="165" y="52"/>
                </a:lnTo>
                <a:lnTo>
                  <a:pt x="163" y="54"/>
                </a:lnTo>
                <a:lnTo>
                  <a:pt x="163" y="56"/>
                </a:lnTo>
                <a:lnTo>
                  <a:pt x="161" y="56"/>
                </a:lnTo>
                <a:lnTo>
                  <a:pt x="159" y="57"/>
                </a:lnTo>
                <a:lnTo>
                  <a:pt x="159" y="58"/>
                </a:lnTo>
                <a:lnTo>
                  <a:pt x="157" y="58"/>
                </a:lnTo>
                <a:lnTo>
                  <a:pt x="154" y="59"/>
                </a:lnTo>
                <a:lnTo>
                  <a:pt x="150" y="60"/>
                </a:lnTo>
                <a:lnTo>
                  <a:pt x="148" y="60"/>
                </a:lnTo>
                <a:lnTo>
                  <a:pt x="146" y="60"/>
                </a:lnTo>
                <a:lnTo>
                  <a:pt x="144" y="62"/>
                </a:lnTo>
                <a:lnTo>
                  <a:pt x="142" y="63"/>
                </a:lnTo>
                <a:lnTo>
                  <a:pt x="139" y="65"/>
                </a:lnTo>
                <a:lnTo>
                  <a:pt x="136" y="67"/>
                </a:lnTo>
                <a:lnTo>
                  <a:pt x="134" y="69"/>
                </a:lnTo>
                <a:lnTo>
                  <a:pt x="131" y="72"/>
                </a:lnTo>
                <a:lnTo>
                  <a:pt x="126" y="77"/>
                </a:lnTo>
                <a:lnTo>
                  <a:pt x="121" y="82"/>
                </a:lnTo>
                <a:lnTo>
                  <a:pt x="118" y="82"/>
                </a:lnTo>
                <a:lnTo>
                  <a:pt x="116" y="82"/>
                </a:lnTo>
                <a:lnTo>
                  <a:pt x="106" y="88"/>
                </a:lnTo>
                <a:lnTo>
                  <a:pt x="94" y="96"/>
                </a:lnTo>
                <a:lnTo>
                  <a:pt x="89" y="100"/>
                </a:lnTo>
                <a:lnTo>
                  <a:pt x="82" y="104"/>
                </a:lnTo>
                <a:lnTo>
                  <a:pt x="78" y="108"/>
                </a:lnTo>
                <a:lnTo>
                  <a:pt x="73" y="112"/>
                </a:lnTo>
                <a:lnTo>
                  <a:pt x="67" y="118"/>
                </a:lnTo>
                <a:lnTo>
                  <a:pt x="61" y="124"/>
                </a:lnTo>
                <a:lnTo>
                  <a:pt x="57" y="128"/>
                </a:lnTo>
                <a:lnTo>
                  <a:pt x="53" y="131"/>
                </a:lnTo>
                <a:lnTo>
                  <a:pt x="51" y="132"/>
                </a:lnTo>
                <a:lnTo>
                  <a:pt x="50" y="132"/>
                </a:lnTo>
                <a:lnTo>
                  <a:pt x="48" y="132"/>
                </a:lnTo>
                <a:lnTo>
                  <a:pt x="46" y="132"/>
                </a:lnTo>
                <a:lnTo>
                  <a:pt x="46" y="136"/>
                </a:lnTo>
                <a:lnTo>
                  <a:pt x="45" y="138"/>
                </a:lnTo>
                <a:lnTo>
                  <a:pt x="44" y="140"/>
                </a:lnTo>
                <a:lnTo>
                  <a:pt x="42" y="142"/>
                </a:lnTo>
                <a:lnTo>
                  <a:pt x="41" y="145"/>
                </a:lnTo>
                <a:lnTo>
                  <a:pt x="40" y="148"/>
                </a:lnTo>
                <a:lnTo>
                  <a:pt x="39" y="151"/>
                </a:lnTo>
                <a:lnTo>
                  <a:pt x="39" y="154"/>
                </a:lnTo>
                <a:lnTo>
                  <a:pt x="39" y="159"/>
                </a:lnTo>
                <a:lnTo>
                  <a:pt x="38" y="168"/>
                </a:lnTo>
                <a:lnTo>
                  <a:pt x="38" y="180"/>
                </a:lnTo>
                <a:lnTo>
                  <a:pt x="38" y="192"/>
                </a:lnTo>
                <a:lnTo>
                  <a:pt x="36" y="205"/>
                </a:lnTo>
                <a:lnTo>
                  <a:pt x="34" y="216"/>
                </a:lnTo>
                <a:lnTo>
                  <a:pt x="34" y="221"/>
                </a:lnTo>
                <a:lnTo>
                  <a:pt x="33" y="225"/>
                </a:lnTo>
                <a:lnTo>
                  <a:pt x="31" y="229"/>
                </a:lnTo>
                <a:lnTo>
                  <a:pt x="30" y="230"/>
                </a:lnTo>
                <a:lnTo>
                  <a:pt x="27" y="230"/>
                </a:lnTo>
                <a:lnTo>
                  <a:pt x="25" y="230"/>
                </a:lnTo>
                <a:lnTo>
                  <a:pt x="22" y="230"/>
                </a:lnTo>
                <a:lnTo>
                  <a:pt x="18" y="230"/>
                </a:lnTo>
                <a:lnTo>
                  <a:pt x="18" y="229"/>
                </a:lnTo>
                <a:lnTo>
                  <a:pt x="17" y="227"/>
                </a:lnTo>
                <a:lnTo>
                  <a:pt x="16" y="225"/>
                </a:lnTo>
                <a:lnTo>
                  <a:pt x="14" y="224"/>
                </a:lnTo>
                <a:lnTo>
                  <a:pt x="12" y="223"/>
                </a:lnTo>
                <a:lnTo>
                  <a:pt x="9" y="221"/>
                </a:lnTo>
                <a:lnTo>
                  <a:pt x="9" y="214"/>
                </a:lnTo>
                <a:lnTo>
                  <a:pt x="9" y="208"/>
                </a:lnTo>
                <a:lnTo>
                  <a:pt x="9" y="200"/>
                </a:lnTo>
                <a:lnTo>
                  <a:pt x="9" y="194"/>
                </a:lnTo>
                <a:lnTo>
                  <a:pt x="9" y="188"/>
                </a:lnTo>
                <a:lnTo>
                  <a:pt x="9" y="180"/>
                </a:lnTo>
                <a:lnTo>
                  <a:pt x="9" y="174"/>
                </a:lnTo>
                <a:lnTo>
                  <a:pt x="9" y="168"/>
                </a:lnTo>
                <a:lnTo>
                  <a:pt x="9" y="167"/>
                </a:lnTo>
                <a:lnTo>
                  <a:pt x="8" y="165"/>
                </a:lnTo>
                <a:lnTo>
                  <a:pt x="7" y="164"/>
                </a:lnTo>
                <a:lnTo>
                  <a:pt x="7" y="163"/>
                </a:lnTo>
                <a:lnTo>
                  <a:pt x="7" y="160"/>
                </a:lnTo>
                <a:lnTo>
                  <a:pt x="7" y="156"/>
                </a:lnTo>
                <a:lnTo>
                  <a:pt x="8" y="152"/>
                </a:lnTo>
                <a:lnTo>
                  <a:pt x="8" y="148"/>
                </a:lnTo>
                <a:lnTo>
                  <a:pt x="8" y="145"/>
                </a:lnTo>
                <a:lnTo>
                  <a:pt x="7" y="141"/>
                </a:lnTo>
                <a:lnTo>
                  <a:pt x="4" y="136"/>
                </a:lnTo>
                <a:lnTo>
                  <a:pt x="1" y="127"/>
                </a:lnTo>
                <a:lnTo>
                  <a:pt x="1" y="125"/>
                </a:lnTo>
                <a:lnTo>
                  <a:pt x="0" y="123"/>
                </a:lnTo>
                <a:lnTo>
                  <a:pt x="0" y="121"/>
                </a:lnTo>
                <a:lnTo>
                  <a:pt x="0" y="119"/>
                </a:lnTo>
                <a:lnTo>
                  <a:pt x="1" y="117"/>
                </a:lnTo>
                <a:lnTo>
                  <a:pt x="1" y="116"/>
                </a:lnTo>
                <a:lnTo>
                  <a:pt x="2" y="114"/>
                </a:lnTo>
                <a:lnTo>
                  <a:pt x="4" y="113"/>
                </a:lnTo>
                <a:lnTo>
                  <a:pt x="6" y="112"/>
                </a:lnTo>
                <a:lnTo>
                  <a:pt x="8" y="112"/>
                </a:lnTo>
                <a:lnTo>
                  <a:pt x="10" y="112"/>
                </a:lnTo>
                <a:lnTo>
                  <a:pt x="11" y="112"/>
                </a:lnTo>
                <a:lnTo>
                  <a:pt x="14" y="114"/>
                </a:lnTo>
                <a:lnTo>
                  <a:pt x="18" y="116"/>
                </a:lnTo>
                <a:lnTo>
                  <a:pt x="23" y="120"/>
                </a:lnTo>
                <a:lnTo>
                  <a:pt x="28" y="123"/>
                </a:lnTo>
                <a:lnTo>
                  <a:pt x="31" y="123"/>
                </a:lnTo>
                <a:lnTo>
                  <a:pt x="35" y="123"/>
                </a:lnTo>
                <a:lnTo>
                  <a:pt x="38" y="123"/>
                </a:lnTo>
                <a:lnTo>
                  <a:pt x="42" y="123"/>
                </a:lnTo>
                <a:lnTo>
                  <a:pt x="43" y="121"/>
                </a:lnTo>
                <a:lnTo>
                  <a:pt x="45" y="120"/>
                </a:lnTo>
                <a:lnTo>
                  <a:pt x="46" y="119"/>
                </a:lnTo>
                <a:lnTo>
                  <a:pt x="48" y="117"/>
                </a:lnTo>
                <a:lnTo>
                  <a:pt x="51" y="116"/>
                </a:lnTo>
                <a:lnTo>
                  <a:pt x="56" y="113"/>
                </a:lnTo>
                <a:lnTo>
                  <a:pt x="58" y="112"/>
                </a:lnTo>
                <a:lnTo>
                  <a:pt x="59" y="110"/>
                </a:lnTo>
                <a:lnTo>
                  <a:pt x="61" y="108"/>
                </a:lnTo>
                <a:lnTo>
                  <a:pt x="62" y="106"/>
                </a:lnTo>
                <a:lnTo>
                  <a:pt x="66" y="102"/>
                </a:lnTo>
                <a:lnTo>
                  <a:pt x="70" y="99"/>
                </a:lnTo>
                <a:lnTo>
                  <a:pt x="74" y="97"/>
                </a:lnTo>
                <a:lnTo>
                  <a:pt x="79" y="96"/>
                </a:lnTo>
                <a:lnTo>
                  <a:pt x="84" y="92"/>
                </a:lnTo>
                <a:lnTo>
                  <a:pt x="89" y="87"/>
                </a:lnTo>
                <a:lnTo>
                  <a:pt x="94" y="83"/>
                </a:lnTo>
                <a:lnTo>
                  <a:pt x="99" y="79"/>
                </a:lnTo>
                <a:lnTo>
                  <a:pt x="102" y="78"/>
                </a:lnTo>
                <a:lnTo>
                  <a:pt x="103" y="76"/>
                </a:lnTo>
                <a:lnTo>
                  <a:pt x="106" y="76"/>
                </a:lnTo>
                <a:lnTo>
                  <a:pt x="108" y="76"/>
                </a:lnTo>
                <a:lnTo>
                  <a:pt x="110" y="75"/>
                </a:lnTo>
                <a:lnTo>
                  <a:pt x="112" y="75"/>
                </a:lnTo>
                <a:lnTo>
                  <a:pt x="114" y="73"/>
                </a:lnTo>
                <a:lnTo>
                  <a:pt x="116" y="72"/>
                </a:lnTo>
                <a:lnTo>
                  <a:pt x="121" y="68"/>
                </a:lnTo>
                <a:lnTo>
                  <a:pt x="126" y="63"/>
                </a:lnTo>
                <a:lnTo>
                  <a:pt x="129" y="60"/>
                </a:lnTo>
                <a:lnTo>
                  <a:pt x="131" y="58"/>
                </a:lnTo>
                <a:lnTo>
                  <a:pt x="134" y="58"/>
                </a:lnTo>
                <a:lnTo>
                  <a:pt x="135" y="57"/>
                </a:lnTo>
                <a:lnTo>
                  <a:pt x="137" y="56"/>
                </a:lnTo>
                <a:lnTo>
                  <a:pt x="139" y="5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80" name="îşļïḑe">
            <a:extLst>
              <a:ext uri="{FF2B5EF4-FFF2-40B4-BE49-F238E27FC236}">
                <a16:creationId xmlns:a16="http://schemas.microsoft.com/office/drawing/2014/main" id="{2A99CAAE-8DBC-4C27-A25B-2CB71B69C3C1}"/>
              </a:ext>
            </a:extLst>
          </p:cNvPr>
          <p:cNvSpPr>
            <a:spLocks noGrp="1"/>
          </p:cNvSpPr>
          <p:nvPr/>
        </p:nvSpPr>
        <p:spPr>
          <a:xfrm>
            <a:off x="2008080" y="629640"/>
            <a:ext cx="60480" cy="165600"/>
          </a:xfrm>
          <a:custGeom>
            <a:avLst/>
            <a:gdLst>
              <a:gd name="textAreaLeft" fmla="*/ 0 w 60480"/>
              <a:gd name="textAreaRight" fmla="*/ 60840 w 60480"/>
              <a:gd name="textAreaTop" fmla="*/ 0 h 165600"/>
              <a:gd name="textAreaBottom" fmla="*/ 165960 h 165600"/>
              <a:gd name="GluePoint1X" fmla="*/ 127 w 139"/>
              <a:gd name="GluePoint1Y" fmla="*/ 2 h 380"/>
              <a:gd name="GluePoint2X" fmla="*/ 135 w 139"/>
              <a:gd name="GluePoint2Y" fmla="*/ 15 h 380"/>
              <a:gd name="GluePoint3X" fmla="*/ 135 w 139"/>
              <a:gd name="GluePoint3Y" fmla="*/ 22 h 380"/>
              <a:gd name="GluePoint4X" fmla="*/ 123 w 139"/>
              <a:gd name="GluePoint4Y" fmla="*/ 50 h 380"/>
              <a:gd name="GluePoint5X" fmla="*/ 113 w 139"/>
              <a:gd name="GluePoint5Y" fmla="*/ 73 h 380"/>
              <a:gd name="GluePoint6X" fmla="*/ 107 w 139"/>
              <a:gd name="GluePoint6Y" fmla="*/ 106 h 380"/>
              <a:gd name="GluePoint7X" fmla="*/ 101 w 139"/>
              <a:gd name="GluePoint7Y" fmla="*/ 145 h 380"/>
              <a:gd name="GluePoint8X" fmla="*/ 103 w 139"/>
              <a:gd name="GluePoint8Y" fmla="*/ 178 h 380"/>
              <a:gd name="GluePoint9X" fmla="*/ 110 w 139"/>
              <a:gd name="GluePoint9Y" fmla="*/ 184 h 380"/>
              <a:gd name="GluePoint10X" fmla="*/ 117 w 139"/>
              <a:gd name="GluePoint10Y" fmla="*/ 196 h 380"/>
              <a:gd name="GluePoint11X" fmla="*/ 127 w 139"/>
              <a:gd name="GluePoint11Y" fmla="*/ 198 h 380"/>
              <a:gd name="GluePoint12X" fmla="*/ 133 w 139"/>
              <a:gd name="GluePoint12Y" fmla="*/ 194 h 380"/>
              <a:gd name="GluePoint13X" fmla="*/ 139 w 139"/>
              <a:gd name="GluePoint13Y" fmla="*/ 199 h 380"/>
              <a:gd name="GluePoint14X" fmla="*/ 135 w 139"/>
              <a:gd name="GluePoint14Y" fmla="*/ 216 h 380"/>
              <a:gd name="GluePoint15X" fmla="*/ 127 w 139"/>
              <a:gd name="GluePoint15Y" fmla="*/ 240 h 380"/>
              <a:gd name="GluePoint16X" fmla="*/ 119 w 139"/>
              <a:gd name="GluePoint16Y" fmla="*/ 255 h 380"/>
              <a:gd name="GluePoint17X" fmla="*/ 119 w 139"/>
              <a:gd name="GluePoint17Y" fmla="*/ 260 h 380"/>
              <a:gd name="GluePoint18X" fmla="*/ 108 w 139"/>
              <a:gd name="GluePoint18Y" fmla="*/ 268 h 380"/>
              <a:gd name="GluePoint19X" fmla="*/ 104 w 139"/>
              <a:gd name="GluePoint19Y" fmla="*/ 279 h 380"/>
              <a:gd name="GluePoint20X" fmla="*/ 98 w 139"/>
              <a:gd name="GluePoint20Y" fmla="*/ 290 h 380"/>
              <a:gd name="GluePoint21X" fmla="*/ 93 w 139"/>
              <a:gd name="GluePoint21Y" fmla="*/ 300 h 380"/>
              <a:gd name="GluePoint22X" fmla="*/ 92 w 139"/>
              <a:gd name="GluePoint22Y" fmla="*/ 311 h 380"/>
              <a:gd name="GluePoint23X" fmla="*/ 81 w 139"/>
              <a:gd name="GluePoint23Y" fmla="*/ 332 h 380"/>
              <a:gd name="GluePoint24X" fmla="*/ 79 w 139"/>
              <a:gd name="GluePoint24Y" fmla="*/ 341 h 380"/>
              <a:gd name="GluePoint25X" fmla="*/ 77 w 139"/>
              <a:gd name="GluePoint25Y" fmla="*/ 352 h 380"/>
              <a:gd name="GluePoint26X" fmla="*/ 72 w 139"/>
              <a:gd name="GluePoint26Y" fmla="*/ 360 h 380"/>
              <a:gd name="GluePoint27X" fmla="*/ 63 w 139"/>
              <a:gd name="GluePoint27Y" fmla="*/ 370 h 380"/>
              <a:gd name="GluePoint28X" fmla="*/ 52 w 139"/>
              <a:gd name="GluePoint28Y" fmla="*/ 376 h 380"/>
              <a:gd name="GluePoint29X" fmla="*/ 39 w 139"/>
              <a:gd name="GluePoint29Y" fmla="*/ 380 h 380"/>
              <a:gd name="GluePoint30X" fmla="*/ 15 w 139"/>
              <a:gd name="GluePoint30Y" fmla="*/ 376 h 380"/>
              <a:gd name="GluePoint31X" fmla="*/ 7 w 139"/>
              <a:gd name="GluePoint31Y" fmla="*/ 365 h 380"/>
              <a:gd name="GluePoint32X" fmla="*/ 7 w 139"/>
              <a:gd name="GluePoint32Y" fmla="*/ 356 h 380"/>
              <a:gd name="GluePoint33X" fmla="*/ 14 w 139"/>
              <a:gd name="GluePoint33Y" fmla="*/ 344 h 380"/>
              <a:gd name="GluePoint34X" fmla="*/ 19 w 139"/>
              <a:gd name="GluePoint34Y" fmla="*/ 330 h 380"/>
              <a:gd name="GluePoint35X" fmla="*/ 25 w 139"/>
              <a:gd name="GluePoint35Y" fmla="*/ 319 h 380"/>
              <a:gd name="GluePoint36X" fmla="*/ 47 w 139"/>
              <a:gd name="GluePoint36Y" fmla="*/ 280 h 380"/>
              <a:gd name="GluePoint37X" fmla="*/ 56 w 139"/>
              <a:gd name="GluePoint37Y" fmla="*/ 256 h 380"/>
              <a:gd name="GluePoint38X" fmla="*/ 43 w 139"/>
              <a:gd name="GluePoint38Y" fmla="*/ 248 h 380"/>
              <a:gd name="GluePoint39X" fmla="*/ 31 w 139"/>
              <a:gd name="GluePoint39Y" fmla="*/ 247 h 380"/>
              <a:gd name="GluePoint40X" fmla="*/ 19 w 139"/>
              <a:gd name="GluePoint40Y" fmla="*/ 251 h 380"/>
              <a:gd name="GluePoint41X" fmla="*/ 6 w 139"/>
              <a:gd name="GluePoint41Y" fmla="*/ 247 h 380"/>
              <a:gd name="GluePoint42X" fmla="*/ 0 w 139"/>
              <a:gd name="GluePoint42Y" fmla="*/ 239 h 380"/>
              <a:gd name="GluePoint43X" fmla="*/ 11 w 139"/>
              <a:gd name="GluePoint43Y" fmla="*/ 225 h 380"/>
              <a:gd name="GluePoint44X" fmla="*/ 38 w 139"/>
              <a:gd name="GluePoint44Y" fmla="*/ 208 h 380"/>
              <a:gd name="GluePoint45X" fmla="*/ 55 w 139"/>
              <a:gd name="GluePoint45Y" fmla="*/ 196 h 380"/>
              <a:gd name="GluePoint46X" fmla="*/ 67 w 139"/>
              <a:gd name="GluePoint46Y" fmla="*/ 183 h 380"/>
              <a:gd name="GluePoint47X" fmla="*/ 67 w 139"/>
              <a:gd name="GluePoint47Y" fmla="*/ 167 h 380"/>
              <a:gd name="GluePoint48X" fmla="*/ 66 w 139"/>
              <a:gd name="GluePoint48Y" fmla="*/ 140 h 380"/>
              <a:gd name="GluePoint49X" fmla="*/ 69 w 139"/>
              <a:gd name="GluePoint49Y" fmla="*/ 124 h 380"/>
              <a:gd name="GluePoint50X" fmla="*/ 71 w 139"/>
              <a:gd name="GluePoint50Y" fmla="*/ 97 h 380"/>
              <a:gd name="GluePoint51X" fmla="*/ 71 w 139"/>
              <a:gd name="GluePoint51Y" fmla="*/ 85 h 380"/>
              <a:gd name="GluePoint52X" fmla="*/ 68 w 139"/>
              <a:gd name="GluePoint52Y" fmla="*/ 81 h 380"/>
              <a:gd name="GluePoint53X" fmla="*/ 56 w 139"/>
              <a:gd name="GluePoint53Y" fmla="*/ 79 h 380"/>
              <a:gd name="GluePoint54X" fmla="*/ 39 w 139"/>
              <a:gd name="GluePoint54Y" fmla="*/ 83 h 380"/>
              <a:gd name="GluePoint55X" fmla="*/ 24 w 139"/>
              <a:gd name="GluePoint55Y" fmla="*/ 83 h 380"/>
              <a:gd name="GluePoint56X" fmla="*/ 11 w 139"/>
              <a:gd name="GluePoint56Y" fmla="*/ 79 h 380"/>
              <a:gd name="GluePoint57X" fmla="*/ 1 w 139"/>
              <a:gd name="GluePoint57Y" fmla="*/ 70 h 380"/>
              <a:gd name="GluePoint58X" fmla="*/ 10 w 139"/>
              <a:gd name="GluePoint58Y" fmla="*/ 59 h 380"/>
              <a:gd name="GluePoint59X" fmla="*/ 36 w 139"/>
              <a:gd name="GluePoint59Y" fmla="*/ 46 h 380"/>
              <a:gd name="GluePoint60X" fmla="*/ 55 w 139"/>
              <a:gd name="GluePoint60Y" fmla="*/ 37 h 380"/>
              <a:gd name="GluePoint61X" fmla="*/ 68 w 139"/>
              <a:gd name="GluePoint61Y" fmla="*/ 25 h 380"/>
              <a:gd name="GluePoint62X" fmla="*/ 85 w 139"/>
              <a:gd name="GluePoint62Y" fmla="*/ 16 h 380"/>
              <a:gd name="GluePoint63X" fmla="*/ 111 w 139"/>
              <a:gd name="GluePoint63Y" fmla="*/ 5 h 380"/>
            </a:gdLst>
            <a:ahLst/>
            <a:cxnLst/>
            <a:rect l="textAreaLeft" t="textAreaTop" r="textAreaRight" b="textAreaBottom"/>
            <a:pathLst>
              <a:path w="139" h="380">
                <a:moveTo>
                  <a:pt x="117" y="0"/>
                </a:moveTo>
                <a:lnTo>
                  <a:pt x="121" y="0"/>
                </a:lnTo>
                <a:lnTo>
                  <a:pt x="124" y="1"/>
                </a:lnTo>
                <a:lnTo>
                  <a:pt x="127" y="2"/>
                </a:lnTo>
                <a:lnTo>
                  <a:pt x="131" y="3"/>
                </a:lnTo>
                <a:lnTo>
                  <a:pt x="132" y="7"/>
                </a:lnTo>
                <a:lnTo>
                  <a:pt x="135" y="11"/>
                </a:lnTo>
                <a:lnTo>
                  <a:pt x="135" y="15"/>
                </a:lnTo>
                <a:lnTo>
                  <a:pt x="135" y="17"/>
                </a:lnTo>
                <a:lnTo>
                  <a:pt x="135" y="19"/>
                </a:lnTo>
                <a:lnTo>
                  <a:pt x="135" y="20"/>
                </a:lnTo>
                <a:lnTo>
                  <a:pt x="135" y="22"/>
                </a:lnTo>
                <a:lnTo>
                  <a:pt x="135" y="23"/>
                </a:lnTo>
                <a:lnTo>
                  <a:pt x="131" y="34"/>
                </a:lnTo>
                <a:lnTo>
                  <a:pt x="125" y="44"/>
                </a:lnTo>
                <a:lnTo>
                  <a:pt x="123" y="50"/>
                </a:lnTo>
                <a:lnTo>
                  <a:pt x="120" y="55"/>
                </a:lnTo>
                <a:lnTo>
                  <a:pt x="117" y="60"/>
                </a:lnTo>
                <a:lnTo>
                  <a:pt x="114" y="65"/>
                </a:lnTo>
                <a:lnTo>
                  <a:pt x="113" y="73"/>
                </a:lnTo>
                <a:lnTo>
                  <a:pt x="111" y="81"/>
                </a:lnTo>
                <a:lnTo>
                  <a:pt x="111" y="89"/>
                </a:lnTo>
                <a:lnTo>
                  <a:pt x="110" y="97"/>
                </a:lnTo>
                <a:lnTo>
                  <a:pt x="107" y="106"/>
                </a:lnTo>
                <a:lnTo>
                  <a:pt x="105" y="115"/>
                </a:lnTo>
                <a:lnTo>
                  <a:pt x="103" y="125"/>
                </a:lnTo>
                <a:lnTo>
                  <a:pt x="102" y="135"/>
                </a:lnTo>
                <a:lnTo>
                  <a:pt x="101" y="145"/>
                </a:lnTo>
                <a:lnTo>
                  <a:pt x="100" y="156"/>
                </a:lnTo>
                <a:lnTo>
                  <a:pt x="100" y="166"/>
                </a:lnTo>
                <a:lnTo>
                  <a:pt x="100" y="176"/>
                </a:lnTo>
                <a:lnTo>
                  <a:pt x="103" y="178"/>
                </a:lnTo>
                <a:lnTo>
                  <a:pt x="104" y="179"/>
                </a:lnTo>
                <a:lnTo>
                  <a:pt x="106" y="180"/>
                </a:lnTo>
                <a:lnTo>
                  <a:pt x="107" y="181"/>
                </a:lnTo>
                <a:lnTo>
                  <a:pt x="110" y="184"/>
                </a:lnTo>
                <a:lnTo>
                  <a:pt x="111" y="187"/>
                </a:lnTo>
                <a:lnTo>
                  <a:pt x="113" y="190"/>
                </a:lnTo>
                <a:lnTo>
                  <a:pt x="115" y="193"/>
                </a:lnTo>
                <a:lnTo>
                  <a:pt x="117" y="196"/>
                </a:lnTo>
                <a:lnTo>
                  <a:pt x="119" y="200"/>
                </a:lnTo>
                <a:lnTo>
                  <a:pt x="123" y="200"/>
                </a:lnTo>
                <a:lnTo>
                  <a:pt x="125" y="199"/>
                </a:lnTo>
                <a:lnTo>
                  <a:pt x="127" y="198"/>
                </a:lnTo>
                <a:lnTo>
                  <a:pt x="128" y="197"/>
                </a:lnTo>
                <a:lnTo>
                  <a:pt x="130" y="196"/>
                </a:lnTo>
                <a:lnTo>
                  <a:pt x="131" y="195"/>
                </a:lnTo>
                <a:lnTo>
                  <a:pt x="133" y="194"/>
                </a:lnTo>
                <a:lnTo>
                  <a:pt x="135" y="193"/>
                </a:lnTo>
                <a:lnTo>
                  <a:pt x="138" y="195"/>
                </a:lnTo>
                <a:lnTo>
                  <a:pt x="139" y="196"/>
                </a:lnTo>
                <a:lnTo>
                  <a:pt x="139" y="199"/>
                </a:lnTo>
                <a:lnTo>
                  <a:pt x="139" y="202"/>
                </a:lnTo>
                <a:lnTo>
                  <a:pt x="139" y="205"/>
                </a:lnTo>
                <a:lnTo>
                  <a:pt x="138" y="208"/>
                </a:lnTo>
                <a:lnTo>
                  <a:pt x="135" y="216"/>
                </a:lnTo>
                <a:lnTo>
                  <a:pt x="134" y="222"/>
                </a:lnTo>
                <a:lnTo>
                  <a:pt x="131" y="228"/>
                </a:lnTo>
                <a:lnTo>
                  <a:pt x="128" y="235"/>
                </a:lnTo>
                <a:lnTo>
                  <a:pt x="127" y="240"/>
                </a:lnTo>
                <a:lnTo>
                  <a:pt x="124" y="244"/>
                </a:lnTo>
                <a:lnTo>
                  <a:pt x="123" y="247"/>
                </a:lnTo>
                <a:lnTo>
                  <a:pt x="120" y="252"/>
                </a:lnTo>
                <a:lnTo>
                  <a:pt x="119" y="255"/>
                </a:lnTo>
                <a:lnTo>
                  <a:pt x="119" y="257"/>
                </a:lnTo>
                <a:lnTo>
                  <a:pt x="119" y="258"/>
                </a:lnTo>
                <a:lnTo>
                  <a:pt x="119" y="259"/>
                </a:lnTo>
                <a:lnTo>
                  <a:pt x="119" y="260"/>
                </a:lnTo>
                <a:lnTo>
                  <a:pt x="119" y="260"/>
                </a:lnTo>
                <a:lnTo>
                  <a:pt x="115" y="263"/>
                </a:lnTo>
                <a:lnTo>
                  <a:pt x="111" y="265"/>
                </a:lnTo>
                <a:lnTo>
                  <a:pt x="108" y="268"/>
                </a:lnTo>
                <a:lnTo>
                  <a:pt x="105" y="271"/>
                </a:lnTo>
                <a:lnTo>
                  <a:pt x="105" y="274"/>
                </a:lnTo>
                <a:lnTo>
                  <a:pt x="104" y="276"/>
                </a:lnTo>
                <a:lnTo>
                  <a:pt x="104" y="279"/>
                </a:lnTo>
                <a:lnTo>
                  <a:pt x="104" y="281"/>
                </a:lnTo>
                <a:lnTo>
                  <a:pt x="103" y="284"/>
                </a:lnTo>
                <a:lnTo>
                  <a:pt x="100" y="287"/>
                </a:lnTo>
                <a:lnTo>
                  <a:pt x="98" y="290"/>
                </a:lnTo>
                <a:lnTo>
                  <a:pt x="95" y="292"/>
                </a:lnTo>
                <a:lnTo>
                  <a:pt x="95" y="295"/>
                </a:lnTo>
                <a:lnTo>
                  <a:pt x="94" y="297"/>
                </a:lnTo>
                <a:lnTo>
                  <a:pt x="93" y="300"/>
                </a:lnTo>
                <a:lnTo>
                  <a:pt x="93" y="303"/>
                </a:lnTo>
                <a:lnTo>
                  <a:pt x="93" y="305"/>
                </a:lnTo>
                <a:lnTo>
                  <a:pt x="93" y="308"/>
                </a:lnTo>
                <a:lnTo>
                  <a:pt x="92" y="311"/>
                </a:lnTo>
                <a:lnTo>
                  <a:pt x="91" y="313"/>
                </a:lnTo>
                <a:lnTo>
                  <a:pt x="87" y="322"/>
                </a:lnTo>
                <a:lnTo>
                  <a:pt x="82" y="329"/>
                </a:lnTo>
                <a:lnTo>
                  <a:pt x="81" y="332"/>
                </a:lnTo>
                <a:lnTo>
                  <a:pt x="80" y="334"/>
                </a:lnTo>
                <a:lnTo>
                  <a:pt x="80" y="336"/>
                </a:lnTo>
                <a:lnTo>
                  <a:pt x="79" y="338"/>
                </a:lnTo>
                <a:lnTo>
                  <a:pt x="79" y="341"/>
                </a:lnTo>
                <a:lnTo>
                  <a:pt x="79" y="344"/>
                </a:lnTo>
                <a:lnTo>
                  <a:pt x="79" y="348"/>
                </a:lnTo>
                <a:lnTo>
                  <a:pt x="79" y="352"/>
                </a:lnTo>
                <a:lnTo>
                  <a:pt x="77" y="352"/>
                </a:lnTo>
                <a:lnTo>
                  <a:pt x="75" y="354"/>
                </a:lnTo>
                <a:lnTo>
                  <a:pt x="75" y="355"/>
                </a:lnTo>
                <a:lnTo>
                  <a:pt x="74" y="356"/>
                </a:lnTo>
                <a:lnTo>
                  <a:pt x="72" y="360"/>
                </a:lnTo>
                <a:lnTo>
                  <a:pt x="70" y="363"/>
                </a:lnTo>
                <a:lnTo>
                  <a:pt x="68" y="365"/>
                </a:lnTo>
                <a:lnTo>
                  <a:pt x="66" y="368"/>
                </a:lnTo>
                <a:lnTo>
                  <a:pt x="63" y="370"/>
                </a:lnTo>
                <a:lnTo>
                  <a:pt x="61" y="372"/>
                </a:lnTo>
                <a:lnTo>
                  <a:pt x="58" y="373"/>
                </a:lnTo>
                <a:lnTo>
                  <a:pt x="55" y="375"/>
                </a:lnTo>
                <a:lnTo>
                  <a:pt x="52" y="376"/>
                </a:lnTo>
                <a:lnTo>
                  <a:pt x="49" y="377"/>
                </a:lnTo>
                <a:lnTo>
                  <a:pt x="46" y="378"/>
                </a:lnTo>
                <a:lnTo>
                  <a:pt x="43" y="379"/>
                </a:lnTo>
                <a:lnTo>
                  <a:pt x="39" y="380"/>
                </a:lnTo>
                <a:lnTo>
                  <a:pt x="35" y="380"/>
                </a:lnTo>
                <a:lnTo>
                  <a:pt x="27" y="380"/>
                </a:lnTo>
                <a:lnTo>
                  <a:pt x="17" y="380"/>
                </a:lnTo>
                <a:lnTo>
                  <a:pt x="15" y="376"/>
                </a:lnTo>
                <a:lnTo>
                  <a:pt x="11" y="372"/>
                </a:lnTo>
                <a:lnTo>
                  <a:pt x="10" y="370"/>
                </a:lnTo>
                <a:lnTo>
                  <a:pt x="8" y="368"/>
                </a:lnTo>
                <a:lnTo>
                  <a:pt x="7" y="365"/>
                </a:lnTo>
                <a:lnTo>
                  <a:pt x="7" y="362"/>
                </a:lnTo>
                <a:lnTo>
                  <a:pt x="7" y="360"/>
                </a:lnTo>
                <a:lnTo>
                  <a:pt x="7" y="359"/>
                </a:lnTo>
                <a:lnTo>
                  <a:pt x="7" y="356"/>
                </a:lnTo>
                <a:lnTo>
                  <a:pt x="7" y="355"/>
                </a:lnTo>
                <a:lnTo>
                  <a:pt x="8" y="352"/>
                </a:lnTo>
                <a:lnTo>
                  <a:pt x="10" y="348"/>
                </a:lnTo>
                <a:lnTo>
                  <a:pt x="14" y="344"/>
                </a:lnTo>
                <a:lnTo>
                  <a:pt x="17" y="339"/>
                </a:lnTo>
                <a:lnTo>
                  <a:pt x="19" y="336"/>
                </a:lnTo>
                <a:lnTo>
                  <a:pt x="19" y="332"/>
                </a:lnTo>
                <a:lnTo>
                  <a:pt x="19" y="330"/>
                </a:lnTo>
                <a:lnTo>
                  <a:pt x="19" y="328"/>
                </a:lnTo>
                <a:lnTo>
                  <a:pt x="20" y="327"/>
                </a:lnTo>
                <a:lnTo>
                  <a:pt x="21" y="325"/>
                </a:lnTo>
                <a:lnTo>
                  <a:pt x="25" y="319"/>
                </a:lnTo>
                <a:lnTo>
                  <a:pt x="31" y="310"/>
                </a:lnTo>
                <a:lnTo>
                  <a:pt x="36" y="300"/>
                </a:lnTo>
                <a:lnTo>
                  <a:pt x="42" y="290"/>
                </a:lnTo>
                <a:lnTo>
                  <a:pt x="47" y="280"/>
                </a:lnTo>
                <a:lnTo>
                  <a:pt x="52" y="269"/>
                </a:lnTo>
                <a:lnTo>
                  <a:pt x="54" y="265"/>
                </a:lnTo>
                <a:lnTo>
                  <a:pt x="55" y="260"/>
                </a:lnTo>
                <a:lnTo>
                  <a:pt x="56" y="256"/>
                </a:lnTo>
                <a:lnTo>
                  <a:pt x="56" y="253"/>
                </a:lnTo>
                <a:lnTo>
                  <a:pt x="51" y="251"/>
                </a:lnTo>
                <a:lnTo>
                  <a:pt x="45" y="248"/>
                </a:lnTo>
                <a:lnTo>
                  <a:pt x="43" y="248"/>
                </a:lnTo>
                <a:lnTo>
                  <a:pt x="39" y="247"/>
                </a:lnTo>
                <a:lnTo>
                  <a:pt x="36" y="246"/>
                </a:lnTo>
                <a:lnTo>
                  <a:pt x="34" y="246"/>
                </a:lnTo>
                <a:lnTo>
                  <a:pt x="31" y="247"/>
                </a:lnTo>
                <a:lnTo>
                  <a:pt x="28" y="248"/>
                </a:lnTo>
                <a:lnTo>
                  <a:pt x="26" y="249"/>
                </a:lnTo>
                <a:lnTo>
                  <a:pt x="23" y="250"/>
                </a:lnTo>
                <a:lnTo>
                  <a:pt x="19" y="251"/>
                </a:lnTo>
                <a:lnTo>
                  <a:pt x="15" y="251"/>
                </a:lnTo>
                <a:lnTo>
                  <a:pt x="11" y="251"/>
                </a:lnTo>
                <a:lnTo>
                  <a:pt x="7" y="251"/>
                </a:lnTo>
                <a:lnTo>
                  <a:pt x="6" y="247"/>
                </a:lnTo>
                <a:lnTo>
                  <a:pt x="3" y="244"/>
                </a:lnTo>
                <a:lnTo>
                  <a:pt x="3" y="243"/>
                </a:lnTo>
                <a:lnTo>
                  <a:pt x="1" y="241"/>
                </a:lnTo>
                <a:lnTo>
                  <a:pt x="0" y="239"/>
                </a:lnTo>
                <a:lnTo>
                  <a:pt x="0" y="236"/>
                </a:lnTo>
                <a:lnTo>
                  <a:pt x="3" y="232"/>
                </a:lnTo>
                <a:lnTo>
                  <a:pt x="7" y="228"/>
                </a:lnTo>
                <a:lnTo>
                  <a:pt x="11" y="225"/>
                </a:lnTo>
                <a:lnTo>
                  <a:pt x="15" y="222"/>
                </a:lnTo>
                <a:lnTo>
                  <a:pt x="23" y="216"/>
                </a:lnTo>
                <a:lnTo>
                  <a:pt x="33" y="211"/>
                </a:lnTo>
                <a:lnTo>
                  <a:pt x="38" y="208"/>
                </a:lnTo>
                <a:lnTo>
                  <a:pt x="43" y="206"/>
                </a:lnTo>
                <a:lnTo>
                  <a:pt x="47" y="203"/>
                </a:lnTo>
                <a:lnTo>
                  <a:pt x="51" y="200"/>
                </a:lnTo>
                <a:lnTo>
                  <a:pt x="55" y="196"/>
                </a:lnTo>
                <a:lnTo>
                  <a:pt x="59" y="193"/>
                </a:lnTo>
                <a:lnTo>
                  <a:pt x="62" y="189"/>
                </a:lnTo>
                <a:lnTo>
                  <a:pt x="65" y="185"/>
                </a:lnTo>
                <a:lnTo>
                  <a:pt x="67" y="183"/>
                </a:lnTo>
                <a:lnTo>
                  <a:pt x="67" y="180"/>
                </a:lnTo>
                <a:lnTo>
                  <a:pt x="67" y="176"/>
                </a:lnTo>
                <a:lnTo>
                  <a:pt x="68" y="174"/>
                </a:lnTo>
                <a:lnTo>
                  <a:pt x="67" y="167"/>
                </a:lnTo>
                <a:lnTo>
                  <a:pt x="67" y="159"/>
                </a:lnTo>
                <a:lnTo>
                  <a:pt x="67" y="152"/>
                </a:lnTo>
                <a:lnTo>
                  <a:pt x="66" y="143"/>
                </a:lnTo>
                <a:lnTo>
                  <a:pt x="66" y="140"/>
                </a:lnTo>
                <a:lnTo>
                  <a:pt x="67" y="136"/>
                </a:lnTo>
                <a:lnTo>
                  <a:pt x="67" y="131"/>
                </a:lnTo>
                <a:lnTo>
                  <a:pt x="68" y="128"/>
                </a:lnTo>
                <a:lnTo>
                  <a:pt x="69" y="124"/>
                </a:lnTo>
                <a:lnTo>
                  <a:pt x="69" y="119"/>
                </a:lnTo>
                <a:lnTo>
                  <a:pt x="70" y="111"/>
                </a:lnTo>
                <a:lnTo>
                  <a:pt x="71" y="104"/>
                </a:lnTo>
                <a:lnTo>
                  <a:pt x="71" y="97"/>
                </a:lnTo>
                <a:lnTo>
                  <a:pt x="71" y="91"/>
                </a:lnTo>
                <a:lnTo>
                  <a:pt x="71" y="88"/>
                </a:lnTo>
                <a:lnTo>
                  <a:pt x="71" y="87"/>
                </a:lnTo>
                <a:lnTo>
                  <a:pt x="71" y="85"/>
                </a:lnTo>
                <a:lnTo>
                  <a:pt x="70" y="84"/>
                </a:lnTo>
                <a:lnTo>
                  <a:pt x="70" y="83"/>
                </a:lnTo>
                <a:lnTo>
                  <a:pt x="69" y="82"/>
                </a:lnTo>
                <a:lnTo>
                  <a:pt x="68" y="81"/>
                </a:lnTo>
                <a:lnTo>
                  <a:pt x="67" y="80"/>
                </a:lnTo>
                <a:lnTo>
                  <a:pt x="65" y="79"/>
                </a:lnTo>
                <a:lnTo>
                  <a:pt x="63" y="79"/>
                </a:lnTo>
                <a:lnTo>
                  <a:pt x="56" y="79"/>
                </a:lnTo>
                <a:lnTo>
                  <a:pt x="50" y="79"/>
                </a:lnTo>
                <a:lnTo>
                  <a:pt x="47" y="80"/>
                </a:lnTo>
                <a:lnTo>
                  <a:pt x="43" y="82"/>
                </a:lnTo>
                <a:lnTo>
                  <a:pt x="39" y="83"/>
                </a:lnTo>
                <a:lnTo>
                  <a:pt x="36" y="83"/>
                </a:lnTo>
                <a:lnTo>
                  <a:pt x="32" y="83"/>
                </a:lnTo>
                <a:lnTo>
                  <a:pt x="28" y="83"/>
                </a:lnTo>
                <a:lnTo>
                  <a:pt x="24" y="83"/>
                </a:lnTo>
                <a:lnTo>
                  <a:pt x="21" y="83"/>
                </a:lnTo>
                <a:lnTo>
                  <a:pt x="17" y="82"/>
                </a:lnTo>
                <a:lnTo>
                  <a:pt x="14" y="80"/>
                </a:lnTo>
                <a:lnTo>
                  <a:pt x="11" y="79"/>
                </a:lnTo>
                <a:lnTo>
                  <a:pt x="8" y="77"/>
                </a:lnTo>
                <a:lnTo>
                  <a:pt x="5" y="75"/>
                </a:lnTo>
                <a:lnTo>
                  <a:pt x="3" y="72"/>
                </a:lnTo>
                <a:lnTo>
                  <a:pt x="1" y="70"/>
                </a:lnTo>
                <a:lnTo>
                  <a:pt x="0" y="67"/>
                </a:lnTo>
                <a:lnTo>
                  <a:pt x="3" y="63"/>
                </a:lnTo>
                <a:lnTo>
                  <a:pt x="7" y="61"/>
                </a:lnTo>
                <a:lnTo>
                  <a:pt x="10" y="59"/>
                </a:lnTo>
                <a:lnTo>
                  <a:pt x="14" y="57"/>
                </a:lnTo>
                <a:lnTo>
                  <a:pt x="21" y="53"/>
                </a:lnTo>
                <a:lnTo>
                  <a:pt x="28" y="49"/>
                </a:lnTo>
                <a:lnTo>
                  <a:pt x="36" y="46"/>
                </a:lnTo>
                <a:lnTo>
                  <a:pt x="44" y="43"/>
                </a:lnTo>
                <a:lnTo>
                  <a:pt x="47" y="41"/>
                </a:lnTo>
                <a:lnTo>
                  <a:pt x="51" y="39"/>
                </a:lnTo>
                <a:lnTo>
                  <a:pt x="55" y="37"/>
                </a:lnTo>
                <a:lnTo>
                  <a:pt x="59" y="35"/>
                </a:lnTo>
                <a:lnTo>
                  <a:pt x="62" y="31"/>
                </a:lnTo>
                <a:lnTo>
                  <a:pt x="66" y="27"/>
                </a:lnTo>
                <a:lnTo>
                  <a:pt x="68" y="25"/>
                </a:lnTo>
                <a:lnTo>
                  <a:pt x="71" y="23"/>
                </a:lnTo>
                <a:lnTo>
                  <a:pt x="72" y="22"/>
                </a:lnTo>
                <a:lnTo>
                  <a:pt x="75" y="20"/>
                </a:lnTo>
                <a:lnTo>
                  <a:pt x="85" y="16"/>
                </a:lnTo>
                <a:lnTo>
                  <a:pt x="97" y="11"/>
                </a:lnTo>
                <a:lnTo>
                  <a:pt x="103" y="9"/>
                </a:lnTo>
                <a:lnTo>
                  <a:pt x="108" y="6"/>
                </a:lnTo>
                <a:lnTo>
                  <a:pt x="111" y="5"/>
                </a:lnTo>
                <a:lnTo>
                  <a:pt x="113" y="3"/>
                </a:lnTo>
                <a:lnTo>
                  <a:pt x="115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81" name="isľiďe">
            <a:extLst>
              <a:ext uri="{FF2B5EF4-FFF2-40B4-BE49-F238E27FC236}">
                <a16:creationId xmlns:a16="http://schemas.microsoft.com/office/drawing/2014/main" id="{0AA8B40C-65B9-4A1C-A87D-BA6C2A564CC7}"/>
              </a:ext>
            </a:extLst>
          </p:cNvPr>
          <p:cNvSpPr>
            <a:spLocks noGrp="1"/>
          </p:cNvSpPr>
          <p:nvPr/>
        </p:nvSpPr>
        <p:spPr>
          <a:xfrm>
            <a:off x="2284560" y="647280"/>
            <a:ext cx="173880" cy="149760"/>
          </a:xfrm>
          <a:custGeom>
            <a:avLst/>
            <a:gdLst>
              <a:gd name="textAreaLeft" fmla="*/ 0 w 173880"/>
              <a:gd name="textAreaRight" fmla="*/ 174240 w 173880"/>
              <a:gd name="textAreaTop" fmla="*/ 0 h 149760"/>
              <a:gd name="textAreaBottom" fmla="*/ 150120 h 149760"/>
              <a:gd name="GluePoint1X" fmla="*/ 172 w 399"/>
              <a:gd name="GluePoint1Y" fmla="*/ 38 h 344"/>
              <a:gd name="GluePoint2X" fmla="*/ 170 w 399"/>
              <a:gd name="GluePoint2Y" fmla="*/ 19 h 344"/>
              <a:gd name="GluePoint3X" fmla="*/ 178 w 399"/>
              <a:gd name="GluePoint3Y" fmla="*/ 12 h 344"/>
              <a:gd name="GluePoint4X" fmla="*/ 192 w 399"/>
              <a:gd name="GluePoint4Y" fmla="*/ 15 h 344"/>
              <a:gd name="GluePoint5X" fmla="*/ 233 w 399"/>
              <a:gd name="GluePoint5Y" fmla="*/ 14 h 344"/>
              <a:gd name="GluePoint6X" fmla="*/ 286 w 399"/>
              <a:gd name="GluePoint6Y" fmla="*/ 4 h 344"/>
              <a:gd name="GluePoint7X" fmla="*/ 330 w 399"/>
              <a:gd name="GluePoint7Y" fmla="*/ 2 h 344"/>
              <a:gd name="GluePoint8X" fmla="*/ 351 w 399"/>
              <a:gd name="GluePoint8Y" fmla="*/ 2 h 344"/>
              <a:gd name="GluePoint9X" fmla="*/ 374 w 399"/>
              <a:gd name="GluePoint9Y" fmla="*/ 3 h 344"/>
              <a:gd name="GluePoint10X" fmla="*/ 394 w 399"/>
              <a:gd name="GluePoint10Y" fmla="*/ 20 h 344"/>
              <a:gd name="GluePoint11X" fmla="*/ 398 w 399"/>
              <a:gd name="GluePoint11Y" fmla="*/ 33 h 344"/>
              <a:gd name="GluePoint12X" fmla="*/ 394 w 399"/>
              <a:gd name="GluePoint12Y" fmla="*/ 49 h 344"/>
              <a:gd name="GluePoint13X" fmla="*/ 384 w 399"/>
              <a:gd name="GluePoint13Y" fmla="*/ 65 h 344"/>
              <a:gd name="GluePoint14X" fmla="*/ 363 w 399"/>
              <a:gd name="GluePoint14Y" fmla="*/ 87 h 344"/>
              <a:gd name="GluePoint15X" fmla="*/ 327 w 399"/>
              <a:gd name="GluePoint15Y" fmla="*/ 126 h 344"/>
              <a:gd name="GluePoint16X" fmla="*/ 304 w 399"/>
              <a:gd name="GluePoint16Y" fmla="*/ 146 h 344"/>
              <a:gd name="GluePoint17X" fmla="*/ 292 w 399"/>
              <a:gd name="GluePoint17Y" fmla="*/ 163 h 344"/>
              <a:gd name="GluePoint18X" fmla="*/ 278 w 399"/>
              <a:gd name="GluePoint18Y" fmla="*/ 178 h 344"/>
              <a:gd name="GluePoint19X" fmla="*/ 268 w 399"/>
              <a:gd name="GluePoint19Y" fmla="*/ 181 h 344"/>
              <a:gd name="GluePoint20X" fmla="*/ 263 w 399"/>
              <a:gd name="GluePoint20Y" fmla="*/ 199 h 344"/>
              <a:gd name="GluePoint21X" fmla="*/ 277 w 399"/>
              <a:gd name="GluePoint21Y" fmla="*/ 213 h 344"/>
              <a:gd name="GluePoint22X" fmla="*/ 310 w 399"/>
              <a:gd name="GluePoint22Y" fmla="*/ 203 h 344"/>
              <a:gd name="GluePoint23X" fmla="*/ 325 w 399"/>
              <a:gd name="GluePoint23Y" fmla="*/ 204 h 344"/>
              <a:gd name="GluePoint24X" fmla="*/ 334 w 399"/>
              <a:gd name="GluePoint24Y" fmla="*/ 211 h 344"/>
              <a:gd name="GluePoint25X" fmla="*/ 337 w 399"/>
              <a:gd name="GluePoint25Y" fmla="*/ 226 h 344"/>
              <a:gd name="GluePoint26X" fmla="*/ 324 w 399"/>
              <a:gd name="GluePoint26Y" fmla="*/ 241 h 344"/>
              <a:gd name="GluePoint27X" fmla="*/ 286 w 399"/>
              <a:gd name="GluePoint27Y" fmla="*/ 254 h 344"/>
              <a:gd name="GluePoint28X" fmla="*/ 252 w 399"/>
              <a:gd name="GluePoint28Y" fmla="*/ 258 h 344"/>
              <a:gd name="GluePoint29X" fmla="*/ 213 w 399"/>
              <a:gd name="GluePoint29Y" fmla="*/ 267 h 344"/>
              <a:gd name="GluePoint30X" fmla="*/ 191 w 399"/>
              <a:gd name="GluePoint30Y" fmla="*/ 282 h 344"/>
              <a:gd name="GluePoint31X" fmla="*/ 177 w 399"/>
              <a:gd name="GluePoint31Y" fmla="*/ 285 h 344"/>
              <a:gd name="GluePoint32X" fmla="*/ 144 w 399"/>
              <a:gd name="GluePoint32Y" fmla="*/ 305 h 344"/>
              <a:gd name="GluePoint33X" fmla="*/ 134 w 399"/>
              <a:gd name="GluePoint33Y" fmla="*/ 307 h 344"/>
              <a:gd name="GluePoint34X" fmla="*/ 118 w 399"/>
              <a:gd name="GluePoint34Y" fmla="*/ 321 h 344"/>
              <a:gd name="GluePoint35X" fmla="*/ 103 w 399"/>
              <a:gd name="GluePoint35Y" fmla="*/ 335 h 344"/>
              <a:gd name="GluePoint36X" fmla="*/ 77 w 399"/>
              <a:gd name="GluePoint36Y" fmla="*/ 343 h 344"/>
              <a:gd name="GluePoint37X" fmla="*/ 48 w 399"/>
              <a:gd name="GluePoint37Y" fmla="*/ 339 h 344"/>
              <a:gd name="GluePoint38X" fmla="*/ 39 w 399"/>
              <a:gd name="GluePoint38Y" fmla="*/ 331 h 344"/>
              <a:gd name="GluePoint39X" fmla="*/ 23 w 399"/>
              <a:gd name="GluePoint39Y" fmla="*/ 331 h 344"/>
              <a:gd name="GluePoint40X" fmla="*/ 0 w 399"/>
              <a:gd name="GluePoint40Y" fmla="*/ 303 h 344"/>
              <a:gd name="GluePoint41X" fmla="*/ 9 w 399"/>
              <a:gd name="GluePoint41Y" fmla="*/ 286 h 344"/>
              <a:gd name="GluePoint42X" fmla="*/ 27 w 399"/>
              <a:gd name="GluePoint42Y" fmla="*/ 279 h 344"/>
              <a:gd name="GluePoint43X" fmla="*/ 40 w 399"/>
              <a:gd name="GluePoint43Y" fmla="*/ 282 h 344"/>
              <a:gd name="GluePoint44X" fmla="*/ 84 w 399"/>
              <a:gd name="GluePoint44Y" fmla="*/ 267 h 344"/>
              <a:gd name="GluePoint45X" fmla="*/ 132 w 399"/>
              <a:gd name="GluePoint45Y" fmla="*/ 247 h 344"/>
              <a:gd name="GluePoint46X" fmla="*/ 164 w 399"/>
              <a:gd name="GluePoint46Y" fmla="*/ 237 h 344"/>
              <a:gd name="GluePoint47X" fmla="*/ 193 w 399"/>
              <a:gd name="GluePoint47Y" fmla="*/ 216 h 344"/>
              <a:gd name="GluePoint48X" fmla="*/ 209 w 399"/>
              <a:gd name="GluePoint48Y" fmla="*/ 185 h 344"/>
              <a:gd name="GluePoint49X" fmla="*/ 241 w 399"/>
              <a:gd name="GluePoint49Y" fmla="*/ 147 h 344"/>
              <a:gd name="GluePoint50X" fmla="*/ 264 w 399"/>
              <a:gd name="GluePoint50Y" fmla="*/ 119 h 344"/>
              <a:gd name="GluePoint51X" fmla="*/ 300 w 399"/>
              <a:gd name="GluePoint51Y" fmla="*/ 82 h 344"/>
              <a:gd name="GluePoint52X" fmla="*/ 316 w 399"/>
              <a:gd name="GluePoint52Y" fmla="*/ 58 h 344"/>
              <a:gd name="GluePoint53X" fmla="*/ 305 w 399"/>
              <a:gd name="GluePoint53Y" fmla="*/ 46 h 344"/>
              <a:gd name="GluePoint54X" fmla="*/ 292 w 399"/>
              <a:gd name="GluePoint54Y" fmla="*/ 46 h 344"/>
              <a:gd name="GluePoint55X" fmla="*/ 268 w 399"/>
              <a:gd name="GluePoint55Y" fmla="*/ 49 h 344"/>
              <a:gd name="GluePoint56X" fmla="*/ 240 w 399"/>
              <a:gd name="GluePoint56Y" fmla="*/ 62 h 344"/>
              <a:gd name="GluePoint57X" fmla="*/ 204 w 399"/>
              <a:gd name="GluePoint57Y" fmla="*/ 78 h 344"/>
              <a:gd name="GluePoint58X" fmla="*/ 191 w 399"/>
              <a:gd name="GluePoint58Y" fmla="*/ 78 h 344"/>
            </a:gdLst>
            <a:ahLst/>
            <a:cxnLst/>
            <a:rect l="textAreaLeft" t="textAreaTop" r="textAreaRight" b="textAreaBottom"/>
            <a:pathLst>
              <a:path w="399" h="344">
                <a:moveTo>
                  <a:pt x="184" y="73"/>
                </a:moveTo>
                <a:lnTo>
                  <a:pt x="182" y="68"/>
                </a:lnTo>
                <a:lnTo>
                  <a:pt x="180" y="61"/>
                </a:lnTo>
                <a:lnTo>
                  <a:pt x="176" y="52"/>
                </a:lnTo>
                <a:lnTo>
                  <a:pt x="174" y="42"/>
                </a:lnTo>
                <a:lnTo>
                  <a:pt x="172" y="38"/>
                </a:lnTo>
                <a:lnTo>
                  <a:pt x="171" y="34"/>
                </a:lnTo>
                <a:lnTo>
                  <a:pt x="170" y="30"/>
                </a:lnTo>
                <a:lnTo>
                  <a:pt x="170" y="26"/>
                </a:lnTo>
                <a:lnTo>
                  <a:pt x="170" y="22"/>
                </a:lnTo>
                <a:lnTo>
                  <a:pt x="170" y="20"/>
                </a:lnTo>
                <a:lnTo>
                  <a:pt x="170" y="19"/>
                </a:lnTo>
                <a:lnTo>
                  <a:pt x="171" y="18"/>
                </a:lnTo>
                <a:lnTo>
                  <a:pt x="172" y="18"/>
                </a:lnTo>
                <a:lnTo>
                  <a:pt x="172" y="17"/>
                </a:lnTo>
                <a:lnTo>
                  <a:pt x="174" y="14"/>
                </a:lnTo>
                <a:lnTo>
                  <a:pt x="176" y="13"/>
                </a:lnTo>
                <a:lnTo>
                  <a:pt x="178" y="12"/>
                </a:lnTo>
                <a:lnTo>
                  <a:pt x="180" y="11"/>
                </a:lnTo>
                <a:lnTo>
                  <a:pt x="180" y="11"/>
                </a:lnTo>
                <a:lnTo>
                  <a:pt x="182" y="11"/>
                </a:lnTo>
                <a:lnTo>
                  <a:pt x="185" y="12"/>
                </a:lnTo>
                <a:lnTo>
                  <a:pt x="188" y="13"/>
                </a:lnTo>
                <a:lnTo>
                  <a:pt x="192" y="15"/>
                </a:lnTo>
                <a:lnTo>
                  <a:pt x="196" y="17"/>
                </a:lnTo>
                <a:lnTo>
                  <a:pt x="200" y="18"/>
                </a:lnTo>
                <a:lnTo>
                  <a:pt x="205" y="17"/>
                </a:lnTo>
                <a:lnTo>
                  <a:pt x="212" y="17"/>
                </a:lnTo>
                <a:lnTo>
                  <a:pt x="220" y="16"/>
                </a:lnTo>
                <a:lnTo>
                  <a:pt x="233" y="14"/>
                </a:lnTo>
                <a:lnTo>
                  <a:pt x="244" y="13"/>
                </a:lnTo>
                <a:lnTo>
                  <a:pt x="252" y="10"/>
                </a:lnTo>
                <a:lnTo>
                  <a:pt x="260" y="9"/>
                </a:lnTo>
                <a:lnTo>
                  <a:pt x="268" y="6"/>
                </a:lnTo>
                <a:lnTo>
                  <a:pt x="279" y="5"/>
                </a:lnTo>
                <a:lnTo>
                  <a:pt x="286" y="4"/>
                </a:lnTo>
                <a:lnTo>
                  <a:pt x="293" y="3"/>
                </a:lnTo>
                <a:lnTo>
                  <a:pt x="300" y="3"/>
                </a:lnTo>
                <a:lnTo>
                  <a:pt x="308" y="2"/>
                </a:lnTo>
                <a:lnTo>
                  <a:pt x="316" y="2"/>
                </a:lnTo>
                <a:lnTo>
                  <a:pt x="324" y="2"/>
                </a:lnTo>
                <a:lnTo>
                  <a:pt x="330" y="2"/>
                </a:lnTo>
                <a:lnTo>
                  <a:pt x="337" y="0"/>
                </a:lnTo>
                <a:lnTo>
                  <a:pt x="340" y="0"/>
                </a:lnTo>
                <a:lnTo>
                  <a:pt x="342" y="0"/>
                </a:lnTo>
                <a:lnTo>
                  <a:pt x="344" y="0"/>
                </a:lnTo>
                <a:lnTo>
                  <a:pt x="346" y="1"/>
                </a:lnTo>
                <a:lnTo>
                  <a:pt x="351" y="2"/>
                </a:lnTo>
                <a:lnTo>
                  <a:pt x="354" y="2"/>
                </a:lnTo>
                <a:lnTo>
                  <a:pt x="358" y="2"/>
                </a:lnTo>
                <a:lnTo>
                  <a:pt x="362" y="2"/>
                </a:lnTo>
                <a:lnTo>
                  <a:pt x="366" y="2"/>
                </a:lnTo>
                <a:lnTo>
                  <a:pt x="369" y="1"/>
                </a:lnTo>
                <a:lnTo>
                  <a:pt x="374" y="3"/>
                </a:lnTo>
                <a:lnTo>
                  <a:pt x="378" y="6"/>
                </a:lnTo>
                <a:lnTo>
                  <a:pt x="384" y="10"/>
                </a:lnTo>
                <a:lnTo>
                  <a:pt x="388" y="14"/>
                </a:lnTo>
                <a:lnTo>
                  <a:pt x="390" y="16"/>
                </a:lnTo>
                <a:lnTo>
                  <a:pt x="392" y="18"/>
                </a:lnTo>
                <a:lnTo>
                  <a:pt x="394" y="20"/>
                </a:lnTo>
                <a:lnTo>
                  <a:pt x="396" y="22"/>
                </a:lnTo>
                <a:lnTo>
                  <a:pt x="396" y="25"/>
                </a:lnTo>
                <a:lnTo>
                  <a:pt x="398" y="27"/>
                </a:lnTo>
                <a:lnTo>
                  <a:pt x="398" y="30"/>
                </a:lnTo>
                <a:lnTo>
                  <a:pt x="399" y="31"/>
                </a:lnTo>
                <a:lnTo>
                  <a:pt x="398" y="33"/>
                </a:lnTo>
                <a:lnTo>
                  <a:pt x="397" y="34"/>
                </a:lnTo>
                <a:lnTo>
                  <a:pt x="396" y="35"/>
                </a:lnTo>
                <a:lnTo>
                  <a:pt x="396" y="37"/>
                </a:lnTo>
                <a:lnTo>
                  <a:pt x="395" y="41"/>
                </a:lnTo>
                <a:lnTo>
                  <a:pt x="395" y="45"/>
                </a:lnTo>
                <a:lnTo>
                  <a:pt x="394" y="49"/>
                </a:lnTo>
                <a:lnTo>
                  <a:pt x="393" y="52"/>
                </a:lnTo>
                <a:lnTo>
                  <a:pt x="392" y="55"/>
                </a:lnTo>
                <a:lnTo>
                  <a:pt x="391" y="58"/>
                </a:lnTo>
                <a:lnTo>
                  <a:pt x="389" y="61"/>
                </a:lnTo>
                <a:lnTo>
                  <a:pt x="387" y="62"/>
                </a:lnTo>
                <a:lnTo>
                  <a:pt x="384" y="65"/>
                </a:lnTo>
                <a:lnTo>
                  <a:pt x="381" y="66"/>
                </a:lnTo>
                <a:lnTo>
                  <a:pt x="376" y="70"/>
                </a:lnTo>
                <a:lnTo>
                  <a:pt x="372" y="74"/>
                </a:lnTo>
                <a:lnTo>
                  <a:pt x="368" y="78"/>
                </a:lnTo>
                <a:lnTo>
                  <a:pt x="366" y="82"/>
                </a:lnTo>
                <a:lnTo>
                  <a:pt x="363" y="87"/>
                </a:lnTo>
                <a:lnTo>
                  <a:pt x="360" y="91"/>
                </a:lnTo>
                <a:lnTo>
                  <a:pt x="354" y="96"/>
                </a:lnTo>
                <a:lnTo>
                  <a:pt x="348" y="103"/>
                </a:lnTo>
                <a:lnTo>
                  <a:pt x="343" y="108"/>
                </a:lnTo>
                <a:lnTo>
                  <a:pt x="337" y="114"/>
                </a:lnTo>
                <a:lnTo>
                  <a:pt x="327" y="126"/>
                </a:lnTo>
                <a:lnTo>
                  <a:pt x="316" y="138"/>
                </a:lnTo>
                <a:lnTo>
                  <a:pt x="313" y="139"/>
                </a:lnTo>
                <a:lnTo>
                  <a:pt x="312" y="141"/>
                </a:lnTo>
                <a:lnTo>
                  <a:pt x="309" y="143"/>
                </a:lnTo>
                <a:lnTo>
                  <a:pt x="306" y="145"/>
                </a:lnTo>
                <a:lnTo>
                  <a:pt x="304" y="146"/>
                </a:lnTo>
                <a:lnTo>
                  <a:pt x="302" y="147"/>
                </a:lnTo>
                <a:lnTo>
                  <a:pt x="300" y="150"/>
                </a:lnTo>
                <a:lnTo>
                  <a:pt x="297" y="151"/>
                </a:lnTo>
                <a:lnTo>
                  <a:pt x="296" y="156"/>
                </a:lnTo>
                <a:lnTo>
                  <a:pt x="295" y="161"/>
                </a:lnTo>
                <a:lnTo>
                  <a:pt x="292" y="163"/>
                </a:lnTo>
                <a:lnTo>
                  <a:pt x="289" y="164"/>
                </a:lnTo>
                <a:lnTo>
                  <a:pt x="286" y="166"/>
                </a:lnTo>
                <a:lnTo>
                  <a:pt x="283" y="167"/>
                </a:lnTo>
                <a:lnTo>
                  <a:pt x="281" y="172"/>
                </a:lnTo>
                <a:lnTo>
                  <a:pt x="279" y="177"/>
                </a:lnTo>
                <a:lnTo>
                  <a:pt x="278" y="178"/>
                </a:lnTo>
                <a:lnTo>
                  <a:pt x="276" y="179"/>
                </a:lnTo>
                <a:lnTo>
                  <a:pt x="276" y="179"/>
                </a:lnTo>
                <a:lnTo>
                  <a:pt x="275" y="179"/>
                </a:lnTo>
                <a:lnTo>
                  <a:pt x="272" y="179"/>
                </a:lnTo>
                <a:lnTo>
                  <a:pt x="270" y="180"/>
                </a:lnTo>
                <a:lnTo>
                  <a:pt x="268" y="181"/>
                </a:lnTo>
                <a:lnTo>
                  <a:pt x="268" y="182"/>
                </a:lnTo>
                <a:lnTo>
                  <a:pt x="267" y="183"/>
                </a:lnTo>
                <a:lnTo>
                  <a:pt x="266" y="186"/>
                </a:lnTo>
                <a:lnTo>
                  <a:pt x="264" y="189"/>
                </a:lnTo>
                <a:lnTo>
                  <a:pt x="264" y="194"/>
                </a:lnTo>
                <a:lnTo>
                  <a:pt x="263" y="199"/>
                </a:lnTo>
                <a:lnTo>
                  <a:pt x="262" y="203"/>
                </a:lnTo>
                <a:lnTo>
                  <a:pt x="262" y="207"/>
                </a:lnTo>
                <a:lnTo>
                  <a:pt x="263" y="210"/>
                </a:lnTo>
                <a:lnTo>
                  <a:pt x="268" y="211"/>
                </a:lnTo>
                <a:lnTo>
                  <a:pt x="274" y="213"/>
                </a:lnTo>
                <a:lnTo>
                  <a:pt x="277" y="213"/>
                </a:lnTo>
                <a:lnTo>
                  <a:pt x="280" y="213"/>
                </a:lnTo>
                <a:lnTo>
                  <a:pt x="284" y="213"/>
                </a:lnTo>
                <a:lnTo>
                  <a:pt x="288" y="212"/>
                </a:lnTo>
                <a:lnTo>
                  <a:pt x="296" y="208"/>
                </a:lnTo>
                <a:lnTo>
                  <a:pt x="308" y="203"/>
                </a:lnTo>
                <a:lnTo>
                  <a:pt x="310" y="203"/>
                </a:lnTo>
                <a:lnTo>
                  <a:pt x="313" y="202"/>
                </a:lnTo>
                <a:lnTo>
                  <a:pt x="316" y="202"/>
                </a:lnTo>
                <a:lnTo>
                  <a:pt x="319" y="202"/>
                </a:lnTo>
                <a:lnTo>
                  <a:pt x="321" y="202"/>
                </a:lnTo>
                <a:lnTo>
                  <a:pt x="324" y="203"/>
                </a:lnTo>
                <a:lnTo>
                  <a:pt x="325" y="204"/>
                </a:lnTo>
                <a:lnTo>
                  <a:pt x="326" y="205"/>
                </a:lnTo>
                <a:lnTo>
                  <a:pt x="328" y="206"/>
                </a:lnTo>
                <a:lnTo>
                  <a:pt x="328" y="207"/>
                </a:lnTo>
                <a:lnTo>
                  <a:pt x="330" y="208"/>
                </a:lnTo>
                <a:lnTo>
                  <a:pt x="332" y="210"/>
                </a:lnTo>
                <a:lnTo>
                  <a:pt x="334" y="211"/>
                </a:lnTo>
                <a:lnTo>
                  <a:pt x="335" y="213"/>
                </a:lnTo>
                <a:lnTo>
                  <a:pt x="336" y="215"/>
                </a:lnTo>
                <a:lnTo>
                  <a:pt x="336" y="217"/>
                </a:lnTo>
                <a:lnTo>
                  <a:pt x="337" y="219"/>
                </a:lnTo>
                <a:lnTo>
                  <a:pt x="337" y="221"/>
                </a:lnTo>
                <a:lnTo>
                  <a:pt x="337" y="226"/>
                </a:lnTo>
                <a:lnTo>
                  <a:pt x="336" y="231"/>
                </a:lnTo>
                <a:lnTo>
                  <a:pt x="335" y="235"/>
                </a:lnTo>
                <a:lnTo>
                  <a:pt x="333" y="239"/>
                </a:lnTo>
                <a:lnTo>
                  <a:pt x="330" y="239"/>
                </a:lnTo>
                <a:lnTo>
                  <a:pt x="328" y="240"/>
                </a:lnTo>
                <a:lnTo>
                  <a:pt x="324" y="241"/>
                </a:lnTo>
                <a:lnTo>
                  <a:pt x="322" y="241"/>
                </a:lnTo>
                <a:lnTo>
                  <a:pt x="316" y="243"/>
                </a:lnTo>
                <a:lnTo>
                  <a:pt x="311" y="245"/>
                </a:lnTo>
                <a:lnTo>
                  <a:pt x="300" y="250"/>
                </a:lnTo>
                <a:lnTo>
                  <a:pt x="290" y="254"/>
                </a:lnTo>
                <a:lnTo>
                  <a:pt x="286" y="254"/>
                </a:lnTo>
                <a:lnTo>
                  <a:pt x="281" y="254"/>
                </a:lnTo>
                <a:lnTo>
                  <a:pt x="276" y="254"/>
                </a:lnTo>
                <a:lnTo>
                  <a:pt x="272" y="254"/>
                </a:lnTo>
                <a:lnTo>
                  <a:pt x="265" y="255"/>
                </a:lnTo>
                <a:lnTo>
                  <a:pt x="259" y="256"/>
                </a:lnTo>
                <a:lnTo>
                  <a:pt x="252" y="258"/>
                </a:lnTo>
                <a:lnTo>
                  <a:pt x="244" y="259"/>
                </a:lnTo>
                <a:lnTo>
                  <a:pt x="236" y="259"/>
                </a:lnTo>
                <a:lnTo>
                  <a:pt x="229" y="261"/>
                </a:lnTo>
                <a:lnTo>
                  <a:pt x="222" y="263"/>
                </a:lnTo>
                <a:lnTo>
                  <a:pt x="216" y="265"/>
                </a:lnTo>
                <a:lnTo>
                  <a:pt x="213" y="267"/>
                </a:lnTo>
                <a:lnTo>
                  <a:pt x="210" y="268"/>
                </a:lnTo>
                <a:lnTo>
                  <a:pt x="208" y="271"/>
                </a:lnTo>
                <a:lnTo>
                  <a:pt x="204" y="273"/>
                </a:lnTo>
                <a:lnTo>
                  <a:pt x="198" y="278"/>
                </a:lnTo>
                <a:lnTo>
                  <a:pt x="192" y="281"/>
                </a:lnTo>
                <a:lnTo>
                  <a:pt x="191" y="282"/>
                </a:lnTo>
                <a:lnTo>
                  <a:pt x="188" y="283"/>
                </a:lnTo>
                <a:lnTo>
                  <a:pt x="186" y="283"/>
                </a:lnTo>
                <a:lnTo>
                  <a:pt x="184" y="283"/>
                </a:lnTo>
                <a:lnTo>
                  <a:pt x="181" y="284"/>
                </a:lnTo>
                <a:lnTo>
                  <a:pt x="179" y="284"/>
                </a:lnTo>
                <a:lnTo>
                  <a:pt x="177" y="285"/>
                </a:lnTo>
                <a:lnTo>
                  <a:pt x="175" y="287"/>
                </a:lnTo>
                <a:lnTo>
                  <a:pt x="168" y="291"/>
                </a:lnTo>
                <a:lnTo>
                  <a:pt x="161" y="295"/>
                </a:lnTo>
                <a:lnTo>
                  <a:pt x="154" y="300"/>
                </a:lnTo>
                <a:lnTo>
                  <a:pt x="146" y="304"/>
                </a:lnTo>
                <a:lnTo>
                  <a:pt x="144" y="305"/>
                </a:lnTo>
                <a:lnTo>
                  <a:pt x="143" y="306"/>
                </a:lnTo>
                <a:lnTo>
                  <a:pt x="140" y="306"/>
                </a:lnTo>
                <a:lnTo>
                  <a:pt x="139" y="306"/>
                </a:lnTo>
                <a:lnTo>
                  <a:pt x="137" y="306"/>
                </a:lnTo>
                <a:lnTo>
                  <a:pt x="136" y="306"/>
                </a:lnTo>
                <a:lnTo>
                  <a:pt x="134" y="307"/>
                </a:lnTo>
                <a:lnTo>
                  <a:pt x="132" y="307"/>
                </a:lnTo>
                <a:lnTo>
                  <a:pt x="129" y="311"/>
                </a:lnTo>
                <a:lnTo>
                  <a:pt x="127" y="316"/>
                </a:lnTo>
                <a:lnTo>
                  <a:pt x="124" y="318"/>
                </a:lnTo>
                <a:lnTo>
                  <a:pt x="120" y="319"/>
                </a:lnTo>
                <a:lnTo>
                  <a:pt x="118" y="321"/>
                </a:lnTo>
                <a:lnTo>
                  <a:pt x="115" y="322"/>
                </a:lnTo>
                <a:lnTo>
                  <a:pt x="113" y="324"/>
                </a:lnTo>
                <a:lnTo>
                  <a:pt x="111" y="327"/>
                </a:lnTo>
                <a:lnTo>
                  <a:pt x="109" y="330"/>
                </a:lnTo>
                <a:lnTo>
                  <a:pt x="107" y="333"/>
                </a:lnTo>
                <a:lnTo>
                  <a:pt x="103" y="335"/>
                </a:lnTo>
                <a:lnTo>
                  <a:pt x="96" y="339"/>
                </a:lnTo>
                <a:lnTo>
                  <a:pt x="88" y="342"/>
                </a:lnTo>
                <a:lnTo>
                  <a:pt x="83" y="344"/>
                </a:lnTo>
                <a:lnTo>
                  <a:pt x="81" y="343"/>
                </a:lnTo>
                <a:lnTo>
                  <a:pt x="80" y="343"/>
                </a:lnTo>
                <a:lnTo>
                  <a:pt x="77" y="343"/>
                </a:lnTo>
                <a:lnTo>
                  <a:pt x="76" y="342"/>
                </a:lnTo>
                <a:lnTo>
                  <a:pt x="71" y="342"/>
                </a:lnTo>
                <a:lnTo>
                  <a:pt x="67" y="342"/>
                </a:lnTo>
                <a:lnTo>
                  <a:pt x="58" y="342"/>
                </a:lnTo>
                <a:lnTo>
                  <a:pt x="49" y="342"/>
                </a:lnTo>
                <a:lnTo>
                  <a:pt x="48" y="339"/>
                </a:lnTo>
                <a:lnTo>
                  <a:pt x="47" y="336"/>
                </a:lnTo>
                <a:lnTo>
                  <a:pt x="46" y="334"/>
                </a:lnTo>
                <a:lnTo>
                  <a:pt x="44" y="333"/>
                </a:lnTo>
                <a:lnTo>
                  <a:pt x="43" y="332"/>
                </a:lnTo>
                <a:lnTo>
                  <a:pt x="42" y="331"/>
                </a:lnTo>
                <a:lnTo>
                  <a:pt x="39" y="331"/>
                </a:lnTo>
                <a:lnTo>
                  <a:pt x="38" y="331"/>
                </a:lnTo>
                <a:lnTo>
                  <a:pt x="35" y="331"/>
                </a:lnTo>
                <a:lnTo>
                  <a:pt x="30" y="331"/>
                </a:lnTo>
                <a:lnTo>
                  <a:pt x="28" y="331"/>
                </a:lnTo>
                <a:lnTo>
                  <a:pt x="26" y="331"/>
                </a:lnTo>
                <a:lnTo>
                  <a:pt x="23" y="331"/>
                </a:lnTo>
                <a:lnTo>
                  <a:pt x="22" y="330"/>
                </a:lnTo>
                <a:lnTo>
                  <a:pt x="18" y="327"/>
                </a:lnTo>
                <a:lnTo>
                  <a:pt x="11" y="319"/>
                </a:lnTo>
                <a:lnTo>
                  <a:pt x="4" y="311"/>
                </a:lnTo>
                <a:lnTo>
                  <a:pt x="0" y="307"/>
                </a:lnTo>
                <a:lnTo>
                  <a:pt x="0" y="303"/>
                </a:lnTo>
                <a:lnTo>
                  <a:pt x="0" y="299"/>
                </a:lnTo>
                <a:lnTo>
                  <a:pt x="0" y="295"/>
                </a:lnTo>
                <a:lnTo>
                  <a:pt x="0" y="291"/>
                </a:lnTo>
                <a:lnTo>
                  <a:pt x="2" y="290"/>
                </a:lnTo>
                <a:lnTo>
                  <a:pt x="5" y="287"/>
                </a:lnTo>
                <a:lnTo>
                  <a:pt x="9" y="286"/>
                </a:lnTo>
                <a:lnTo>
                  <a:pt x="13" y="283"/>
                </a:lnTo>
                <a:lnTo>
                  <a:pt x="18" y="282"/>
                </a:lnTo>
                <a:lnTo>
                  <a:pt x="22" y="280"/>
                </a:lnTo>
                <a:lnTo>
                  <a:pt x="24" y="279"/>
                </a:lnTo>
                <a:lnTo>
                  <a:pt x="26" y="279"/>
                </a:lnTo>
                <a:lnTo>
                  <a:pt x="27" y="279"/>
                </a:lnTo>
                <a:lnTo>
                  <a:pt x="28" y="279"/>
                </a:lnTo>
                <a:lnTo>
                  <a:pt x="31" y="280"/>
                </a:lnTo>
                <a:lnTo>
                  <a:pt x="34" y="281"/>
                </a:lnTo>
                <a:lnTo>
                  <a:pt x="36" y="282"/>
                </a:lnTo>
                <a:lnTo>
                  <a:pt x="38" y="282"/>
                </a:lnTo>
                <a:lnTo>
                  <a:pt x="40" y="282"/>
                </a:lnTo>
                <a:lnTo>
                  <a:pt x="42" y="281"/>
                </a:lnTo>
                <a:lnTo>
                  <a:pt x="50" y="278"/>
                </a:lnTo>
                <a:lnTo>
                  <a:pt x="59" y="275"/>
                </a:lnTo>
                <a:lnTo>
                  <a:pt x="67" y="272"/>
                </a:lnTo>
                <a:lnTo>
                  <a:pt x="76" y="270"/>
                </a:lnTo>
                <a:lnTo>
                  <a:pt x="84" y="267"/>
                </a:lnTo>
                <a:lnTo>
                  <a:pt x="93" y="264"/>
                </a:lnTo>
                <a:lnTo>
                  <a:pt x="102" y="262"/>
                </a:lnTo>
                <a:lnTo>
                  <a:pt x="110" y="259"/>
                </a:lnTo>
                <a:lnTo>
                  <a:pt x="117" y="255"/>
                </a:lnTo>
                <a:lnTo>
                  <a:pt x="125" y="251"/>
                </a:lnTo>
                <a:lnTo>
                  <a:pt x="132" y="247"/>
                </a:lnTo>
                <a:lnTo>
                  <a:pt x="137" y="244"/>
                </a:lnTo>
                <a:lnTo>
                  <a:pt x="142" y="243"/>
                </a:lnTo>
                <a:lnTo>
                  <a:pt x="146" y="243"/>
                </a:lnTo>
                <a:lnTo>
                  <a:pt x="151" y="242"/>
                </a:lnTo>
                <a:lnTo>
                  <a:pt x="155" y="241"/>
                </a:lnTo>
                <a:lnTo>
                  <a:pt x="164" y="237"/>
                </a:lnTo>
                <a:lnTo>
                  <a:pt x="174" y="232"/>
                </a:lnTo>
                <a:lnTo>
                  <a:pt x="178" y="230"/>
                </a:lnTo>
                <a:lnTo>
                  <a:pt x="183" y="227"/>
                </a:lnTo>
                <a:lnTo>
                  <a:pt x="187" y="224"/>
                </a:lnTo>
                <a:lnTo>
                  <a:pt x="190" y="221"/>
                </a:lnTo>
                <a:lnTo>
                  <a:pt x="193" y="216"/>
                </a:lnTo>
                <a:lnTo>
                  <a:pt x="196" y="211"/>
                </a:lnTo>
                <a:lnTo>
                  <a:pt x="199" y="206"/>
                </a:lnTo>
                <a:lnTo>
                  <a:pt x="201" y="201"/>
                </a:lnTo>
                <a:lnTo>
                  <a:pt x="204" y="195"/>
                </a:lnTo>
                <a:lnTo>
                  <a:pt x="206" y="190"/>
                </a:lnTo>
                <a:lnTo>
                  <a:pt x="209" y="185"/>
                </a:lnTo>
                <a:lnTo>
                  <a:pt x="212" y="180"/>
                </a:lnTo>
                <a:lnTo>
                  <a:pt x="216" y="173"/>
                </a:lnTo>
                <a:lnTo>
                  <a:pt x="222" y="167"/>
                </a:lnTo>
                <a:lnTo>
                  <a:pt x="228" y="159"/>
                </a:lnTo>
                <a:lnTo>
                  <a:pt x="235" y="153"/>
                </a:lnTo>
                <a:lnTo>
                  <a:pt x="241" y="147"/>
                </a:lnTo>
                <a:lnTo>
                  <a:pt x="248" y="141"/>
                </a:lnTo>
                <a:lnTo>
                  <a:pt x="254" y="135"/>
                </a:lnTo>
                <a:lnTo>
                  <a:pt x="260" y="128"/>
                </a:lnTo>
                <a:lnTo>
                  <a:pt x="261" y="126"/>
                </a:lnTo>
                <a:lnTo>
                  <a:pt x="263" y="123"/>
                </a:lnTo>
                <a:lnTo>
                  <a:pt x="264" y="119"/>
                </a:lnTo>
                <a:lnTo>
                  <a:pt x="265" y="117"/>
                </a:lnTo>
                <a:lnTo>
                  <a:pt x="270" y="111"/>
                </a:lnTo>
                <a:lnTo>
                  <a:pt x="278" y="104"/>
                </a:lnTo>
                <a:lnTo>
                  <a:pt x="287" y="95"/>
                </a:lnTo>
                <a:lnTo>
                  <a:pt x="296" y="86"/>
                </a:lnTo>
                <a:lnTo>
                  <a:pt x="300" y="82"/>
                </a:lnTo>
                <a:lnTo>
                  <a:pt x="304" y="77"/>
                </a:lnTo>
                <a:lnTo>
                  <a:pt x="308" y="72"/>
                </a:lnTo>
                <a:lnTo>
                  <a:pt x="311" y="68"/>
                </a:lnTo>
                <a:lnTo>
                  <a:pt x="314" y="63"/>
                </a:lnTo>
                <a:lnTo>
                  <a:pt x="316" y="59"/>
                </a:lnTo>
                <a:lnTo>
                  <a:pt x="316" y="58"/>
                </a:lnTo>
                <a:lnTo>
                  <a:pt x="317" y="55"/>
                </a:lnTo>
                <a:lnTo>
                  <a:pt x="318" y="54"/>
                </a:lnTo>
                <a:lnTo>
                  <a:pt x="318" y="52"/>
                </a:lnTo>
                <a:lnTo>
                  <a:pt x="312" y="50"/>
                </a:lnTo>
                <a:lnTo>
                  <a:pt x="308" y="46"/>
                </a:lnTo>
                <a:lnTo>
                  <a:pt x="305" y="46"/>
                </a:lnTo>
                <a:lnTo>
                  <a:pt x="302" y="45"/>
                </a:lnTo>
                <a:lnTo>
                  <a:pt x="299" y="45"/>
                </a:lnTo>
                <a:lnTo>
                  <a:pt x="296" y="45"/>
                </a:lnTo>
                <a:lnTo>
                  <a:pt x="295" y="46"/>
                </a:lnTo>
                <a:lnTo>
                  <a:pt x="294" y="46"/>
                </a:lnTo>
                <a:lnTo>
                  <a:pt x="292" y="46"/>
                </a:lnTo>
                <a:lnTo>
                  <a:pt x="291" y="46"/>
                </a:lnTo>
                <a:lnTo>
                  <a:pt x="288" y="47"/>
                </a:lnTo>
                <a:lnTo>
                  <a:pt x="283" y="47"/>
                </a:lnTo>
                <a:lnTo>
                  <a:pt x="278" y="48"/>
                </a:lnTo>
                <a:lnTo>
                  <a:pt x="273" y="48"/>
                </a:lnTo>
                <a:lnTo>
                  <a:pt x="268" y="49"/>
                </a:lnTo>
                <a:lnTo>
                  <a:pt x="265" y="50"/>
                </a:lnTo>
                <a:lnTo>
                  <a:pt x="262" y="50"/>
                </a:lnTo>
                <a:lnTo>
                  <a:pt x="258" y="52"/>
                </a:lnTo>
                <a:lnTo>
                  <a:pt x="254" y="54"/>
                </a:lnTo>
                <a:lnTo>
                  <a:pt x="250" y="57"/>
                </a:lnTo>
                <a:lnTo>
                  <a:pt x="240" y="62"/>
                </a:lnTo>
                <a:lnTo>
                  <a:pt x="229" y="68"/>
                </a:lnTo>
                <a:lnTo>
                  <a:pt x="224" y="70"/>
                </a:lnTo>
                <a:lnTo>
                  <a:pt x="218" y="73"/>
                </a:lnTo>
                <a:lnTo>
                  <a:pt x="213" y="75"/>
                </a:lnTo>
                <a:lnTo>
                  <a:pt x="208" y="78"/>
                </a:lnTo>
                <a:lnTo>
                  <a:pt x="204" y="78"/>
                </a:lnTo>
                <a:lnTo>
                  <a:pt x="199" y="79"/>
                </a:lnTo>
                <a:lnTo>
                  <a:pt x="197" y="79"/>
                </a:lnTo>
                <a:lnTo>
                  <a:pt x="195" y="79"/>
                </a:lnTo>
                <a:lnTo>
                  <a:pt x="193" y="79"/>
                </a:lnTo>
                <a:lnTo>
                  <a:pt x="192" y="78"/>
                </a:lnTo>
                <a:lnTo>
                  <a:pt x="191" y="78"/>
                </a:lnTo>
                <a:lnTo>
                  <a:pt x="190" y="78"/>
                </a:lnTo>
                <a:lnTo>
                  <a:pt x="189" y="77"/>
                </a:lnTo>
                <a:lnTo>
                  <a:pt x="188" y="76"/>
                </a:lnTo>
                <a:lnTo>
                  <a:pt x="185" y="74"/>
                </a:lnTo>
                <a:lnTo>
                  <a:pt x="184" y="73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82" name="íSľîďê">
            <a:extLst>
              <a:ext uri="{FF2B5EF4-FFF2-40B4-BE49-F238E27FC236}">
                <a16:creationId xmlns:a16="http://schemas.microsoft.com/office/drawing/2014/main" id="{4D3C345D-C55D-4C5E-B6AF-9BDCE48D2B94}"/>
              </a:ext>
            </a:extLst>
          </p:cNvPr>
          <p:cNvSpPr>
            <a:spLocks noGrp="1"/>
          </p:cNvSpPr>
          <p:nvPr/>
        </p:nvSpPr>
        <p:spPr>
          <a:xfrm>
            <a:off x="2534760" y="606240"/>
            <a:ext cx="164160" cy="220320"/>
          </a:xfrm>
          <a:custGeom>
            <a:avLst/>
            <a:gdLst>
              <a:gd name="textAreaLeft" fmla="*/ 0 w 164160"/>
              <a:gd name="textAreaRight" fmla="*/ 164520 w 164160"/>
              <a:gd name="textAreaTop" fmla="*/ 0 h 220320"/>
              <a:gd name="textAreaBottom" fmla="*/ 220680 h 220320"/>
              <a:gd name="GluePoint1X" fmla="*/ 311 w 377"/>
              <a:gd name="GluePoint1Y" fmla="*/ 8 h 505"/>
              <a:gd name="GluePoint2X" fmla="*/ 319 w 377"/>
              <a:gd name="GluePoint2Y" fmla="*/ 18 h 505"/>
              <a:gd name="GluePoint3X" fmla="*/ 333 w 377"/>
              <a:gd name="GluePoint3Y" fmla="*/ 28 h 505"/>
              <a:gd name="GluePoint4X" fmla="*/ 348 w 377"/>
              <a:gd name="GluePoint4Y" fmla="*/ 44 h 505"/>
              <a:gd name="GluePoint5X" fmla="*/ 343 w 377"/>
              <a:gd name="GluePoint5Y" fmla="*/ 72 h 505"/>
              <a:gd name="GluePoint6X" fmla="*/ 339 w 377"/>
              <a:gd name="GluePoint6Y" fmla="*/ 89 h 505"/>
              <a:gd name="GluePoint7X" fmla="*/ 343 w 377"/>
              <a:gd name="GluePoint7Y" fmla="*/ 113 h 505"/>
              <a:gd name="GluePoint8X" fmla="*/ 349 w 377"/>
              <a:gd name="GluePoint8Y" fmla="*/ 128 h 505"/>
              <a:gd name="GluePoint9X" fmla="*/ 366 w 377"/>
              <a:gd name="GluePoint9Y" fmla="*/ 130 h 505"/>
              <a:gd name="GluePoint10X" fmla="*/ 376 w 377"/>
              <a:gd name="GluePoint10Y" fmla="*/ 139 h 505"/>
              <a:gd name="GluePoint11X" fmla="*/ 377 w 377"/>
              <a:gd name="GluePoint11Y" fmla="*/ 151 h 505"/>
              <a:gd name="GluePoint12X" fmla="*/ 369 w 377"/>
              <a:gd name="GluePoint12Y" fmla="*/ 169 h 505"/>
              <a:gd name="GluePoint13X" fmla="*/ 339 w 377"/>
              <a:gd name="GluePoint13Y" fmla="*/ 189 h 505"/>
              <a:gd name="GluePoint14X" fmla="*/ 315 w 377"/>
              <a:gd name="GluePoint14Y" fmla="*/ 211 h 505"/>
              <a:gd name="GluePoint15X" fmla="*/ 301 w 377"/>
              <a:gd name="GluePoint15Y" fmla="*/ 235 h 505"/>
              <a:gd name="GluePoint16X" fmla="*/ 290 w 377"/>
              <a:gd name="GluePoint16Y" fmla="*/ 263 h 505"/>
              <a:gd name="GluePoint17X" fmla="*/ 270 w 377"/>
              <a:gd name="GluePoint17Y" fmla="*/ 293 h 505"/>
              <a:gd name="GluePoint18X" fmla="*/ 265 w 377"/>
              <a:gd name="GluePoint18Y" fmla="*/ 317 h 505"/>
              <a:gd name="GluePoint19X" fmla="*/ 245 w 377"/>
              <a:gd name="GluePoint19Y" fmla="*/ 339 h 505"/>
              <a:gd name="GluePoint20X" fmla="*/ 226 w 377"/>
              <a:gd name="GluePoint20Y" fmla="*/ 350 h 505"/>
              <a:gd name="GluePoint21X" fmla="*/ 210 w 377"/>
              <a:gd name="GluePoint21Y" fmla="*/ 374 h 505"/>
              <a:gd name="GluePoint22X" fmla="*/ 192 w 377"/>
              <a:gd name="GluePoint22Y" fmla="*/ 385 h 505"/>
              <a:gd name="GluePoint23X" fmla="*/ 179 w 377"/>
              <a:gd name="GluePoint23Y" fmla="*/ 392 h 505"/>
              <a:gd name="GluePoint24X" fmla="*/ 169 w 377"/>
              <a:gd name="GluePoint24Y" fmla="*/ 402 h 505"/>
              <a:gd name="GluePoint25X" fmla="*/ 159 w 377"/>
              <a:gd name="GluePoint25Y" fmla="*/ 405 h 505"/>
              <a:gd name="GluePoint26X" fmla="*/ 126 w 377"/>
              <a:gd name="GluePoint26Y" fmla="*/ 431 h 505"/>
              <a:gd name="GluePoint27X" fmla="*/ 101 w 377"/>
              <a:gd name="GluePoint27Y" fmla="*/ 442 h 505"/>
              <a:gd name="GluePoint28X" fmla="*/ 92 w 377"/>
              <a:gd name="GluePoint28Y" fmla="*/ 451 h 505"/>
              <a:gd name="GluePoint29X" fmla="*/ 79 w 377"/>
              <a:gd name="GluePoint29Y" fmla="*/ 456 h 505"/>
              <a:gd name="GluePoint30X" fmla="*/ 61 w 377"/>
              <a:gd name="GluePoint30Y" fmla="*/ 472 h 505"/>
              <a:gd name="GluePoint31X" fmla="*/ 49 w 377"/>
              <a:gd name="GluePoint31Y" fmla="*/ 478 h 505"/>
              <a:gd name="GluePoint32X" fmla="*/ 30 w 377"/>
              <a:gd name="GluePoint32Y" fmla="*/ 497 h 505"/>
              <a:gd name="GluePoint33X" fmla="*/ 9 w 377"/>
              <a:gd name="GluePoint33Y" fmla="*/ 505 h 505"/>
              <a:gd name="GluePoint34X" fmla="*/ 8 w 377"/>
              <a:gd name="GluePoint34Y" fmla="*/ 490 h 505"/>
              <a:gd name="GluePoint35X" fmla="*/ 38 w 377"/>
              <a:gd name="GluePoint35Y" fmla="*/ 465 h 505"/>
              <a:gd name="GluePoint36X" fmla="*/ 57 w 377"/>
              <a:gd name="GluePoint36Y" fmla="*/ 449 h 505"/>
              <a:gd name="GluePoint37X" fmla="*/ 81 w 377"/>
              <a:gd name="GluePoint37Y" fmla="*/ 433 h 505"/>
              <a:gd name="GluePoint38X" fmla="*/ 96 w 377"/>
              <a:gd name="GluePoint38Y" fmla="*/ 425 h 505"/>
              <a:gd name="GluePoint39X" fmla="*/ 112 w 377"/>
              <a:gd name="GluePoint39Y" fmla="*/ 413 h 505"/>
              <a:gd name="GluePoint40X" fmla="*/ 122 w 377"/>
              <a:gd name="GluePoint40Y" fmla="*/ 403 h 505"/>
              <a:gd name="GluePoint41X" fmla="*/ 141 w 377"/>
              <a:gd name="GluePoint41Y" fmla="*/ 387 h 505"/>
              <a:gd name="GluePoint42X" fmla="*/ 152 w 377"/>
              <a:gd name="GluePoint42Y" fmla="*/ 377 h 505"/>
              <a:gd name="GluePoint43X" fmla="*/ 191 w 377"/>
              <a:gd name="GluePoint43Y" fmla="*/ 346 h 505"/>
              <a:gd name="GluePoint44X" fmla="*/ 220 w 377"/>
              <a:gd name="GluePoint44Y" fmla="*/ 308 h 505"/>
              <a:gd name="GluePoint45X" fmla="*/ 228 w 377"/>
              <a:gd name="GluePoint45Y" fmla="*/ 284 h 505"/>
              <a:gd name="GluePoint46X" fmla="*/ 218 w 377"/>
              <a:gd name="GluePoint46Y" fmla="*/ 280 h 505"/>
              <a:gd name="GluePoint47X" fmla="*/ 193 w 377"/>
              <a:gd name="GluePoint47Y" fmla="*/ 289 h 505"/>
              <a:gd name="GluePoint48X" fmla="*/ 169 w 377"/>
              <a:gd name="GluePoint48Y" fmla="*/ 287 h 505"/>
              <a:gd name="GluePoint49X" fmla="*/ 149 w 377"/>
              <a:gd name="GluePoint49Y" fmla="*/ 277 h 505"/>
              <a:gd name="GluePoint50X" fmla="*/ 134 w 377"/>
              <a:gd name="GluePoint50Y" fmla="*/ 268 h 505"/>
              <a:gd name="GluePoint51X" fmla="*/ 132 w 377"/>
              <a:gd name="GluePoint51Y" fmla="*/ 258 h 505"/>
              <a:gd name="GluePoint52X" fmla="*/ 132 w 377"/>
              <a:gd name="GluePoint52Y" fmla="*/ 250 h 505"/>
              <a:gd name="GluePoint53X" fmla="*/ 152 w 377"/>
              <a:gd name="GluePoint53Y" fmla="*/ 234 h 505"/>
              <a:gd name="GluePoint54X" fmla="*/ 188 w 377"/>
              <a:gd name="GluePoint54Y" fmla="*/ 221 h 505"/>
              <a:gd name="GluePoint55X" fmla="*/ 207 w 377"/>
              <a:gd name="GluePoint55Y" fmla="*/ 212 h 505"/>
              <a:gd name="GluePoint56X" fmla="*/ 226 w 377"/>
              <a:gd name="GluePoint56Y" fmla="*/ 202 h 505"/>
              <a:gd name="GluePoint57X" fmla="*/ 248 w 377"/>
              <a:gd name="GluePoint57Y" fmla="*/ 193 h 505"/>
              <a:gd name="GluePoint58X" fmla="*/ 256 w 377"/>
              <a:gd name="GluePoint58Y" fmla="*/ 180 h 505"/>
              <a:gd name="GluePoint59X" fmla="*/ 273 w 377"/>
              <a:gd name="GluePoint59Y" fmla="*/ 171 h 505"/>
              <a:gd name="GluePoint60X" fmla="*/ 274 w 377"/>
              <a:gd name="GluePoint60Y" fmla="*/ 133 h 505"/>
              <a:gd name="GluePoint61X" fmla="*/ 279 w 377"/>
              <a:gd name="GluePoint61Y" fmla="*/ 83 h 505"/>
              <a:gd name="GluePoint62X" fmla="*/ 275 w 377"/>
              <a:gd name="GluePoint62Y" fmla="*/ 40 h 505"/>
              <a:gd name="GluePoint63X" fmla="*/ 280 w 377"/>
              <a:gd name="GluePoint63Y" fmla="*/ 7 h 505"/>
            </a:gdLst>
            <a:ahLst/>
            <a:cxnLst/>
            <a:rect l="textAreaLeft" t="textAreaTop" r="textAreaRight" b="textAreaBottom"/>
            <a:pathLst>
              <a:path w="377" h="505">
                <a:moveTo>
                  <a:pt x="289" y="0"/>
                </a:moveTo>
                <a:lnTo>
                  <a:pt x="294" y="1"/>
                </a:lnTo>
                <a:lnTo>
                  <a:pt x="302" y="3"/>
                </a:lnTo>
                <a:lnTo>
                  <a:pt x="305" y="4"/>
                </a:lnTo>
                <a:lnTo>
                  <a:pt x="309" y="6"/>
                </a:lnTo>
                <a:lnTo>
                  <a:pt x="311" y="8"/>
                </a:lnTo>
                <a:lnTo>
                  <a:pt x="313" y="9"/>
                </a:lnTo>
                <a:lnTo>
                  <a:pt x="315" y="11"/>
                </a:lnTo>
                <a:lnTo>
                  <a:pt x="316" y="12"/>
                </a:lnTo>
                <a:lnTo>
                  <a:pt x="317" y="14"/>
                </a:lnTo>
                <a:lnTo>
                  <a:pt x="317" y="16"/>
                </a:lnTo>
                <a:lnTo>
                  <a:pt x="319" y="18"/>
                </a:lnTo>
                <a:lnTo>
                  <a:pt x="320" y="20"/>
                </a:lnTo>
                <a:lnTo>
                  <a:pt x="321" y="22"/>
                </a:lnTo>
                <a:lnTo>
                  <a:pt x="322" y="23"/>
                </a:lnTo>
                <a:lnTo>
                  <a:pt x="326" y="25"/>
                </a:lnTo>
                <a:lnTo>
                  <a:pt x="329" y="27"/>
                </a:lnTo>
                <a:lnTo>
                  <a:pt x="333" y="28"/>
                </a:lnTo>
                <a:lnTo>
                  <a:pt x="336" y="29"/>
                </a:lnTo>
                <a:lnTo>
                  <a:pt x="339" y="31"/>
                </a:lnTo>
                <a:lnTo>
                  <a:pt x="342" y="32"/>
                </a:lnTo>
                <a:lnTo>
                  <a:pt x="345" y="35"/>
                </a:lnTo>
                <a:lnTo>
                  <a:pt x="348" y="38"/>
                </a:lnTo>
                <a:lnTo>
                  <a:pt x="348" y="44"/>
                </a:lnTo>
                <a:lnTo>
                  <a:pt x="348" y="50"/>
                </a:lnTo>
                <a:lnTo>
                  <a:pt x="347" y="55"/>
                </a:lnTo>
                <a:lnTo>
                  <a:pt x="346" y="60"/>
                </a:lnTo>
                <a:lnTo>
                  <a:pt x="345" y="64"/>
                </a:lnTo>
                <a:lnTo>
                  <a:pt x="345" y="68"/>
                </a:lnTo>
                <a:lnTo>
                  <a:pt x="343" y="72"/>
                </a:lnTo>
                <a:lnTo>
                  <a:pt x="341" y="76"/>
                </a:lnTo>
                <a:lnTo>
                  <a:pt x="341" y="77"/>
                </a:lnTo>
                <a:lnTo>
                  <a:pt x="340" y="79"/>
                </a:lnTo>
                <a:lnTo>
                  <a:pt x="340" y="81"/>
                </a:lnTo>
                <a:lnTo>
                  <a:pt x="340" y="84"/>
                </a:lnTo>
                <a:lnTo>
                  <a:pt x="339" y="89"/>
                </a:lnTo>
                <a:lnTo>
                  <a:pt x="340" y="95"/>
                </a:lnTo>
                <a:lnTo>
                  <a:pt x="340" y="100"/>
                </a:lnTo>
                <a:lnTo>
                  <a:pt x="341" y="105"/>
                </a:lnTo>
                <a:lnTo>
                  <a:pt x="341" y="108"/>
                </a:lnTo>
                <a:lnTo>
                  <a:pt x="343" y="111"/>
                </a:lnTo>
                <a:lnTo>
                  <a:pt x="343" y="113"/>
                </a:lnTo>
                <a:lnTo>
                  <a:pt x="342" y="117"/>
                </a:lnTo>
                <a:lnTo>
                  <a:pt x="341" y="121"/>
                </a:lnTo>
                <a:lnTo>
                  <a:pt x="341" y="124"/>
                </a:lnTo>
                <a:lnTo>
                  <a:pt x="344" y="126"/>
                </a:lnTo>
                <a:lnTo>
                  <a:pt x="346" y="128"/>
                </a:lnTo>
                <a:lnTo>
                  <a:pt x="349" y="128"/>
                </a:lnTo>
                <a:lnTo>
                  <a:pt x="351" y="129"/>
                </a:lnTo>
                <a:lnTo>
                  <a:pt x="354" y="129"/>
                </a:lnTo>
                <a:lnTo>
                  <a:pt x="357" y="130"/>
                </a:lnTo>
                <a:lnTo>
                  <a:pt x="361" y="130"/>
                </a:lnTo>
                <a:lnTo>
                  <a:pt x="366" y="130"/>
                </a:lnTo>
                <a:lnTo>
                  <a:pt x="366" y="130"/>
                </a:lnTo>
                <a:lnTo>
                  <a:pt x="367" y="130"/>
                </a:lnTo>
                <a:lnTo>
                  <a:pt x="369" y="132"/>
                </a:lnTo>
                <a:lnTo>
                  <a:pt x="373" y="135"/>
                </a:lnTo>
                <a:lnTo>
                  <a:pt x="374" y="136"/>
                </a:lnTo>
                <a:lnTo>
                  <a:pt x="375" y="137"/>
                </a:lnTo>
                <a:lnTo>
                  <a:pt x="376" y="139"/>
                </a:lnTo>
                <a:lnTo>
                  <a:pt x="376" y="141"/>
                </a:lnTo>
                <a:lnTo>
                  <a:pt x="377" y="142"/>
                </a:lnTo>
                <a:lnTo>
                  <a:pt x="377" y="144"/>
                </a:lnTo>
                <a:lnTo>
                  <a:pt x="377" y="145"/>
                </a:lnTo>
                <a:lnTo>
                  <a:pt x="377" y="147"/>
                </a:lnTo>
                <a:lnTo>
                  <a:pt x="377" y="151"/>
                </a:lnTo>
                <a:lnTo>
                  <a:pt x="376" y="155"/>
                </a:lnTo>
                <a:lnTo>
                  <a:pt x="375" y="159"/>
                </a:lnTo>
                <a:lnTo>
                  <a:pt x="373" y="162"/>
                </a:lnTo>
                <a:lnTo>
                  <a:pt x="373" y="165"/>
                </a:lnTo>
                <a:lnTo>
                  <a:pt x="371" y="167"/>
                </a:lnTo>
                <a:lnTo>
                  <a:pt x="369" y="169"/>
                </a:lnTo>
                <a:lnTo>
                  <a:pt x="367" y="172"/>
                </a:lnTo>
                <a:lnTo>
                  <a:pt x="365" y="173"/>
                </a:lnTo>
                <a:lnTo>
                  <a:pt x="361" y="176"/>
                </a:lnTo>
                <a:lnTo>
                  <a:pt x="357" y="179"/>
                </a:lnTo>
                <a:lnTo>
                  <a:pt x="350" y="182"/>
                </a:lnTo>
                <a:lnTo>
                  <a:pt x="339" y="189"/>
                </a:lnTo>
                <a:lnTo>
                  <a:pt x="328" y="195"/>
                </a:lnTo>
                <a:lnTo>
                  <a:pt x="325" y="197"/>
                </a:lnTo>
                <a:lnTo>
                  <a:pt x="322" y="199"/>
                </a:lnTo>
                <a:lnTo>
                  <a:pt x="321" y="201"/>
                </a:lnTo>
                <a:lnTo>
                  <a:pt x="318" y="205"/>
                </a:lnTo>
                <a:lnTo>
                  <a:pt x="315" y="211"/>
                </a:lnTo>
                <a:lnTo>
                  <a:pt x="311" y="216"/>
                </a:lnTo>
                <a:lnTo>
                  <a:pt x="309" y="220"/>
                </a:lnTo>
                <a:lnTo>
                  <a:pt x="309" y="224"/>
                </a:lnTo>
                <a:lnTo>
                  <a:pt x="308" y="228"/>
                </a:lnTo>
                <a:lnTo>
                  <a:pt x="306" y="232"/>
                </a:lnTo>
                <a:lnTo>
                  <a:pt x="301" y="235"/>
                </a:lnTo>
                <a:lnTo>
                  <a:pt x="297" y="238"/>
                </a:lnTo>
                <a:lnTo>
                  <a:pt x="297" y="242"/>
                </a:lnTo>
                <a:lnTo>
                  <a:pt x="296" y="247"/>
                </a:lnTo>
                <a:lnTo>
                  <a:pt x="295" y="251"/>
                </a:lnTo>
                <a:lnTo>
                  <a:pt x="294" y="255"/>
                </a:lnTo>
                <a:lnTo>
                  <a:pt x="290" y="263"/>
                </a:lnTo>
                <a:lnTo>
                  <a:pt x="285" y="272"/>
                </a:lnTo>
                <a:lnTo>
                  <a:pt x="279" y="280"/>
                </a:lnTo>
                <a:lnTo>
                  <a:pt x="273" y="287"/>
                </a:lnTo>
                <a:lnTo>
                  <a:pt x="273" y="289"/>
                </a:lnTo>
                <a:lnTo>
                  <a:pt x="271" y="291"/>
                </a:lnTo>
                <a:lnTo>
                  <a:pt x="270" y="293"/>
                </a:lnTo>
                <a:lnTo>
                  <a:pt x="269" y="295"/>
                </a:lnTo>
                <a:lnTo>
                  <a:pt x="269" y="300"/>
                </a:lnTo>
                <a:lnTo>
                  <a:pt x="268" y="305"/>
                </a:lnTo>
                <a:lnTo>
                  <a:pt x="267" y="309"/>
                </a:lnTo>
                <a:lnTo>
                  <a:pt x="265" y="314"/>
                </a:lnTo>
                <a:lnTo>
                  <a:pt x="265" y="317"/>
                </a:lnTo>
                <a:lnTo>
                  <a:pt x="264" y="318"/>
                </a:lnTo>
                <a:lnTo>
                  <a:pt x="263" y="320"/>
                </a:lnTo>
                <a:lnTo>
                  <a:pt x="262" y="322"/>
                </a:lnTo>
                <a:lnTo>
                  <a:pt x="259" y="325"/>
                </a:lnTo>
                <a:lnTo>
                  <a:pt x="252" y="333"/>
                </a:lnTo>
                <a:lnTo>
                  <a:pt x="245" y="339"/>
                </a:lnTo>
                <a:lnTo>
                  <a:pt x="241" y="343"/>
                </a:lnTo>
                <a:lnTo>
                  <a:pt x="236" y="345"/>
                </a:lnTo>
                <a:lnTo>
                  <a:pt x="232" y="345"/>
                </a:lnTo>
                <a:lnTo>
                  <a:pt x="230" y="347"/>
                </a:lnTo>
                <a:lnTo>
                  <a:pt x="228" y="349"/>
                </a:lnTo>
                <a:lnTo>
                  <a:pt x="226" y="350"/>
                </a:lnTo>
                <a:lnTo>
                  <a:pt x="224" y="353"/>
                </a:lnTo>
                <a:lnTo>
                  <a:pt x="222" y="357"/>
                </a:lnTo>
                <a:lnTo>
                  <a:pt x="219" y="361"/>
                </a:lnTo>
                <a:lnTo>
                  <a:pt x="216" y="366"/>
                </a:lnTo>
                <a:lnTo>
                  <a:pt x="213" y="370"/>
                </a:lnTo>
                <a:lnTo>
                  <a:pt x="210" y="374"/>
                </a:lnTo>
                <a:lnTo>
                  <a:pt x="207" y="378"/>
                </a:lnTo>
                <a:lnTo>
                  <a:pt x="203" y="379"/>
                </a:lnTo>
                <a:lnTo>
                  <a:pt x="200" y="381"/>
                </a:lnTo>
                <a:lnTo>
                  <a:pt x="196" y="381"/>
                </a:lnTo>
                <a:lnTo>
                  <a:pt x="192" y="382"/>
                </a:lnTo>
                <a:lnTo>
                  <a:pt x="192" y="385"/>
                </a:lnTo>
                <a:lnTo>
                  <a:pt x="191" y="387"/>
                </a:lnTo>
                <a:lnTo>
                  <a:pt x="187" y="387"/>
                </a:lnTo>
                <a:lnTo>
                  <a:pt x="183" y="387"/>
                </a:lnTo>
                <a:lnTo>
                  <a:pt x="181" y="389"/>
                </a:lnTo>
                <a:lnTo>
                  <a:pt x="180" y="390"/>
                </a:lnTo>
                <a:lnTo>
                  <a:pt x="179" y="392"/>
                </a:lnTo>
                <a:lnTo>
                  <a:pt x="177" y="394"/>
                </a:lnTo>
                <a:lnTo>
                  <a:pt x="176" y="396"/>
                </a:lnTo>
                <a:lnTo>
                  <a:pt x="174" y="398"/>
                </a:lnTo>
                <a:lnTo>
                  <a:pt x="172" y="400"/>
                </a:lnTo>
                <a:lnTo>
                  <a:pt x="171" y="401"/>
                </a:lnTo>
                <a:lnTo>
                  <a:pt x="169" y="402"/>
                </a:lnTo>
                <a:lnTo>
                  <a:pt x="168" y="403"/>
                </a:lnTo>
                <a:lnTo>
                  <a:pt x="166" y="403"/>
                </a:lnTo>
                <a:lnTo>
                  <a:pt x="164" y="404"/>
                </a:lnTo>
                <a:lnTo>
                  <a:pt x="163" y="404"/>
                </a:lnTo>
                <a:lnTo>
                  <a:pt x="161" y="404"/>
                </a:lnTo>
                <a:lnTo>
                  <a:pt x="159" y="405"/>
                </a:lnTo>
                <a:lnTo>
                  <a:pt x="157" y="405"/>
                </a:lnTo>
                <a:lnTo>
                  <a:pt x="152" y="411"/>
                </a:lnTo>
                <a:lnTo>
                  <a:pt x="144" y="417"/>
                </a:lnTo>
                <a:lnTo>
                  <a:pt x="137" y="422"/>
                </a:lnTo>
                <a:lnTo>
                  <a:pt x="129" y="429"/>
                </a:lnTo>
                <a:lnTo>
                  <a:pt x="126" y="431"/>
                </a:lnTo>
                <a:lnTo>
                  <a:pt x="122" y="434"/>
                </a:lnTo>
                <a:lnTo>
                  <a:pt x="117" y="437"/>
                </a:lnTo>
                <a:lnTo>
                  <a:pt x="113" y="439"/>
                </a:lnTo>
                <a:lnTo>
                  <a:pt x="109" y="441"/>
                </a:lnTo>
                <a:lnTo>
                  <a:pt x="105" y="441"/>
                </a:lnTo>
                <a:lnTo>
                  <a:pt x="101" y="442"/>
                </a:lnTo>
                <a:lnTo>
                  <a:pt x="97" y="443"/>
                </a:lnTo>
                <a:lnTo>
                  <a:pt x="96" y="445"/>
                </a:lnTo>
                <a:lnTo>
                  <a:pt x="96" y="447"/>
                </a:lnTo>
                <a:lnTo>
                  <a:pt x="95" y="449"/>
                </a:lnTo>
                <a:lnTo>
                  <a:pt x="94" y="450"/>
                </a:lnTo>
                <a:lnTo>
                  <a:pt x="92" y="451"/>
                </a:lnTo>
                <a:lnTo>
                  <a:pt x="91" y="452"/>
                </a:lnTo>
                <a:lnTo>
                  <a:pt x="89" y="453"/>
                </a:lnTo>
                <a:lnTo>
                  <a:pt x="88" y="453"/>
                </a:lnTo>
                <a:lnTo>
                  <a:pt x="84" y="454"/>
                </a:lnTo>
                <a:lnTo>
                  <a:pt x="81" y="455"/>
                </a:lnTo>
                <a:lnTo>
                  <a:pt x="79" y="456"/>
                </a:lnTo>
                <a:lnTo>
                  <a:pt x="77" y="457"/>
                </a:lnTo>
                <a:lnTo>
                  <a:pt x="76" y="457"/>
                </a:lnTo>
                <a:lnTo>
                  <a:pt x="74" y="459"/>
                </a:lnTo>
                <a:lnTo>
                  <a:pt x="70" y="463"/>
                </a:lnTo>
                <a:lnTo>
                  <a:pt x="66" y="467"/>
                </a:lnTo>
                <a:lnTo>
                  <a:pt x="61" y="472"/>
                </a:lnTo>
                <a:lnTo>
                  <a:pt x="57" y="476"/>
                </a:lnTo>
                <a:lnTo>
                  <a:pt x="56" y="477"/>
                </a:lnTo>
                <a:lnTo>
                  <a:pt x="54" y="477"/>
                </a:lnTo>
                <a:lnTo>
                  <a:pt x="52" y="477"/>
                </a:lnTo>
                <a:lnTo>
                  <a:pt x="51" y="478"/>
                </a:lnTo>
                <a:lnTo>
                  <a:pt x="49" y="478"/>
                </a:lnTo>
                <a:lnTo>
                  <a:pt x="48" y="479"/>
                </a:lnTo>
                <a:lnTo>
                  <a:pt x="46" y="480"/>
                </a:lnTo>
                <a:lnTo>
                  <a:pt x="45" y="481"/>
                </a:lnTo>
                <a:lnTo>
                  <a:pt x="40" y="487"/>
                </a:lnTo>
                <a:lnTo>
                  <a:pt x="33" y="494"/>
                </a:lnTo>
                <a:lnTo>
                  <a:pt x="30" y="497"/>
                </a:lnTo>
                <a:lnTo>
                  <a:pt x="28" y="501"/>
                </a:lnTo>
                <a:lnTo>
                  <a:pt x="24" y="503"/>
                </a:lnTo>
                <a:lnTo>
                  <a:pt x="21" y="505"/>
                </a:lnTo>
                <a:lnTo>
                  <a:pt x="16" y="505"/>
                </a:lnTo>
                <a:lnTo>
                  <a:pt x="12" y="505"/>
                </a:lnTo>
                <a:lnTo>
                  <a:pt x="9" y="505"/>
                </a:lnTo>
                <a:lnTo>
                  <a:pt x="5" y="505"/>
                </a:lnTo>
                <a:lnTo>
                  <a:pt x="3" y="502"/>
                </a:lnTo>
                <a:lnTo>
                  <a:pt x="0" y="500"/>
                </a:lnTo>
                <a:lnTo>
                  <a:pt x="0" y="498"/>
                </a:lnTo>
                <a:lnTo>
                  <a:pt x="0" y="496"/>
                </a:lnTo>
                <a:lnTo>
                  <a:pt x="8" y="490"/>
                </a:lnTo>
                <a:lnTo>
                  <a:pt x="15" y="483"/>
                </a:lnTo>
                <a:lnTo>
                  <a:pt x="21" y="477"/>
                </a:lnTo>
                <a:lnTo>
                  <a:pt x="28" y="470"/>
                </a:lnTo>
                <a:lnTo>
                  <a:pt x="31" y="469"/>
                </a:lnTo>
                <a:lnTo>
                  <a:pt x="35" y="466"/>
                </a:lnTo>
                <a:lnTo>
                  <a:pt x="38" y="465"/>
                </a:lnTo>
                <a:lnTo>
                  <a:pt x="41" y="463"/>
                </a:lnTo>
                <a:lnTo>
                  <a:pt x="44" y="461"/>
                </a:lnTo>
                <a:lnTo>
                  <a:pt x="48" y="459"/>
                </a:lnTo>
                <a:lnTo>
                  <a:pt x="51" y="457"/>
                </a:lnTo>
                <a:lnTo>
                  <a:pt x="53" y="454"/>
                </a:lnTo>
                <a:lnTo>
                  <a:pt x="57" y="449"/>
                </a:lnTo>
                <a:lnTo>
                  <a:pt x="60" y="445"/>
                </a:lnTo>
                <a:lnTo>
                  <a:pt x="64" y="444"/>
                </a:lnTo>
                <a:lnTo>
                  <a:pt x="70" y="443"/>
                </a:lnTo>
                <a:lnTo>
                  <a:pt x="73" y="440"/>
                </a:lnTo>
                <a:lnTo>
                  <a:pt x="77" y="436"/>
                </a:lnTo>
                <a:lnTo>
                  <a:pt x="81" y="433"/>
                </a:lnTo>
                <a:lnTo>
                  <a:pt x="85" y="429"/>
                </a:lnTo>
                <a:lnTo>
                  <a:pt x="89" y="429"/>
                </a:lnTo>
                <a:lnTo>
                  <a:pt x="93" y="429"/>
                </a:lnTo>
                <a:lnTo>
                  <a:pt x="94" y="428"/>
                </a:lnTo>
                <a:lnTo>
                  <a:pt x="96" y="426"/>
                </a:lnTo>
                <a:lnTo>
                  <a:pt x="96" y="425"/>
                </a:lnTo>
                <a:lnTo>
                  <a:pt x="98" y="423"/>
                </a:lnTo>
                <a:lnTo>
                  <a:pt x="100" y="420"/>
                </a:lnTo>
                <a:lnTo>
                  <a:pt x="104" y="417"/>
                </a:lnTo>
                <a:lnTo>
                  <a:pt x="107" y="417"/>
                </a:lnTo>
                <a:lnTo>
                  <a:pt x="111" y="415"/>
                </a:lnTo>
                <a:lnTo>
                  <a:pt x="112" y="413"/>
                </a:lnTo>
                <a:lnTo>
                  <a:pt x="115" y="412"/>
                </a:lnTo>
                <a:lnTo>
                  <a:pt x="116" y="410"/>
                </a:lnTo>
                <a:lnTo>
                  <a:pt x="117" y="408"/>
                </a:lnTo>
                <a:lnTo>
                  <a:pt x="119" y="406"/>
                </a:lnTo>
                <a:lnTo>
                  <a:pt x="120" y="404"/>
                </a:lnTo>
                <a:lnTo>
                  <a:pt x="122" y="403"/>
                </a:lnTo>
                <a:lnTo>
                  <a:pt x="124" y="401"/>
                </a:lnTo>
                <a:lnTo>
                  <a:pt x="128" y="399"/>
                </a:lnTo>
                <a:lnTo>
                  <a:pt x="132" y="396"/>
                </a:lnTo>
                <a:lnTo>
                  <a:pt x="136" y="393"/>
                </a:lnTo>
                <a:lnTo>
                  <a:pt x="140" y="389"/>
                </a:lnTo>
                <a:lnTo>
                  <a:pt x="141" y="387"/>
                </a:lnTo>
                <a:lnTo>
                  <a:pt x="142" y="385"/>
                </a:lnTo>
                <a:lnTo>
                  <a:pt x="143" y="383"/>
                </a:lnTo>
                <a:lnTo>
                  <a:pt x="144" y="382"/>
                </a:lnTo>
                <a:lnTo>
                  <a:pt x="144" y="381"/>
                </a:lnTo>
                <a:lnTo>
                  <a:pt x="145" y="381"/>
                </a:lnTo>
                <a:lnTo>
                  <a:pt x="152" y="377"/>
                </a:lnTo>
                <a:lnTo>
                  <a:pt x="158" y="372"/>
                </a:lnTo>
                <a:lnTo>
                  <a:pt x="164" y="368"/>
                </a:lnTo>
                <a:lnTo>
                  <a:pt x="171" y="363"/>
                </a:lnTo>
                <a:lnTo>
                  <a:pt x="178" y="357"/>
                </a:lnTo>
                <a:lnTo>
                  <a:pt x="184" y="352"/>
                </a:lnTo>
                <a:lnTo>
                  <a:pt x="191" y="346"/>
                </a:lnTo>
                <a:lnTo>
                  <a:pt x="197" y="340"/>
                </a:lnTo>
                <a:lnTo>
                  <a:pt x="204" y="333"/>
                </a:lnTo>
                <a:lnTo>
                  <a:pt x="209" y="326"/>
                </a:lnTo>
                <a:lnTo>
                  <a:pt x="214" y="319"/>
                </a:lnTo>
                <a:lnTo>
                  <a:pt x="218" y="312"/>
                </a:lnTo>
                <a:lnTo>
                  <a:pt x="220" y="308"/>
                </a:lnTo>
                <a:lnTo>
                  <a:pt x="222" y="304"/>
                </a:lnTo>
                <a:lnTo>
                  <a:pt x="224" y="300"/>
                </a:lnTo>
                <a:lnTo>
                  <a:pt x="225" y="296"/>
                </a:lnTo>
                <a:lnTo>
                  <a:pt x="227" y="293"/>
                </a:lnTo>
                <a:lnTo>
                  <a:pt x="228" y="289"/>
                </a:lnTo>
                <a:lnTo>
                  <a:pt x="228" y="284"/>
                </a:lnTo>
                <a:lnTo>
                  <a:pt x="229" y="280"/>
                </a:lnTo>
                <a:lnTo>
                  <a:pt x="228" y="280"/>
                </a:lnTo>
                <a:lnTo>
                  <a:pt x="228" y="278"/>
                </a:lnTo>
                <a:lnTo>
                  <a:pt x="224" y="279"/>
                </a:lnTo>
                <a:lnTo>
                  <a:pt x="220" y="279"/>
                </a:lnTo>
                <a:lnTo>
                  <a:pt x="218" y="280"/>
                </a:lnTo>
                <a:lnTo>
                  <a:pt x="216" y="281"/>
                </a:lnTo>
                <a:lnTo>
                  <a:pt x="211" y="283"/>
                </a:lnTo>
                <a:lnTo>
                  <a:pt x="207" y="285"/>
                </a:lnTo>
                <a:lnTo>
                  <a:pt x="202" y="286"/>
                </a:lnTo>
                <a:lnTo>
                  <a:pt x="198" y="288"/>
                </a:lnTo>
                <a:lnTo>
                  <a:pt x="193" y="289"/>
                </a:lnTo>
                <a:lnTo>
                  <a:pt x="189" y="289"/>
                </a:lnTo>
                <a:lnTo>
                  <a:pt x="185" y="289"/>
                </a:lnTo>
                <a:lnTo>
                  <a:pt x="181" y="289"/>
                </a:lnTo>
                <a:lnTo>
                  <a:pt x="177" y="289"/>
                </a:lnTo>
                <a:lnTo>
                  <a:pt x="173" y="289"/>
                </a:lnTo>
                <a:lnTo>
                  <a:pt x="169" y="287"/>
                </a:lnTo>
                <a:lnTo>
                  <a:pt x="166" y="286"/>
                </a:lnTo>
                <a:lnTo>
                  <a:pt x="162" y="285"/>
                </a:lnTo>
                <a:lnTo>
                  <a:pt x="159" y="283"/>
                </a:lnTo>
                <a:lnTo>
                  <a:pt x="156" y="281"/>
                </a:lnTo>
                <a:lnTo>
                  <a:pt x="152" y="280"/>
                </a:lnTo>
                <a:lnTo>
                  <a:pt x="149" y="277"/>
                </a:lnTo>
                <a:lnTo>
                  <a:pt x="146" y="276"/>
                </a:lnTo>
                <a:lnTo>
                  <a:pt x="141" y="273"/>
                </a:lnTo>
                <a:lnTo>
                  <a:pt x="136" y="270"/>
                </a:lnTo>
                <a:lnTo>
                  <a:pt x="136" y="269"/>
                </a:lnTo>
                <a:lnTo>
                  <a:pt x="135" y="269"/>
                </a:lnTo>
                <a:lnTo>
                  <a:pt x="134" y="268"/>
                </a:lnTo>
                <a:lnTo>
                  <a:pt x="133" y="266"/>
                </a:lnTo>
                <a:lnTo>
                  <a:pt x="133" y="265"/>
                </a:lnTo>
                <a:lnTo>
                  <a:pt x="132" y="264"/>
                </a:lnTo>
                <a:lnTo>
                  <a:pt x="132" y="261"/>
                </a:lnTo>
                <a:lnTo>
                  <a:pt x="132" y="259"/>
                </a:lnTo>
                <a:lnTo>
                  <a:pt x="132" y="258"/>
                </a:lnTo>
                <a:lnTo>
                  <a:pt x="131" y="257"/>
                </a:lnTo>
                <a:lnTo>
                  <a:pt x="131" y="255"/>
                </a:lnTo>
                <a:lnTo>
                  <a:pt x="131" y="254"/>
                </a:lnTo>
                <a:lnTo>
                  <a:pt x="131" y="253"/>
                </a:lnTo>
                <a:lnTo>
                  <a:pt x="132" y="252"/>
                </a:lnTo>
                <a:lnTo>
                  <a:pt x="132" y="250"/>
                </a:lnTo>
                <a:lnTo>
                  <a:pt x="132" y="249"/>
                </a:lnTo>
                <a:lnTo>
                  <a:pt x="135" y="246"/>
                </a:lnTo>
                <a:lnTo>
                  <a:pt x="138" y="244"/>
                </a:lnTo>
                <a:lnTo>
                  <a:pt x="141" y="241"/>
                </a:lnTo>
                <a:lnTo>
                  <a:pt x="144" y="239"/>
                </a:lnTo>
                <a:lnTo>
                  <a:pt x="152" y="234"/>
                </a:lnTo>
                <a:lnTo>
                  <a:pt x="160" y="230"/>
                </a:lnTo>
                <a:lnTo>
                  <a:pt x="167" y="227"/>
                </a:lnTo>
                <a:lnTo>
                  <a:pt x="172" y="225"/>
                </a:lnTo>
                <a:lnTo>
                  <a:pt x="177" y="224"/>
                </a:lnTo>
                <a:lnTo>
                  <a:pt x="183" y="222"/>
                </a:lnTo>
                <a:lnTo>
                  <a:pt x="188" y="221"/>
                </a:lnTo>
                <a:lnTo>
                  <a:pt x="195" y="220"/>
                </a:lnTo>
                <a:lnTo>
                  <a:pt x="198" y="219"/>
                </a:lnTo>
                <a:lnTo>
                  <a:pt x="200" y="217"/>
                </a:lnTo>
                <a:lnTo>
                  <a:pt x="203" y="216"/>
                </a:lnTo>
                <a:lnTo>
                  <a:pt x="205" y="213"/>
                </a:lnTo>
                <a:lnTo>
                  <a:pt x="207" y="212"/>
                </a:lnTo>
                <a:lnTo>
                  <a:pt x="209" y="209"/>
                </a:lnTo>
                <a:lnTo>
                  <a:pt x="212" y="208"/>
                </a:lnTo>
                <a:lnTo>
                  <a:pt x="215" y="206"/>
                </a:lnTo>
                <a:lnTo>
                  <a:pt x="218" y="205"/>
                </a:lnTo>
                <a:lnTo>
                  <a:pt x="222" y="204"/>
                </a:lnTo>
                <a:lnTo>
                  <a:pt x="226" y="202"/>
                </a:lnTo>
                <a:lnTo>
                  <a:pt x="230" y="201"/>
                </a:lnTo>
                <a:lnTo>
                  <a:pt x="235" y="200"/>
                </a:lnTo>
                <a:lnTo>
                  <a:pt x="239" y="198"/>
                </a:lnTo>
                <a:lnTo>
                  <a:pt x="242" y="197"/>
                </a:lnTo>
                <a:lnTo>
                  <a:pt x="246" y="195"/>
                </a:lnTo>
                <a:lnTo>
                  <a:pt x="248" y="193"/>
                </a:lnTo>
                <a:lnTo>
                  <a:pt x="249" y="191"/>
                </a:lnTo>
                <a:lnTo>
                  <a:pt x="250" y="189"/>
                </a:lnTo>
                <a:lnTo>
                  <a:pt x="252" y="187"/>
                </a:lnTo>
                <a:lnTo>
                  <a:pt x="253" y="184"/>
                </a:lnTo>
                <a:lnTo>
                  <a:pt x="254" y="182"/>
                </a:lnTo>
                <a:lnTo>
                  <a:pt x="256" y="180"/>
                </a:lnTo>
                <a:lnTo>
                  <a:pt x="257" y="179"/>
                </a:lnTo>
                <a:lnTo>
                  <a:pt x="261" y="176"/>
                </a:lnTo>
                <a:lnTo>
                  <a:pt x="266" y="175"/>
                </a:lnTo>
                <a:lnTo>
                  <a:pt x="269" y="173"/>
                </a:lnTo>
                <a:lnTo>
                  <a:pt x="270" y="172"/>
                </a:lnTo>
                <a:lnTo>
                  <a:pt x="273" y="171"/>
                </a:lnTo>
                <a:lnTo>
                  <a:pt x="273" y="169"/>
                </a:lnTo>
                <a:lnTo>
                  <a:pt x="273" y="160"/>
                </a:lnTo>
                <a:lnTo>
                  <a:pt x="273" y="152"/>
                </a:lnTo>
                <a:lnTo>
                  <a:pt x="273" y="144"/>
                </a:lnTo>
                <a:lnTo>
                  <a:pt x="273" y="136"/>
                </a:lnTo>
                <a:lnTo>
                  <a:pt x="274" y="133"/>
                </a:lnTo>
                <a:lnTo>
                  <a:pt x="275" y="127"/>
                </a:lnTo>
                <a:lnTo>
                  <a:pt x="276" y="118"/>
                </a:lnTo>
                <a:lnTo>
                  <a:pt x="277" y="108"/>
                </a:lnTo>
                <a:lnTo>
                  <a:pt x="278" y="98"/>
                </a:lnTo>
                <a:lnTo>
                  <a:pt x="279" y="90"/>
                </a:lnTo>
                <a:lnTo>
                  <a:pt x="279" y="83"/>
                </a:lnTo>
                <a:lnTo>
                  <a:pt x="279" y="79"/>
                </a:lnTo>
                <a:lnTo>
                  <a:pt x="278" y="76"/>
                </a:lnTo>
                <a:lnTo>
                  <a:pt x="278" y="70"/>
                </a:lnTo>
                <a:lnTo>
                  <a:pt x="277" y="60"/>
                </a:lnTo>
                <a:lnTo>
                  <a:pt x="276" y="50"/>
                </a:lnTo>
                <a:lnTo>
                  <a:pt x="275" y="40"/>
                </a:lnTo>
                <a:lnTo>
                  <a:pt x="274" y="31"/>
                </a:lnTo>
                <a:lnTo>
                  <a:pt x="274" y="24"/>
                </a:lnTo>
                <a:lnTo>
                  <a:pt x="273" y="22"/>
                </a:lnTo>
                <a:lnTo>
                  <a:pt x="276" y="17"/>
                </a:lnTo>
                <a:lnTo>
                  <a:pt x="277" y="12"/>
                </a:lnTo>
                <a:lnTo>
                  <a:pt x="280" y="7"/>
                </a:lnTo>
                <a:lnTo>
                  <a:pt x="281" y="1"/>
                </a:lnTo>
                <a:lnTo>
                  <a:pt x="285" y="2"/>
                </a:lnTo>
                <a:lnTo>
                  <a:pt x="286" y="1"/>
                </a:lnTo>
                <a:lnTo>
                  <a:pt x="287" y="1"/>
                </a:lnTo>
                <a:lnTo>
                  <a:pt x="289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83" name="íṩḷiḋe">
            <a:extLst>
              <a:ext uri="{FF2B5EF4-FFF2-40B4-BE49-F238E27FC236}">
                <a16:creationId xmlns:a16="http://schemas.microsoft.com/office/drawing/2014/main" id="{E3D752A1-72B9-4FEB-B4C3-6ABFCD90DBC9}"/>
              </a:ext>
            </a:extLst>
          </p:cNvPr>
          <p:cNvSpPr>
            <a:spLocks noGrp="1"/>
          </p:cNvSpPr>
          <p:nvPr/>
        </p:nvSpPr>
        <p:spPr>
          <a:xfrm>
            <a:off x="2669400" y="731520"/>
            <a:ext cx="68040" cy="63360"/>
          </a:xfrm>
          <a:custGeom>
            <a:avLst/>
            <a:gdLst>
              <a:gd name="textAreaLeft" fmla="*/ 0 w 68040"/>
              <a:gd name="textAreaRight" fmla="*/ 68400 w 68040"/>
              <a:gd name="textAreaTop" fmla="*/ 0 h 63360"/>
              <a:gd name="textAreaBottom" fmla="*/ 63720 h 63360"/>
              <a:gd name="GluePoint1X" fmla="*/ 5 w 157"/>
              <a:gd name="GluePoint1Y" fmla="*/ 0 h 146"/>
              <a:gd name="GluePoint2X" fmla="*/ 9 w 157"/>
              <a:gd name="GluePoint2Y" fmla="*/ 0 h 146"/>
              <a:gd name="GluePoint3X" fmla="*/ 11 w 157"/>
              <a:gd name="GluePoint3Y" fmla="*/ 2 h 146"/>
              <a:gd name="GluePoint4X" fmla="*/ 14 w 157"/>
              <a:gd name="GluePoint4Y" fmla="*/ 4 h 146"/>
              <a:gd name="GluePoint5X" fmla="*/ 17 w 157"/>
              <a:gd name="GluePoint5Y" fmla="*/ 7 h 146"/>
              <a:gd name="GluePoint6X" fmla="*/ 19 w 157"/>
              <a:gd name="GluePoint6Y" fmla="*/ 11 h 146"/>
              <a:gd name="GluePoint7X" fmla="*/ 27 w 157"/>
              <a:gd name="GluePoint7Y" fmla="*/ 19 h 146"/>
              <a:gd name="GluePoint8X" fmla="*/ 37 w 157"/>
              <a:gd name="GluePoint8Y" fmla="*/ 28 h 146"/>
              <a:gd name="GluePoint9X" fmla="*/ 45 w 157"/>
              <a:gd name="GluePoint9Y" fmla="*/ 38 h 146"/>
              <a:gd name="GluePoint10X" fmla="*/ 49 w 157"/>
              <a:gd name="GluePoint10Y" fmla="*/ 49 h 146"/>
              <a:gd name="GluePoint11X" fmla="*/ 54 w 157"/>
              <a:gd name="GluePoint11Y" fmla="*/ 56 h 146"/>
              <a:gd name="GluePoint12X" fmla="*/ 61 w 157"/>
              <a:gd name="GluePoint12Y" fmla="*/ 61 h 146"/>
              <a:gd name="GluePoint13X" fmla="*/ 64 w 157"/>
              <a:gd name="GluePoint13Y" fmla="*/ 66 h 146"/>
              <a:gd name="GluePoint14X" fmla="*/ 72 w 157"/>
              <a:gd name="GluePoint14Y" fmla="*/ 72 h 146"/>
              <a:gd name="GluePoint15X" fmla="*/ 85 w 157"/>
              <a:gd name="GluePoint15Y" fmla="*/ 81 h 146"/>
              <a:gd name="GluePoint16X" fmla="*/ 99 w 157"/>
              <a:gd name="GluePoint16Y" fmla="*/ 90 h 146"/>
              <a:gd name="GluePoint17X" fmla="*/ 113 w 157"/>
              <a:gd name="GluePoint17Y" fmla="*/ 98 h 146"/>
              <a:gd name="GluePoint18X" fmla="*/ 121 w 157"/>
              <a:gd name="GluePoint18Y" fmla="*/ 104 h 146"/>
              <a:gd name="GluePoint19X" fmla="*/ 124 w 157"/>
              <a:gd name="GluePoint19Y" fmla="*/ 104 h 146"/>
              <a:gd name="GluePoint20X" fmla="*/ 127 w 157"/>
              <a:gd name="GluePoint20Y" fmla="*/ 104 h 146"/>
              <a:gd name="GluePoint21X" fmla="*/ 131 w 157"/>
              <a:gd name="GluePoint21Y" fmla="*/ 104 h 146"/>
              <a:gd name="GluePoint22X" fmla="*/ 138 w 157"/>
              <a:gd name="GluePoint22Y" fmla="*/ 108 h 146"/>
              <a:gd name="GluePoint23X" fmla="*/ 148 w 157"/>
              <a:gd name="GluePoint23Y" fmla="*/ 114 h 146"/>
              <a:gd name="GluePoint24X" fmla="*/ 154 w 157"/>
              <a:gd name="GluePoint24Y" fmla="*/ 119 h 146"/>
              <a:gd name="GluePoint25X" fmla="*/ 157 w 157"/>
              <a:gd name="GluePoint25Y" fmla="*/ 125 h 146"/>
              <a:gd name="GluePoint26X" fmla="*/ 156 w 157"/>
              <a:gd name="GluePoint26Y" fmla="*/ 130 h 146"/>
              <a:gd name="GluePoint27X" fmla="*/ 155 w 157"/>
              <a:gd name="GluePoint27Y" fmla="*/ 135 h 146"/>
              <a:gd name="GluePoint28X" fmla="*/ 153 w 157"/>
              <a:gd name="GluePoint28Y" fmla="*/ 139 h 146"/>
              <a:gd name="GluePoint29X" fmla="*/ 149 w 157"/>
              <a:gd name="GluePoint29Y" fmla="*/ 141 h 146"/>
              <a:gd name="GluePoint30X" fmla="*/ 145 w 157"/>
              <a:gd name="GluePoint30Y" fmla="*/ 142 h 146"/>
              <a:gd name="GluePoint31X" fmla="*/ 136 w 157"/>
              <a:gd name="GluePoint31Y" fmla="*/ 142 h 146"/>
              <a:gd name="GluePoint32X" fmla="*/ 122 w 157"/>
              <a:gd name="GluePoint32Y" fmla="*/ 139 h 146"/>
              <a:gd name="GluePoint33X" fmla="*/ 112 w 157"/>
              <a:gd name="GluePoint33Y" fmla="*/ 137 h 146"/>
              <a:gd name="GluePoint34X" fmla="*/ 107 w 157"/>
              <a:gd name="GluePoint34Y" fmla="*/ 137 h 146"/>
              <a:gd name="GluePoint35X" fmla="*/ 104 w 157"/>
              <a:gd name="GluePoint35Y" fmla="*/ 138 h 146"/>
              <a:gd name="GluePoint36X" fmla="*/ 100 w 157"/>
              <a:gd name="GluePoint36Y" fmla="*/ 141 h 146"/>
              <a:gd name="GluePoint37X" fmla="*/ 94 w 157"/>
              <a:gd name="GluePoint37Y" fmla="*/ 144 h 146"/>
              <a:gd name="GluePoint38X" fmla="*/ 85 w 157"/>
              <a:gd name="GluePoint38Y" fmla="*/ 146 h 146"/>
              <a:gd name="GluePoint39X" fmla="*/ 76 w 157"/>
              <a:gd name="GluePoint39Y" fmla="*/ 146 h 146"/>
              <a:gd name="GluePoint40X" fmla="*/ 67 w 157"/>
              <a:gd name="GluePoint40Y" fmla="*/ 145 h 146"/>
              <a:gd name="GluePoint41X" fmla="*/ 61 w 157"/>
              <a:gd name="GluePoint41Y" fmla="*/ 140 h 146"/>
              <a:gd name="GluePoint42X" fmla="*/ 57 w 157"/>
              <a:gd name="GluePoint42Y" fmla="*/ 134 h 146"/>
              <a:gd name="GluePoint43X" fmla="*/ 51 w 157"/>
              <a:gd name="GluePoint43Y" fmla="*/ 128 h 146"/>
              <a:gd name="GluePoint44X" fmla="*/ 46 w 157"/>
              <a:gd name="GluePoint44Y" fmla="*/ 122 h 146"/>
              <a:gd name="GluePoint45X" fmla="*/ 41 w 157"/>
              <a:gd name="GluePoint45Y" fmla="*/ 115 h 146"/>
              <a:gd name="GluePoint46X" fmla="*/ 38 w 157"/>
              <a:gd name="GluePoint46Y" fmla="*/ 107 h 146"/>
              <a:gd name="GluePoint47X" fmla="*/ 33 w 157"/>
              <a:gd name="GluePoint47Y" fmla="*/ 93 h 146"/>
              <a:gd name="GluePoint48X" fmla="*/ 29 w 157"/>
              <a:gd name="GluePoint48Y" fmla="*/ 79 h 146"/>
              <a:gd name="GluePoint49X" fmla="*/ 25 w 157"/>
              <a:gd name="GluePoint49Y" fmla="*/ 70 h 146"/>
              <a:gd name="GluePoint50X" fmla="*/ 16 w 157"/>
              <a:gd name="GluePoint50Y" fmla="*/ 54 h 146"/>
              <a:gd name="GluePoint51X" fmla="*/ 7 w 157"/>
              <a:gd name="GluePoint51Y" fmla="*/ 38 h 146"/>
              <a:gd name="GluePoint52X" fmla="*/ 3 w 157"/>
              <a:gd name="GluePoint52Y" fmla="*/ 27 h 146"/>
              <a:gd name="GluePoint53X" fmla="*/ 0 w 157"/>
              <a:gd name="GluePoint53Y" fmla="*/ 17 h 146"/>
              <a:gd name="GluePoint54X" fmla="*/ 0 w 157"/>
              <a:gd name="GluePoint54Y" fmla="*/ 8 h 146"/>
              <a:gd name="GluePoint55X" fmla="*/ 0 w 157"/>
              <a:gd name="GluePoint55Y" fmla="*/ 3 h 146"/>
            </a:gdLst>
            <a:ahLst/>
            <a:cxnLst/>
            <a:rect l="textAreaLeft" t="textAreaTop" r="textAreaRight" b="textAreaBottom"/>
            <a:pathLst>
              <a:path w="157" h="146">
                <a:moveTo>
                  <a:pt x="1" y="0"/>
                </a:moveTo>
                <a:lnTo>
                  <a:pt x="5" y="0"/>
                </a:lnTo>
                <a:lnTo>
                  <a:pt x="8" y="0"/>
                </a:lnTo>
                <a:lnTo>
                  <a:pt x="9" y="0"/>
                </a:lnTo>
                <a:lnTo>
                  <a:pt x="10" y="1"/>
                </a:lnTo>
                <a:lnTo>
                  <a:pt x="11" y="2"/>
                </a:lnTo>
                <a:lnTo>
                  <a:pt x="13" y="3"/>
                </a:lnTo>
                <a:lnTo>
                  <a:pt x="14" y="4"/>
                </a:lnTo>
                <a:lnTo>
                  <a:pt x="15" y="6"/>
                </a:lnTo>
                <a:lnTo>
                  <a:pt x="17" y="7"/>
                </a:lnTo>
                <a:lnTo>
                  <a:pt x="17" y="8"/>
                </a:lnTo>
                <a:lnTo>
                  <a:pt x="19" y="11"/>
                </a:lnTo>
                <a:lnTo>
                  <a:pt x="21" y="14"/>
                </a:lnTo>
                <a:lnTo>
                  <a:pt x="27" y="19"/>
                </a:lnTo>
                <a:lnTo>
                  <a:pt x="33" y="24"/>
                </a:lnTo>
                <a:lnTo>
                  <a:pt x="37" y="28"/>
                </a:lnTo>
                <a:lnTo>
                  <a:pt x="42" y="33"/>
                </a:lnTo>
                <a:lnTo>
                  <a:pt x="45" y="38"/>
                </a:lnTo>
                <a:lnTo>
                  <a:pt x="47" y="43"/>
                </a:lnTo>
                <a:lnTo>
                  <a:pt x="49" y="49"/>
                </a:lnTo>
                <a:lnTo>
                  <a:pt x="51" y="54"/>
                </a:lnTo>
                <a:lnTo>
                  <a:pt x="54" y="56"/>
                </a:lnTo>
                <a:lnTo>
                  <a:pt x="57" y="58"/>
                </a:lnTo>
                <a:lnTo>
                  <a:pt x="61" y="61"/>
                </a:lnTo>
                <a:lnTo>
                  <a:pt x="63" y="63"/>
                </a:lnTo>
                <a:lnTo>
                  <a:pt x="64" y="66"/>
                </a:lnTo>
                <a:lnTo>
                  <a:pt x="65" y="68"/>
                </a:lnTo>
                <a:lnTo>
                  <a:pt x="72" y="72"/>
                </a:lnTo>
                <a:lnTo>
                  <a:pt x="78" y="77"/>
                </a:lnTo>
                <a:lnTo>
                  <a:pt x="85" y="81"/>
                </a:lnTo>
                <a:lnTo>
                  <a:pt x="92" y="85"/>
                </a:lnTo>
                <a:lnTo>
                  <a:pt x="99" y="90"/>
                </a:lnTo>
                <a:lnTo>
                  <a:pt x="106" y="94"/>
                </a:lnTo>
                <a:lnTo>
                  <a:pt x="113" y="98"/>
                </a:lnTo>
                <a:lnTo>
                  <a:pt x="119" y="102"/>
                </a:lnTo>
                <a:lnTo>
                  <a:pt x="121" y="104"/>
                </a:lnTo>
                <a:lnTo>
                  <a:pt x="122" y="104"/>
                </a:lnTo>
                <a:lnTo>
                  <a:pt x="124" y="104"/>
                </a:lnTo>
                <a:lnTo>
                  <a:pt x="125" y="104"/>
                </a:lnTo>
                <a:lnTo>
                  <a:pt x="127" y="104"/>
                </a:lnTo>
                <a:lnTo>
                  <a:pt x="129" y="104"/>
                </a:lnTo>
                <a:lnTo>
                  <a:pt x="131" y="104"/>
                </a:lnTo>
                <a:lnTo>
                  <a:pt x="133" y="105"/>
                </a:lnTo>
                <a:lnTo>
                  <a:pt x="138" y="108"/>
                </a:lnTo>
                <a:lnTo>
                  <a:pt x="145" y="113"/>
                </a:lnTo>
                <a:lnTo>
                  <a:pt x="148" y="114"/>
                </a:lnTo>
                <a:lnTo>
                  <a:pt x="151" y="117"/>
                </a:lnTo>
                <a:lnTo>
                  <a:pt x="154" y="119"/>
                </a:lnTo>
                <a:lnTo>
                  <a:pt x="156" y="122"/>
                </a:lnTo>
                <a:lnTo>
                  <a:pt x="157" y="125"/>
                </a:lnTo>
                <a:lnTo>
                  <a:pt x="157" y="128"/>
                </a:lnTo>
                <a:lnTo>
                  <a:pt x="156" y="130"/>
                </a:lnTo>
                <a:lnTo>
                  <a:pt x="156" y="133"/>
                </a:lnTo>
                <a:lnTo>
                  <a:pt x="155" y="135"/>
                </a:lnTo>
                <a:lnTo>
                  <a:pt x="154" y="137"/>
                </a:lnTo>
                <a:lnTo>
                  <a:pt x="153" y="139"/>
                </a:lnTo>
                <a:lnTo>
                  <a:pt x="151" y="140"/>
                </a:lnTo>
                <a:lnTo>
                  <a:pt x="149" y="141"/>
                </a:lnTo>
                <a:lnTo>
                  <a:pt x="147" y="142"/>
                </a:lnTo>
                <a:lnTo>
                  <a:pt x="145" y="142"/>
                </a:lnTo>
                <a:lnTo>
                  <a:pt x="142" y="142"/>
                </a:lnTo>
                <a:lnTo>
                  <a:pt x="136" y="142"/>
                </a:lnTo>
                <a:lnTo>
                  <a:pt x="129" y="141"/>
                </a:lnTo>
                <a:lnTo>
                  <a:pt x="122" y="139"/>
                </a:lnTo>
                <a:lnTo>
                  <a:pt x="117" y="138"/>
                </a:lnTo>
                <a:lnTo>
                  <a:pt x="112" y="137"/>
                </a:lnTo>
                <a:lnTo>
                  <a:pt x="109" y="136"/>
                </a:lnTo>
                <a:lnTo>
                  <a:pt x="107" y="137"/>
                </a:lnTo>
                <a:lnTo>
                  <a:pt x="105" y="137"/>
                </a:lnTo>
                <a:lnTo>
                  <a:pt x="104" y="138"/>
                </a:lnTo>
                <a:lnTo>
                  <a:pt x="103" y="139"/>
                </a:lnTo>
                <a:lnTo>
                  <a:pt x="100" y="141"/>
                </a:lnTo>
                <a:lnTo>
                  <a:pt x="98" y="142"/>
                </a:lnTo>
                <a:lnTo>
                  <a:pt x="94" y="144"/>
                </a:lnTo>
                <a:lnTo>
                  <a:pt x="90" y="145"/>
                </a:lnTo>
                <a:lnTo>
                  <a:pt x="85" y="146"/>
                </a:lnTo>
                <a:lnTo>
                  <a:pt x="81" y="146"/>
                </a:lnTo>
                <a:lnTo>
                  <a:pt x="76" y="146"/>
                </a:lnTo>
                <a:lnTo>
                  <a:pt x="72" y="146"/>
                </a:lnTo>
                <a:lnTo>
                  <a:pt x="67" y="145"/>
                </a:lnTo>
                <a:lnTo>
                  <a:pt x="63" y="144"/>
                </a:lnTo>
                <a:lnTo>
                  <a:pt x="61" y="140"/>
                </a:lnTo>
                <a:lnTo>
                  <a:pt x="59" y="136"/>
                </a:lnTo>
                <a:lnTo>
                  <a:pt x="57" y="134"/>
                </a:lnTo>
                <a:lnTo>
                  <a:pt x="54" y="130"/>
                </a:lnTo>
                <a:lnTo>
                  <a:pt x="51" y="128"/>
                </a:lnTo>
                <a:lnTo>
                  <a:pt x="49" y="125"/>
                </a:lnTo>
                <a:lnTo>
                  <a:pt x="46" y="122"/>
                </a:lnTo>
                <a:lnTo>
                  <a:pt x="44" y="118"/>
                </a:lnTo>
                <a:lnTo>
                  <a:pt x="41" y="115"/>
                </a:lnTo>
                <a:lnTo>
                  <a:pt x="40" y="111"/>
                </a:lnTo>
                <a:lnTo>
                  <a:pt x="38" y="107"/>
                </a:lnTo>
                <a:lnTo>
                  <a:pt x="37" y="102"/>
                </a:lnTo>
                <a:lnTo>
                  <a:pt x="33" y="93"/>
                </a:lnTo>
                <a:lnTo>
                  <a:pt x="31" y="84"/>
                </a:lnTo>
                <a:lnTo>
                  <a:pt x="29" y="79"/>
                </a:lnTo>
                <a:lnTo>
                  <a:pt x="27" y="74"/>
                </a:lnTo>
                <a:lnTo>
                  <a:pt x="25" y="70"/>
                </a:lnTo>
                <a:lnTo>
                  <a:pt x="21" y="65"/>
                </a:lnTo>
                <a:lnTo>
                  <a:pt x="16" y="54"/>
                </a:lnTo>
                <a:lnTo>
                  <a:pt x="9" y="44"/>
                </a:lnTo>
                <a:lnTo>
                  <a:pt x="7" y="38"/>
                </a:lnTo>
                <a:lnTo>
                  <a:pt x="5" y="33"/>
                </a:lnTo>
                <a:lnTo>
                  <a:pt x="3" y="27"/>
                </a:lnTo>
                <a:lnTo>
                  <a:pt x="1" y="22"/>
                </a:lnTo>
                <a:lnTo>
                  <a:pt x="0" y="17"/>
                </a:lnTo>
                <a:lnTo>
                  <a:pt x="0" y="11"/>
                </a:lnTo>
                <a:lnTo>
                  <a:pt x="0" y="8"/>
                </a:lnTo>
                <a:lnTo>
                  <a:pt x="0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720" rIns="90000" bIns="18720" anchor="ctr">
            <a:noAutofit/>
          </a:bodyPr>
          <a:lstStyle/>
          <a:p>
            <a:endParaRPr/>
          </a:p>
        </p:txBody>
      </p:sp>
      <p:sp>
        <p:nvSpPr>
          <p:cNvPr id="484" name="iš1iḑé">
            <a:extLst>
              <a:ext uri="{FF2B5EF4-FFF2-40B4-BE49-F238E27FC236}">
                <a16:creationId xmlns:a16="http://schemas.microsoft.com/office/drawing/2014/main" id="{F7FB3CE3-CF59-45DC-B883-00A52F466CDD}"/>
              </a:ext>
            </a:extLst>
          </p:cNvPr>
          <p:cNvSpPr>
            <a:spLocks noGrp="1"/>
          </p:cNvSpPr>
          <p:nvPr/>
        </p:nvSpPr>
        <p:spPr>
          <a:xfrm>
            <a:off x="1693800" y="568800"/>
            <a:ext cx="206280" cy="261720"/>
          </a:xfrm>
          <a:custGeom>
            <a:avLst/>
            <a:gdLst>
              <a:gd name="textAreaLeft" fmla="*/ 0 w 206280"/>
              <a:gd name="textAreaRight" fmla="*/ 206640 w 206280"/>
              <a:gd name="textAreaTop" fmla="*/ 0 h 261720"/>
              <a:gd name="textAreaBottom" fmla="*/ 262080 h 261720"/>
              <a:gd name="GluePoint1X" fmla="*/ 18 w 473"/>
              <a:gd name="GluePoint1Y" fmla="*/ 229 h 600"/>
              <a:gd name="GluePoint2X" fmla="*/ 1 w 473"/>
              <a:gd name="GluePoint2Y" fmla="*/ 209 h 600"/>
              <a:gd name="GluePoint3X" fmla="*/ 18 w 473"/>
              <a:gd name="GluePoint3Y" fmla="*/ 192 h 600"/>
              <a:gd name="GluePoint4X" fmla="*/ 62 w 473"/>
              <a:gd name="GluePoint4Y" fmla="*/ 187 h 600"/>
              <a:gd name="GluePoint5X" fmla="*/ 120 w 473"/>
              <a:gd name="GluePoint5Y" fmla="*/ 166 h 600"/>
              <a:gd name="GluePoint6X" fmla="*/ 197 w 473"/>
              <a:gd name="GluePoint6Y" fmla="*/ 132 h 600"/>
              <a:gd name="GluePoint7X" fmla="*/ 233 w 473"/>
              <a:gd name="GluePoint7Y" fmla="*/ 90 h 600"/>
              <a:gd name="GluePoint8X" fmla="*/ 246 w 473"/>
              <a:gd name="GluePoint8Y" fmla="*/ 42 h 600"/>
              <a:gd name="GluePoint9X" fmla="*/ 256 w 473"/>
              <a:gd name="GluePoint9Y" fmla="*/ 2 h 600"/>
              <a:gd name="GluePoint10X" fmla="*/ 289 w 473"/>
              <a:gd name="GluePoint10Y" fmla="*/ 38 h 600"/>
              <a:gd name="GluePoint11X" fmla="*/ 345 w 473"/>
              <a:gd name="GluePoint11Y" fmla="*/ 62 h 600"/>
              <a:gd name="GluePoint12X" fmla="*/ 350 w 473"/>
              <a:gd name="GluePoint12Y" fmla="*/ 83 h 600"/>
              <a:gd name="GluePoint13X" fmla="*/ 329 w 473"/>
              <a:gd name="GluePoint13Y" fmla="*/ 118 h 600"/>
              <a:gd name="GluePoint14X" fmla="*/ 276 w 473"/>
              <a:gd name="GluePoint14Y" fmla="*/ 146 h 600"/>
              <a:gd name="GluePoint15X" fmla="*/ 247 w 473"/>
              <a:gd name="GluePoint15Y" fmla="*/ 197 h 600"/>
              <a:gd name="GluePoint16X" fmla="*/ 195 w 473"/>
              <a:gd name="GluePoint16Y" fmla="*/ 260 h 600"/>
              <a:gd name="GluePoint17X" fmla="*/ 200 w 473"/>
              <a:gd name="GluePoint17Y" fmla="*/ 285 h 600"/>
              <a:gd name="GluePoint18X" fmla="*/ 242 w 473"/>
              <a:gd name="GluePoint18Y" fmla="*/ 261 h 600"/>
              <a:gd name="GluePoint19X" fmla="*/ 300 w 473"/>
              <a:gd name="GluePoint19Y" fmla="*/ 228 h 600"/>
              <a:gd name="GluePoint20X" fmla="*/ 388 w 473"/>
              <a:gd name="GluePoint20Y" fmla="*/ 162 h 600"/>
              <a:gd name="GluePoint21X" fmla="*/ 432 w 473"/>
              <a:gd name="GluePoint21Y" fmla="*/ 141 h 600"/>
              <a:gd name="GluePoint22X" fmla="*/ 473 w 473"/>
              <a:gd name="GluePoint22Y" fmla="*/ 158 h 600"/>
              <a:gd name="GluePoint23X" fmla="*/ 455 w 473"/>
              <a:gd name="GluePoint23Y" fmla="*/ 210 h 600"/>
              <a:gd name="GluePoint24X" fmla="*/ 440 w 473"/>
              <a:gd name="GluePoint24Y" fmla="*/ 283 h 600"/>
              <a:gd name="GluePoint25X" fmla="*/ 416 w 473"/>
              <a:gd name="GluePoint25Y" fmla="*/ 447 h 600"/>
              <a:gd name="GluePoint26X" fmla="*/ 408 w 473"/>
              <a:gd name="GluePoint26Y" fmla="*/ 524 h 600"/>
              <a:gd name="GluePoint27X" fmla="*/ 404 w 473"/>
              <a:gd name="GluePoint27Y" fmla="*/ 581 h 600"/>
              <a:gd name="GluePoint28X" fmla="*/ 382 w 473"/>
              <a:gd name="GluePoint28Y" fmla="*/ 600 h 600"/>
              <a:gd name="GluePoint29X" fmla="*/ 336 w 473"/>
              <a:gd name="GluePoint29Y" fmla="*/ 558 h 600"/>
              <a:gd name="GluePoint30X" fmla="*/ 307 w 473"/>
              <a:gd name="GluePoint30Y" fmla="*/ 535 h 600"/>
              <a:gd name="GluePoint31X" fmla="*/ 292 w 473"/>
              <a:gd name="GluePoint31Y" fmla="*/ 515 h 600"/>
              <a:gd name="GluePoint32X" fmla="*/ 302 w 473"/>
              <a:gd name="GluePoint32Y" fmla="*/ 501 h 600"/>
              <a:gd name="GluePoint33X" fmla="*/ 341 w 473"/>
              <a:gd name="GluePoint33Y" fmla="*/ 527 h 600"/>
              <a:gd name="GluePoint34X" fmla="*/ 371 w 473"/>
              <a:gd name="GluePoint34Y" fmla="*/ 515 h 600"/>
              <a:gd name="GluePoint35X" fmla="*/ 385 w 473"/>
              <a:gd name="GluePoint35Y" fmla="*/ 405 h 600"/>
              <a:gd name="GluePoint36X" fmla="*/ 389 w 473"/>
              <a:gd name="GluePoint36Y" fmla="*/ 351 h 600"/>
              <a:gd name="GluePoint37X" fmla="*/ 402 w 473"/>
              <a:gd name="GluePoint37Y" fmla="*/ 308 h 600"/>
              <a:gd name="GluePoint38X" fmla="*/ 415 w 473"/>
              <a:gd name="GluePoint38Y" fmla="*/ 246 h 600"/>
              <a:gd name="GluePoint39X" fmla="*/ 429 w 473"/>
              <a:gd name="GluePoint39Y" fmla="*/ 198 h 600"/>
              <a:gd name="GluePoint40X" fmla="*/ 430 w 473"/>
              <a:gd name="GluePoint40Y" fmla="*/ 166 h 600"/>
              <a:gd name="GluePoint41X" fmla="*/ 394 w 473"/>
              <a:gd name="GluePoint41Y" fmla="*/ 178 h 600"/>
              <a:gd name="GluePoint42X" fmla="*/ 356 w 473"/>
              <a:gd name="GluePoint42Y" fmla="*/ 220 h 600"/>
              <a:gd name="GluePoint43X" fmla="*/ 364 w 473"/>
              <a:gd name="GluePoint43Y" fmla="*/ 252 h 600"/>
              <a:gd name="GluePoint44X" fmla="*/ 334 w 473"/>
              <a:gd name="GluePoint44Y" fmla="*/ 279 h 600"/>
              <a:gd name="GluePoint45X" fmla="*/ 289 w 473"/>
              <a:gd name="GluePoint45Y" fmla="*/ 287 h 600"/>
              <a:gd name="GluePoint46X" fmla="*/ 256 w 473"/>
              <a:gd name="GluePoint46Y" fmla="*/ 303 h 600"/>
              <a:gd name="GluePoint47X" fmla="*/ 192 w 473"/>
              <a:gd name="GluePoint47Y" fmla="*/ 323 h 600"/>
              <a:gd name="GluePoint48X" fmla="*/ 157 w 473"/>
              <a:gd name="GluePoint48Y" fmla="*/ 348 h 600"/>
              <a:gd name="GluePoint49X" fmla="*/ 132 w 473"/>
              <a:gd name="GluePoint49Y" fmla="*/ 357 h 600"/>
              <a:gd name="GluePoint50X" fmla="*/ 107 w 473"/>
              <a:gd name="GluePoint50Y" fmla="*/ 354 h 600"/>
              <a:gd name="GluePoint51X" fmla="*/ 101 w 473"/>
              <a:gd name="GluePoint51Y" fmla="*/ 336 h 600"/>
              <a:gd name="GluePoint52X" fmla="*/ 148 w 473"/>
              <a:gd name="GluePoint52Y" fmla="*/ 318 h 600"/>
              <a:gd name="GluePoint53X" fmla="*/ 167 w 473"/>
              <a:gd name="GluePoint53Y" fmla="*/ 304 h 600"/>
              <a:gd name="GluePoint54X" fmla="*/ 168 w 473"/>
              <a:gd name="GluePoint54Y" fmla="*/ 263 h 600"/>
              <a:gd name="GluePoint55X" fmla="*/ 184 w 473"/>
              <a:gd name="GluePoint55Y" fmla="*/ 203 h 600"/>
              <a:gd name="GluePoint56X" fmla="*/ 159 w 473"/>
              <a:gd name="GluePoint56Y" fmla="*/ 206 h 600"/>
              <a:gd name="GluePoint57X" fmla="*/ 133 w 473"/>
              <a:gd name="GluePoint57Y" fmla="*/ 217 h 600"/>
              <a:gd name="GluePoint58X" fmla="*/ 83 w 473"/>
              <a:gd name="GluePoint58Y" fmla="*/ 248 h 600"/>
              <a:gd name="GluePoint59X" fmla="*/ 74 w 473"/>
              <a:gd name="GluePoint59Y" fmla="*/ 254 h 600"/>
              <a:gd name="GluePoint60X" fmla="*/ 46 w 473"/>
              <a:gd name="GluePoint60Y" fmla="*/ 255 h 600"/>
            </a:gdLst>
            <a:ahLst/>
            <a:cxnLst/>
            <a:rect l="textAreaLeft" t="textAreaTop" r="textAreaRight" b="textAreaBottom"/>
            <a:pathLst>
              <a:path w="473" h="600">
                <a:moveTo>
                  <a:pt x="40" y="250"/>
                </a:moveTo>
                <a:lnTo>
                  <a:pt x="39" y="249"/>
                </a:lnTo>
                <a:lnTo>
                  <a:pt x="35" y="244"/>
                </a:lnTo>
                <a:lnTo>
                  <a:pt x="32" y="241"/>
                </a:lnTo>
                <a:lnTo>
                  <a:pt x="28" y="238"/>
                </a:lnTo>
                <a:lnTo>
                  <a:pt x="26" y="235"/>
                </a:lnTo>
                <a:lnTo>
                  <a:pt x="24" y="234"/>
                </a:lnTo>
                <a:lnTo>
                  <a:pt x="21" y="233"/>
                </a:lnTo>
                <a:lnTo>
                  <a:pt x="20" y="232"/>
                </a:lnTo>
                <a:lnTo>
                  <a:pt x="19" y="230"/>
                </a:lnTo>
                <a:lnTo>
                  <a:pt x="18" y="229"/>
                </a:lnTo>
                <a:lnTo>
                  <a:pt x="16" y="226"/>
                </a:lnTo>
                <a:lnTo>
                  <a:pt x="15" y="222"/>
                </a:lnTo>
                <a:lnTo>
                  <a:pt x="12" y="220"/>
                </a:lnTo>
                <a:lnTo>
                  <a:pt x="10" y="218"/>
                </a:lnTo>
                <a:lnTo>
                  <a:pt x="8" y="216"/>
                </a:lnTo>
                <a:lnTo>
                  <a:pt x="5" y="215"/>
                </a:lnTo>
                <a:lnTo>
                  <a:pt x="4" y="214"/>
                </a:lnTo>
                <a:lnTo>
                  <a:pt x="4" y="213"/>
                </a:lnTo>
                <a:lnTo>
                  <a:pt x="3" y="211"/>
                </a:lnTo>
                <a:lnTo>
                  <a:pt x="2" y="210"/>
                </a:lnTo>
                <a:lnTo>
                  <a:pt x="1" y="209"/>
                </a:lnTo>
                <a:lnTo>
                  <a:pt x="1" y="206"/>
                </a:lnTo>
                <a:lnTo>
                  <a:pt x="0" y="204"/>
                </a:lnTo>
                <a:lnTo>
                  <a:pt x="0" y="202"/>
                </a:lnTo>
                <a:lnTo>
                  <a:pt x="4" y="199"/>
                </a:lnTo>
                <a:lnTo>
                  <a:pt x="6" y="197"/>
                </a:lnTo>
                <a:lnTo>
                  <a:pt x="7" y="196"/>
                </a:lnTo>
                <a:lnTo>
                  <a:pt x="8" y="194"/>
                </a:lnTo>
                <a:lnTo>
                  <a:pt x="10" y="194"/>
                </a:lnTo>
                <a:lnTo>
                  <a:pt x="12" y="193"/>
                </a:lnTo>
                <a:lnTo>
                  <a:pt x="15" y="193"/>
                </a:lnTo>
                <a:lnTo>
                  <a:pt x="18" y="192"/>
                </a:lnTo>
                <a:lnTo>
                  <a:pt x="21" y="191"/>
                </a:lnTo>
                <a:lnTo>
                  <a:pt x="24" y="191"/>
                </a:lnTo>
                <a:lnTo>
                  <a:pt x="30" y="191"/>
                </a:lnTo>
                <a:lnTo>
                  <a:pt x="36" y="191"/>
                </a:lnTo>
                <a:lnTo>
                  <a:pt x="42" y="191"/>
                </a:lnTo>
                <a:lnTo>
                  <a:pt x="48" y="191"/>
                </a:lnTo>
                <a:lnTo>
                  <a:pt x="50" y="190"/>
                </a:lnTo>
                <a:lnTo>
                  <a:pt x="53" y="190"/>
                </a:lnTo>
                <a:lnTo>
                  <a:pt x="56" y="189"/>
                </a:lnTo>
                <a:lnTo>
                  <a:pt x="58" y="187"/>
                </a:lnTo>
                <a:lnTo>
                  <a:pt x="62" y="187"/>
                </a:lnTo>
                <a:lnTo>
                  <a:pt x="65" y="187"/>
                </a:lnTo>
                <a:lnTo>
                  <a:pt x="71" y="185"/>
                </a:lnTo>
                <a:lnTo>
                  <a:pt x="76" y="182"/>
                </a:lnTo>
                <a:lnTo>
                  <a:pt x="84" y="179"/>
                </a:lnTo>
                <a:lnTo>
                  <a:pt x="89" y="176"/>
                </a:lnTo>
                <a:lnTo>
                  <a:pt x="92" y="176"/>
                </a:lnTo>
                <a:lnTo>
                  <a:pt x="95" y="176"/>
                </a:lnTo>
                <a:lnTo>
                  <a:pt x="98" y="176"/>
                </a:lnTo>
                <a:lnTo>
                  <a:pt x="100" y="176"/>
                </a:lnTo>
                <a:lnTo>
                  <a:pt x="110" y="171"/>
                </a:lnTo>
                <a:lnTo>
                  <a:pt x="120" y="166"/>
                </a:lnTo>
                <a:lnTo>
                  <a:pt x="130" y="162"/>
                </a:lnTo>
                <a:lnTo>
                  <a:pt x="141" y="157"/>
                </a:lnTo>
                <a:lnTo>
                  <a:pt x="151" y="152"/>
                </a:lnTo>
                <a:lnTo>
                  <a:pt x="161" y="147"/>
                </a:lnTo>
                <a:lnTo>
                  <a:pt x="166" y="145"/>
                </a:lnTo>
                <a:lnTo>
                  <a:pt x="171" y="142"/>
                </a:lnTo>
                <a:lnTo>
                  <a:pt x="175" y="139"/>
                </a:lnTo>
                <a:lnTo>
                  <a:pt x="179" y="137"/>
                </a:lnTo>
                <a:lnTo>
                  <a:pt x="184" y="137"/>
                </a:lnTo>
                <a:lnTo>
                  <a:pt x="188" y="137"/>
                </a:lnTo>
                <a:lnTo>
                  <a:pt x="197" y="132"/>
                </a:lnTo>
                <a:lnTo>
                  <a:pt x="209" y="124"/>
                </a:lnTo>
                <a:lnTo>
                  <a:pt x="216" y="121"/>
                </a:lnTo>
                <a:lnTo>
                  <a:pt x="220" y="117"/>
                </a:lnTo>
                <a:lnTo>
                  <a:pt x="225" y="114"/>
                </a:lnTo>
                <a:lnTo>
                  <a:pt x="228" y="111"/>
                </a:lnTo>
                <a:lnTo>
                  <a:pt x="229" y="108"/>
                </a:lnTo>
                <a:lnTo>
                  <a:pt x="231" y="105"/>
                </a:lnTo>
                <a:lnTo>
                  <a:pt x="232" y="101"/>
                </a:lnTo>
                <a:lnTo>
                  <a:pt x="232" y="97"/>
                </a:lnTo>
                <a:lnTo>
                  <a:pt x="232" y="94"/>
                </a:lnTo>
                <a:lnTo>
                  <a:pt x="233" y="90"/>
                </a:lnTo>
                <a:lnTo>
                  <a:pt x="233" y="86"/>
                </a:lnTo>
                <a:lnTo>
                  <a:pt x="235" y="82"/>
                </a:lnTo>
                <a:lnTo>
                  <a:pt x="237" y="79"/>
                </a:lnTo>
                <a:lnTo>
                  <a:pt x="238" y="74"/>
                </a:lnTo>
                <a:lnTo>
                  <a:pt x="240" y="70"/>
                </a:lnTo>
                <a:lnTo>
                  <a:pt x="241" y="66"/>
                </a:lnTo>
                <a:lnTo>
                  <a:pt x="243" y="62"/>
                </a:lnTo>
                <a:lnTo>
                  <a:pt x="244" y="58"/>
                </a:lnTo>
                <a:lnTo>
                  <a:pt x="244" y="52"/>
                </a:lnTo>
                <a:lnTo>
                  <a:pt x="245" y="48"/>
                </a:lnTo>
                <a:lnTo>
                  <a:pt x="246" y="42"/>
                </a:lnTo>
                <a:lnTo>
                  <a:pt x="246" y="38"/>
                </a:lnTo>
                <a:lnTo>
                  <a:pt x="247" y="33"/>
                </a:lnTo>
                <a:lnTo>
                  <a:pt x="247" y="28"/>
                </a:lnTo>
                <a:lnTo>
                  <a:pt x="246" y="23"/>
                </a:lnTo>
                <a:lnTo>
                  <a:pt x="246" y="18"/>
                </a:lnTo>
                <a:lnTo>
                  <a:pt x="245" y="14"/>
                </a:lnTo>
                <a:lnTo>
                  <a:pt x="244" y="10"/>
                </a:lnTo>
                <a:lnTo>
                  <a:pt x="248" y="4"/>
                </a:lnTo>
                <a:lnTo>
                  <a:pt x="253" y="0"/>
                </a:lnTo>
                <a:lnTo>
                  <a:pt x="254" y="1"/>
                </a:lnTo>
                <a:lnTo>
                  <a:pt x="256" y="2"/>
                </a:lnTo>
                <a:lnTo>
                  <a:pt x="256" y="4"/>
                </a:lnTo>
                <a:lnTo>
                  <a:pt x="259" y="6"/>
                </a:lnTo>
                <a:lnTo>
                  <a:pt x="264" y="9"/>
                </a:lnTo>
                <a:lnTo>
                  <a:pt x="268" y="13"/>
                </a:lnTo>
                <a:lnTo>
                  <a:pt x="273" y="16"/>
                </a:lnTo>
                <a:lnTo>
                  <a:pt x="279" y="19"/>
                </a:lnTo>
                <a:lnTo>
                  <a:pt x="283" y="22"/>
                </a:lnTo>
                <a:lnTo>
                  <a:pt x="286" y="25"/>
                </a:lnTo>
                <a:lnTo>
                  <a:pt x="287" y="30"/>
                </a:lnTo>
                <a:lnTo>
                  <a:pt x="288" y="34"/>
                </a:lnTo>
                <a:lnTo>
                  <a:pt x="289" y="38"/>
                </a:lnTo>
                <a:lnTo>
                  <a:pt x="290" y="42"/>
                </a:lnTo>
                <a:lnTo>
                  <a:pt x="294" y="47"/>
                </a:lnTo>
                <a:lnTo>
                  <a:pt x="300" y="56"/>
                </a:lnTo>
                <a:lnTo>
                  <a:pt x="305" y="64"/>
                </a:lnTo>
                <a:lnTo>
                  <a:pt x="309" y="70"/>
                </a:lnTo>
                <a:lnTo>
                  <a:pt x="315" y="70"/>
                </a:lnTo>
                <a:lnTo>
                  <a:pt x="320" y="69"/>
                </a:lnTo>
                <a:lnTo>
                  <a:pt x="325" y="68"/>
                </a:lnTo>
                <a:lnTo>
                  <a:pt x="329" y="67"/>
                </a:lnTo>
                <a:lnTo>
                  <a:pt x="337" y="64"/>
                </a:lnTo>
                <a:lnTo>
                  <a:pt x="345" y="62"/>
                </a:lnTo>
                <a:lnTo>
                  <a:pt x="346" y="63"/>
                </a:lnTo>
                <a:lnTo>
                  <a:pt x="347" y="65"/>
                </a:lnTo>
                <a:lnTo>
                  <a:pt x="348" y="66"/>
                </a:lnTo>
                <a:lnTo>
                  <a:pt x="349" y="67"/>
                </a:lnTo>
                <a:lnTo>
                  <a:pt x="351" y="69"/>
                </a:lnTo>
                <a:lnTo>
                  <a:pt x="353" y="71"/>
                </a:lnTo>
                <a:lnTo>
                  <a:pt x="353" y="74"/>
                </a:lnTo>
                <a:lnTo>
                  <a:pt x="353" y="76"/>
                </a:lnTo>
                <a:lnTo>
                  <a:pt x="353" y="78"/>
                </a:lnTo>
                <a:lnTo>
                  <a:pt x="353" y="82"/>
                </a:lnTo>
                <a:lnTo>
                  <a:pt x="350" y="83"/>
                </a:lnTo>
                <a:lnTo>
                  <a:pt x="347" y="85"/>
                </a:lnTo>
                <a:lnTo>
                  <a:pt x="345" y="87"/>
                </a:lnTo>
                <a:lnTo>
                  <a:pt x="343" y="90"/>
                </a:lnTo>
                <a:lnTo>
                  <a:pt x="341" y="93"/>
                </a:lnTo>
                <a:lnTo>
                  <a:pt x="340" y="95"/>
                </a:lnTo>
                <a:lnTo>
                  <a:pt x="339" y="98"/>
                </a:lnTo>
                <a:lnTo>
                  <a:pt x="337" y="102"/>
                </a:lnTo>
                <a:lnTo>
                  <a:pt x="336" y="107"/>
                </a:lnTo>
                <a:lnTo>
                  <a:pt x="333" y="113"/>
                </a:lnTo>
                <a:lnTo>
                  <a:pt x="331" y="116"/>
                </a:lnTo>
                <a:lnTo>
                  <a:pt x="329" y="118"/>
                </a:lnTo>
                <a:lnTo>
                  <a:pt x="328" y="121"/>
                </a:lnTo>
                <a:lnTo>
                  <a:pt x="325" y="122"/>
                </a:lnTo>
                <a:lnTo>
                  <a:pt x="319" y="126"/>
                </a:lnTo>
                <a:lnTo>
                  <a:pt x="309" y="132"/>
                </a:lnTo>
                <a:lnTo>
                  <a:pt x="300" y="138"/>
                </a:lnTo>
                <a:lnTo>
                  <a:pt x="293" y="141"/>
                </a:lnTo>
                <a:lnTo>
                  <a:pt x="288" y="142"/>
                </a:lnTo>
                <a:lnTo>
                  <a:pt x="284" y="144"/>
                </a:lnTo>
                <a:lnTo>
                  <a:pt x="281" y="145"/>
                </a:lnTo>
                <a:lnTo>
                  <a:pt x="279" y="145"/>
                </a:lnTo>
                <a:lnTo>
                  <a:pt x="276" y="146"/>
                </a:lnTo>
                <a:lnTo>
                  <a:pt x="274" y="148"/>
                </a:lnTo>
                <a:lnTo>
                  <a:pt x="272" y="151"/>
                </a:lnTo>
                <a:lnTo>
                  <a:pt x="268" y="155"/>
                </a:lnTo>
                <a:lnTo>
                  <a:pt x="265" y="160"/>
                </a:lnTo>
                <a:lnTo>
                  <a:pt x="261" y="166"/>
                </a:lnTo>
                <a:lnTo>
                  <a:pt x="255" y="178"/>
                </a:lnTo>
                <a:lnTo>
                  <a:pt x="250" y="186"/>
                </a:lnTo>
                <a:lnTo>
                  <a:pt x="248" y="189"/>
                </a:lnTo>
                <a:lnTo>
                  <a:pt x="248" y="191"/>
                </a:lnTo>
                <a:lnTo>
                  <a:pt x="248" y="194"/>
                </a:lnTo>
                <a:lnTo>
                  <a:pt x="247" y="197"/>
                </a:lnTo>
                <a:lnTo>
                  <a:pt x="244" y="201"/>
                </a:lnTo>
                <a:lnTo>
                  <a:pt x="240" y="206"/>
                </a:lnTo>
                <a:lnTo>
                  <a:pt x="236" y="210"/>
                </a:lnTo>
                <a:lnTo>
                  <a:pt x="231" y="214"/>
                </a:lnTo>
                <a:lnTo>
                  <a:pt x="221" y="224"/>
                </a:lnTo>
                <a:lnTo>
                  <a:pt x="212" y="234"/>
                </a:lnTo>
                <a:lnTo>
                  <a:pt x="208" y="240"/>
                </a:lnTo>
                <a:lnTo>
                  <a:pt x="203" y="246"/>
                </a:lnTo>
                <a:lnTo>
                  <a:pt x="200" y="251"/>
                </a:lnTo>
                <a:lnTo>
                  <a:pt x="196" y="257"/>
                </a:lnTo>
                <a:lnTo>
                  <a:pt x="195" y="260"/>
                </a:lnTo>
                <a:lnTo>
                  <a:pt x="193" y="263"/>
                </a:lnTo>
                <a:lnTo>
                  <a:pt x="192" y="266"/>
                </a:lnTo>
                <a:lnTo>
                  <a:pt x="191" y="269"/>
                </a:lnTo>
                <a:lnTo>
                  <a:pt x="190" y="273"/>
                </a:lnTo>
                <a:lnTo>
                  <a:pt x="189" y="275"/>
                </a:lnTo>
                <a:lnTo>
                  <a:pt x="189" y="279"/>
                </a:lnTo>
                <a:lnTo>
                  <a:pt x="189" y="282"/>
                </a:lnTo>
                <a:lnTo>
                  <a:pt x="191" y="283"/>
                </a:lnTo>
                <a:lnTo>
                  <a:pt x="192" y="285"/>
                </a:lnTo>
                <a:lnTo>
                  <a:pt x="196" y="285"/>
                </a:lnTo>
                <a:lnTo>
                  <a:pt x="200" y="285"/>
                </a:lnTo>
                <a:lnTo>
                  <a:pt x="203" y="284"/>
                </a:lnTo>
                <a:lnTo>
                  <a:pt x="206" y="284"/>
                </a:lnTo>
                <a:lnTo>
                  <a:pt x="212" y="282"/>
                </a:lnTo>
                <a:lnTo>
                  <a:pt x="217" y="280"/>
                </a:lnTo>
                <a:lnTo>
                  <a:pt x="222" y="278"/>
                </a:lnTo>
                <a:lnTo>
                  <a:pt x="227" y="275"/>
                </a:lnTo>
                <a:lnTo>
                  <a:pt x="231" y="272"/>
                </a:lnTo>
                <a:lnTo>
                  <a:pt x="235" y="269"/>
                </a:lnTo>
                <a:lnTo>
                  <a:pt x="237" y="265"/>
                </a:lnTo>
                <a:lnTo>
                  <a:pt x="240" y="262"/>
                </a:lnTo>
                <a:lnTo>
                  <a:pt x="242" y="261"/>
                </a:lnTo>
                <a:lnTo>
                  <a:pt x="244" y="261"/>
                </a:lnTo>
                <a:lnTo>
                  <a:pt x="245" y="261"/>
                </a:lnTo>
                <a:lnTo>
                  <a:pt x="247" y="261"/>
                </a:lnTo>
                <a:lnTo>
                  <a:pt x="248" y="261"/>
                </a:lnTo>
                <a:lnTo>
                  <a:pt x="250" y="261"/>
                </a:lnTo>
                <a:lnTo>
                  <a:pt x="252" y="260"/>
                </a:lnTo>
                <a:lnTo>
                  <a:pt x="253" y="259"/>
                </a:lnTo>
                <a:lnTo>
                  <a:pt x="265" y="252"/>
                </a:lnTo>
                <a:lnTo>
                  <a:pt x="276" y="244"/>
                </a:lnTo>
                <a:lnTo>
                  <a:pt x="288" y="236"/>
                </a:lnTo>
                <a:lnTo>
                  <a:pt x="300" y="228"/>
                </a:lnTo>
                <a:lnTo>
                  <a:pt x="312" y="221"/>
                </a:lnTo>
                <a:lnTo>
                  <a:pt x="323" y="213"/>
                </a:lnTo>
                <a:lnTo>
                  <a:pt x="336" y="206"/>
                </a:lnTo>
                <a:lnTo>
                  <a:pt x="348" y="198"/>
                </a:lnTo>
                <a:lnTo>
                  <a:pt x="353" y="195"/>
                </a:lnTo>
                <a:lnTo>
                  <a:pt x="357" y="192"/>
                </a:lnTo>
                <a:lnTo>
                  <a:pt x="362" y="188"/>
                </a:lnTo>
                <a:lnTo>
                  <a:pt x="367" y="183"/>
                </a:lnTo>
                <a:lnTo>
                  <a:pt x="377" y="174"/>
                </a:lnTo>
                <a:lnTo>
                  <a:pt x="385" y="166"/>
                </a:lnTo>
                <a:lnTo>
                  <a:pt x="388" y="162"/>
                </a:lnTo>
                <a:lnTo>
                  <a:pt x="390" y="158"/>
                </a:lnTo>
                <a:lnTo>
                  <a:pt x="393" y="155"/>
                </a:lnTo>
                <a:lnTo>
                  <a:pt x="397" y="153"/>
                </a:lnTo>
                <a:lnTo>
                  <a:pt x="401" y="151"/>
                </a:lnTo>
                <a:lnTo>
                  <a:pt x="405" y="150"/>
                </a:lnTo>
                <a:lnTo>
                  <a:pt x="409" y="147"/>
                </a:lnTo>
                <a:lnTo>
                  <a:pt x="413" y="146"/>
                </a:lnTo>
                <a:lnTo>
                  <a:pt x="418" y="145"/>
                </a:lnTo>
                <a:lnTo>
                  <a:pt x="423" y="143"/>
                </a:lnTo>
                <a:lnTo>
                  <a:pt x="427" y="142"/>
                </a:lnTo>
                <a:lnTo>
                  <a:pt x="432" y="141"/>
                </a:lnTo>
                <a:lnTo>
                  <a:pt x="437" y="141"/>
                </a:lnTo>
                <a:lnTo>
                  <a:pt x="442" y="140"/>
                </a:lnTo>
                <a:lnTo>
                  <a:pt x="448" y="139"/>
                </a:lnTo>
                <a:lnTo>
                  <a:pt x="453" y="139"/>
                </a:lnTo>
                <a:lnTo>
                  <a:pt x="458" y="139"/>
                </a:lnTo>
                <a:lnTo>
                  <a:pt x="464" y="139"/>
                </a:lnTo>
                <a:lnTo>
                  <a:pt x="467" y="145"/>
                </a:lnTo>
                <a:lnTo>
                  <a:pt x="471" y="150"/>
                </a:lnTo>
                <a:lnTo>
                  <a:pt x="472" y="152"/>
                </a:lnTo>
                <a:lnTo>
                  <a:pt x="473" y="155"/>
                </a:lnTo>
                <a:lnTo>
                  <a:pt x="473" y="158"/>
                </a:lnTo>
                <a:lnTo>
                  <a:pt x="473" y="162"/>
                </a:lnTo>
                <a:lnTo>
                  <a:pt x="470" y="166"/>
                </a:lnTo>
                <a:lnTo>
                  <a:pt x="468" y="169"/>
                </a:lnTo>
                <a:lnTo>
                  <a:pt x="466" y="172"/>
                </a:lnTo>
                <a:lnTo>
                  <a:pt x="464" y="176"/>
                </a:lnTo>
                <a:lnTo>
                  <a:pt x="463" y="180"/>
                </a:lnTo>
                <a:lnTo>
                  <a:pt x="461" y="184"/>
                </a:lnTo>
                <a:lnTo>
                  <a:pt x="460" y="188"/>
                </a:lnTo>
                <a:lnTo>
                  <a:pt x="459" y="192"/>
                </a:lnTo>
                <a:lnTo>
                  <a:pt x="457" y="201"/>
                </a:lnTo>
                <a:lnTo>
                  <a:pt x="455" y="210"/>
                </a:lnTo>
                <a:lnTo>
                  <a:pt x="454" y="214"/>
                </a:lnTo>
                <a:lnTo>
                  <a:pt x="453" y="217"/>
                </a:lnTo>
                <a:lnTo>
                  <a:pt x="452" y="221"/>
                </a:lnTo>
                <a:lnTo>
                  <a:pt x="450" y="224"/>
                </a:lnTo>
                <a:lnTo>
                  <a:pt x="450" y="229"/>
                </a:lnTo>
                <a:lnTo>
                  <a:pt x="450" y="233"/>
                </a:lnTo>
                <a:lnTo>
                  <a:pt x="450" y="237"/>
                </a:lnTo>
                <a:lnTo>
                  <a:pt x="450" y="241"/>
                </a:lnTo>
                <a:lnTo>
                  <a:pt x="446" y="254"/>
                </a:lnTo>
                <a:lnTo>
                  <a:pt x="443" y="268"/>
                </a:lnTo>
                <a:lnTo>
                  <a:pt x="440" y="283"/>
                </a:lnTo>
                <a:lnTo>
                  <a:pt x="437" y="297"/>
                </a:lnTo>
                <a:lnTo>
                  <a:pt x="434" y="311"/>
                </a:lnTo>
                <a:lnTo>
                  <a:pt x="432" y="327"/>
                </a:lnTo>
                <a:lnTo>
                  <a:pt x="429" y="341"/>
                </a:lnTo>
                <a:lnTo>
                  <a:pt x="428" y="356"/>
                </a:lnTo>
                <a:lnTo>
                  <a:pt x="425" y="371"/>
                </a:lnTo>
                <a:lnTo>
                  <a:pt x="424" y="387"/>
                </a:lnTo>
                <a:lnTo>
                  <a:pt x="421" y="402"/>
                </a:lnTo>
                <a:lnTo>
                  <a:pt x="420" y="417"/>
                </a:lnTo>
                <a:lnTo>
                  <a:pt x="417" y="432"/>
                </a:lnTo>
                <a:lnTo>
                  <a:pt x="416" y="447"/>
                </a:lnTo>
                <a:lnTo>
                  <a:pt x="413" y="462"/>
                </a:lnTo>
                <a:lnTo>
                  <a:pt x="410" y="477"/>
                </a:lnTo>
                <a:lnTo>
                  <a:pt x="411" y="480"/>
                </a:lnTo>
                <a:lnTo>
                  <a:pt x="411" y="483"/>
                </a:lnTo>
                <a:lnTo>
                  <a:pt x="411" y="487"/>
                </a:lnTo>
                <a:lnTo>
                  <a:pt x="412" y="491"/>
                </a:lnTo>
                <a:lnTo>
                  <a:pt x="410" y="498"/>
                </a:lnTo>
                <a:lnTo>
                  <a:pt x="409" y="504"/>
                </a:lnTo>
                <a:lnTo>
                  <a:pt x="409" y="511"/>
                </a:lnTo>
                <a:lnTo>
                  <a:pt x="409" y="518"/>
                </a:lnTo>
                <a:lnTo>
                  <a:pt x="408" y="524"/>
                </a:lnTo>
                <a:lnTo>
                  <a:pt x="408" y="531"/>
                </a:lnTo>
                <a:lnTo>
                  <a:pt x="406" y="536"/>
                </a:lnTo>
                <a:lnTo>
                  <a:pt x="405" y="542"/>
                </a:lnTo>
                <a:lnTo>
                  <a:pt x="405" y="545"/>
                </a:lnTo>
                <a:lnTo>
                  <a:pt x="405" y="548"/>
                </a:lnTo>
                <a:lnTo>
                  <a:pt x="405" y="551"/>
                </a:lnTo>
                <a:lnTo>
                  <a:pt x="404" y="555"/>
                </a:lnTo>
                <a:lnTo>
                  <a:pt x="404" y="562"/>
                </a:lnTo>
                <a:lnTo>
                  <a:pt x="405" y="568"/>
                </a:lnTo>
                <a:lnTo>
                  <a:pt x="405" y="575"/>
                </a:lnTo>
                <a:lnTo>
                  <a:pt x="404" y="581"/>
                </a:lnTo>
                <a:lnTo>
                  <a:pt x="403" y="584"/>
                </a:lnTo>
                <a:lnTo>
                  <a:pt x="402" y="587"/>
                </a:lnTo>
                <a:lnTo>
                  <a:pt x="401" y="590"/>
                </a:lnTo>
                <a:lnTo>
                  <a:pt x="400" y="592"/>
                </a:lnTo>
                <a:lnTo>
                  <a:pt x="398" y="594"/>
                </a:lnTo>
                <a:lnTo>
                  <a:pt x="397" y="595"/>
                </a:lnTo>
                <a:lnTo>
                  <a:pt x="394" y="596"/>
                </a:lnTo>
                <a:lnTo>
                  <a:pt x="391" y="598"/>
                </a:lnTo>
                <a:lnTo>
                  <a:pt x="389" y="599"/>
                </a:lnTo>
                <a:lnTo>
                  <a:pt x="385" y="599"/>
                </a:lnTo>
                <a:lnTo>
                  <a:pt x="382" y="600"/>
                </a:lnTo>
                <a:lnTo>
                  <a:pt x="380" y="600"/>
                </a:lnTo>
                <a:lnTo>
                  <a:pt x="376" y="594"/>
                </a:lnTo>
                <a:lnTo>
                  <a:pt x="372" y="588"/>
                </a:lnTo>
                <a:lnTo>
                  <a:pt x="367" y="583"/>
                </a:lnTo>
                <a:lnTo>
                  <a:pt x="362" y="579"/>
                </a:lnTo>
                <a:lnTo>
                  <a:pt x="357" y="575"/>
                </a:lnTo>
                <a:lnTo>
                  <a:pt x="352" y="570"/>
                </a:lnTo>
                <a:lnTo>
                  <a:pt x="346" y="566"/>
                </a:lnTo>
                <a:lnTo>
                  <a:pt x="340" y="562"/>
                </a:lnTo>
                <a:lnTo>
                  <a:pt x="337" y="560"/>
                </a:lnTo>
                <a:lnTo>
                  <a:pt x="336" y="558"/>
                </a:lnTo>
                <a:lnTo>
                  <a:pt x="334" y="555"/>
                </a:lnTo>
                <a:lnTo>
                  <a:pt x="333" y="553"/>
                </a:lnTo>
                <a:lnTo>
                  <a:pt x="331" y="551"/>
                </a:lnTo>
                <a:lnTo>
                  <a:pt x="329" y="549"/>
                </a:lnTo>
                <a:lnTo>
                  <a:pt x="327" y="547"/>
                </a:lnTo>
                <a:lnTo>
                  <a:pt x="325" y="545"/>
                </a:lnTo>
                <a:lnTo>
                  <a:pt x="323" y="543"/>
                </a:lnTo>
                <a:lnTo>
                  <a:pt x="319" y="541"/>
                </a:lnTo>
                <a:lnTo>
                  <a:pt x="315" y="539"/>
                </a:lnTo>
                <a:lnTo>
                  <a:pt x="311" y="537"/>
                </a:lnTo>
                <a:lnTo>
                  <a:pt x="307" y="535"/>
                </a:lnTo>
                <a:lnTo>
                  <a:pt x="303" y="533"/>
                </a:lnTo>
                <a:lnTo>
                  <a:pt x="300" y="531"/>
                </a:lnTo>
                <a:lnTo>
                  <a:pt x="297" y="529"/>
                </a:lnTo>
                <a:lnTo>
                  <a:pt x="296" y="527"/>
                </a:lnTo>
                <a:lnTo>
                  <a:pt x="296" y="526"/>
                </a:lnTo>
                <a:lnTo>
                  <a:pt x="296" y="524"/>
                </a:lnTo>
                <a:lnTo>
                  <a:pt x="295" y="522"/>
                </a:lnTo>
                <a:lnTo>
                  <a:pt x="295" y="520"/>
                </a:lnTo>
                <a:lnTo>
                  <a:pt x="294" y="519"/>
                </a:lnTo>
                <a:lnTo>
                  <a:pt x="293" y="516"/>
                </a:lnTo>
                <a:lnTo>
                  <a:pt x="292" y="515"/>
                </a:lnTo>
                <a:lnTo>
                  <a:pt x="288" y="511"/>
                </a:lnTo>
                <a:lnTo>
                  <a:pt x="283" y="507"/>
                </a:lnTo>
                <a:lnTo>
                  <a:pt x="283" y="503"/>
                </a:lnTo>
                <a:lnTo>
                  <a:pt x="283" y="501"/>
                </a:lnTo>
                <a:lnTo>
                  <a:pt x="286" y="499"/>
                </a:lnTo>
                <a:lnTo>
                  <a:pt x="289" y="496"/>
                </a:lnTo>
                <a:lnTo>
                  <a:pt x="293" y="496"/>
                </a:lnTo>
                <a:lnTo>
                  <a:pt x="297" y="496"/>
                </a:lnTo>
                <a:lnTo>
                  <a:pt x="299" y="498"/>
                </a:lnTo>
                <a:lnTo>
                  <a:pt x="300" y="499"/>
                </a:lnTo>
                <a:lnTo>
                  <a:pt x="302" y="501"/>
                </a:lnTo>
                <a:lnTo>
                  <a:pt x="304" y="503"/>
                </a:lnTo>
                <a:lnTo>
                  <a:pt x="308" y="504"/>
                </a:lnTo>
                <a:lnTo>
                  <a:pt x="312" y="507"/>
                </a:lnTo>
                <a:lnTo>
                  <a:pt x="315" y="508"/>
                </a:lnTo>
                <a:lnTo>
                  <a:pt x="319" y="511"/>
                </a:lnTo>
                <a:lnTo>
                  <a:pt x="324" y="512"/>
                </a:lnTo>
                <a:lnTo>
                  <a:pt x="328" y="515"/>
                </a:lnTo>
                <a:lnTo>
                  <a:pt x="332" y="519"/>
                </a:lnTo>
                <a:lnTo>
                  <a:pt x="336" y="523"/>
                </a:lnTo>
                <a:lnTo>
                  <a:pt x="338" y="526"/>
                </a:lnTo>
                <a:lnTo>
                  <a:pt x="341" y="527"/>
                </a:lnTo>
                <a:lnTo>
                  <a:pt x="343" y="530"/>
                </a:lnTo>
                <a:lnTo>
                  <a:pt x="345" y="531"/>
                </a:lnTo>
                <a:lnTo>
                  <a:pt x="349" y="531"/>
                </a:lnTo>
                <a:lnTo>
                  <a:pt x="353" y="531"/>
                </a:lnTo>
                <a:lnTo>
                  <a:pt x="357" y="531"/>
                </a:lnTo>
                <a:lnTo>
                  <a:pt x="361" y="531"/>
                </a:lnTo>
                <a:lnTo>
                  <a:pt x="364" y="528"/>
                </a:lnTo>
                <a:lnTo>
                  <a:pt x="365" y="525"/>
                </a:lnTo>
                <a:lnTo>
                  <a:pt x="367" y="522"/>
                </a:lnTo>
                <a:lnTo>
                  <a:pt x="369" y="518"/>
                </a:lnTo>
                <a:lnTo>
                  <a:pt x="371" y="515"/>
                </a:lnTo>
                <a:lnTo>
                  <a:pt x="372" y="511"/>
                </a:lnTo>
                <a:lnTo>
                  <a:pt x="373" y="507"/>
                </a:lnTo>
                <a:lnTo>
                  <a:pt x="374" y="503"/>
                </a:lnTo>
                <a:lnTo>
                  <a:pt x="377" y="493"/>
                </a:lnTo>
                <a:lnTo>
                  <a:pt x="378" y="484"/>
                </a:lnTo>
                <a:lnTo>
                  <a:pt x="379" y="475"/>
                </a:lnTo>
                <a:lnTo>
                  <a:pt x="380" y="465"/>
                </a:lnTo>
                <a:lnTo>
                  <a:pt x="382" y="444"/>
                </a:lnTo>
                <a:lnTo>
                  <a:pt x="383" y="424"/>
                </a:lnTo>
                <a:lnTo>
                  <a:pt x="384" y="415"/>
                </a:lnTo>
                <a:lnTo>
                  <a:pt x="385" y="405"/>
                </a:lnTo>
                <a:lnTo>
                  <a:pt x="385" y="396"/>
                </a:lnTo>
                <a:lnTo>
                  <a:pt x="386" y="387"/>
                </a:lnTo>
                <a:lnTo>
                  <a:pt x="386" y="381"/>
                </a:lnTo>
                <a:lnTo>
                  <a:pt x="386" y="375"/>
                </a:lnTo>
                <a:lnTo>
                  <a:pt x="386" y="369"/>
                </a:lnTo>
                <a:lnTo>
                  <a:pt x="385" y="362"/>
                </a:lnTo>
                <a:lnTo>
                  <a:pt x="387" y="359"/>
                </a:lnTo>
                <a:lnTo>
                  <a:pt x="388" y="356"/>
                </a:lnTo>
                <a:lnTo>
                  <a:pt x="389" y="355"/>
                </a:lnTo>
                <a:lnTo>
                  <a:pt x="389" y="353"/>
                </a:lnTo>
                <a:lnTo>
                  <a:pt x="389" y="351"/>
                </a:lnTo>
                <a:lnTo>
                  <a:pt x="389" y="348"/>
                </a:lnTo>
                <a:lnTo>
                  <a:pt x="389" y="345"/>
                </a:lnTo>
                <a:lnTo>
                  <a:pt x="389" y="341"/>
                </a:lnTo>
                <a:lnTo>
                  <a:pt x="388" y="338"/>
                </a:lnTo>
                <a:lnTo>
                  <a:pt x="388" y="334"/>
                </a:lnTo>
                <a:lnTo>
                  <a:pt x="389" y="331"/>
                </a:lnTo>
                <a:lnTo>
                  <a:pt x="391" y="327"/>
                </a:lnTo>
                <a:lnTo>
                  <a:pt x="393" y="324"/>
                </a:lnTo>
                <a:lnTo>
                  <a:pt x="395" y="321"/>
                </a:lnTo>
                <a:lnTo>
                  <a:pt x="398" y="315"/>
                </a:lnTo>
                <a:lnTo>
                  <a:pt x="402" y="308"/>
                </a:lnTo>
                <a:lnTo>
                  <a:pt x="402" y="303"/>
                </a:lnTo>
                <a:lnTo>
                  <a:pt x="402" y="299"/>
                </a:lnTo>
                <a:lnTo>
                  <a:pt x="404" y="293"/>
                </a:lnTo>
                <a:lnTo>
                  <a:pt x="405" y="287"/>
                </a:lnTo>
                <a:lnTo>
                  <a:pt x="406" y="280"/>
                </a:lnTo>
                <a:lnTo>
                  <a:pt x="408" y="275"/>
                </a:lnTo>
                <a:lnTo>
                  <a:pt x="409" y="268"/>
                </a:lnTo>
                <a:lnTo>
                  <a:pt x="409" y="262"/>
                </a:lnTo>
                <a:lnTo>
                  <a:pt x="412" y="255"/>
                </a:lnTo>
                <a:lnTo>
                  <a:pt x="413" y="249"/>
                </a:lnTo>
                <a:lnTo>
                  <a:pt x="415" y="246"/>
                </a:lnTo>
                <a:lnTo>
                  <a:pt x="416" y="244"/>
                </a:lnTo>
                <a:lnTo>
                  <a:pt x="417" y="242"/>
                </a:lnTo>
                <a:lnTo>
                  <a:pt x="419" y="239"/>
                </a:lnTo>
                <a:lnTo>
                  <a:pt x="421" y="237"/>
                </a:lnTo>
                <a:lnTo>
                  <a:pt x="423" y="234"/>
                </a:lnTo>
                <a:lnTo>
                  <a:pt x="424" y="232"/>
                </a:lnTo>
                <a:lnTo>
                  <a:pt x="425" y="230"/>
                </a:lnTo>
                <a:lnTo>
                  <a:pt x="426" y="222"/>
                </a:lnTo>
                <a:lnTo>
                  <a:pt x="427" y="214"/>
                </a:lnTo>
                <a:lnTo>
                  <a:pt x="429" y="206"/>
                </a:lnTo>
                <a:lnTo>
                  <a:pt x="429" y="198"/>
                </a:lnTo>
                <a:lnTo>
                  <a:pt x="432" y="190"/>
                </a:lnTo>
                <a:lnTo>
                  <a:pt x="434" y="183"/>
                </a:lnTo>
                <a:lnTo>
                  <a:pt x="436" y="180"/>
                </a:lnTo>
                <a:lnTo>
                  <a:pt x="437" y="176"/>
                </a:lnTo>
                <a:lnTo>
                  <a:pt x="437" y="172"/>
                </a:lnTo>
                <a:lnTo>
                  <a:pt x="437" y="167"/>
                </a:lnTo>
                <a:lnTo>
                  <a:pt x="435" y="167"/>
                </a:lnTo>
                <a:lnTo>
                  <a:pt x="434" y="167"/>
                </a:lnTo>
                <a:lnTo>
                  <a:pt x="433" y="166"/>
                </a:lnTo>
                <a:lnTo>
                  <a:pt x="432" y="166"/>
                </a:lnTo>
                <a:lnTo>
                  <a:pt x="430" y="166"/>
                </a:lnTo>
                <a:lnTo>
                  <a:pt x="429" y="166"/>
                </a:lnTo>
                <a:lnTo>
                  <a:pt x="425" y="166"/>
                </a:lnTo>
                <a:lnTo>
                  <a:pt x="421" y="166"/>
                </a:lnTo>
                <a:lnTo>
                  <a:pt x="417" y="167"/>
                </a:lnTo>
                <a:lnTo>
                  <a:pt x="413" y="167"/>
                </a:lnTo>
                <a:lnTo>
                  <a:pt x="410" y="169"/>
                </a:lnTo>
                <a:lnTo>
                  <a:pt x="409" y="169"/>
                </a:lnTo>
                <a:lnTo>
                  <a:pt x="405" y="171"/>
                </a:lnTo>
                <a:lnTo>
                  <a:pt x="401" y="173"/>
                </a:lnTo>
                <a:lnTo>
                  <a:pt x="397" y="176"/>
                </a:lnTo>
                <a:lnTo>
                  <a:pt x="394" y="178"/>
                </a:lnTo>
                <a:lnTo>
                  <a:pt x="388" y="185"/>
                </a:lnTo>
                <a:lnTo>
                  <a:pt x="381" y="191"/>
                </a:lnTo>
                <a:lnTo>
                  <a:pt x="374" y="198"/>
                </a:lnTo>
                <a:lnTo>
                  <a:pt x="369" y="203"/>
                </a:lnTo>
                <a:lnTo>
                  <a:pt x="365" y="206"/>
                </a:lnTo>
                <a:lnTo>
                  <a:pt x="362" y="208"/>
                </a:lnTo>
                <a:lnTo>
                  <a:pt x="359" y="210"/>
                </a:lnTo>
                <a:lnTo>
                  <a:pt x="356" y="211"/>
                </a:lnTo>
                <a:lnTo>
                  <a:pt x="356" y="214"/>
                </a:lnTo>
                <a:lnTo>
                  <a:pt x="356" y="217"/>
                </a:lnTo>
                <a:lnTo>
                  <a:pt x="356" y="220"/>
                </a:lnTo>
                <a:lnTo>
                  <a:pt x="357" y="222"/>
                </a:lnTo>
                <a:lnTo>
                  <a:pt x="358" y="226"/>
                </a:lnTo>
                <a:lnTo>
                  <a:pt x="361" y="230"/>
                </a:lnTo>
                <a:lnTo>
                  <a:pt x="363" y="235"/>
                </a:lnTo>
                <a:lnTo>
                  <a:pt x="365" y="239"/>
                </a:lnTo>
                <a:lnTo>
                  <a:pt x="365" y="242"/>
                </a:lnTo>
                <a:lnTo>
                  <a:pt x="366" y="244"/>
                </a:lnTo>
                <a:lnTo>
                  <a:pt x="367" y="247"/>
                </a:lnTo>
                <a:lnTo>
                  <a:pt x="367" y="250"/>
                </a:lnTo>
                <a:lnTo>
                  <a:pt x="365" y="251"/>
                </a:lnTo>
                <a:lnTo>
                  <a:pt x="364" y="252"/>
                </a:lnTo>
                <a:lnTo>
                  <a:pt x="361" y="254"/>
                </a:lnTo>
                <a:lnTo>
                  <a:pt x="360" y="255"/>
                </a:lnTo>
                <a:lnTo>
                  <a:pt x="357" y="258"/>
                </a:lnTo>
                <a:lnTo>
                  <a:pt x="354" y="262"/>
                </a:lnTo>
                <a:lnTo>
                  <a:pt x="352" y="266"/>
                </a:lnTo>
                <a:lnTo>
                  <a:pt x="349" y="270"/>
                </a:lnTo>
                <a:lnTo>
                  <a:pt x="345" y="273"/>
                </a:lnTo>
                <a:lnTo>
                  <a:pt x="342" y="275"/>
                </a:lnTo>
                <a:lnTo>
                  <a:pt x="340" y="277"/>
                </a:lnTo>
                <a:lnTo>
                  <a:pt x="337" y="278"/>
                </a:lnTo>
                <a:lnTo>
                  <a:pt x="334" y="279"/>
                </a:lnTo>
                <a:lnTo>
                  <a:pt x="332" y="279"/>
                </a:lnTo>
                <a:lnTo>
                  <a:pt x="325" y="279"/>
                </a:lnTo>
                <a:lnTo>
                  <a:pt x="320" y="279"/>
                </a:lnTo>
                <a:lnTo>
                  <a:pt x="313" y="279"/>
                </a:lnTo>
                <a:lnTo>
                  <a:pt x="307" y="279"/>
                </a:lnTo>
                <a:lnTo>
                  <a:pt x="304" y="279"/>
                </a:lnTo>
                <a:lnTo>
                  <a:pt x="301" y="280"/>
                </a:lnTo>
                <a:lnTo>
                  <a:pt x="298" y="280"/>
                </a:lnTo>
                <a:lnTo>
                  <a:pt x="296" y="282"/>
                </a:lnTo>
                <a:lnTo>
                  <a:pt x="292" y="284"/>
                </a:lnTo>
                <a:lnTo>
                  <a:pt x="289" y="287"/>
                </a:lnTo>
                <a:lnTo>
                  <a:pt x="284" y="290"/>
                </a:lnTo>
                <a:lnTo>
                  <a:pt x="278" y="291"/>
                </a:lnTo>
                <a:lnTo>
                  <a:pt x="275" y="293"/>
                </a:lnTo>
                <a:lnTo>
                  <a:pt x="272" y="294"/>
                </a:lnTo>
                <a:lnTo>
                  <a:pt x="269" y="295"/>
                </a:lnTo>
                <a:lnTo>
                  <a:pt x="267" y="297"/>
                </a:lnTo>
                <a:lnTo>
                  <a:pt x="266" y="299"/>
                </a:lnTo>
                <a:lnTo>
                  <a:pt x="265" y="302"/>
                </a:lnTo>
                <a:lnTo>
                  <a:pt x="262" y="303"/>
                </a:lnTo>
                <a:lnTo>
                  <a:pt x="259" y="303"/>
                </a:lnTo>
                <a:lnTo>
                  <a:pt x="256" y="303"/>
                </a:lnTo>
                <a:lnTo>
                  <a:pt x="253" y="304"/>
                </a:lnTo>
                <a:lnTo>
                  <a:pt x="243" y="311"/>
                </a:lnTo>
                <a:lnTo>
                  <a:pt x="233" y="319"/>
                </a:lnTo>
                <a:lnTo>
                  <a:pt x="228" y="323"/>
                </a:lnTo>
                <a:lnTo>
                  <a:pt x="224" y="327"/>
                </a:lnTo>
                <a:lnTo>
                  <a:pt x="219" y="331"/>
                </a:lnTo>
                <a:lnTo>
                  <a:pt x="215" y="336"/>
                </a:lnTo>
                <a:lnTo>
                  <a:pt x="208" y="331"/>
                </a:lnTo>
                <a:lnTo>
                  <a:pt x="200" y="327"/>
                </a:lnTo>
                <a:lnTo>
                  <a:pt x="196" y="325"/>
                </a:lnTo>
                <a:lnTo>
                  <a:pt x="192" y="323"/>
                </a:lnTo>
                <a:lnTo>
                  <a:pt x="189" y="323"/>
                </a:lnTo>
                <a:lnTo>
                  <a:pt x="187" y="323"/>
                </a:lnTo>
                <a:lnTo>
                  <a:pt x="184" y="323"/>
                </a:lnTo>
                <a:lnTo>
                  <a:pt x="181" y="323"/>
                </a:lnTo>
                <a:lnTo>
                  <a:pt x="180" y="324"/>
                </a:lnTo>
                <a:lnTo>
                  <a:pt x="179" y="327"/>
                </a:lnTo>
                <a:lnTo>
                  <a:pt x="176" y="329"/>
                </a:lnTo>
                <a:lnTo>
                  <a:pt x="174" y="332"/>
                </a:lnTo>
                <a:lnTo>
                  <a:pt x="169" y="338"/>
                </a:lnTo>
                <a:lnTo>
                  <a:pt x="164" y="343"/>
                </a:lnTo>
                <a:lnTo>
                  <a:pt x="157" y="348"/>
                </a:lnTo>
                <a:lnTo>
                  <a:pt x="151" y="353"/>
                </a:lnTo>
                <a:lnTo>
                  <a:pt x="148" y="355"/>
                </a:lnTo>
                <a:lnTo>
                  <a:pt x="146" y="357"/>
                </a:lnTo>
                <a:lnTo>
                  <a:pt x="143" y="358"/>
                </a:lnTo>
                <a:lnTo>
                  <a:pt x="141" y="359"/>
                </a:lnTo>
                <a:lnTo>
                  <a:pt x="140" y="360"/>
                </a:lnTo>
                <a:lnTo>
                  <a:pt x="138" y="360"/>
                </a:lnTo>
                <a:lnTo>
                  <a:pt x="137" y="359"/>
                </a:lnTo>
                <a:lnTo>
                  <a:pt x="136" y="359"/>
                </a:lnTo>
                <a:lnTo>
                  <a:pt x="134" y="358"/>
                </a:lnTo>
                <a:lnTo>
                  <a:pt x="132" y="357"/>
                </a:lnTo>
                <a:lnTo>
                  <a:pt x="129" y="356"/>
                </a:lnTo>
                <a:lnTo>
                  <a:pt x="126" y="356"/>
                </a:lnTo>
                <a:lnTo>
                  <a:pt x="124" y="356"/>
                </a:lnTo>
                <a:lnTo>
                  <a:pt x="121" y="356"/>
                </a:lnTo>
                <a:lnTo>
                  <a:pt x="117" y="356"/>
                </a:lnTo>
                <a:lnTo>
                  <a:pt x="114" y="356"/>
                </a:lnTo>
                <a:lnTo>
                  <a:pt x="113" y="356"/>
                </a:lnTo>
                <a:lnTo>
                  <a:pt x="112" y="356"/>
                </a:lnTo>
                <a:lnTo>
                  <a:pt x="110" y="356"/>
                </a:lnTo>
                <a:lnTo>
                  <a:pt x="108" y="355"/>
                </a:lnTo>
                <a:lnTo>
                  <a:pt x="107" y="354"/>
                </a:lnTo>
                <a:lnTo>
                  <a:pt x="105" y="352"/>
                </a:lnTo>
                <a:lnTo>
                  <a:pt x="103" y="351"/>
                </a:lnTo>
                <a:lnTo>
                  <a:pt x="100" y="347"/>
                </a:lnTo>
                <a:lnTo>
                  <a:pt x="98" y="346"/>
                </a:lnTo>
                <a:lnTo>
                  <a:pt x="97" y="345"/>
                </a:lnTo>
                <a:lnTo>
                  <a:pt x="96" y="345"/>
                </a:lnTo>
                <a:lnTo>
                  <a:pt x="96" y="343"/>
                </a:lnTo>
                <a:lnTo>
                  <a:pt x="96" y="343"/>
                </a:lnTo>
                <a:lnTo>
                  <a:pt x="96" y="340"/>
                </a:lnTo>
                <a:lnTo>
                  <a:pt x="98" y="339"/>
                </a:lnTo>
                <a:lnTo>
                  <a:pt x="101" y="336"/>
                </a:lnTo>
                <a:lnTo>
                  <a:pt x="104" y="334"/>
                </a:lnTo>
                <a:lnTo>
                  <a:pt x="107" y="331"/>
                </a:lnTo>
                <a:lnTo>
                  <a:pt x="111" y="330"/>
                </a:lnTo>
                <a:lnTo>
                  <a:pt x="115" y="328"/>
                </a:lnTo>
                <a:lnTo>
                  <a:pt x="119" y="327"/>
                </a:lnTo>
                <a:lnTo>
                  <a:pt x="122" y="325"/>
                </a:lnTo>
                <a:lnTo>
                  <a:pt x="131" y="323"/>
                </a:lnTo>
                <a:lnTo>
                  <a:pt x="138" y="320"/>
                </a:lnTo>
                <a:lnTo>
                  <a:pt x="141" y="319"/>
                </a:lnTo>
                <a:lnTo>
                  <a:pt x="144" y="319"/>
                </a:lnTo>
                <a:lnTo>
                  <a:pt x="148" y="318"/>
                </a:lnTo>
                <a:lnTo>
                  <a:pt x="152" y="318"/>
                </a:lnTo>
                <a:lnTo>
                  <a:pt x="155" y="317"/>
                </a:lnTo>
                <a:lnTo>
                  <a:pt x="158" y="316"/>
                </a:lnTo>
                <a:lnTo>
                  <a:pt x="160" y="315"/>
                </a:lnTo>
                <a:lnTo>
                  <a:pt x="160" y="315"/>
                </a:lnTo>
                <a:lnTo>
                  <a:pt x="162" y="315"/>
                </a:lnTo>
                <a:lnTo>
                  <a:pt x="163" y="314"/>
                </a:lnTo>
                <a:lnTo>
                  <a:pt x="165" y="311"/>
                </a:lnTo>
                <a:lnTo>
                  <a:pt x="166" y="309"/>
                </a:lnTo>
                <a:lnTo>
                  <a:pt x="167" y="307"/>
                </a:lnTo>
                <a:lnTo>
                  <a:pt x="167" y="304"/>
                </a:lnTo>
                <a:lnTo>
                  <a:pt x="167" y="303"/>
                </a:lnTo>
                <a:lnTo>
                  <a:pt x="167" y="299"/>
                </a:lnTo>
                <a:lnTo>
                  <a:pt x="167" y="297"/>
                </a:lnTo>
                <a:lnTo>
                  <a:pt x="166" y="295"/>
                </a:lnTo>
                <a:lnTo>
                  <a:pt x="165" y="288"/>
                </a:lnTo>
                <a:lnTo>
                  <a:pt x="164" y="283"/>
                </a:lnTo>
                <a:lnTo>
                  <a:pt x="164" y="279"/>
                </a:lnTo>
                <a:lnTo>
                  <a:pt x="164" y="276"/>
                </a:lnTo>
                <a:lnTo>
                  <a:pt x="164" y="274"/>
                </a:lnTo>
                <a:lnTo>
                  <a:pt x="165" y="270"/>
                </a:lnTo>
                <a:lnTo>
                  <a:pt x="168" y="263"/>
                </a:lnTo>
                <a:lnTo>
                  <a:pt x="172" y="254"/>
                </a:lnTo>
                <a:lnTo>
                  <a:pt x="176" y="246"/>
                </a:lnTo>
                <a:lnTo>
                  <a:pt x="180" y="238"/>
                </a:lnTo>
                <a:lnTo>
                  <a:pt x="184" y="230"/>
                </a:lnTo>
                <a:lnTo>
                  <a:pt x="188" y="221"/>
                </a:lnTo>
                <a:lnTo>
                  <a:pt x="189" y="217"/>
                </a:lnTo>
                <a:lnTo>
                  <a:pt x="190" y="214"/>
                </a:lnTo>
                <a:lnTo>
                  <a:pt x="191" y="210"/>
                </a:lnTo>
                <a:lnTo>
                  <a:pt x="191" y="206"/>
                </a:lnTo>
                <a:lnTo>
                  <a:pt x="188" y="205"/>
                </a:lnTo>
                <a:lnTo>
                  <a:pt x="184" y="203"/>
                </a:lnTo>
                <a:lnTo>
                  <a:pt x="182" y="201"/>
                </a:lnTo>
                <a:lnTo>
                  <a:pt x="179" y="200"/>
                </a:lnTo>
                <a:lnTo>
                  <a:pt x="178" y="199"/>
                </a:lnTo>
                <a:lnTo>
                  <a:pt x="176" y="199"/>
                </a:lnTo>
                <a:lnTo>
                  <a:pt x="175" y="199"/>
                </a:lnTo>
                <a:lnTo>
                  <a:pt x="174" y="199"/>
                </a:lnTo>
                <a:lnTo>
                  <a:pt x="172" y="200"/>
                </a:lnTo>
                <a:lnTo>
                  <a:pt x="169" y="201"/>
                </a:lnTo>
                <a:lnTo>
                  <a:pt x="166" y="204"/>
                </a:lnTo>
                <a:lnTo>
                  <a:pt x="163" y="206"/>
                </a:lnTo>
                <a:lnTo>
                  <a:pt x="159" y="206"/>
                </a:lnTo>
                <a:lnTo>
                  <a:pt x="155" y="207"/>
                </a:lnTo>
                <a:lnTo>
                  <a:pt x="151" y="208"/>
                </a:lnTo>
                <a:lnTo>
                  <a:pt x="147" y="209"/>
                </a:lnTo>
                <a:lnTo>
                  <a:pt x="144" y="212"/>
                </a:lnTo>
                <a:lnTo>
                  <a:pt x="142" y="216"/>
                </a:lnTo>
                <a:lnTo>
                  <a:pt x="140" y="217"/>
                </a:lnTo>
                <a:lnTo>
                  <a:pt x="139" y="217"/>
                </a:lnTo>
                <a:lnTo>
                  <a:pt x="138" y="217"/>
                </a:lnTo>
                <a:lnTo>
                  <a:pt x="136" y="217"/>
                </a:lnTo>
                <a:lnTo>
                  <a:pt x="135" y="217"/>
                </a:lnTo>
                <a:lnTo>
                  <a:pt x="133" y="217"/>
                </a:lnTo>
                <a:lnTo>
                  <a:pt x="132" y="217"/>
                </a:lnTo>
                <a:lnTo>
                  <a:pt x="130" y="218"/>
                </a:lnTo>
                <a:lnTo>
                  <a:pt x="115" y="229"/>
                </a:lnTo>
                <a:lnTo>
                  <a:pt x="106" y="235"/>
                </a:lnTo>
                <a:lnTo>
                  <a:pt x="101" y="238"/>
                </a:lnTo>
                <a:lnTo>
                  <a:pt x="100" y="239"/>
                </a:lnTo>
                <a:lnTo>
                  <a:pt x="96" y="241"/>
                </a:lnTo>
                <a:lnTo>
                  <a:pt x="92" y="243"/>
                </a:lnTo>
                <a:lnTo>
                  <a:pt x="90" y="243"/>
                </a:lnTo>
                <a:lnTo>
                  <a:pt x="87" y="246"/>
                </a:lnTo>
                <a:lnTo>
                  <a:pt x="83" y="248"/>
                </a:lnTo>
                <a:lnTo>
                  <a:pt x="79" y="250"/>
                </a:lnTo>
                <a:lnTo>
                  <a:pt x="80" y="250"/>
                </a:lnTo>
                <a:lnTo>
                  <a:pt x="80" y="250"/>
                </a:lnTo>
                <a:lnTo>
                  <a:pt x="80" y="251"/>
                </a:lnTo>
                <a:lnTo>
                  <a:pt x="79" y="251"/>
                </a:lnTo>
                <a:lnTo>
                  <a:pt x="78" y="252"/>
                </a:lnTo>
                <a:lnTo>
                  <a:pt x="77" y="253"/>
                </a:lnTo>
                <a:lnTo>
                  <a:pt x="76" y="254"/>
                </a:lnTo>
                <a:lnTo>
                  <a:pt x="75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69" y="255"/>
                </a:lnTo>
                <a:lnTo>
                  <a:pt x="64" y="257"/>
                </a:lnTo>
                <a:lnTo>
                  <a:pt x="63" y="257"/>
                </a:lnTo>
                <a:lnTo>
                  <a:pt x="58" y="257"/>
                </a:lnTo>
                <a:lnTo>
                  <a:pt x="53" y="258"/>
                </a:lnTo>
                <a:lnTo>
                  <a:pt x="52" y="257"/>
                </a:lnTo>
                <a:lnTo>
                  <a:pt x="50" y="257"/>
                </a:lnTo>
                <a:lnTo>
                  <a:pt x="48" y="256"/>
                </a:lnTo>
                <a:lnTo>
                  <a:pt x="46" y="255"/>
                </a:lnTo>
                <a:lnTo>
                  <a:pt x="44" y="254"/>
                </a:lnTo>
                <a:lnTo>
                  <a:pt x="42" y="252"/>
                </a:lnTo>
                <a:lnTo>
                  <a:pt x="40" y="25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85" name="iṣľíḍê">
            <a:extLst>
              <a:ext uri="{FF2B5EF4-FFF2-40B4-BE49-F238E27FC236}">
                <a16:creationId xmlns:a16="http://schemas.microsoft.com/office/drawing/2014/main" id="{2D0CB36C-0355-41EB-A9C8-BEBBDE7D5BA8}"/>
              </a:ext>
            </a:extLst>
          </p:cNvPr>
          <p:cNvSpPr>
            <a:spLocks noGrp="1"/>
          </p:cNvSpPr>
          <p:nvPr/>
        </p:nvSpPr>
        <p:spPr>
          <a:xfrm>
            <a:off x="1779480" y="722160"/>
            <a:ext cx="40320" cy="18720"/>
          </a:xfrm>
          <a:custGeom>
            <a:avLst/>
            <a:gdLst>
              <a:gd name="textAreaLeft" fmla="*/ 0 w 40320"/>
              <a:gd name="textAreaRight" fmla="*/ 40680 w 40320"/>
              <a:gd name="textAreaTop" fmla="*/ 0 h 18720"/>
              <a:gd name="textAreaBottom" fmla="*/ 19080 h 18720"/>
              <a:gd name="GluePoint1X" fmla="*/ 68 w 93"/>
              <a:gd name="GluePoint1Y" fmla="*/ 0 h 44"/>
              <a:gd name="GluePoint2X" fmla="*/ 70 w 93"/>
              <a:gd name="GluePoint2Y" fmla="*/ 0 h 44"/>
              <a:gd name="GluePoint3X" fmla="*/ 72 w 93"/>
              <a:gd name="GluePoint3Y" fmla="*/ 0 h 44"/>
              <a:gd name="GluePoint4X" fmla="*/ 75 w 93"/>
              <a:gd name="GluePoint4Y" fmla="*/ 1 h 44"/>
              <a:gd name="GluePoint5X" fmla="*/ 76 w 93"/>
              <a:gd name="GluePoint5Y" fmla="*/ 1 h 44"/>
              <a:gd name="GluePoint6X" fmla="*/ 79 w 93"/>
              <a:gd name="GluePoint6Y" fmla="*/ 3 h 44"/>
              <a:gd name="GluePoint7X" fmla="*/ 81 w 93"/>
              <a:gd name="GluePoint7Y" fmla="*/ 4 h 44"/>
              <a:gd name="GluePoint8X" fmla="*/ 83 w 93"/>
              <a:gd name="GluePoint8Y" fmla="*/ 5 h 44"/>
              <a:gd name="GluePoint9X" fmla="*/ 85 w 93"/>
              <a:gd name="GluePoint9Y" fmla="*/ 7 h 44"/>
              <a:gd name="GluePoint10X" fmla="*/ 87 w 93"/>
              <a:gd name="GluePoint10Y" fmla="*/ 8 h 44"/>
              <a:gd name="GluePoint11X" fmla="*/ 88 w 93"/>
              <a:gd name="GluePoint11Y" fmla="*/ 10 h 44"/>
              <a:gd name="GluePoint12X" fmla="*/ 89 w 93"/>
              <a:gd name="GluePoint12Y" fmla="*/ 12 h 44"/>
              <a:gd name="GluePoint13X" fmla="*/ 91 w 93"/>
              <a:gd name="GluePoint13Y" fmla="*/ 14 h 44"/>
              <a:gd name="GluePoint14X" fmla="*/ 92 w 93"/>
              <a:gd name="GluePoint14Y" fmla="*/ 16 h 44"/>
              <a:gd name="GluePoint15X" fmla="*/ 93 w 93"/>
              <a:gd name="GluePoint15Y" fmla="*/ 18 h 44"/>
              <a:gd name="GluePoint16X" fmla="*/ 93 w 93"/>
              <a:gd name="GluePoint16Y" fmla="*/ 20 h 44"/>
              <a:gd name="GluePoint17X" fmla="*/ 93 w 93"/>
              <a:gd name="GluePoint17Y" fmla="*/ 22 h 44"/>
              <a:gd name="GluePoint18X" fmla="*/ 91 w 93"/>
              <a:gd name="GluePoint18Y" fmla="*/ 25 h 44"/>
              <a:gd name="GluePoint19X" fmla="*/ 88 w 93"/>
              <a:gd name="GluePoint19Y" fmla="*/ 30 h 44"/>
              <a:gd name="GluePoint20X" fmla="*/ 86 w 93"/>
              <a:gd name="GluePoint20Y" fmla="*/ 32 h 44"/>
              <a:gd name="GluePoint21X" fmla="*/ 84 w 93"/>
              <a:gd name="GluePoint21Y" fmla="*/ 33 h 44"/>
              <a:gd name="GluePoint22X" fmla="*/ 83 w 93"/>
              <a:gd name="GluePoint22Y" fmla="*/ 35 h 44"/>
              <a:gd name="GluePoint23X" fmla="*/ 81 w 93"/>
              <a:gd name="GluePoint23Y" fmla="*/ 36 h 44"/>
              <a:gd name="GluePoint24X" fmla="*/ 78 w 93"/>
              <a:gd name="GluePoint24Y" fmla="*/ 38 h 44"/>
              <a:gd name="GluePoint25X" fmla="*/ 72 w 93"/>
              <a:gd name="GluePoint25Y" fmla="*/ 39 h 44"/>
              <a:gd name="GluePoint26X" fmla="*/ 65 w 93"/>
              <a:gd name="GluePoint26Y" fmla="*/ 40 h 44"/>
              <a:gd name="GluePoint27X" fmla="*/ 57 w 93"/>
              <a:gd name="GluePoint27Y" fmla="*/ 42 h 44"/>
              <a:gd name="GluePoint28X" fmla="*/ 49 w 93"/>
              <a:gd name="GluePoint28Y" fmla="*/ 43 h 44"/>
              <a:gd name="GluePoint29X" fmla="*/ 42 w 93"/>
              <a:gd name="GluePoint29Y" fmla="*/ 44 h 44"/>
              <a:gd name="GluePoint30X" fmla="*/ 37 w 93"/>
              <a:gd name="GluePoint30Y" fmla="*/ 44 h 44"/>
              <a:gd name="GluePoint31X" fmla="*/ 35 w 93"/>
              <a:gd name="GluePoint31Y" fmla="*/ 44 h 44"/>
              <a:gd name="GluePoint32X" fmla="*/ 31 w 93"/>
              <a:gd name="GluePoint32Y" fmla="*/ 39 h 44"/>
              <a:gd name="GluePoint33X" fmla="*/ 28 w 93"/>
              <a:gd name="GluePoint33Y" fmla="*/ 34 h 44"/>
              <a:gd name="GluePoint34X" fmla="*/ 23 w 93"/>
              <a:gd name="GluePoint34Y" fmla="*/ 32 h 44"/>
              <a:gd name="GluePoint35X" fmla="*/ 18 w 93"/>
              <a:gd name="GluePoint35Y" fmla="*/ 30 h 44"/>
              <a:gd name="GluePoint36X" fmla="*/ 14 w 93"/>
              <a:gd name="GluePoint36Y" fmla="*/ 29 h 44"/>
              <a:gd name="GluePoint37X" fmla="*/ 10 w 93"/>
              <a:gd name="GluePoint37Y" fmla="*/ 28 h 44"/>
              <a:gd name="GluePoint38X" fmla="*/ 8 w 93"/>
              <a:gd name="GluePoint38Y" fmla="*/ 27 h 44"/>
              <a:gd name="GluePoint39X" fmla="*/ 6 w 93"/>
              <a:gd name="GluePoint39Y" fmla="*/ 25 h 44"/>
              <a:gd name="GluePoint40X" fmla="*/ 5 w 93"/>
              <a:gd name="GluePoint40Y" fmla="*/ 24 h 44"/>
              <a:gd name="GluePoint41X" fmla="*/ 4 w 93"/>
              <a:gd name="GluePoint41Y" fmla="*/ 22 h 44"/>
              <a:gd name="GluePoint42X" fmla="*/ 2 w 93"/>
              <a:gd name="GluePoint42Y" fmla="*/ 20 h 44"/>
              <a:gd name="GluePoint43X" fmla="*/ 1 w 93"/>
              <a:gd name="GluePoint43Y" fmla="*/ 17 h 44"/>
              <a:gd name="GluePoint44X" fmla="*/ 0 w 93"/>
              <a:gd name="GluePoint44Y" fmla="*/ 15 h 44"/>
              <a:gd name="GluePoint45X" fmla="*/ 0 w 93"/>
              <a:gd name="GluePoint45Y" fmla="*/ 11 h 44"/>
              <a:gd name="GluePoint46X" fmla="*/ 4 w 93"/>
              <a:gd name="GluePoint46Y" fmla="*/ 9 h 44"/>
              <a:gd name="GluePoint47X" fmla="*/ 8 w 93"/>
              <a:gd name="GluePoint47Y" fmla="*/ 8 h 44"/>
              <a:gd name="GluePoint48X" fmla="*/ 12 w 93"/>
              <a:gd name="GluePoint48Y" fmla="*/ 7 h 44"/>
              <a:gd name="GluePoint49X" fmla="*/ 17 w 93"/>
              <a:gd name="GluePoint49Y" fmla="*/ 7 h 44"/>
              <a:gd name="GluePoint50X" fmla="*/ 28 w 93"/>
              <a:gd name="GluePoint50Y" fmla="*/ 6 h 44"/>
              <a:gd name="GluePoint51X" fmla="*/ 39 w 93"/>
              <a:gd name="GluePoint51Y" fmla="*/ 6 h 44"/>
              <a:gd name="GluePoint52X" fmla="*/ 40 w 93"/>
              <a:gd name="GluePoint52Y" fmla="*/ 5 h 44"/>
              <a:gd name="GluePoint53X" fmla="*/ 41 w 93"/>
              <a:gd name="GluePoint53Y" fmla="*/ 4 h 44"/>
              <a:gd name="GluePoint54X" fmla="*/ 43 w 93"/>
              <a:gd name="GluePoint54Y" fmla="*/ 3 h 44"/>
              <a:gd name="GluePoint55X" fmla="*/ 45 w 93"/>
              <a:gd name="GluePoint55Y" fmla="*/ 3 h 44"/>
              <a:gd name="GluePoint56X" fmla="*/ 48 w 93"/>
              <a:gd name="GluePoint56Y" fmla="*/ 2 h 44"/>
              <a:gd name="GluePoint57X" fmla="*/ 53 w 93"/>
              <a:gd name="GluePoint57Y" fmla="*/ 2 h 44"/>
              <a:gd name="GluePoint58X" fmla="*/ 58 w 93"/>
              <a:gd name="GluePoint58Y" fmla="*/ 3 h 44"/>
              <a:gd name="GluePoint59X" fmla="*/ 62 w 93"/>
              <a:gd name="GluePoint59Y" fmla="*/ 2 h 44"/>
              <a:gd name="GluePoint60X" fmla="*/ 64 w 93"/>
              <a:gd name="GluePoint60Y" fmla="*/ 2 h 44"/>
              <a:gd name="GluePoint61X" fmla="*/ 65 w 93"/>
              <a:gd name="GluePoint61Y" fmla="*/ 1 h 44"/>
              <a:gd name="GluePoint62X" fmla="*/ 67 w 93"/>
              <a:gd name="GluePoint62Y" fmla="*/ 0 h 44"/>
              <a:gd name="GluePoint63X" fmla="*/ 68 w 93"/>
              <a:gd name="GluePoint63Y" fmla="*/ 0 h 44"/>
            </a:gdLst>
            <a:ahLst/>
            <a:cxnLst/>
            <a:rect l="textAreaLeft" t="textAreaTop" r="textAreaRight" b="textAreaBottom"/>
            <a:pathLst>
              <a:path w="93" h="44">
                <a:moveTo>
                  <a:pt x="68" y="0"/>
                </a:moveTo>
                <a:lnTo>
                  <a:pt x="70" y="0"/>
                </a:lnTo>
                <a:lnTo>
                  <a:pt x="72" y="0"/>
                </a:lnTo>
                <a:lnTo>
                  <a:pt x="75" y="1"/>
                </a:lnTo>
                <a:lnTo>
                  <a:pt x="76" y="1"/>
                </a:lnTo>
                <a:lnTo>
                  <a:pt x="79" y="3"/>
                </a:lnTo>
                <a:lnTo>
                  <a:pt x="81" y="4"/>
                </a:lnTo>
                <a:lnTo>
                  <a:pt x="83" y="5"/>
                </a:lnTo>
                <a:lnTo>
                  <a:pt x="85" y="7"/>
                </a:lnTo>
                <a:lnTo>
                  <a:pt x="87" y="8"/>
                </a:lnTo>
                <a:lnTo>
                  <a:pt x="88" y="10"/>
                </a:lnTo>
                <a:lnTo>
                  <a:pt x="89" y="12"/>
                </a:lnTo>
                <a:lnTo>
                  <a:pt x="91" y="14"/>
                </a:lnTo>
                <a:lnTo>
                  <a:pt x="92" y="16"/>
                </a:lnTo>
                <a:lnTo>
                  <a:pt x="93" y="18"/>
                </a:lnTo>
                <a:lnTo>
                  <a:pt x="93" y="20"/>
                </a:lnTo>
                <a:lnTo>
                  <a:pt x="93" y="22"/>
                </a:lnTo>
                <a:lnTo>
                  <a:pt x="91" y="25"/>
                </a:lnTo>
                <a:lnTo>
                  <a:pt x="88" y="30"/>
                </a:lnTo>
                <a:lnTo>
                  <a:pt x="86" y="32"/>
                </a:lnTo>
                <a:lnTo>
                  <a:pt x="84" y="33"/>
                </a:lnTo>
                <a:lnTo>
                  <a:pt x="83" y="35"/>
                </a:lnTo>
                <a:lnTo>
                  <a:pt x="81" y="36"/>
                </a:lnTo>
                <a:lnTo>
                  <a:pt x="78" y="38"/>
                </a:lnTo>
                <a:lnTo>
                  <a:pt x="72" y="39"/>
                </a:lnTo>
                <a:lnTo>
                  <a:pt x="65" y="40"/>
                </a:lnTo>
                <a:lnTo>
                  <a:pt x="57" y="42"/>
                </a:lnTo>
                <a:lnTo>
                  <a:pt x="49" y="43"/>
                </a:lnTo>
                <a:lnTo>
                  <a:pt x="42" y="44"/>
                </a:lnTo>
                <a:lnTo>
                  <a:pt x="37" y="44"/>
                </a:lnTo>
                <a:lnTo>
                  <a:pt x="35" y="44"/>
                </a:lnTo>
                <a:lnTo>
                  <a:pt x="31" y="39"/>
                </a:lnTo>
                <a:lnTo>
                  <a:pt x="28" y="34"/>
                </a:lnTo>
                <a:lnTo>
                  <a:pt x="23" y="32"/>
                </a:lnTo>
                <a:lnTo>
                  <a:pt x="18" y="30"/>
                </a:lnTo>
                <a:lnTo>
                  <a:pt x="14" y="29"/>
                </a:lnTo>
                <a:lnTo>
                  <a:pt x="10" y="28"/>
                </a:lnTo>
                <a:lnTo>
                  <a:pt x="8" y="27"/>
                </a:lnTo>
                <a:lnTo>
                  <a:pt x="6" y="25"/>
                </a:lnTo>
                <a:lnTo>
                  <a:pt x="5" y="24"/>
                </a:lnTo>
                <a:lnTo>
                  <a:pt x="4" y="22"/>
                </a:lnTo>
                <a:lnTo>
                  <a:pt x="2" y="20"/>
                </a:lnTo>
                <a:lnTo>
                  <a:pt x="1" y="17"/>
                </a:lnTo>
                <a:lnTo>
                  <a:pt x="0" y="15"/>
                </a:lnTo>
                <a:lnTo>
                  <a:pt x="0" y="11"/>
                </a:lnTo>
                <a:lnTo>
                  <a:pt x="4" y="9"/>
                </a:lnTo>
                <a:lnTo>
                  <a:pt x="8" y="8"/>
                </a:lnTo>
                <a:lnTo>
                  <a:pt x="12" y="7"/>
                </a:lnTo>
                <a:lnTo>
                  <a:pt x="17" y="7"/>
                </a:lnTo>
                <a:lnTo>
                  <a:pt x="28" y="6"/>
                </a:lnTo>
                <a:lnTo>
                  <a:pt x="39" y="6"/>
                </a:lnTo>
                <a:lnTo>
                  <a:pt x="40" y="5"/>
                </a:lnTo>
                <a:lnTo>
                  <a:pt x="41" y="4"/>
                </a:lnTo>
                <a:lnTo>
                  <a:pt x="43" y="3"/>
                </a:lnTo>
                <a:lnTo>
                  <a:pt x="45" y="3"/>
                </a:lnTo>
                <a:lnTo>
                  <a:pt x="48" y="2"/>
                </a:lnTo>
                <a:lnTo>
                  <a:pt x="53" y="2"/>
                </a:lnTo>
                <a:lnTo>
                  <a:pt x="58" y="3"/>
                </a:lnTo>
                <a:lnTo>
                  <a:pt x="62" y="2"/>
                </a:lnTo>
                <a:lnTo>
                  <a:pt x="64" y="2"/>
                </a:lnTo>
                <a:lnTo>
                  <a:pt x="65" y="1"/>
                </a:lnTo>
                <a:lnTo>
                  <a:pt x="67" y="0"/>
                </a:lnTo>
                <a:lnTo>
                  <a:pt x="68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endParaRPr/>
          </a:p>
        </p:txBody>
      </p:sp>
      <p:sp>
        <p:nvSpPr>
          <p:cNvPr id="486" name="ïsḻîďe">
            <a:extLst>
              <a:ext uri="{FF2B5EF4-FFF2-40B4-BE49-F238E27FC236}">
                <a16:creationId xmlns:a16="http://schemas.microsoft.com/office/drawing/2014/main" id="{A2203F14-F13C-4083-B422-684F79AAA177}"/>
              </a:ext>
            </a:extLst>
          </p:cNvPr>
          <p:cNvSpPr>
            <a:spLocks noGrp="1"/>
          </p:cNvSpPr>
          <p:nvPr/>
        </p:nvSpPr>
        <p:spPr>
          <a:xfrm>
            <a:off x="1712160" y="728640"/>
            <a:ext cx="24840" cy="77760"/>
          </a:xfrm>
          <a:custGeom>
            <a:avLst/>
            <a:gdLst>
              <a:gd name="textAreaLeft" fmla="*/ 0 w 24840"/>
              <a:gd name="textAreaRight" fmla="*/ 25200 w 24840"/>
              <a:gd name="textAreaTop" fmla="*/ 0 h 77760"/>
              <a:gd name="textAreaBottom" fmla="*/ 78120 h 77760"/>
              <a:gd name="GluePoint1X" fmla="*/ 28 w 58"/>
              <a:gd name="GluePoint1Y" fmla="*/ 1 h 179"/>
              <a:gd name="GluePoint2X" fmla="*/ 31 w 58"/>
              <a:gd name="GluePoint2Y" fmla="*/ 2 h 179"/>
              <a:gd name="GluePoint3X" fmla="*/ 33 w 58"/>
              <a:gd name="GluePoint3Y" fmla="*/ 6 h 179"/>
              <a:gd name="GluePoint4X" fmla="*/ 38 w 58"/>
              <a:gd name="GluePoint4Y" fmla="*/ 14 h 179"/>
              <a:gd name="GluePoint5X" fmla="*/ 43 w 58"/>
              <a:gd name="GluePoint5Y" fmla="*/ 22 h 179"/>
              <a:gd name="GluePoint6X" fmla="*/ 46 w 58"/>
              <a:gd name="GluePoint6Y" fmla="*/ 29 h 179"/>
              <a:gd name="GluePoint7X" fmla="*/ 47 w 58"/>
              <a:gd name="GluePoint7Y" fmla="*/ 40 h 179"/>
              <a:gd name="GluePoint8X" fmla="*/ 49 w 58"/>
              <a:gd name="GluePoint8Y" fmla="*/ 49 h 179"/>
              <a:gd name="GluePoint9X" fmla="*/ 49 w 58"/>
              <a:gd name="GluePoint9Y" fmla="*/ 55 h 179"/>
              <a:gd name="GluePoint10X" fmla="*/ 51 w 58"/>
              <a:gd name="GluePoint10Y" fmla="*/ 65 h 179"/>
              <a:gd name="GluePoint11X" fmla="*/ 55 w 58"/>
              <a:gd name="GluePoint11Y" fmla="*/ 79 h 179"/>
              <a:gd name="GluePoint12X" fmla="*/ 58 w 58"/>
              <a:gd name="GluePoint12Y" fmla="*/ 96 h 179"/>
              <a:gd name="GluePoint13X" fmla="*/ 58 w 58"/>
              <a:gd name="GluePoint13Y" fmla="*/ 113 h 179"/>
              <a:gd name="GluePoint14X" fmla="*/ 57 w 58"/>
              <a:gd name="GluePoint14Y" fmla="*/ 131 h 179"/>
              <a:gd name="GluePoint15X" fmla="*/ 54 w 58"/>
              <a:gd name="GluePoint15Y" fmla="*/ 148 h 179"/>
              <a:gd name="GluePoint16X" fmla="*/ 50 w 58"/>
              <a:gd name="GluePoint16Y" fmla="*/ 159 h 179"/>
              <a:gd name="GluePoint17X" fmla="*/ 46 w 58"/>
              <a:gd name="GluePoint17Y" fmla="*/ 166 h 179"/>
              <a:gd name="GluePoint18X" fmla="*/ 42 w 58"/>
              <a:gd name="GluePoint18Y" fmla="*/ 172 h 179"/>
              <a:gd name="GluePoint19X" fmla="*/ 38 w 58"/>
              <a:gd name="GluePoint19Y" fmla="*/ 177 h 179"/>
              <a:gd name="GluePoint20X" fmla="*/ 33 w 58"/>
              <a:gd name="GluePoint20Y" fmla="*/ 179 h 179"/>
              <a:gd name="GluePoint21X" fmla="*/ 27 w 58"/>
              <a:gd name="GluePoint21Y" fmla="*/ 179 h 179"/>
              <a:gd name="GluePoint22X" fmla="*/ 22 w 58"/>
              <a:gd name="GluePoint22Y" fmla="*/ 176 h 179"/>
              <a:gd name="GluePoint23X" fmla="*/ 16 w 58"/>
              <a:gd name="GluePoint23Y" fmla="*/ 170 h 179"/>
              <a:gd name="GluePoint24X" fmla="*/ 10 w 58"/>
              <a:gd name="GluePoint24Y" fmla="*/ 165 h 179"/>
              <a:gd name="GluePoint25X" fmla="*/ 5 w 58"/>
              <a:gd name="GluePoint25Y" fmla="*/ 159 h 179"/>
              <a:gd name="GluePoint26X" fmla="*/ 2 w 58"/>
              <a:gd name="GluePoint26Y" fmla="*/ 154 h 179"/>
              <a:gd name="GluePoint27X" fmla="*/ 1 w 58"/>
              <a:gd name="GluePoint27Y" fmla="*/ 151 h 179"/>
              <a:gd name="GluePoint28X" fmla="*/ 0 w 58"/>
              <a:gd name="GluePoint28Y" fmla="*/ 144 h 179"/>
              <a:gd name="GluePoint29X" fmla="*/ 2 w 58"/>
              <a:gd name="GluePoint29Y" fmla="*/ 131 h 179"/>
              <a:gd name="GluePoint30X" fmla="*/ 4 w 58"/>
              <a:gd name="GluePoint30Y" fmla="*/ 117 h 179"/>
              <a:gd name="GluePoint31X" fmla="*/ 10 w 58"/>
              <a:gd name="GluePoint31Y" fmla="*/ 96 h 179"/>
              <a:gd name="GluePoint32X" fmla="*/ 17 w 58"/>
              <a:gd name="GluePoint32Y" fmla="*/ 72 h 179"/>
              <a:gd name="GluePoint33X" fmla="*/ 20 w 58"/>
              <a:gd name="GluePoint33Y" fmla="*/ 61 h 179"/>
              <a:gd name="GluePoint34X" fmla="*/ 21 w 58"/>
              <a:gd name="GluePoint34Y" fmla="*/ 53 h 179"/>
              <a:gd name="GluePoint35X" fmla="*/ 19 w 58"/>
              <a:gd name="GluePoint35Y" fmla="*/ 39 h 179"/>
              <a:gd name="GluePoint36X" fmla="*/ 18 w 58"/>
              <a:gd name="GluePoint36Y" fmla="*/ 25 h 179"/>
              <a:gd name="GluePoint37X" fmla="*/ 17 w 58"/>
              <a:gd name="GluePoint37Y" fmla="*/ 17 h 179"/>
              <a:gd name="GluePoint38X" fmla="*/ 18 w 58"/>
              <a:gd name="GluePoint38Y" fmla="*/ 9 h 179"/>
              <a:gd name="GluePoint39X" fmla="*/ 18 w 58"/>
              <a:gd name="GluePoint39Y" fmla="*/ 5 h 179"/>
              <a:gd name="GluePoint40X" fmla="*/ 20 w 58"/>
              <a:gd name="GluePoint40Y" fmla="*/ 3 h 179"/>
              <a:gd name="GluePoint41X" fmla="*/ 22 w 58"/>
              <a:gd name="GluePoint41Y" fmla="*/ 1 h 179"/>
              <a:gd name="GluePoint42X" fmla="*/ 24 w 58"/>
              <a:gd name="GluePoint42Y" fmla="*/ 1 h 179"/>
            </a:gdLst>
            <a:ahLst/>
            <a:cxnLst/>
            <a:rect l="textAreaLeft" t="textAreaTop" r="textAreaRight" b="textAreaBottom"/>
            <a:pathLst>
              <a:path w="58" h="179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1" y="2"/>
                </a:lnTo>
                <a:lnTo>
                  <a:pt x="32" y="4"/>
                </a:lnTo>
                <a:lnTo>
                  <a:pt x="33" y="6"/>
                </a:lnTo>
                <a:lnTo>
                  <a:pt x="35" y="10"/>
                </a:lnTo>
                <a:lnTo>
                  <a:pt x="38" y="14"/>
                </a:lnTo>
                <a:lnTo>
                  <a:pt x="41" y="18"/>
                </a:lnTo>
                <a:lnTo>
                  <a:pt x="43" y="22"/>
                </a:lnTo>
                <a:lnTo>
                  <a:pt x="44" y="25"/>
                </a:lnTo>
                <a:lnTo>
                  <a:pt x="46" y="29"/>
                </a:lnTo>
                <a:lnTo>
                  <a:pt x="46" y="34"/>
                </a:lnTo>
                <a:lnTo>
                  <a:pt x="47" y="40"/>
                </a:lnTo>
                <a:lnTo>
                  <a:pt x="49" y="46"/>
                </a:lnTo>
                <a:lnTo>
                  <a:pt x="49" y="49"/>
                </a:lnTo>
                <a:lnTo>
                  <a:pt x="49" y="53"/>
                </a:lnTo>
                <a:lnTo>
                  <a:pt x="49" y="55"/>
                </a:lnTo>
                <a:lnTo>
                  <a:pt x="49" y="58"/>
                </a:lnTo>
                <a:lnTo>
                  <a:pt x="51" y="65"/>
                </a:lnTo>
                <a:lnTo>
                  <a:pt x="54" y="72"/>
                </a:lnTo>
                <a:lnTo>
                  <a:pt x="55" y="79"/>
                </a:lnTo>
                <a:lnTo>
                  <a:pt x="56" y="87"/>
                </a:lnTo>
                <a:lnTo>
                  <a:pt x="58" y="96"/>
                </a:lnTo>
                <a:lnTo>
                  <a:pt x="58" y="105"/>
                </a:lnTo>
                <a:lnTo>
                  <a:pt x="58" y="113"/>
                </a:lnTo>
                <a:lnTo>
                  <a:pt x="58" y="122"/>
                </a:lnTo>
                <a:lnTo>
                  <a:pt x="57" y="131"/>
                </a:lnTo>
                <a:lnTo>
                  <a:pt x="55" y="140"/>
                </a:lnTo>
                <a:lnTo>
                  <a:pt x="54" y="148"/>
                </a:lnTo>
                <a:lnTo>
                  <a:pt x="50" y="156"/>
                </a:lnTo>
                <a:lnTo>
                  <a:pt x="50" y="159"/>
                </a:lnTo>
                <a:lnTo>
                  <a:pt x="48" y="163"/>
                </a:lnTo>
                <a:lnTo>
                  <a:pt x="46" y="166"/>
                </a:lnTo>
                <a:lnTo>
                  <a:pt x="45" y="169"/>
                </a:lnTo>
                <a:lnTo>
                  <a:pt x="42" y="172"/>
                </a:lnTo>
                <a:lnTo>
                  <a:pt x="41" y="174"/>
                </a:lnTo>
                <a:lnTo>
                  <a:pt x="38" y="177"/>
                </a:lnTo>
                <a:lnTo>
                  <a:pt x="36" y="179"/>
                </a:lnTo>
                <a:lnTo>
                  <a:pt x="33" y="179"/>
                </a:lnTo>
                <a:lnTo>
                  <a:pt x="30" y="179"/>
                </a:lnTo>
                <a:lnTo>
                  <a:pt x="27" y="179"/>
                </a:lnTo>
                <a:lnTo>
                  <a:pt x="24" y="179"/>
                </a:lnTo>
                <a:lnTo>
                  <a:pt x="22" y="176"/>
                </a:lnTo>
                <a:lnTo>
                  <a:pt x="19" y="173"/>
                </a:lnTo>
                <a:lnTo>
                  <a:pt x="16" y="170"/>
                </a:lnTo>
                <a:lnTo>
                  <a:pt x="14" y="168"/>
                </a:lnTo>
                <a:lnTo>
                  <a:pt x="10" y="165"/>
                </a:lnTo>
                <a:lnTo>
                  <a:pt x="8" y="162"/>
                </a:lnTo>
                <a:lnTo>
                  <a:pt x="5" y="159"/>
                </a:lnTo>
                <a:lnTo>
                  <a:pt x="2" y="156"/>
                </a:lnTo>
                <a:lnTo>
                  <a:pt x="2" y="154"/>
                </a:lnTo>
                <a:lnTo>
                  <a:pt x="1" y="153"/>
                </a:lnTo>
                <a:lnTo>
                  <a:pt x="1" y="151"/>
                </a:lnTo>
                <a:lnTo>
                  <a:pt x="1" y="149"/>
                </a:lnTo>
                <a:lnTo>
                  <a:pt x="0" y="144"/>
                </a:lnTo>
                <a:lnTo>
                  <a:pt x="1" y="137"/>
                </a:lnTo>
                <a:lnTo>
                  <a:pt x="2" y="131"/>
                </a:lnTo>
                <a:lnTo>
                  <a:pt x="2" y="125"/>
                </a:lnTo>
                <a:lnTo>
                  <a:pt x="4" y="117"/>
                </a:lnTo>
                <a:lnTo>
                  <a:pt x="6" y="110"/>
                </a:lnTo>
                <a:lnTo>
                  <a:pt x="10" y="96"/>
                </a:lnTo>
                <a:lnTo>
                  <a:pt x="14" y="83"/>
                </a:lnTo>
                <a:lnTo>
                  <a:pt x="17" y="72"/>
                </a:lnTo>
                <a:lnTo>
                  <a:pt x="19" y="65"/>
                </a:lnTo>
                <a:lnTo>
                  <a:pt x="20" y="61"/>
                </a:lnTo>
                <a:lnTo>
                  <a:pt x="21" y="57"/>
                </a:lnTo>
                <a:lnTo>
                  <a:pt x="21" y="53"/>
                </a:lnTo>
                <a:lnTo>
                  <a:pt x="21" y="49"/>
                </a:lnTo>
                <a:lnTo>
                  <a:pt x="19" y="39"/>
                </a:lnTo>
                <a:lnTo>
                  <a:pt x="18" y="29"/>
                </a:lnTo>
                <a:lnTo>
                  <a:pt x="18" y="25"/>
                </a:lnTo>
                <a:lnTo>
                  <a:pt x="18" y="21"/>
                </a:lnTo>
                <a:lnTo>
                  <a:pt x="17" y="17"/>
                </a:lnTo>
                <a:lnTo>
                  <a:pt x="17" y="13"/>
                </a:lnTo>
                <a:lnTo>
                  <a:pt x="18" y="9"/>
                </a:lnTo>
                <a:lnTo>
                  <a:pt x="18" y="7"/>
                </a:lnTo>
                <a:lnTo>
                  <a:pt x="18" y="5"/>
                </a:lnTo>
                <a:lnTo>
                  <a:pt x="19" y="5"/>
                </a:lnTo>
                <a:lnTo>
                  <a:pt x="20" y="3"/>
                </a:lnTo>
                <a:lnTo>
                  <a:pt x="21" y="3"/>
                </a:lnTo>
                <a:lnTo>
                  <a:pt x="22" y="1"/>
                </a:lnTo>
                <a:lnTo>
                  <a:pt x="23" y="1"/>
                </a:lnTo>
                <a:lnTo>
                  <a:pt x="24" y="1"/>
                </a:lnTo>
                <a:lnTo>
                  <a:pt x="2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3120" rIns="90000" bIns="33120" anchor="ctr">
            <a:noAutofit/>
          </a:bodyPr>
          <a:lstStyle/>
          <a:p>
            <a:endParaRPr/>
          </a:p>
        </p:txBody>
      </p:sp>
      <p:sp>
        <p:nvSpPr>
          <p:cNvPr id="487" name="íşḻïḓe">
            <a:extLst>
              <a:ext uri="{FF2B5EF4-FFF2-40B4-BE49-F238E27FC236}">
                <a16:creationId xmlns:a16="http://schemas.microsoft.com/office/drawing/2014/main" id="{8CA062A1-089B-4F05-9D50-4F0975AA89CF}"/>
              </a:ext>
            </a:extLst>
          </p:cNvPr>
          <p:cNvSpPr>
            <a:spLocks noGrp="1"/>
          </p:cNvSpPr>
          <p:nvPr/>
        </p:nvSpPr>
        <p:spPr>
          <a:xfrm>
            <a:off x="1767600" y="746280"/>
            <a:ext cx="57600" cy="66960"/>
          </a:xfrm>
          <a:custGeom>
            <a:avLst/>
            <a:gdLst>
              <a:gd name="textAreaLeft" fmla="*/ 0 w 57600"/>
              <a:gd name="textAreaRight" fmla="*/ 57960 w 57600"/>
              <a:gd name="textAreaTop" fmla="*/ 0 h 66960"/>
              <a:gd name="textAreaBottom" fmla="*/ 67320 h 66960"/>
              <a:gd name="GluePoint1X" fmla="*/ 126 w 133"/>
              <a:gd name="GluePoint1Y" fmla="*/ 1 h 154"/>
              <a:gd name="GluePoint2X" fmla="*/ 133 w 133"/>
              <a:gd name="GluePoint2Y" fmla="*/ 5 h 154"/>
              <a:gd name="GluePoint3X" fmla="*/ 131 w 133"/>
              <a:gd name="GluePoint3Y" fmla="*/ 11 h 154"/>
              <a:gd name="GluePoint4X" fmla="*/ 125 w 133"/>
              <a:gd name="GluePoint4Y" fmla="*/ 23 h 154"/>
              <a:gd name="GluePoint5X" fmla="*/ 115 w 133"/>
              <a:gd name="GluePoint5Y" fmla="*/ 33 h 154"/>
              <a:gd name="GluePoint6X" fmla="*/ 96 w 133"/>
              <a:gd name="GluePoint6Y" fmla="*/ 49 h 154"/>
              <a:gd name="GluePoint7X" fmla="*/ 89 w 133"/>
              <a:gd name="GluePoint7Y" fmla="*/ 58 h 154"/>
              <a:gd name="GluePoint8X" fmla="*/ 89 w 133"/>
              <a:gd name="GluePoint8Y" fmla="*/ 67 h 154"/>
              <a:gd name="GluePoint9X" fmla="*/ 84 w 133"/>
              <a:gd name="GluePoint9Y" fmla="*/ 74 h 154"/>
              <a:gd name="GluePoint10X" fmla="*/ 85 w 133"/>
              <a:gd name="GluePoint10Y" fmla="*/ 85 h 154"/>
              <a:gd name="GluePoint11X" fmla="*/ 82 w 133"/>
              <a:gd name="GluePoint11Y" fmla="*/ 95 h 154"/>
              <a:gd name="GluePoint12X" fmla="*/ 80 w 133"/>
              <a:gd name="GluePoint12Y" fmla="*/ 108 h 154"/>
              <a:gd name="GluePoint13X" fmla="*/ 84 w 133"/>
              <a:gd name="GluePoint13Y" fmla="*/ 128 h 154"/>
              <a:gd name="GluePoint14X" fmla="*/ 86 w 133"/>
              <a:gd name="GluePoint14Y" fmla="*/ 139 h 154"/>
              <a:gd name="GluePoint15X" fmla="*/ 85 w 133"/>
              <a:gd name="GluePoint15Y" fmla="*/ 145 h 154"/>
              <a:gd name="GluePoint16X" fmla="*/ 83 w 133"/>
              <a:gd name="GluePoint16Y" fmla="*/ 149 h 154"/>
              <a:gd name="GluePoint17X" fmla="*/ 78 w 133"/>
              <a:gd name="GluePoint17Y" fmla="*/ 153 h 154"/>
              <a:gd name="GluePoint18X" fmla="*/ 71 w 133"/>
              <a:gd name="GluePoint18Y" fmla="*/ 154 h 154"/>
              <a:gd name="GluePoint19X" fmla="*/ 59 w 133"/>
              <a:gd name="GluePoint19Y" fmla="*/ 152 h 154"/>
              <a:gd name="GluePoint20X" fmla="*/ 51 w 133"/>
              <a:gd name="GluePoint20Y" fmla="*/ 149 h 154"/>
              <a:gd name="GluePoint21X" fmla="*/ 44 w 133"/>
              <a:gd name="GluePoint21Y" fmla="*/ 146 h 154"/>
              <a:gd name="GluePoint22X" fmla="*/ 39 w 133"/>
              <a:gd name="GluePoint22Y" fmla="*/ 141 h 154"/>
              <a:gd name="GluePoint23X" fmla="*/ 36 w 133"/>
              <a:gd name="GluePoint23Y" fmla="*/ 137 h 154"/>
              <a:gd name="GluePoint24X" fmla="*/ 34 w 133"/>
              <a:gd name="GluePoint24Y" fmla="*/ 123 h 154"/>
              <a:gd name="GluePoint25X" fmla="*/ 34 w 133"/>
              <a:gd name="GluePoint25Y" fmla="*/ 107 h 154"/>
              <a:gd name="GluePoint26X" fmla="*/ 33 w 133"/>
              <a:gd name="GluePoint26Y" fmla="*/ 83 h 154"/>
              <a:gd name="GluePoint27X" fmla="*/ 27 w 133"/>
              <a:gd name="GluePoint27Y" fmla="*/ 81 h 154"/>
              <a:gd name="GluePoint28X" fmla="*/ 18 w 133"/>
              <a:gd name="GluePoint28Y" fmla="*/ 85 h 154"/>
              <a:gd name="GluePoint29X" fmla="*/ 7 w 133"/>
              <a:gd name="GluePoint29Y" fmla="*/ 77 h 154"/>
              <a:gd name="GluePoint30X" fmla="*/ 1 w 133"/>
              <a:gd name="GluePoint30Y" fmla="*/ 69 h 154"/>
              <a:gd name="GluePoint31X" fmla="*/ 3 w 133"/>
              <a:gd name="GluePoint31Y" fmla="*/ 65 h 154"/>
              <a:gd name="GluePoint32X" fmla="*/ 8 w 133"/>
              <a:gd name="GluePoint32Y" fmla="*/ 61 h 154"/>
              <a:gd name="GluePoint33X" fmla="*/ 19 w 133"/>
              <a:gd name="GluePoint33Y" fmla="*/ 61 h 154"/>
              <a:gd name="GluePoint34X" fmla="*/ 27 w 133"/>
              <a:gd name="GluePoint34Y" fmla="*/ 60 h 154"/>
              <a:gd name="GluePoint35X" fmla="*/ 34 w 133"/>
              <a:gd name="GluePoint35Y" fmla="*/ 55 h 154"/>
              <a:gd name="GluePoint36X" fmla="*/ 40 w 133"/>
              <a:gd name="GluePoint36Y" fmla="*/ 46 h 154"/>
              <a:gd name="GluePoint37X" fmla="*/ 43 w 133"/>
              <a:gd name="GluePoint37Y" fmla="*/ 41 h 154"/>
              <a:gd name="GluePoint38X" fmla="*/ 43 w 133"/>
              <a:gd name="GluePoint38Y" fmla="*/ 28 h 154"/>
              <a:gd name="GluePoint39X" fmla="*/ 44 w 133"/>
              <a:gd name="GluePoint39Y" fmla="*/ 21 h 154"/>
              <a:gd name="GluePoint40X" fmla="*/ 48 w 133"/>
              <a:gd name="GluePoint40Y" fmla="*/ 17 h 154"/>
              <a:gd name="GluePoint41X" fmla="*/ 51 w 133"/>
              <a:gd name="GluePoint41Y" fmla="*/ 14 h 154"/>
              <a:gd name="GluePoint42X" fmla="*/ 59 w 133"/>
              <a:gd name="GluePoint42Y" fmla="*/ 15 h 154"/>
              <a:gd name="GluePoint43X" fmla="*/ 63 w 133"/>
              <a:gd name="GluePoint43Y" fmla="*/ 19 h 154"/>
              <a:gd name="GluePoint44X" fmla="*/ 75 w 133"/>
              <a:gd name="GluePoint44Y" fmla="*/ 25 h 154"/>
              <a:gd name="GluePoint45X" fmla="*/ 89 w 133"/>
              <a:gd name="GluePoint45Y" fmla="*/ 28 h 154"/>
              <a:gd name="GluePoint46X" fmla="*/ 99 w 133"/>
              <a:gd name="GluePoint46Y" fmla="*/ 17 h 154"/>
              <a:gd name="GluePoint47X" fmla="*/ 111 w 133"/>
              <a:gd name="GluePoint47Y" fmla="*/ 8 h 154"/>
              <a:gd name="GluePoint48X" fmla="*/ 116 w 133"/>
              <a:gd name="GluePoint48Y" fmla="*/ 2 h 154"/>
            </a:gdLst>
            <a:ahLst/>
            <a:cxnLst/>
            <a:rect l="textAreaLeft" t="textAreaTop" r="textAreaRight" b="textAreaBottom"/>
            <a:pathLst>
              <a:path w="133" h="154">
                <a:moveTo>
                  <a:pt x="117" y="0"/>
                </a:moveTo>
                <a:lnTo>
                  <a:pt x="122" y="0"/>
                </a:lnTo>
                <a:lnTo>
                  <a:pt x="126" y="1"/>
                </a:lnTo>
                <a:lnTo>
                  <a:pt x="130" y="1"/>
                </a:lnTo>
                <a:lnTo>
                  <a:pt x="133" y="2"/>
                </a:lnTo>
                <a:lnTo>
                  <a:pt x="133" y="5"/>
                </a:lnTo>
                <a:lnTo>
                  <a:pt x="133" y="7"/>
                </a:lnTo>
                <a:lnTo>
                  <a:pt x="132" y="9"/>
                </a:lnTo>
                <a:lnTo>
                  <a:pt x="131" y="11"/>
                </a:lnTo>
                <a:lnTo>
                  <a:pt x="130" y="15"/>
                </a:lnTo>
                <a:lnTo>
                  <a:pt x="127" y="19"/>
                </a:lnTo>
                <a:lnTo>
                  <a:pt x="125" y="23"/>
                </a:lnTo>
                <a:lnTo>
                  <a:pt x="122" y="27"/>
                </a:lnTo>
                <a:lnTo>
                  <a:pt x="119" y="30"/>
                </a:lnTo>
                <a:lnTo>
                  <a:pt x="115" y="33"/>
                </a:lnTo>
                <a:lnTo>
                  <a:pt x="107" y="40"/>
                </a:lnTo>
                <a:lnTo>
                  <a:pt x="99" y="45"/>
                </a:lnTo>
                <a:lnTo>
                  <a:pt x="96" y="49"/>
                </a:lnTo>
                <a:lnTo>
                  <a:pt x="94" y="52"/>
                </a:lnTo>
                <a:lnTo>
                  <a:pt x="91" y="55"/>
                </a:lnTo>
                <a:lnTo>
                  <a:pt x="89" y="58"/>
                </a:lnTo>
                <a:lnTo>
                  <a:pt x="89" y="61"/>
                </a:lnTo>
                <a:lnTo>
                  <a:pt x="89" y="64"/>
                </a:lnTo>
                <a:lnTo>
                  <a:pt x="89" y="67"/>
                </a:lnTo>
                <a:lnTo>
                  <a:pt x="89" y="69"/>
                </a:lnTo>
                <a:lnTo>
                  <a:pt x="87" y="72"/>
                </a:lnTo>
                <a:lnTo>
                  <a:pt x="84" y="74"/>
                </a:lnTo>
                <a:lnTo>
                  <a:pt x="85" y="78"/>
                </a:lnTo>
                <a:lnTo>
                  <a:pt x="85" y="81"/>
                </a:lnTo>
                <a:lnTo>
                  <a:pt x="85" y="85"/>
                </a:lnTo>
                <a:lnTo>
                  <a:pt x="86" y="89"/>
                </a:lnTo>
                <a:lnTo>
                  <a:pt x="83" y="92"/>
                </a:lnTo>
                <a:lnTo>
                  <a:pt x="82" y="95"/>
                </a:lnTo>
                <a:lnTo>
                  <a:pt x="81" y="99"/>
                </a:lnTo>
                <a:lnTo>
                  <a:pt x="80" y="104"/>
                </a:lnTo>
                <a:lnTo>
                  <a:pt x="80" y="108"/>
                </a:lnTo>
                <a:lnTo>
                  <a:pt x="81" y="112"/>
                </a:lnTo>
                <a:lnTo>
                  <a:pt x="83" y="121"/>
                </a:lnTo>
                <a:lnTo>
                  <a:pt x="84" y="128"/>
                </a:lnTo>
                <a:lnTo>
                  <a:pt x="85" y="132"/>
                </a:lnTo>
                <a:lnTo>
                  <a:pt x="86" y="136"/>
                </a:lnTo>
                <a:lnTo>
                  <a:pt x="86" y="139"/>
                </a:lnTo>
                <a:lnTo>
                  <a:pt x="86" y="142"/>
                </a:lnTo>
                <a:lnTo>
                  <a:pt x="85" y="144"/>
                </a:lnTo>
                <a:lnTo>
                  <a:pt x="85" y="145"/>
                </a:lnTo>
                <a:lnTo>
                  <a:pt x="84" y="146"/>
                </a:lnTo>
                <a:lnTo>
                  <a:pt x="83" y="148"/>
                </a:lnTo>
                <a:lnTo>
                  <a:pt x="83" y="149"/>
                </a:lnTo>
                <a:lnTo>
                  <a:pt x="81" y="150"/>
                </a:lnTo>
                <a:lnTo>
                  <a:pt x="79" y="152"/>
                </a:lnTo>
                <a:lnTo>
                  <a:pt x="78" y="153"/>
                </a:lnTo>
                <a:lnTo>
                  <a:pt x="75" y="153"/>
                </a:lnTo>
                <a:lnTo>
                  <a:pt x="73" y="154"/>
                </a:lnTo>
                <a:lnTo>
                  <a:pt x="71" y="154"/>
                </a:lnTo>
                <a:lnTo>
                  <a:pt x="69" y="154"/>
                </a:lnTo>
                <a:lnTo>
                  <a:pt x="64" y="153"/>
                </a:lnTo>
                <a:lnTo>
                  <a:pt x="59" y="152"/>
                </a:lnTo>
                <a:lnTo>
                  <a:pt x="56" y="151"/>
                </a:lnTo>
                <a:lnTo>
                  <a:pt x="54" y="150"/>
                </a:lnTo>
                <a:lnTo>
                  <a:pt x="51" y="149"/>
                </a:lnTo>
                <a:lnTo>
                  <a:pt x="48" y="149"/>
                </a:lnTo>
                <a:lnTo>
                  <a:pt x="46" y="148"/>
                </a:lnTo>
                <a:lnTo>
                  <a:pt x="44" y="146"/>
                </a:lnTo>
                <a:lnTo>
                  <a:pt x="43" y="145"/>
                </a:lnTo>
                <a:lnTo>
                  <a:pt x="41" y="143"/>
                </a:lnTo>
                <a:lnTo>
                  <a:pt x="39" y="141"/>
                </a:lnTo>
                <a:lnTo>
                  <a:pt x="39" y="140"/>
                </a:lnTo>
                <a:lnTo>
                  <a:pt x="37" y="138"/>
                </a:lnTo>
                <a:lnTo>
                  <a:pt x="36" y="137"/>
                </a:lnTo>
                <a:lnTo>
                  <a:pt x="35" y="132"/>
                </a:lnTo>
                <a:lnTo>
                  <a:pt x="35" y="128"/>
                </a:lnTo>
                <a:lnTo>
                  <a:pt x="34" y="123"/>
                </a:lnTo>
                <a:lnTo>
                  <a:pt x="34" y="118"/>
                </a:lnTo>
                <a:lnTo>
                  <a:pt x="34" y="113"/>
                </a:lnTo>
                <a:lnTo>
                  <a:pt x="34" y="107"/>
                </a:lnTo>
                <a:lnTo>
                  <a:pt x="35" y="96"/>
                </a:lnTo>
                <a:lnTo>
                  <a:pt x="35" y="84"/>
                </a:lnTo>
                <a:lnTo>
                  <a:pt x="33" y="83"/>
                </a:lnTo>
                <a:lnTo>
                  <a:pt x="31" y="82"/>
                </a:lnTo>
                <a:lnTo>
                  <a:pt x="30" y="81"/>
                </a:lnTo>
                <a:lnTo>
                  <a:pt x="27" y="81"/>
                </a:lnTo>
                <a:lnTo>
                  <a:pt x="23" y="82"/>
                </a:lnTo>
                <a:lnTo>
                  <a:pt x="21" y="84"/>
                </a:lnTo>
                <a:lnTo>
                  <a:pt x="18" y="85"/>
                </a:lnTo>
                <a:lnTo>
                  <a:pt x="15" y="85"/>
                </a:lnTo>
                <a:lnTo>
                  <a:pt x="11" y="81"/>
                </a:lnTo>
                <a:lnTo>
                  <a:pt x="7" y="77"/>
                </a:lnTo>
                <a:lnTo>
                  <a:pt x="4" y="75"/>
                </a:lnTo>
                <a:lnTo>
                  <a:pt x="3" y="73"/>
                </a:lnTo>
                <a:lnTo>
                  <a:pt x="1" y="69"/>
                </a:lnTo>
                <a:lnTo>
                  <a:pt x="0" y="67"/>
                </a:lnTo>
                <a:lnTo>
                  <a:pt x="2" y="66"/>
                </a:lnTo>
                <a:lnTo>
                  <a:pt x="3" y="65"/>
                </a:lnTo>
                <a:lnTo>
                  <a:pt x="5" y="65"/>
                </a:lnTo>
                <a:lnTo>
                  <a:pt x="6" y="64"/>
                </a:lnTo>
                <a:lnTo>
                  <a:pt x="8" y="61"/>
                </a:lnTo>
                <a:lnTo>
                  <a:pt x="11" y="61"/>
                </a:lnTo>
                <a:lnTo>
                  <a:pt x="15" y="61"/>
                </a:lnTo>
                <a:lnTo>
                  <a:pt x="19" y="61"/>
                </a:lnTo>
                <a:lnTo>
                  <a:pt x="22" y="61"/>
                </a:lnTo>
                <a:lnTo>
                  <a:pt x="26" y="61"/>
                </a:lnTo>
                <a:lnTo>
                  <a:pt x="27" y="60"/>
                </a:lnTo>
                <a:lnTo>
                  <a:pt x="30" y="58"/>
                </a:lnTo>
                <a:lnTo>
                  <a:pt x="31" y="57"/>
                </a:lnTo>
                <a:lnTo>
                  <a:pt x="34" y="55"/>
                </a:lnTo>
                <a:lnTo>
                  <a:pt x="37" y="51"/>
                </a:lnTo>
                <a:lnTo>
                  <a:pt x="40" y="48"/>
                </a:lnTo>
                <a:lnTo>
                  <a:pt x="40" y="46"/>
                </a:lnTo>
                <a:lnTo>
                  <a:pt x="41" y="45"/>
                </a:lnTo>
                <a:lnTo>
                  <a:pt x="42" y="42"/>
                </a:lnTo>
                <a:lnTo>
                  <a:pt x="43" y="41"/>
                </a:lnTo>
                <a:lnTo>
                  <a:pt x="43" y="36"/>
                </a:lnTo>
                <a:lnTo>
                  <a:pt x="43" y="32"/>
                </a:lnTo>
                <a:lnTo>
                  <a:pt x="43" y="28"/>
                </a:lnTo>
                <a:lnTo>
                  <a:pt x="43" y="24"/>
                </a:lnTo>
                <a:lnTo>
                  <a:pt x="43" y="22"/>
                </a:lnTo>
                <a:lnTo>
                  <a:pt x="44" y="21"/>
                </a:lnTo>
                <a:lnTo>
                  <a:pt x="46" y="19"/>
                </a:lnTo>
                <a:lnTo>
                  <a:pt x="47" y="18"/>
                </a:lnTo>
                <a:lnTo>
                  <a:pt x="48" y="17"/>
                </a:lnTo>
                <a:lnTo>
                  <a:pt x="49" y="16"/>
                </a:lnTo>
                <a:lnTo>
                  <a:pt x="50" y="15"/>
                </a:lnTo>
                <a:lnTo>
                  <a:pt x="51" y="14"/>
                </a:lnTo>
                <a:lnTo>
                  <a:pt x="55" y="13"/>
                </a:lnTo>
                <a:lnTo>
                  <a:pt x="59" y="13"/>
                </a:lnTo>
                <a:lnTo>
                  <a:pt x="59" y="15"/>
                </a:lnTo>
                <a:lnTo>
                  <a:pt x="61" y="16"/>
                </a:lnTo>
                <a:lnTo>
                  <a:pt x="62" y="17"/>
                </a:lnTo>
                <a:lnTo>
                  <a:pt x="63" y="19"/>
                </a:lnTo>
                <a:lnTo>
                  <a:pt x="67" y="21"/>
                </a:lnTo>
                <a:lnTo>
                  <a:pt x="71" y="23"/>
                </a:lnTo>
                <a:lnTo>
                  <a:pt x="75" y="25"/>
                </a:lnTo>
                <a:lnTo>
                  <a:pt x="80" y="26"/>
                </a:lnTo>
                <a:lnTo>
                  <a:pt x="85" y="27"/>
                </a:lnTo>
                <a:lnTo>
                  <a:pt x="89" y="28"/>
                </a:lnTo>
                <a:lnTo>
                  <a:pt x="91" y="24"/>
                </a:lnTo>
                <a:lnTo>
                  <a:pt x="95" y="21"/>
                </a:lnTo>
                <a:lnTo>
                  <a:pt x="99" y="17"/>
                </a:lnTo>
                <a:lnTo>
                  <a:pt x="103" y="15"/>
                </a:lnTo>
                <a:lnTo>
                  <a:pt x="107" y="11"/>
                </a:lnTo>
                <a:lnTo>
                  <a:pt x="111" y="8"/>
                </a:lnTo>
                <a:lnTo>
                  <a:pt x="113" y="6"/>
                </a:lnTo>
                <a:lnTo>
                  <a:pt x="115" y="4"/>
                </a:lnTo>
                <a:lnTo>
                  <a:pt x="116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320" rIns="90000" bIns="22320" anchor="ctr">
            <a:noAutofit/>
          </a:bodyPr>
          <a:lstStyle/>
          <a:p>
            <a:endParaRPr/>
          </a:p>
        </p:txBody>
      </p:sp>
      <p:sp>
        <p:nvSpPr>
          <p:cNvPr id="489" name="ïşļïḍè">
            <a:extLst>
              <a:ext uri="{FF2B5EF4-FFF2-40B4-BE49-F238E27FC236}">
                <a16:creationId xmlns:a16="http://schemas.microsoft.com/office/drawing/2014/main" id="{E31877F6-FBE4-4EF9-835B-1555ED53EB8B}"/>
              </a:ext>
            </a:extLst>
          </p:cNvPr>
          <p:cNvSpPr>
            <a:spLocks noGrp="1"/>
          </p:cNvSpPr>
          <p:nvPr/>
        </p:nvSpPr>
        <p:spPr>
          <a:xfrm>
            <a:off x="1405080" y="936000"/>
            <a:ext cx="38520" cy="64440"/>
          </a:xfrm>
          <a:custGeom>
            <a:avLst/>
            <a:gdLst>
              <a:gd name="textAreaLeft" fmla="*/ 0 w 38520"/>
              <a:gd name="textAreaRight" fmla="*/ 38880 w 38520"/>
              <a:gd name="textAreaTop" fmla="*/ 0 h 64440"/>
              <a:gd name="textAreaBottom" fmla="*/ 64800 h 64440"/>
              <a:gd name="GluePoint1X" fmla="*/ 87 w 89"/>
              <a:gd name="GluePoint1Y" fmla="*/ 91 h 148"/>
              <a:gd name="GluePoint2X" fmla="*/ 82 w 89"/>
              <a:gd name="GluePoint2Y" fmla="*/ 82 h 148"/>
              <a:gd name="GluePoint3X" fmla="*/ 74 w 89"/>
              <a:gd name="GluePoint3Y" fmla="*/ 74 h 148"/>
              <a:gd name="GluePoint4X" fmla="*/ 63 w 89"/>
              <a:gd name="GluePoint4Y" fmla="*/ 66 h 148"/>
              <a:gd name="GluePoint5X" fmla="*/ 51 w 89"/>
              <a:gd name="GluePoint5Y" fmla="*/ 58 h 148"/>
              <a:gd name="GluePoint6X" fmla="*/ 35 w 89"/>
              <a:gd name="GluePoint6Y" fmla="*/ 49 h 148"/>
              <a:gd name="GluePoint7X" fmla="*/ 27 w 89"/>
              <a:gd name="GluePoint7Y" fmla="*/ 40 h 148"/>
              <a:gd name="GluePoint8X" fmla="*/ 26 w 89"/>
              <a:gd name="GluePoint8Y" fmla="*/ 35 h 148"/>
              <a:gd name="GluePoint9X" fmla="*/ 26 w 89"/>
              <a:gd name="GluePoint9Y" fmla="*/ 29 h 148"/>
              <a:gd name="GluePoint10X" fmla="*/ 27 w 89"/>
              <a:gd name="GluePoint10Y" fmla="*/ 22 h 148"/>
              <a:gd name="GluePoint11X" fmla="*/ 31 w 89"/>
              <a:gd name="GluePoint11Y" fmla="*/ 18 h 148"/>
              <a:gd name="GluePoint12X" fmla="*/ 36 w 89"/>
              <a:gd name="GluePoint12Y" fmla="*/ 14 h 148"/>
              <a:gd name="GluePoint13X" fmla="*/ 43 w 89"/>
              <a:gd name="GluePoint13Y" fmla="*/ 13 h 148"/>
              <a:gd name="GluePoint14X" fmla="*/ 52 w 89"/>
              <a:gd name="GluePoint14Y" fmla="*/ 12 h 148"/>
              <a:gd name="GluePoint15X" fmla="*/ 63 w 89"/>
              <a:gd name="GluePoint15Y" fmla="*/ 17 h 148"/>
              <a:gd name="GluePoint16X" fmla="*/ 71 w 89"/>
              <a:gd name="GluePoint16Y" fmla="*/ 26 h 148"/>
              <a:gd name="GluePoint17X" fmla="*/ 75 w 89"/>
              <a:gd name="GluePoint17Y" fmla="*/ 29 h 148"/>
              <a:gd name="GluePoint18X" fmla="*/ 79 w 89"/>
              <a:gd name="GluePoint18Y" fmla="*/ 20 h 148"/>
              <a:gd name="GluePoint19X" fmla="*/ 82 w 89"/>
              <a:gd name="GluePoint19Y" fmla="*/ 12 h 148"/>
              <a:gd name="GluePoint20X" fmla="*/ 75 w 89"/>
              <a:gd name="GluePoint20Y" fmla="*/ 6 h 148"/>
              <a:gd name="GluePoint21X" fmla="*/ 63 w 89"/>
              <a:gd name="GluePoint21Y" fmla="*/ 2 h 148"/>
              <a:gd name="GluePoint22X" fmla="*/ 49 w 89"/>
              <a:gd name="GluePoint22Y" fmla="*/ 0 h 148"/>
              <a:gd name="GluePoint23X" fmla="*/ 33 w 89"/>
              <a:gd name="GluePoint23Y" fmla="*/ 2 h 148"/>
              <a:gd name="GluePoint24X" fmla="*/ 21 w 89"/>
              <a:gd name="GluePoint24Y" fmla="*/ 7 h 148"/>
              <a:gd name="GluePoint25X" fmla="*/ 11 w 89"/>
              <a:gd name="GluePoint25Y" fmla="*/ 15 h 148"/>
              <a:gd name="GluePoint26X" fmla="*/ 5 w 89"/>
              <a:gd name="GluePoint26Y" fmla="*/ 26 h 148"/>
              <a:gd name="GluePoint27X" fmla="*/ 1 w 89"/>
              <a:gd name="GluePoint27Y" fmla="*/ 39 h 148"/>
              <a:gd name="GluePoint28X" fmla="*/ 2 w 89"/>
              <a:gd name="GluePoint28Y" fmla="*/ 50 h 148"/>
              <a:gd name="GluePoint29X" fmla="*/ 5 w 89"/>
              <a:gd name="GluePoint29Y" fmla="*/ 61 h 148"/>
              <a:gd name="GluePoint30X" fmla="*/ 10 w 89"/>
              <a:gd name="GluePoint30Y" fmla="*/ 70 h 148"/>
              <a:gd name="GluePoint31X" fmla="*/ 18 w 89"/>
              <a:gd name="GluePoint31Y" fmla="*/ 78 h 148"/>
              <a:gd name="GluePoint32X" fmla="*/ 28 w 89"/>
              <a:gd name="GluePoint32Y" fmla="*/ 85 h 148"/>
              <a:gd name="GluePoint33X" fmla="*/ 43 w 89"/>
              <a:gd name="GluePoint33Y" fmla="*/ 92 h 148"/>
              <a:gd name="GluePoint34X" fmla="*/ 56 w 89"/>
              <a:gd name="GluePoint34Y" fmla="*/ 102 h 148"/>
              <a:gd name="GluePoint35X" fmla="*/ 60 w 89"/>
              <a:gd name="GluePoint35Y" fmla="*/ 107 h 148"/>
              <a:gd name="GluePoint36X" fmla="*/ 63 w 89"/>
              <a:gd name="GluePoint36Y" fmla="*/ 112 h 148"/>
              <a:gd name="GluePoint37X" fmla="*/ 63 w 89"/>
              <a:gd name="GluePoint37Y" fmla="*/ 119 h 148"/>
              <a:gd name="GluePoint38X" fmla="*/ 61 w 89"/>
              <a:gd name="GluePoint38Y" fmla="*/ 125 h 148"/>
              <a:gd name="GluePoint39X" fmla="*/ 58 w 89"/>
              <a:gd name="GluePoint39Y" fmla="*/ 130 h 148"/>
              <a:gd name="GluePoint40X" fmla="*/ 53 w 89"/>
              <a:gd name="GluePoint40Y" fmla="*/ 134 h 148"/>
              <a:gd name="GluePoint41X" fmla="*/ 47 w 89"/>
              <a:gd name="GluePoint41Y" fmla="*/ 136 h 148"/>
              <a:gd name="GluePoint42X" fmla="*/ 39 w 89"/>
              <a:gd name="GluePoint42Y" fmla="*/ 137 h 148"/>
              <a:gd name="GluePoint43X" fmla="*/ 31 w 89"/>
              <a:gd name="GluePoint43Y" fmla="*/ 136 h 148"/>
              <a:gd name="GluePoint44X" fmla="*/ 23 w 89"/>
              <a:gd name="GluePoint44Y" fmla="*/ 134 h 148"/>
              <a:gd name="GluePoint45X" fmla="*/ 18 w 89"/>
              <a:gd name="GluePoint45Y" fmla="*/ 130 h 148"/>
              <a:gd name="GluePoint46X" fmla="*/ 14 w 89"/>
              <a:gd name="GluePoint46Y" fmla="*/ 124 h 148"/>
              <a:gd name="GluePoint47X" fmla="*/ 11 w 89"/>
              <a:gd name="GluePoint47Y" fmla="*/ 117 h 148"/>
              <a:gd name="GluePoint48X" fmla="*/ 5 w 89"/>
              <a:gd name="GluePoint48Y" fmla="*/ 121 h 148"/>
              <a:gd name="GluePoint49X" fmla="*/ 0 w 89"/>
              <a:gd name="GluePoint49Y" fmla="*/ 141 h 148"/>
              <a:gd name="GluePoint50X" fmla="*/ 12 w 89"/>
              <a:gd name="GluePoint50Y" fmla="*/ 146 h 148"/>
              <a:gd name="GluePoint51X" fmla="*/ 25 w 89"/>
              <a:gd name="GluePoint51Y" fmla="*/ 147 h 148"/>
              <a:gd name="GluePoint52X" fmla="*/ 40 w 89"/>
              <a:gd name="GluePoint52Y" fmla="*/ 148 h 148"/>
              <a:gd name="GluePoint53X" fmla="*/ 57 w 89"/>
              <a:gd name="GluePoint53Y" fmla="*/ 145 h 148"/>
              <a:gd name="GluePoint54X" fmla="*/ 70 w 89"/>
              <a:gd name="GluePoint54Y" fmla="*/ 139 h 148"/>
              <a:gd name="GluePoint55X" fmla="*/ 80 w 89"/>
              <a:gd name="GluePoint55Y" fmla="*/ 130 h 148"/>
              <a:gd name="GluePoint56X" fmla="*/ 86 w 89"/>
              <a:gd name="GluePoint56Y" fmla="*/ 118 h 148"/>
              <a:gd name="GluePoint57X" fmla="*/ 89 w 89"/>
              <a:gd name="GluePoint57Y" fmla="*/ 103 h 148"/>
            </a:gdLst>
            <a:ahLst/>
            <a:cxnLst/>
            <a:rect l="textAreaLeft" t="textAreaTop" r="textAreaRight" b="textAreaBottom"/>
            <a:pathLst>
              <a:path w="89" h="148">
                <a:moveTo>
                  <a:pt x="88" y="97"/>
                </a:moveTo>
                <a:lnTo>
                  <a:pt x="87" y="94"/>
                </a:lnTo>
                <a:lnTo>
                  <a:pt x="87" y="91"/>
                </a:lnTo>
                <a:lnTo>
                  <a:pt x="85" y="88"/>
                </a:lnTo>
                <a:lnTo>
                  <a:pt x="83" y="85"/>
                </a:lnTo>
                <a:lnTo>
                  <a:pt x="82" y="82"/>
                </a:lnTo>
                <a:lnTo>
                  <a:pt x="79" y="79"/>
                </a:lnTo>
                <a:lnTo>
                  <a:pt x="77" y="77"/>
                </a:lnTo>
                <a:lnTo>
                  <a:pt x="74" y="74"/>
                </a:lnTo>
                <a:lnTo>
                  <a:pt x="71" y="71"/>
                </a:lnTo>
                <a:lnTo>
                  <a:pt x="67" y="69"/>
                </a:lnTo>
                <a:lnTo>
                  <a:pt x="63" y="66"/>
                </a:lnTo>
                <a:lnTo>
                  <a:pt x="59" y="63"/>
                </a:lnTo>
                <a:lnTo>
                  <a:pt x="55" y="61"/>
                </a:lnTo>
                <a:lnTo>
                  <a:pt x="51" y="58"/>
                </a:lnTo>
                <a:lnTo>
                  <a:pt x="45" y="55"/>
                </a:lnTo>
                <a:lnTo>
                  <a:pt x="40" y="52"/>
                </a:lnTo>
                <a:lnTo>
                  <a:pt x="35" y="49"/>
                </a:lnTo>
                <a:lnTo>
                  <a:pt x="32" y="46"/>
                </a:lnTo>
                <a:lnTo>
                  <a:pt x="29" y="42"/>
                </a:lnTo>
                <a:lnTo>
                  <a:pt x="27" y="40"/>
                </a:lnTo>
                <a:lnTo>
                  <a:pt x="27" y="38"/>
                </a:lnTo>
                <a:lnTo>
                  <a:pt x="26" y="36"/>
                </a:lnTo>
                <a:lnTo>
                  <a:pt x="26" y="35"/>
                </a:lnTo>
                <a:lnTo>
                  <a:pt x="26" y="34"/>
                </a:lnTo>
                <a:lnTo>
                  <a:pt x="26" y="30"/>
                </a:lnTo>
                <a:lnTo>
                  <a:pt x="26" y="29"/>
                </a:lnTo>
                <a:lnTo>
                  <a:pt x="27" y="26"/>
                </a:lnTo>
                <a:lnTo>
                  <a:pt x="27" y="25"/>
                </a:lnTo>
                <a:lnTo>
                  <a:pt x="27" y="22"/>
                </a:lnTo>
                <a:lnTo>
                  <a:pt x="29" y="21"/>
                </a:lnTo>
                <a:lnTo>
                  <a:pt x="30" y="19"/>
                </a:lnTo>
                <a:lnTo>
                  <a:pt x="31" y="18"/>
                </a:lnTo>
                <a:lnTo>
                  <a:pt x="33" y="17"/>
                </a:lnTo>
                <a:lnTo>
                  <a:pt x="35" y="15"/>
                </a:lnTo>
                <a:lnTo>
                  <a:pt x="36" y="14"/>
                </a:lnTo>
                <a:lnTo>
                  <a:pt x="39" y="14"/>
                </a:lnTo>
                <a:lnTo>
                  <a:pt x="40" y="13"/>
                </a:lnTo>
                <a:lnTo>
                  <a:pt x="43" y="13"/>
                </a:lnTo>
                <a:lnTo>
                  <a:pt x="46" y="12"/>
                </a:lnTo>
                <a:lnTo>
                  <a:pt x="48" y="12"/>
                </a:lnTo>
                <a:lnTo>
                  <a:pt x="52" y="12"/>
                </a:lnTo>
                <a:lnTo>
                  <a:pt x="56" y="14"/>
                </a:lnTo>
                <a:lnTo>
                  <a:pt x="59" y="14"/>
                </a:lnTo>
                <a:lnTo>
                  <a:pt x="63" y="17"/>
                </a:lnTo>
                <a:lnTo>
                  <a:pt x="66" y="19"/>
                </a:lnTo>
                <a:lnTo>
                  <a:pt x="68" y="22"/>
                </a:lnTo>
                <a:lnTo>
                  <a:pt x="71" y="26"/>
                </a:lnTo>
                <a:lnTo>
                  <a:pt x="73" y="30"/>
                </a:lnTo>
                <a:lnTo>
                  <a:pt x="75" y="30"/>
                </a:lnTo>
                <a:lnTo>
                  <a:pt x="75" y="29"/>
                </a:lnTo>
                <a:lnTo>
                  <a:pt x="77" y="26"/>
                </a:lnTo>
                <a:lnTo>
                  <a:pt x="77" y="24"/>
                </a:lnTo>
                <a:lnTo>
                  <a:pt x="79" y="20"/>
                </a:lnTo>
                <a:lnTo>
                  <a:pt x="79" y="18"/>
                </a:lnTo>
                <a:lnTo>
                  <a:pt x="81" y="14"/>
                </a:lnTo>
                <a:lnTo>
                  <a:pt x="82" y="12"/>
                </a:lnTo>
                <a:lnTo>
                  <a:pt x="83" y="10"/>
                </a:lnTo>
                <a:lnTo>
                  <a:pt x="79" y="8"/>
                </a:lnTo>
                <a:lnTo>
                  <a:pt x="75" y="6"/>
                </a:lnTo>
                <a:lnTo>
                  <a:pt x="71" y="4"/>
                </a:lnTo>
                <a:lnTo>
                  <a:pt x="67" y="2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9" y="0"/>
                </a:lnTo>
                <a:lnTo>
                  <a:pt x="43" y="1"/>
                </a:lnTo>
                <a:lnTo>
                  <a:pt x="38" y="1"/>
                </a:lnTo>
                <a:lnTo>
                  <a:pt x="33" y="2"/>
                </a:lnTo>
                <a:lnTo>
                  <a:pt x="29" y="3"/>
                </a:lnTo>
                <a:lnTo>
                  <a:pt x="25" y="6"/>
                </a:lnTo>
                <a:lnTo>
                  <a:pt x="21" y="7"/>
                </a:lnTo>
                <a:lnTo>
                  <a:pt x="17" y="10"/>
                </a:lnTo>
                <a:lnTo>
                  <a:pt x="14" y="12"/>
                </a:lnTo>
                <a:lnTo>
                  <a:pt x="11" y="15"/>
                </a:lnTo>
                <a:lnTo>
                  <a:pt x="8" y="18"/>
                </a:lnTo>
                <a:lnTo>
                  <a:pt x="7" y="22"/>
                </a:lnTo>
                <a:lnTo>
                  <a:pt x="5" y="26"/>
                </a:lnTo>
                <a:lnTo>
                  <a:pt x="3" y="30"/>
                </a:lnTo>
                <a:lnTo>
                  <a:pt x="3" y="34"/>
                </a:lnTo>
                <a:lnTo>
                  <a:pt x="1" y="39"/>
                </a:lnTo>
                <a:lnTo>
                  <a:pt x="1" y="44"/>
                </a:lnTo>
                <a:lnTo>
                  <a:pt x="1" y="47"/>
                </a:lnTo>
                <a:lnTo>
                  <a:pt x="2" y="50"/>
                </a:lnTo>
                <a:lnTo>
                  <a:pt x="3" y="54"/>
                </a:lnTo>
                <a:lnTo>
                  <a:pt x="3" y="58"/>
                </a:lnTo>
                <a:lnTo>
                  <a:pt x="5" y="61"/>
                </a:lnTo>
                <a:lnTo>
                  <a:pt x="6" y="64"/>
                </a:lnTo>
                <a:lnTo>
                  <a:pt x="8" y="66"/>
                </a:lnTo>
                <a:lnTo>
                  <a:pt x="10" y="70"/>
                </a:lnTo>
                <a:lnTo>
                  <a:pt x="12" y="72"/>
                </a:lnTo>
                <a:lnTo>
                  <a:pt x="15" y="75"/>
                </a:lnTo>
                <a:lnTo>
                  <a:pt x="18" y="78"/>
                </a:lnTo>
                <a:lnTo>
                  <a:pt x="21" y="80"/>
                </a:lnTo>
                <a:lnTo>
                  <a:pt x="24" y="82"/>
                </a:lnTo>
                <a:lnTo>
                  <a:pt x="28" y="85"/>
                </a:lnTo>
                <a:lnTo>
                  <a:pt x="32" y="86"/>
                </a:lnTo>
                <a:lnTo>
                  <a:pt x="36" y="89"/>
                </a:lnTo>
                <a:lnTo>
                  <a:pt x="43" y="92"/>
                </a:lnTo>
                <a:lnTo>
                  <a:pt x="48" y="95"/>
                </a:lnTo>
                <a:lnTo>
                  <a:pt x="53" y="99"/>
                </a:lnTo>
                <a:lnTo>
                  <a:pt x="56" y="102"/>
                </a:lnTo>
                <a:lnTo>
                  <a:pt x="58" y="103"/>
                </a:lnTo>
                <a:lnTo>
                  <a:pt x="59" y="105"/>
                </a:lnTo>
                <a:lnTo>
                  <a:pt x="60" y="107"/>
                </a:lnTo>
                <a:lnTo>
                  <a:pt x="62" y="109"/>
                </a:lnTo>
                <a:lnTo>
                  <a:pt x="62" y="111"/>
                </a:lnTo>
                <a:lnTo>
                  <a:pt x="63" y="112"/>
                </a:lnTo>
                <a:lnTo>
                  <a:pt x="63" y="114"/>
                </a:lnTo>
                <a:lnTo>
                  <a:pt x="63" y="115"/>
                </a:lnTo>
                <a:lnTo>
                  <a:pt x="63" y="119"/>
                </a:lnTo>
                <a:lnTo>
                  <a:pt x="63" y="121"/>
                </a:lnTo>
                <a:lnTo>
                  <a:pt x="62" y="123"/>
                </a:lnTo>
                <a:lnTo>
                  <a:pt x="61" y="125"/>
                </a:lnTo>
                <a:lnTo>
                  <a:pt x="60" y="127"/>
                </a:lnTo>
                <a:lnTo>
                  <a:pt x="59" y="128"/>
                </a:lnTo>
                <a:lnTo>
                  <a:pt x="58" y="130"/>
                </a:lnTo>
                <a:lnTo>
                  <a:pt x="56" y="131"/>
                </a:lnTo>
                <a:lnTo>
                  <a:pt x="55" y="132"/>
                </a:lnTo>
                <a:lnTo>
                  <a:pt x="53" y="134"/>
                </a:lnTo>
                <a:lnTo>
                  <a:pt x="51" y="135"/>
                </a:lnTo>
                <a:lnTo>
                  <a:pt x="49" y="135"/>
                </a:lnTo>
                <a:lnTo>
                  <a:pt x="47" y="136"/>
                </a:lnTo>
                <a:lnTo>
                  <a:pt x="44" y="136"/>
                </a:lnTo>
                <a:lnTo>
                  <a:pt x="42" y="137"/>
                </a:lnTo>
                <a:lnTo>
                  <a:pt x="39" y="137"/>
                </a:lnTo>
                <a:lnTo>
                  <a:pt x="36" y="137"/>
                </a:lnTo>
                <a:lnTo>
                  <a:pt x="33" y="136"/>
                </a:lnTo>
                <a:lnTo>
                  <a:pt x="31" y="136"/>
                </a:lnTo>
                <a:lnTo>
                  <a:pt x="28" y="135"/>
                </a:lnTo>
                <a:lnTo>
                  <a:pt x="26" y="135"/>
                </a:lnTo>
                <a:lnTo>
                  <a:pt x="23" y="134"/>
                </a:lnTo>
                <a:lnTo>
                  <a:pt x="21" y="132"/>
                </a:lnTo>
                <a:lnTo>
                  <a:pt x="19" y="131"/>
                </a:lnTo>
                <a:lnTo>
                  <a:pt x="18" y="130"/>
                </a:lnTo>
                <a:lnTo>
                  <a:pt x="16" y="128"/>
                </a:lnTo>
                <a:lnTo>
                  <a:pt x="15" y="126"/>
                </a:lnTo>
                <a:lnTo>
                  <a:pt x="14" y="124"/>
                </a:lnTo>
                <a:lnTo>
                  <a:pt x="12" y="122"/>
                </a:lnTo>
                <a:lnTo>
                  <a:pt x="11" y="119"/>
                </a:lnTo>
                <a:lnTo>
                  <a:pt x="11" y="117"/>
                </a:lnTo>
                <a:lnTo>
                  <a:pt x="10" y="114"/>
                </a:lnTo>
                <a:lnTo>
                  <a:pt x="6" y="114"/>
                </a:lnTo>
                <a:lnTo>
                  <a:pt x="5" y="121"/>
                </a:lnTo>
                <a:lnTo>
                  <a:pt x="3" y="128"/>
                </a:lnTo>
                <a:lnTo>
                  <a:pt x="3" y="135"/>
                </a:lnTo>
                <a:lnTo>
                  <a:pt x="0" y="141"/>
                </a:lnTo>
                <a:lnTo>
                  <a:pt x="4" y="143"/>
                </a:lnTo>
                <a:lnTo>
                  <a:pt x="8" y="144"/>
                </a:lnTo>
                <a:lnTo>
                  <a:pt x="12" y="146"/>
                </a:lnTo>
                <a:lnTo>
                  <a:pt x="17" y="147"/>
                </a:lnTo>
                <a:lnTo>
                  <a:pt x="21" y="147"/>
                </a:lnTo>
                <a:lnTo>
                  <a:pt x="25" y="147"/>
                </a:lnTo>
                <a:lnTo>
                  <a:pt x="29" y="148"/>
                </a:lnTo>
                <a:lnTo>
                  <a:pt x="34" y="148"/>
                </a:lnTo>
                <a:lnTo>
                  <a:pt x="40" y="148"/>
                </a:lnTo>
                <a:lnTo>
                  <a:pt x="46" y="147"/>
                </a:lnTo>
                <a:lnTo>
                  <a:pt x="51" y="146"/>
                </a:lnTo>
                <a:lnTo>
                  <a:pt x="57" y="145"/>
                </a:lnTo>
                <a:lnTo>
                  <a:pt x="62" y="143"/>
                </a:lnTo>
                <a:lnTo>
                  <a:pt x="66" y="141"/>
                </a:lnTo>
                <a:lnTo>
                  <a:pt x="70" y="139"/>
                </a:lnTo>
                <a:lnTo>
                  <a:pt x="74" y="136"/>
                </a:lnTo>
                <a:lnTo>
                  <a:pt x="77" y="133"/>
                </a:lnTo>
                <a:lnTo>
                  <a:pt x="80" y="130"/>
                </a:lnTo>
                <a:lnTo>
                  <a:pt x="83" y="127"/>
                </a:lnTo>
                <a:lnTo>
                  <a:pt x="84" y="123"/>
                </a:lnTo>
                <a:lnTo>
                  <a:pt x="86" y="118"/>
                </a:lnTo>
                <a:lnTo>
                  <a:pt x="87" y="114"/>
                </a:lnTo>
                <a:lnTo>
                  <a:pt x="88" y="109"/>
                </a:lnTo>
                <a:lnTo>
                  <a:pt x="89" y="103"/>
                </a:lnTo>
                <a:lnTo>
                  <a:pt x="89" y="100"/>
                </a:lnTo>
                <a:lnTo>
                  <a:pt x="88" y="9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490" name="ïśḷíḓé">
            <a:extLst>
              <a:ext uri="{FF2B5EF4-FFF2-40B4-BE49-F238E27FC236}">
                <a16:creationId xmlns:a16="http://schemas.microsoft.com/office/drawing/2014/main" id="{87B90D20-E018-465E-94BE-51E7B341E6A5}"/>
              </a:ext>
            </a:extLst>
          </p:cNvPr>
          <p:cNvSpPr>
            <a:spLocks noGrp="1"/>
          </p:cNvSpPr>
          <p:nvPr/>
        </p:nvSpPr>
        <p:spPr>
          <a:xfrm>
            <a:off x="145512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7 w 102"/>
              <a:gd name="GluePoint2Y" fmla="*/ 25 h 103"/>
              <a:gd name="GluePoint3X" fmla="*/ 92 w 102"/>
              <a:gd name="GluePoint3Y" fmla="*/ 17 h 103"/>
              <a:gd name="GluePoint4X" fmla="*/ 85 w 102"/>
              <a:gd name="GluePoint4Y" fmla="*/ 10 h 103"/>
              <a:gd name="GluePoint5X" fmla="*/ 77 w 102"/>
              <a:gd name="GluePoint5Y" fmla="*/ 6 h 103"/>
              <a:gd name="GluePoint6X" fmla="*/ 68 w 102"/>
              <a:gd name="GluePoint6Y" fmla="*/ 2 h 103"/>
              <a:gd name="GluePoint7X" fmla="*/ 57 w 102"/>
              <a:gd name="GluePoint7Y" fmla="*/ 1 h 103"/>
              <a:gd name="GluePoint8X" fmla="*/ 45 w 102"/>
              <a:gd name="GluePoint8Y" fmla="*/ 1 h 103"/>
              <a:gd name="GluePoint9X" fmla="*/ 34 w 102"/>
              <a:gd name="GluePoint9Y" fmla="*/ 2 h 103"/>
              <a:gd name="GluePoint10X" fmla="*/ 25 w 102"/>
              <a:gd name="GluePoint10Y" fmla="*/ 6 h 103"/>
              <a:gd name="GluePoint11X" fmla="*/ 17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2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2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7 w 102"/>
              <a:gd name="GluePoint20Y" fmla="*/ 94 h 103"/>
              <a:gd name="GluePoint21X" fmla="*/ 25 w 102"/>
              <a:gd name="GluePoint21Y" fmla="*/ 98 h 103"/>
              <a:gd name="GluePoint22X" fmla="*/ 34 w 102"/>
              <a:gd name="GluePoint22Y" fmla="*/ 102 h 103"/>
              <a:gd name="GluePoint23X" fmla="*/ 45 w 102"/>
              <a:gd name="GluePoint23Y" fmla="*/ 103 h 103"/>
              <a:gd name="GluePoint24X" fmla="*/ 57 w 102"/>
              <a:gd name="GluePoint24Y" fmla="*/ 103 h 103"/>
              <a:gd name="GluePoint25X" fmla="*/ 68 w 102"/>
              <a:gd name="GluePoint25Y" fmla="*/ 102 h 103"/>
              <a:gd name="GluePoint26X" fmla="*/ 77 w 102"/>
              <a:gd name="GluePoint26Y" fmla="*/ 98 h 103"/>
              <a:gd name="GluePoint27X" fmla="*/ 85 w 102"/>
              <a:gd name="GluePoint27Y" fmla="*/ 92 h 103"/>
              <a:gd name="GluePoint28X" fmla="*/ 92 w 102"/>
              <a:gd name="GluePoint28Y" fmla="*/ 86 h 103"/>
              <a:gd name="GluePoint29X" fmla="*/ 97 w 102"/>
              <a:gd name="GluePoint29Y" fmla="*/ 78 h 103"/>
              <a:gd name="GluePoint30X" fmla="*/ 100 w 102"/>
              <a:gd name="GluePoint30Y" fmla="*/ 68 h 103"/>
              <a:gd name="GluePoint31X" fmla="*/ 102 w 102"/>
              <a:gd name="GluePoint31Y" fmla="*/ 56 h 103"/>
              <a:gd name="GluePoint32X" fmla="*/ 102 w 102"/>
              <a:gd name="GluePoint32Y" fmla="*/ 44 h 103"/>
              <a:gd name="GluePoint33X" fmla="*/ 71 w 102"/>
              <a:gd name="GluePoint33Y" fmla="*/ 58 h 103"/>
              <a:gd name="GluePoint34X" fmla="*/ 69 w 102"/>
              <a:gd name="GluePoint34Y" fmla="*/ 72 h 103"/>
              <a:gd name="GluePoint35X" fmla="*/ 67 w 102"/>
              <a:gd name="GluePoint35Y" fmla="*/ 79 h 103"/>
              <a:gd name="GluePoint36X" fmla="*/ 65 w 102"/>
              <a:gd name="GluePoint36Y" fmla="*/ 86 h 103"/>
              <a:gd name="GluePoint37X" fmla="*/ 61 w 102"/>
              <a:gd name="GluePoint37Y" fmla="*/ 91 h 103"/>
              <a:gd name="GluePoint38X" fmla="*/ 57 w 102"/>
              <a:gd name="GluePoint38Y" fmla="*/ 94 h 103"/>
              <a:gd name="GluePoint39X" fmla="*/ 53 w 102"/>
              <a:gd name="GluePoint39Y" fmla="*/ 95 h 103"/>
              <a:gd name="GluePoint40X" fmla="*/ 49 w 102"/>
              <a:gd name="GluePoint40Y" fmla="*/ 95 h 103"/>
              <a:gd name="GluePoint41X" fmla="*/ 45 w 102"/>
              <a:gd name="GluePoint41Y" fmla="*/ 94 h 103"/>
              <a:gd name="GluePoint42X" fmla="*/ 41 w 102"/>
              <a:gd name="GluePoint42Y" fmla="*/ 91 h 103"/>
              <a:gd name="GluePoint43X" fmla="*/ 37 w 102"/>
              <a:gd name="GluePoint43Y" fmla="*/ 87 h 103"/>
              <a:gd name="GluePoint44X" fmla="*/ 35 w 102"/>
              <a:gd name="GluePoint44Y" fmla="*/ 83 h 103"/>
              <a:gd name="GluePoint45X" fmla="*/ 33 w 102"/>
              <a:gd name="GluePoint45Y" fmla="*/ 75 h 103"/>
              <a:gd name="GluePoint46X" fmla="*/ 32 w 102"/>
              <a:gd name="GluePoint46Y" fmla="*/ 68 h 103"/>
              <a:gd name="GluePoint47X" fmla="*/ 31 w 102"/>
              <a:gd name="GluePoint47Y" fmla="*/ 59 h 103"/>
              <a:gd name="GluePoint48X" fmla="*/ 31 w 102"/>
              <a:gd name="GluePoint48Y" fmla="*/ 49 h 103"/>
              <a:gd name="GluePoint49X" fmla="*/ 32 w 102"/>
              <a:gd name="GluePoint49Y" fmla="*/ 38 h 103"/>
              <a:gd name="GluePoint50X" fmla="*/ 33 w 102"/>
              <a:gd name="GluePoint50Y" fmla="*/ 30 h 103"/>
              <a:gd name="GluePoint51X" fmla="*/ 35 w 102"/>
              <a:gd name="GluePoint51Y" fmla="*/ 23 h 103"/>
              <a:gd name="GluePoint52X" fmla="*/ 37 w 102"/>
              <a:gd name="GluePoint52Y" fmla="*/ 18 h 103"/>
              <a:gd name="GluePoint53X" fmla="*/ 41 w 102"/>
              <a:gd name="GluePoint53Y" fmla="*/ 14 h 103"/>
              <a:gd name="GluePoint54X" fmla="*/ 45 w 102"/>
              <a:gd name="GluePoint54Y" fmla="*/ 10 h 103"/>
              <a:gd name="GluePoint55X" fmla="*/ 49 w 102"/>
              <a:gd name="GluePoint55Y" fmla="*/ 9 h 103"/>
              <a:gd name="GluePoint56X" fmla="*/ 54 w 102"/>
              <a:gd name="GluePoint56Y" fmla="*/ 9 h 103"/>
              <a:gd name="GluePoint57X" fmla="*/ 58 w 102"/>
              <a:gd name="GluePoint57Y" fmla="*/ 10 h 103"/>
              <a:gd name="GluePoint58X" fmla="*/ 62 w 102"/>
              <a:gd name="GluePoint58Y" fmla="*/ 13 h 103"/>
              <a:gd name="GluePoint59X" fmla="*/ 65 w 102"/>
              <a:gd name="GluePoint59Y" fmla="*/ 16 h 103"/>
              <a:gd name="GluePoint60X" fmla="*/ 68 w 102"/>
              <a:gd name="GluePoint60Y" fmla="*/ 22 h 103"/>
              <a:gd name="GluePoint61X" fmla="*/ 69 w 102"/>
              <a:gd name="GluePoint61Y" fmla="*/ 27 h 103"/>
              <a:gd name="GluePoint62X" fmla="*/ 71 w 102"/>
              <a:gd name="GluePoint62Y" fmla="*/ 38 h 103"/>
              <a:gd name="GluePoint63X" fmla="*/ 71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1" y="38"/>
                </a:moveTo>
                <a:lnTo>
                  <a:pt x="100" y="34"/>
                </a:lnTo>
                <a:lnTo>
                  <a:pt x="98" y="29"/>
                </a:lnTo>
                <a:lnTo>
                  <a:pt x="97" y="25"/>
                </a:lnTo>
                <a:lnTo>
                  <a:pt x="94" y="21"/>
                </a:lnTo>
                <a:lnTo>
                  <a:pt x="92" y="17"/>
                </a:lnTo>
                <a:lnTo>
                  <a:pt x="89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1" y="0"/>
                </a:lnTo>
                <a:lnTo>
                  <a:pt x="45" y="1"/>
                </a:lnTo>
                <a:lnTo>
                  <a:pt x="40" y="1"/>
                </a:lnTo>
                <a:lnTo>
                  <a:pt x="34" y="2"/>
                </a:lnTo>
                <a:lnTo>
                  <a:pt x="29" y="4"/>
                </a:lnTo>
                <a:lnTo>
                  <a:pt x="25" y="6"/>
                </a:lnTo>
                <a:lnTo>
                  <a:pt x="21" y="9"/>
                </a:lnTo>
                <a:lnTo>
                  <a:pt x="17" y="12"/>
                </a:lnTo>
                <a:lnTo>
                  <a:pt x="13" y="14"/>
                </a:lnTo>
                <a:lnTo>
                  <a:pt x="10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0" y="87"/>
                </a:lnTo>
                <a:lnTo>
                  <a:pt x="13" y="91"/>
                </a:lnTo>
                <a:lnTo>
                  <a:pt x="17" y="94"/>
                </a:lnTo>
                <a:lnTo>
                  <a:pt x="21" y="96"/>
                </a:lnTo>
                <a:lnTo>
                  <a:pt x="25" y="98"/>
                </a:lnTo>
                <a:lnTo>
                  <a:pt x="29" y="100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1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9" y="90"/>
                </a:lnTo>
                <a:lnTo>
                  <a:pt x="92" y="86"/>
                </a:lnTo>
                <a:lnTo>
                  <a:pt x="94" y="82"/>
                </a:lnTo>
                <a:lnTo>
                  <a:pt x="97" y="78"/>
                </a:lnTo>
                <a:lnTo>
                  <a:pt x="98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2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69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5" y="83"/>
                </a:lnTo>
                <a:lnTo>
                  <a:pt x="65" y="86"/>
                </a:lnTo>
                <a:lnTo>
                  <a:pt x="63" y="88"/>
                </a:lnTo>
                <a:lnTo>
                  <a:pt x="61" y="91"/>
                </a:lnTo>
                <a:lnTo>
                  <a:pt x="59" y="92"/>
                </a:lnTo>
                <a:lnTo>
                  <a:pt x="57" y="94"/>
                </a:lnTo>
                <a:lnTo>
                  <a:pt x="56" y="95"/>
                </a:lnTo>
                <a:lnTo>
                  <a:pt x="53" y="95"/>
                </a:lnTo>
                <a:lnTo>
                  <a:pt x="51" y="95"/>
                </a:lnTo>
                <a:lnTo>
                  <a:pt x="49" y="95"/>
                </a:lnTo>
                <a:lnTo>
                  <a:pt x="46" y="95"/>
                </a:lnTo>
                <a:lnTo>
                  <a:pt x="45" y="94"/>
                </a:lnTo>
                <a:lnTo>
                  <a:pt x="42" y="93"/>
                </a:lnTo>
                <a:lnTo>
                  <a:pt x="41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3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3" y="27"/>
                </a:lnTo>
                <a:lnTo>
                  <a:pt x="35" y="23"/>
                </a:lnTo>
                <a:lnTo>
                  <a:pt x="36" y="21"/>
                </a:lnTo>
                <a:lnTo>
                  <a:pt x="37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7" y="10"/>
                </a:lnTo>
                <a:lnTo>
                  <a:pt x="49" y="9"/>
                </a:lnTo>
                <a:lnTo>
                  <a:pt x="52" y="9"/>
                </a:lnTo>
                <a:lnTo>
                  <a:pt x="54" y="9"/>
                </a:lnTo>
                <a:lnTo>
                  <a:pt x="57" y="10"/>
                </a:lnTo>
                <a:lnTo>
                  <a:pt x="58" y="10"/>
                </a:lnTo>
                <a:lnTo>
                  <a:pt x="61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9" y="24"/>
                </a:lnTo>
                <a:lnTo>
                  <a:pt x="69" y="27"/>
                </a:lnTo>
                <a:lnTo>
                  <a:pt x="70" y="30"/>
                </a:lnTo>
                <a:lnTo>
                  <a:pt x="71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491" name="ïSļïďè">
            <a:extLst>
              <a:ext uri="{FF2B5EF4-FFF2-40B4-BE49-F238E27FC236}">
                <a16:creationId xmlns:a16="http://schemas.microsoft.com/office/drawing/2014/main" id="{0E307092-865A-4902-AB54-C769D6AF6EAE}"/>
              </a:ext>
            </a:extLst>
          </p:cNvPr>
          <p:cNvSpPr>
            <a:spLocks noGrp="1"/>
          </p:cNvSpPr>
          <p:nvPr/>
        </p:nvSpPr>
        <p:spPr>
          <a:xfrm>
            <a:off x="1511640" y="956160"/>
            <a:ext cx="41040" cy="43920"/>
          </a:xfrm>
          <a:custGeom>
            <a:avLst/>
            <a:gdLst>
              <a:gd name="textAreaLeft" fmla="*/ 0 w 41040"/>
              <a:gd name="textAreaRight" fmla="*/ 41400 w 41040"/>
              <a:gd name="textAreaTop" fmla="*/ 0 h 43920"/>
              <a:gd name="textAreaBottom" fmla="*/ 44280 h 43920"/>
              <a:gd name="GluePoint1X" fmla="*/ 84 w 95"/>
              <a:gd name="GluePoint1Y" fmla="*/ 0 h 101"/>
              <a:gd name="GluePoint2X" fmla="*/ 76 w 95"/>
              <a:gd name="GluePoint2Y" fmla="*/ 0 h 101"/>
              <a:gd name="GluePoint3X" fmla="*/ 69 w 95"/>
              <a:gd name="GluePoint3Y" fmla="*/ 0 h 101"/>
              <a:gd name="GluePoint4X" fmla="*/ 66 w 95"/>
              <a:gd name="GluePoint4Y" fmla="*/ 54 h 101"/>
              <a:gd name="GluePoint5X" fmla="*/ 66 w 95"/>
              <a:gd name="GluePoint5Y" fmla="*/ 62 h 101"/>
              <a:gd name="GluePoint6X" fmla="*/ 65 w 95"/>
              <a:gd name="GluePoint6Y" fmla="*/ 68 h 101"/>
              <a:gd name="GluePoint7X" fmla="*/ 64 w 95"/>
              <a:gd name="GluePoint7Y" fmla="*/ 73 h 101"/>
              <a:gd name="GluePoint8X" fmla="*/ 61 w 95"/>
              <a:gd name="GluePoint8Y" fmla="*/ 78 h 101"/>
              <a:gd name="GluePoint9X" fmla="*/ 59 w 95"/>
              <a:gd name="GluePoint9Y" fmla="*/ 81 h 101"/>
              <a:gd name="GluePoint10X" fmla="*/ 56 w 95"/>
              <a:gd name="GluePoint10Y" fmla="*/ 84 h 101"/>
              <a:gd name="GluePoint11X" fmla="*/ 52 w 95"/>
              <a:gd name="GluePoint11Y" fmla="*/ 85 h 101"/>
              <a:gd name="GluePoint12X" fmla="*/ 47 w 95"/>
              <a:gd name="GluePoint12Y" fmla="*/ 85 h 101"/>
              <a:gd name="GluePoint13X" fmla="*/ 43 w 95"/>
              <a:gd name="GluePoint13Y" fmla="*/ 85 h 101"/>
              <a:gd name="GluePoint14X" fmla="*/ 39 w 95"/>
              <a:gd name="GluePoint14Y" fmla="*/ 83 h 101"/>
              <a:gd name="GluePoint15X" fmla="*/ 35 w 95"/>
              <a:gd name="GluePoint15Y" fmla="*/ 80 h 101"/>
              <a:gd name="GluePoint16X" fmla="*/ 32 w 95"/>
              <a:gd name="GluePoint16Y" fmla="*/ 75 h 101"/>
              <a:gd name="GluePoint17X" fmla="*/ 31 w 95"/>
              <a:gd name="GluePoint17Y" fmla="*/ 68 h 101"/>
              <a:gd name="GluePoint18X" fmla="*/ 30 w 95"/>
              <a:gd name="GluePoint18Y" fmla="*/ 57 h 101"/>
              <a:gd name="GluePoint19X" fmla="*/ 26 w 95"/>
              <a:gd name="GluePoint19Y" fmla="*/ 0 h 101"/>
              <a:gd name="GluePoint20X" fmla="*/ 20 w 95"/>
              <a:gd name="GluePoint20Y" fmla="*/ 0 h 101"/>
              <a:gd name="GluePoint21X" fmla="*/ 12 w 95"/>
              <a:gd name="GluePoint21Y" fmla="*/ 0 h 101"/>
              <a:gd name="GluePoint22X" fmla="*/ 5 w 95"/>
              <a:gd name="GluePoint22Y" fmla="*/ 0 h 101"/>
              <a:gd name="GluePoint23X" fmla="*/ 2 w 95"/>
              <a:gd name="GluePoint23Y" fmla="*/ 57 h 101"/>
              <a:gd name="GluePoint24X" fmla="*/ 0 w 95"/>
              <a:gd name="GluePoint24Y" fmla="*/ 61 h 101"/>
              <a:gd name="GluePoint25X" fmla="*/ 1 w 95"/>
              <a:gd name="GluePoint25Y" fmla="*/ 71 h 101"/>
              <a:gd name="GluePoint26X" fmla="*/ 2 w 95"/>
              <a:gd name="GluePoint26Y" fmla="*/ 79 h 101"/>
              <a:gd name="GluePoint27X" fmla="*/ 4 w 95"/>
              <a:gd name="GluePoint27Y" fmla="*/ 85 h 101"/>
              <a:gd name="GluePoint28X" fmla="*/ 8 w 95"/>
              <a:gd name="GluePoint28Y" fmla="*/ 90 h 101"/>
              <a:gd name="GluePoint29X" fmla="*/ 12 w 95"/>
              <a:gd name="GluePoint29Y" fmla="*/ 95 h 101"/>
              <a:gd name="GluePoint30X" fmla="*/ 18 w 95"/>
              <a:gd name="GluePoint30Y" fmla="*/ 98 h 101"/>
              <a:gd name="GluePoint31X" fmla="*/ 26 w 95"/>
              <a:gd name="GluePoint31Y" fmla="*/ 101 h 101"/>
              <a:gd name="GluePoint32X" fmla="*/ 35 w 95"/>
              <a:gd name="GluePoint32Y" fmla="*/ 101 h 101"/>
              <a:gd name="GluePoint33X" fmla="*/ 43 w 95"/>
              <a:gd name="GluePoint33Y" fmla="*/ 101 h 101"/>
              <a:gd name="GluePoint34X" fmla="*/ 51 w 95"/>
              <a:gd name="GluePoint34Y" fmla="*/ 98 h 101"/>
              <a:gd name="GluePoint35X" fmla="*/ 59 w 95"/>
              <a:gd name="GluePoint35Y" fmla="*/ 93 h 101"/>
              <a:gd name="GluePoint36X" fmla="*/ 67 w 95"/>
              <a:gd name="GluePoint36Y" fmla="*/ 86 h 101"/>
              <a:gd name="GluePoint37X" fmla="*/ 70 w 95"/>
              <a:gd name="GluePoint37Y" fmla="*/ 100 h 101"/>
              <a:gd name="GluePoint38X" fmla="*/ 77 w 95"/>
              <a:gd name="GluePoint38Y" fmla="*/ 100 h 101"/>
              <a:gd name="GluePoint39X" fmla="*/ 84 w 95"/>
              <a:gd name="GluePoint39Y" fmla="*/ 100 h 101"/>
              <a:gd name="GluePoint40X" fmla="*/ 91 w 95"/>
              <a:gd name="GluePoint40Y" fmla="*/ 100 h 101"/>
              <a:gd name="GluePoint41X" fmla="*/ 95 w 95"/>
              <a:gd name="GluePoint41Y" fmla="*/ 0 h 101"/>
              <a:gd name="GluePoint42X" fmla="*/ 87 w 95"/>
              <a:gd name="GluePoint42Y" fmla="*/ 0 h 101"/>
            </a:gdLst>
            <a:ahLst/>
            <a:cxnLst/>
            <a:rect l="textAreaLeft" t="textAreaTop" r="textAreaRight" b="textAreaBottom"/>
            <a:pathLst>
              <a:path w="95" h="101">
                <a:moveTo>
                  <a:pt x="87" y="0"/>
                </a:moveTo>
                <a:lnTo>
                  <a:pt x="84" y="0"/>
                </a:lnTo>
                <a:lnTo>
                  <a:pt x="80" y="0"/>
                </a:lnTo>
                <a:lnTo>
                  <a:pt x="76" y="0"/>
                </a:lnTo>
                <a:lnTo>
                  <a:pt x="72" y="0"/>
                </a:lnTo>
                <a:lnTo>
                  <a:pt x="69" y="0"/>
                </a:lnTo>
                <a:lnTo>
                  <a:pt x="66" y="0"/>
                </a:lnTo>
                <a:lnTo>
                  <a:pt x="66" y="54"/>
                </a:lnTo>
                <a:lnTo>
                  <a:pt x="66" y="58"/>
                </a:lnTo>
                <a:lnTo>
                  <a:pt x="66" y="62"/>
                </a:lnTo>
                <a:lnTo>
                  <a:pt x="65" y="65"/>
                </a:lnTo>
                <a:lnTo>
                  <a:pt x="65" y="68"/>
                </a:lnTo>
                <a:lnTo>
                  <a:pt x="64" y="71"/>
                </a:lnTo>
                <a:lnTo>
                  <a:pt x="64" y="73"/>
                </a:lnTo>
                <a:lnTo>
                  <a:pt x="63" y="76"/>
                </a:lnTo>
                <a:lnTo>
                  <a:pt x="61" y="78"/>
                </a:lnTo>
                <a:lnTo>
                  <a:pt x="60" y="80"/>
                </a:lnTo>
                <a:lnTo>
                  <a:pt x="59" y="81"/>
                </a:lnTo>
                <a:lnTo>
                  <a:pt x="57" y="83"/>
                </a:lnTo>
                <a:lnTo>
                  <a:pt x="56" y="84"/>
                </a:lnTo>
                <a:lnTo>
                  <a:pt x="54" y="85"/>
                </a:lnTo>
                <a:lnTo>
                  <a:pt x="52" y="85"/>
                </a:lnTo>
                <a:lnTo>
                  <a:pt x="50" y="85"/>
                </a:lnTo>
                <a:lnTo>
                  <a:pt x="47" y="85"/>
                </a:lnTo>
                <a:lnTo>
                  <a:pt x="44" y="85"/>
                </a:lnTo>
                <a:lnTo>
                  <a:pt x="43" y="85"/>
                </a:lnTo>
                <a:lnTo>
                  <a:pt x="40" y="85"/>
                </a:lnTo>
                <a:lnTo>
                  <a:pt x="39" y="83"/>
                </a:lnTo>
                <a:lnTo>
                  <a:pt x="37" y="81"/>
                </a:lnTo>
                <a:lnTo>
                  <a:pt x="35" y="80"/>
                </a:lnTo>
                <a:lnTo>
                  <a:pt x="34" y="77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0" y="63"/>
                </a:lnTo>
                <a:lnTo>
                  <a:pt x="30" y="57"/>
                </a:lnTo>
                <a:lnTo>
                  <a:pt x="30" y="0"/>
                </a:lnTo>
                <a:lnTo>
                  <a:pt x="26" y="0"/>
                </a:lnTo>
                <a:lnTo>
                  <a:pt x="23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9" y="0"/>
                </a:lnTo>
                <a:lnTo>
                  <a:pt x="5" y="0"/>
                </a:lnTo>
                <a:lnTo>
                  <a:pt x="2" y="0"/>
                </a:lnTo>
                <a:lnTo>
                  <a:pt x="2" y="57"/>
                </a:lnTo>
                <a:lnTo>
                  <a:pt x="1" y="59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2" y="75"/>
                </a:lnTo>
                <a:lnTo>
                  <a:pt x="2" y="79"/>
                </a:lnTo>
                <a:lnTo>
                  <a:pt x="4" y="83"/>
                </a:lnTo>
                <a:lnTo>
                  <a:pt x="4" y="85"/>
                </a:lnTo>
                <a:lnTo>
                  <a:pt x="5" y="89"/>
                </a:lnTo>
                <a:lnTo>
                  <a:pt x="8" y="90"/>
                </a:lnTo>
                <a:lnTo>
                  <a:pt x="9" y="93"/>
                </a:lnTo>
                <a:lnTo>
                  <a:pt x="12" y="95"/>
                </a:lnTo>
                <a:lnTo>
                  <a:pt x="15" y="97"/>
                </a:lnTo>
                <a:lnTo>
                  <a:pt x="18" y="98"/>
                </a:lnTo>
                <a:lnTo>
                  <a:pt x="21" y="100"/>
                </a:lnTo>
                <a:lnTo>
                  <a:pt x="26" y="101"/>
                </a:lnTo>
                <a:lnTo>
                  <a:pt x="30" y="101"/>
                </a:lnTo>
                <a:lnTo>
                  <a:pt x="35" y="101"/>
                </a:lnTo>
                <a:lnTo>
                  <a:pt x="39" y="101"/>
                </a:lnTo>
                <a:lnTo>
                  <a:pt x="43" y="101"/>
                </a:lnTo>
                <a:lnTo>
                  <a:pt x="47" y="100"/>
                </a:lnTo>
                <a:lnTo>
                  <a:pt x="51" y="98"/>
                </a:lnTo>
                <a:lnTo>
                  <a:pt x="55" y="96"/>
                </a:lnTo>
                <a:lnTo>
                  <a:pt x="59" y="93"/>
                </a:lnTo>
                <a:lnTo>
                  <a:pt x="63" y="90"/>
                </a:lnTo>
                <a:lnTo>
                  <a:pt x="67" y="86"/>
                </a:lnTo>
                <a:lnTo>
                  <a:pt x="67" y="100"/>
                </a:lnTo>
                <a:lnTo>
                  <a:pt x="70" y="100"/>
                </a:lnTo>
                <a:lnTo>
                  <a:pt x="73" y="100"/>
                </a:lnTo>
                <a:lnTo>
                  <a:pt x="77" y="100"/>
                </a:lnTo>
                <a:lnTo>
                  <a:pt x="80" y="100"/>
                </a:lnTo>
                <a:lnTo>
                  <a:pt x="84" y="100"/>
                </a:lnTo>
                <a:lnTo>
                  <a:pt x="88" y="100"/>
                </a:lnTo>
                <a:lnTo>
                  <a:pt x="91" y="100"/>
                </a:lnTo>
                <a:lnTo>
                  <a:pt x="95" y="100"/>
                </a:lnTo>
                <a:lnTo>
                  <a:pt x="95" y="0"/>
                </a:lnTo>
                <a:lnTo>
                  <a:pt x="91" y="0"/>
                </a:lnTo>
                <a:lnTo>
                  <a:pt x="8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720" rIns="90000" bIns="-720" anchor="ctr">
            <a:noAutofit/>
          </a:bodyPr>
          <a:lstStyle/>
          <a:p>
            <a:endParaRPr/>
          </a:p>
        </p:txBody>
      </p:sp>
      <p:sp>
        <p:nvSpPr>
          <p:cNvPr id="492" name="îšļîḑê">
            <a:extLst>
              <a:ext uri="{FF2B5EF4-FFF2-40B4-BE49-F238E27FC236}">
                <a16:creationId xmlns:a16="http://schemas.microsoft.com/office/drawing/2014/main" id="{44CB46E1-8362-4315-BC6F-A037D7837853}"/>
              </a:ext>
            </a:extLst>
          </p:cNvPr>
          <p:cNvSpPr>
            <a:spLocks noGrp="1"/>
          </p:cNvSpPr>
          <p:nvPr/>
        </p:nvSpPr>
        <p:spPr>
          <a:xfrm>
            <a:off x="156528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7 w 62"/>
              <a:gd name="GluePoint1Y" fmla="*/ 129 h 138"/>
              <a:gd name="GluePoint2X" fmla="*/ 54 w 62"/>
              <a:gd name="GluePoint2Y" fmla="*/ 129 h 138"/>
              <a:gd name="GluePoint3X" fmla="*/ 53 w 62"/>
              <a:gd name="GluePoint3Y" fmla="*/ 129 h 138"/>
              <a:gd name="GluePoint4X" fmla="*/ 50 w 62"/>
              <a:gd name="GluePoint4Y" fmla="*/ 129 h 138"/>
              <a:gd name="GluePoint5X" fmla="*/ 49 w 62"/>
              <a:gd name="GluePoint5Y" fmla="*/ 129 h 138"/>
              <a:gd name="GluePoint6X" fmla="*/ 47 w 62"/>
              <a:gd name="GluePoint6Y" fmla="*/ 128 h 138"/>
              <a:gd name="GluePoint7X" fmla="*/ 46 w 62"/>
              <a:gd name="GluePoint7Y" fmla="*/ 127 h 138"/>
              <a:gd name="GluePoint8X" fmla="*/ 45 w 62"/>
              <a:gd name="GluePoint8Y" fmla="*/ 126 h 138"/>
              <a:gd name="GluePoint9X" fmla="*/ 44 w 62"/>
              <a:gd name="GluePoint9Y" fmla="*/ 124 h 138"/>
              <a:gd name="GluePoint10X" fmla="*/ 43 w 62"/>
              <a:gd name="GluePoint10Y" fmla="*/ 122 h 138"/>
              <a:gd name="GluePoint11X" fmla="*/ 43 w 62"/>
              <a:gd name="GluePoint11Y" fmla="*/ 120 h 138"/>
              <a:gd name="GluePoint12X" fmla="*/ 42 w 62"/>
              <a:gd name="GluePoint12Y" fmla="*/ 118 h 138"/>
              <a:gd name="GluePoint13X" fmla="*/ 42 w 62"/>
              <a:gd name="GluePoint13Y" fmla="*/ 115 h 138"/>
              <a:gd name="GluePoint14X" fmla="*/ 42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0 w 62"/>
              <a:gd name="GluePoint18Y" fmla="*/ 47 h 138"/>
              <a:gd name="GluePoint19X" fmla="*/ 60 w 62"/>
              <a:gd name="GluePoint19Y" fmla="*/ 44 h 138"/>
              <a:gd name="GluePoint20X" fmla="*/ 60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5 w 62"/>
              <a:gd name="GluePoint24Y" fmla="*/ 4 h 138"/>
              <a:gd name="GluePoint25X" fmla="*/ 28 w 62"/>
              <a:gd name="GluePoint25Y" fmla="*/ 7 h 138"/>
              <a:gd name="GluePoint26X" fmla="*/ 21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0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4 w 62"/>
              <a:gd name="GluePoint38Y" fmla="*/ 118 h 138"/>
              <a:gd name="GluePoint39X" fmla="*/ 15 w 62"/>
              <a:gd name="GluePoint39Y" fmla="*/ 121 h 138"/>
              <a:gd name="GluePoint40X" fmla="*/ 16 w 62"/>
              <a:gd name="GluePoint40Y" fmla="*/ 123 h 138"/>
              <a:gd name="GluePoint41X" fmla="*/ 17 w 62"/>
              <a:gd name="GluePoint41Y" fmla="*/ 126 h 138"/>
              <a:gd name="GluePoint42X" fmla="*/ 18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8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7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59 w 62"/>
              <a:gd name="GluePoint59Y" fmla="*/ 128 h 138"/>
              <a:gd name="GluePoint60X" fmla="*/ 57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7" y="129"/>
                </a:moveTo>
                <a:lnTo>
                  <a:pt x="54" y="129"/>
                </a:lnTo>
                <a:lnTo>
                  <a:pt x="53" y="129"/>
                </a:lnTo>
                <a:lnTo>
                  <a:pt x="50" y="129"/>
                </a:lnTo>
                <a:lnTo>
                  <a:pt x="49" y="129"/>
                </a:lnTo>
                <a:lnTo>
                  <a:pt x="47" y="128"/>
                </a:lnTo>
                <a:lnTo>
                  <a:pt x="46" y="127"/>
                </a:lnTo>
                <a:lnTo>
                  <a:pt x="45" y="126"/>
                </a:lnTo>
                <a:lnTo>
                  <a:pt x="44" y="124"/>
                </a:lnTo>
                <a:lnTo>
                  <a:pt x="43" y="122"/>
                </a:lnTo>
                <a:lnTo>
                  <a:pt x="43" y="120"/>
                </a:lnTo>
                <a:lnTo>
                  <a:pt x="42" y="118"/>
                </a:lnTo>
                <a:lnTo>
                  <a:pt x="42" y="115"/>
                </a:lnTo>
                <a:lnTo>
                  <a:pt x="42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0" y="47"/>
                </a:lnTo>
                <a:lnTo>
                  <a:pt x="60" y="44"/>
                </a:lnTo>
                <a:lnTo>
                  <a:pt x="60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5" y="4"/>
                </a:lnTo>
                <a:lnTo>
                  <a:pt x="28" y="7"/>
                </a:lnTo>
                <a:lnTo>
                  <a:pt x="21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0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4" y="118"/>
                </a:lnTo>
                <a:lnTo>
                  <a:pt x="15" y="121"/>
                </a:lnTo>
                <a:lnTo>
                  <a:pt x="16" y="123"/>
                </a:lnTo>
                <a:lnTo>
                  <a:pt x="17" y="126"/>
                </a:lnTo>
                <a:lnTo>
                  <a:pt x="18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8" y="137"/>
                </a:lnTo>
                <a:lnTo>
                  <a:pt x="31" y="138"/>
                </a:lnTo>
                <a:lnTo>
                  <a:pt x="34" y="138"/>
                </a:lnTo>
                <a:lnTo>
                  <a:pt x="37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59" y="128"/>
                </a:lnTo>
                <a:lnTo>
                  <a:pt x="57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493" name="ïṧļîḓe">
            <a:extLst>
              <a:ext uri="{FF2B5EF4-FFF2-40B4-BE49-F238E27FC236}">
                <a16:creationId xmlns:a16="http://schemas.microsoft.com/office/drawing/2014/main" id="{1275E725-8A16-4C39-8913-E374EA795C3A}"/>
              </a:ext>
            </a:extLst>
          </p:cNvPr>
          <p:cNvSpPr>
            <a:spLocks noGrp="1"/>
          </p:cNvSpPr>
          <p:nvPr/>
        </p:nvSpPr>
        <p:spPr>
          <a:xfrm>
            <a:off x="160380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3 w 93"/>
              <a:gd name="GluePoint5Y" fmla="*/ 57 h 157"/>
              <a:gd name="GluePoint6X" fmla="*/ 67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8 w 93"/>
              <a:gd name="GluePoint11Y" fmla="*/ 71 h 157"/>
              <a:gd name="GluePoint12X" fmla="*/ 25 w 93"/>
              <a:gd name="GluePoint12Y" fmla="*/ 0 h 157"/>
              <a:gd name="GluePoint13X" fmla="*/ 17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1 w 93"/>
              <a:gd name="GluePoint20Y" fmla="*/ 157 h 157"/>
              <a:gd name="GluePoint21X" fmla="*/ 28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29 w 93"/>
              <a:gd name="GluePoint24Y" fmla="*/ 89 h 157"/>
              <a:gd name="GluePoint25X" fmla="*/ 30 w 93"/>
              <a:gd name="GluePoint25Y" fmla="*/ 84 h 157"/>
              <a:gd name="GluePoint26X" fmla="*/ 33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49 w 93"/>
              <a:gd name="GluePoint30Y" fmla="*/ 72 h 157"/>
              <a:gd name="GluePoint31X" fmla="*/ 53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1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4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5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1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1" y="79"/>
                </a:moveTo>
                <a:lnTo>
                  <a:pt x="90" y="75"/>
                </a:lnTo>
                <a:lnTo>
                  <a:pt x="89" y="73"/>
                </a:lnTo>
                <a:lnTo>
                  <a:pt x="88" y="69"/>
                </a:lnTo>
                <a:lnTo>
                  <a:pt x="85" y="67"/>
                </a:lnTo>
                <a:lnTo>
                  <a:pt x="84" y="65"/>
                </a:lnTo>
                <a:lnTo>
                  <a:pt x="81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7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8" y="71"/>
                </a:lnTo>
                <a:lnTo>
                  <a:pt x="28" y="0"/>
                </a:lnTo>
                <a:lnTo>
                  <a:pt x="25" y="0"/>
                </a:lnTo>
                <a:lnTo>
                  <a:pt x="21" y="1"/>
                </a:ln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1" y="157"/>
                </a:lnTo>
                <a:lnTo>
                  <a:pt x="25" y="157"/>
                </a:lnTo>
                <a:lnTo>
                  <a:pt x="28" y="157"/>
                </a:lnTo>
                <a:lnTo>
                  <a:pt x="28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7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49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7" y="75"/>
                </a:lnTo>
                <a:lnTo>
                  <a:pt x="57" y="77"/>
                </a:lnTo>
                <a:lnTo>
                  <a:pt x="59" y="78"/>
                </a:lnTo>
                <a:lnTo>
                  <a:pt x="60" y="81"/>
                </a:lnTo>
                <a:lnTo>
                  <a:pt x="61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1" y="157"/>
                </a:lnTo>
                <a:lnTo>
                  <a:pt x="85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lnTo>
                  <a:pt x="91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494" name="í$1idé">
            <a:extLst>
              <a:ext uri="{FF2B5EF4-FFF2-40B4-BE49-F238E27FC236}">
                <a16:creationId xmlns:a16="http://schemas.microsoft.com/office/drawing/2014/main" id="{0DFE7E4E-2B95-45BE-A9D6-0D93E3CBF57B}"/>
              </a:ext>
            </a:extLst>
          </p:cNvPr>
          <p:cNvSpPr>
            <a:spLocks noGrp="1"/>
          </p:cNvSpPr>
          <p:nvPr/>
        </p:nvSpPr>
        <p:spPr>
          <a:xfrm>
            <a:off x="1677240" y="936000"/>
            <a:ext cx="54720" cy="64440"/>
          </a:xfrm>
          <a:custGeom>
            <a:avLst/>
            <a:gdLst>
              <a:gd name="textAreaLeft" fmla="*/ 0 w 54720"/>
              <a:gd name="textAreaRight" fmla="*/ 55080 w 54720"/>
              <a:gd name="textAreaTop" fmla="*/ 0 h 64440"/>
              <a:gd name="textAreaBottom" fmla="*/ 64800 h 64440"/>
              <a:gd name="GluePoint1X" fmla="*/ 106 w 126"/>
              <a:gd name="GluePoint1Y" fmla="*/ 3 h 148"/>
              <a:gd name="GluePoint2X" fmla="*/ 89 w 126"/>
              <a:gd name="GluePoint2Y" fmla="*/ 0 h 148"/>
              <a:gd name="GluePoint3X" fmla="*/ 64 w 126"/>
              <a:gd name="GluePoint3Y" fmla="*/ 2 h 148"/>
              <a:gd name="GluePoint4X" fmla="*/ 51 w 126"/>
              <a:gd name="GluePoint4Y" fmla="*/ 5 h 148"/>
              <a:gd name="GluePoint5X" fmla="*/ 40 w 126"/>
              <a:gd name="GluePoint5Y" fmla="*/ 10 h 148"/>
              <a:gd name="GluePoint6X" fmla="*/ 30 w 126"/>
              <a:gd name="GluePoint6Y" fmla="*/ 15 h 148"/>
              <a:gd name="GluePoint7X" fmla="*/ 22 w 126"/>
              <a:gd name="GluePoint7Y" fmla="*/ 22 h 148"/>
              <a:gd name="GluePoint8X" fmla="*/ 14 w 126"/>
              <a:gd name="GluePoint8Y" fmla="*/ 30 h 148"/>
              <a:gd name="GluePoint9X" fmla="*/ 9 w 126"/>
              <a:gd name="GluePoint9Y" fmla="*/ 39 h 148"/>
              <a:gd name="GluePoint10X" fmla="*/ 5 w 126"/>
              <a:gd name="GluePoint10Y" fmla="*/ 50 h 148"/>
              <a:gd name="GluePoint11X" fmla="*/ 2 w 126"/>
              <a:gd name="GluePoint11Y" fmla="*/ 62 h 148"/>
              <a:gd name="GluePoint12X" fmla="*/ 0 w 126"/>
              <a:gd name="GluePoint12Y" fmla="*/ 74 h 148"/>
              <a:gd name="GluePoint13X" fmla="*/ 2 w 126"/>
              <a:gd name="GluePoint13Y" fmla="*/ 95 h 148"/>
              <a:gd name="GluePoint14X" fmla="*/ 5 w 126"/>
              <a:gd name="GluePoint14Y" fmla="*/ 105 h 148"/>
              <a:gd name="GluePoint15X" fmla="*/ 9 w 126"/>
              <a:gd name="GluePoint15Y" fmla="*/ 115 h 148"/>
              <a:gd name="GluePoint16X" fmla="*/ 14 w 126"/>
              <a:gd name="GluePoint16Y" fmla="*/ 123 h 148"/>
              <a:gd name="GluePoint17X" fmla="*/ 22 w 126"/>
              <a:gd name="GluePoint17Y" fmla="*/ 130 h 148"/>
              <a:gd name="GluePoint18X" fmla="*/ 29 w 126"/>
              <a:gd name="GluePoint18Y" fmla="*/ 136 h 148"/>
              <a:gd name="GluePoint19X" fmla="*/ 38 w 126"/>
              <a:gd name="GluePoint19Y" fmla="*/ 141 h 148"/>
              <a:gd name="GluePoint20X" fmla="*/ 53 w 126"/>
              <a:gd name="GluePoint20Y" fmla="*/ 146 h 148"/>
              <a:gd name="GluePoint21X" fmla="*/ 78 w 126"/>
              <a:gd name="GluePoint21Y" fmla="*/ 148 h 148"/>
              <a:gd name="GluePoint22X" fmla="*/ 94 w 126"/>
              <a:gd name="GluePoint22Y" fmla="*/ 147 h 148"/>
              <a:gd name="GluePoint23X" fmla="*/ 110 w 126"/>
              <a:gd name="GluePoint23Y" fmla="*/ 144 h 148"/>
              <a:gd name="GluePoint24X" fmla="*/ 124 w 126"/>
              <a:gd name="GluePoint24Y" fmla="*/ 123 h 148"/>
              <a:gd name="GluePoint25X" fmla="*/ 112 w 126"/>
              <a:gd name="GluePoint25Y" fmla="*/ 128 h 148"/>
              <a:gd name="GluePoint26X" fmla="*/ 98 w 126"/>
              <a:gd name="GluePoint26Y" fmla="*/ 135 h 148"/>
              <a:gd name="GluePoint27X" fmla="*/ 84 w 126"/>
              <a:gd name="GluePoint27Y" fmla="*/ 137 h 148"/>
              <a:gd name="GluePoint28X" fmla="*/ 68 w 126"/>
              <a:gd name="GluePoint28Y" fmla="*/ 135 h 148"/>
              <a:gd name="GluePoint29X" fmla="*/ 54 w 126"/>
              <a:gd name="GluePoint29Y" fmla="*/ 128 h 148"/>
              <a:gd name="GluePoint30X" fmla="*/ 45 w 126"/>
              <a:gd name="GluePoint30Y" fmla="*/ 117 h 148"/>
              <a:gd name="GluePoint31X" fmla="*/ 38 w 126"/>
              <a:gd name="GluePoint31Y" fmla="*/ 103 h 148"/>
              <a:gd name="GluePoint32X" fmla="*/ 34 w 126"/>
              <a:gd name="GluePoint32Y" fmla="*/ 84 h 148"/>
              <a:gd name="GluePoint33X" fmla="*/ 35 w 126"/>
              <a:gd name="GluePoint33Y" fmla="*/ 62 h 148"/>
              <a:gd name="GluePoint34X" fmla="*/ 40 w 126"/>
              <a:gd name="GluePoint34Y" fmla="*/ 43 h 148"/>
              <a:gd name="GluePoint35X" fmla="*/ 47 w 126"/>
              <a:gd name="GluePoint35Y" fmla="*/ 30 h 148"/>
              <a:gd name="GluePoint36X" fmla="*/ 58 w 126"/>
              <a:gd name="GluePoint36Y" fmla="*/ 19 h 148"/>
              <a:gd name="GluePoint37X" fmla="*/ 72 w 126"/>
              <a:gd name="GluePoint37Y" fmla="*/ 14 h 148"/>
              <a:gd name="GluePoint38X" fmla="*/ 88 w 126"/>
              <a:gd name="GluePoint38Y" fmla="*/ 13 h 148"/>
              <a:gd name="GluePoint39X" fmla="*/ 102 w 126"/>
              <a:gd name="GluePoint39Y" fmla="*/ 18 h 148"/>
              <a:gd name="GluePoint40X" fmla="*/ 114 w 126"/>
              <a:gd name="GluePoint40Y" fmla="*/ 27 h 148"/>
              <a:gd name="GluePoint41X" fmla="*/ 121 w 126"/>
              <a:gd name="GluePoint41Y" fmla="*/ 29 h 148"/>
              <a:gd name="GluePoint42X" fmla="*/ 123 w 126"/>
              <a:gd name="GluePoint42Y" fmla="*/ 17 h 148"/>
              <a:gd name="GluePoint43X" fmla="*/ 121 w 126"/>
              <a:gd name="GluePoint43Y" fmla="*/ 8 h 148"/>
            </a:gdLst>
            <a:ahLst/>
            <a:cxnLst/>
            <a:rect l="textAreaLeft" t="textAreaTop" r="textAreaRight" b="textAreaBottom"/>
            <a:pathLst>
              <a:path w="126" h="148">
                <a:moveTo>
                  <a:pt x="116" y="6"/>
                </a:moveTo>
                <a:lnTo>
                  <a:pt x="111" y="4"/>
                </a:lnTo>
                <a:lnTo>
                  <a:pt x="106" y="3"/>
                </a:lnTo>
                <a:lnTo>
                  <a:pt x="101" y="2"/>
                </a:lnTo>
                <a:lnTo>
                  <a:pt x="95" y="1"/>
                </a:lnTo>
                <a:lnTo>
                  <a:pt x="89" y="0"/>
                </a:lnTo>
                <a:lnTo>
                  <a:pt x="83" y="0"/>
                </a:lnTo>
                <a:lnTo>
                  <a:pt x="74" y="1"/>
                </a:lnTo>
                <a:lnTo>
                  <a:pt x="64" y="2"/>
                </a:lnTo>
                <a:lnTo>
                  <a:pt x="60" y="2"/>
                </a:lnTo>
                <a:lnTo>
                  <a:pt x="55" y="4"/>
                </a:lnTo>
                <a:lnTo>
                  <a:pt x="51" y="5"/>
                </a:lnTo>
                <a:lnTo>
                  <a:pt x="47" y="6"/>
                </a:lnTo>
                <a:lnTo>
                  <a:pt x="44" y="8"/>
                </a:lnTo>
                <a:lnTo>
                  <a:pt x="40" y="10"/>
                </a:lnTo>
                <a:lnTo>
                  <a:pt x="37" y="11"/>
                </a:lnTo>
                <a:lnTo>
                  <a:pt x="34" y="13"/>
                </a:lnTo>
                <a:lnTo>
                  <a:pt x="30" y="15"/>
                </a:lnTo>
                <a:lnTo>
                  <a:pt x="27" y="17"/>
                </a:lnTo>
                <a:lnTo>
                  <a:pt x="25" y="19"/>
                </a:lnTo>
                <a:lnTo>
                  <a:pt x="22" y="22"/>
                </a:lnTo>
                <a:lnTo>
                  <a:pt x="19" y="24"/>
                </a:lnTo>
                <a:lnTo>
                  <a:pt x="17" y="26"/>
                </a:lnTo>
                <a:lnTo>
                  <a:pt x="14" y="30"/>
                </a:lnTo>
                <a:lnTo>
                  <a:pt x="13" y="33"/>
                </a:lnTo>
                <a:lnTo>
                  <a:pt x="10" y="36"/>
                </a:lnTo>
                <a:lnTo>
                  <a:pt x="9" y="39"/>
                </a:lnTo>
                <a:lnTo>
                  <a:pt x="7" y="42"/>
                </a:lnTo>
                <a:lnTo>
                  <a:pt x="6" y="46"/>
                </a:lnTo>
                <a:lnTo>
                  <a:pt x="5" y="50"/>
                </a:lnTo>
                <a:lnTo>
                  <a:pt x="3" y="54"/>
                </a:lnTo>
                <a:lnTo>
                  <a:pt x="2" y="58"/>
                </a:lnTo>
                <a:lnTo>
                  <a:pt x="2" y="62"/>
                </a:lnTo>
                <a:lnTo>
                  <a:pt x="1" y="66"/>
                </a:lnTo>
                <a:lnTo>
                  <a:pt x="1" y="70"/>
                </a:lnTo>
                <a:lnTo>
                  <a:pt x="0" y="74"/>
                </a:lnTo>
                <a:lnTo>
                  <a:pt x="0" y="79"/>
                </a:lnTo>
                <a:lnTo>
                  <a:pt x="1" y="87"/>
                </a:lnTo>
                <a:lnTo>
                  <a:pt x="2" y="95"/>
                </a:lnTo>
                <a:lnTo>
                  <a:pt x="3" y="99"/>
                </a:lnTo>
                <a:lnTo>
                  <a:pt x="3" y="102"/>
                </a:lnTo>
                <a:lnTo>
                  <a:pt x="5" y="105"/>
                </a:lnTo>
                <a:lnTo>
                  <a:pt x="6" y="108"/>
                </a:lnTo>
                <a:lnTo>
                  <a:pt x="7" y="112"/>
                </a:lnTo>
                <a:lnTo>
                  <a:pt x="9" y="115"/>
                </a:lnTo>
                <a:lnTo>
                  <a:pt x="10" y="118"/>
                </a:lnTo>
                <a:lnTo>
                  <a:pt x="12" y="120"/>
                </a:lnTo>
                <a:lnTo>
                  <a:pt x="14" y="123"/>
                </a:lnTo>
                <a:lnTo>
                  <a:pt x="17" y="125"/>
                </a:lnTo>
                <a:lnTo>
                  <a:pt x="18" y="127"/>
                </a:lnTo>
                <a:lnTo>
                  <a:pt x="22" y="130"/>
                </a:lnTo>
                <a:lnTo>
                  <a:pt x="23" y="132"/>
                </a:lnTo>
                <a:lnTo>
                  <a:pt x="26" y="134"/>
                </a:lnTo>
                <a:lnTo>
                  <a:pt x="29" y="136"/>
                </a:lnTo>
                <a:lnTo>
                  <a:pt x="32" y="138"/>
                </a:lnTo>
                <a:lnTo>
                  <a:pt x="35" y="139"/>
                </a:lnTo>
                <a:lnTo>
                  <a:pt x="38" y="141"/>
                </a:lnTo>
                <a:lnTo>
                  <a:pt x="42" y="142"/>
                </a:lnTo>
                <a:lnTo>
                  <a:pt x="46" y="143"/>
                </a:lnTo>
                <a:lnTo>
                  <a:pt x="53" y="146"/>
                </a:lnTo>
                <a:lnTo>
                  <a:pt x="61" y="147"/>
                </a:lnTo>
                <a:lnTo>
                  <a:pt x="69" y="148"/>
                </a:lnTo>
                <a:lnTo>
                  <a:pt x="78" y="148"/>
                </a:lnTo>
                <a:lnTo>
                  <a:pt x="84" y="148"/>
                </a:lnTo>
                <a:lnTo>
                  <a:pt x="90" y="147"/>
                </a:lnTo>
                <a:lnTo>
                  <a:pt x="94" y="147"/>
                </a:lnTo>
                <a:lnTo>
                  <a:pt x="100" y="147"/>
                </a:lnTo>
                <a:lnTo>
                  <a:pt x="105" y="146"/>
                </a:lnTo>
                <a:lnTo>
                  <a:pt x="110" y="144"/>
                </a:lnTo>
                <a:lnTo>
                  <a:pt x="115" y="143"/>
                </a:lnTo>
                <a:lnTo>
                  <a:pt x="120" y="141"/>
                </a:lnTo>
                <a:lnTo>
                  <a:pt x="124" y="123"/>
                </a:lnTo>
                <a:lnTo>
                  <a:pt x="122" y="122"/>
                </a:lnTo>
                <a:lnTo>
                  <a:pt x="117" y="125"/>
                </a:lnTo>
                <a:lnTo>
                  <a:pt x="112" y="128"/>
                </a:lnTo>
                <a:lnTo>
                  <a:pt x="108" y="131"/>
                </a:lnTo>
                <a:lnTo>
                  <a:pt x="103" y="133"/>
                </a:lnTo>
                <a:lnTo>
                  <a:pt x="98" y="135"/>
                </a:lnTo>
                <a:lnTo>
                  <a:pt x="94" y="136"/>
                </a:lnTo>
                <a:lnTo>
                  <a:pt x="89" y="137"/>
                </a:lnTo>
                <a:lnTo>
                  <a:pt x="84" y="137"/>
                </a:lnTo>
                <a:lnTo>
                  <a:pt x="78" y="137"/>
                </a:lnTo>
                <a:lnTo>
                  <a:pt x="73" y="136"/>
                </a:lnTo>
                <a:lnTo>
                  <a:pt x="68" y="135"/>
                </a:lnTo>
                <a:lnTo>
                  <a:pt x="62" y="132"/>
                </a:lnTo>
                <a:lnTo>
                  <a:pt x="58" y="131"/>
                </a:lnTo>
                <a:lnTo>
                  <a:pt x="54" y="128"/>
                </a:lnTo>
                <a:lnTo>
                  <a:pt x="51" y="125"/>
                </a:lnTo>
                <a:lnTo>
                  <a:pt x="47" y="121"/>
                </a:lnTo>
                <a:lnTo>
                  <a:pt x="45" y="117"/>
                </a:lnTo>
                <a:lnTo>
                  <a:pt x="42" y="113"/>
                </a:lnTo>
                <a:lnTo>
                  <a:pt x="40" y="108"/>
                </a:lnTo>
                <a:lnTo>
                  <a:pt x="38" y="103"/>
                </a:lnTo>
                <a:lnTo>
                  <a:pt x="36" y="97"/>
                </a:lnTo>
                <a:lnTo>
                  <a:pt x="35" y="91"/>
                </a:lnTo>
                <a:lnTo>
                  <a:pt x="34" y="84"/>
                </a:lnTo>
                <a:lnTo>
                  <a:pt x="34" y="77"/>
                </a:lnTo>
                <a:lnTo>
                  <a:pt x="34" y="69"/>
                </a:lnTo>
                <a:lnTo>
                  <a:pt x="35" y="62"/>
                </a:lnTo>
                <a:lnTo>
                  <a:pt x="37" y="55"/>
                </a:lnTo>
                <a:lnTo>
                  <a:pt x="38" y="49"/>
                </a:lnTo>
                <a:lnTo>
                  <a:pt x="40" y="43"/>
                </a:lnTo>
                <a:lnTo>
                  <a:pt x="42" y="38"/>
                </a:lnTo>
                <a:lnTo>
                  <a:pt x="45" y="34"/>
                </a:lnTo>
                <a:lnTo>
                  <a:pt x="47" y="30"/>
                </a:lnTo>
                <a:lnTo>
                  <a:pt x="51" y="26"/>
                </a:lnTo>
                <a:lnTo>
                  <a:pt x="54" y="22"/>
                </a:lnTo>
                <a:lnTo>
                  <a:pt x="58" y="19"/>
                </a:lnTo>
                <a:lnTo>
                  <a:pt x="62" y="17"/>
                </a:lnTo>
                <a:lnTo>
                  <a:pt x="67" y="15"/>
                </a:lnTo>
                <a:lnTo>
                  <a:pt x="72" y="14"/>
                </a:lnTo>
                <a:lnTo>
                  <a:pt x="78" y="13"/>
                </a:lnTo>
                <a:lnTo>
                  <a:pt x="83" y="12"/>
                </a:lnTo>
                <a:lnTo>
                  <a:pt x="88" y="13"/>
                </a:lnTo>
                <a:lnTo>
                  <a:pt x="93" y="14"/>
                </a:lnTo>
                <a:lnTo>
                  <a:pt x="98" y="15"/>
                </a:lnTo>
                <a:lnTo>
                  <a:pt x="102" y="18"/>
                </a:lnTo>
                <a:lnTo>
                  <a:pt x="106" y="21"/>
                </a:lnTo>
                <a:lnTo>
                  <a:pt x="110" y="24"/>
                </a:lnTo>
                <a:lnTo>
                  <a:pt x="114" y="27"/>
                </a:lnTo>
                <a:lnTo>
                  <a:pt x="118" y="32"/>
                </a:lnTo>
                <a:lnTo>
                  <a:pt x="121" y="32"/>
                </a:lnTo>
                <a:lnTo>
                  <a:pt x="121" y="29"/>
                </a:lnTo>
                <a:lnTo>
                  <a:pt x="122" y="25"/>
                </a:lnTo>
                <a:lnTo>
                  <a:pt x="122" y="21"/>
                </a:lnTo>
                <a:lnTo>
                  <a:pt x="123" y="17"/>
                </a:lnTo>
                <a:lnTo>
                  <a:pt x="124" y="14"/>
                </a:lnTo>
                <a:lnTo>
                  <a:pt x="126" y="10"/>
                </a:lnTo>
                <a:lnTo>
                  <a:pt x="121" y="8"/>
                </a:lnTo>
                <a:lnTo>
                  <a:pt x="116" y="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495" name="i$lïḍe">
            <a:extLst>
              <a:ext uri="{FF2B5EF4-FFF2-40B4-BE49-F238E27FC236}">
                <a16:creationId xmlns:a16="http://schemas.microsoft.com/office/drawing/2014/main" id="{01A3072B-96F1-4CC5-9F98-E8B434363DFA}"/>
              </a:ext>
            </a:extLst>
          </p:cNvPr>
          <p:cNvSpPr>
            <a:spLocks noGrp="1"/>
          </p:cNvSpPr>
          <p:nvPr/>
        </p:nvSpPr>
        <p:spPr>
          <a:xfrm>
            <a:off x="174564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1 w 93"/>
              <a:gd name="GluePoint1Y" fmla="*/ 79 h 157"/>
              <a:gd name="GluePoint2X" fmla="*/ 90 w 93"/>
              <a:gd name="GluePoint2Y" fmla="*/ 73 h 157"/>
              <a:gd name="GluePoint3X" fmla="*/ 86 w 93"/>
              <a:gd name="GluePoint3Y" fmla="*/ 67 h 157"/>
              <a:gd name="GluePoint4X" fmla="*/ 82 w 93"/>
              <a:gd name="GluePoint4Y" fmla="*/ 62 h 157"/>
              <a:gd name="GluePoint5X" fmla="*/ 76 w 93"/>
              <a:gd name="GluePoint5Y" fmla="*/ 59 h 157"/>
              <a:gd name="GluePoint6X" fmla="*/ 70 w 93"/>
              <a:gd name="GluePoint6Y" fmla="*/ 56 h 157"/>
              <a:gd name="GluePoint7X" fmla="*/ 63 w 93"/>
              <a:gd name="GluePoint7Y" fmla="*/ 55 h 157"/>
              <a:gd name="GluePoint8X" fmla="*/ 55 w 93"/>
              <a:gd name="GluePoint8Y" fmla="*/ 55 h 157"/>
              <a:gd name="GluePoint9X" fmla="*/ 47 w 93"/>
              <a:gd name="GluePoint9Y" fmla="*/ 57 h 157"/>
              <a:gd name="GluePoint10X" fmla="*/ 39 w 93"/>
              <a:gd name="GluePoint10Y" fmla="*/ 61 h 157"/>
              <a:gd name="GluePoint11X" fmla="*/ 32 w 93"/>
              <a:gd name="GluePoint11Y" fmla="*/ 68 h 157"/>
              <a:gd name="GluePoint12X" fmla="*/ 29 w 93"/>
              <a:gd name="GluePoint12Y" fmla="*/ 0 h 157"/>
              <a:gd name="GluePoint13X" fmla="*/ 22 w 93"/>
              <a:gd name="GluePoint13Y" fmla="*/ 1 h 157"/>
              <a:gd name="GluePoint14X" fmla="*/ 14 w 93"/>
              <a:gd name="GluePoint14Y" fmla="*/ 1 h 157"/>
              <a:gd name="GluePoint15X" fmla="*/ 11 w 93"/>
              <a:gd name="GluePoint15Y" fmla="*/ 1 h 157"/>
              <a:gd name="GluePoint16X" fmla="*/ 7 w 93"/>
              <a:gd name="GluePoint16Y" fmla="*/ 1 h 157"/>
              <a:gd name="GluePoint17X" fmla="*/ 0 w 93"/>
              <a:gd name="GluePoint17Y" fmla="*/ 0 h 157"/>
              <a:gd name="GluePoint18X" fmla="*/ 3 w 93"/>
              <a:gd name="GluePoint18Y" fmla="*/ 157 h 157"/>
              <a:gd name="GluePoint19X" fmla="*/ 11 w 93"/>
              <a:gd name="GluePoint19Y" fmla="*/ 157 h 157"/>
              <a:gd name="GluePoint20X" fmla="*/ 18 w 93"/>
              <a:gd name="GluePoint20Y" fmla="*/ 157 h 157"/>
              <a:gd name="GluePoint21X" fmla="*/ 25 w 93"/>
              <a:gd name="GluePoint21Y" fmla="*/ 157 h 157"/>
              <a:gd name="GluePoint22X" fmla="*/ 29 w 93"/>
              <a:gd name="GluePoint22Y" fmla="*/ 110 h 157"/>
              <a:gd name="GluePoint23X" fmla="*/ 28 w 93"/>
              <a:gd name="GluePoint23Y" fmla="*/ 101 h 157"/>
              <a:gd name="GluePoint24X" fmla="*/ 29 w 93"/>
              <a:gd name="GluePoint24Y" fmla="*/ 93 h 157"/>
              <a:gd name="GluePoint25X" fmla="*/ 30 w 93"/>
              <a:gd name="GluePoint25Y" fmla="*/ 87 h 157"/>
              <a:gd name="GluePoint26X" fmla="*/ 32 w 93"/>
              <a:gd name="GluePoint26Y" fmla="*/ 81 h 157"/>
              <a:gd name="GluePoint27X" fmla="*/ 34 w 93"/>
              <a:gd name="GluePoint27Y" fmla="*/ 77 h 157"/>
              <a:gd name="GluePoint28X" fmla="*/ 38 w 93"/>
              <a:gd name="GluePoint28Y" fmla="*/ 74 h 157"/>
              <a:gd name="GluePoint29X" fmla="*/ 42 w 93"/>
              <a:gd name="GluePoint29Y" fmla="*/ 73 h 157"/>
              <a:gd name="GluePoint30X" fmla="*/ 47 w 93"/>
              <a:gd name="GluePoint30Y" fmla="*/ 72 h 157"/>
              <a:gd name="GluePoint31X" fmla="*/ 51 w 93"/>
              <a:gd name="GluePoint31Y" fmla="*/ 73 h 157"/>
              <a:gd name="GluePoint32X" fmla="*/ 55 w 93"/>
              <a:gd name="GluePoint32Y" fmla="*/ 74 h 157"/>
              <a:gd name="GluePoint33X" fmla="*/ 58 w 93"/>
              <a:gd name="GluePoint33Y" fmla="*/ 77 h 157"/>
              <a:gd name="GluePoint34X" fmla="*/ 60 w 93"/>
              <a:gd name="GluePoint34Y" fmla="*/ 81 h 157"/>
              <a:gd name="GluePoint35X" fmla="*/ 62 w 93"/>
              <a:gd name="GluePoint35Y" fmla="*/ 85 h 157"/>
              <a:gd name="GluePoint36X" fmla="*/ 64 w 93"/>
              <a:gd name="GluePoint36Y" fmla="*/ 91 h 157"/>
              <a:gd name="GluePoint37X" fmla="*/ 64 w 93"/>
              <a:gd name="GluePoint37Y" fmla="*/ 106 h 157"/>
              <a:gd name="GluePoint38X" fmla="*/ 67 w 93"/>
              <a:gd name="GluePoint38Y" fmla="*/ 157 h 157"/>
              <a:gd name="GluePoint39X" fmla="*/ 74 w 93"/>
              <a:gd name="GluePoint39Y" fmla="*/ 157 h 157"/>
              <a:gd name="GluePoint40X" fmla="*/ 82 w 93"/>
              <a:gd name="GluePoint40Y" fmla="*/ 157 h 157"/>
              <a:gd name="GluePoint41X" fmla="*/ 90 w 93"/>
              <a:gd name="GluePoint41Y" fmla="*/ 157 h 157"/>
              <a:gd name="GluePoint42X" fmla="*/ 93 w 93"/>
              <a:gd name="GluePoint42Y" fmla="*/ 91 h 157"/>
              <a:gd name="GluePoint43X" fmla="*/ 92 w 93"/>
              <a:gd name="GluePoint43Y" fmla="*/ 82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82"/>
                </a:moveTo>
                <a:lnTo>
                  <a:pt x="91" y="79"/>
                </a:ln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2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9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6" y="75"/>
                </a:lnTo>
                <a:lnTo>
                  <a:pt x="58" y="77"/>
                </a:lnTo>
                <a:lnTo>
                  <a:pt x="59" y="78"/>
                </a:lnTo>
                <a:lnTo>
                  <a:pt x="60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4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90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496" name="iṥľiḓê">
            <a:extLst>
              <a:ext uri="{FF2B5EF4-FFF2-40B4-BE49-F238E27FC236}">
                <a16:creationId xmlns:a16="http://schemas.microsoft.com/office/drawing/2014/main" id="{5EDA32FB-49D8-4AB4-ADCE-5FDBEC23884A}"/>
              </a:ext>
            </a:extLst>
          </p:cNvPr>
          <p:cNvSpPr>
            <a:spLocks noGrp="1"/>
          </p:cNvSpPr>
          <p:nvPr/>
        </p:nvSpPr>
        <p:spPr>
          <a:xfrm>
            <a:off x="1802160" y="956160"/>
            <a:ext cx="12240" cy="43200"/>
          </a:xfrm>
          <a:custGeom>
            <a:avLst/>
            <a:gdLst>
              <a:gd name="textAreaLeft" fmla="*/ 0 w 12240"/>
              <a:gd name="textAreaRight" fmla="*/ 12600 w 12240"/>
              <a:gd name="textAreaTop" fmla="*/ 0 h 43200"/>
              <a:gd name="textAreaBottom" fmla="*/ 43560 h 43200"/>
              <a:gd name="GluePoint1X" fmla="*/ 21 w 29"/>
              <a:gd name="GluePoint1Y" fmla="*/ 0 h 100"/>
              <a:gd name="GluePoint2X" fmla="*/ 18 w 29"/>
              <a:gd name="GluePoint2Y" fmla="*/ 0 h 100"/>
              <a:gd name="GluePoint3X" fmla="*/ 16 w 29"/>
              <a:gd name="GluePoint3Y" fmla="*/ 0 h 100"/>
              <a:gd name="GluePoint4X" fmla="*/ 12 w 29"/>
              <a:gd name="GluePoint4Y" fmla="*/ 0 h 100"/>
              <a:gd name="GluePoint5X" fmla="*/ 8 w 29"/>
              <a:gd name="GluePoint5Y" fmla="*/ 0 h 100"/>
              <a:gd name="GluePoint6X" fmla="*/ 4 w 29"/>
              <a:gd name="GluePoint6Y" fmla="*/ 0 h 100"/>
              <a:gd name="GluePoint7X" fmla="*/ 0 w 29"/>
              <a:gd name="GluePoint7Y" fmla="*/ 0 h 100"/>
              <a:gd name="GluePoint8X" fmla="*/ 0 w 29"/>
              <a:gd name="GluePoint8Y" fmla="*/ 100 h 100"/>
              <a:gd name="GluePoint9X" fmla="*/ 4 w 29"/>
              <a:gd name="GluePoint9Y" fmla="*/ 100 h 100"/>
              <a:gd name="GluePoint10X" fmla="*/ 8 w 29"/>
              <a:gd name="GluePoint10Y" fmla="*/ 100 h 100"/>
              <a:gd name="GluePoint11X" fmla="*/ 12 w 29"/>
              <a:gd name="GluePoint11Y" fmla="*/ 100 h 100"/>
              <a:gd name="GluePoint12X" fmla="*/ 16 w 29"/>
              <a:gd name="GluePoint12Y" fmla="*/ 100 h 100"/>
              <a:gd name="GluePoint13X" fmla="*/ 18 w 29"/>
              <a:gd name="GluePoint13Y" fmla="*/ 100 h 100"/>
              <a:gd name="GluePoint14X" fmla="*/ 21 w 29"/>
              <a:gd name="GluePoint14Y" fmla="*/ 100 h 100"/>
              <a:gd name="GluePoint15X" fmla="*/ 25 w 29"/>
              <a:gd name="GluePoint15Y" fmla="*/ 100 h 100"/>
              <a:gd name="GluePoint16X" fmla="*/ 29 w 29"/>
              <a:gd name="GluePoint16Y" fmla="*/ 100 h 100"/>
              <a:gd name="GluePoint17X" fmla="*/ 29 w 29"/>
              <a:gd name="GluePoint17Y" fmla="*/ 0 h 100"/>
              <a:gd name="GluePoint18X" fmla="*/ 25 w 29"/>
              <a:gd name="GluePoint18Y" fmla="*/ 0 h 100"/>
              <a:gd name="GluePoint19X" fmla="*/ 21 w 29"/>
              <a:gd name="GluePoint19Y" fmla="*/ 0 h 100"/>
            </a:gdLst>
            <a:ahLst/>
            <a:cxnLst/>
            <a:rect l="textAreaLeft" t="textAreaTop" r="textAreaRight" b="textAreaBottom"/>
            <a:pathLst>
              <a:path w="29" h="100">
                <a:moveTo>
                  <a:pt x="21" y="0"/>
                </a:moveTo>
                <a:lnTo>
                  <a:pt x="18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0" y="100"/>
                </a:lnTo>
                <a:lnTo>
                  <a:pt x="4" y="100"/>
                </a:lnTo>
                <a:lnTo>
                  <a:pt x="8" y="100"/>
                </a:lnTo>
                <a:lnTo>
                  <a:pt x="12" y="100"/>
                </a:lnTo>
                <a:lnTo>
                  <a:pt x="16" y="100"/>
                </a:lnTo>
                <a:lnTo>
                  <a:pt x="18" y="100"/>
                </a:lnTo>
                <a:lnTo>
                  <a:pt x="21" y="100"/>
                </a:lnTo>
                <a:lnTo>
                  <a:pt x="25" y="100"/>
                </a:lnTo>
                <a:lnTo>
                  <a:pt x="29" y="100"/>
                </a:lnTo>
                <a:lnTo>
                  <a:pt x="29" y="0"/>
                </a:lnTo>
                <a:lnTo>
                  <a:pt x="25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497" name="îŝ1îḋê">
            <a:extLst>
              <a:ext uri="{FF2B5EF4-FFF2-40B4-BE49-F238E27FC236}">
                <a16:creationId xmlns:a16="http://schemas.microsoft.com/office/drawing/2014/main" id="{6F7355FB-C7F5-4543-819B-1D72AF5C42BB}"/>
              </a:ext>
            </a:extLst>
          </p:cNvPr>
          <p:cNvSpPr>
            <a:spLocks noGrp="1"/>
          </p:cNvSpPr>
          <p:nvPr/>
        </p:nvSpPr>
        <p:spPr>
          <a:xfrm>
            <a:off x="1801440" y="932040"/>
            <a:ext cx="14400" cy="13680"/>
          </a:xfrm>
          <a:custGeom>
            <a:avLst/>
            <a:gdLst>
              <a:gd name="textAreaLeft" fmla="*/ 0 w 14400"/>
              <a:gd name="textAreaRight" fmla="*/ 14760 w 14400"/>
              <a:gd name="textAreaTop" fmla="*/ 0 h 13680"/>
              <a:gd name="textAreaBottom" fmla="*/ 14040 h 13680"/>
              <a:gd name="GluePoint1X" fmla="*/ 32 w 34"/>
              <a:gd name="GluePoint1Y" fmla="*/ 10 h 32"/>
              <a:gd name="GluePoint2X" fmla="*/ 30 w 34"/>
              <a:gd name="GluePoint2Y" fmla="*/ 7 h 32"/>
              <a:gd name="GluePoint3X" fmla="*/ 28 w 34"/>
              <a:gd name="GluePoint3Y" fmla="*/ 5 h 32"/>
              <a:gd name="GluePoint4X" fmla="*/ 26 w 34"/>
              <a:gd name="GluePoint4Y" fmla="*/ 3 h 32"/>
              <a:gd name="GluePoint5X" fmla="*/ 23 w 34"/>
              <a:gd name="GluePoint5Y" fmla="*/ 2 h 32"/>
              <a:gd name="GluePoint6X" fmla="*/ 20 w 34"/>
              <a:gd name="GluePoint6Y" fmla="*/ 0 h 32"/>
              <a:gd name="GluePoint7X" fmla="*/ 16 w 34"/>
              <a:gd name="GluePoint7Y" fmla="*/ 0 h 32"/>
              <a:gd name="GluePoint8X" fmla="*/ 13 w 34"/>
              <a:gd name="GluePoint8Y" fmla="*/ 0 h 32"/>
              <a:gd name="GluePoint9X" fmla="*/ 10 w 34"/>
              <a:gd name="GluePoint9Y" fmla="*/ 2 h 32"/>
              <a:gd name="GluePoint10X" fmla="*/ 7 w 34"/>
              <a:gd name="GluePoint10Y" fmla="*/ 3 h 32"/>
              <a:gd name="GluePoint11X" fmla="*/ 5 w 34"/>
              <a:gd name="GluePoint11Y" fmla="*/ 5 h 32"/>
              <a:gd name="GluePoint12X" fmla="*/ 3 w 34"/>
              <a:gd name="GluePoint12Y" fmla="*/ 7 h 32"/>
              <a:gd name="GluePoint13X" fmla="*/ 2 w 34"/>
              <a:gd name="GluePoint13Y" fmla="*/ 10 h 32"/>
              <a:gd name="GluePoint14X" fmla="*/ 1 w 34"/>
              <a:gd name="GluePoint14Y" fmla="*/ 13 h 32"/>
              <a:gd name="GluePoint15X" fmla="*/ 0 w 34"/>
              <a:gd name="GluePoint15Y" fmla="*/ 16 h 32"/>
              <a:gd name="GluePoint16X" fmla="*/ 1 w 34"/>
              <a:gd name="GluePoint16Y" fmla="*/ 20 h 32"/>
              <a:gd name="GluePoint17X" fmla="*/ 2 w 34"/>
              <a:gd name="GluePoint17Y" fmla="*/ 23 h 32"/>
              <a:gd name="GluePoint18X" fmla="*/ 2 w 34"/>
              <a:gd name="GluePoint18Y" fmla="*/ 26 h 32"/>
              <a:gd name="GluePoint19X" fmla="*/ 5 w 34"/>
              <a:gd name="GluePoint19Y" fmla="*/ 28 h 32"/>
              <a:gd name="GluePoint20X" fmla="*/ 6 w 34"/>
              <a:gd name="GluePoint20Y" fmla="*/ 30 h 32"/>
              <a:gd name="GluePoint21X" fmla="*/ 10 w 34"/>
              <a:gd name="GluePoint21Y" fmla="*/ 31 h 32"/>
              <a:gd name="GluePoint22X" fmla="*/ 13 w 34"/>
              <a:gd name="GluePoint22Y" fmla="*/ 32 h 32"/>
              <a:gd name="GluePoint23X" fmla="*/ 16 w 34"/>
              <a:gd name="GluePoint23Y" fmla="*/ 32 h 32"/>
              <a:gd name="GluePoint24X" fmla="*/ 20 w 34"/>
              <a:gd name="GluePoint24Y" fmla="*/ 32 h 32"/>
              <a:gd name="GluePoint25X" fmla="*/ 23 w 34"/>
              <a:gd name="GluePoint25Y" fmla="*/ 31 h 32"/>
              <a:gd name="GluePoint26X" fmla="*/ 26 w 34"/>
              <a:gd name="GluePoint26Y" fmla="*/ 30 h 32"/>
              <a:gd name="GluePoint27X" fmla="*/ 28 w 34"/>
              <a:gd name="GluePoint27Y" fmla="*/ 27 h 32"/>
              <a:gd name="GluePoint28X" fmla="*/ 30 w 34"/>
              <a:gd name="GluePoint28Y" fmla="*/ 25 h 32"/>
              <a:gd name="GluePoint29X" fmla="*/ 32 w 34"/>
              <a:gd name="GluePoint29Y" fmla="*/ 23 h 32"/>
              <a:gd name="GluePoint30X" fmla="*/ 33 w 34"/>
              <a:gd name="GluePoint30Y" fmla="*/ 19 h 32"/>
              <a:gd name="GluePoint31X" fmla="*/ 34 w 34"/>
              <a:gd name="GluePoint31Y" fmla="*/ 16 h 32"/>
              <a:gd name="GluePoint32X" fmla="*/ 33 w 34"/>
              <a:gd name="GluePoint32Y" fmla="*/ 13 h 32"/>
              <a:gd name="GluePoint33X" fmla="*/ 32 w 34"/>
              <a:gd name="GluePoint33Y" fmla="*/ 10 h 32"/>
            </a:gdLst>
            <a:ahLst/>
            <a:cxnLst/>
            <a:rect l="textAreaLeft" t="textAreaTop" r="textAreaRight" b="textAreaBottom"/>
            <a:pathLst>
              <a:path w="34" h="32">
                <a:moveTo>
                  <a:pt x="32" y="10"/>
                </a:moveTo>
                <a:lnTo>
                  <a:pt x="30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1" y="20"/>
                </a:lnTo>
                <a:lnTo>
                  <a:pt x="2" y="23"/>
                </a:lnTo>
                <a:lnTo>
                  <a:pt x="2" y="26"/>
                </a:lnTo>
                <a:lnTo>
                  <a:pt x="5" y="28"/>
                </a:lnTo>
                <a:lnTo>
                  <a:pt x="6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0" y="25"/>
                </a:lnTo>
                <a:lnTo>
                  <a:pt x="32" y="23"/>
                </a:lnTo>
                <a:lnTo>
                  <a:pt x="33" y="19"/>
                </a:lnTo>
                <a:lnTo>
                  <a:pt x="34" y="16"/>
                </a:lnTo>
                <a:lnTo>
                  <a:pt x="33" y="13"/>
                </a:lnTo>
                <a:lnTo>
                  <a:pt x="32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498" name="íśľîdé">
            <a:extLst>
              <a:ext uri="{FF2B5EF4-FFF2-40B4-BE49-F238E27FC236}">
                <a16:creationId xmlns:a16="http://schemas.microsoft.com/office/drawing/2014/main" id="{D068237A-B637-4F75-AAB7-21DF6D35BDB2}"/>
              </a:ext>
            </a:extLst>
          </p:cNvPr>
          <p:cNvSpPr>
            <a:spLocks noGrp="1"/>
          </p:cNvSpPr>
          <p:nvPr/>
        </p:nvSpPr>
        <p:spPr>
          <a:xfrm>
            <a:off x="183168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4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4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59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8" y="4"/>
                </a:lnTo>
                <a:lnTo>
                  <a:pt x="74" y="2"/>
                </a:lnTo>
                <a:lnTo>
                  <a:pt x="72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6" y="0"/>
                </a:lnTo>
                <a:lnTo>
                  <a:pt x="51" y="1"/>
                </a:lnTo>
                <a:lnTo>
                  <a:pt x="46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6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8" y="19"/>
                </a:lnTo>
                <a:lnTo>
                  <a:pt x="41" y="18"/>
                </a:lnTo>
                <a:lnTo>
                  <a:pt x="42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1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8" y="22"/>
                </a:lnTo>
                <a:lnTo>
                  <a:pt x="59" y="23"/>
                </a:lnTo>
                <a:lnTo>
                  <a:pt x="61" y="26"/>
                </a:lnTo>
                <a:lnTo>
                  <a:pt x="62" y="27"/>
                </a:lnTo>
                <a:lnTo>
                  <a:pt x="62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4" y="102"/>
                </a:lnTo>
                <a:lnTo>
                  <a:pt x="78" y="102"/>
                </a:lnTo>
                <a:lnTo>
                  <a:pt x="82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499" name="ïśļîḋé">
            <a:extLst>
              <a:ext uri="{FF2B5EF4-FFF2-40B4-BE49-F238E27FC236}">
                <a16:creationId xmlns:a16="http://schemas.microsoft.com/office/drawing/2014/main" id="{227954AE-2CA5-4F18-A477-D24EA7E7EFC4}"/>
              </a:ext>
            </a:extLst>
          </p:cNvPr>
          <p:cNvSpPr>
            <a:spLocks noGrp="1"/>
          </p:cNvSpPr>
          <p:nvPr/>
        </p:nvSpPr>
        <p:spPr>
          <a:xfrm>
            <a:off x="1884240" y="955440"/>
            <a:ext cx="41400" cy="44640"/>
          </a:xfrm>
          <a:custGeom>
            <a:avLst/>
            <a:gdLst>
              <a:gd name="textAreaLeft" fmla="*/ 0 w 41400"/>
              <a:gd name="textAreaRight" fmla="*/ 41760 w 41400"/>
              <a:gd name="textAreaTop" fmla="*/ 0 h 44640"/>
              <a:gd name="textAreaBottom" fmla="*/ 45000 h 44640"/>
              <a:gd name="GluePoint1X" fmla="*/ 88 w 96"/>
              <a:gd name="GluePoint1Y" fmla="*/ 93 h 103"/>
              <a:gd name="GluePoint2X" fmla="*/ 85 w 96"/>
              <a:gd name="GluePoint2Y" fmla="*/ 87 h 103"/>
              <a:gd name="GluePoint3X" fmla="*/ 85 w 96"/>
              <a:gd name="GluePoint3Y" fmla="*/ 25 h 103"/>
              <a:gd name="GluePoint4X" fmla="*/ 82 w 96"/>
              <a:gd name="GluePoint4Y" fmla="*/ 16 h 103"/>
              <a:gd name="GluePoint5X" fmla="*/ 77 w 96"/>
              <a:gd name="GluePoint5Y" fmla="*/ 10 h 103"/>
              <a:gd name="GluePoint6X" fmla="*/ 69 w 96"/>
              <a:gd name="GluePoint6Y" fmla="*/ 5 h 103"/>
              <a:gd name="GluePoint7X" fmla="*/ 59 w 96"/>
              <a:gd name="GluePoint7Y" fmla="*/ 2 h 103"/>
              <a:gd name="GluePoint8X" fmla="*/ 45 w 96"/>
              <a:gd name="GluePoint8Y" fmla="*/ 0 h 103"/>
              <a:gd name="GluePoint9X" fmla="*/ 29 w 96"/>
              <a:gd name="GluePoint9Y" fmla="*/ 2 h 103"/>
              <a:gd name="GluePoint10X" fmla="*/ 15 w 96"/>
              <a:gd name="GluePoint10Y" fmla="*/ 8 h 103"/>
              <a:gd name="GluePoint11X" fmla="*/ 9 w 96"/>
              <a:gd name="GluePoint11Y" fmla="*/ 26 h 103"/>
              <a:gd name="GluePoint12X" fmla="*/ 17 w 96"/>
              <a:gd name="GluePoint12Y" fmla="*/ 21 h 103"/>
              <a:gd name="GluePoint13X" fmla="*/ 25 w 96"/>
              <a:gd name="GluePoint13Y" fmla="*/ 15 h 103"/>
              <a:gd name="GluePoint14X" fmla="*/ 37 w 96"/>
              <a:gd name="GluePoint14Y" fmla="*/ 13 h 103"/>
              <a:gd name="GluePoint15X" fmla="*/ 48 w 96"/>
              <a:gd name="GluePoint15Y" fmla="*/ 17 h 103"/>
              <a:gd name="GluePoint16X" fmla="*/ 55 w 96"/>
              <a:gd name="GluePoint16Y" fmla="*/ 25 h 103"/>
              <a:gd name="GluePoint17X" fmla="*/ 57 w 96"/>
              <a:gd name="GluePoint17Y" fmla="*/ 34 h 103"/>
              <a:gd name="GluePoint18X" fmla="*/ 53 w 96"/>
              <a:gd name="GluePoint18Y" fmla="*/ 40 h 103"/>
              <a:gd name="GluePoint19X" fmla="*/ 46 w 96"/>
              <a:gd name="GluePoint19Y" fmla="*/ 44 h 103"/>
              <a:gd name="GluePoint20X" fmla="*/ 38 w 96"/>
              <a:gd name="GluePoint20Y" fmla="*/ 46 h 103"/>
              <a:gd name="GluePoint21X" fmla="*/ 24 w 96"/>
              <a:gd name="GluePoint21Y" fmla="*/ 49 h 103"/>
              <a:gd name="GluePoint22X" fmla="*/ 13 w 96"/>
              <a:gd name="GluePoint22Y" fmla="*/ 54 h 103"/>
              <a:gd name="GluePoint23X" fmla="*/ 5 w 96"/>
              <a:gd name="GluePoint23Y" fmla="*/ 59 h 103"/>
              <a:gd name="GluePoint24X" fmla="*/ 1 w 96"/>
              <a:gd name="GluePoint24Y" fmla="*/ 67 h 103"/>
              <a:gd name="GluePoint25X" fmla="*/ 0 w 96"/>
              <a:gd name="GluePoint25Y" fmla="*/ 75 h 103"/>
              <a:gd name="GluePoint26X" fmla="*/ 1 w 96"/>
              <a:gd name="GluePoint26Y" fmla="*/ 83 h 103"/>
              <a:gd name="GluePoint27X" fmla="*/ 3 w 96"/>
              <a:gd name="GluePoint27Y" fmla="*/ 91 h 103"/>
              <a:gd name="GluePoint28X" fmla="*/ 8 w 96"/>
              <a:gd name="GluePoint28Y" fmla="*/ 96 h 103"/>
              <a:gd name="GluePoint29X" fmla="*/ 14 w 96"/>
              <a:gd name="GluePoint29Y" fmla="*/ 100 h 103"/>
              <a:gd name="GluePoint30X" fmla="*/ 23 w 96"/>
              <a:gd name="GluePoint30Y" fmla="*/ 103 h 103"/>
              <a:gd name="GluePoint31X" fmla="*/ 34 w 96"/>
              <a:gd name="GluePoint31Y" fmla="*/ 103 h 103"/>
              <a:gd name="GluePoint32X" fmla="*/ 46 w 96"/>
              <a:gd name="GluePoint32Y" fmla="*/ 99 h 103"/>
              <a:gd name="GluePoint33X" fmla="*/ 54 w 96"/>
              <a:gd name="GluePoint33Y" fmla="*/ 93 h 103"/>
              <a:gd name="GluePoint34X" fmla="*/ 60 w 96"/>
              <a:gd name="GluePoint34Y" fmla="*/ 95 h 103"/>
              <a:gd name="GluePoint35X" fmla="*/ 67 w 96"/>
              <a:gd name="GluePoint35Y" fmla="*/ 102 h 103"/>
              <a:gd name="GluePoint36X" fmla="*/ 77 w 96"/>
              <a:gd name="GluePoint36Y" fmla="*/ 103 h 103"/>
              <a:gd name="GluePoint37X" fmla="*/ 88 w 96"/>
              <a:gd name="GluePoint37Y" fmla="*/ 103 h 103"/>
              <a:gd name="GluePoint38X" fmla="*/ 96 w 96"/>
              <a:gd name="GluePoint38Y" fmla="*/ 99 h 103"/>
              <a:gd name="GluePoint39X" fmla="*/ 91 w 96"/>
              <a:gd name="GluePoint39Y" fmla="*/ 95 h 103"/>
              <a:gd name="GluePoint40X" fmla="*/ 55 w 96"/>
              <a:gd name="GluePoint40Y" fmla="*/ 79 h 103"/>
              <a:gd name="GluePoint41X" fmla="*/ 53 w 96"/>
              <a:gd name="GluePoint41Y" fmla="*/ 85 h 103"/>
              <a:gd name="GluePoint42X" fmla="*/ 50 w 96"/>
              <a:gd name="GluePoint42Y" fmla="*/ 88 h 103"/>
              <a:gd name="GluePoint43X" fmla="*/ 45 w 96"/>
              <a:gd name="GluePoint43Y" fmla="*/ 91 h 103"/>
              <a:gd name="GluePoint44X" fmla="*/ 41 w 96"/>
              <a:gd name="GluePoint44Y" fmla="*/ 91 h 103"/>
              <a:gd name="GluePoint45X" fmla="*/ 33 w 96"/>
              <a:gd name="GluePoint45Y" fmla="*/ 89 h 103"/>
              <a:gd name="GluePoint46X" fmla="*/ 30 w 96"/>
              <a:gd name="GluePoint46Y" fmla="*/ 82 h 103"/>
              <a:gd name="GluePoint47X" fmla="*/ 29 w 96"/>
              <a:gd name="GluePoint47Y" fmla="*/ 71 h 103"/>
              <a:gd name="GluePoint48X" fmla="*/ 30 w 96"/>
              <a:gd name="GluePoint48Y" fmla="*/ 65 h 103"/>
              <a:gd name="GluePoint49X" fmla="*/ 34 w 96"/>
              <a:gd name="GluePoint49Y" fmla="*/ 59 h 103"/>
              <a:gd name="GluePoint50X" fmla="*/ 41 w 96"/>
              <a:gd name="GluePoint50Y" fmla="*/ 54 h 103"/>
              <a:gd name="GluePoint51X" fmla="*/ 54 w 96"/>
              <a:gd name="GluePoint51Y" fmla="*/ 50 h 103"/>
            </a:gdLst>
            <a:ahLst/>
            <a:cxnLst/>
            <a:rect l="textAreaLeft" t="textAreaTop" r="textAreaRight" b="textAreaBottom"/>
            <a:pathLst>
              <a:path w="96" h="103">
                <a:moveTo>
                  <a:pt x="91" y="95"/>
                </a:moveTo>
                <a:lnTo>
                  <a:pt x="89" y="94"/>
                </a:lnTo>
                <a:lnTo>
                  <a:pt x="88" y="93"/>
                </a:lnTo>
                <a:lnTo>
                  <a:pt x="87" y="91"/>
                </a:lnTo>
                <a:lnTo>
                  <a:pt x="86" y="90"/>
                </a:lnTo>
                <a:lnTo>
                  <a:pt x="85" y="87"/>
                </a:lnTo>
                <a:lnTo>
                  <a:pt x="85" y="85"/>
                </a:lnTo>
                <a:lnTo>
                  <a:pt x="85" y="27"/>
                </a:lnTo>
                <a:lnTo>
                  <a:pt x="85" y="25"/>
                </a:lnTo>
                <a:lnTo>
                  <a:pt x="85" y="22"/>
                </a:lnTo>
                <a:lnTo>
                  <a:pt x="84" y="19"/>
                </a:lnTo>
                <a:lnTo>
                  <a:pt x="82" y="16"/>
                </a:lnTo>
                <a:lnTo>
                  <a:pt x="81" y="14"/>
                </a:lnTo>
                <a:lnTo>
                  <a:pt x="79" y="12"/>
                </a:lnTo>
                <a:lnTo>
                  <a:pt x="77" y="10"/>
                </a:lnTo>
                <a:lnTo>
                  <a:pt x="75" y="8"/>
                </a:lnTo>
                <a:lnTo>
                  <a:pt x="72" y="6"/>
                </a:lnTo>
                <a:lnTo>
                  <a:pt x="69" y="5"/>
                </a:lnTo>
                <a:lnTo>
                  <a:pt x="66" y="4"/>
                </a:lnTo>
                <a:lnTo>
                  <a:pt x="62" y="2"/>
                </a:lnTo>
                <a:lnTo>
                  <a:pt x="59" y="2"/>
                </a:lnTo>
                <a:lnTo>
                  <a:pt x="54" y="1"/>
                </a:lnTo>
                <a:lnTo>
                  <a:pt x="50" y="0"/>
                </a:lnTo>
                <a:lnTo>
                  <a:pt x="45" y="0"/>
                </a:lnTo>
                <a:lnTo>
                  <a:pt x="40" y="0"/>
                </a:lnTo>
                <a:lnTo>
                  <a:pt x="34" y="1"/>
                </a:lnTo>
                <a:lnTo>
                  <a:pt x="29" y="2"/>
                </a:lnTo>
                <a:lnTo>
                  <a:pt x="24" y="4"/>
                </a:lnTo>
                <a:lnTo>
                  <a:pt x="20" y="6"/>
                </a:lnTo>
                <a:lnTo>
                  <a:pt x="15" y="8"/>
                </a:lnTo>
                <a:lnTo>
                  <a:pt x="11" y="10"/>
                </a:lnTo>
                <a:lnTo>
                  <a:pt x="7" y="14"/>
                </a:lnTo>
                <a:lnTo>
                  <a:pt x="9" y="26"/>
                </a:lnTo>
                <a:lnTo>
                  <a:pt x="11" y="26"/>
                </a:lnTo>
                <a:lnTo>
                  <a:pt x="14" y="23"/>
                </a:lnTo>
                <a:lnTo>
                  <a:pt x="17" y="21"/>
                </a:lnTo>
                <a:lnTo>
                  <a:pt x="20" y="18"/>
                </a:lnTo>
                <a:lnTo>
                  <a:pt x="22" y="17"/>
                </a:lnTo>
                <a:lnTo>
                  <a:pt x="25" y="15"/>
                </a:lnTo>
                <a:lnTo>
                  <a:pt x="29" y="14"/>
                </a:lnTo>
                <a:lnTo>
                  <a:pt x="33" y="14"/>
                </a:lnTo>
                <a:lnTo>
                  <a:pt x="37" y="13"/>
                </a:lnTo>
                <a:lnTo>
                  <a:pt x="41" y="14"/>
                </a:lnTo>
                <a:lnTo>
                  <a:pt x="45" y="15"/>
                </a:lnTo>
                <a:lnTo>
                  <a:pt x="48" y="17"/>
                </a:lnTo>
                <a:lnTo>
                  <a:pt x="50" y="19"/>
                </a:lnTo>
                <a:lnTo>
                  <a:pt x="53" y="22"/>
                </a:lnTo>
                <a:lnTo>
                  <a:pt x="55" y="25"/>
                </a:lnTo>
                <a:lnTo>
                  <a:pt x="56" y="28"/>
                </a:lnTo>
                <a:lnTo>
                  <a:pt x="57" y="32"/>
                </a:lnTo>
                <a:lnTo>
                  <a:pt x="57" y="34"/>
                </a:lnTo>
                <a:lnTo>
                  <a:pt x="56" y="36"/>
                </a:lnTo>
                <a:lnTo>
                  <a:pt x="55" y="38"/>
                </a:lnTo>
                <a:lnTo>
                  <a:pt x="53" y="40"/>
                </a:lnTo>
                <a:lnTo>
                  <a:pt x="52" y="42"/>
                </a:lnTo>
                <a:lnTo>
                  <a:pt x="49" y="42"/>
                </a:lnTo>
                <a:lnTo>
                  <a:pt x="46" y="44"/>
                </a:lnTo>
                <a:lnTo>
                  <a:pt x="42" y="45"/>
                </a:lnTo>
                <a:lnTo>
                  <a:pt x="40" y="46"/>
                </a:lnTo>
                <a:lnTo>
                  <a:pt x="38" y="46"/>
                </a:lnTo>
                <a:lnTo>
                  <a:pt x="33" y="47"/>
                </a:lnTo>
                <a:lnTo>
                  <a:pt x="29" y="47"/>
                </a:lnTo>
                <a:lnTo>
                  <a:pt x="24" y="49"/>
                </a:lnTo>
                <a:lnTo>
                  <a:pt x="20" y="51"/>
                </a:lnTo>
                <a:lnTo>
                  <a:pt x="17" y="52"/>
                </a:lnTo>
                <a:lnTo>
                  <a:pt x="13" y="54"/>
                </a:lnTo>
                <a:lnTo>
                  <a:pt x="10" y="55"/>
                </a:lnTo>
                <a:lnTo>
                  <a:pt x="8" y="57"/>
                </a:lnTo>
                <a:lnTo>
                  <a:pt x="5" y="59"/>
                </a:lnTo>
                <a:lnTo>
                  <a:pt x="4" y="62"/>
                </a:lnTo>
                <a:lnTo>
                  <a:pt x="2" y="64"/>
                </a:lnTo>
                <a:lnTo>
                  <a:pt x="1" y="67"/>
                </a:lnTo>
                <a:lnTo>
                  <a:pt x="0" y="69"/>
                </a:lnTo>
                <a:lnTo>
                  <a:pt x="0" y="71"/>
                </a:lnTo>
                <a:lnTo>
                  <a:pt x="0" y="75"/>
                </a:lnTo>
                <a:lnTo>
                  <a:pt x="0" y="78"/>
                </a:lnTo>
                <a:lnTo>
                  <a:pt x="0" y="81"/>
                </a:lnTo>
                <a:lnTo>
                  <a:pt x="1" y="83"/>
                </a:lnTo>
                <a:lnTo>
                  <a:pt x="1" y="86"/>
                </a:lnTo>
                <a:lnTo>
                  <a:pt x="2" y="88"/>
                </a:lnTo>
                <a:lnTo>
                  <a:pt x="3" y="91"/>
                </a:lnTo>
                <a:lnTo>
                  <a:pt x="5" y="93"/>
                </a:lnTo>
                <a:lnTo>
                  <a:pt x="6" y="95"/>
                </a:lnTo>
                <a:lnTo>
                  <a:pt x="8" y="96"/>
                </a:lnTo>
                <a:lnTo>
                  <a:pt x="9" y="98"/>
                </a:lnTo>
                <a:lnTo>
                  <a:pt x="12" y="99"/>
                </a:lnTo>
                <a:lnTo>
                  <a:pt x="14" y="100"/>
                </a:lnTo>
                <a:lnTo>
                  <a:pt x="17" y="102"/>
                </a:lnTo>
                <a:lnTo>
                  <a:pt x="20" y="103"/>
                </a:lnTo>
                <a:lnTo>
                  <a:pt x="23" y="103"/>
                </a:lnTo>
                <a:lnTo>
                  <a:pt x="26" y="103"/>
                </a:lnTo>
                <a:lnTo>
                  <a:pt x="30" y="103"/>
                </a:lnTo>
                <a:lnTo>
                  <a:pt x="34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99"/>
                </a:lnTo>
                <a:lnTo>
                  <a:pt x="49" y="98"/>
                </a:lnTo>
                <a:lnTo>
                  <a:pt x="52" y="95"/>
                </a:lnTo>
                <a:lnTo>
                  <a:pt x="54" y="93"/>
                </a:lnTo>
                <a:lnTo>
                  <a:pt x="57" y="90"/>
                </a:lnTo>
                <a:lnTo>
                  <a:pt x="58" y="93"/>
                </a:lnTo>
                <a:lnTo>
                  <a:pt x="60" y="95"/>
                </a:lnTo>
                <a:lnTo>
                  <a:pt x="62" y="98"/>
                </a:lnTo>
                <a:lnTo>
                  <a:pt x="65" y="99"/>
                </a:lnTo>
                <a:lnTo>
                  <a:pt x="67" y="102"/>
                </a:lnTo>
                <a:lnTo>
                  <a:pt x="70" y="103"/>
                </a:lnTo>
                <a:lnTo>
                  <a:pt x="73" y="103"/>
                </a:lnTo>
                <a:lnTo>
                  <a:pt x="77" y="103"/>
                </a:lnTo>
                <a:lnTo>
                  <a:pt x="80" y="103"/>
                </a:lnTo>
                <a:lnTo>
                  <a:pt x="84" y="103"/>
                </a:lnTo>
                <a:lnTo>
                  <a:pt x="88" y="103"/>
                </a:lnTo>
                <a:lnTo>
                  <a:pt x="93" y="102"/>
                </a:lnTo>
                <a:lnTo>
                  <a:pt x="94" y="100"/>
                </a:lnTo>
                <a:lnTo>
                  <a:pt x="96" y="99"/>
                </a:lnTo>
                <a:lnTo>
                  <a:pt x="96" y="95"/>
                </a:lnTo>
                <a:lnTo>
                  <a:pt x="93" y="95"/>
                </a:lnTo>
                <a:lnTo>
                  <a:pt x="91" y="95"/>
                </a:lnTo>
                <a:close/>
                <a:moveTo>
                  <a:pt x="57" y="68"/>
                </a:moveTo>
                <a:lnTo>
                  <a:pt x="57" y="74"/>
                </a:lnTo>
                <a:lnTo>
                  <a:pt x="55" y="79"/>
                </a:lnTo>
                <a:lnTo>
                  <a:pt x="55" y="81"/>
                </a:lnTo>
                <a:lnTo>
                  <a:pt x="53" y="83"/>
                </a:lnTo>
                <a:lnTo>
                  <a:pt x="53" y="85"/>
                </a:lnTo>
                <a:lnTo>
                  <a:pt x="52" y="87"/>
                </a:lnTo>
                <a:lnTo>
                  <a:pt x="51" y="87"/>
                </a:lnTo>
                <a:lnTo>
                  <a:pt x="50" y="88"/>
                </a:lnTo>
                <a:lnTo>
                  <a:pt x="49" y="90"/>
                </a:lnTo>
                <a:lnTo>
                  <a:pt x="47" y="91"/>
                </a:lnTo>
                <a:lnTo>
                  <a:pt x="45" y="91"/>
                </a:lnTo>
                <a:lnTo>
                  <a:pt x="45" y="91"/>
                </a:lnTo>
                <a:lnTo>
                  <a:pt x="42" y="91"/>
                </a:lnTo>
                <a:lnTo>
                  <a:pt x="41" y="91"/>
                </a:lnTo>
                <a:lnTo>
                  <a:pt x="38" y="91"/>
                </a:lnTo>
                <a:lnTo>
                  <a:pt x="36" y="91"/>
                </a:lnTo>
                <a:lnTo>
                  <a:pt x="33" y="89"/>
                </a:lnTo>
                <a:lnTo>
                  <a:pt x="32" y="87"/>
                </a:lnTo>
                <a:lnTo>
                  <a:pt x="31" y="85"/>
                </a:lnTo>
                <a:lnTo>
                  <a:pt x="30" y="82"/>
                </a:lnTo>
                <a:lnTo>
                  <a:pt x="29" y="79"/>
                </a:lnTo>
                <a:lnTo>
                  <a:pt x="29" y="75"/>
                </a:lnTo>
                <a:lnTo>
                  <a:pt x="29" y="71"/>
                </a:lnTo>
                <a:lnTo>
                  <a:pt x="29" y="70"/>
                </a:lnTo>
                <a:lnTo>
                  <a:pt x="29" y="67"/>
                </a:lnTo>
                <a:lnTo>
                  <a:pt x="30" y="65"/>
                </a:lnTo>
                <a:lnTo>
                  <a:pt x="31" y="63"/>
                </a:lnTo>
                <a:lnTo>
                  <a:pt x="33" y="61"/>
                </a:lnTo>
                <a:lnTo>
                  <a:pt x="34" y="59"/>
                </a:lnTo>
                <a:lnTo>
                  <a:pt x="36" y="57"/>
                </a:lnTo>
                <a:lnTo>
                  <a:pt x="38" y="55"/>
                </a:lnTo>
                <a:lnTo>
                  <a:pt x="41" y="54"/>
                </a:lnTo>
                <a:lnTo>
                  <a:pt x="45" y="52"/>
                </a:lnTo>
                <a:lnTo>
                  <a:pt x="50" y="51"/>
                </a:lnTo>
                <a:lnTo>
                  <a:pt x="54" y="50"/>
                </a:lnTo>
                <a:lnTo>
                  <a:pt x="57" y="48"/>
                </a:lnTo>
                <a:lnTo>
                  <a:pt x="57" y="6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00" name="îŝḻïḓé">
            <a:extLst>
              <a:ext uri="{FF2B5EF4-FFF2-40B4-BE49-F238E27FC236}">
                <a16:creationId xmlns:a16="http://schemas.microsoft.com/office/drawing/2014/main" id="{AE9E1FC4-3D6F-4F92-BF85-5C563A00378E}"/>
              </a:ext>
            </a:extLst>
          </p:cNvPr>
          <p:cNvSpPr>
            <a:spLocks noGrp="1"/>
          </p:cNvSpPr>
          <p:nvPr/>
        </p:nvSpPr>
        <p:spPr>
          <a:xfrm>
            <a:off x="1961280" y="937800"/>
            <a:ext cx="54720" cy="62640"/>
          </a:xfrm>
          <a:custGeom>
            <a:avLst/>
            <a:gdLst>
              <a:gd name="textAreaLeft" fmla="*/ 0 w 54720"/>
              <a:gd name="textAreaRight" fmla="*/ 55080 w 54720"/>
              <a:gd name="textAreaTop" fmla="*/ 0 h 62640"/>
              <a:gd name="textAreaBottom" fmla="*/ 63000 h 62640"/>
              <a:gd name="GluePoint1X" fmla="*/ 121 w 126"/>
              <a:gd name="GluePoint1Y" fmla="*/ 0 h 144"/>
              <a:gd name="GluePoint2X" fmla="*/ 113 w 126"/>
              <a:gd name="GluePoint2Y" fmla="*/ 0 h 144"/>
              <a:gd name="GluePoint3X" fmla="*/ 109 w 126"/>
              <a:gd name="GluePoint3Y" fmla="*/ 63 h 144"/>
              <a:gd name="GluePoint4X" fmla="*/ 107 w 126"/>
              <a:gd name="GluePoint4Y" fmla="*/ 91 h 144"/>
              <a:gd name="GluePoint5X" fmla="*/ 106 w 126"/>
              <a:gd name="GluePoint5Y" fmla="*/ 100 h 144"/>
              <a:gd name="GluePoint6X" fmla="*/ 105 w 126"/>
              <a:gd name="GluePoint6Y" fmla="*/ 107 h 144"/>
              <a:gd name="GluePoint7X" fmla="*/ 102 w 126"/>
              <a:gd name="GluePoint7Y" fmla="*/ 112 h 144"/>
              <a:gd name="GluePoint8X" fmla="*/ 98 w 126"/>
              <a:gd name="GluePoint8Y" fmla="*/ 118 h 144"/>
              <a:gd name="GluePoint9X" fmla="*/ 94 w 126"/>
              <a:gd name="GluePoint9Y" fmla="*/ 123 h 144"/>
              <a:gd name="GluePoint10X" fmla="*/ 90 w 126"/>
              <a:gd name="GluePoint10Y" fmla="*/ 126 h 144"/>
              <a:gd name="GluePoint11X" fmla="*/ 86 w 126"/>
              <a:gd name="GluePoint11Y" fmla="*/ 128 h 144"/>
              <a:gd name="GluePoint12X" fmla="*/ 80 w 126"/>
              <a:gd name="GluePoint12Y" fmla="*/ 131 h 144"/>
              <a:gd name="GluePoint13X" fmla="*/ 74 w 126"/>
              <a:gd name="GluePoint13Y" fmla="*/ 131 h 144"/>
              <a:gd name="GluePoint14X" fmla="*/ 68 w 126"/>
              <a:gd name="GluePoint14Y" fmla="*/ 131 h 144"/>
              <a:gd name="GluePoint15X" fmla="*/ 61 w 126"/>
              <a:gd name="GluePoint15Y" fmla="*/ 131 h 144"/>
              <a:gd name="GluePoint16X" fmla="*/ 54 w 126"/>
              <a:gd name="GluePoint16Y" fmla="*/ 130 h 144"/>
              <a:gd name="GluePoint17X" fmla="*/ 49 w 126"/>
              <a:gd name="GluePoint17Y" fmla="*/ 127 h 144"/>
              <a:gd name="GluePoint18X" fmla="*/ 45 w 126"/>
              <a:gd name="GluePoint18Y" fmla="*/ 123 h 144"/>
              <a:gd name="GluePoint19X" fmla="*/ 40 w 126"/>
              <a:gd name="GluePoint19Y" fmla="*/ 119 h 144"/>
              <a:gd name="GluePoint20X" fmla="*/ 37 w 126"/>
              <a:gd name="GluePoint20Y" fmla="*/ 113 h 144"/>
              <a:gd name="GluePoint21X" fmla="*/ 34 w 126"/>
              <a:gd name="GluePoint21Y" fmla="*/ 107 h 144"/>
              <a:gd name="GluePoint22X" fmla="*/ 33 w 126"/>
              <a:gd name="GluePoint22Y" fmla="*/ 99 h 144"/>
              <a:gd name="GluePoint23X" fmla="*/ 31 w 126"/>
              <a:gd name="GluePoint23Y" fmla="*/ 83 h 144"/>
              <a:gd name="GluePoint24X" fmla="*/ 31 w 126"/>
              <a:gd name="GluePoint24Y" fmla="*/ 58 h 144"/>
              <a:gd name="GluePoint25X" fmla="*/ 28 w 126"/>
              <a:gd name="GluePoint25Y" fmla="*/ 0 h 144"/>
              <a:gd name="GluePoint26X" fmla="*/ 21 w 126"/>
              <a:gd name="GluePoint26Y" fmla="*/ 1 h 144"/>
              <a:gd name="GluePoint27X" fmla="*/ 17 w 126"/>
              <a:gd name="GluePoint27Y" fmla="*/ 1 h 144"/>
              <a:gd name="GluePoint28X" fmla="*/ 13 w 126"/>
              <a:gd name="GluePoint28Y" fmla="*/ 1 h 144"/>
              <a:gd name="GluePoint29X" fmla="*/ 9 w 126"/>
              <a:gd name="GluePoint29Y" fmla="*/ 1 h 144"/>
              <a:gd name="GluePoint30X" fmla="*/ 3 w 126"/>
              <a:gd name="GluePoint30Y" fmla="*/ 0 h 144"/>
              <a:gd name="GluePoint31X" fmla="*/ 0 w 126"/>
              <a:gd name="GluePoint31Y" fmla="*/ 85 h 144"/>
              <a:gd name="GluePoint32X" fmla="*/ 1 w 126"/>
              <a:gd name="GluePoint32Y" fmla="*/ 99 h 144"/>
              <a:gd name="GluePoint33X" fmla="*/ 4 w 126"/>
              <a:gd name="GluePoint33Y" fmla="*/ 111 h 144"/>
              <a:gd name="GluePoint34X" fmla="*/ 6 w 126"/>
              <a:gd name="GluePoint34Y" fmla="*/ 119 h 144"/>
              <a:gd name="GluePoint35X" fmla="*/ 10 w 126"/>
              <a:gd name="GluePoint35Y" fmla="*/ 125 h 144"/>
              <a:gd name="GluePoint36X" fmla="*/ 16 w 126"/>
              <a:gd name="GluePoint36Y" fmla="*/ 131 h 144"/>
              <a:gd name="GluePoint37X" fmla="*/ 23 w 126"/>
              <a:gd name="GluePoint37Y" fmla="*/ 136 h 144"/>
              <a:gd name="GluePoint38X" fmla="*/ 31 w 126"/>
              <a:gd name="GluePoint38Y" fmla="*/ 139 h 144"/>
              <a:gd name="GluePoint39X" fmla="*/ 41 w 126"/>
              <a:gd name="GluePoint39Y" fmla="*/ 142 h 144"/>
              <a:gd name="GluePoint40X" fmla="*/ 52 w 126"/>
              <a:gd name="GluePoint40Y" fmla="*/ 143 h 144"/>
              <a:gd name="GluePoint41X" fmla="*/ 64 w 126"/>
              <a:gd name="GluePoint41Y" fmla="*/ 144 h 144"/>
              <a:gd name="GluePoint42X" fmla="*/ 74 w 126"/>
              <a:gd name="GluePoint42Y" fmla="*/ 143 h 144"/>
              <a:gd name="GluePoint43X" fmla="*/ 85 w 126"/>
              <a:gd name="GluePoint43Y" fmla="*/ 142 h 144"/>
              <a:gd name="GluePoint44X" fmla="*/ 94 w 126"/>
              <a:gd name="GluePoint44Y" fmla="*/ 139 h 144"/>
              <a:gd name="GluePoint45X" fmla="*/ 103 w 126"/>
              <a:gd name="GluePoint45Y" fmla="*/ 135 h 144"/>
              <a:gd name="GluePoint46X" fmla="*/ 109 w 126"/>
              <a:gd name="GluePoint46Y" fmla="*/ 131 h 144"/>
              <a:gd name="GluePoint47X" fmla="*/ 114 w 126"/>
              <a:gd name="GluePoint47Y" fmla="*/ 126 h 144"/>
              <a:gd name="GluePoint48X" fmla="*/ 118 w 126"/>
              <a:gd name="GluePoint48Y" fmla="*/ 119 h 144"/>
              <a:gd name="GluePoint49X" fmla="*/ 121 w 126"/>
              <a:gd name="GluePoint49Y" fmla="*/ 113 h 144"/>
              <a:gd name="GluePoint50X" fmla="*/ 123 w 126"/>
              <a:gd name="GluePoint50Y" fmla="*/ 104 h 144"/>
              <a:gd name="GluePoint51X" fmla="*/ 125 w 126"/>
              <a:gd name="GluePoint51Y" fmla="*/ 95 h 144"/>
              <a:gd name="GluePoint52X" fmla="*/ 126 w 126"/>
              <a:gd name="GluePoint52Y" fmla="*/ 86 h 144"/>
              <a:gd name="GluePoint53X" fmla="*/ 125 w 126"/>
              <a:gd name="GluePoint53Y" fmla="*/ 74 h 144"/>
            </a:gdLst>
            <a:ahLst/>
            <a:cxnLst/>
            <a:rect l="textAreaLeft" t="textAreaTop" r="textAreaRight" b="textAreaBottom"/>
            <a:pathLst>
              <a:path w="126" h="144">
                <a:moveTo>
                  <a:pt x="125" y="0"/>
                </a:moveTo>
                <a:lnTo>
                  <a:pt x="121" y="0"/>
                </a:lnTo>
                <a:lnTo>
                  <a:pt x="117" y="0"/>
                </a:lnTo>
                <a:lnTo>
                  <a:pt x="113" y="0"/>
                </a:lnTo>
                <a:lnTo>
                  <a:pt x="109" y="0"/>
                </a:lnTo>
                <a:lnTo>
                  <a:pt x="109" y="63"/>
                </a:lnTo>
                <a:lnTo>
                  <a:pt x="109" y="78"/>
                </a:lnTo>
                <a:lnTo>
                  <a:pt x="107" y="91"/>
                </a:lnTo>
                <a:lnTo>
                  <a:pt x="107" y="96"/>
                </a:lnTo>
                <a:lnTo>
                  <a:pt x="106" y="100"/>
                </a:lnTo>
                <a:lnTo>
                  <a:pt x="106" y="103"/>
                </a:lnTo>
                <a:lnTo>
                  <a:pt x="105" y="107"/>
                </a:lnTo>
                <a:lnTo>
                  <a:pt x="103" y="110"/>
                </a:lnTo>
                <a:lnTo>
                  <a:pt x="102" y="112"/>
                </a:lnTo>
                <a:lnTo>
                  <a:pt x="100" y="115"/>
                </a:lnTo>
                <a:lnTo>
                  <a:pt x="98" y="118"/>
                </a:lnTo>
                <a:lnTo>
                  <a:pt x="97" y="120"/>
                </a:lnTo>
                <a:lnTo>
                  <a:pt x="94" y="123"/>
                </a:lnTo>
                <a:lnTo>
                  <a:pt x="93" y="124"/>
                </a:lnTo>
                <a:lnTo>
                  <a:pt x="90" y="126"/>
                </a:lnTo>
                <a:lnTo>
                  <a:pt x="88" y="127"/>
                </a:lnTo>
                <a:lnTo>
                  <a:pt x="86" y="128"/>
                </a:lnTo>
                <a:lnTo>
                  <a:pt x="83" y="130"/>
                </a:lnTo>
                <a:lnTo>
                  <a:pt x="80" y="131"/>
                </a:lnTo>
                <a:lnTo>
                  <a:pt x="78" y="131"/>
                </a:lnTo>
                <a:lnTo>
                  <a:pt x="74" y="131"/>
                </a:lnTo>
                <a:lnTo>
                  <a:pt x="71" y="131"/>
                </a:lnTo>
                <a:lnTo>
                  <a:pt x="68" y="131"/>
                </a:lnTo>
                <a:lnTo>
                  <a:pt x="65" y="131"/>
                </a:lnTo>
                <a:lnTo>
                  <a:pt x="61" y="131"/>
                </a:lnTo>
                <a:lnTo>
                  <a:pt x="57" y="131"/>
                </a:lnTo>
                <a:lnTo>
                  <a:pt x="54" y="130"/>
                </a:lnTo>
                <a:lnTo>
                  <a:pt x="52" y="128"/>
                </a:lnTo>
                <a:lnTo>
                  <a:pt x="49" y="127"/>
                </a:lnTo>
                <a:lnTo>
                  <a:pt x="46" y="125"/>
                </a:lnTo>
                <a:lnTo>
                  <a:pt x="45" y="123"/>
                </a:lnTo>
                <a:lnTo>
                  <a:pt x="42" y="121"/>
                </a:lnTo>
                <a:lnTo>
                  <a:pt x="40" y="119"/>
                </a:lnTo>
                <a:lnTo>
                  <a:pt x="38" y="115"/>
                </a:lnTo>
                <a:lnTo>
                  <a:pt x="37" y="113"/>
                </a:lnTo>
                <a:lnTo>
                  <a:pt x="35" y="110"/>
                </a:lnTo>
                <a:lnTo>
                  <a:pt x="34" y="107"/>
                </a:lnTo>
                <a:lnTo>
                  <a:pt x="33" y="103"/>
                </a:lnTo>
                <a:lnTo>
                  <a:pt x="33" y="99"/>
                </a:lnTo>
                <a:lnTo>
                  <a:pt x="32" y="92"/>
                </a:lnTo>
                <a:lnTo>
                  <a:pt x="31" y="83"/>
                </a:lnTo>
                <a:lnTo>
                  <a:pt x="31" y="72"/>
                </a:lnTo>
                <a:lnTo>
                  <a:pt x="31" y="58"/>
                </a:lnTo>
                <a:lnTo>
                  <a:pt x="31" y="0"/>
                </a:lnTo>
                <a:lnTo>
                  <a:pt x="28" y="0"/>
                </a:lnTo>
                <a:lnTo>
                  <a:pt x="23" y="1"/>
                </a:lnTo>
                <a:lnTo>
                  <a:pt x="21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3" y="1"/>
                </a:lnTo>
                <a:lnTo>
                  <a:pt x="12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85"/>
                </a:lnTo>
                <a:lnTo>
                  <a:pt x="0" y="92"/>
                </a:lnTo>
                <a:lnTo>
                  <a:pt x="1" y="99"/>
                </a:lnTo>
                <a:lnTo>
                  <a:pt x="1" y="106"/>
                </a:lnTo>
                <a:lnTo>
                  <a:pt x="4" y="111"/>
                </a:lnTo>
                <a:lnTo>
                  <a:pt x="5" y="115"/>
                </a:lnTo>
                <a:lnTo>
                  <a:pt x="6" y="119"/>
                </a:lnTo>
                <a:lnTo>
                  <a:pt x="8" y="123"/>
                </a:lnTo>
                <a:lnTo>
                  <a:pt x="10" y="125"/>
                </a:lnTo>
                <a:lnTo>
                  <a:pt x="13" y="128"/>
                </a:lnTo>
                <a:lnTo>
                  <a:pt x="16" y="131"/>
                </a:lnTo>
                <a:lnTo>
                  <a:pt x="19" y="134"/>
                </a:lnTo>
                <a:lnTo>
                  <a:pt x="23" y="136"/>
                </a:lnTo>
                <a:lnTo>
                  <a:pt x="27" y="138"/>
                </a:lnTo>
                <a:lnTo>
                  <a:pt x="31" y="139"/>
                </a:lnTo>
                <a:lnTo>
                  <a:pt x="36" y="141"/>
                </a:lnTo>
                <a:lnTo>
                  <a:pt x="41" y="142"/>
                </a:lnTo>
                <a:lnTo>
                  <a:pt x="46" y="143"/>
                </a:lnTo>
                <a:lnTo>
                  <a:pt x="52" y="143"/>
                </a:lnTo>
                <a:lnTo>
                  <a:pt x="57" y="144"/>
                </a:lnTo>
                <a:lnTo>
                  <a:pt x="64" y="144"/>
                </a:lnTo>
                <a:lnTo>
                  <a:pt x="70" y="144"/>
                </a:lnTo>
                <a:lnTo>
                  <a:pt x="74" y="143"/>
                </a:lnTo>
                <a:lnTo>
                  <a:pt x="80" y="143"/>
                </a:lnTo>
                <a:lnTo>
                  <a:pt x="85" y="142"/>
                </a:lnTo>
                <a:lnTo>
                  <a:pt x="90" y="140"/>
                </a:lnTo>
                <a:lnTo>
                  <a:pt x="94" y="139"/>
                </a:lnTo>
                <a:lnTo>
                  <a:pt x="98" y="137"/>
                </a:lnTo>
                <a:lnTo>
                  <a:pt x="103" y="135"/>
                </a:lnTo>
                <a:lnTo>
                  <a:pt x="106" y="133"/>
                </a:lnTo>
                <a:lnTo>
                  <a:pt x="109" y="131"/>
                </a:lnTo>
                <a:lnTo>
                  <a:pt x="111" y="128"/>
                </a:lnTo>
                <a:lnTo>
                  <a:pt x="114" y="126"/>
                </a:lnTo>
                <a:lnTo>
                  <a:pt x="116" y="123"/>
                </a:lnTo>
                <a:lnTo>
                  <a:pt x="118" y="119"/>
                </a:lnTo>
                <a:lnTo>
                  <a:pt x="119" y="116"/>
                </a:lnTo>
                <a:lnTo>
                  <a:pt x="121" y="113"/>
                </a:lnTo>
                <a:lnTo>
                  <a:pt x="122" y="109"/>
                </a:lnTo>
                <a:lnTo>
                  <a:pt x="123" y="104"/>
                </a:lnTo>
                <a:lnTo>
                  <a:pt x="124" y="100"/>
                </a:lnTo>
                <a:lnTo>
                  <a:pt x="125" y="95"/>
                </a:lnTo>
                <a:lnTo>
                  <a:pt x="125" y="91"/>
                </a:lnTo>
                <a:lnTo>
                  <a:pt x="126" y="86"/>
                </a:lnTo>
                <a:lnTo>
                  <a:pt x="126" y="80"/>
                </a:lnTo>
                <a:lnTo>
                  <a:pt x="125" y="74"/>
                </a:lnTo>
                <a:lnTo>
                  <a:pt x="125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0" rIns="90000" bIns="18000" anchor="ctr">
            <a:noAutofit/>
          </a:bodyPr>
          <a:lstStyle/>
          <a:p>
            <a:endParaRPr/>
          </a:p>
        </p:txBody>
      </p:sp>
      <p:sp>
        <p:nvSpPr>
          <p:cNvPr id="501" name="iṧľîḑê">
            <a:extLst>
              <a:ext uri="{FF2B5EF4-FFF2-40B4-BE49-F238E27FC236}">
                <a16:creationId xmlns:a16="http://schemas.microsoft.com/office/drawing/2014/main" id="{3A924452-3D49-4B80-B286-1F63526AC70F}"/>
              </a:ext>
            </a:extLst>
          </p:cNvPr>
          <p:cNvSpPr>
            <a:spLocks noGrp="1"/>
          </p:cNvSpPr>
          <p:nvPr/>
        </p:nvSpPr>
        <p:spPr>
          <a:xfrm>
            <a:off x="203436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5 w 93"/>
              <a:gd name="GluePoint3Y" fmla="*/ 10 h 102"/>
              <a:gd name="GluePoint4X" fmla="*/ 80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7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8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3 w 93"/>
              <a:gd name="GluePoint25Y" fmla="*/ 24 h 102"/>
              <a:gd name="GluePoint26X" fmla="*/ 37 w 93"/>
              <a:gd name="GluePoint26Y" fmla="*/ 21 h 102"/>
              <a:gd name="GluePoint27X" fmla="*/ 40 w 93"/>
              <a:gd name="GluePoint27Y" fmla="*/ 18 h 102"/>
              <a:gd name="GluePoint28X" fmla="*/ 44 w 93"/>
              <a:gd name="GluePoint28Y" fmla="*/ 18 h 102"/>
              <a:gd name="GluePoint29X" fmla="*/ 49 w 93"/>
              <a:gd name="GluePoint29Y" fmla="*/ 17 h 102"/>
              <a:gd name="GluePoint30X" fmla="*/ 53 w 93"/>
              <a:gd name="GluePoint30Y" fmla="*/ 18 h 102"/>
              <a:gd name="GluePoint31X" fmla="*/ 56 w 93"/>
              <a:gd name="GluePoint31Y" fmla="*/ 20 h 102"/>
              <a:gd name="GluePoint32X" fmla="*/ 59 w 93"/>
              <a:gd name="GluePoint32Y" fmla="*/ 23 h 102"/>
              <a:gd name="GluePoint33X" fmla="*/ 61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4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5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5" y="10"/>
                </a:lnTo>
                <a:lnTo>
                  <a:pt x="83" y="8"/>
                </a:lnTo>
                <a:lnTo>
                  <a:pt x="80" y="6"/>
                </a:lnTo>
                <a:lnTo>
                  <a:pt x="78" y="4"/>
                </a:lnTo>
                <a:lnTo>
                  <a:pt x="75" y="2"/>
                </a:lnTo>
                <a:lnTo>
                  <a:pt x="71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5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7" y="17"/>
                </a:lnTo>
                <a:lnTo>
                  <a:pt x="27" y="2"/>
                </a:lnTo>
                <a:lnTo>
                  <a:pt x="24" y="2"/>
                </a:lnTo>
                <a:lnTo>
                  <a:pt x="20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8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3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0" y="18"/>
                </a:lnTo>
                <a:lnTo>
                  <a:pt x="43" y="18"/>
                </a:lnTo>
                <a:lnTo>
                  <a:pt x="44" y="18"/>
                </a:lnTo>
                <a:lnTo>
                  <a:pt x="47" y="17"/>
                </a:lnTo>
                <a:lnTo>
                  <a:pt x="49" y="17"/>
                </a:lnTo>
                <a:lnTo>
                  <a:pt x="51" y="18"/>
                </a:lnTo>
                <a:lnTo>
                  <a:pt x="53" y="18"/>
                </a:lnTo>
                <a:lnTo>
                  <a:pt x="55" y="19"/>
                </a:lnTo>
                <a:lnTo>
                  <a:pt x="56" y="20"/>
                </a:lnTo>
                <a:lnTo>
                  <a:pt x="58" y="22"/>
                </a:lnTo>
                <a:lnTo>
                  <a:pt x="59" y="23"/>
                </a:lnTo>
                <a:lnTo>
                  <a:pt x="60" y="26"/>
                </a:lnTo>
                <a:lnTo>
                  <a:pt x="61" y="27"/>
                </a:lnTo>
                <a:lnTo>
                  <a:pt x="63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4" y="51"/>
                </a:lnTo>
                <a:lnTo>
                  <a:pt x="64" y="102"/>
                </a:lnTo>
                <a:lnTo>
                  <a:pt x="67" y="102"/>
                </a:lnTo>
                <a:lnTo>
                  <a:pt x="71" y="102"/>
                </a:lnTo>
                <a:lnTo>
                  <a:pt x="75" y="102"/>
                </a:lnTo>
                <a:lnTo>
                  <a:pt x="78" y="102"/>
                </a:lnTo>
                <a:lnTo>
                  <a:pt x="82" y="102"/>
                </a:lnTo>
                <a:lnTo>
                  <a:pt x="85" y="102"/>
                </a:lnTo>
                <a:lnTo>
                  <a:pt x="89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2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502" name="îŝ1îde">
            <a:extLst>
              <a:ext uri="{FF2B5EF4-FFF2-40B4-BE49-F238E27FC236}">
                <a16:creationId xmlns:a16="http://schemas.microsoft.com/office/drawing/2014/main" id="{74B77D9C-2D9B-4B74-B73D-E5000B1E152A}"/>
              </a:ext>
            </a:extLst>
          </p:cNvPr>
          <p:cNvSpPr>
            <a:spLocks noGrp="1"/>
          </p:cNvSpPr>
          <p:nvPr/>
        </p:nvSpPr>
        <p:spPr>
          <a:xfrm>
            <a:off x="209124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0 w 28"/>
              <a:gd name="GluePoint1Y" fmla="*/ 0 h 100"/>
              <a:gd name="GluePoint2X" fmla="*/ 17 w 28"/>
              <a:gd name="GluePoint2Y" fmla="*/ 0 h 100"/>
              <a:gd name="GluePoint3X" fmla="*/ 14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4 w 28"/>
              <a:gd name="GluePoint12Y" fmla="*/ 100 h 100"/>
              <a:gd name="GluePoint13X" fmla="*/ 17 w 28"/>
              <a:gd name="GluePoint13Y" fmla="*/ 100 h 100"/>
              <a:gd name="GluePoint14X" fmla="*/ 20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0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0" y="0"/>
                </a:moveTo>
                <a:lnTo>
                  <a:pt x="17" y="0"/>
                </a:lnTo>
                <a:lnTo>
                  <a:pt x="14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4" y="100"/>
                </a:lnTo>
                <a:lnTo>
                  <a:pt x="17" y="100"/>
                </a:lnTo>
                <a:lnTo>
                  <a:pt x="20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503" name="iṣḻiḓê">
            <a:extLst>
              <a:ext uri="{FF2B5EF4-FFF2-40B4-BE49-F238E27FC236}">
                <a16:creationId xmlns:a16="http://schemas.microsoft.com/office/drawing/2014/main" id="{985D74D9-A153-420B-A846-C0800F729540}"/>
              </a:ext>
            </a:extLst>
          </p:cNvPr>
          <p:cNvSpPr>
            <a:spLocks noGrp="1"/>
          </p:cNvSpPr>
          <p:nvPr/>
        </p:nvSpPr>
        <p:spPr>
          <a:xfrm>
            <a:off x="209016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31 w 33"/>
              <a:gd name="GluePoint2Y" fmla="*/ 7 h 32"/>
              <a:gd name="GluePoint3X" fmla="*/ 28 w 33"/>
              <a:gd name="GluePoint3Y" fmla="*/ 5 h 32"/>
              <a:gd name="GluePoint4X" fmla="*/ 26 w 33"/>
              <a:gd name="GluePoint4Y" fmla="*/ 3 h 32"/>
              <a:gd name="GluePoint5X" fmla="*/ 23 w 33"/>
              <a:gd name="GluePoint5Y" fmla="*/ 2 h 32"/>
              <a:gd name="GluePoint6X" fmla="*/ 20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10 w 33"/>
              <a:gd name="GluePoint9Y" fmla="*/ 2 h 32"/>
              <a:gd name="GluePoint10X" fmla="*/ 7 w 33"/>
              <a:gd name="GluePoint10Y" fmla="*/ 3 h 32"/>
              <a:gd name="GluePoint11X" fmla="*/ 5 w 33"/>
              <a:gd name="GluePoint11Y" fmla="*/ 5 h 32"/>
              <a:gd name="GluePoint12X" fmla="*/ 3 w 33"/>
              <a:gd name="GluePoint12Y" fmla="*/ 7 h 32"/>
              <a:gd name="GluePoint13X" fmla="*/ 2 w 33"/>
              <a:gd name="GluePoint13Y" fmla="*/ 10 h 32"/>
              <a:gd name="GluePoint14X" fmla="*/ 1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2 w 33"/>
              <a:gd name="GluePoint17Y" fmla="*/ 23 h 32"/>
              <a:gd name="GluePoint18X" fmla="*/ 3 w 33"/>
              <a:gd name="GluePoint18Y" fmla="*/ 26 h 32"/>
              <a:gd name="GluePoint19X" fmla="*/ 4 w 33"/>
              <a:gd name="GluePoint19Y" fmla="*/ 28 h 32"/>
              <a:gd name="GluePoint20X" fmla="*/ 7 w 33"/>
              <a:gd name="GluePoint20Y" fmla="*/ 30 h 32"/>
              <a:gd name="GluePoint21X" fmla="*/ 10 w 33"/>
              <a:gd name="GluePoint21Y" fmla="*/ 31 h 32"/>
              <a:gd name="GluePoint22X" fmla="*/ 13 w 33"/>
              <a:gd name="GluePoint22Y" fmla="*/ 32 h 32"/>
              <a:gd name="GluePoint23X" fmla="*/ 16 w 33"/>
              <a:gd name="GluePoint23Y" fmla="*/ 32 h 32"/>
              <a:gd name="GluePoint24X" fmla="*/ 20 w 33"/>
              <a:gd name="GluePoint24Y" fmla="*/ 32 h 32"/>
              <a:gd name="GluePoint25X" fmla="*/ 23 w 33"/>
              <a:gd name="GluePoint25Y" fmla="*/ 31 h 32"/>
              <a:gd name="GluePoint26X" fmla="*/ 26 w 33"/>
              <a:gd name="GluePoint26Y" fmla="*/ 30 h 32"/>
              <a:gd name="GluePoint27X" fmla="*/ 28 w 33"/>
              <a:gd name="GluePoint27Y" fmla="*/ 27 h 32"/>
              <a:gd name="GluePoint28X" fmla="*/ 31 w 33"/>
              <a:gd name="GluePoint28Y" fmla="*/ 25 h 32"/>
              <a:gd name="GluePoint29X" fmla="*/ 31 w 33"/>
              <a:gd name="GluePoint29Y" fmla="*/ 23 h 32"/>
              <a:gd name="GluePoint30X" fmla="*/ 33 w 33"/>
              <a:gd name="GluePoint30Y" fmla="*/ 19 h 32"/>
              <a:gd name="GluePoint31X" fmla="*/ 33 w 33"/>
              <a:gd name="GluePoint31Y" fmla="*/ 16 h 32"/>
              <a:gd name="GluePoint32X" fmla="*/ 33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31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0" y="20"/>
                </a:lnTo>
                <a:lnTo>
                  <a:pt x="2" y="23"/>
                </a:lnTo>
                <a:lnTo>
                  <a:pt x="3" y="26"/>
                </a:lnTo>
                <a:lnTo>
                  <a:pt x="4" y="28"/>
                </a:lnTo>
                <a:lnTo>
                  <a:pt x="7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1" y="25"/>
                </a:lnTo>
                <a:lnTo>
                  <a:pt x="31" y="23"/>
                </a:lnTo>
                <a:lnTo>
                  <a:pt x="33" y="19"/>
                </a:lnTo>
                <a:lnTo>
                  <a:pt x="33" y="16"/>
                </a:lnTo>
                <a:lnTo>
                  <a:pt x="33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504" name="iṡ1îde">
            <a:extLst>
              <a:ext uri="{FF2B5EF4-FFF2-40B4-BE49-F238E27FC236}">
                <a16:creationId xmlns:a16="http://schemas.microsoft.com/office/drawing/2014/main" id="{822E90E6-C172-433B-8105-7FBBEF407BE1}"/>
              </a:ext>
            </a:extLst>
          </p:cNvPr>
          <p:cNvSpPr>
            <a:spLocks noGrp="1"/>
          </p:cNvSpPr>
          <p:nvPr/>
        </p:nvSpPr>
        <p:spPr>
          <a:xfrm>
            <a:off x="2116800" y="956160"/>
            <a:ext cx="42480" cy="43200"/>
          </a:xfrm>
          <a:custGeom>
            <a:avLst/>
            <a:gdLst>
              <a:gd name="textAreaLeft" fmla="*/ 0 w 42480"/>
              <a:gd name="textAreaRight" fmla="*/ 42840 w 42480"/>
              <a:gd name="textAreaTop" fmla="*/ 0 h 43200"/>
              <a:gd name="textAreaBottom" fmla="*/ 43560 h 43200"/>
              <a:gd name="GluePoint1X" fmla="*/ 91 w 98"/>
              <a:gd name="GluePoint1Y" fmla="*/ 0 h 100"/>
              <a:gd name="GluePoint2X" fmla="*/ 87 w 98"/>
              <a:gd name="GluePoint2Y" fmla="*/ 0 h 100"/>
              <a:gd name="GluePoint3X" fmla="*/ 82 w 98"/>
              <a:gd name="GluePoint3Y" fmla="*/ 0 h 100"/>
              <a:gd name="GluePoint4X" fmla="*/ 78 w 98"/>
              <a:gd name="GluePoint4Y" fmla="*/ 8 h 100"/>
              <a:gd name="GluePoint5X" fmla="*/ 71 w 98"/>
              <a:gd name="GluePoint5Y" fmla="*/ 28 h 100"/>
              <a:gd name="GluePoint6X" fmla="*/ 65 w 98"/>
              <a:gd name="GluePoint6Y" fmla="*/ 45 h 100"/>
              <a:gd name="GluePoint7X" fmla="*/ 58 w 98"/>
              <a:gd name="GluePoint7Y" fmla="*/ 64 h 100"/>
              <a:gd name="GluePoint8X" fmla="*/ 32 w 98"/>
              <a:gd name="GluePoint8Y" fmla="*/ 0 h 100"/>
              <a:gd name="GluePoint9X" fmla="*/ 24 w 98"/>
              <a:gd name="GluePoint9Y" fmla="*/ 0 h 100"/>
              <a:gd name="GluePoint10X" fmla="*/ 16 w 98"/>
              <a:gd name="GluePoint10Y" fmla="*/ 0 h 100"/>
              <a:gd name="GluePoint11X" fmla="*/ 8 w 98"/>
              <a:gd name="GluePoint11Y" fmla="*/ 0 h 100"/>
              <a:gd name="GluePoint12X" fmla="*/ 0 w 98"/>
              <a:gd name="GluePoint12Y" fmla="*/ 0 h 100"/>
              <a:gd name="GluePoint13X" fmla="*/ 6 w 98"/>
              <a:gd name="GluePoint13Y" fmla="*/ 17 h 100"/>
              <a:gd name="GluePoint14X" fmla="*/ 14 w 98"/>
              <a:gd name="GluePoint14Y" fmla="*/ 38 h 100"/>
              <a:gd name="GluePoint15X" fmla="*/ 22 w 98"/>
              <a:gd name="GluePoint15Y" fmla="*/ 61 h 100"/>
              <a:gd name="GluePoint16X" fmla="*/ 32 w 98"/>
              <a:gd name="GluePoint16Y" fmla="*/ 89 h 100"/>
              <a:gd name="GluePoint17X" fmla="*/ 34 w 98"/>
              <a:gd name="GluePoint17Y" fmla="*/ 95 h 100"/>
              <a:gd name="GluePoint18X" fmla="*/ 36 w 98"/>
              <a:gd name="GluePoint18Y" fmla="*/ 100 h 100"/>
              <a:gd name="GluePoint19X" fmla="*/ 42 w 98"/>
              <a:gd name="GluePoint19Y" fmla="*/ 100 h 100"/>
              <a:gd name="GluePoint20X" fmla="*/ 47 w 98"/>
              <a:gd name="GluePoint20Y" fmla="*/ 100 h 100"/>
              <a:gd name="GluePoint21X" fmla="*/ 52 w 98"/>
              <a:gd name="GluePoint21Y" fmla="*/ 100 h 100"/>
              <a:gd name="GluePoint22X" fmla="*/ 58 w 98"/>
              <a:gd name="GluePoint22Y" fmla="*/ 100 h 100"/>
              <a:gd name="GluePoint23X" fmla="*/ 62 w 98"/>
              <a:gd name="GluePoint23Y" fmla="*/ 88 h 100"/>
              <a:gd name="GluePoint24X" fmla="*/ 66 w 98"/>
              <a:gd name="GluePoint24Y" fmla="*/ 73 h 100"/>
              <a:gd name="GluePoint25X" fmla="*/ 74 w 98"/>
              <a:gd name="GluePoint25Y" fmla="*/ 57 h 100"/>
              <a:gd name="GluePoint26X" fmla="*/ 82 w 98"/>
              <a:gd name="GluePoint26Y" fmla="*/ 39 h 100"/>
              <a:gd name="GluePoint27X" fmla="*/ 85 w 98"/>
              <a:gd name="GluePoint27Y" fmla="*/ 29 h 100"/>
              <a:gd name="GluePoint28X" fmla="*/ 90 w 98"/>
              <a:gd name="GluePoint28Y" fmla="*/ 16 h 100"/>
              <a:gd name="GluePoint29X" fmla="*/ 96 w 98"/>
              <a:gd name="GluePoint29Y" fmla="*/ 4 h 100"/>
              <a:gd name="GluePoint30X" fmla="*/ 96 w 98"/>
              <a:gd name="GluePoint30Y" fmla="*/ 3 h 100"/>
              <a:gd name="GluePoint31X" fmla="*/ 98 w 98"/>
              <a:gd name="GluePoint31Y" fmla="*/ 1 h 100"/>
              <a:gd name="GluePoint32X" fmla="*/ 95 w 98"/>
              <a:gd name="GluePoint32Y" fmla="*/ 0 h 100"/>
            </a:gdLst>
            <a:ahLst/>
            <a:cxnLst/>
            <a:rect l="textAreaLeft" t="textAreaTop" r="textAreaRight" b="textAreaBottom"/>
            <a:pathLst>
              <a:path w="98" h="100">
                <a:moveTo>
                  <a:pt x="93" y="0"/>
                </a:moveTo>
                <a:lnTo>
                  <a:pt x="91" y="0"/>
                </a:lnTo>
                <a:lnTo>
                  <a:pt x="90" y="0"/>
                </a:lnTo>
                <a:lnTo>
                  <a:pt x="87" y="0"/>
                </a:lnTo>
                <a:lnTo>
                  <a:pt x="85" y="0"/>
                </a:lnTo>
                <a:lnTo>
                  <a:pt x="82" y="0"/>
                </a:lnTo>
                <a:lnTo>
                  <a:pt x="80" y="0"/>
                </a:lnTo>
                <a:lnTo>
                  <a:pt x="78" y="8"/>
                </a:lnTo>
                <a:lnTo>
                  <a:pt x="74" y="18"/>
                </a:lnTo>
                <a:lnTo>
                  <a:pt x="71" y="28"/>
                </a:lnTo>
                <a:lnTo>
                  <a:pt x="68" y="36"/>
                </a:lnTo>
                <a:lnTo>
                  <a:pt x="65" y="45"/>
                </a:lnTo>
                <a:lnTo>
                  <a:pt x="62" y="55"/>
                </a:lnTo>
                <a:lnTo>
                  <a:pt x="58" y="64"/>
                </a:lnTo>
                <a:lnTo>
                  <a:pt x="55" y="73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3" y="0"/>
                </a:lnTo>
                <a:lnTo>
                  <a:pt x="0" y="0"/>
                </a:lnTo>
                <a:lnTo>
                  <a:pt x="2" y="8"/>
                </a:lnTo>
                <a:lnTo>
                  <a:pt x="6" y="17"/>
                </a:lnTo>
                <a:lnTo>
                  <a:pt x="10" y="27"/>
                </a:lnTo>
                <a:lnTo>
                  <a:pt x="14" y="38"/>
                </a:lnTo>
                <a:lnTo>
                  <a:pt x="18" y="49"/>
                </a:lnTo>
                <a:lnTo>
                  <a:pt x="22" y="61"/>
                </a:lnTo>
                <a:lnTo>
                  <a:pt x="27" y="75"/>
                </a:lnTo>
                <a:lnTo>
                  <a:pt x="32" y="89"/>
                </a:lnTo>
                <a:lnTo>
                  <a:pt x="33" y="92"/>
                </a:lnTo>
                <a:lnTo>
                  <a:pt x="34" y="95"/>
                </a:lnTo>
                <a:lnTo>
                  <a:pt x="35" y="97"/>
                </a:lnTo>
                <a:lnTo>
                  <a:pt x="36" y="100"/>
                </a:lnTo>
                <a:lnTo>
                  <a:pt x="39" y="100"/>
                </a:lnTo>
                <a:lnTo>
                  <a:pt x="42" y="100"/>
                </a:lnTo>
                <a:lnTo>
                  <a:pt x="44" y="100"/>
                </a:lnTo>
                <a:lnTo>
                  <a:pt x="47" y="100"/>
                </a:lnTo>
                <a:lnTo>
                  <a:pt x="50" y="100"/>
                </a:lnTo>
                <a:lnTo>
                  <a:pt x="52" y="100"/>
                </a:lnTo>
                <a:lnTo>
                  <a:pt x="55" y="100"/>
                </a:lnTo>
                <a:lnTo>
                  <a:pt x="58" y="100"/>
                </a:lnTo>
                <a:lnTo>
                  <a:pt x="59" y="94"/>
                </a:lnTo>
                <a:lnTo>
                  <a:pt x="62" y="88"/>
                </a:lnTo>
                <a:lnTo>
                  <a:pt x="64" y="81"/>
                </a:lnTo>
                <a:lnTo>
                  <a:pt x="66" y="73"/>
                </a:lnTo>
                <a:lnTo>
                  <a:pt x="70" y="66"/>
                </a:lnTo>
                <a:lnTo>
                  <a:pt x="74" y="57"/>
                </a:lnTo>
                <a:lnTo>
                  <a:pt x="77" y="49"/>
                </a:lnTo>
                <a:lnTo>
                  <a:pt x="82" y="39"/>
                </a:lnTo>
                <a:lnTo>
                  <a:pt x="83" y="33"/>
                </a:lnTo>
                <a:lnTo>
                  <a:pt x="85" y="29"/>
                </a:lnTo>
                <a:lnTo>
                  <a:pt x="87" y="23"/>
                </a:lnTo>
                <a:lnTo>
                  <a:pt x="90" y="16"/>
                </a:lnTo>
                <a:lnTo>
                  <a:pt x="93" y="11"/>
                </a:lnTo>
                <a:lnTo>
                  <a:pt x="96" y="4"/>
                </a:lnTo>
                <a:lnTo>
                  <a:pt x="96" y="4"/>
                </a:lnTo>
                <a:lnTo>
                  <a:pt x="96" y="3"/>
                </a:lnTo>
                <a:lnTo>
                  <a:pt x="97" y="2"/>
                </a:lnTo>
                <a:lnTo>
                  <a:pt x="98" y="1"/>
                </a:lnTo>
                <a:lnTo>
                  <a:pt x="98" y="0"/>
                </a:lnTo>
                <a:lnTo>
                  <a:pt x="95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505" name="îṥľïḑê">
            <a:extLst>
              <a:ext uri="{FF2B5EF4-FFF2-40B4-BE49-F238E27FC236}">
                <a16:creationId xmlns:a16="http://schemas.microsoft.com/office/drawing/2014/main" id="{FE0171B2-DC89-435A-8D1A-0C110E6A69D9}"/>
              </a:ext>
            </a:extLst>
          </p:cNvPr>
          <p:cNvSpPr>
            <a:spLocks noGrp="1"/>
          </p:cNvSpPr>
          <p:nvPr/>
        </p:nvSpPr>
        <p:spPr>
          <a:xfrm>
            <a:off x="216900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87 w 91"/>
              <a:gd name="GluePoint1Y" fmla="*/ 26 h 103"/>
              <a:gd name="GluePoint2X" fmla="*/ 83 w 91"/>
              <a:gd name="GluePoint2Y" fmla="*/ 18 h 103"/>
              <a:gd name="GluePoint3X" fmla="*/ 79 w 91"/>
              <a:gd name="GluePoint3Y" fmla="*/ 10 h 103"/>
              <a:gd name="GluePoint4X" fmla="*/ 71 w 91"/>
              <a:gd name="GluePoint4Y" fmla="*/ 6 h 103"/>
              <a:gd name="GluePoint5X" fmla="*/ 63 w 91"/>
              <a:gd name="GluePoint5Y" fmla="*/ 2 h 103"/>
              <a:gd name="GluePoint6X" fmla="*/ 54 w 91"/>
              <a:gd name="GluePoint6Y" fmla="*/ 0 h 103"/>
              <a:gd name="GluePoint7X" fmla="*/ 43 w 91"/>
              <a:gd name="GluePoint7Y" fmla="*/ 1 h 103"/>
              <a:gd name="GluePoint8X" fmla="*/ 32 w 91"/>
              <a:gd name="GluePoint8Y" fmla="*/ 2 h 103"/>
              <a:gd name="GluePoint9X" fmla="*/ 23 w 91"/>
              <a:gd name="GluePoint9Y" fmla="*/ 6 h 103"/>
              <a:gd name="GluePoint10X" fmla="*/ 15 w 91"/>
              <a:gd name="GluePoint10Y" fmla="*/ 10 h 103"/>
              <a:gd name="GluePoint11X" fmla="*/ 10 w 91"/>
              <a:gd name="GluePoint11Y" fmla="*/ 17 h 103"/>
              <a:gd name="GluePoint12X" fmla="*/ 5 w 91"/>
              <a:gd name="GluePoint12Y" fmla="*/ 25 h 103"/>
              <a:gd name="GluePoint13X" fmla="*/ 2 w 91"/>
              <a:gd name="GluePoint13Y" fmla="*/ 34 h 103"/>
              <a:gd name="GluePoint14X" fmla="*/ 0 w 91"/>
              <a:gd name="GluePoint14Y" fmla="*/ 44 h 103"/>
              <a:gd name="GluePoint15X" fmla="*/ 0 w 91"/>
              <a:gd name="GluePoint15Y" fmla="*/ 56 h 103"/>
              <a:gd name="GluePoint16X" fmla="*/ 2 w 91"/>
              <a:gd name="GluePoint16Y" fmla="*/ 68 h 103"/>
              <a:gd name="GluePoint17X" fmla="*/ 5 w 91"/>
              <a:gd name="GluePoint17Y" fmla="*/ 78 h 103"/>
              <a:gd name="GluePoint18X" fmla="*/ 10 w 91"/>
              <a:gd name="GluePoint18Y" fmla="*/ 86 h 103"/>
              <a:gd name="GluePoint19X" fmla="*/ 17 w 91"/>
              <a:gd name="GluePoint19Y" fmla="*/ 92 h 103"/>
              <a:gd name="GluePoint20X" fmla="*/ 25 w 91"/>
              <a:gd name="GluePoint20Y" fmla="*/ 98 h 103"/>
              <a:gd name="GluePoint21X" fmla="*/ 35 w 91"/>
              <a:gd name="GluePoint21Y" fmla="*/ 102 h 103"/>
              <a:gd name="GluePoint22X" fmla="*/ 46 w 91"/>
              <a:gd name="GluePoint22Y" fmla="*/ 103 h 103"/>
              <a:gd name="GluePoint23X" fmla="*/ 56 w 91"/>
              <a:gd name="GluePoint23Y" fmla="*/ 103 h 103"/>
              <a:gd name="GluePoint24X" fmla="*/ 64 w 91"/>
              <a:gd name="GluePoint24Y" fmla="*/ 102 h 103"/>
              <a:gd name="GluePoint25X" fmla="*/ 72 w 91"/>
              <a:gd name="GluePoint25Y" fmla="*/ 100 h 103"/>
              <a:gd name="GluePoint26X" fmla="*/ 79 w 91"/>
              <a:gd name="GluePoint26Y" fmla="*/ 97 h 103"/>
              <a:gd name="GluePoint27X" fmla="*/ 87 w 91"/>
              <a:gd name="GluePoint27Y" fmla="*/ 84 h 103"/>
              <a:gd name="GluePoint28X" fmla="*/ 81 w 91"/>
              <a:gd name="GluePoint28Y" fmla="*/ 84 h 103"/>
              <a:gd name="GluePoint29X" fmla="*/ 75 w 91"/>
              <a:gd name="GluePoint29Y" fmla="*/ 87 h 103"/>
              <a:gd name="GluePoint30X" fmla="*/ 69 w 91"/>
              <a:gd name="GluePoint30Y" fmla="*/ 91 h 103"/>
              <a:gd name="GluePoint31X" fmla="*/ 63 w 91"/>
              <a:gd name="GluePoint31Y" fmla="*/ 91 h 103"/>
              <a:gd name="GluePoint32X" fmla="*/ 56 w 91"/>
              <a:gd name="GluePoint32Y" fmla="*/ 91 h 103"/>
              <a:gd name="GluePoint33X" fmla="*/ 49 w 91"/>
              <a:gd name="GluePoint33Y" fmla="*/ 91 h 103"/>
              <a:gd name="GluePoint34X" fmla="*/ 43 w 91"/>
              <a:gd name="GluePoint34Y" fmla="*/ 87 h 103"/>
              <a:gd name="GluePoint35X" fmla="*/ 39 w 91"/>
              <a:gd name="GluePoint35Y" fmla="*/ 84 h 103"/>
              <a:gd name="GluePoint36X" fmla="*/ 35 w 91"/>
              <a:gd name="GluePoint36Y" fmla="*/ 79 h 103"/>
              <a:gd name="GluePoint37X" fmla="*/ 33 w 91"/>
              <a:gd name="GluePoint37Y" fmla="*/ 73 h 103"/>
              <a:gd name="GluePoint38X" fmla="*/ 31 w 91"/>
              <a:gd name="GluePoint38Y" fmla="*/ 66 h 103"/>
              <a:gd name="GluePoint39X" fmla="*/ 31 w 91"/>
              <a:gd name="GluePoint39Y" fmla="*/ 57 h 103"/>
              <a:gd name="GluePoint40X" fmla="*/ 91 w 91"/>
              <a:gd name="GluePoint40Y" fmla="*/ 52 h 103"/>
              <a:gd name="GluePoint41X" fmla="*/ 91 w 91"/>
              <a:gd name="GluePoint41Y" fmla="*/ 40 h 103"/>
              <a:gd name="GluePoint42X" fmla="*/ 89 w 91"/>
              <a:gd name="GluePoint42Y" fmla="*/ 30 h 103"/>
              <a:gd name="GluePoint43X" fmla="*/ 31 w 91"/>
              <a:gd name="GluePoint43Y" fmla="*/ 34 h 103"/>
              <a:gd name="GluePoint44X" fmla="*/ 32 w 91"/>
              <a:gd name="GluePoint44Y" fmla="*/ 26 h 103"/>
              <a:gd name="GluePoint45X" fmla="*/ 34 w 91"/>
              <a:gd name="GluePoint45Y" fmla="*/ 20 h 103"/>
              <a:gd name="GluePoint46X" fmla="*/ 36 w 91"/>
              <a:gd name="GluePoint46Y" fmla="*/ 16 h 103"/>
              <a:gd name="GluePoint47X" fmla="*/ 39 w 91"/>
              <a:gd name="GluePoint47Y" fmla="*/ 12 h 103"/>
              <a:gd name="GluePoint48X" fmla="*/ 42 w 91"/>
              <a:gd name="GluePoint48Y" fmla="*/ 10 h 103"/>
              <a:gd name="GluePoint49X" fmla="*/ 46 w 91"/>
              <a:gd name="GluePoint49Y" fmla="*/ 9 h 103"/>
              <a:gd name="GluePoint50X" fmla="*/ 50 w 91"/>
              <a:gd name="GluePoint50Y" fmla="*/ 9 h 103"/>
              <a:gd name="GluePoint51X" fmla="*/ 52 w 91"/>
              <a:gd name="GluePoint51Y" fmla="*/ 10 h 103"/>
              <a:gd name="GluePoint52X" fmla="*/ 55 w 91"/>
              <a:gd name="GluePoint52Y" fmla="*/ 12 h 103"/>
              <a:gd name="GluePoint53X" fmla="*/ 57 w 91"/>
              <a:gd name="GluePoint53Y" fmla="*/ 16 h 103"/>
              <a:gd name="GluePoint54X" fmla="*/ 59 w 91"/>
              <a:gd name="GluePoint54Y" fmla="*/ 22 h 103"/>
              <a:gd name="GluePoint55X" fmla="*/ 62 w 91"/>
              <a:gd name="GluePoint55Y" fmla="*/ 34 h 103"/>
              <a:gd name="GluePoint56X" fmla="*/ 31 w 91"/>
              <a:gd name="GluePoint56Y" fmla="*/ 42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89" y="30"/>
                </a:moveTo>
                <a:lnTo>
                  <a:pt x="87" y="26"/>
                </a:lnTo>
                <a:lnTo>
                  <a:pt x="86" y="21"/>
                </a:lnTo>
                <a:lnTo>
                  <a:pt x="83" y="18"/>
                </a:lnTo>
                <a:lnTo>
                  <a:pt x="81" y="14"/>
                </a:lnTo>
                <a:lnTo>
                  <a:pt x="79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8" y="0"/>
                </a:lnTo>
                <a:lnTo>
                  <a:pt x="43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5" y="10"/>
                </a:lnTo>
                <a:lnTo>
                  <a:pt x="13" y="14"/>
                </a:lnTo>
                <a:lnTo>
                  <a:pt x="10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7" y="82"/>
                </a:lnTo>
                <a:lnTo>
                  <a:pt x="10" y="86"/>
                </a:lnTo>
                <a:lnTo>
                  <a:pt x="14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30" y="99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9" y="97"/>
                </a:lnTo>
                <a:lnTo>
                  <a:pt x="82" y="95"/>
                </a:lnTo>
                <a:lnTo>
                  <a:pt x="87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6" y="91"/>
                </a:lnTo>
                <a:lnTo>
                  <a:pt x="63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7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5" y="79"/>
                </a:lnTo>
                <a:lnTo>
                  <a:pt x="34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1" y="57"/>
                </a:lnTo>
                <a:lnTo>
                  <a:pt x="31" y="52"/>
                </a:lnTo>
                <a:lnTo>
                  <a:pt x="91" y="52"/>
                </a:lnTo>
                <a:lnTo>
                  <a:pt x="91" y="46"/>
                </a:lnTo>
                <a:lnTo>
                  <a:pt x="91" y="40"/>
                </a:lnTo>
                <a:lnTo>
                  <a:pt x="90" y="34"/>
                </a:lnTo>
                <a:lnTo>
                  <a:pt x="89" y="30"/>
                </a:lnTo>
                <a:close/>
                <a:moveTo>
                  <a:pt x="31" y="42"/>
                </a:moveTo>
                <a:lnTo>
                  <a:pt x="31" y="34"/>
                </a:lnTo>
                <a:lnTo>
                  <a:pt x="32" y="28"/>
                </a:lnTo>
                <a:lnTo>
                  <a:pt x="32" y="26"/>
                </a:lnTo>
                <a:lnTo>
                  <a:pt x="33" y="22"/>
                </a:lnTo>
                <a:lnTo>
                  <a:pt x="34" y="20"/>
                </a:lnTo>
                <a:lnTo>
                  <a:pt x="35" y="18"/>
                </a:lnTo>
                <a:lnTo>
                  <a:pt x="36" y="16"/>
                </a:lnTo>
                <a:lnTo>
                  <a:pt x="38" y="14"/>
                </a:lnTo>
                <a:lnTo>
                  <a:pt x="39" y="12"/>
                </a:lnTo>
                <a:lnTo>
                  <a:pt x="40" y="11"/>
                </a:lnTo>
                <a:lnTo>
                  <a:pt x="42" y="10"/>
                </a:lnTo>
                <a:lnTo>
                  <a:pt x="44" y="10"/>
                </a:lnTo>
                <a:lnTo>
                  <a:pt x="46" y="9"/>
                </a:lnTo>
                <a:lnTo>
                  <a:pt x="48" y="9"/>
                </a:lnTo>
                <a:lnTo>
                  <a:pt x="50" y="9"/>
                </a:lnTo>
                <a:lnTo>
                  <a:pt x="51" y="10"/>
                </a:lnTo>
                <a:lnTo>
                  <a:pt x="52" y="10"/>
                </a:lnTo>
                <a:lnTo>
                  <a:pt x="54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8" y="18"/>
                </a:lnTo>
                <a:lnTo>
                  <a:pt x="59" y="22"/>
                </a:lnTo>
                <a:lnTo>
                  <a:pt x="61" y="28"/>
                </a:lnTo>
                <a:lnTo>
                  <a:pt x="62" y="34"/>
                </a:lnTo>
                <a:lnTo>
                  <a:pt x="62" y="42"/>
                </a:lnTo>
                <a:lnTo>
                  <a:pt x="31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06" name="iŝḻíḑè">
            <a:extLst>
              <a:ext uri="{FF2B5EF4-FFF2-40B4-BE49-F238E27FC236}">
                <a16:creationId xmlns:a16="http://schemas.microsoft.com/office/drawing/2014/main" id="{74A4C8B3-B4BF-4B5B-A003-A9A747D648DF}"/>
              </a:ext>
            </a:extLst>
          </p:cNvPr>
          <p:cNvSpPr>
            <a:spLocks noGrp="1"/>
          </p:cNvSpPr>
          <p:nvPr/>
        </p:nvSpPr>
        <p:spPr>
          <a:xfrm>
            <a:off x="2223000" y="955440"/>
            <a:ext cx="26640" cy="44280"/>
          </a:xfrm>
          <a:custGeom>
            <a:avLst/>
            <a:gdLst>
              <a:gd name="textAreaLeft" fmla="*/ 0 w 26640"/>
              <a:gd name="textAreaRight" fmla="*/ 27000 w 26640"/>
              <a:gd name="textAreaTop" fmla="*/ 0 h 44280"/>
              <a:gd name="textAreaBottom" fmla="*/ 44640 h 44280"/>
              <a:gd name="GluePoint1X" fmla="*/ 56 w 62"/>
              <a:gd name="GluePoint1Y" fmla="*/ 0 h 102"/>
              <a:gd name="GluePoint2X" fmla="*/ 53 w 62"/>
              <a:gd name="GluePoint2Y" fmla="*/ 1 h 102"/>
              <a:gd name="GluePoint3X" fmla="*/ 50 w 62"/>
              <a:gd name="GluePoint3Y" fmla="*/ 2 h 102"/>
              <a:gd name="GluePoint4X" fmla="*/ 48 w 62"/>
              <a:gd name="GluePoint4Y" fmla="*/ 2 h 102"/>
              <a:gd name="GluePoint5X" fmla="*/ 45 w 62"/>
              <a:gd name="GluePoint5Y" fmla="*/ 4 h 102"/>
              <a:gd name="GluePoint6X" fmla="*/ 43 w 62"/>
              <a:gd name="GluePoint6Y" fmla="*/ 5 h 102"/>
              <a:gd name="GluePoint7X" fmla="*/ 40 w 62"/>
              <a:gd name="GluePoint7Y" fmla="*/ 6 h 102"/>
              <a:gd name="GluePoint8X" fmla="*/ 39 w 62"/>
              <a:gd name="GluePoint8Y" fmla="*/ 9 h 102"/>
              <a:gd name="GluePoint9X" fmla="*/ 36 w 62"/>
              <a:gd name="GluePoint9Y" fmla="*/ 10 h 102"/>
              <a:gd name="GluePoint10X" fmla="*/ 35 w 62"/>
              <a:gd name="GluePoint10Y" fmla="*/ 13 h 102"/>
              <a:gd name="GluePoint11X" fmla="*/ 33 w 62"/>
              <a:gd name="GluePoint11Y" fmla="*/ 16 h 102"/>
              <a:gd name="GluePoint12X" fmla="*/ 32 w 62"/>
              <a:gd name="GluePoint12Y" fmla="*/ 18 h 102"/>
              <a:gd name="GluePoint13X" fmla="*/ 30 w 62"/>
              <a:gd name="GluePoint13Y" fmla="*/ 22 h 102"/>
              <a:gd name="GluePoint14X" fmla="*/ 29 w 62"/>
              <a:gd name="GluePoint14Y" fmla="*/ 24 h 102"/>
              <a:gd name="GluePoint15X" fmla="*/ 28 w 62"/>
              <a:gd name="GluePoint15Y" fmla="*/ 27 h 102"/>
              <a:gd name="GluePoint16X" fmla="*/ 28 w 62"/>
              <a:gd name="GluePoint16Y" fmla="*/ 2 h 102"/>
              <a:gd name="GluePoint17X" fmla="*/ 24 w 62"/>
              <a:gd name="GluePoint17Y" fmla="*/ 2 h 102"/>
              <a:gd name="GluePoint18X" fmla="*/ 21 w 62"/>
              <a:gd name="GluePoint18Y" fmla="*/ 2 h 102"/>
              <a:gd name="GluePoint19X" fmla="*/ 18 w 62"/>
              <a:gd name="GluePoint19Y" fmla="*/ 2 h 102"/>
              <a:gd name="GluePoint20X" fmla="*/ 14 w 62"/>
              <a:gd name="GluePoint20Y" fmla="*/ 2 h 102"/>
              <a:gd name="GluePoint21X" fmla="*/ 11 w 62"/>
              <a:gd name="GluePoint21Y" fmla="*/ 2 h 102"/>
              <a:gd name="GluePoint22X" fmla="*/ 7 w 62"/>
              <a:gd name="GluePoint22Y" fmla="*/ 2 h 102"/>
              <a:gd name="GluePoint23X" fmla="*/ 3 w 62"/>
              <a:gd name="GluePoint23Y" fmla="*/ 2 h 102"/>
              <a:gd name="GluePoint24X" fmla="*/ 0 w 62"/>
              <a:gd name="GluePoint24Y" fmla="*/ 2 h 102"/>
              <a:gd name="GluePoint25X" fmla="*/ 0 w 62"/>
              <a:gd name="GluePoint25Y" fmla="*/ 102 h 102"/>
              <a:gd name="GluePoint26X" fmla="*/ 3 w 62"/>
              <a:gd name="GluePoint26Y" fmla="*/ 102 h 102"/>
              <a:gd name="GluePoint27X" fmla="*/ 7 w 62"/>
              <a:gd name="GluePoint27Y" fmla="*/ 102 h 102"/>
              <a:gd name="GluePoint28X" fmla="*/ 11 w 62"/>
              <a:gd name="GluePoint28Y" fmla="*/ 102 h 102"/>
              <a:gd name="GluePoint29X" fmla="*/ 14 w 62"/>
              <a:gd name="GluePoint29Y" fmla="*/ 102 h 102"/>
              <a:gd name="GluePoint30X" fmla="*/ 18 w 62"/>
              <a:gd name="GluePoint30Y" fmla="*/ 102 h 102"/>
              <a:gd name="GluePoint31X" fmla="*/ 21 w 62"/>
              <a:gd name="GluePoint31Y" fmla="*/ 102 h 102"/>
              <a:gd name="GluePoint32X" fmla="*/ 24 w 62"/>
              <a:gd name="GluePoint32Y" fmla="*/ 102 h 102"/>
              <a:gd name="GluePoint33X" fmla="*/ 28 w 62"/>
              <a:gd name="GluePoint33Y" fmla="*/ 102 h 102"/>
              <a:gd name="GluePoint34X" fmla="*/ 28 w 62"/>
              <a:gd name="GluePoint34Y" fmla="*/ 65 h 102"/>
              <a:gd name="GluePoint35X" fmla="*/ 28 w 62"/>
              <a:gd name="GluePoint35Y" fmla="*/ 57 h 102"/>
              <a:gd name="GluePoint36X" fmla="*/ 28 w 62"/>
              <a:gd name="GluePoint36Y" fmla="*/ 51 h 102"/>
              <a:gd name="GluePoint37X" fmla="*/ 28 w 62"/>
              <a:gd name="GluePoint37Y" fmla="*/ 45 h 102"/>
              <a:gd name="GluePoint38X" fmla="*/ 29 w 62"/>
              <a:gd name="GluePoint38Y" fmla="*/ 41 h 102"/>
              <a:gd name="GluePoint39X" fmla="*/ 31 w 62"/>
              <a:gd name="GluePoint39Y" fmla="*/ 38 h 102"/>
              <a:gd name="GluePoint40X" fmla="*/ 32 w 62"/>
              <a:gd name="GluePoint40Y" fmla="*/ 35 h 102"/>
              <a:gd name="GluePoint41X" fmla="*/ 34 w 62"/>
              <a:gd name="GluePoint41Y" fmla="*/ 33 h 102"/>
              <a:gd name="GluePoint42X" fmla="*/ 36 w 62"/>
              <a:gd name="GluePoint42Y" fmla="*/ 31 h 102"/>
              <a:gd name="GluePoint43X" fmla="*/ 39 w 62"/>
              <a:gd name="GluePoint43Y" fmla="*/ 29 h 102"/>
              <a:gd name="GluePoint44X" fmla="*/ 42 w 62"/>
              <a:gd name="GluePoint44Y" fmla="*/ 28 h 102"/>
              <a:gd name="GluePoint45X" fmla="*/ 45 w 62"/>
              <a:gd name="GluePoint45Y" fmla="*/ 27 h 102"/>
              <a:gd name="GluePoint46X" fmla="*/ 49 w 62"/>
              <a:gd name="GluePoint46Y" fmla="*/ 27 h 102"/>
              <a:gd name="GluePoint47X" fmla="*/ 52 w 62"/>
              <a:gd name="GluePoint47Y" fmla="*/ 27 h 102"/>
              <a:gd name="GluePoint48X" fmla="*/ 54 w 62"/>
              <a:gd name="GluePoint48Y" fmla="*/ 27 h 102"/>
              <a:gd name="GluePoint49X" fmla="*/ 57 w 62"/>
              <a:gd name="GluePoint49Y" fmla="*/ 29 h 102"/>
              <a:gd name="GluePoint50X" fmla="*/ 60 w 62"/>
              <a:gd name="GluePoint50Y" fmla="*/ 30 h 102"/>
              <a:gd name="GluePoint51X" fmla="*/ 61 w 62"/>
              <a:gd name="GluePoint51Y" fmla="*/ 29 h 102"/>
              <a:gd name="GluePoint52X" fmla="*/ 61 w 62"/>
              <a:gd name="GluePoint52Y" fmla="*/ 22 h 102"/>
              <a:gd name="GluePoint53X" fmla="*/ 61 w 62"/>
              <a:gd name="GluePoint53Y" fmla="*/ 14 h 102"/>
              <a:gd name="GluePoint54X" fmla="*/ 61 w 62"/>
              <a:gd name="GluePoint54Y" fmla="*/ 7 h 102"/>
              <a:gd name="GluePoint55X" fmla="*/ 62 w 62"/>
              <a:gd name="GluePoint55Y" fmla="*/ 0 h 102"/>
              <a:gd name="GluePoint56X" fmla="*/ 59 w 62"/>
              <a:gd name="GluePoint56Y" fmla="*/ 0 h 102"/>
              <a:gd name="GluePoint57X" fmla="*/ 56 w 62"/>
              <a:gd name="GluePoint57Y" fmla="*/ 0 h 102"/>
            </a:gdLst>
            <a:ahLst/>
            <a:cxnLst/>
            <a:rect l="textAreaLeft" t="textAreaTop" r="textAreaRight" b="textAreaBottom"/>
            <a:pathLst>
              <a:path w="62" h="102">
                <a:moveTo>
                  <a:pt x="56" y="0"/>
                </a:moveTo>
                <a:lnTo>
                  <a:pt x="53" y="1"/>
                </a:lnTo>
                <a:lnTo>
                  <a:pt x="50" y="2"/>
                </a:lnTo>
                <a:lnTo>
                  <a:pt x="48" y="2"/>
                </a:lnTo>
                <a:lnTo>
                  <a:pt x="45" y="4"/>
                </a:lnTo>
                <a:lnTo>
                  <a:pt x="43" y="5"/>
                </a:lnTo>
                <a:lnTo>
                  <a:pt x="40" y="6"/>
                </a:lnTo>
                <a:lnTo>
                  <a:pt x="39" y="9"/>
                </a:lnTo>
                <a:lnTo>
                  <a:pt x="36" y="10"/>
                </a:lnTo>
                <a:lnTo>
                  <a:pt x="35" y="13"/>
                </a:lnTo>
                <a:lnTo>
                  <a:pt x="33" y="16"/>
                </a:lnTo>
                <a:lnTo>
                  <a:pt x="32" y="18"/>
                </a:lnTo>
                <a:lnTo>
                  <a:pt x="30" y="22"/>
                </a:lnTo>
                <a:lnTo>
                  <a:pt x="29" y="24"/>
                </a:lnTo>
                <a:lnTo>
                  <a:pt x="28" y="2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8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1" y="102"/>
                </a:lnTo>
                <a:lnTo>
                  <a:pt x="24" y="102"/>
                </a:lnTo>
                <a:lnTo>
                  <a:pt x="28" y="102"/>
                </a:lnTo>
                <a:lnTo>
                  <a:pt x="28" y="65"/>
                </a:lnTo>
                <a:lnTo>
                  <a:pt x="28" y="57"/>
                </a:lnTo>
                <a:lnTo>
                  <a:pt x="28" y="51"/>
                </a:lnTo>
                <a:lnTo>
                  <a:pt x="28" y="45"/>
                </a:lnTo>
                <a:lnTo>
                  <a:pt x="29" y="41"/>
                </a:lnTo>
                <a:lnTo>
                  <a:pt x="31" y="38"/>
                </a:lnTo>
                <a:lnTo>
                  <a:pt x="32" y="35"/>
                </a:lnTo>
                <a:lnTo>
                  <a:pt x="34" y="33"/>
                </a:lnTo>
                <a:lnTo>
                  <a:pt x="36" y="31"/>
                </a:lnTo>
                <a:lnTo>
                  <a:pt x="39" y="29"/>
                </a:lnTo>
                <a:lnTo>
                  <a:pt x="42" y="28"/>
                </a:lnTo>
                <a:lnTo>
                  <a:pt x="45" y="27"/>
                </a:lnTo>
                <a:lnTo>
                  <a:pt x="49" y="27"/>
                </a:lnTo>
                <a:lnTo>
                  <a:pt x="52" y="27"/>
                </a:lnTo>
                <a:lnTo>
                  <a:pt x="54" y="27"/>
                </a:lnTo>
                <a:lnTo>
                  <a:pt x="57" y="29"/>
                </a:lnTo>
                <a:lnTo>
                  <a:pt x="60" y="30"/>
                </a:lnTo>
                <a:lnTo>
                  <a:pt x="61" y="29"/>
                </a:lnTo>
                <a:lnTo>
                  <a:pt x="61" y="22"/>
                </a:lnTo>
                <a:lnTo>
                  <a:pt x="61" y="14"/>
                </a:lnTo>
                <a:lnTo>
                  <a:pt x="61" y="7"/>
                </a:lnTo>
                <a:lnTo>
                  <a:pt x="62" y="0"/>
                </a:lnTo>
                <a:lnTo>
                  <a:pt x="59" y="0"/>
                </a:lnTo>
                <a:lnTo>
                  <a:pt x="5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507" name="íṧḷídè">
            <a:extLst>
              <a:ext uri="{FF2B5EF4-FFF2-40B4-BE49-F238E27FC236}">
                <a16:creationId xmlns:a16="http://schemas.microsoft.com/office/drawing/2014/main" id="{0CCA369E-1D31-4D61-BF8D-B919AD46826B}"/>
              </a:ext>
            </a:extLst>
          </p:cNvPr>
          <p:cNvSpPr>
            <a:spLocks noGrp="1"/>
          </p:cNvSpPr>
          <p:nvPr/>
        </p:nvSpPr>
        <p:spPr>
          <a:xfrm>
            <a:off x="2259720" y="955440"/>
            <a:ext cx="29880" cy="44640"/>
          </a:xfrm>
          <a:custGeom>
            <a:avLst/>
            <a:gdLst>
              <a:gd name="textAreaLeft" fmla="*/ 0 w 29880"/>
              <a:gd name="textAreaRight" fmla="*/ 30240 w 29880"/>
              <a:gd name="textAreaTop" fmla="*/ 0 h 44640"/>
              <a:gd name="textAreaBottom" fmla="*/ 45000 h 44640"/>
              <a:gd name="GluePoint1X" fmla="*/ 67 w 69"/>
              <a:gd name="GluePoint1Y" fmla="*/ 59 h 103"/>
              <a:gd name="GluePoint2X" fmla="*/ 62 w 69"/>
              <a:gd name="GluePoint2Y" fmla="*/ 52 h 103"/>
              <a:gd name="GluePoint3X" fmla="*/ 55 w 69"/>
              <a:gd name="GluePoint3Y" fmla="*/ 47 h 103"/>
              <a:gd name="GluePoint4X" fmla="*/ 46 w 69"/>
              <a:gd name="GluePoint4Y" fmla="*/ 42 h 103"/>
              <a:gd name="GluePoint5X" fmla="*/ 34 w 69"/>
              <a:gd name="GluePoint5Y" fmla="*/ 37 h 103"/>
              <a:gd name="GluePoint6X" fmla="*/ 25 w 69"/>
              <a:gd name="GluePoint6Y" fmla="*/ 31 h 103"/>
              <a:gd name="GluePoint7X" fmla="*/ 21 w 69"/>
              <a:gd name="GluePoint7Y" fmla="*/ 25 h 103"/>
              <a:gd name="GluePoint8X" fmla="*/ 21 w 69"/>
              <a:gd name="GluePoint8Y" fmla="*/ 18 h 103"/>
              <a:gd name="GluePoint9X" fmla="*/ 27 w 69"/>
              <a:gd name="GluePoint9Y" fmla="*/ 13 h 103"/>
              <a:gd name="GluePoint10X" fmla="*/ 36 w 69"/>
              <a:gd name="GluePoint10Y" fmla="*/ 10 h 103"/>
              <a:gd name="GluePoint11X" fmla="*/ 45 w 69"/>
              <a:gd name="GluePoint11Y" fmla="*/ 14 h 103"/>
              <a:gd name="GluePoint12X" fmla="*/ 53 w 69"/>
              <a:gd name="GluePoint12Y" fmla="*/ 21 h 103"/>
              <a:gd name="GluePoint13X" fmla="*/ 61 w 69"/>
              <a:gd name="GluePoint13Y" fmla="*/ 27 h 103"/>
              <a:gd name="GluePoint14X" fmla="*/ 65 w 69"/>
              <a:gd name="GluePoint14Y" fmla="*/ 14 h 103"/>
              <a:gd name="GluePoint15X" fmla="*/ 60 w 69"/>
              <a:gd name="GluePoint15Y" fmla="*/ 6 h 103"/>
              <a:gd name="GluePoint16X" fmla="*/ 48 w 69"/>
              <a:gd name="GluePoint16Y" fmla="*/ 2 h 103"/>
              <a:gd name="GluePoint17X" fmla="*/ 36 w 69"/>
              <a:gd name="GluePoint17Y" fmla="*/ 0 h 103"/>
              <a:gd name="GluePoint18X" fmla="*/ 24 w 69"/>
              <a:gd name="GluePoint18Y" fmla="*/ 2 h 103"/>
              <a:gd name="GluePoint19X" fmla="*/ 15 w 69"/>
              <a:gd name="GluePoint19Y" fmla="*/ 6 h 103"/>
              <a:gd name="GluePoint20X" fmla="*/ 8 w 69"/>
              <a:gd name="GluePoint20Y" fmla="*/ 12 h 103"/>
              <a:gd name="GluePoint21X" fmla="*/ 3 w 69"/>
              <a:gd name="GluePoint21Y" fmla="*/ 20 h 103"/>
              <a:gd name="GluePoint22X" fmla="*/ 1 w 69"/>
              <a:gd name="GluePoint22Y" fmla="*/ 30 h 103"/>
              <a:gd name="GluePoint23X" fmla="*/ 1 w 69"/>
              <a:gd name="GluePoint23Y" fmla="*/ 38 h 103"/>
              <a:gd name="GluePoint24X" fmla="*/ 3 w 69"/>
              <a:gd name="GluePoint24Y" fmla="*/ 46 h 103"/>
              <a:gd name="GluePoint25X" fmla="*/ 8 w 69"/>
              <a:gd name="GluePoint25Y" fmla="*/ 52 h 103"/>
              <a:gd name="GluePoint26X" fmla="*/ 14 w 69"/>
              <a:gd name="GluePoint26Y" fmla="*/ 58 h 103"/>
              <a:gd name="GluePoint27X" fmla="*/ 23 w 69"/>
              <a:gd name="GluePoint27Y" fmla="*/ 63 h 103"/>
              <a:gd name="GluePoint28X" fmla="*/ 34 w 69"/>
              <a:gd name="GluePoint28Y" fmla="*/ 68 h 103"/>
              <a:gd name="GluePoint29X" fmla="*/ 44 w 69"/>
              <a:gd name="GluePoint29Y" fmla="*/ 74 h 103"/>
              <a:gd name="GluePoint30X" fmla="*/ 48 w 69"/>
              <a:gd name="GluePoint30Y" fmla="*/ 79 h 103"/>
              <a:gd name="GluePoint31X" fmla="*/ 47 w 69"/>
              <a:gd name="GluePoint31Y" fmla="*/ 87 h 103"/>
              <a:gd name="GluePoint32X" fmla="*/ 41 w 69"/>
              <a:gd name="GluePoint32Y" fmla="*/ 92 h 103"/>
              <a:gd name="GluePoint33X" fmla="*/ 32 w 69"/>
              <a:gd name="GluePoint33Y" fmla="*/ 95 h 103"/>
              <a:gd name="GluePoint34X" fmla="*/ 21 w 69"/>
              <a:gd name="GluePoint34Y" fmla="*/ 92 h 103"/>
              <a:gd name="GluePoint35X" fmla="*/ 12 w 69"/>
              <a:gd name="GluePoint35Y" fmla="*/ 85 h 103"/>
              <a:gd name="GluePoint36X" fmla="*/ 4 w 69"/>
              <a:gd name="GluePoint36Y" fmla="*/ 77 h 103"/>
              <a:gd name="GluePoint37X" fmla="*/ 1 w 69"/>
              <a:gd name="GluePoint37Y" fmla="*/ 92 h 103"/>
              <a:gd name="GluePoint38X" fmla="*/ 7 w 69"/>
              <a:gd name="GluePoint38Y" fmla="*/ 99 h 103"/>
              <a:gd name="GluePoint39X" fmla="*/ 17 w 69"/>
              <a:gd name="GluePoint39Y" fmla="*/ 103 h 103"/>
              <a:gd name="GluePoint40X" fmla="*/ 29 w 69"/>
              <a:gd name="GluePoint40Y" fmla="*/ 103 h 103"/>
              <a:gd name="GluePoint41X" fmla="*/ 42 w 69"/>
              <a:gd name="GluePoint41Y" fmla="*/ 102 h 103"/>
              <a:gd name="GluePoint42X" fmla="*/ 52 w 69"/>
              <a:gd name="GluePoint42Y" fmla="*/ 99 h 103"/>
              <a:gd name="GluePoint43X" fmla="*/ 60 w 69"/>
              <a:gd name="GluePoint43Y" fmla="*/ 93 h 103"/>
              <a:gd name="GluePoint44X" fmla="*/ 66 w 69"/>
              <a:gd name="GluePoint44Y" fmla="*/ 85 h 103"/>
              <a:gd name="GluePoint45X" fmla="*/ 69 w 69"/>
              <a:gd name="GluePoint45Y" fmla="*/ 75 h 103"/>
              <a:gd name="GluePoint46X" fmla="*/ 69 w 69"/>
              <a:gd name="GluePoint46Y" fmla="*/ 67 h 103"/>
            </a:gdLst>
            <a:ahLst/>
            <a:cxnLst/>
            <a:rect l="textAreaLeft" t="textAreaTop" r="textAreaRight" b="textAreaBottom"/>
            <a:pathLst>
              <a:path w="69" h="103">
                <a:moveTo>
                  <a:pt x="68" y="64"/>
                </a:moveTo>
                <a:lnTo>
                  <a:pt x="68" y="62"/>
                </a:lnTo>
                <a:lnTo>
                  <a:pt x="67" y="59"/>
                </a:lnTo>
                <a:lnTo>
                  <a:pt x="65" y="57"/>
                </a:lnTo>
                <a:lnTo>
                  <a:pt x="64" y="55"/>
                </a:lnTo>
                <a:lnTo>
                  <a:pt x="62" y="52"/>
                </a:lnTo>
                <a:lnTo>
                  <a:pt x="60" y="51"/>
                </a:lnTo>
                <a:lnTo>
                  <a:pt x="57" y="48"/>
                </a:lnTo>
                <a:lnTo>
                  <a:pt x="55" y="47"/>
                </a:lnTo>
                <a:lnTo>
                  <a:pt x="52" y="45"/>
                </a:lnTo>
                <a:lnTo>
                  <a:pt x="49" y="43"/>
                </a:lnTo>
                <a:lnTo>
                  <a:pt x="46" y="42"/>
                </a:lnTo>
                <a:lnTo>
                  <a:pt x="42" y="40"/>
                </a:lnTo>
                <a:lnTo>
                  <a:pt x="39" y="38"/>
                </a:lnTo>
                <a:lnTo>
                  <a:pt x="34" y="37"/>
                </a:lnTo>
                <a:lnTo>
                  <a:pt x="31" y="34"/>
                </a:lnTo>
                <a:lnTo>
                  <a:pt x="28" y="33"/>
                </a:lnTo>
                <a:lnTo>
                  <a:pt x="25" y="31"/>
                </a:lnTo>
                <a:lnTo>
                  <a:pt x="24" y="29"/>
                </a:lnTo>
                <a:lnTo>
                  <a:pt x="22" y="27"/>
                </a:lnTo>
                <a:lnTo>
                  <a:pt x="21" y="25"/>
                </a:lnTo>
                <a:lnTo>
                  <a:pt x="20" y="23"/>
                </a:lnTo>
                <a:lnTo>
                  <a:pt x="21" y="20"/>
                </a:lnTo>
                <a:lnTo>
                  <a:pt x="21" y="18"/>
                </a:lnTo>
                <a:lnTo>
                  <a:pt x="23" y="16"/>
                </a:lnTo>
                <a:lnTo>
                  <a:pt x="24" y="14"/>
                </a:lnTo>
                <a:lnTo>
                  <a:pt x="27" y="13"/>
                </a:lnTo>
                <a:lnTo>
                  <a:pt x="29" y="12"/>
                </a:lnTo>
                <a:lnTo>
                  <a:pt x="32" y="11"/>
                </a:lnTo>
                <a:lnTo>
                  <a:pt x="36" y="10"/>
                </a:lnTo>
                <a:lnTo>
                  <a:pt x="39" y="11"/>
                </a:lnTo>
                <a:lnTo>
                  <a:pt x="43" y="12"/>
                </a:lnTo>
                <a:lnTo>
                  <a:pt x="45" y="14"/>
                </a:lnTo>
                <a:lnTo>
                  <a:pt x="48" y="16"/>
                </a:lnTo>
                <a:lnTo>
                  <a:pt x="51" y="18"/>
                </a:lnTo>
                <a:lnTo>
                  <a:pt x="53" y="21"/>
                </a:lnTo>
                <a:lnTo>
                  <a:pt x="55" y="24"/>
                </a:lnTo>
                <a:lnTo>
                  <a:pt x="56" y="27"/>
                </a:lnTo>
                <a:lnTo>
                  <a:pt x="61" y="27"/>
                </a:lnTo>
                <a:lnTo>
                  <a:pt x="63" y="23"/>
                </a:lnTo>
                <a:lnTo>
                  <a:pt x="64" y="19"/>
                </a:lnTo>
                <a:lnTo>
                  <a:pt x="65" y="14"/>
                </a:lnTo>
                <a:lnTo>
                  <a:pt x="66" y="10"/>
                </a:lnTo>
                <a:lnTo>
                  <a:pt x="63" y="8"/>
                </a:lnTo>
                <a:lnTo>
                  <a:pt x="60" y="6"/>
                </a:lnTo>
                <a:lnTo>
                  <a:pt x="56" y="4"/>
                </a:lnTo>
                <a:lnTo>
                  <a:pt x="52" y="3"/>
                </a:lnTo>
                <a:lnTo>
                  <a:pt x="48" y="2"/>
                </a:lnTo>
                <a:lnTo>
                  <a:pt x="44" y="1"/>
                </a:lnTo>
                <a:lnTo>
                  <a:pt x="40" y="0"/>
                </a:lnTo>
                <a:lnTo>
                  <a:pt x="36" y="0"/>
                </a:lnTo>
                <a:lnTo>
                  <a:pt x="32" y="0"/>
                </a:lnTo>
                <a:lnTo>
                  <a:pt x="28" y="1"/>
                </a:lnTo>
                <a:lnTo>
                  <a:pt x="24" y="2"/>
                </a:lnTo>
                <a:lnTo>
                  <a:pt x="21" y="3"/>
                </a:lnTo>
                <a:lnTo>
                  <a:pt x="18" y="4"/>
                </a:lnTo>
                <a:lnTo>
                  <a:pt x="15" y="6"/>
                </a:lnTo>
                <a:lnTo>
                  <a:pt x="12" y="7"/>
                </a:lnTo>
                <a:lnTo>
                  <a:pt x="10" y="10"/>
                </a:lnTo>
                <a:lnTo>
                  <a:pt x="8" y="12"/>
                </a:lnTo>
                <a:lnTo>
                  <a:pt x="6" y="14"/>
                </a:lnTo>
                <a:lnTo>
                  <a:pt x="4" y="17"/>
                </a:lnTo>
                <a:lnTo>
                  <a:pt x="3" y="20"/>
                </a:lnTo>
                <a:lnTo>
                  <a:pt x="2" y="22"/>
                </a:lnTo>
                <a:lnTo>
                  <a:pt x="1" y="26"/>
                </a:lnTo>
                <a:lnTo>
                  <a:pt x="1" y="30"/>
                </a:lnTo>
                <a:lnTo>
                  <a:pt x="0" y="34"/>
                </a:lnTo>
                <a:lnTo>
                  <a:pt x="0" y="36"/>
                </a:lnTo>
                <a:lnTo>
                  <a:pt x="1" y="38"/>
                </a:lnTo>
                <a:lnTo>
                  <a:pt x="1" y="41"/>
                </a:lnTo>
                <a:lnTo>
                  <a:pt x="2" y="43"/>
                </a:lnTo>
                <a:lnTo>
                  <a:pt x="3" y="46"/>
                </a:lnTo>
                <a:lnTo>
                  <a:pt x="4" y="48"/>
                </a:lnTo>
                <a:lnTo>
                  <a:pt x="6" y="51"/>
                </a:lnTo>
                <a:lnTo>
                  <a:pt x="8" y="52"/>
                </a:lnTo>
                <a:lnTo>
                  <a:pt x="10" y="55"/>
                </a:lnTo>
                <a:lnTo>
                  <a:pt x="12" y="56"/>
                </a:lnTo>
                <a:lnTo>
                  <a:pt x="14" y="58"/>
                </a:lnTo>
                <a:lnTo>
                  <a:pt x="17" y="60"/>
                </a:lnTo>
                <a:lnTo>
                  <a:pt x="20" y="62"/>
                </a:lnTo>
                <a:lnTo>
                  <a:pt x="23" y="63"/>
                </a:lnTo>
                <a:lnTo>
                  <a:pt x="26" y="65"/>
                </a:lnTo>
                <a:lnTo>
                  <a:pt x="30" y="67"/>
                </a:lnTo>
                <a:lnTo>
                  <a:pt x="34" y="68"/>
                </a:lnTo>
                <a:lnTo>
                  <a:pt x="38" y="70"/>
                </a:lnTo>
                <a:lnTo>
                  <a:pt x="41" y="71"/>
                </a:lnTo>
                <a:lnTo>
                  <a:pt x="44" y="74"/>
                </a:lnTo>
                <a:lnTo>
                  <a:pt x="46" y="75"/>
                </a:lnTo>
                <a:lnTo>
                  <a:pt x="48" y="78"/>
                </a:lnTo>
                <a:lnTo>
                  <a:pt x="48" y="79"/>
                </a:lnTo>
                <a:lnTo>
                  <a:pt x="48" y="82"/>
                </a:lnTo>
                <a:lnTo>
                  <a:pt x="48" y="84"/>
                </a:lnTo>
                <a:lnTo>
                  <a:pt x="47" y="87"/>
                </a:lnTo>
                <a:lnTo>
                  <a:pt x="45" y="89"/>
                </a:lnTo>
                <a:lnTo>
                  <a:pt x="44" y="91"/>
                </a:lnTo>
                <a:lnTo>
                  <a:pt x="41" y="92"/>
                </a:lnTo>
                <a:lnTo>
                  <a:pt x="39" y="93"/>
                </a:lnTo>
                <a:lnTo>
                  <a:pt x="36" y="94"/>
                </a:lnTo>
                <a:lnTo>
                  <a:pt x="32" y="95"/>
                </a:lnTo>
                <a:lnTo>
                  <a:pt x="28" y="95"/>
                </a:lnTo>
                <a:lnTo>
                  <a:pt x="24" y="94"/>
                </a:lnTo>
                <a:lnTo>
                  <a:pt x="21" y="92"/>
                </a:lnTo>
                <a:lnTo>
                  <a:pt x="18" y="91"/>
                </a:lnTo>
                <a:lnTo>
                  <a:pt x="16" y="87"/>
                </a:lnTo>
                <a:lnTo>
                  <a:pt x="12" y="85"/>
                </a:lnTo>
                <a:lnTo>
                  <a:pt x="10" y="81"/>
                </a:lnTo>
                <a:lnTo>
                  <a:pt x="8" y="77"/>
                </a:lnTo>
                <a:lnTo>
                  <a:pt x="4" y="77"/>
                </a:lnTo>
                <a:lnTo>
                  <a:pt x="3" y="81"/>
                </a:lnTo>
                <a:lnTo>
                  <a:pt x="2" y="87"/>
                </a:lnTo>
                <a:lnTo>
                  <a:pt x="1" y="92"/>
                </a:lnTo>
                <a:lnTo>
                  <a:pt x="0" y="96"/>
                </a:lnTo>
                <a:lnTo>
                  <a:pt x="3" y="98"/>
                </a:lnTo>
                <a:lnTo>
                  <a:pt x="7" y="99"/>
                </a:lnTo>
                <a:lnTo>
                  <a:pt x="10" y="100"/>
                </a:lnTo>
                <a:lnTo>
                  <a:pt x="13" y="102"/>
                </a:lnTo>
                <a:lnTo>
                  <a:pt x="17" y="103"/>
                </a:lnTo>
                <a:lnTo>
                  <a:pt x="20" y="103"/>
                </a:lnTo>
                <a:lnTo>
                  <a:pt x="25" y="103"/>
                </a:lnTo>
                <a:lnTo>
                  <a:pt x="29" y="103"/>
                </a:lnTo>
                <a:lnTo>
                  <a:pt x="33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101"/>
                </a:lnTo>
                <a:lnTo>
                  <a:pt x="49" y="100"/>
                </a:lnTo>
                <a:lnTo>
                  <a:pt x="52" y="99"/>
                </a:lnTo>
                <a:lnTo>
                  <a:pt x="56" y="97"/>
                </a:lnTo>
                <a:lnTo>
                  <a:pt x="59" y="95"/>
                </a:lnTo>
                <a:lnTo>
                  <a:pt x="60" y="93"/>
                </a:lnTo>
                <a:lnTo>
                  <a:pt x="63" y="91"/>
                </a:lnTo>
                <a:lnTo>
                  <a:pt x="64" y="88"/>
                </a:lnTo>
                <a:lnTo>
                  <a:pt x="66" y="85"/>
                </a:lnTo>
                <a:lnTo>
                  <a:pt x="68" y="83"/>
                </a:lnTo>
                <a:lnTo>
                  <a:pt x="68" y="79"/>
                </a:lnTo>
                <a:lnTo>
                  <a:pt x="69" y="75"/>
                </a:lnTo>
                <a:lnTo>
                  <a:pt x="69" y="71"/>
                </a:lnTo>
                <a:lnTo>
                  <a:pt x="69" y="69"/>
                </a:lnTo>
                <a:lnTo>
                  <a:pt x="69" y="67"/>
                </a:lnTo>
                <a:lnTo>
                  <a:pt x="68" y="64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08" name="î$líḋé">
            <a:extLst>
              <a:ext uri="{FF2B5EF4-FFF2-40B4-BE49-F238E27FC236}">
                <a16:creationId xmlns:a16="http://schemas.microsoft.com/office/drawing/2014/main" id="{B815111F-D206-4296-A7CD-134874EA2AD7}"/>
              </a:ext>
            </a:extLst>
          </p:cNvPr>
          <p:cNvSpPr>
            <a:spLocks noGrp="1"/>
          </p:cNvSpPr>
          <p:nvPr/>
        </p:nvSpPr>
        <p:spPr>
          <a:xfrm>
            <a:off x="230364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1 w 28"/>
              <a:gd name="GluePoint1Y" fmla="*/ 0 h 100"/>
              <a:gd name="GluePoint2X" fmla="*/ 18 w 28"/>
              <a:gd name="GluePoint2Y" fmla="*/ 0 h 100"/>
              <a:gd name="GluePoint3X" fmla="*/ 15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5 w 28"/>
              <a:gd name="GluePoint12Y" fmla="*/ 100 h 100"/>
              <a:gd name="GluePoint13X" fmla="*/ 18 w 28"/>
              <a:gd name="GluePoint13Y" fmla="*/ 100 h 100"/>
              <a:gd name="GluePoint14X" fmla="*/ 21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1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1" y="0"/>
                </a:moveTo>
                <a:lnTo>
                  <a:pt x="18" y="0"/>
                </a:lnTo>
                <a:lnTo>
                  <a:pt x="15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5" y="100"/>
                </a:lnTo>
                <a:lnTo>
                  <a:pt x="18" y="100"/>
                </a:lnTo>
                <a:lnTo>
                  <a:pt x="21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509" name="îṩḻïḓè">
            <a:extLst>
              <a:ext uri="{FF2B5EF4-FFF2-40B4-BE49-F238E27FC236}">
                <a16:creationId xmlns:a16="http://schemas.microsoft.com/office/drawing/2014/main" id="{94980B9D-7FDA-4D00-8AFD-FF43035CC0A6}"/>
              </a:ext>
            </a:extLst>
          </p:cNvPr>
          <p:cNvSpPr>
            <a:spLocks noGrp="1"/>
          </p:cNvSpPr>
          <p:nvPr/>
        </p:nvSpPr>
        <p:spPr>
          <a:xfrm>
            <a:off x="230292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29 w 33"/>
              <a:gd name="GluePoint2Y" fmla="*/ 7 h 32"/>
              <a:gd name="GluePoint3X" fmla="*/ 28 w 33"/>
              <a:gd name="GluePoint3Y" fmla="*/ 5 h 32"/>
              <a:gd name="GluePoint4X" fmla="*/ 25 w 33"/>
              <a:gd name="GluePoint4Y" fmla="*/ 3 h 32"/>
              <a:gd name="GluePoint5X" fmla="*/ 22 w 33"/>
              <a:gd name="GluePoint5Y" fmla="*/ 2 h 32"/>
              <a:gd name="GluePoint6X" fmla="*/ 19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9 w 33"/>
              <a:gd name="GluePoint9Y" fmla="*/ 2 h 32"/>
              <a:gd name="GluePoint10X" fmla="*/ 6 w 33"/>
              <a:gd name="GluePoint10Y" fmla="*/ 3 h 32"/>
              <a:gd name="GluePoint11X" fmla="*/ 4 w 33"/>
              <a:gd name="GluePoint11Y" fmla="*/ 5 h 32"/>
              <a:gd name="GluePoint12X" fmla="*/ 2 w 33"/>
              <a:gd name="GluePoint12Y" fmla="*/ 7 h 32"/>
              <a:gd name="GluePoint13X" fmla="*/ 1 w 33"/>
              <a:gd name="GluePoint13Y" fmla="*/ 10 h 32"/>
              <a:gd name="GluePoint14X" fmla="*/ 0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1 w 33"/>
              <a:gd name="GluePoint17Y" fmla="*/ 23 h 32"/>
              <a:gd name="GluePoint18X" fmla="*/ 2 w 33"/>
              <a:gd name="GluePoint18Y" fmla="*/ 26 h 32"/>
              <a:gd name="GluePoint19X" fmla="*/ 4 w 33"/>
              <a:gd name="GluePoint19Y" fmla="*/ 28 h 32"/>
              <a:gd name="GluePoint20X" fmla="*/ 6 w 33"/>
              <a:gd name="GluePoint20Y" fmla="*/ 30 h 32"/>
              <a:gd name="GluePoint21X" fmla="*/ 9 w 33"/>
              <a:gd name="GluePoint21Y" fmla="*/ 31 h 32"/>
              <a:gd name="GluePoint22X" fmla="*/ 12 w 33"/>
              <a:gd name="GluePoint22Y" fmla="*/ 32 h 32"/>
              <a:gd name="GluePoint23X" fmla="*/ 16 w 33"/>
              <a:gd name="GluePoint23Y" fmla="*/ 32 h 32"/>
              <a:gd name="GluePoint24X" fmla="*/ 19 w 33"/>
              <a:gd name="GluePoint24Y" fmla="*/ 32 h 32"/>
              <a:gd name="GluePoint25X" fmla="*/ 22 w 33"/>
              <a:gd name="GluePoint25Y" fmla="*/ 31 h 32"/>
              <a:gd name="GluePoint26X" fmla="*/ 25 w 33"/>
              <a:gd name="GluePoint26Y" fmla="*/ 30 h 32"/>
              <a:gd name="GluePoint27X" fmla="*/ 28 w 33"/>
              <a:gd name="GluePoint27Y" fmla="*/ 27 h 32"/>
              <a:gd name="GluePoint28X" fmla="*/ 29 w 33"/>
              <a:gd name="GluePoint28Y" fmla="*/ 25 h 32"/>
              <a:gd name="GluePoint29X" fmla="*/ 31 w 33"/>
              <a:gd name="GluePoint29Y" fmla="*/ 23 h 32"/>
              <a:gd name="GluePoint30X" fmla="*/ 32 w 33"/>
              <a:gd name="GluePoint30Y" fmla="*/ 19 h 32"/>
              <a:gd name="GluePoint31X" fmla="*/ 33 w 33"/>
              <a:gd name="GluePoint31Y" fmla="*/ 16 h 32"/>
              <a:gd name="GluePoint32X" fmla="*/ 32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29" y="7"/>
                </a:lnTo>
                <a:lnTo>
                  <a:pt x="28" y="5"/>
                </a:lnTo>
                <a:lnTo>
                  <a:pt x="25" y="3"/>
                </a:lnTo>
                <a:lnTo>
                  <a:pt x="22" y="2"/>
                </a:lnTo>
                <a:lnTo>
                  <a:pt x="19" y="0"/>
                </a:lnTo>
                <a:lnTo>
                  <a:pt x="16" y="0"/>
                </a:lnTo>
                <a:lnTo>
                  <a:pt x="13" y="0"/>
                </a:lnTo>
                <a:lnTo>
                  <a:pt x="9" y="2"/>
                </a:lnTo>
                <a:lnTo>
                  <a:pt x="6" y="3"/>
                </a:lnTo>
                <a:lnTo>
                  <a:pt x="4" y="5"/>
                </a:lnTo>
                <a:lnTo>
                  <a:pt x="2" y="7"/>
                </a:lnTo>
                <a:lnTo>
                  <a:pt x="1" y="10"/>
                </a:lnTo>
                <a:lnTo>
                  <a:pt x="0" y="13"/>
                </a:lnTo>
                <a:lnTo>
                  <a:pt x="0" y="16"/>
                </a:lnTo>
                <a:lnTo>
                  <a:pt x="0" y="20"/>
                </a:lnTo>
                <a:lnTo>
                  <a:pt x="1" y="23"/>
                </a:lnTo>
                <a:lnTo>
                  <a:pt x="2" y="26"/>
                </a:lnTo>
                <a:lnTo>
                  <a:pt x="4" y="28"/>
                </a:lnTo>
                <a:lnTo>
                  <a:pt x="6" y="30"/>
                </a:lnTo>
                <a:lnTo>
                  <a:pt x="9" y="31"/>
                </a:lnTo>
                <a:lnTo>
                  <a:pt x="12" y="32"/>
                </a:lnTo>
                <a:lnTo>
                  <a:pt x="16" y="32"/>
                </a:lnTo>
                <a:lnTo>
                  <a:pt x="19" y="32"/>
                </a:lnTo>
                <a:lnTo>
                  <a:pt x="22" y="31"/>
                </a:lnTo>
                <a:lnTo>
                  <a:pt x="25" y="30"/>
                </a:lnTo>
                <a:lnTo>
                  <a:pt x="28" y="27"/>
                </a:lnTo>
                <a:lnTo>
                  <a:pt x="29" y="25"/>
                </a:lnTo>
                <a:lnTo>
                  <a:pt x="31" y="23"/>
                </a:lnTo>
                <a:lnTo>
                  <a:pt x="32" y="19"/>
                </a:lnTo>
                <a:lnTo>
                  <a:pt x="33" y="16"/>
                </a:lnTo>
                <a:lnTo>
                  <a:pt x="32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510" name="îṥḷíde">
            <a:extLst>
              <a:ext uri="{FF2B5EF4-FFF2-40B4-BE49-F238E27FC236}">
                <a16:creationId xmlns:a16="http://schemas.microsoft.com/office/drawing/2014/main" id="{ADD54FF3-A0A3-4C39-A9FD-ED20B6804377}"/>
              </a:ext>
            </a:extLst>
          </p:cNvPr>
          <p:cNvSpPr>
            <a:spLocks noGrp="1"/>
          </p:cNvSpPr>
          <p:nvPr/>
        </p:nvSpPr>
        <p:spPr>
          <a:xfrm>
            <a:off x="232920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8 w 62"/>
              <a:gd name="GluePoint1Y" fmla="*/ 129 h 138"/>
              <a:gd name="GluePoint2X" fmla="*/ 55 w 62"/>
              <a:gd name="GluePoint2Y" fmla="*/ 129 h 138"/>
              <a:gd name="GluePoint3X" fmla="*/ 54 w 62"/>
              <a:gd name="GluePoint3Y" fmla="*/ 129 h 138"/>
              <a:gd name="GluePoint4X" fmla="*/ 51 w 62"/>
              <a:gd name="GluePoint4Y" fmla="*/ 129 h 138"/>
              <a:gd name="GluePoint5X" fmla="*/ 50 w 62"/>
              <a:gd name="GluePoint5Y" fmla="*/ 129 h 138"/>
              <a:gd name="GluePoint6X" fmla="*/ 48 w 62"/>
              <a:gd name="GluePoint6Y" fmla="*/ 128 h 138"/>
              <a:gd name="GluePoint7X" fmla="*/ 46 w 62"/>
              <a:gd name="GluePoint7Y" fmla="*/ 127 h 138"/>
              <a:gd name="GluePoint8X" fmla="*/ 46 w 62"/>
              <a:gd name="GluePoint8Y" fmla="*/ 126 h 138"/>
              <a:gd name="GluePoint9X" fmla="*/ 45 w 62"/>
              <a:gd name="GluePoint9Y" fmla="*/ 124 h 138"/>
              <a:gd name="GluePoint10X" fmla="*/ 44 w 62"/>
              <a:gd name="GluePoint10Y" fmla="*/ 122 h 138"/>
              <a:gd name="GluePoint11X" fmla="*/ 43 w 62"/>
              <a:gd name="GluePoint11Y" fmla="*/ 120 h 138"/>
              <a:gd name="GluePoint12X" fmla="*/ 43 w 62"/>
              <a:gd name="GluePoint12Y" fmla="*/ 118 h 138"/>
              <a:gd name="GluePoint13X" fmla="*/ 43 w 62"/>
              <a:gd name="GluePoint13Y" fmla="*/ 115 h 138"/>
              <a:gd name="GluePoint14X" fmla="*/ 43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1 w 62"/>
              <a:gd name="GluePoint18Y" fmla="*/ 47 h 138"/>
              <a:gd name="GluePoint19X" fmla="*/ 61 w 62"/>
              <a:gd name="GluePoint19Y" fmla="*/ 44 h 138"/>
              <a:gd name="GluePoint20X" fmla="*/ 61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6 w 62"/>
              <a:gd name="GluePoint24Y" fmla="*/ 4 h 138"/>
              <a:gd name="GluePoint25X" fmla="*/ 29 w 62"/>
              <a:gd name="GluePoint25Y" fmla="*/ 7 h 138"/>
              <a:gd name="GluePoint26X" fmla="*/ 22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1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5 w 62"/>
              <a:gd name="GluePoint38Y" fmla="*/ 118 h 138"/>
              <a:gd name="GluePoint39X" fmla="*/ 16 w 62"/>
              <a:gd name="GluePoint39Y" fmla="*/ 121 h 138"/>
              <a:gd name="GluePoint40X" fmla="*/ 17 w 62"/>
              <a:gd name="GluePoint40Y" fmla="*/ 123 h 138"/>
              <a:gd name="GluePoint41X" fmla="*/ 18 w 62"/>
              <a:gd name="GluePoint41Y" fmla="*/ 126 h 138"/>
              <a:gd name="GluePoint42X" fmla="*/ 19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9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8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60 w 62"/>
              <a:gd name="GluePoint59Y" fmla="*/ 128 h 138"/>
              <a:gd name="GluePoint60X" fmla="*/ 58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8" y="129"/>
                </a:moveTo>
                <a:lnTo>
                  <a:pt x="55" y="129"/>
                </a:lnTo>
                <a:lnTo>
                  <a:pt x="54" y="129"/>
                </a:lnTo>
                <a:lnTo>
                  <a:pt x="51" y="129"/>
                </a:lnTo>
                <a:lnTo>
                  <a:pt x="50" y="129"/>
                </a:lnTo>
                <a:lnTo>
                  <a:pt x="48" y="128"/>
                </a:lnTo>
                <a:lnTo>
                  <a:pt x="46" y="127"/>
                </a:lnTo>
                <a:lnTo>
                  <a:pt x="46" y="126"/>
                </a:lnTo>
                <a:lnTo>
                  <a:pt x="45" y="124"/>
                </a:lnTo>
                <a:lnTo>
                  <a:pt x="44" y="122"/>
                </a:lnTo>
                <a:lnTo>
                  <a:pt x="43" y="120"/>
                </a:lnTo>
                <a:lnTo>
                  <a:pt x="43" y="118"/>
                </a:lnTo>
                <a:lnTo>
                  <a:pt x="43" y="115"/>
                </a:lnTo>
                <a:lnTo>
                  <a:pt x="43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1" y="47"/>
                </a:lnTo>
                <a:lnTo>
                  <a:pt x="61" y="44"/>
                </a:lnTo>
                <a:lnTo>
                  <a:pt x="61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6" y="4"/>
                </a:lnTo>
                <a:lnTo>
                  <a:pt x="29" y="7"/>
                </a:lnTo>
                <a:lnTo>
                  <a:pt x="22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1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5" y="118"/>
                </a:lnTo>
                <a:lnTo>
                  <a:pt x="16" y="121"/>
                </a:lnTo>
                <a:lnTo>
                  <a:pt x="17" y="123"/>
                </a:lnTo>
                <a:lnTo>
                  <a:pt x="18" y="126"/>
                </a:lnTo>
                <a:lnTo>
                  <a:pt x="19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9" y="137"/>
                </a:lnTo>
                <a:lnTo>
                  <a:pt x="31" y="138"/>
                </a:lnTo>
                <a:lnTo>
                  <a:pt x="34" y="138"/>
                </a:lnTo>
                <a:lnTo>
                  <a:pt x="38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60" y="128"/>
                </a:lnTo>
                <a:lnTo>
                  <a:pt x="58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511" name="îŝ1iḑè">
            <a:extLst>
              <a:ext uri="{FF2B5EF4-FFF2-40B4-BE49-F238E27FC236}">
                <a16:creationId xmlns:a16="http://schemas.microsoft.com/office/drawing/2014/main" id="{29F6E197-4561-4048-9EA8-CBD0B554C554}"/>
              </a:ext>
            </a:extLst>
          </p:cNvPr>
          <p:cNvSpPr>
            <a:spLocks noGrp="1"/>
          </p:cNvSpPr>
          <p:nvPr/>
        </p:nvSpPr>
        <p:spPr>
          <a:xfrm>
            <a:off x="2364840" y="956160"/>
            <a:ext cx="42120" cy="66600"/>
          </a:xfrm>
          <a:custGeom>
            <a:avLst/>
            <a:gdLst>
              <a:gd name="textAreaLeft" fmla="*/ 0 w 42120"/>
              <a:gd name="textAreaRight" fmla="*/ 42480 w 42120"/>
              <a:gd name="textAreaTop" fmla="*/ 0 h 66600"/>
              <a:gd name="textAreaBottom" fmla="*/ 66960 h 66600"/>
              <a:gd name="GluePoint1X" fmla="*/ 93 w 97"/>
              <a:gd name="GluePoint1Y" fmla="*/ 0 h 153"/>
              <a:gd name="GluePoint2X" fmla="*/ 91 w 97"/>
              <a:gd name="GluePoint2Y" fmla="*/ 0 h 153"/>
              <a:gd name="GluePoint3X" fmla="*/ 88 w 97"/>
              <a:gd name="GluePoint3Y" fmla="*/ 0 h 153"/>
              <a:gd name="GluePoint4X" fmla="*/ 87 w 97"/>
              <a:gd name="GluePoint4Y" fmla="*/ 0 h 153"/>
              <a:gd name="GluePoint5X" fmla="*/ 84 w 97"/>
              <a:gd name="GluePoint5Y" fmla="*/ 0 h 153"/>
              <a:gd name="GluePoint6X" fmla="*/ 83 w 97"/>
              <a:gd name="GluePoint6Y" fmla="*/ 0 h 153"/>
              <a:gd name="GluePoint7X" fmla="*/ 80 w 97"/>
              <a:gd name="GluePoint7Y" fmla="*/ 0 h 153"/>
              <a:gd name="GluePoint8X" fmla="*/ 76 w 97"/>
              <a:gd name="GluePoint8Y" fmla="*/ 11 h 153"/>
              <a:gd name="GluePoint9X" fmla="*/ 72 w 97"/>
              <a:gd name="GluePoint9Y" fmla="*/ 21 h 153"/>
              <a:gd name="GluePoint10X" fmla="*/ 68 w 97"/>
              <a:gd name="GluePoint10Y" fmla="*/ 32 h 153"/>
              <a:gd name="GluePoint11X" fmla="*/ 64 w 97"/>
              <a:gd name="GluePoint11Y" fmla="*/ 44 h 153"/>
              <a:gd name="GluePoint12X" fmla="*/ 56 w 97"/>
              <a:gd name="GluePoint12Y" fmla="*/ 65 h 153"/>
              <a:gd name="GluePoint13X" fmla="*/ 55 w 97"/>
              <a:gd name="GluePoint13Y" fmla="*/ 62 h 153"/>
              <a:gd name="GluePoint14X" fmla="*/ 53 w 97"/>
              <a:gd name="GluePoint14Y" fmla="*/ 59 h 153"/>
              <a:gd name="GluePoint15X" fmla="*/ 52 w 97"/>
              <a:gd name="GluePoint15Y" fmla="*/ 55 h 153"/>
              <a:gd name="GluePoint16X" fmla="*/ 49 w 97"/>
              <a:gd name="GluePoint16Y" fmla="*/ 50 h 153"/>
              <a:gd name="GluePoint17X" fmla="*/ 47 w 97"/>
              <a:gd name="GluePoint17Y" fmla="*/ 42 h 153"/>
              <a:gd name="GluePoint18X" fmla="*/ 44 w 97"/>
              <a:gd name="GluePoint18Y" fmla="*/ 35 h 153"/>
              <a:gd name="GluePoint19X" fmla="*/ 41 w 97"/>
              <a:gd name="GluePoint19Y" fmla="*/ 28 h 153"/>
              <a:gd name="GluePoint20X" fmla="*/ 39 w 97"/>
              <a:gd name="GluePoint20Y" fmla="*/ 21 h 153"/>
              <a:gd name="GluePoint21X" fmla="*/ 36 w 97"/>
              <a:gd name="GluePoint21Y" fmla="*/ 15 h 153"/>
              <a:gd name="GluePoint22X" fmla="*/ 35 w 97"/>
              <a:gd name="GluePoint22Y" fmla="*/ 9 h 153"/>
              <a:gd name="GluePoint23X" fmla="*/ 33 w 97"/>
              <a:gd name="GluePoint23Y" fmla="*/ 4 h 153"/>
              <a:gd name="GluePoint24X" fmla="*/ 32 w 97"/>
              <a:gd name="GluePoint24Y" fmla="*/ 0 h 153"/>
              <a:gd name="GluePoint25X" fmla="*/ 28 w 97"/>
              <a:gd name="GluePoint25Y" fmla="*/ 0 h 153"/>
              <a:gd name="GluePoint26X" fmla="*/ 24 w 97"/>
              <a:gd name="GluePoint26Y" fmla="*/ 0 h 153"/>
              <a:gd name="GluePoint27X" fmla="*/ 20 w 97"/>
              <a:gd name="GluePoint27Y" fmla="*/ 0 h 153"/>
              <a:gd name="GluePoint28X" fmla="*/ 16 w 97"/>
              <a:gd name="GluePoint28Y" fmla="*/ 0 h 153"/>
              <a:gd name="GluePoint29X" fmla="*/ 12 w 97"/>
              <a:gd name="GluePoint29Y" fmla="*/ 0 h 153"/>
              <a:gd name="GluePoint30X" fmla="*/ 8 w 97"/>
              <a:gd name="GluePoint30Y" fmla="*/ 0 h 153"/>
              <a:gd name="GluePoint31X" fmla="*/ 4 w 97"/>
              <a:gd name="GluePoint31Y" fmla="*/ 0 h 153"/>
              <a:gd name="GluePoint32X" fmla="*/ 0 w 97"/>
              <a:gd name="GluePoint32Y" fmla="*/ 0 h 153"/>
              <a:gd name="GluePoint33X" fmla="*/ 42 w 97"/>
              <a:gd name="GluePoint33Y" fmla="*/ 100 h 153"/>
              <a:gd name="GluePoint34X" fmla="*/ 16 w 97"/>
              <a:gd name="GluePoint34Y" fmla="*/ 153 h 153"/>
              <a:gd name="GluePoint35X" fmla="*/ 20 w 97"/>
              <a:gd name="GluePoint35Y" fmla="*/ 153 h 153"/>
              <a:gd name="GluePoint36X" fmla="*/ 24 w 97"/>
              <a:gd name="GluePoint36Y" fmla="*/ 153 h 153"/>
              <a:gd name="GluePoint37X" fmla="*/ 28 w 97"/>
              <a:gd name="GluePoint37Y" fmla="*/ 153 h 153"/>
              <a:gd name="GluePoint38X" fmla="*/ 33 w 97"/>
              <a:gd name="GluePoint38Y" fmla="*/ 153 h 153"/>
              <a:gd name="GluePoint39X" fmla="*/ 37 w 97"/>
              <a:gd name="GluePoint39Y" fmla="*/ 141 h 153"/>
              <a:gd name="GluePoint40X" fmla="*/ 41 w 97"/>
              <a:gd name="GluePoint40Y" fmla="*/ 130 h 153"/>
              <a:gd name="GluePoint41X" fmla="*/ 46 w 97"/>
              <a:gd name="GluePoint41Y" fmla="*/ 118 h 153"/>
              <a:gd name="GluePoint42X" fmla="*/ 52 w 97"/>
              <a:gd name="GluePoint42Y" fmla="*/ 105 h 153"/>
              <a:gd name="GluePoint43X" fmla="*/ 57 w 97"/>
              <a:gd name="GluePoint43Y" fmla="*/ 92 h 153"/>
              <a:gd name="GluePoint44X" fmla="*/ 63 w 97"/>
              <a:gd name="GluePoint44Y" fmla="*/ 77 h 153"/>
              <a:gd name="GluePoint45X" fmla="*/ 70 w 97"/>
              <a:gd name="GluePoint45Y" fmla="*/ 63 h 153"/>
              <a:gd name="GluePoint46X" fmla="*/ 76 w 97"/>
              <a:gd name="GluePoint46Y" fmla="*/ 48 h 153"/>
              <a:gd name="GluePoint47X" fmla="*/ 97 w 97"/>
              <a:gd name="GluePoint47Y" fmla="*/ 0 h 153"/>
              <a:gd name="GluePoint48X" fmla="*/ 96 w 97"/>
              <a:gd name="GluePoint48Y" fmla="*/ 0 h 153"/>
              <a:gd name="GluePoint49X" fmla="*/ 93 w 97"/>
              <a:gd name="GluePoint49Y" fmla="*/ 0 h 153"/>
            </a:gdLst>
            <a:ahLst/>
            <a:cxnLst/>
            <a:rect l="textAreaLeft" t="textAreaTop" r="textAreaRight" b="textAreaBottom"/>
            <a:pathLst>
              <a:path w="97" h="153">
                <a:moveTo>
                  <a:pt x="93" y="0"/>
                </a:moveTo>
                <a:lnTo>
                  <a:pt x="91" y="0"/>
                </a:lnTo>
                <a:lnTo>
                  <a:pt x="88" y="0"/>
                </a:lnTo>
                <a:lnTo>
                  <a:pt x="87" y="0"/>
                </a:lnTo>
                <a:lnTo>
                  <a:pt x="84" y="0"/>
                </a:lnTo>
                <a:lnTo>
                  <a:pt x="83" y="0"/>
                </a:lnTo>
                <a:lnTo>
                  <a:pt x="80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49" y="50"/>
                </a:lnTo>
                <a:lnTo>
                  <a:pt x="47" y="42"/>
                </a:lnTo>
                <a:lnTo>
                  <a:pt x="44" y="35"/>
                </a:lnTo>
                <a:lnTo>
                  <a:pt x="41" y="28"/>
                </a:lnTo>
                <a:lnTo>
                  <a:pt x="39" y="21"/>
                </a:lnTo>
                <a:lnTo>
                  <a:pt x="36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2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1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3" y="77"/>
                </a:lnTo>
                <a:lnTo>
                  <a:pt x="70" y="63"/>
                </a:lnTo>
                <a:lnTo>
                  <a:pt x="76" y="48"/>
                </a:lnTo>
                <a:lnTo>
                  <a:pt x="97" y="0"/>
                </a:lnTo>
                <a:lnTo>
                  <a:pt x="96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512" name="iş1îḓê">
            <a:extLst>
              <a:ext uri="{FF2B5EF4-FFF2-40B4-BE49-F238E27FC236}">
                <a16:creationId xmlns:a16="http://schemas.microsoft.com/office/drawing/2014/main" id="{F071E225-C47A-48AC-8E87-536FD47E6C9E}"/>
              </a:ext>
            </a:extLst>
          </p:cNvPr>
          <p:cNvSpPr>
            <a:spLocks noGrp="1"/>
          </p:cNvSpPr>
          <p:nvPr/>
        </p:nvSpPr>
        <p:spPr>
          <a:xfrm>
            <a:off x="2436480" y="955440"/>
            <a:ext cx="45000" cy="44640"/>
          </a:xfrm>
          <a:custGeom>
            <a:avLst/>
            <a:gdLst>
              <a:gd name="textAreaLeft" fmla="*/ 0 w 45000"/>
              <a:gd name="textAreaRight" fmla="*/ 45360 w 45000"/>
              <a:gd name="textAreaTop" fmla="*/ 0 h 44640"/>
              <a:gd name="textAreaBottom" fmla="*/ 45000 h 44640"/>
              <a:gd name="GluePoint1X" fmla="*/ 101 w 104"/>
              <a:gd name="GluePoint1Y" fmla="*/ 34 h 103"/>
              <a:gd name="GluePoint2X" fmla="*/ 97 w 104"/>
              <a:gd name="GluePoint2Y" fmla="*/ 25 h 103"/>
              <a:gd name="GluePoint3X" fmla="*/ 92 w 104"/>
              <a:gd name="GluePoint3Y" fmla="*/ 17 h 103"/>
              <a:gd name="GluePoint4X" fmla="*/ 86 w 104"/>
              <a:gd name="GluePoint4Y" fmla="*/ 10 h 103"/>
              <a:gd name="GluePoint5X" fmla="*/ 78 w 104"/>
              <a:gd name="GluePoint5Y" fmla="*/ 6 h 103"/>
              <a:gd name="GluePoint6X" fmla="*/ 68 w 104"/>
              <a:gd name="GluePoint6Y" fmla="*/ 2 h 103"/>
              <a:gd name="GluePoint7X" fmla="*/ 58 w 104"/>
              <a:gd name="GluePoint7Y" fmla="*/ 1 h 103"/>
              <a:gd name="GluePoint8X" fmla="*/ 46 w 104"/>
              <a:gd name="GluePoint8Y" fmla="*/ 1 h 103"/>
              <a:gd name="GluePoint9X" fmla="*/ 35 w 104"/>
              <a:gd name="GluePoint9Y" fmla="*/ 2 h 103"/>
              <a:gd name="GluePoint10X" fmla="*/ 26 w 104"/>
              <a:gd name="GluePoint10Y" fmla="*/ 6 h 103"/>
              <a:gd name="GluePoint11X" fmla="*/ 18 w 104"/>
              <a:gd name="GluePoint11Y" fmla="*/ 12 h 103"/>
              <a:gd name="GluePoint12X" fmla="*/ 12 w 104"/>
              <a:gd name="GluePoint12Y" fmla="*/ 18 h 103"/>
              <a:gd name="GluePoint13X" fmla="*/ 6 w 104"/>
              <a:gd name="GluePoint13Y" fmla="*/ 27 h 103"/>
              <a:gd name="GluePoint14X" fmla="*/ 3 w 104"/>
              <a:gd name="GluePoint14Y" fmla="*/ 37 h 103"/>
              <a:gd name="GluePoint15X" fmla="*/ 1 w 104"/>
              <a:gd name="GluePoint15Y" fmla="*/ 48 h 103"/>
              <a:gd name="GluePoint16X" fmla="*/ 1 w 104"/>
              <a:gd name="GluePoint16Y" fmla="*/ 61 h 103"/>
              <a:gd name="GluePoint17X" fmla="*/ 3 w 104"/>
              <a:gd name="GluePoint17Y" fmla="*/ 71 h 103"/>
              <a:gd name="GluePoint18X" fmla="*/ 6 w 104"/>
              <a:gd name="GluePoint18Y" fmla="*/ 80 h 103"/>
              <a:gd name="GluePoint19X" fmla="*/ 12 w 104"/>
              <a:gd name="GluePoint19Y" fmla="*/ 87 h 103"/>
              <a:gd name="GluePoint20X" fmla="*/ 18 w 104"/>
              <a:gd name="GluePoint20Y" fmla="*/ 94 h 103"/>
              <a:gd name="GluePoint21X" fmla="*/ 26 w 104"/>
              <a:gd name="GluePoint21Y" fmla="*/ 98 h 103"/>
              <a:gd name="GluePoint22X" fmla="*/ 35 w 104"/>
              <a:gd name="GluePoint22Y" fmla="*/ 102 h 103"/>
              <a:gd name="GluePoint23X" fmla="*/ 46 w 104"/>
              <a:gd name="GluePoint23Y" fmla="*/ 103 h 103"/>
              <a:gd name="GluePoint24X" fmla="*/ 58 w 104"/>
              <a:gd name="GluePoint24Y" fmla="*/ 103 h 103"/>
              <a:gd name="GluePoint25X" fmla="*/ 68 w 104"/>
              <a:gd name="GluePoint25Y" fmla="*/ 102 h 103"/>
              <a:gd name="GluePoint26X" fmla="*/ 78 w 104"/>
              <a:gd name="GluePoint26Y" fmla="*/ 98 h 103"/>
              <a:gd name="GluePoint27X" fmla="*/ 86 w 104"/>
              <a:gd name="GluePoint27Y" fmla="*/ 92 h 103"/>
              <a:gd name="GluePoint28X" fmla="*/ 92 w 104"/>
              <a:gd name="GluePoint28Y" fmla="*/ 86 h 103"/>
              <a:gd name="GluePoint29X" fmla="*/ 97 w 104"/>
              <a:gd name="GluePoint29Y" fmla="*/ 78 h 103"/>
              <a:gd name="GluePoint30X" fmla="*/ 101 w 104"/>
              <a:gd name="GluePoint30Y" fmla="*/ 68 h 103"/>
              <a:gd name="GluePoint31X" fmla="*/ 103 w 104"/>
              <a:gd name="GluePoint31Y" fmla="*/ 56 h 103"/>
              <a:gd name="GluePoint32X" fmla="*/ 103 w 104"/>
              <a:gd name="GluePoint32Y" fmla="*/ 44 h 103"/>
              <a:gd name="GluePoint33X" fmla="*/ 72 w 104"/>
              <a:gd name="GluePoint33Y" fmla="*/ 58 h 103"/>
              <a:gd name="GluePoint34X" fmla="*/ 70 w 104"/>
              <a:gd name="GluePoint34Y" fmla="*/ 72 h 103"/>
              <a:gd name="GluePoint35X" fmla="*/ 68 w 104"/>
              <a:gd name="GluePoint35Y" fmla="*/ 79 h 103"/>
              <a:gd name="GluePoint36X" fmla="*/ 65 w 104"/>
              <a:gd name="GluePoint36Y" fmla="*/ 86 h 103"/>
              <a:gd name="GluePoint37X" fmla="*/ 62 w 104"/>
              <a:gd name="GluePoint37Y" fmla="*/ 91 h 103"/>
              <a:gd name="GluePoint38X" fmla="*/ 58 w 104"/>
              <a:gd name="GluePoint38Y" fmla="*/ 94 h 103"/>
              <a:gd name="GluePoint39X" fmla="*/ 54 w 104"/>
              <a:gd name="GluePoint39Y" fmla="*/ 95 h 103"/>
              <a:gd name="GluePoint40X" fmla="*/ 49 w 104"/>
              <a:gd name="GluePoint40Y" fmla="*/ 95 h 103"/>
              <a:gd name="GluePoint41X" fmla="*/ 45 w 104"/>
              <a:gd name="GluePoint41Y" fmla="*/ 94 h 103"/>
              <a:gd name="GluePoint42X" fmla="*/ 41 w 104"/>
              <a:gd name="GluePoint42Y" fmla="*/ 91 h 103"/>
              <a:gd name="GluePoint43X" fmla="*/ 38 w 104"/>
              <a:gd name="GluePoint43Y" fmla="*/ 87 h 103"/>
              <a:gd name="GluePoint44X" fmla="*/ 36 w 104"/>
              <a:gd name="GluePoint44Y" fmla="*/ 83 h 103"/>
              <a:gd name="GluePoint45X" fmla="*/ 33 w 104"/>
              <a:gd name="GluePoint45Y" fmla="*/ 75 h 103"/>
              <a:gd name="GluePoint46X" fmla="*/ 32 w 104"/>
              <a:gd name="GluePoint46Y" fmla="*/ 68 h 103"/>
              <a:gd name="GluePoint47X" fmla="*/ 32 w 104"/>
              <a:gd name="GluePoint47Y" fmla="*/ 59 h 103"/>
              <a:gd name="GluePoint48X" fmla="*/ 32 w 104"/>
              <a:gd name="GluePoint48Y" fmla="*/ 49 h 103"/>
              <a:gd name="GluePoint49X" fmla="*/ 32 w 104"/>
              <a:gd name="GluePoint49Y" fmla="*/ 38 h 103"/>
              <a:gd name="GluePoint50X" fmla="*/ 33 w 104"/>
              <a:gd name="GluePoint50Y" fmla="*/ 30 h 103"/>
              <a:gd name="GluePoint51X" fmla="*/ 36 w 104"/>
              <a:gd name="GluePoint51Y" fmla="*/ 23 h 103"/>
              <a:gd name="GluePoint52X" fmla="*/ 38 w 104"/>
              <a:gd name="GluePoint52Y" fmla="*/ 18 h 103"/>
              <a:gd name="GluePoint53X" fmla="*/ 41 w 104"/>
              <a:gd name="GluePoint53Y" fmla="*/ 14 h 103"/>
              <a:gd name="GluePoint54X" fmla="*/ 46 w 104"/>
              <a:gd name="GluePoint54Y" fmla="*/ 10 h 103"/>
              <a:gd name="GluePoint55X" fmla="*/ 50 w 104"/>
              <a:gd name="GluePoint55Y" fmla="*/ 9 h 103"/>
              <a:gd name="GluePoint56X" fmla="*/ 55 w 104"/>
              <a:gd name="GluePoint56Y" fmla="*/ 9 h 103"/>
              <a:gd name="GluePoint57X" fmla="*/ 60 w 104"/>
              <a:gd name="GluePoint57Y" fmla="*/ 10 h 103"/>
              <a:gd name="GluePoint58X" fmla="*/ 63 w 104"/>
              <a:gd name="GluePoint58Y" fmla="*/ 13 h 103"/>
              <a:gd name="GluePoint59X" fmla="*/ 66 w 104"/>
              <a:gd name="GluePoint59Y" fmla="*/ 16 h 103"/>
              <a:gd name="GluePoint60X" fmla="*/ 68 w 104"/>
              <a:gd name="GluePoint60Y" fmla="*/ 22 h 103"/>
              <a:gd name="GluePoint61X" fmla="*/ 70 w 104"/>
              <a:gd name="GluePoint61Y" fmla="*/ 27 h 103"/>
              <a:gd name="GluePoint62X" fmla="*/ 72 w 104"/>
              <a:gd name="GluePoint62Y" fmla="*/ 38 h 103"/>
              <a:gd name="GluePoint63X" fmla="*/ 72 w 104"/>
              <a:gd name="GluePoint63Y" fmla="*/ 58 h 103"/>
            </a:gdLst>
            <a:ahLst/>
            <a:cxnLst/>
            <a:rect l="textAreaLeft" t="textAreaTop" r="textAreaRight" b="textAreaBottom"/>
            <a:pathLst>
              <a:path w="104" h="103">
                <a:moveTo>
                  <a:pt x="102" y="38"/>
                </a:moveTo>
                <a:lnTo>
                  <a:pt x="101" y="34"/>
                </a:lnTo>
                <a:lnTo>
                  <a:pt x="100" y="29"/>
                </a:lnTo>
                <a:lnTo>
                  <a:pt x="97" y="25"/>
                </a:lnTo>
                <a:lnTo>
                  <a:pt x="95" y="21"/>
                </a:lnTo>
                <a:lnTo>
                  <a:pt x="92" y="17"/>
                </a:lnTo>
                <a:lnTo>
                  <a:pt x="89" y="14"/>
                </a:lnTo>
                <a:lnTo>
                  <a:pt x="86" y="10"/>
                </a:lnTo>
                <a:lnTo>
                  <a:pt x="82" y="8"/>
                </a:lnTo>
                <a:lnTo>
                  <a:pt x="78" y="6"/>
                </a:lnTo>
                <a:lnTo>
                  <a:pt x="74" y="4"/>
                </a:lnTo>
                <a:lnTo>
                  <a:pt x="68" y="2"/>
                </a:lnTo>
                <a:lnTo>
                  <a:pt x="64" y="1"/>
                </a:lnTo>
                <a:lnTo>
                  <a:pt x="58" y="1"/>
                </a:lnTo>
                <a:lnTo>
                  <a:pt x="52" y="0"/>
                </a:lnTo>
                <a:lnTo>
                  <a:pt x="46" y="1"/>
                </a:lnTo>
                <a:lnTo>
                  <a:pt x="40" y="1"/>
                </a:lnTo>
                <a:lnTo>
                  <a:pt x="35" y="2"/>
                </a:lnTo>
                <a:lnTo>
                  <a:pt x="30" y="4"/>
                </a:lnTo>
                <a:lnTo>
                  <a:pt x="26" y="6"/>
                </a:lnTo>
                <a:lnTo>
                  <a:pt x="21" y="9"/>
                </a:lnTo>
                <a:lnTo>
                  <a:pt x="18" y="12"/>
                </a:lnTo>
                <a:lnTo>
                  <a:pt x="14" y="14"/>
                </a:lnTo>
                <a:lnTo>
                  <a:pt x="12" y="18"/>
                </a:lnTo>
                <a:lnTo>
                  <a:pt x="8" y="22"/>
                </a:lnTo>
                <a:lnTo>
                  <a:pt x="6" y="27"/>
                </a:lnTo>
                <a:lnTo>
                  <a:pt x="4" y="31"/>
                </a:lnTo>
                <a:lnTo>
                  <a:pt x="3" y="37"/>
                </a:lnTo>
                <a:lnTo>
                  <a:pt x="2" y="42"/>
                </a:lnTo>
                <a:lnTo>
                  <a:pt x="1" y="48"/>
                </a:lnTo>
                <a:lnTo>
                  <a:pt x="0" y="55"/>
                </a:lnTo>
                <a:lnTo>
                  <a:pt x="1" y="61"/>
                </a:lnTo>
                <a:lnTo>
                  <a:pt x="2" y="66"/>
                </a:lnTo>
                <a:lnTo>
                  <a:pt x="3" y="71"/>
                </a:lnTo>
                <a:lnTo>
                  <a:pt x="4" y="75"/>
                </a:lnTo>
                <a:lnTo>
                  <a:pt x="6" y="80"/>
                </a:lnTo>
                <a:lnTo>
                  <a:pt x="8" y="84"/>
                </a:lnTo>
                <a:lnTo>
                  <a:pt x="12" y="87"/>
                </a:lnTo>
                <a:lnTo>
                  <a:pt x="14" y="91"/>
                </a:lnTo>
                <a:lnTo>
                  <a:pt x="18" y="94"/>
                </a:lnTo>
                <a:lnTo>
                  <a:pt x="21" y="96"/>
                </a:lnTo>
                <a:lnTo>
                  <a:pt x="26" y="98"/>
                </a:lnTo>
                <a:lnTo>
                  <a:pt x="30" y="100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8" y="103"/>
                </a:lnTo>
                <a:lnTo>
                  <a:pt x="64" y="103"/>
                </a:lnTo>
                <a:lnTo>
                  <a:pt x="68" y="102"/>
                </a:lnTo>
                <a:lnTo>
                  <a:pt x="74" y="99"/>
                </a:lnTo>
                <a:lnTo>
                  <a:pt x="78" y="98"/>
                </a:lnTo>
                <a:lnTo>
                  <a:pt x="82" y="95"/>
                </a:lnTo>
                <a:lnTo>
                  <a:pt x="86" y="92"/>
                </a:lnTo>
                <a:lnTo>
                  <a:pt x="89" y="90"/>
                </a:lnTo>
                <a:lnTo>
                  <a:pt x="92" y="86"/>
                </a:lnTo>
                <a:lnTo>
                  <a:pt x="95" y="82"/>
                </a:lnTo>
                <a:lnTo>
                  <a:pt x="97" y="78"/>
                </a:lnTo>
                <a:lnTo>
                  <a:pt x="100" y="73"/>
                </a:lnTo>
                <a:lnTo>
                  <a:pt x="101" y="68"/>
                </a:lnTo>
                <a:lnTo>
                  <a:pt x="102" y="63"/>
                </a:lnTo>
                <a:lnTo>
                  <a:pt x="103" y="56"/>
                </a:lnTo>
                <a:lnTo>
                  <a:pt x="104" y="50"/>
                </a:lnTo>
                <a:lnTo>
                  <a:pt x="103" y="44"/>
                </a:lnTo>
                <a:lnTo>
                  <a:pt x="102" y="38"/>
                </a:lnTo>
                <a:close/>
                <a:moveTo>
                  <a:pt x="72" y="58"/>
                </a:moveTo>
                <a:lnTo>
                  <a:pt x="71" y="68"/>
                </a:lnTo>
                <a:lnTo>
                  <a:pt x="70" y="72"/>
                </a:lnTo>
                <a:lnTo>
                  <a:pt x="68" y="76"/>
                </a:lnTo>
                <a:lnTo>
                  <a:pt x="68" y="79"/>
                </a:lnTo>
                <a:lnTo>
                  <a:pt x="67" y="83"/>
                </a:lnTo>
                <a:lnTo>
                  <a:pt x="65" y="86"/>
                </a:lnTo>
                <a:lnTo>
                  <a:pt x="64" y="88"/>
                </a:lnTo>
                <a:lnTo>
                  <a:pt x="62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4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5" y="94"/>
                </a:lnTo>
                <a:lnTo>
                  <a:pt x="43" y="93"/>
                </a:lnTo>
                <a:lnTo>
                  <a:pt x="41" y="91"/>
                </a:lnTo>
                <a:lnTo>
                  <a:pt x="40" y="90"/>
                </a:lnTo>
                <a:lnTo>
                  <a:pt x="38" y="87"/>
                </a:lnTo>
                <a:lnTo>
                  <a:pt x="36" y="85"/>
                </a:lnTo>
                <a:lnTo>
                  <a:pt x="36" y="83"/>
                </a:lnTo>
                <a:lnTo>
                  <a:pt x="35" y="79"/>
                </a:lnTo>
                <a:lnTo>
                  <a:pt x="33" y="75"/>
                </a:lnTo>
                <a:lnTo>
                  <a:pt x="33" y="72"/>
                </a:lnTo>
                <a:lnTo>
                  <a:pt x="32" y="68"/>
                </a:lnTo>
                <a:lnTo>
                  <a:pt x="32" y="63"/>
                </a:lnTo>
                <a:lnTo>
                  <a:pt x="32" y="59"/>
                </a:lnTo>
                <a:lnTo>
                  <a:pt x="32" y="54"/>
                </a:lnTo>
                <a:lnTo>
                  <a:pt x="32" y="49"/>
                </a:lnTo>
                <a:lnTo>
                  <a:pt x="32" y="43"/>
                </a:lnTo>
                <a:lnTo>
                  <a:pt x="32" y="38"/>
                </a:lnTo>
                <a:lnTo>
                  <a:pt x="33" y="34"/>
                </a:lnTo>
                <a:lnTo>
                  <a:pt x="33" y="30"/>
                </a:lnTo>
                <a:lnTo>
                  <a:pt x="35" y="27"/>
                </a:lnTo>
                <a:lnTo>
                  <a:pt x="36" y="23"/>
                </a:lnTo>
                <a:lnTo>
                  <a:pt x="37" y="21"/>
                </a:lnTo>
                <a:lnTo>
                  <a:pt x="38" y="18"/>
                </a:lnTo>
                <a:lnTo>
                  <a:pt x="40" y="16"/>
                </a:lnTo>
                <a:lnTo>
                  <a:pt x="41" y="14"/>
                </a:lnTo>
                <a:lnTo>
                  <a:pt x="44" y="12"/>
                </a:lnTo>
                <a:lnTo>
                  <a:pt x="46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7" y="10"/>
                </a:lnTo>
                <a:lnTo>
                  <a:pt x="60" y="10"/>
                </a:lnTo>
                <a:lnTo>
                  <a:pt x="61" y="11"/>
                </a:lnTo>
                <a:lnTo>
                  <a:pt x="63" y="13"/>
                </a:lnTo>
                <a:lnTo>
                  <a:pt x="64" y="14"/>
                </a:lnTo>
                <a:lnTo>
                  <a:pt x="66" y="16"/>
                </a:lnTo>
                <a:lnTo>
                  <a:pt x="67" y="18"/>
                </a:lnTo>
                <a:lnTo>
                  <a:pt x="68" y="22"/>
                </a:lnTo>
                <a:lnTo>
                  <a:pt x="69" y="24"/>
                </a:lnTo>
                <a:lnTo>
                  <a:pt x="70" y="27"/>
                </a:lnTo>
                <a:lnTo>
                  <a:pt x="71" y="30"/>
                </a:lnTo>
                <a:lnTo>
                  <a:pt x="72" y="38"/>
                </a:lnTo>
                <a:lnTo>
                  <a:pt x="72" y="47"/>
                </a:lnTo>
                <a:lnTo>
                  <a:pt x="72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13" name="iṧlïdê">
            <a:extLst>
              <a:ext uri="{FF2B5EF4-FFF2-40B4-BE49-F238E27FC236}">
                <a16:creationId xmlns:a16="http://schemas.microsoft.com/office/drawing/2014/main" id="{B58B4FBD-B850-4216-880D-103EE9CAF6FD}"/>
              </a:ext>
            </a:extLst>
          </p:cNvPr>
          <p:cNvSpPr>
            <a:spLocks noGrp="1"/>
          </p:cNvSpPr>
          <p:nvPr/>
        </p:nvSpPr>
        <p:spPr>
          <a:xfrm>
            <a:off x="2490120" y="930960"/>
            <a:ext cx="30240" cy="68760"/>
          </a:xfrm>
          <a:custGeom>
            <a:avLst/>
            <a:gdLst>
              <a:gd name="textAreaLeft" fmla="*/ 0 w 30240"/>
              <a:gd name="textAreaRight" fmla="*/ 30600 w 30240"/>
              <a:gd name="textAreaTop" fmla="*/ 0 h 68760"/>
              <a:gd name="textAreaBottom" fmla="*/ 69120 h 68760"/>
              <a:gd name="GluePoint1X" fmla="*/ 70 w 70"/>
              <a:gd name="GluePoint1Y" fmla="*/ 2 h 158"/>
              <a:gd name="GluePoint2X" fmla="*/ 63 w 70"/>
              <a:gd name="GluePoint2Y" fmla="*/ 0 h 158"/>
              <a:gd name="GluePoint3X" fmla="*/ 56 w 70"/>
              <a:gd name="GluePoint3Y" fmla="*/ 1 h 158"/>
              <a:gd name="GluePoint4X" fmla="*/ 50 w 70"/>
              <a:gd name="GluePoint4Y" fmla="*/ 2 h 158"/>
              <a:gd name="GluePoint5X" fmla="*/ 44 w 70"/>
              <a:gd name="GluePoint5Y" fmla="*/ 4 h 158"/>
              <a:gd name="GluePoint6X" fmla="*/ 39 w 70"/>
              <a:gd name="GluePoint6Y" fmla="*/ 7 h 158"/>
              <a:gd name="GluePoint7X" fmla="*/ 34 w 70"/>
              <a:gd name="GluePoint7Y" fmla="*/ 11 h 158"/>
              <a:gd name="GluePoint8X" fmla="*/ 30 w 70"/>
              <a:gd name="GluePoint8Y" fmla="*/ 17 h 158"/>
              <a:gd name="GluePoint9X" fmla="*/ 27 w 70"/>
              <a:gd name="GluePoint9Y" fmla="*/ 23 h 158"/>
              <a:gd name="GluePoint10X" fmla="*/ 23 w 70"/>
              <a:gd name="GluePoint10Y" fmla="*/ 30 h 158"/>
              <a:gd name="GluePoint11X" fmla="*/ 20 w 70"/>
              <a:gd name="GluePoint11Y" fmla="*/ 38 h 158"/>
              <a:gd name="GluePoint12X" fmla="*/ 18 w 70"/>
              <a:gd name="GluePoint12Y" fmla="*/ 48 h 158"/>
              <a:gd name="GluePoint13X" fmla="*/ 16 w 70"/>
              <a:gd name="GluePoint13Y" fmla="*/ 58 h 158"/>
              <a:gd name="GluePoint14X" fmla="*/ 1 w 70"/>
              <a:gd name="GluePoint14Y" fmla="*/ 61 h 158"/>
              <a:gd name="GluePoint15X" fmla="*/ 1 w 70"/>
              <a:gd name="GluePoint15Y" fmla="*/ 68 h 158"/>
              <a:gd name="GluePoint16X" fmla="*/ 16 w 70"/>
              <a:gd name="GluePoint16Y" fmla="*/ 71 h 158"/>
              <a:gd name="GluePoint17X" fmla="*/ 19 w 70"/>
              <a:gd name="GluePoint17Y" fmla="*/ 158 h 158"/>
              <a:gd name="GluePoint18X" fmla="*/ 27 w 70"/>
              <a:gd name="GluePoint18Y" fmla="*/ 158 h 158"/>
              <a:gd name="GluePoint19X" fmla="*/ 34 w 70"/>
              <a:gd name="GluePoint19Y" fmla="*/ 158 h 158"/>
              <a:gd name="GluePoint20X" fmla="*/ 42 w 70"/>
              <a:gd name="GluePoint20Y" fmla="*/ 158 h 158"/>
              <a:gd name="GluePoint21X" fmla="*/ 46 w 70"/>
              <a:gd name="GluePoint21Y" fmla="*/ 71 h 158"/>
              <a:gd name="GluePoint22X" fmla="*/ 64 w 70"/>
              <a:gd name="GluePoint22Y" fmla="*/ 68 h 158"/>
              <a:gd name="GluePoint23X" fmla="*/ 64 w 70"/>
              <a:gd name="GluePoint23Y" fmla="*/ 61 h 158"/>
              <a:gd name="GluePoint24X" fmla="*/ 44 w 70"/>
              <a:gd name="GluePoint24Y" fmla="*/ 58 h 158"/>
              <a:gd name="GluePoint25X" fmla="*/ 40 w 70"/>
              <a:gd name="GluePoint25Y" fmla="*/ 50 h 158"/>
              <a:gd name="GluePoint26X" fmla="*/ 37 w 70"/>
              <a:gd name="GluePoint26Y" fmla="*/ 42 h 158"/>
              <a:gd name="GluePoint27X" fmla="*/ 35 w 70"/>
              <a:gd name="GluePoint27Y" fmla="*/ 36 h 158"/>
              <a:gd name="GluePoint28X" fmla="*/ 34 w 70"/>
              <a:gd name="GluePoint28Y" fmla="*/ 30 h 158"/>
              <a:gd name="GluePoint29X" fmla="*/ 35 w 70"/>
              <a:gd name="GluePoint29Y" fmla="*/ 27 h 158"/>
              <a:gd name="GluePoint30X" fmla="*/ 37 w 70"/>
              <a:gd name="GluePoint30Y" fmla="*/ 26 h 158"/>
              <a:gd name="GluePoint31X" fmla="*/ 38 w 70"/>
              <a:gd name="GluePoint31Y" fmla="*/ 25 h 158"/>
              <a:gd name="GluePoint32X" fmla="*/ 41 w 70"/>
              <a:gd name="GluePoint32Y" fmla="*/ 24 h 158"/>
              <a:gd name="GluePoint33X" fmla="*/ 48 w 70"/>
              <a:gd name="GluePoint33Y" fmla="*/ 23 h 158"/>
              <a:gd name="GluePoint34X" fmla="*/ 58 w 70"/>
              <a:gd name="GluePoint34Y" fmla="*/ 25 h 158"/>
              <a:gd name="GluePoint35X" fmla="*/ 66 w 70"/>
              <a:gd name="GluePoint35Y" fmla="*/ 29 h 158"/>
              <a:gd name="GluePoint36X" fmla="*/ 69 w 70"/>
              <a:gd name="GluePoint36Y" fmla="*/ 22 h 158"/>
              <a:gd name="GluePoint37X" fmla="*/ 70 w 70"/>
              <a:gd name="GluePoint37Y" fmla="*/ 8 h 158"/>
            </a:gdLst>
            <a:ahLst/>
            <a:cxnLst/>
            <a:rect l="textAreaLeft" t="textAreaTop" r="textAreaRight" b="textAreaBottom"/>
            <a:pathLst>
              <a:path w="70" h="158">
                <a:moveTo>
                  <a:pt x="70" y="8"/>
                </a:moveTo>
                <a:lnTo>
                  <a:pt x="70" y="2"/>
                </a:lnTo>
                <a:lnTo>
                  <a:pt x="66" y="1"/>
                </a:lnTo>
                <a:lnTo>
                  <a:pt x="63" y="0"/>
                </a:lnTo>
                <a:lnTo>
                  <a:pt x="59" y="0"/>
                </a:lnTo>
                <a:lnTo>
                  <a:pt x="56" y="1"/>
                </a:lnTo>
                <a:lnTo>
                  <a:pt x="53" y="1"/>
                </a:lnTo>
                <a:lnTo>
                  <a:pt x="50" y="2"/>
                </a:lnTo>
                <a:lnTo>
                  <a:pt x="47" y="2"/>
                </a:lnTo>
                <a:lnTo>
                  <a:pt x="44" y="4"/>
                </a:lnTo>
                <a:lnTo>
                  <a:pt x="42" y="6"/>
                </a:lnTo>
                <a:lnTo>
                  <a:pt x="39" y="7"/>
                </a:lnTo>
                <a:lnTo>
                  <a:pt x="37" y="9"/>
                </a:lnTo>
                <a:lnTo>
                  <a:pt x="34" y="11"/>
                </a:lnTo>
                <a:lnTo>
                  <a:pt x="33" y="14"/>
                </a:lnTo>
                <a:lnTo>
                  <a:pt x="30" y="17"/>
                </a:lnTo>
                <a:lnTo>
                  <a:pt x="29" y="20"/>
                </a:lnTo>
                <a:lnTo>
                  <a:pt x="27" y="23"/>
                </a:lnTo>
                <a:lnTo>
                  <a:pt x="25" y="27"/>
                </a:lnTo>
                <a:lnTo>
                  <a:pt x="23" y="30"/>
                </a:lnTo>
                <a:lnTo>
                  <a:pt x="22" y="34"/>
                </a:lnTo>
                <a:lnTo>
                  <a:pt x="20" y="38"/>
                </a:lnTo>
                <a:lnTo>
                  <a:pt x="18" y="43"/>
                </a:lnTo>
                <a:lnTo>
                  <a:pt x="18" y="48"/>
                </a:lnTo>
                <a:lnTo>
                  <a:pt x="17" y="53"/>
                </a:lnTo>
                <a:lnTo>
                  <a:pt x="16" y="58"/>
                </a:lnTo>
                <a:lnTo>
                  <a:pt x="0" y="58"/>
                </a:lnTo>
                <a:lnTo>
                  <a:pt x="1" y="61"/>
                </a:lnTo>
                <a:lnTo>
                  <a:pt x="1" y="65"/>
                </a:lnTo>
                <a:lnTo>
                  <a:pt x="1" y="68"/>
                </a:lnTo>
                <a:lnTo>
                  <a:pt x="0" y="71"/>
                </a:lnTo>
                <a:lnTo>
                  <a:pt x="16" y="71"/>
                </a:lnTo>
                <a:lnTo>
                  <a:pt x="16" y="158"/>
                </a:lnTo>
                <a:lnTo>
                  <a:pt x="19" y="158"/>
                </a:lnTo>
                <a:lnTo>
                  <a:pt x="23" y="158"/>
                </a:lnTo>
                <a:lnTo>
                  <a:pt x="27" y="158"/>
                </a:lnTo>
                <a:lnTo>
                  <a:pt x="30" y="158"/>
                </a:lnTo>
                <a:lnTo>
                  <a:pt x="34" y="158"/>
                </a:lnTo>
                <a:lnTo>
                  <a:pt x="38" y="158"/>
                </a:lnTo>
                <a:lnTo>
                  <a:pt x="42" y="158"/>
                </a:lnTo>
                <a:lnTo>
                  <a:pt x="46" y="158"/>
                </a:lnTo>
                <a:lnTo>
                  <a:pt x="46" y="71"/>
                </a:lnTo>
                <a:lnTo>
                  <a:pt x="65" y="71"/>
                </a:lnTo>
                <a:lnTo>
                  <a:pt x="64" y="68"/>
                </a:lnTo>
                <a:lnTo>
                  <a:pt x="64" y="65"/>
                </a:lnTo>
                <a:lnTo>
                  <a:pt x="64" y="61"/>
                </a:lnTo>
                <a:lnTo>
                  <a:pt x="65" y="58"/>
                </a:lnTo>
                <a:lnTo>
                  <a:pt x="44" y="58"/>
                </a:lnTo>
                <a:lnTo>
                  <a:pt x="42" y="54"/>
                </a:lnTo>
                <a:lnTo>
                  <a:pt x="40" y="50"/>
                </a:lnTo>
                <a:lnTo>
                  <a:pt x="38" y="46"/>
                </a:lnTo>
                <a:lnTo>
                  <a:pt x="37" y="42"/>
                </a:lnTo>
                <a:lnTo>
                  <a:pt x="36" y="39"/>
                </a:lnTo>
                <a:lnTo>
                  <a:pt x="35" y="36"/>
                </a:lnTo>
                <a:lnTo>
                  <a:pt x="35" y="33"/>
                </a:lnTo>
                <a:lnTo>
                  <a:pt x="34" y="30"/>
                </a:lnTo>
                <a:lnTo>
                  <a:pt x="35" y="29"/>
                </a:lnTo>
                <a:lnTo>
                  <a:pt x="35" y="27"/>
                </a:lnTo>
                <a:lnTo>
                  <a:pt x="36" y="26"/>
                </a:lnTo>
                <a:lnTo>
                  <a:pt x="37" y="26"/>
                </a:lnTo>
                <a:lnTo>
                  <a:pt x="38" y="26"/>
                </a:lnTo>
                <a:lnTo>
                  <a:pt x="38" y="25"/>
                </a:lnTo>
                <a:lnTo>
                  <a:pt x="39" y="24"/>
                </a:lnTo>
                <a:lnTo>
                  <a:pt x="41" y="24"/>
                </a:lnTo>
                <a:lnTo>
                  <a:pt x="44" y="23"/>
                </a:lnTo>
                <a:lnTo>
                  <a:pt x="48" y="23"/>
                </a:lnTo>
                <a:lnTo>
                  <a:pt x="53" y="24"/>
                </a:lnTo>
                <a:lnTo>
                  <a:pt x="58" y="25"/>
                </a:lnTo>
                <a:lnTo>
                  <a:pt x="62" y="27"/>
                </a:lnTo>
                <a:lnTo>
                  <a:pt x="66" y="29"/>
                </a:lnTo>
                <a:lnTo>
                  <a:pt x="70" y="28"/>
                </a:lnTo>
                <a:lnTo>
                  <a:pt x="69" y="22"/>
                </a:lnTo>
                <a:lnTo>
                  <a:pt x="69" y="14"/>
                </a:lnTo>
                <a:lnTo>
                  <a:pt x="70" y="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4120" rIns="90000" bIns="24120" anchor="ctr">
            <a:noAutofit/>
          </a:bodyPr>
          <a:lstStyle/>
          <a:p>
            <a:endParaRPr/>
          </a:p>
        </p:txBody>
      </p:sp>
      <p:sp>
        <p:nvSpPr>
          <p:cNvPr id="514" name="ïSlïḋe">
            <a:extLst>
              <a:ext uri="{FF2B5EF4-FFF2-40B4-BE49-F238E27FC236}">
                <a16:creationId xmlns:a16="http://schemas.microsoft.com/office/drawing/2014/main" id="{0DBF06EE-0A71-4254-9F84-6D9B2C1031B2}"/>
              </a:ext>
            </a:extLst>
          </p:cNvPr>
          <p:cNvSpPr>
            <a:spLocks noGrp="1"/>
          </p:cNvSpPr>
          <p:nvPr/>
        </p:nvSpPr>
        <p:spPr>
          <a:xfrm>
            <a:off x="2545200" y="937800"/>
            <a:ext cx="46800" cy="61560"/>
          </a:xfrm>
          <a:custGeom>
            <a:avLst/>
            <a:gdLst>
              <a:gd name="textAreaLeft" fmla="*/ 0 w 46800"/>
              <a:gd name="textAreaRight" fmla="*/ 47160 w 46800"/>
              <a:gd name="textAreaTop" fmla="*/ 0 h 61560"/>
              <a:gd name="textAreaBottom" fmla="*/ 61920 h 61560"/>
              <a:gd name="GluePoint1X" fmla="*/ 107 w 108"/>
              <a:gd name="GluePoint1Y" fmla="*/ 2 h 142"/>
              <a:gd name="GluePoint2X" fmla="*/ 108 w 108"/>
              <a:gd name="GluePoint2Y" fmla="*/ 0 h 142"/>
              <a:gd name="GluePoint3X" fmla="*/ 0 w 108"/>
              <a:gd name="GluePoint3Y" fmla="*/ 0 h 142"/>
              <a:gd name="GluePoint4X" fmla="*/ 0 w 108"/>
              <a:gd name="GluePoint4Y" fmla="*/ 4 h 142"/>
              <a:gd name="GluePoint5X" fmla="*/ 1 w 108"/>
              <a:gd name="GluePoint5Y" fmla="*/ 8 h 142"/>
              <a:gd name="GluePoint6X" fmla="*/ 0 w 108"/>
              <a:gd name="GluePoint6Y" fmla="*/ 14 h 142"/>
              <a:gd name="GluePoint7X" fmla="*/ 0 w 108"/>
              <a:gd name="GluePoint7Y" fmla="*/ 17 h 142"/>
              <a:gd name="GluePoint8X" fmla="*/ 3 w 108"/>
              <a:gd name="GluePoint8Y" fmla="*/ 17 h 142"/>
              <a:gd name="GluePoint9X" fmla="*/ 7 w 108"/>
              <a:gd name="GluePoint9Y" fmla="*/ 17 h 142"/>
              <a:gd name="GluePoint10X" fmla="*/ 16 w 108"/>
              <a:gd name="GluePoint10Y" fmla="*/ 16 h 142"/>
              <a:gd name="GluePoint11X" fmla="*/ 25 w 108"/>
              <a:gd name="GluePoint11Y" fmla="*/ 15 h 142"/>
              <a:gd name="GluePoint12X" fmla="*/ 32 w 108"/>
              <a:gd name="GluePoint12Y" fmla="*/ 15 h 142"/>
              <a:gd name="GluePoint13X" fmla="*/ 39 w 108"/>
              <a:gd name="GluePoint13Y" fmla="*/ 14 h 142"/>
              <a:gd name="GluePoint14X" fmla="*/ 39 w 108"/>
              <a:gd name="GluePoint14Y" fmla="*/ 142 h 142"/>
              <a:gd name="GluePoint15X" fmla="*/ 43 w 108"/>
              <a:gd name="GluePoint15Y" fmla="*/ 142 h 142"/>
              <a:gd name="GluePoint16X" fmla="*/ 47 w 108"/>
              <a:gd name="GluePoint16Y" fmla="*/ 142 h 142"/>
              <a:gd name="GluePoint17X" fmla="*/ 51 w 108"/>
              <a:gd name="GluePoint17Y" fmla="*/ 142 h 142"/>
              <a:gd name="GluePoint18X" fmla="*/ 55 w 108"/>
              <a:gd name="GluePoint18Y" fmla="*/ 142 h 142"/>
              <a:gd name="GluePoint19X" fmla="*/ 58 w 108"/>
              <a:gd name="GluePoint19Y" fmla="*/ 142 h 142"/>
              <a:gd name="GluePoint20X" fmla="*/ 62 w 108"/>
              <a:gd name="GluePoint20Y" fmla="*/ 142 h 142"/>
              <a:gd name="GluePoint21X" fmla="*/ 66 w 108"/>
              <a:gd name="GluePoint21Y" fmla="*/ 142 h 142"/>
              <a:gd name="GluePoint22X" fmla="*/ 70 w 108"/>
              <a:gd name="GluePoint22Y" fmla="*/ 142 h 142"/>
              <a:gd name="GluePoint23X" fmla="*/ 70 w 108"/>
              <a:gd name="GluePoint23Y" fmla="*/ 14 h 142"/>
              <a:gd name="GluePoint24X" fmla="*/ 75 w 108"/>
              <a:gd name="GluePoint24Y" fmla="*/ 15 h 142"/>
              <a:gd name="GluePoint25X" fmla="*/ 81 w 108"/>
              <a:gd name="GluePoint25Y" fmla="*/ 15 h 142"/>
              <a:gd name="GluePoint26X" fmla="*/ 88 w 108"/>
              <a:gd name="GluePoint26Y" fmla="*/ 15 h 142"/>
              <a:gd name="GluePoint27X" fmla="*/ 96 w 108"/>
              <a:gd name="GluePoint27Y" fmla="*/ 16 h 142"/>
              <a:gd name="GluePoint28X" fmla="*/ 98 w 108"/>
              <a:gd name="GluePoint28Y" fmla="*/ 17 h 142"/>
              <a:gd name="GluePoint29X" fmla="*/ 101 w 108"/>
              <a:gd name="GluePoint29Y" fmla="*/ 17 h 142"/>
              <a:gd name="GluePoint30X" fmla="*/ 104 w 108"/>
              <a:gd name="GluePoint30Y" fmla="*/ 17 h 142"/>
              <a:gd name="GluePoint31X" fmla="*/ 108 w 108"/>
              <a:gd name="GluePoint31Y" fmla="*/ 17 h 142"/>
              <a:gd name="GluePoint32X" fmla="*/ 107 w 108"/>
              <a:gd name="GluePoint32Y" fmla="*/ 15 h 142"/>
              <a:gd name="GluePoint33X" fmla="*/ 107 w 108"/>
              <a:gd name="GluePoint33Y" fmla="*/ 14 h 142"/>
              <a:gd name="GluePoint34X" fmla="*/ 107 w 108"/>
              <a:gd name="GluePoint34Y" fmla="*/ 11 h 142"/>
              <a:gd name="GluePoint35X" fmla="*/ 107 w 108"/>
              <a:gd name="GluePoint35Y" fmla="*/ 8 h 142"/>
              <a:gd name="GluePoint36X" fmla="*/ 107 w 108"/>
              <a:gd name="GluePoint36Y" fmla="*/ 6 h 142"/>
              <a:gd name="GluePoint37X" fmla="*/ 107 w 108"/>
              <a:gd name="GluePoint37Y" fmla="*/ 4 h 142"/>
              <a:gd name="GluePoint38X" fmla="*/ 107 w 108"/>
              <a:gd name="GluePoint38Y" fmla="*/ 2 h 142"/>
            </a:gdLst>
            <a:ahLst/>
            <a:cxnLst/>
            <a:rect l="textAreaLeft" t="textAreaTop" r="textAreaRight" b="textAreaBottom"/>
            <a:pathLst>
              <a:path w="108" h="142">
                <a:moveTo>
                  <a:pt x="107" y="2"/>
                </a:moveTo>
                <a:lnTo>
                  <a:pt x="108" y="0"/>
                </a:lnTo>
                <a:lnTo>
                  <a:pt x="0" y="0"/>
                </a:lnTo>
                <a:lnTo>
                  <a:pt x="0" y="4"/>
                </a:lnTo>
                <a:lnTo>
                  <a:pt x="1" y="8"/>
                </a:lnTo>
                <a:lnTo>
                  <a:pt x="0" y="14"/>
                </a:lnTo>
                <a:lnTo>
                  <a:pt x="0" y="17"/>
                </a:lnTo>
                <a:lnTo>
                  <a:pt x="3" y="17"/>
                </a:lnTo>
                <a:lnTo>
                  <a:pt x="7" y="17"/>
                </a:lnTo>
                <a:lnTo>
                  <a:pt x="16" y="16"/>
                </a:lnTo>
                <a:lnTo>
                  <a:pt x="25" y="15"/>
                </a:lnTo>
                <a:lnTo>
                  <a:pt x="32" y="15"/>
                </a:lnTo>
                <a:lnTo>
                  <a:pt x="39" y="14"/>
                </a:lnTo>
                <a:lnTo>
                  <a:pt x="39" y="142"/>
                </a:lnTo>
                <a:lnTo>
                  <a:pt x="43" y="142"/>
                </a:lnTo>
                <a:lnTo>
                  <a:pt x="47" y="142"/>
                </a:lnTo>
                <a:lnTo>
                  <a:pt x="51" y="142"/>
                </a:lnTo>
                <a:lnTo>
                  <a:pt x="55" y="142"/>
                </a:lnTo>
                <a:lnTo>
                  <a:pt x="58" y="142"/>
                </a:lnTo>
                <a:lnTo>
                  <a:pt x="62" y="142"/>
                </a:lnTo>
                <a:lnTo>
                  <a:pt x="66" y="142"/>
                </a:lnTo>
                <a:lnTo>
                  <a:pt x="70" y="142"/>
                </a:lnTo>
                <a:lnTo>
                  <a:pt x="70" y="14"/>
                </a:lnTo>
                <a:lnTo>
                  <a:pt x="75" y="15"/>
                </a:lnTo>
                <a:lnTo>
                  <a:pt x="81" y="15"/>
                </a:lnTo>
                <a:lnTo>
                  <a:pt x="88" y="15"/>
                </a:lnTo>
                <a:lnTo>
                  <a:pt x="96" y="16"/>
                </a:lnTo>
                <a:lnTo>
                  <a:pt x="98" y="17"/>
                </a:lnTo>
                <a:lnTo>
                  <a:pt x="101" y="17"/>
                </a:lnTo>
                <a:lnTo>
                  <a:pt x="104" y="17"/>
                </a:lnTo>
                <a:lnTo>
                  <a:pt x="108" y="17"/>
                </a:lnTo>
                <a:lnTo>
                  <a:pt x="107" y="15"/>
                </a:lnTo>
                <a:lnTo>
                  <a:pt x="107" y="14"/>
                </a:lnTo>
                <a:lnTo>
                  <a:pt x="107" y="11"/>
                </a:lnTo>
                <a:lnTo>
                  <a:pt x="107" y="8"/>
                </a:lnTo>
                <a:lnTo>
                  <a:pt x="107" y="6"/>
                </a:lnTo>
                <a:lnTo>
                  <a:pt x="107" y="4"/>
                </a:lnTo>
                <a:lnTo>
                  <a:pt x="107" y="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920" rIns="90000" bIns="16920" anchor="ctr">
            <a:noAutofit/>
          </a:bodyPr>
          <a:lstStyle/>
          <a:p>
            <a:endParaRPr/>
          </a:p>
        </p:txBody>
      </p:sp>
      <p:sp>
        <p:nvSpPr>
          <p:cNvPr id="515" name="iS1îḓê">
            <a:extLst>
              <a:ext uri="{FF2B5EF4-FFF2-40B4-BE49-F238E27FC236}">
                <a16:creationId xmlns:a16="http://schemas.microsoft.com/office/drawing/2014/main" id="{828849FB-8BEE-4FF0-96A7-38ED3F3EC0AE}"/>
              </a:ext>
            </a:extLst>
          </p:cNvPr>
          <p:cNvSpPr>
            <a:spLocks noGrp="1"/>
          </p:cNvSpPr>
          <p:nvPr/>
        </p:nvSpPr>
        <p:spPr>
          <a:xfrm>
            <a:off x="2602440" y="955440"/>
            <a:ext cx="38880" cy="44640"/>
          </a:xfrm>
          <a:custGeom>
            <a:avLst/>
            <a:gdLst>
              <a:gd name="textAreaLeft" fmla="*/ 0 w 38880"/>
              <a:gd name="textAreaRight" fmla="*/ 39240 w 38880"/>
              <a:gd name="textAreaTop" fmla="*/ 0 h 44640"/>
              <a:gd name="textAreaBottom" fmla="*/ 45000 h 44640"/>
              <a:gd name="GluePoint1X" fmla="*/ 89 w 90"/>
              <a:gd name="GluePoint1Y" fmla="*/ 30 h 103"/>
              <a:gd name="GluePoint2X" fmla="*/ 85 w 90"/>
              <a:gd name="GluePoint2Y" fmla="*/ 21 h 103"/>
              <a:gd name="GluePoint3X" fmla="*/ 81 w 90"/>
              <a:gd name="GluePoint3Y" fmla="*/ 14 h 103"/>
              <a:gd name="GluePoint4X" fmla="*/ 75 w 90"/>
              <a:gd name="GluePoint4Y" fmla="*/ 8 h 103"/>
              <a:gd name="GluePoint5X" fmla="*/ 67 w 90"/>
              <a:gd name="GluePoint5Y" fmla="*/ 4 h 103"/>
              <a:gd name="GluePoint6X" fmla="*/ 58 w 90"/>
              <a:gd name="GluePoint6Y" fmla="*/ 1 h 103"/>
              <a:gd name="GluePoint7X" fmla="*/ 48 w 90"/>
              <a:gd name="GluePoint7Y" fmla="*/ 0 h 103"/>
              <a:gd name="GluePoint8X" fmla="*/ 37 w 90"/>
              <a:gd name="GluePoint8Y" fmla="*/ 1 h 103"/>
              <a:gd name="GluePoint9X" fmla="*/ 27 w 90"/>
              <a:gd name="GluePoint9Y" fmla="*/ 4 h 103"/>
              <a:gd name="GluePoint10X" fmla="*/ 19 w 90"/>
              <a:gd name="GluePoint10Y" fmla="*/ 8 h 103"/>
              <a:gd name="GluePoint11X" fmla="*/ 13 w 90"/>
              <a:gd name="GluePoint11Y" fmla="*/ 14 h 103"/>
              <a:gd name="GluePoint12X" fmla="*/ 7 w 90"/>
              <a:gd name="GluePoint12Y" fmla="*/ 21 h 103"/>
              <a:gd name="GluePoint13X" fmla="*/ 3 w 90"/>
              <a:gd name="GluePoint13Y" fmla="*/ 29 h 103"/>
              <a:gd name="GluePoint14X" fmla="*/ 1 w 90"/>
              <a:gd name="GluePoint14Y" fmla="*/ 38 h 103"/>
              <a:gd name="GluePoint15X" fmla="*/ 0 w 90"/>
              <a:gd name="GluePoint15Y" fmla="*/ 50 h 103"/>
              <a:gd name="GluePoint16X" fmla="*/ 1 w 90"/>
              <a:gd name="GluePoint16Y" fmla="*/ 63 h 103"/>
              <a:gd name="GluePoint17X" fmla="*/ 3 w 90"/>
              <a:gd name="GluePoint17Y" fmla="*/ 73 h 103"/>
              <a:gd name="GluePoint18X" fmla="*/ 8 w 90"/>
              <a:gd name="GluePoint18Y" fmla="*/ 82 h 103"/>
              <a:gd name="GluePoint19X" fmla="*/ 13 w 90"/>
              <a:gd name="GluePoint19Y" fmla="*/ 90 h 103"/>
              <a:gd name="GluePoint20X" fmla="*/ 21 w 90"/>
              <a:gd name="GluePoint20Y" fmla="*/ 95 h 103"/>
              <a:gd name="GluePoint21X" fmla="*/ 29 w 90"/>
              <a:gd name="GluePoint21Y" fmla="*/ 99 h 103"/>
              <a:gd name="GluePoint22X" fmla="*/ 40 w 90"/>
              <a:gd name="GluePoint22Y" fmla="*/ 103 h 103"/>
              <a:gd name="GluePoint23X" fmla="*/ 52 w 90"/>
              <a:gd name="GluePoint23Y" fmla="*/ 103 h 103"/>
              <a:gd name="GluePoint24X" fmla="*/ 60 w 90"/>
              <a:gd name="GluePoint24Y" fmla="*/ 103 h 103"/>
              <a:gd name="GluePoint25X" fmla="*/ 68 w 90"/>
              <a:gd name="GluePoint25Y" fmla="*/ 102 h 103"/>
              <a:gd name="GluePoint26X" fmla="*/ 75 w 90"/>
              <a:gd name="GluePoint26Y" fmla="*/ 99 h 103"/>
              <a:gd name="GluePoint27X" fmla="*/ 82 w 90"/>
              <a:gd name="GluePoint27Y" fmla="*/ 95 h 103"/>
              <a:gd name="GluePoint28X" fmla="*/ 84 w 90"/>
              <a:gd name="GluePoint28Y" fmla="*/ 82 h 103"/>
              <a:gd name="GluePoint29X" fmla="*/ 78 w 90"/>
              <a:gd name="GluePoint29Y" fmla="*/ 86 h 103"/>
              <a:gd name="GluePoint30X" fmla="*/ 72 w 90"/>
              <a:gd name="GluePoint30Y" fmla="*/ 89 h 103"/>
              <a:gd name="GluePoint31X" fmla="*/ 65 w 90"/>
              <a:gd name="GluePoint31Y" fmla="*/ 91 h 103"/>
              <a:gd name="GluePoint32X" fmla="*/ 59 w 90"/>
              <a:gd name="GluePoint32Y" fmla="*/ 91 h 103"/>
              <a:gd name="GluePoint33X" fmla="*/ 52 w 90"/>
              <a:gd name="GluePoint33Y" fmla="*/ 91 h 103"/>
              <a:gd name="GluePoint34X" fmla="*/ 46 w 90"/>
              <a:gd name="GluePoint34Y" fmla="*/ 89 h 103"/>
              <a:gd name="GluePoint35X" fmla="*/ 41 w 90"/>
              <a:gd name="GluePoint35Y" fmla="*/ 86 h 103"/>
              <a:gd name="GluePoint36X" fmla="*/ 37 w 90"/>
              <a:gd name="GluePoint36Y" fmla="*/ 82 h 103"/>
              <a:gd name="GluePoint37X" fmla="*/ 33 w 90"/>
              <a:gd name="GluePoint37Y" fmla="*/ 76 h 103"/>
              <a:gd name="GluePoint38X" fmla="*/ 32 w 90"/>
              <a:gd name="GluePoint38Y" fmla="*/ 70 h 103"/>
              <a:gd name="GluePoint39X" fmla="*/ 31 w 90"/>
              <a:gd name="GluePoint39Y" fmla="*/ 62 h 103"/>
              <a:gd name="GluePoint40X" fmla="*/ 30 w 90"/>
              <a:gd name="GluePoint40Y" fmla="*/ 52 h 103"/>
              <a:gd name="GluePoint41X" fmla="*/ 90 w 90"/>
              <a:gd name="GluePoint41Y" fmla="*/ 46 h 103"/>
              <a:gd name="GluePoint42X" fmla="*/ 89 w 90"/>
              <a:gd name="GluePoint42Y" fmla="*/ 34 h 103"/>
              <a:gd name="GluePoint43X" fmla="*/ 31 w 90"/>
              <a:gd name="GluePoint43Y" fmla="*/ 34 h 103"/>
              <a:gd name="GluePoint44X" fmla="*/ 33 w 90"/>
              <a:gd name="GluePoint44Y" fmla="*/ 26 h 103"/>
              <a:gd name="GluePoint45X" fmla="*/ 33 w 90"/>
              <a:gd name="GluePoint45Y" fmla="*/ 20 h 103"/>
              <a:gd name="GluePoint46X" fmla="*/ 36 w 90"/>
              <a:gd name="GluePoint46Y" fmla="*/ 16 h 103"/>
              <a:gd name="GluePoint47X" fmla="*/ 39 w 90"/>
              <a:gd name="GluePoint47Y" fmla="*/ 12 h 103"/>
              <a:gd name="GluePoint48X" fmla="*/ 42 w 90"/>
              <a:gd name="GluePoint48Y" fmla="*/ 10 h 103"/>
              <a:gd name="GluePoint49X" fmla="*/ 45 w 90"/>
              <a:gd name="GluePoint49Y" fmla="*/ 9 h 103"/>
              <a:gd name="GluePoint50X" fmla="*/ 49 w 90"/>
              <a:gd name="GluePoint50Y" fmla="*/ 9 h 103"/>
              <a:gd name="GluePoint51X" fmla="*/ 52 w 90"/>
              <a:gd name="GluePoint51Y" fmla="*/ 10 h 103"/>
              <a:gd name="GluePoint52X" fmla="*/ 55 w 90"/>
              <a:gd name="GluePoint52Y" fmla="*/ 12 h 103"/>
              <a:gd name="GluePoint53X" fmla="*/ 57 w 90"/>
              <a:gd name="GluePoint53Y" fmla="*/ 16 h 103"/>
              <a:gd name="GluePoint54X" fmla="*/ 60 w 90"/>
              <a:gd name="GluePoint54Y" fmla="*/ 22 h 103"/>
              <a:gd name="GluePoint55X" fmla="*/ 61 w 90"/>
              <a:gd name="GluePoint55Y" fmla="*/ 34 h 103"/>
              <a:gd name="GluePoint56X" fmla="*/ 30 w 90"/>
              <a:gd name="GluePoint56Y" fmla="*/ 42 h 103"/>
            </a:gdLst>
            <a:ahLst/>
            <a:cxnLst/>
            <a:rect l="textAreaLeft" t="textAreaTop" r="textAreaRight" b="textAreaBottom"/>
            <a:pathLst>
              <a:path w="90" h="103">
                <a:moveTo>
                  <a:pt x="89" y="34"/>
                </a:moveTo>
                <a:lnTo>
                  <a:pt x="89" y="30"/>
                </a:lnTo>
                <a:lnTo>
                  <a:pt x="87" y="26"/>
                </a:lnTo>
                <a:lnTo>
                  <a:pt x="85" y="21"/>
                </a:lnTo>
                <a:lnTo>
                  <a:pt x="83" y="18"/>
                </a:lnTo>
                <a:lnTo>
                  <a:pt x="81" y="14"/>
                </a:lnTo>
                <a:lnTo>
                  <a:pt x="78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8" y="1"/>
                </a:lnTo>
                <a:lnTo>
                  <a:pt x="53" y="0"/>
                </a:lnTo>
                <a:lnTo>
                  <a:pt x="48" y="0"/>
                </a:lnTo>
                <a:lnTo>
                  <a:pt x="42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6" y="10"/>
                </a:lnTo>
                <a:lnTo>
                  <a:pt x="13" y="14"/>
                </a:lnTo>
                <a:lnTo>
                  <a:pt x="9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8" y="82"/>
                </a:lnTo>
                <a:lnTo>
                  <a:pt x="10" y="86"/>
                </a:lnTo>
                <a:lnTo>
                  <a:pt x="13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29" y="99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8" y="97"/>
                </a:lnTo>
                <a:lnTo>
                  <a:pt x="82" y="95"/>
                </a:lnTo>
                <a:lnTo>
                  <a:pt x="86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6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6" y="79"/>
                </a:lnTo>
                <a:lnTo>
                  <a:pt x="33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0" y="57"/>
                </a:lnTo>
                <a:lnTo>
                  <a:pt x="30" y="52"/>
                </a:lnTo>
                <a:lnTo>
                  <a:pt x="90" y="52"/>
                </a:lnTo>
                <a:lnTo>
                  <a:pt x="90" y="46"/>
                </a:lnTo>
                <a:lnTo>
                  <a:pt x="90" y="40"/>
                </a:lnTo>
                <a:lnTo>
                  <a:pt x="89" y="34"/>
                </a:lnTo>
                <a:close/>
                <a:moveTo>
                  <a:pt x="30" y="42"/>
                </a:moveTo>
                <a:lnTo>
                  <a:pt x="31" y="34"/>
                </a:lnTo>
                <a:lnTo>
                  <a:pt x="32" y="28"/>
                </a:lnTo>
                <a:lnTo>
                  <a:pt x="33" y="26"/>
                </a:lnTo>
                <a:lnTo>
                  <a:pt x="33" y="22"/>
                </a:lnTo>
                <a:lnTo>
                  <a:pt x="33" y="20"/>
                </a:lnTo>
                <a:lnTo>
                  <a:pt x="35" y="18"/>
                </a:lnTo>
                <a:lnTo>
                  <a:pt x="36" y="16"/>
                </a:lnTo>
                <a:lnTo>
                  <a:pt x="37" y="14"/>
                </a:lnTo>
                <a:lnTo>
                  <a:pt x="39" y="12"/>
                </a:lnTo>
                <a:lnTo>
                  <a:pt x="41" y="11"/>
                </a:lnTo>
                <a:lnTo>
                  <a:pt x="42" y="10"/>
                </a:lnTo>
                <a:lnTo>
                  <a:pt x="44" y="10"/>
                </a:lnTo>
                <a:lnTo>
                  <a:pt x="45" y="9"/>
                </a:lnTo>
                <a:lnTo>
                  <a:pt x="48" y="9"/>
                </a:lnTo>
                <a:lnTo>
                  <a:pt x="49" y="9"/>
                </a:lnTo>
                <a:lnTo>
                  <a:pt x="51" y="10"/>
                </a:lnTo>
                <a:lnTo>
                  <a:pt x="52" y="10"/>
                </a:lnTo>
                <a:lnTo>
                  <a:pt x="53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7" y="18"/>
                </a:lnTo>
                <a:lnTo>
                  <a:pt x="60" y="22"/>
                </a:lnTo>
                <a:lnTo>
                  <a:pt x="61" y="28"/>
                </a:lnTo>
                <a:lnTo>
                  <a:pt x="61" y="34"/>
                </a:lnTo>
                <a:lnTo>
                  <a:pt x="61" y="42"/>
                </a:lnTo>
                <a:lnTo>
                  <a:pt x="30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16" name="îsḷîḓè">
            <a:extLst>
              <a:ext uri="{FF2B5EF4-FFF2-40B4-BE49-F238E27FC236}">
                <a16:creationId xmlns:a16="http://schemas.microsoft.com/office/drawing/2014/main" id="{586E95AF-B76A-49DE-ACA5-AC4763A01569}"/>
              </a:ext>
            </a:extLst>
          </p:cNvPr>
          <p:cNvSpPr>
            <a:spLocks noGrp="1"/>
          </p:cNvSpPr>
          <p:nvPr/>
        </p:nvSpPr>
        <p:spPr>
          <a:xfrm>
            <a:off x="265392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32 w 91"/>
              <a:gd name="GluePoint1Y" fmla="*/ 41 h 103"/>
              <a:gd name="GluePoint2X" fmla="*/ 33 w 91"/>
              <a:gd name="GluePoint2Y" fmla="*/ 33 h 103"/>
              <a:gd name="GluePoint3X" fmla="*/ 36 w 91"/>
              <a:gd name="GluePoint3Y" fmla="*/ 26 h 103"/>
              <a:gd name="GluePoint4X" fmla="*/ 38 w 91"/>
              <a:gd name="GluePoint4Y" fmla="*/ 20 h 103"/>
              <a:gd name="GluePoint5X" fmla="*/ 42 w 91"/>
              <a:gd name="GluePoint5Y" fmla="*/ 16 h 103"/>
              <a:gd name="GluePoint6X" fmla="*/ 46 w 91"/>
              <a:gd name="GluePoint6Y" fmla="*/ 12 h 103"/>
              <a:gd name="GluePoint7X" fmla="*/ 51 w 91"/>
              <a:gd name="GluePoint7Y" fmla="*/ 10 h 103"/>
              <a:gd name="GluePoint8X" fmla="*/ 56 w 91"/>
              <a:gd name="GluePoint8Y" fmla="*/ 9 h 103"/>
              <a:gd name="GluePoint9X" fmla="*/ 64 w 91"/>
              <a:gd name="GluePoint9Y" fmla="*/ 10 h 103"/>
              <a:gd name="GluePoint10X" fmla="*/ 68 w 91"/>
              <a:gd name="GluePoint10Y" fmla="*/ 13 h 103"/>
              <a:gd name="GluePoint11X" fmla="*/ 70 w 91"/>
              <a:gd name="GluePoint11Y" fmla="*/ 15 h 103"/>
              <a:gd name="GluePoint12X" fmla="*/ 75 w 91"/>
              <a:gd name="GluePoint12Y" fmla="*/ 22 h 103"/>
              <a:gd name="GluePoint13X" fmla="*/ 78 w 91"/>
              <a:gd name="GluePoint13Y" fmla="*/ 31 h 103"/>
              <a:gd name="GluePoint14X" fmla="*/ 91 w 91"/>
              <a:gd name="GluePoint14Y" fmla="*/ 9 h 103"/>
              <a:gd name="GluePoint15X" fmla="*/ 84 w 91"/>
              <a:gd name="GluePoint15Y" fmla="*/ 5 h 103"/>
              <a:gd name="GluePoint16X" fmla="*/ 75 w 91"/>
              <a:gd name="GluePoint16Y" fmla="*/ 2 h 103"/>
              <a:gd name="GluePoint17X" fmla="*/ 65 w 91"/>
              <a:gd name="GluePoint17Y" fmla="*/ 1 h 103"/>
              <a:gd name="GluePoint18X" fmla="*/ 55 w 91"/>
              <a:gd name="GluePoint18Y" fmla="*/ 0 h 103"/>
              <a:gd name="GluePoint19X" fmla="*/ 43 w 91"/>
              <a:gd name="GluePoint19Y" fmla="*/ 2 h 103"/>
              <a:gd name="GluePoint20X" fmla="*/ 32 w 91"/>
              <a:gd name="GluePoint20Y" fmla="*/ 5 h 103"/>
              <a:gd name="GluePoint21X" fmla="*/ 23 w 91"/>
              <a:gd name="GluePoint21Y" fmla="*/ 9 h 103"/>
              <a:gd name="GluePoint22X" fmla="*/ 15 w 91"/>
              <a:gd name="GluePoint22Y" fmla="*/ 15 h 103"/>
              <a:gd name="GluePoint23X" fmla="*/ 9 w 91"/>
              <a:gd name="GluePoint23Y" fmla="*/ 22 h 103"/>
              <a:gd name="GluePoint24X" fmla="*/ 4 w 91"/>
              <a:gd name="GluePoint24Y" fmla="*/ 31 h 103"/>
              <a:gd name="GluePoint25X" fmla="*/ 1 w 91"/>
              <a:gd name="GluePoint25Y" fmla="*/ 42 h 103"/>
              <a:gd name="GluePoint26X" fmla="*/ 0 w 91"/>
              <a:gd name="GluePoint26Y" fmla="*/ 54 h 103"/>
              <a:gd name="GluePoint27X" fmla="*/ 1 w 91"/>
              <a:gd name="GluePoint27Y" fmla="*/ 65 h 103"/>
              <a:gd name="GluePoint28X" fmla="*/ 4 w 91"/>
              <a:gd name="GluePoint28Y" fmla="*/ 75 h 103"/>
              <a:gd name="GluePoint29X" fmla="*/ 8 w 91"/>
              <a:gd name="GluePoint29Y" fmla="*/ 83 h 103"/>
              <a:gd name="GluePoint30X" fmla="*/ 14 w 91"/>
              <a:gd name="GluePoint30Y" fmla="*/ 91 h 103"/>
              <a:gd name="GluePoint31X" fmla="*/ 22 w 91"/>
              <a:gd name="GluePoint31Y" fmla="*/ 96 h 103"/>
              <a:gd name="GluePoint32X" fmla="*/ 32 w 91"/>
              <a:gd name="GluePoint32Y" fmla="*/ 100 h 103"/>
              <a:gd name="GluePoint33X" fmla="*/ 42 w 91"/>
              <a:gd name="GluePoint33Y" fmla="*/ 103 h 103"/>
              <a:gd name="GluePoint34X" fmla="*/ 55 w 91"/>
              <a:gd name="GluePoint34Y" fmla="*/ 103 h 103"/>
              <a:gd name="GluePoint35X" fmla="*/ 72 w 91"/>
              <a:gd name="GluePoint35Y" fmla="*/ 102 h 103"/>
              <a:gd name="GluePoint36X" fmla="*/ 77 w 91"/>
              <a:gd name="GluePoint36Y" fmla="*/ 99 h 103"/>
              <a:gd name="GluePoint37X" fmla="*/ 83 w 91"/>
              <a:gd name="GluePoint37Y" fmla="*/ 97 h 103"/>
              <a:gd name="GluePoint38X" fmla="*/ 84 w 91"/>
              <a:gd name="GluePoint38Y" fmla="*/ 82 h 103"/>
              <a:gd name="GluePoint39X" fmla="*/ 80 w 91"/>
              <a:gd name="GluePoint39Y" fmla="*/ 86 h 103"/>
              <a:gd name="GluePoint40X" fmla="*/ 74 w 91"/>
              <a:gd name="GluePoint40Y" fmla="*/ 89 h 103"/>
              <a:gd name="GluePoint41X" fmla="*/ 68 w 91"/>
              <a:gd name="GluePoint41Y" fmla="*/ 91 h 103"/>
              <a:gd name="GluePoint42X" fmla="*/ 62 w 91"/>
              <a:gd name="GluePoint42Y" fmla="*/ 91 h 103"/>
              <a:gd name="GluePoint43X" fmla="*/ 55 w 91"/>
              <a:gd name="GluePoint43Y" fmla="*/ 91 h 103"/>
              <a:gd name="GluePoint44X" fmla="*/ 48 w 91"/>
              <a:gd name="GluePoint44Y" fmla="*/ 89 h 103"/>
              <a:gd name="GluePoint45X" fmla="*/ 43 w 91"/>
              <a:gd name="GluePoint45Y" fmla="*/ 86 h 103"/>
              <a:gd name="GluePoint46X" fmla="*/ 38 w 91"/>
              <a:gd name="GluePoint46Y" fmla="*/ 81 h 103"/>
              <a:gd name="GluePoint47X" fmla="*/ 35 w 91"/>
              <a:gd name="GluePoint47Y" fmla="*/ 75 h 103"/>
              <a:gd name="GluePoint48X" fmla="*/ 32 w 91"/>
              <a:gd name="GluePoint48Y" fmla="*/ 68 h 103"/>
              <a:gd name="GluePoint49X" fmla="*/ 31 w 91"/>
              <a:gd name="GluePoint49Y" fmla="*/ 60 h 103"/>
              <a:gd name="GluePoint50X" fmla="*/ 31 w 91"/>
              <a:gd name="GluePoint50Y" fmla="*/ 51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31" y="46"/>
                </a:moveTo>
                <a:lnTo>
                  <a:pt x="32" y="41"/>
                </a:lnTo>
                <a:lnTo>
                  <a:pt x="32" y="37"/>
                </a:lnTo>
                <a:lnTo>
                  <a:pt x="33" y="33"/>
                </a:lnTo>
                <a:lnTo>
                  <a:pt x="34" y="29"/>
                </a:lnTo>
                <a:lnTo>
                  <a:pt x="36" y="26"/>
                </a:lnTo>
                <a:lnTo>
                  <a:pt x="36" y="23"/>
                </a:lnTo>
                <a:lnTo>
                  <a:pt x="38" y="20"/>
                </a:lnTo>
                <a:lnTo>
                  <a:pt x="40" y="18"/>
                </a:lnTo>
                <a:lnTo>
                  <a:pt x="42" y="16"/>
                </a:lnTo>
                <a:lnTo>
                  <a:pt x="44" y="14"/>
                </a:lnTo>
                <a:lnTo>
                  <a:pt x="46" y="12"/>
                </a:lnTo>
                <a:lnTo>
                  <a:pt x="48" y="10"/>
                </a:lnTo>
                <a:lnTo>
                  <a:pt x="51" y="10"/>
                </a:lnTo>
                <a:lnTo>
                  <a:pt x="53" y="9"/>
                </a:lnTo>
                <a:lnTo>
                  <a:pt x="56" y="9"/>
                </a:lnTo>
                <a:lnTo>
                  <a:pt x="60" y="10"/>
                </a:lnTo>
                <a:lnTo>
                  <a:pt x="64" y="10"/>
                </a:lnTo>
                <a:lnTo>
                  <a:pt x="66" y="12"/>
                </a:lnTo>
                <a:lnTo>
                  <a:pt x="68" y="13"/>
                </a:lnTo>
                <a:lnTo>
                  <a:pt x="68" y="14"/>
                </a:lnTo>
                <a:lnTo>
                  <a:pt x="70" y="15"/>
                </a:lnTo>
                <a:lnTo>
                  <a:pt x="72" y="18"/>
                </a:lnTo>
                <a:lnTo>
                  <a:pt x="75" y="22"/>
                </a:lnTo>
                <a:lnTo>
                  <a:pt x="76" y="26"/>
                </a:lnTo>
                <a:lnTo>
                  <a:pt x="78" y="31"/>
                </a:lnTo>
                <a:lnTo>
                  <a:pt x="83" y="31"/>
                </a:lnTo>
                <a:lnTo>
                  <a:pt x="91" y="9"/>
                </a:lnTo>
                <a:lnTo>
                  <a:pt x="88" y="7"/>
                </a:lnTo>
                <a:lnTo>
                  <a:pt x="84" y="5"/>
                </a:lnTo>
                <a:lnTo>
                  <a:pt x="79" y="4"/>
                </a:lnTo>
                <a:lnTo>
                  <a:pt x="75" y="2"/>
                </a:lnTo>
                <a:lnTo>
                  <a:pt x="70" y="2"/>
                </a:lnTo>
                <a:lnTo>
                  <a:pt x="65" y="1"/>
                </a:lnTo>
                <a:lnTo>
                  <a:pt x="60" y="0"/>
                </a:lnTo>
                <a:lnTo>
                  <a:pt x="55" y="0"/>
                </a:lnTo>
                <a:lnTo>
                  <a:pt x="48" y="1"/>
                </a:lnTo>
                <a:lnTo>
                  <a:pt x="43" y="2"/>
                </a:lnTo>
                <a:lnTo>
                  <a:pt x="37" y="3"/>
                </a:lnTo>
                <a:lnTo>
                  <a:pt x="32" y="5"/>
                </a:lnTo>
                <a:lnTo>
                  <a:pt x="27" y="6"/>
                </a:lnTo>
                <a:lnTo>
                  <a:pt x="23" y="9"/>
                </a:lnTo>
                <a:lnTo>
                  <a:pt x="19" y="12"/>
                </a:lnTo>
                <a:lnTo>
                  <a:pt x="15" y="15"/>
                </a:lnTo>
                <a:lnTo>
                  <a:pt x="12" y="18"/>
                </a:lnTo>
                <a:lnTo>
                  <a:pt x="9" y="22"/>
                </a:lnTo>
                <a:lnTo>
                  <a:pt x="7" y="27"/>
                </a:lnTo>
                <a:lnTo>
                  <a:pt x="4" y="31"/>
                </a:lnTo>
                <a:lnTo>
                  <a:pt x="3" y="36"/>
                </a:lnTo>
                <a:lnTo>
                  <a:pt x="1" y="42"/>
                </a:lnTo>
                <a:lnTo>
                  <a:pt x="1" y="47"/>
                </a:lnTo>
                <a:lnTo>
                  <a:pt x="0" y="54"/>
                </a:lnTo>
                <a:lnTo>
                  <a:pt x="0" y="60"/>
                </a:lnTo>
                <a:lnTo>
                  <a:pt x="1" y="65"/>
                </a:lnTo>
                <a:lnTo>
                  <a:pt x="3" y="71"/>
                </a:lnTo>
                <a:lnTo>
                  <a:pt x="4" y="75"/>
                </a:lnTo>
                <a:lnTo>
                  <a:pt x="6" y="79"/>
                </a:lnTo>
                <a:lnTo>
                  <a:pt x="8" y="83"/>
                </a:lnTo>
                <a:lnTo>
                  <a:pt x="11" y="87"/>
                </a:lnTo>
                <a:lnTo>
                  <a:pt x="14" y="91"/>
                </a:lnTo>
                <a:lnTo>
                  <a:pt x="18" y="94"/>
                </a:lnTo>
                <a:lnTo>
                  <a:pt x="22" y="96"/>
                </a:lnTo>
                <a:lnTo>
                  <a:pt x="27" y="98"/>
                </a:lnTo>
                <a:lnTo>
                  <a:pt x="32" y="100"/>
                </a:lnTo>
                <a:lnTo>
                  <a:pt x="36" y="102"/>
                </a:lnTo>
                <a:lnTo>
                  <a:pt x="42" y="103"/>
                </a:lnTo>
                <a:lnTo>
                  <a:pt x="48" y="103"/>
                </a:lnTo>
                <a:lnTo>
                  <a:pt x="55" y="103"/>
                </a:lnTo>
                <a:lnTo>
                  <a:pt x="64" y="103"/>
                </a:lnTo>
                <a:lnTo>
                  <a:pt x="72" y="102"/>
                </a:lnTo>
                <a:lnTo>
                  <a:pt x="75" y="100"/>
                </a:lnTo>
                <a:lnTo>
                  <a:pt x="77" y="99"/>
                </a:lnTo>
                <a:lnTo>
                  <a:pt x="80" y="99"/>
                </a:lnTo>
                <a:lnTo>
                  <a:pt x="83" y="97"/>
                </a:lnTo>
                <a:lnTo>
                  <a:pt x="88" y="84"/>
                </a:lnTo>
                <a:lnTo>
                  <a:pt x="84" y="82"/>
                </a:lnTo>
                <a:lnTo>
                  <a:pt x="82" y="84"/>
                </a:lnTo>
                <a:lnTo>
                  <a:pt x="80" y="86"/>
                </a:lnTo>
                <a:lnTo>
                  <a:pt x="77" y="87"/>
                </a:lnTo>
                <a:lnTo>
                  <a:pt x="74" y="89"/>
                </a:lnTo>
                <a:lnTo>
                  <a:pt x="72" y="91"/>
                </a:lnTo>
                <a:lnTo>
                  <a:pt x="68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5" y="91"/>
                </a:lnTo>
                <a:lnTo>
                  <a:pt x="52" y="90"/>
                </a:lnTo>
                <a:lnTo>
                  <a:pt x="48" y="89"/>
                </a:lnTo>
                <a:lnTo>
                  <a:pt x="46" y="87"/>
                </a:lnTo>
                <a:lnTo>
                  <a:pt x="43" y="86"/>
                </a:lnTo>
                <a:lnTo>
                  <a:pt x="40" y="83"/>
                </a:lnTo>
                <a:lnTo>
                  <a:pt x="38" y="81"/>
                </a:lnTo>
                <a:lnTo>
                  <a:pt x="36" y="79"/>
                </a:lnTo>
                <a:lnTo>
                  <a:pt x="35" y="75"/>
                </a:lnTo>
                <a:lnTo>
                  <a:pt x="33" y="72"/>
                </a:lnTo>
                <a:lnTo>
                  <a:pt x="32" y="68"/>
                </a:lnTo>
                <a:lnTo>
                  <a:pt x="32" y="64"/>
                </a:lnTo>
                <a:lnTo>
                  <a:pt x="31" y="60"/>
                </a:lnTo>
                <a:lnTo>
                  <a:pt x="31" y="55"/>
                </a:lnTo>
                <a:lnTo>
                  <a:pt x="31" y="51"/>
                </a:lnTo>
                <a:lnTo>
                  <a:pt x="31" y="4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17" name="iṩļiḍè">
            <a:extLst>
              <a:ext uri="{FF2B5EF4-FFF2-40B4-BE49-F238E27FC236}">
                <a16:creationId xmlns:a16="http://schemas.microsoft.com/office/drawing/2014/main" id="{420C96C9-7EE4-4F0D-B22E-B823BE895ABD}"/>
              </a:ext>
            </a:extLst>
          </p:cNvPr>
          <p:cNvSpPr>
            <a:spLocks noGrp="1"/>
          </p:cNvSpPr>
          <p:nvPr/>
        </p:nvSpPr>
        <p:spPr>
          <a:xfrm>
            <a:off x="270540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4 w 93"/>
              <a:gd name="GluePoint5Y" fmla="*/ 57 h 157"/>
              <a:gd name="GluePoint6X" fmla="*/ 66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9 w 93"/>
              <a:gd name="GluePoint11Y" fmla="*/ 71 h 157"/>
              <a:gd name="GluePoint12X" fmla="*/ 26 w 93"/>
              <a:gd name="GluePoint12Y" fmla="*/ 0 h 157"/>
              <a:gd name="GluePoint13X" fmla="*/ 18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2 w 93"/>
              <a:gd name="GluePoint20Y" fmla="*/ 157 h 157"/>
              <a:gd name="GluePoint21X" fmla="*/ 29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30 w 93"/>
              <a:gd name="GluePoint24Y" fmla="*/ 89 h 157"/>
              <a:gd name="GluePoint25X" fmla="*/ 31 w 93"/>
              <a:gd name="GluePoint25Y" fmla="*/ 84 h 157"/>
              <a:gd name="GluePoint26X" fmla="*/ 34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50 w 93"/>
              <a:gd name="GluePoint30Y" fmla="*/ 72 h 157"/>
              <a:gd name="GluePoint31X" fmla="*/ 54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2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5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6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2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79"/>
                </a:move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4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40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30" y="89"/>
                </a:lnTo>
                <a:lnTo>
                  <a:pt x="30" y="87"/>
                </a:lnTo>
                <a:lnTo>
                  <a:pt x="31" y="84"/>
                </a:lnTo>
                <a:lnTo>
                  <a:pt x="32" y="81"/>
                </a:lnTo>
                <a:lnTo>
                  <a:pt x="34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4" y="73"/>
                </a:lnTo>
                <a:lnTo>
                  <a:pt x="55" y="74"/>
                </a:lnTo>
                <a:lnTo>
                  <a:pt x="57" y="75"/>
                </a:lnTo>
                <a:lnTo>
                  <a:pt x="58" y="77"/>
                </a:lnTo>
                <a:lnTo>
                  <a:pt x="59" y="78"/>
                </a:lnTo>
                <a:lnTo>
                  <a:pt x="61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5" y="106"/>
                </a:lnTo>
                <a:lnTo>
                  <a:pt x="65" y="157"/>
                </a:lnTo>
                <a:lnTo>
                  <a:pt x="68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3" y="82"/>
                </a:lnTo>
                <a:lnTo>
                  <a:pt x="92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518" name="íSļiḓê">
            <a:extLst>
              <a:ext uri="{FF2B5EF4-FFF2-40B4-BE49-F238E27FC236}">
                <a16:creationId xmlns:a16="http://schemas.microsoft.com/office/drawing/2014/main" id="{2E616125-5E04-454B-BDBE-89010B84E3E1}"/>
              </a:ext>
            </a:extLst>
          </p:cNvPr>
          <p:cNvSpPr>
            <a:spLocks noGrp="1"/>
          </p:cNvSpPr>
          <p:nvPr/>
        </p:nvSpPr>
        <p:spPr>
          <a:xfrm>
            <a:off x="276084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1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1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9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60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5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9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1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9" y="4"/>
                </a:lnTo>
                <a:lnTo>
                  <a:pt x="75" y="2"/>
                </a:lnTo>
                <a:lnTo>
                  <a:pt x="72" y="2"/>
                </a:lnTo>
                <a:lnTo>
                  <a:pt x="68" y="1"/>
                </a:lnTo>
                <a:lnTo>
                  <a:pt x="65" y="0"/>
                </a:lnTo>
                <a:lnTo>
                  <a:pt x="61" y="0"/>
                </a:lnTo>
                <a:lnTo>
                  <a:pt x="56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6" y="102"/>
                </a:lnTo>
                <a:lnTo>
                  <a:pt x="29" y="102"/>
                </a:lnTo>
                <a:lnTo>
                  <a:pt x="29" y="55"/>
                </a:lnTo>
                <a:lnTo>
                  <a:pt x="28" y="51"/>
                </a:lnTo>
                <a:lnTo>
                  <a:pt x="29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1" y="32"/>
                </a:lnTo>
                <a:lnTo>
                  <a:pt x="31" y="29"/>
                </a:lnTo>
                <a:lnTo>
                  <a:pt x="33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1" y="18"/>
                </a:lnTo>
                <a:lnTo>
                  <a:pt x="43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2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9" y="22"/>
                </a:lnTo>
                <a:lnTo>
                  <a:pt x="60" y="23"/>
                </a:lnTo>
                <a:lnTo>
                  <a:pt x="61" y="26"/>
                </a:lnTo>
                <a:lnTo>
                  <a:pt x="62" y="27"/>
                </a:lnTo>
                <a:lnTo>
                  <a:pt x="63" y="30"/>
                </a:lnTo>
                <a:lnTo>
                  <a:pt x="63" y="33"/>
                </a:lnTo>
                <a:lnTo>
                  <a:pt x="64" y="36"/>
                </a:lnTo>
                <a:lnTo>
                  <a:pt x="65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5" y="102"/>
                </a:lnTo>
                <a:lnTo>
                  <a:pt x="79" y="102"/>
                </a:lnTo>
                <a:lnTo>
                  <a:pt x="83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519" name="iṧļïḑe">
            <a:extLst>
              <a:ext uri="{FF2B5EF4-FFF2-40B4-BE49-F238E27FC236}">
                <a16:creationId xmlns:a16="http://schemas.microsoft.com/office/drawing/2014/main" id="{4E363661-551C-49B6-8C39-7E88C6084723}"/>
              </a:ext>
            </a:extLst>
          </p:cNvPr>
          <p:cNvSpPr>
            <a:spLocks noGrp="1"/>
          </p:cNvSpPr>
          <p:nvPr/>
        </p:nvSpPr>
        <p:spPr>
          <a:xfrm>
            <a:off x="281520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6 w 102"/>
              <a:gd name="GluePoint2Y" fmla="*/ 25 h 103"/>
              <a:gd name="GluePoint3X" fmla="*/ 91 w 102"/>
              <a:gd name="GluePoint3Y" fmla="*/ 17 h 103"/>
              <a:gd name="GluePoint4X" fmla="*/ 84 w 102"/>
              <a:gd name="GluePoint4Y" fmla="*/ 10 h 103"/>
              <a:gd name="GluePoint5X" fmla="*/ 76 w 102"/>
              <a:gd name="GluePoint5Y" fmla="*/ 6 h 103"/>
              <a:gd name="GluePoint6X" fmla="*/ 67 w 102"/>
              <a:gd name="GluePoint6Y" fmla="*/ 2 h 103"/>
              <a:gd name="GluePoint7X" fmla="*/ 56 w 102"/>
              <a:gd name="GluePoint7Y" fmla="*/ 1 h 103"/>
              <a:gd name="GluePoint8X" fmla="*/ 44 w 102"/>
              <a:gd name="GluePoint8Y" fmla="*/ 1 h 103"/>
              <a:gd name="GluePoint9X" fmla="*/ 33 w 102"/>
              <a:gd name="GluePoint9Y" fmla="*/ 2 h 103"/>
              <a:gd name="GluePoint10X" fmla="*/ 24 w 102"/>
              <a:gd name="GluePoint10Y" fmla="*/ 6 h 103"/>
              <a:gd name="GluePoint11X" fmla="*/ 16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1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1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6 w 102"/>
              <a:gd name="GluePoint20Y" fmla="*/ 94 h 103"/>
              <a:gd name="GluePoint21X" fmla="*/ 24 w 102"/>
              <a:gd name="GluePoint21Y" fmla="*/ 98 h 103"/>
              <a:gd name="GluePoint22X" fmla="*/ 33 w 102"/>
              <a:gd name="GluePoint22Y" fmla="*/ 102 h 103"/>
              <a:gd name="GluePoint23X" fmla="*/ 44 w 102"/>
              <a:gd name="GluePoint23Y" fmla="*/ 103 h 103"/>
              <a:gd name="GluePoint24X" fmla="*/ 56 w 102"/>
              <a:gd name="GluePoint24Y" fmla="*/ 103 h 103"/>
              <a:gd name="GluePoint25X" fmla="*/ 67 w 102"/>
              <a:gd name="GluePoint25Y" fmla="*/ 102 h 103"/>
              <a:gd name="GluePoint26X" fmla="*/ 76 w 102"/>
              <a:gd name="GluePoint26Y" fmla="*/ 98 h 103"/>
              <a:gd name="GluePoint27X" fmla="*/ 84 w 102"/>
              <a:gd name="GluePoint27Y" fmla="*/ 92 h 103"/>
              <a:gd name="GluePoint28X" fmla="*/ 91 w 102"/>
              <a:gd name="GluePoint28Y" fmla="*/ 86 h 103"/>
              <a:gd name="GluePoint29X" fmla="*/ 96 w 102"/>
              <a:gd name="GluePoint29Y" fmla="*/ 78 h 103"/>
              <a:gd name="GluePoint30X" fmla="*/ 100 w 102"/>
              <a:gd name="GluePoint30Y" fmla="*/ 68 h 103"/>
              <a:gd name="GluePoint31X" fmla="*/ 101 w 102"/>
              <a:gd name="GluePoint31Y" fmla="*/ 56 h 103"/>
              <a:gd name="GluePoint32X" fmla="*/ 101 w 102"/>
              <a:gd name="GluePoint32Y" fmla="*/ 44 h 103"/>
              <a:gd name="GluePoint33X" fmla="*/ 70 w 102"/>
              <a:gd name="GluePoint33Y" fmla="*/ 58 h 103"/>
              <a:gd name="GluePoint34X" fmla="*/ 68 w 102"/>
              <a:gd name="GluePoint34Y" fmla="*/ 72 h 103"/>
              <a:gd name="GluePoint35X" fmla="*/ 66 w 102"/>
              <a:gd name="GluePoint35Y" fmla="*/ 79 h 103"/>
              <a:gd name="GluePoint36X" fmla="*/ 64 w 102"/>
              <a:gd name="GluePoint36Y" fmla="*/ 86 h 103"/>
              <a:gd name="GluePoint37X" fmla="*/ 60 w 102"/>
              <a:gd name="GluePoint37Y" fmla="*/ 91 h 103"/>
              <a:gd name="GluePoint38X" fmla="*/ 56 w 102"/>
              <a:gd name="GluePoint38Y" fmla="*/ 94 h 103"/>
              <a:gd name="GluePoint39X" fmla="*/ 53 w 102"/>
              <a:gd name="GluePoint39Y" fmla="*/ 95 h 103"/>
              <a:gd name="GluePoint40X" fmla="*/ 48 w 102"/>
              <a:gd name="GluePoint40Y" fmla="*/ 95 h 103"/>
              <a:gd name="GluePoint41X" fmla="*/ 44 w 102"/>
              <a:gd name="GluePoint41Y" fmla="*/ 94 h 103"/>
              <a:gd name="GluePoint42X" fmla="*/ 40 w 102"/>
              <a:gd name="GluePoint42Y" fmla="*/ 91 h 103"/>
              <a:gd name="GluePoint43X" fmla="*/ 36 w 102"/>
              <a:gd name="GluePoint43Y" fmla="*/ 87 h 103"/>
              <a:gd name="GluePoint44X" fmla="*/ 34 w 102"/>
              <a:gd name="GluePoint44Y" fmla="*/ 83 h 103"/>
              <a:gd name="GluePoint45X" fmla="*/ 32 w 102"/>
              <a:gd name="GluePoint45Y" fmla="*/ 75 h 103"/>
              <a:gd name="GluePoint46X" fmla="*/ 31 w 102"/>
              <a:gd name="GluePoint46Y" fmla="*/ 68 h 103"/>
              <a:gd name="GluePoint47X" fmla="*/ 30 w 102"/>
              <a:gd name="GluePoint47Y" fmla="*/ 59 h 103"/>
              <a:gd name="GluePoint48X" fmla="*/ 30 w 102"/>
              <a:gd name="GluePoint48Y" fmla="*/ 49 h 103"/>
              <a:gd name="GluePoint49X" fmla="*/ 31 w 102"/>
              <a:gd name="GluePoint49Y" fmla="*/ 38 h 103"/>
              <a:gd name="GluePoint50X" fmla="*/ 32 w 102"/>
              <a:gd name="GluePoint50Y" fmla="*/ 30 h 103"/>
              <a:gd name="GluePoint51X" fmla="*/ 34 w 102"/>
              <a:gd name="GluePoint51Y" fmla="*/ 23 h 103"/>
              <a:gd name="GluePoint52X" fmla="*/ 36 w 102"/>
              <a:gd name="GluePoint52Y" fmla="*/ 18 h 103"/>
              <a:gd name="GluePoint53X" fmla="*/ 40 w 102"/>
              <a:gd name="GluePoint53Y" fmla="*/ 14 h 103"/>
              <a:gd name="GluePoint54X" fmla="*/ 44 w 102"/>
              <a:gd name="GluePoint54Y" fmla="*/ 10 h 103"/>
              <a:gd name="GluePoint55X" fmla="*/ 48 w 102"/>
              <a:gd name="GluePoint55Y" fmla="*/ 9 h 103"/>
              <a:gd name="GluePoint56X" fmla="*/ 53 w 102"/>
              <a:gd name="GluePoint56Y" fmla="*/ 9 h 103"/>
              <a:gd name="GluePoint57X" fmla="*/ 58 w 102"/>
              <a:gd name="GluePoint57Y" fmla="*/ 10 h 103"/>
              <a:gd name="GluePoint58X" fmla="*/ 61 w 102"/>
              <a:gd name="GluePoint58Y" fmla="*/ 13 h 103"/>
              <a:gd name="GluePoint59X" fmla="*/ 64 w 102"/>
              <a:gd name="GluePoint59Y" fmla="*/ 16 h 103"/>
              <a:gd name="GluePoint60X" fmla="*/ 67 w 102"/>
              <a:gd name="GluePoint60Y" fmla="*/ 22 h 103"/>
              <a:gd name="GluePoint61X" fmla="*/ 68 w 102"/>
              <a:gd name="GluePoint61Y" fmla="*/ 27 h 103"/>
              <a:gd name="GluePoint62X" fmla="*/ 70 w 102"/>
              <a:gd name="GluePoint62Y" fmla="*/ 38 h 103"/>
              <a:gd name="GluePoint63X" fmla="*/ 70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0" y="38"/>
                </a:moveTo>
                <a:lnTo>
                  <a:pt x="100" y="34"/>
                </a:lnTo>
                <a:lnTo>
                  <a:pt x="97" y="29"/>
                </a:lnTo>
                <a:lnTo>
                  <a:pt x="96" y="25"/>
                </a:lnTo>
                <a:lnTo>
                  <a:pt x="93" y="21"/>
                </a:lnTo>
                <a:lnTo>
                  <a:pt x="91" y="17"/>
                </a:lnTo>
                <a:lnTo>
                  <a:pt x="88" y="14"/>
                </a:lnTo>
                <a:lnTo>
                  <a:pt x="84" y="10"/>
                </a:lnTo>
                <a:lnTo>
                  <a:pt x="80" y="8"/>
                </a:lnTo>
                <a:lnTo>
                  <a:pt x="76" y="6"/>
                </a:lnTo>
                <a:lnTo>
                  <a:pt x="72" y="4"/>
                </a:lnTo>
                <a:lnTo>
                  <a:pt x="67" y="2"/>
                </a:lnTo>
                <a:lnTo>
                  <a:pt x="62" y="1"/>
                </a:lnTo>
                <a:lnTo>
                  <a:pt x="56" y="1"/>
                </a:lnTo>
                <a:lnTo>
                  <a:pt x="51" y="0"/>
                </a:lnTo>
                <a:lnTo>
                  <a:pt x="44" y="1"/>
                </a:lnTo>
                <a:lnTo>
                  <a:pt x="39" y="1"/>
                </a:lnTo>
                <a:lnTo>
                  <a:pt x="33" y="2"/>
                </a:lnTo>
                <a:lnTo>
                  <a:pt x="28" y="4"/>
                </a:lnTo>
                <a:lnTo>
                  <a:pt x="24" y="6"/>
                </a:lnTo>
                <a:lnTo>
                  <a:pt x="20" y="9"/>
                </a:lnTo>
                <a:lnTo>
                  <a:pt x="16" y="12"/>
                </a:lnTo>
                <a:lnTo>
                  <a:pt x="12" y="14"/>
                </a:lnTo>
                <a:lnTo>
                  <a:pt x="10" y="18"/>
                </a:lnTo>
                <a:lnTo>
                  <a:pt x="7" y="22"/>
                </a:lnTo>
                <a:lnTo>
                  <a:pt x="5" y="27"/>
                </a:lnTo>
                <a:lnTo>
                  <a:pt x="3" y="31"/>
                </a:lnTo>
                <a:lnTo>
                  <a:pt x="1" y="37"/>
                </a:lnTo>
                <a:lnTo>
                  <a:pt x="0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3" y="75"/>
                </a:lnTo>
                <a:lnTo>
                  <a:pt x="5" y="80"/>
                </a:lnTo>
                <a:lnTo>
                  <a:pt x="7" y="84"/>
                </a:lnTo>
                <a:lnTo>
                  <a:pt x="10" y="87"/>
                </a:lnTo>
                <a:lnTo>
                  <a:pt x="12" y="91"/>
                </a:lnTo>
                <a:lnTo>
                  <a:pt x="16" y="94"/>
                </a:lnTo>
                <a:lnTo>
                  <a:pt x="20" y="96"/>
                </a:lnTo>
                <a:lnTo>
                  <a:pt x="24" y="98"/>
                </a:lnTo>
                <a:lnTo>
                  <a:pt x="28" y="100"/>
                </a:lnTo>
                <a:lnTo>
                  <a:pt x="33" y="102"/>
                </a:lnTo>
                <a:lnTo>
                  <a:pt x="39" y="103"/>
                </a:lnTo>
                <a:lnTo>
                  <a:pt x="44" y="103"/>
                </a:lnTo>
                <a:lnTo>
                  <a:pt x="51" y="103"/>
                </a:lnTo>
                <a:lnTo>
                  <a:pt x="56" y="103"/>
                </a:lnTo>
                <a:lnTo>
                  <a:pt x="62" y="103"/>
                </a:lnTo>
                <a:lnTo>
                  <a:pt x="67" y="102"/>
                </a:lnTo>
                <a:lnTo>
                  <a:pt x="72" y="99"/>
                </a:lnTo>
                <a:lnTo>
                  <a:pt x="76" y="98"/>
                </a:lnTo>
                <a:lnTo>
                  <a:pt x="80" y="95"/>
                </a:lnTo>
                <a:lnTo>
                  <a:pt x="84" y="92"/>
                </a:lnTo>
                <a:lnTo>
                  <a:pt x="88" y="90"/>
                </a:lnTo>
                <a:lnTo>
                  <a:pt x="91" y="86"/>
                </a:lnTo>
                <a:lnTo>
                  <a:pt x="93" y="82"/>
                </a:lnTo>
                <a:lnTo>
                  <a:pt x="96" y="78"/>
                </a:lnTo>
                <a:lnTo>
                  <a:pt x="97" y="73"/>
                </a:lnTo>
                <a:lnTo>
                  <a:pt x="100" y="68"/>
                </a:lnTo>
                <a:lnTo>
                  <a:pt x="100" y="63"/>
                </a:lnTo>
                <a:lnTo>
                  <a:pt x="101" y="56"/>
                </a:lnTo>
                <a:lnTo>
                  <a:pt x="102" y="50"/>
                </a:lnTo>
                <a:lnTo>
                  <a:pt x="101" y="44"/>
                </a:lnTo>
                <a:lnTo>
                  <a:pt x="100" y="38"/>
                </a:lnTo>
                <a:close/>
                <a:moveTo>
                  <a:pt x="70" y="58"/>
                </a:moveTo>
                <a:lnTo>
                  <a:pt x="69" y="68"/>
                </a:lnTo>
                <a:lnTo>
                  <a:pt x="68" y="72"/>
                </a:lnTo>
                <a:lnTo>
                  <a:pt x="68" y="76"/>
                </a:lnTo>
                <a:lnTo>
                  <a:pt x="66" y="79"/>
                </a:lnTo>
                <a:lnTo>
                  <a:pt x="65" y="83"/>
                </a:lnTo>
                <a:lnTo>
                  <a:pt x="64" y="86"/>
                </a:lnTo>
                <a:lnTo>
                  <a:pt x="62" y="88"/>
                </a:lnTo>
                <a:lnTo>
                  <a:pt x="60" y="91"/>
                </a:lnTo>
                <a:lnTo>
                  <a:pt x="59" y="92"/>
                </a:lnTo>
                <a:lnTo>
                  <a:pt x="56" y="94"/>
                </a:lnTo>
                <a:lnTo>
                  <a:pt x="55" y="95"/>
                </a:lnTo>
                <a:lnTo>
                  <a:pt x="53" y="95"/>
                </a:lnTo>
                <a:lnTo>
                  <a:pt x="51" y="95"/>
                </a:lnTo>
                <a:lnTo>
                  <a:pt x="48" y="95"/>
                </a:lnTo>
                <a:lnTo>
                  <a:pt x="45" y="95"/>
                </a:lnTo>
                <a:lnTo>
                  <a:pt x="44" y="94"/>
                </a:lnTo>
                <a:lnTo>
                  <a:pt x="41" y="93"/>
                </a:lnTo>
                <a:lnTo>
                  <a:pt x="40" y="91"/>
                </a:lnTo>
                <a:lnTo>
                  <a:pt x="38" y="90"/>
                </a:lnTo>
                <a:lnTo>
                  <a:pt x="36" y="87"/>
                </a:lnTo>
                <a:lnTo>
                  <a:pt x="35" y="85"/>
                </a:lnTo>
                <a:lnTo>
                  <a:pt x="34" y="83"/>
                </a:lnTo>
                <a:lnTo>
                  <a:pt x="32" y="79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1" y="63"/>
                </a:lnTo>
                <a:lnTo>
                  <a:pt x="30" y="59"/>
                </a:lnTo>
                <a:lnTo>
                  <a:pt x="30" y="54"/>
                </a:lnTo>
                <a:lnTo>
                  <a:pt x="30" y="49"/>
                </a:lnTo>
                <a:lnTo>
                  <a:pt x="31" y="43"/>
                </a:lnTo>
                <a:lnTo>
                  <a:pt x="31" y="38"/>
                </a:lnTo>
                <a:lnTo>
                  <a:pt x="32" y="34"/>
                </a:lnTo>
                <a:lnTo>
                  <a:pt x="32" y="30"/>
                </a:lnTo>
                <a:lnTo>
                  <a:pt x="33" y="27"/>
                </a:lnTo>
                <a:lnTo>
                  <a:pt x="34" y="23"/>
                </a:lnTo>
                <a:lnTo>
                  <a:pt x="36" y="21"/>
                </a:lnTo>
                <a:lnTo>
                  <a:pt x="36" y="18"/>
                </a:lnTo>
                <a:lnTo>
                  <a:pt x="38" y="16"/>
                </a:lnTo>
                <a:lnTo>
                  <a:pt x="40" y="14"/>
                </a:lnTo>
                <a:lnTo>
                  <a:pt x="42" y="12"/>
                </a:lnTo>
                <a:lnTo>
                  <a:pt x="44" y="10"/>
                </a:lnTo>
                <a:lnTo>
                  <a:pt x="46" y="10"/>
                </a:lnTo>
                <a:lnTo>
                  <a:pt x="48" y="9"/>
                </a:lnTo>
                <a:lnTo>
                  <a:pt x="51" y="9"/>
                </a:lnTo>
                <a:lnTo>
                  <a:pt x="53" y="9"/>
                </a:lnTo>
                <a:lnTo>
                  <a:pt x="56" y="10"/>
                </a:lnTo>
                <a:lnTo>
                  <a:pt x="58" y="10"/>
                </a:lnTo>
                <a:lnTo>
                  <a:pt x="60" y="11"/>
                </a:lnTo>
                <a:lnTo>
                  <a:pt x="61" y="13"/>
                </a:lnTo>
                <a:lnTo>
                  <a:pt x="63" y="14"/>
                </a:lnTo>
                <a:lnTo>
                  <a:pt x="64" y="16"/>
                </a:lnTo>
                <a:lnTo>
                  <a:pt x="66" y="18"/>
                </a:lnTo>
                <a:lnTo>
                  <a:pt x="67" y="22"/>
                </a:lnTo>
                <a:lnTo>
                  <a:pt x="68" y="24"/>
                </a:lnTo>
                <a:lnTo>
                  <a:pt x="68" y="27"/>
                </a:lnTo>
                <a:lnTo>
                  <a:pt x="69" y="30"/>
                </a:lnTo>
                <a:lnTo>
                  <a:pt x="70" y="38"/>
                </a:lnTo>
                <a:lnTo>
                  <a:pt x="71" y="47"/>
                </a:lnTo>
                <a:lnTo>
                  <a:pt x="70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20" name="ïṧļïdé">
            <a:extLst>
              <a:ext uri="{FF2B5EF4-FFF2-40B4-BE49-F238E27FC236}">
                <a16:creationId xmlns:a16="http://schemas.microsoft.com/office/drawing/2014/main" id="{71C5DBA5-1B7A-4F17-9C2E-30555A0AA3DB}"/>
              </a:ext>
            </a:extLst>
          </p:cNvPr>
          <p:cNvSpPr>
            <a:spLocks noGrp="1"/>
          </p:cNvSpPr>
          <p:nvPr/>
        </p:nvSpPr>
        <p:spPr>
          <a:xfrm>
            <a:off x="2874240" y="931320"/>
            <a:ext cx="11880" cy="68040"/>
          </a:xfrm>
          <a:custGeom>
            <a:avLst/>
            <a:gdLst>
              <a:gd name="textAreaLeft" fmla="*/ 0 w 11880"/>
              <a:gd name="textAreaRight" fmla="*/ 12240 w 11880"/>
              <a:gd name="textAreaTop" fmla="*/ 0 h 68040"/>
              <a:gd name="textAreaBottom" fmla="*/ 68400 h 68040"/>
              <a:gd name="GluePoint1X" fmla="*/ 20 w 28"/>
              <a:gd name="GluePoint1Y" fmla="*/ 1 h 157"/>
              <a:gd name="GluePoint2X" fmla="*/ 17 w 28"/>
              <a:gd name="GluePoint2Y" fmla="*/ 1 h 157"/>
              <a:gd name="GluePoint3X" fmla="*/ 14 w 28"/>
              <a:gd name="GluePoint3Y" fmla="*/ 1 h 157"/>
              <a:gd name="GluePoint4X" fmla="*/ 13 w 28"/>
              <a:gd name="GluePoint4Y" fmla="*/ 1 h 157"/>
              <a:gd name="GluePoint5X" fmla="*/ 11 w 28"/>
              <a:gd name="GluePoint5Y" fmla="*/ 1 h 157"/>
              <a:gd name="GluePoint6X" fmla="*/ 9 w 28"/>
              <a:gd name="GluePoint6Y" fmla="*/ 1 h 157"/>
              <a:gd name="GluePoint7X" fmla="*/ 7 w 28"/>
              <a:gd name="GluePoint7Y" fmla="*/ 1 h 157"/>
              <a:gd name="GluePoint8X" fmla="*/ 3 w 28"/>
              <a:gd name="GluePoint8Y" fmla="*/ 0 h 157"/>
              <a:gd name="GluePoint9X" fmla="*/ 0 w 28"/>
              <a:gd name="GluePoint9Y" fmla="*/ 0 h 157"/>
              <a:gd name="GluePoint10X" fmla="*/ 0 w 28"/>
              <a:gd name="GluePoint10Y" fmla="*/ 157 h 157"/>
              <a:gd name="GluePoint11X" fmla="*/ 3 w 28"/>
              <a:gd name="GluePoint11Y" fmla="*/ 157 h 157"/>
              <a:gd name="GluePoint12X" fmla="*/ 7 w 28"/>
              <a:gd name="GluePoint12Y" fmla="*/ 157 h 157"/>
              <a:gd name="GluePoint13X" fmla="*/ 11 w 28"/>
              <a:gd name="GluePoint13Y" fmla="*/ 157 h 157"/>
              <a:gd name="GluePoint14X" fmla="*/ 14 w 28"/>
              <a:gd name="GluePoint14Y" fmla="*/ 157 h 157"/>
              <a:gd name="GluePoint15X" fmla="*/ 17 w 28"/>
              <a:gd name="GluePoint15Y" fmla="*/ 157 h 157"/>
              <a:gd name="GluePoint16X" fmla="*/ 21 w 28"/>
              <a:gd name="GluePoint16Y" fmla="*/ 157 h 157"/>
              <a:gd name="GluePoint17X" fmla="*/ 24 w 28"/>
              <a:gd name="GluePoint17Y" fmla="*/ 157 h 157"/>
              <a:gd name="GluePoint18X" fmla="*/ 28 w 28"/>
              <a:gd name="GluePoint18Y" fmla="*/ 157 h 157"/>
              <a:gd name="GluePoint19X" fmla="*/ 28 w 28"/>
              <a:gd name="GluePoint19Y" fmla="*/ 0 h 157"/>
              <a:gd name="GluePoint20X" fmla="*/ 25 w 28"/>
              <a:gd name="GluePoint20Y" fmla="*/ 0 h 157"/>
              <a:gd name="GluePoint21X" fmla="*/ 20 w 28"/>
              <a:gd name="GluePoint21Y" fmla="*/ 1 h 157"/>
            </a:gdLst>
            <a:ahLst/>
            <a:cxnLst/>
            <a:rect l="textAreaLeft" t="textAreaTop" r="textAreaRight" b="textAreaBottom"/>
            <a:pathLst>
              <a:path w="28" h="157">
                <a:moveTo>
                  <a:pt x="20" y="1"/>
                </a:move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7" y="157"/>
                </a:lnTo>
                <a:lnTo>
                  <a:pt x="21" y="157"/>
                </a:lnTo>
                <a:lnTo>
                  <a:pt x="24" y="157"/>
                </a:lnTo>
                <a:lnTo>
                  <a:pt x="28" y="157"/>
                </a:lnTo>
                <a:lnTo>
                  <a:pt x="28" y="0"/>
                </a:lnTo>
                <a:lnTo>
                  <a:pt x="25" y="0"/>
                </a:lnTo>
                <a:lnTo>
                  <a:pt x="20" y="1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521" name="íṩliďé">
            <a:extLst>
              <a:ext uri="{FF2B5EF4-FFF2-40B4-BE49-F238E27FC236}">
                <a16:creationId xmlns:a16="http://schemas.microsoft.com/office/drawing/2014/main" id="{304126AE-BC41-4A0F-9DDC-569DED5DE0EF}"/>
              </a:ext>
            </a:extLst>
          </p:cNvPr>
          <p:cNvSpPr>
            <a:spLocks noGrp="1"/>
          </p:cNvSpPr>
          <p:nvPr/>
        </p:nvSpPr>
        <p:spPr>
          <a:xfrm>
            <a:off x="2900880" y="955440"/>
            <a:ext cx="44640" cy="44640"/>
          </a:xfrm>
          <a:custGeom>
            <a:avLst/>
            <a:gdLst>
              <a:gd name="textAreaLeft" fmla="*/ 0 w 44640"/>
              <a:gd name="textAreaRight" fmla="*/ 45000 w 44640"/>
              <a:gd name="textAreaTop" fmla="*/ 0 h 44640"/>
              <a:gd name="textAreaBottom" fmla="*/ 45000 h 44640"/>
              <a:gd name="GluePoint1X" fmla="*/ 100 w 103"/>
              <a:gd name="GluePoint1Y" fmla="*/ 34 h 103"/>
              <a:gd name="GluePoint2X" fmla="*/ 96 w 103"/>
              <a:gd name="GluePoint2Y" fmla="*/ 25 h 103"/>
              <a:gd name="GluePoint3X" fmla="*/ 92 w 103"/>
              <a:gd name="GluePoint3Y" fmla="*/ 17 h 103"/>
              <a:gd name="GluePoint4X" fmla="*/ 85 w 103"/>
              <a:gd name="GluePoint4Y" fmla="*/ 10 h 103"/>
              <a:gd name="GluePoint5X" fmla="*/ 77 w 103"/>
              <a:gd name="GluePoint5Y" fmla="*/ 6 h 103"/>
              <a:gd name="GluePoint6X" fmla="*/ 68 w 103"/>
              <a:gd name="GluePoint6Y" fmla="*/ 2 h 103"/>
              <a:gd name="GluePoint7X" fmla="*/ 57 w 103"/>
              <a:gd name="GluePoint7Y" fmla="*/ 1 h 103"/>
              <a:gd name="GluePoint8X" fmla="*/ 45 w 103"/>
              <a:gd name="GluePoint8Y" fmla="*/ 1 h 103"/>
              <a:gd name="GluePoint9X" fmla="*/ 35 w 103"/>
              <a:gd name="GluePoint9Y" fmla="*/ 2 h 103"/>
              <a:gd name="GluePoint10X" fmla="*/ 25 w 103"/>
              <a:gd name="GluePoint10Y" fmla="*/ 6 h 103"/>
              <a:gd name="GluePoint11X" fmla="*/ 17 w 103"/>
              <a:gd name="GluePoint11Y" fmla="*/ 12 h 103"/>
              <a:gd name="GluePoint12X" fmla="*/ 11 w 103"/>
              <a:gd name="GluePoint12Y" fmla="*/ 18 h 103"/>
              <a:gd name="GluePoint13X" fmla="*/ 5 w 103"/>
              <a:gd name="GluePoint13Y" fmla="*/ 27 h 103"/>
              <a:gd name="GluePoint14X" fmla="*/ 2 w 103"/>
              <a:gd name="GluePoint14Y" fmla="*/ 37 h 103"/>
              <a:gd name="GluePoint15X" fmla="*/ 0 w 103"/>
              <a:gd name="GluePoint15Y" fmla="*/ 48 h 103"/>
              <a:gd name="GluePoint16X" fmla="*/ 0 w 103"/>
              <a:gd name="GluePoint16Y" fmla="*/ 61 h 103"/>
              <a:gd name="GluePoint17X" fmla="*/ 2 w 103"/>
              <a:gd name="GluePoint17Y" fmla="*/ 71 h 103"/>
              <a:gd name="GluePoint18X" fmla="*/ 5 w 103"/>
              <a:gd name="GluePoint18Y" fmla="*/ 80 h 103"/>
              <a:gd name="GluePoint19X" fmla="*/ 11 w 103"/>
              <a:gd name="GluePoint19Y" fmla="*/ 87 h 103"/>
              <a:gd name="GluePoint20X" fmla="*/ 17 w 103"/>
              <a:gd name="GluePoint20Y" fmla="*/ 94 h 103"/>
              <a:gd name="GluePoint21X" fmla="*/ 25 w 103"/>
              <a:gd name="GluePoint21Y" fmla="*/ 98 h 103"/>
              <a:gd name="GluePoint22X" fmla="*/ 35 w 103"/>
              <a:gd name="GluePoint22Y" fmla="*/ 102 h 103"/>
              <a:gd name="GluePoint23X" fmla="*/ 45 w 103"/>
              <a:gd name="GluePoint23Y" fmla="*/ 103 h 103"/>
              <a:gd name="GluePoint24X" fmla="*/ 57 w 103"/>
              <a:gd name="GluePoint24Y" fmla="*/ 103 h 103"/>
              <a:gd name="GluePoint25X" fmla="*/ 68 w 103"/>
              <a:gd name="GluePoint25Y" fmla="*/ 102 h 103"/>
              <a:gd name="GluePoint26X" fmla="*/ 77 w 103"/>
              <a:gd name="GluePoint26Y" fmla="*/ 98 h 103"/>
              <a:gd name="GluePoint27X" fmla="*/ 85 w 103"/>
              <a:gd name="GluePoint27Y" fmla="*/ 92 h 103"/>
              <a:gd name="GluePoint28X" fmla="*/ 92 w 103"/>
              <a:gd name="GluePoint28Y" fmla="*/ 86 h 103"/>
              <a:gd name="GluePoint29X" fmla="*/ 96 w 103"/>
              <a:gd name="GluePoint29Y" fmla="*/ 78 h 103"/>
              <a:gd name="GluePoint30X" fmla="*/ 100 w 103"/>
              <a:gd name="GluePoint30Y" fmla="*/ 68 h 103"/>
              <a:gd name="GluePoint31X" fmla="*/ 102 w 103"/>
              <a:gd name="GluePoint31Y" fmla="*/ 56 h 103"/>
              <a:gd name="GluePoint32X" fmla="*/ 102 w 103"/>
              <a:gd name="GluePoint32Y" fmla="*/ 44 h 103"/>
              <a:gd name="GluePoint33X" fmla="*/ 71 w 103"/>
              <a:gd name="GluePoint33Y" fmla="*/ 58 h 103"/>
              <a:gd name="GluePoint34X" fmla="*/ 69 w 103"/>
              <a:gd name="GluePoint34Y" fmla="*/ 72 h 103"/>
              <a:gd name="GluePoint35X" fmla="*/ 67 w 103"/>
              <a:gd name="GluePoint35Y" fmla="*/ 79 h 103"/>
              <a:gd name="GluePoint36X" fmla="*/ 64 w 103"/>
              <a:gd name="GluePoint36Y" fmla="*/ 86 h 103"/>
              <a:gd name="GluePoint37X" fmla="*/ 61 w 103"/>
              <a:gd name="GluePoint37Y" fmla="*/ 91 h 103"/>
              <a:gd name="GluePoint38X" fmla="*/ 58 w 103"/>
              <a:gd name="GluePoint38Y" fmla="*/ 94 h 103"/>
              <a:gd name="GluePoint39X" fmla="*/ 53 w 103"/>
              <a:gd name="GluePoint39Y" fmla="*/ 95 h 103"/>
              <a:gd name="GluePoint40X" fmla="*/ 49 w 103"/>
              <a:gd name="GluePoint40Y" fmla="*/ 95 h 103"/>
              <a:gd name="GluePoint41X" fmla="*/ 44 w 103"/>
              <a:gd name="GluePoint41Y" fmla="*/ 94 h 103"/>
              <a:gd name="GluePoint42X" fmla="*/ 40 w 103"/>
              <a:gd name="GluePoint42Y" fmla="*/ 91 h 103"/>
              <a:gd name="GluePoint43X" fmla="*/ 37 w 103"/>
              <a:gd name="GluePoint43Y" fmla="*/ 87 h 103"/>
              <a:gd name="GluePoint44X" fmla="*/ 35 w 103"/>
              <a:gd name="GluePoint44Y" fmla="*/ 83 h 103"/>
              <a:gd name="GluePoint45X" fmla="*/ 33 w 103"/>
              <a:gd name="GluePoint45Y" fmla="*/ 75 h 103"/>
              <a:gd name="GluePoint46X" fmla="*/ 32 w 103"/>
              <a:gd name="GluePoint46Y" fmla="*/ 68 h 103"/>
              <a:gd name="GluePoint47X" fmla="*/ 31 w 103"/>
              <a:gd name="GluePoint47Y" fmla="*/ 59 h 103"/>
              <a:gd name="GluePoint48X" fmla="*/ 31 w 103"/>
              <a:gd name="GluePoint48Y" fmla="*/ 49 h 103"/>
              <a:gd name="GluePoint49X" fmla="*/ 32 w 103"/>
              <a:gd name="GluePoint49Y" fmla="*/ 38 h 103"/>
              <a:gd name="GluePoint50X" fmla="*/ 33 w 103"/>
              <a:gd name="GluePoint50Y" fmla="*/ 30 h 103"/>
              <a:gd name="GluePoint51X" fmla="*/ 35 w 103"/>
              <a:gd name="GluePoint51Y" fmla="*/ 23 h 103"/>
              <a:gd name="GluePoint52X" fmla="*/ 38 w 103"/>
              <a:gd name="GluePoint52Y" fmla="*/ 18 h 103"/>
              <a:gd name="GluePoint53X" fmla="*/ 41 w 103"/>
              <a:gd name="GluePoint53Y" fmla="*/ 14 h 103"/>
              <a:gd name="GluePoint54X" fmla="*/ 45 w 103"/>
              <a:gd name="GluePoint54Y" fmla="*/ 10 h 103"/>
              <a:gd name="GluePoint55X" fmla="*/ 50 w 103"/>
              <a:gd name="GluePoint55Y" fmla="*/ 9 h 103"/>
              <a:gd name="GluePoint56X" fmla="*/ 55 w 103"/>
              <a:gd name="GluePoint56Y" fmla="*/ 9 h 103"/>
              <a:gd name="GluePoint57X" fmla="*/ 59 w 103"/>
              <a:gd name="GluePoint57Y" fmla="*/ 10 h 103"/>
              <a:gd name="GluePoint58X" fmla="*/ 62 w 103"/>
              <a:gd name="GluePoint58Y" fmla="*/ 13 h 103"/>
              <a:gd name="GluePoint59X" fmla="*/ 65 w 103"/>
              <a:gd name="GluePoint59Y" fmla="*/ 16 h 103"/>
              <a:gd name="GluePoint60X" fmla="*/ 68 w 103"/>
              <a:gd name="GluePoint60Y" fmla="*/ 22 h 103"/>
              <a:gd name="GluePoint61X" fmla="*/ 69 w 103"/>
              <a:gd name="GluePoint61Y" fmla="*/ 27 h 103"/>
              <a:gd name="GluePoint62X" fmla="*/ 72 w 103"/>
              <a:gd name="GluePoint62Y" fmla="*/ 38 h 103"/>
              <a:gd name="GluePoint63X" fmla="*/ 71 w 103"/>
              <a:gd name="GluePoint63Y" fmla="*/ 58 h 103"/>
            </a:gdLst>
            <a:ahLst/>
            <a:cxnLst/>
            <a:rect l="textAreaLeft" t="textAreaTop" r="textAreaRight" b="textAreaBottom"/>
            <a:pathLst>
              <a:path w="103" h="103">
                <a:moveTo>
                  <a:pt x="101" y="38"/>
                </a:moveTo>
                <a:lnTo>
                  <a:pt x="100" y="34"/>
                </a:lnTo>
                <a:lnTo>
                  <a:pt x="99" y="29"/>
                </a:lnTo>
                <a:lnTo>
                  <a:pt x="96" y="25"/>
                </a:lnTo>
                <a:lnTo>
                  <a:pt x="94" y="21"/>
                </a:lnTo>
                <a:lnTo>
                  <a:pt x="92" y="17"/>
                </a:lnTo>
                <a:lnTo>
                  <a:pt x="88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2" y="0"/>
                </a:lnTo>
                <a:lnTo>
                  <a:pt x="45" y="1"/>
                </a:lnTo>
                <a:lnTo>
                  <a:pt x="40" y="1"/>
                </a:lnTo>
                <a:lnTo>
                  <a:pt x="35" y="2"/>
                </a:lnTo>
                <a:lnTo>
                  <a:pt x="29" y="4"/>
                </a:lnTo>
                <a:lnTo>
                  <a:pt x="25" y="6"/>
                </a:lnTo>
                <a:lnTo>
                  <a:pt x="20" y="9"/>
                </a:lnTo>
                <a:lnTo>
                  <a:pt x="17" y="12"/>
                </a:lnTo>
                <a:lnTo>
                  <a:pt x="14" y="14"/>
                </a:lnTo>
                <a:lnTo>
                  <a:pt x="11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1" y="87"/>
                </a:lnTo>
                <a:lnTo>
                  <a:pt x="14" y="91"/>
                </a:lnTo>
                <a:lnTo>
                  <a:pt x="17" y="94"/>
                </a:lnTo>
                <a:lnTo>
                  <a:pt x="20" y="96"/>
                </a:lnTo>
                <a:lnTo>
                  <a:pt x="25" y="98"/>
                </a:lnTo>
                <a:lnTo>
                  <a:pt x="29" y="100"/>
                </a:lnTo>
                <a:lnTo>
                  <a:pt x="35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8" y="90"/>
                </a:lnTo>
                <a:lnTo>
                  <a:pt x="92" y="86"/>
                </a:lnTo>
                <a:lnTo>
                  <a:pt x="94" y="82"/>
                </a:lnTo>
                <a:lnTo>
                  <a:pt x="96" y="78"/>
                </a:lnTo>
                <a:lnTo>
                  <a:pt x="99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3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70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6" y="83"/>
                </a:lnTo>
                <a:lnTo>
                  <a:pt x="64" y="86"/>
                </a:lnTo>
                <a:lnTo>
                  <a:pt x="63" y="88"/>
                </a:lnTo>
                <a:lnTo>
                  <a:pt x="61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3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4" y="94"/>
                </a:lnTo>
                <a:lnTo>
                  <a:pt x="42" y="93"/>
                </a:lnTo>
                <a:lnTo>
                  <a:pt x="40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4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4" y="27"/>
                </a:lnTo>
                <a:lnTo>
                  <a:pt x="35" y="23"/>
                </a:lnTo>
                <a:lnTo>
                  <a:pt x="36" y="21"/>
                </a:lnTo>
                <a:lnTo>
                  <a:pt x="38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6" y="10"/>
                </a:lnTo>
                <a:lnTo>
                  <a:pt x="59" y="10"/>
                </a:lnTo>
                <a:lnTo>
                  <a:pt x="60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8" y="24"/>
                </a:lnTo>
                <a:lnTo>
                  <a:pt x="69" y="27"/>
                </a:lnTo>
                <a:lnTo>
                  <a:pt x="70" y="30"/>
                </a:lnTo>
                <a:lnTo>
                  <a:pt x="72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22" name="iṩ1ïḑé">
            <a:extLst>
              <a:ext uri="{FF2B5EF4-FFF2-40B4-BE49-F238E27FC236}">
                <a16:creationId xmlns:a16="http://schemas.microsoft.com/office/drawing/2014/main" id="{6F4D20EA-9073-439B-A1FE-CECB79B9CE22}"/>
              </a:ext>
            </a:extLst>
          </p:cNvPr>
          <p:cNvSpPr>
            <a:spLocks noGrp="1"/>
          </p:cNvSpPr>
          <p:nvPr/>
        </p:nvSpPr>
        <p:spPr>
          <a:xfrm>
            <a:off x="2956320" y="955440"/>
            <a:ext cx="41400" cy="67680"/>
          </a:xfrm>
          <a:custGeom>
            <a:avLst/>
            <a:gdLst>
              <a:gd name="textAreaLeft" fmla="*/ 0 w 41400"/>
              <a:gd name="textAreaRight" fmla="*/ 41760 w 41400"/>
              <a:gd name="textAreaTop" fmla="*/ 0 h 67680"/>
              <a:gd name="textAreaBottom" fmla="*/ 68040 h 67680"/>
              <a:gd name="GluePoint1X" fmla="*/ 90 w 96"/>
              <a:gd name="GluePoint1Y" fmla="*/ 95 h 156"/>
              <a:gd name="GluePoint2X" fmla="*/ 79 w 96"/>
              <a:gd name="GluePoint2Y" fmla="*/ 88 h 156"/>
              <a:gd name="GluePoint3X" fmla="*/ 48 w 96"/>
              <a:gd name="GluePoint3Y" fmla="*/ 85 h 156"/>
              <a:gd name="GluePoint4X" fmla="*/ 34 w 96"/>
              <a:gd name="GluePoint4Y" fmla="*/ 82 h 156"/>
              <a:gd name="GluePoint5X" fmla="*/ 30 w 96"/>
              <a:gd name="GluePoint5Y" fmla="*/ 75 h 156"/>
              <a:gd name="GluePoint6X" fmla="*/ 33 w 96"/>
              <a:gd name="GluePoint6Y" fmla="*/ 70 h 156"/>
              <a:gd name="GluePoint7X" fmla="*/ 41 w 96"/>
              <a:gd name="GluePoint7Y" fmla="*/ 67 h 156"/>
              <a:gd name="GluePoint8X" fmla="*/ 57 w 96"/>
              <a:gd name="GluePoint8Y" fmla="*/ 66 h 156"/>
              <a:gd name="GluePoint9X" fmla="*/ 74 w 96"/>
              <a:gd name="GluePoint9Y" fmla="*/ 58 h 156"/>
              <a:gd name="GluePoint10X" fmla="*/ 84 w 96"/>
              <a:gd name="GluePoint10Y" fmla="*/ 44 h 156"/>
              <a:gd name="GluePoint11X" fmla="*/ 86 w 96"/>
              <a:gd name="GluePoint11Y" fmla="*/ 26 h 156"/>
              <a:gd name="GluePoint12X" fmla="*/ 78 w 96"/>
              <a:gd name="GluePoint12Y" fmla="*/ 12 h 156"/>
              <a:gd name="GluePoint13X" fmla="*/ 64 w 96"/>
              <a:gd name="GluePoint13Y" fmla="*/ 1 h 156"/>
              <a:gd name="GluePoint14X" fmla="*/ 48 w 96"/>
              <a:gd name="GluePoint14Y" fmla="*/ 0 h 156"/>
              <a:gd name="GluePoint15X" fmla="*/ 23 w 96"/>
              <a:gd name="GluePoint15Y" fmla="*/ 3 h 156"/>
              <a:gd name="GluePoint16X" fmla="*/ 7 w 96"/>
              <a:gd name="GluePoint16Y" fmla="*/ 12 h 156"/>
              <a:gd name="GluePoint17X" fmla="*/ 1 w 96"/>
              <a:gd name="GluePoint17Y" fmla="*/ 28 h 156"/>
              <a:gd name="GluePoint18X" fmla="*/ 2 w 96"/>
              <a:gd name="GluePoint18Y" fmla="*/ 44 h 156"/>
              <a:gd name="GluePoint19X" fmla="*/ 9 w 96"/>
              <a:gd name="GluePoint19Y" fmla="*/ 56 h 156"/>
              <a:gd name="GluePoint20X" fmla="*/ 21 w 96"/>
              <a:gd name="GluePoint20Y" fmla="*/ 63 h 156"/>
              <a:gd name="GluePoint21X" fmla="*/ 17 w 96"/>
              <a:gd name="GluePoint21Y" fmla="*/ 70 h 156"/>
              <a:gd name="GluePoint22X" fmla="*/ 8 w 96"/>
              <a:gd name="GluePoint22Y" fmla="*/ 84 h 156"/>
              <a:gd name="GluePoint23X" fmla="*/ 10 w 96"/>
              <a:gd name="GluePoint23Y" fmla="*/ 97 h 156"/>
              <a:gd name="GluePoint24X" fmla="*/ 20 w 96"/>
              <a:gd name="GluePoint24Y" fmla="*/ 103 h 156"/>
              <a:gd name="GluePoint25X" fmla="*/ 4 w 96"/>
              <a:gd name="GluePoint25Y" fmla="*/ 113 h 156"/>
              <a:gd name="GluePoint26X" fmla="*/ 0 w 96"/>
              <a:gd name="GluePoint26Y" fmla="*/ 131 h 156"/>
              <a:gd name="GluePoint27X" fmla="*/ 6 w 96"/>
              <a:gd name="GluePoint27Y" fmla="*/ 144 h 156"/>
              <a:gd name="GluePoint28X" fmla="*/ 20 w 96"/>
              <a:gd name="GluePoint28Y" fmla="*/ 152 h 156"/>
              <a:gd name="GluePoint29X" fmla="*/ 42 w 96"/>
              <a:gd name="GluePoint29Y" fmla="*/ 156 h 156"/>
              <a:gd name="GluePoint30X" fmla="*/ 70 w 96"/>
              <a:gd name="GluePoint30Y" fmla="*/ 150 h 156"/>
              <a:gd name="GluePoint31X" fmla="*/ 87 w 96"/>
              <a:gd name="GluePoint31Y" fmla="*/ 137 h 156"/>
              <a:gd name="GluePoint32X" fmla="*/ 95 w 96"/>
              <a:gd name="GluePoint32Y" fmla="*/ 116 h 156"/>
              <a:gd name="GluePoint33X" fmla="*/ 30 w 96"/>
              <a:gd name="GluePoint33Y" fmla="*/ 29 h 156"/>
              <a:gd name="GluePoint34X" fmla="*/ 34 w 96"/>
              <a:gd name="GluePoint34Y" fmla="*/ 14 h 156"/>
              <a:gd name="GluePoint35X" fmla="*/ 40 w 96"/>
              <a:gd name="GluePoint35Y" fmla="*/ 9 h 156"/>
              <a:gd name="GluePoint36X" fmla="*/ 47 w 96"/>
              <a:gd name="GluePoint36Y" fmla="*/ 8 h 156"/>
              <a:gd name="GluePoint37X" fmla="*/ 53 w 96"/>
              <a:gd name="GluePoint37Y" fmla="*/ 12 h 156"/>
              <a:gd name="GluePoint38X" fmla="*/ 58 w 96"/>
              <a:gd name="GluePoint38Y" fmla="*/ 31 h 156"/>
              <a:gd name="GluePoint39X" fmla="*/ 53 w 96"/>
              <a:gd name="GluePoint39Y" fmla="*/ 55 h 156"/>
              <a:gd name="GluePoint40X" fmla="*/ 47 w 96"/>
              <a:gd name="GluePoint40Y" fmla="*/ 59 h 156"/>
              <a:gd name="GluePoint41X" fmla="*/ 39 w 96"/>
              <a:gd name="GluePoint41Y" fmla="*/ 59 h 156"/>
              <a:gd name="GluePoint42X" fmla="*/ 34 w 96"/>
              <a:gd name="GluePoint42Y" fmla="*/ 54 h 156"/>
              <a:gd name="GluePoint43X" fmla="*/ 30 w 96"/>
              <a:gd name="GluePoint43Y" fmla="*/ 29 h 156"/>
              <a:gd name="GluePoint44X" fmla="*/ 70 w 96"/>
              <a:gd name="GluePoint44Y" fmla="*/ 131 h 156"/>
              <a:gd name="GluePoint45X" fmla="*/ 64 w 96"/>
              <a:gd name="GluePoint45Y" fmla="*/ 140 h 156"/>
              <a:gd name="GluePoint46X" fmla="*/ 54 w 96"/>
              <a:gd name="GluePoint46Y" fmla="*/ 146 h 156"/>
              <a:gd name="GluePoint47X" fmla="*/ 41 w 96"/>
              <a:gd name="GluePoint47Y" fmla="*/ 146 h 156"/>
              <a:gd name="GluePoint48X" fmla="*/ 28 w 96"/>
              <a:gd name="GluePoint48Y" fmla="*/ 142 h 156"/>
              <a:gd name="GluePoint49X" fmla="*/ 21 w 96"/>
              <a:gd name="GluePoint49Y" fmla="*/ 133 h 156"/>
              <a:gd name="GluePoint50X" fmla="*/ 18 w 96"/>
              <a:gd name="GluePoint50Y" fmla="*/ 121 h 156"/>
              <a:gd name="GluePoint51X" fmla="*/ 20 w 96"/>
              <a:gd name="GluePoint51Y" fmla="*/ 112 h 156"/>
              <a:gd name="GluePoint52X" fmla="*/ 25 w 96"/>
              <a:gd name="GluePoint52Y" fmla="*/ 107 h 156"/>
              <a:gd name="GluePoint53X" fmla="*/ 42 w 96"/>
              <a:gd name="GluePoint53Y" fmla="*/ 103 h 156"/>
              <a:gd name="GluePoint54X" fmla="*/ 58 w 96"/>
              <a:gd name="GluePoint54Y" fmla="*/ 105 h 156"/>
              <a:gd name="GluePoint55X" fmla="*/ 68 w 96"/>
              <a:gd name="GluePoint55Y" fmla="*/ 111 h 156"/>
              <a:gd name="GluePoint56X" fmla="*/ 72 w 96"/>
              <a:gd name="GluePoint56Y" fmla="*/ 122 h 156"/>
            </a:gdLst>
            <a:ahLst/>
            <a:cxnLst/>
            <a:rect l="textAreaLeft" t="textAreaTop" r="textAreaRight" b="textAreaBottom"/>
            <a:pathLst>
              <a:path w="96" h="156">
                <a:moveTo>
                  <a:pt x="95" y="103"/>
                </a:moveTo>
                <a:lnTo>
                  <a:pt x="94" y="101"/>
                </a:lnTo>
                <a:lnTo>
                  <a:pt x="93" y="99"/>
                </a:lnTo>
                <a:lnTo>
                  <a:pt x="91" y="96"/>
                </a:lnTo>
                <a:lnTo>
                  <a:pt x="90" y="95"/>
                </a:lnTo>
                <a:lnTo>
                  <a:pt x="88" y="93"/>
                </a:lnTo>
                <a:lnTo>
                  <a:pt x="86" y="91"/>
                </a:lnTo>
                <a:lnTo>
                  <a:pt x="84" y="91"/>
                </a:lnTo>
                <a:lnTo>
                  <a:pt x="82" y="89"/>
                </a:lnTo>
                <a:lnTo>
                  <a:pt x="79" y="88"/>
                </a:lnTo>
                <a:lnTo>
                  <a:pt x="76" y="87"/>
                </a:lnTo>
                <a:lnTo>
                  <a:pt x="73" y="87"/>
                </a:lnTo>
                <a:lnTo>
                  <a:pt x="70" y="86"/>
                </a:lnTo>
                <a:lnTo>
                  <a:pt x="66" y="86"/>
                </a:lnTo>
                <a:lnTo>
                  <a:pt x="48" y="85"/>
                </a:lnTo>
                <a:lnTo>
                  <a:pt x="43" y="85"/>
                </a:lnTo>
                <a:lnTo>
                  <a:pt x="40" y="85"/>
                </a:lnTo>
                <a:lnTo>
                  <a:pt x="37" y="84"/>
                </a:lnTo>
                <a:lnTo>
                  <a:pt x="34" y="83"/>
                </a:lnTo>
                <a:lnTo>
                  <a:pt x="34" y="82"/>
                </a:lnTo>
                <a:lnTo>
                  <a:pt x="33" y="81"/>
                </a:lnTo>
                <a:lnTo>
                  <a:pt x="32" y="80"/>
                </a:lnTo>
                <a:lnTo>
                  <a:pt x="31" y="79"/>
                </a:lnTo>
                <a:lnTo>
                  <a:pt x="30" y="77"/>
                </a:lnTo>
                <a:lnTo>
                  <a:pt x="30" y="75"/>
                </a:lnTo>
                <a:lnTo>
                  <a:pt x="30" y="74"/>
                </a:lnTo>
                <a:lnTo>
                  <a:pt x="30" y="72"/>
                </a:lnTo>
                <a:lnTo>
                  <a:pt x="31" y="71"/>
                </a:lnTo>
                <a:lnTo>
                  <a:pt x="32" y="70"/>
                </a:lnTo>
                <a:lnTo>
                  <a:pt x="33" y="70"/>
                </a:lnTo>
                <a:lnTo>
                  <a:pt x="33" y="68"/>
                </a:lnTo>
                <a:lnTo>
                  <a:pt x="34" y="68"/>
                </a:lnTo>
                <a:lnTo>
                  <a:pt x="35" y="67"/>
                </a:lnTo>
                <a:lnTo>
                  <a:pt x="38" y="67"/>
                </a:lnTo>
                <a:lnTo>
                  <a:pt x="41" y="67"/>
                </a:lnTo>
                <a:lnTo>
                  <a:pt x="42" y="67"/>
                </a:lnTo>
                <a:lnTo>
                  <a:pt x="42" y="67"/>
                </a:lnTo>
                <a:lnTo>
                  <a:pt x="47" y="67"/>
                </a:lnTo>
                <a:lnTo>
                  <a:pt x="52" y="67"/>
                </a:lnTo>
                <a:lnTo>
                  <a:pt x="57" y="66"/>
                </a:lnTo>
                <a:lnTo>
                  <a:pt x="61" y="64"/>
                </a:lnTo>
                <a:lnTo>
                  <a:pt x="65" y="63"/>
                </a:lnTo>
                <a:lnTo>
                  <a:pt x="68" y="62"/>
                </a:lnTo>
                <a:lnTo>
                  <a:pt x="71" y="60"/>
                </a:lnTo>
                <a:lnTo>
                  <a:pt x="74" y="58"/>
                </a:lnTo>
                <a:lnTo>
                  <a:pt x="77" y="55"/>
                </a:lnTo>
                <a:lnTo>
                  <a:pt x="79" y="53"/>
                </a:lnTo>
                <a:lnTo>
                  <a:pt x="81" y="51"/>
                </a:lnTo>
                <a:lnTo>
                  <a:pt x="82" y="47"/>
                </a:lnTo>
                <a:lnTo>
                  <a:pt x="84" y="44"/>
                </a:lnTo>
                <a:lnTo>
                  <a:pt x="85" y="40"/>
                </a:lnTo>
                <a:lnTo>
                  <a:pt x="86" y="37"/>
                </a:lnTo>
                <a:lnTo>
                  <a:pt x="86" y="33"/>
                </a:lnTo>
                <a:lnTo>
                  <a:pt x="86" y="29"/>
                </a:lnTo>
                <a:lnTo>
                  <a:pt x="86" y="26"/>
                </a:lnTo>
                <a:lnTo>
                  <a:pt x="85" y="23"/>
                </a:lnTo>
                <a:lnTo>
                  <a:pt x="84" y="20"/>
                </a:lnTo>
                <a:lnTo>
                  <a:pt x="82" y="17"/>
                </a:lnTo>
                <a:lnTo>
                  <a:pt x="80" y="14"/>
                </a:lnTo>
                <a:lnTo>
                  <a:pt x="78" y="12"/>
                </a:lnTo>
                <a:lnTo>
                  <a:pt x="75" y="10"/>
                </a:lnTo>
                <a:lnTo>
                  <a:pt x="94" y="10"/>
                </a:lnTo>
                <a:lnTo>
                  <a:pt x="94" y="1"/>
                </a:lnTo>
                <a:lnTo>
                  <a:pt x="70" y="1"/>
                </a:lnTo>
                <a:lnTo>
                  <a:pt x="64" y="1"/>
                </a:lnTo>
                <a:lnTo>
                  <a:pt x="59" y="1"/>
                </a:lnTo>
                <a:lnTo>
                  <a:pt x="57" y="1"/>
                </a:lnTo>
                <a:lnTo>
                  <a:pt x="54" y="0"/>
                </a:lnTo>
                <a:lnTo>
                  <a:pt x="51" y="0"/>
                </a:lnTo>
                <a:lnTo>
                  <a:pt x="48" y="0"/>
                </a:lnTo>
                <a:lnTo>
                  <a:pt x="42" y="0"/>
                </a:lnTo>
                <a:lnTo>
                  <a:pt x="37" y="1"/>
                </a:lnTo>
                <a:lnTo>
                  <a:pt x="32" y="1"/>
                </a:lnTo>
                <a:lnTo>
                  <a:pt x="27" y="2"/>
                </a:lnTo>
                <a:lnTo>
                  <a:pt x="23" y="3"/>
                </a:lnTo>
                <a:lnTo>
                  <a:pt x="19" y="5"/>
                </a:lnTo>
                <a:lnTo>
                  <a:pt x="15" y="6"/>
                </a:lnTo>
                <a:lnTo>
                  <a:pt x="13" y="8"/>
                </a:lnTo>
                <a:lnTo>
                  <a:pt x="10" y="10"/>
                </a:lnTo>
                <a:lnTo>
                  <a:pt x="7" y="12"/>
                </a:lnTo>
                <a:lnTo>
                  <a:pt x="5" y="15"/>
                </a:lnTo>
                <a:lnTo>
                  <a:pt x="4" y="18"/>
                </a:lnTo>
                <a:lnTo>
                  <a:pt x="2" y="21"/>
                </a:lnTo>
                <a:lnTo>
                  <a:pt x="1" y="24"/>
                </a:lnTo>
                <a:lnTo>
                  <a:pt x="1" y="28"/>
                </a:lnTo>
                <a:lnTo>
                  <a:pt x="1" y="32"/>
                </a:lnTo>
                <a:lnTo>
                  <a:pt x="1" y="35"/>
                </a:lnTo>
                <a:lnTo>
                  <a:pt x="1" y="38"/>
                </a:lnTo>
                <a:lnTo>
                  <a:pt x="2" y="42"/>
                </a:lnTo>
                <a:lnTo>
                  <a:pt x="2" y="44"/>
                </a:lnTo>
                <a:lnTo>
                  <a:pt x="3" y="47"/>
                </a:lnTo>
                <a:lnTo>
                  <a:pt x="5" y="50"/>
                </a:lnTo>
                <a:lnTo>
                  <a:pt x="6" y="52"/>
                </a:lnTo>
                <a:lnTo>
                  <a:pt x="7" y="54"/>
                </a:lnTo>
                <a:lnTo>
                  <a:pt x="9" y="56"/>
                </a:lnTo>
                <a:lnTo>
                  <a:pt x="11" y="58"/>
                </a:lnTo>
                <a:lnTo>
                  <a:pt x="13" y="59"/>
                </a:lnTo>
                <a:lnTo>
                  <a:pt x="15" y="61"/>
                </a:lnTo>
                <a:lnTo>
                  <a:pt x="18" y="63"/>
                </a:lnTo>
                <a:lnTo>
                  <a:pt x="21" y="63"/>
                </a:lnTo>
                <a:lnTo>
                  <a:pt x="24" y="64"/>
                </a:lnTo>
                <a:lnTo>
                  <a:pt x="27" y="65"/>
                </a:lnTo>
                <a:lnTo>
                  <a:pt x="24" y="67"/>
                </a:lnTo>
                <a:lnTo>
                  <a:pt x="21" y="68"/>
                </a:lnTo>
                <a:lnTo>
                  <a:pt x="17" y="70"/>
                </a:lnTo>
                <a:lnTo>
                  <a:pt x="14" y="72"/>
                </a:lnTo>
                <a:lnTo>
                  <a:pt x="12" y="75"/>
                </a:lnTo>
                <a:lnTo>
                  <a:pt x="10" y="78"/>
                </a:lnTo>
                <a:lnTo>
                  <a:pt x="9" y="81"/>
                </a:lnTo>
                <a:lnTo>
                  <a:pt x="8" y="84"/>
                </a:lnTo>
                <a:lnTo>
                  <a:pt x="8" y="87"/>
                </a:lnTo>
                <a:lnTo>
                  <a:pt x="8" y="91"/>
                </a:lnTo>
                <a:lnTo>
                  <a:pt x="9" y="93"/>
                </a:lnTo>
                <a:lnTo>
                  <a:pt x="9" y="95"/>
                </a:lnTo>
                <a:lnTo>
                  <a:pt x="10" y="97"/>
                </a:lnTo>
                <a:lnTo>
                  <a:pt x="12" y="99"/>
                </a:lnTo>
                <a:lnTo>
                  <a:pt x="13" y="100"/>
                </a:lnTo>
                <a:lnTo>
                  <a:pt x="16" y="102"/>
                </a:lnTo>
                <a:lnTo>
                  <a:pt x="18" y="102"/>
                </a:lnTo>
                <a:lnTo>
                  <a:pt x="20" y="103"/>
                </a:lnTo>
                <a:lnTo>
                  <a:pt x="17" y="104"/>
                </a:lnTo>
                <a:lnTo>
                  <a:pt x="13" y="106"/>
                </a:lnTo>
                <a:lnTo>
                  <a:pt x="9" y="108"/>
                </a:lnTo>
                <a:lnTo>
                  <a:pt x="6" y="111"/>
                </a:lnTo>
                <a:lnTo>
                  <a:pt x="4" y="113"/>
                </a:lnTo>
                <a:lnTo>
                  <a:pt x="2" y="116"/>
                </a:lnTo>
                <a:lnTo>
                  <a:pt x="1" y="120"/>
                </a:lnTo>
                <a:lnTo>
                  <a:pt x="0" y="123"/>
                </a:lnTo>
                <a:lnTo>
                  <a:pt x="0" y="128"/>
                </a:lnTo>
                <a:lnTo>
                  <a:pt x="0" y="131"/>
                </a:lnTo>
                <a:lnTo>
                  <a:pt x="1" y="135"/>
                </a:lnTo>
                <a:lnTo>
                  <a:pt x="1" y="137"/>
                </a:lnTo>
                <a:lnTo>
                  <a:pt x="2" y="139"/>
                </a:lnTo>
                <a:lnTo>
                  <a:pt x="4" y="142"/>
                </a:lnTo>
                <a:lnTo>
                  <a:pt x="6" y="144"/>
                </a:lnTo>
                <a:lnTo>
                  <a:pt x="8" y="146"/>
                </a:lnTo>
                <a:lnTo>
                  <a:pt x="10" y="147"/>
                </a:lnTo>
                <a:lnTo>
                  <a:pt x="13" y="150"/>
                </a:lnTo>
                <a:lnTo>
                  <a:pt x="16" y="151"/>
                </a:lnTo>
                <a:lnTo>
                  <a:pt x="20" y="152"/>
                </a:lnTo>
                <a:lnTo>
                  <a:pt x="23" y="153"/>
                </a:lnTo>
                <a:lnTo>
                  <a:pt x="27" y="155"/>
                </a:lnTo>
                <a:lnTo>
                  <a:pt x="32" y="155"/>
                </a:lnTo>
                <a:lnTo>
                  <a:pt x="36" y="155"/>
                </a:lnTo>
                <a:lnTo>
                  <a:pt x="42" y="156"/>
                </a:lnTo>
                <a:lnTo>
                  <a:pt x="47" y="155"/>
                </a:lnTo>
                <a:lnTo>
                  <a:pt x="54" y="155"/>
                </a:lnTo>
                <a:lnTo>
                  <a:pt x="59" y="153"/>
                </a:lnTo>
                <a:lnTo>
                  <a:pt x="64" y="151"/>
                </a:lnTo>
                <a:lnTo>
                  <a:pt x="70" y="150"/>
                </a:lnTo>
                <a:lnTo>
                  <a:pt x="74" y="148"/>
                </a:lnTo>
                <a:lnTo>
                  <a:pt x="78" y="146"/>
                </a:lnTo>
                <a:lnTo>
                  <a:pt x="81" y="143"/>
                </a:lnTo>
                <a:lnTo>
                  <a:pt x="84" y="140"/>
                </a:lnTo>
                <a:lnTo>
                  <a:pt x="87" y="137"/>
                </a:lnTo>
                <a:lnTo>
                  <a:pt x="90" y="133"/>
                </a:lnTo>
                <a:lnTo>
                  <a:pt x="91" y="129"/>
                </a:lnTo>
                <a:lnTo>
                  <a:pt x="94" y="126"/>
                </a:lnTo>
                <a:lnTo>
                  <a:pt x="94" y="121"/>
                </a:lnTo>
                <a:lnTo>
                  <a:pt x="95" y="116"/>
                </a:lnTo>
                <a:lnTo>
                  <a:pt x="96" y="111"/>
                </a:lnTo>
                <a:lnTo>
                  <a:pt x="96" y="108"/>
                </a:lnTo>
                <a:lnTo>
                  <a:pt x="95" y="105"/>
                </a:lnTo>
                <a:lnTo>
                  <a:pt x="95" y="103"/>
                </a:lnTo>
                <a:close/>
                <a:moveTo>
                  <a:pt x="30" y="29"/>
                </a:moveTo>
                <a:lnTo>
                  <a:pt x="31" y="23"/>
                </a:lnTo>
                <a:lnTo>
                  <a:pt x="32" y="21"/>
                </a:lnTo>
                <a:lnTo>
                  <a:pt x="32" y="18"/>
                </a:lnTo>
                <a:lnTo>
                  <a:pt x="33" y="16"/>
                </a:lnTo>
                <a:lnTo>
                  <a:pt x="34" y="14"/>
                </a:lnTo>
                <a:lnTo>
                  <a:pt x="34" y="13"/>
                </a:lnTo>
                <a:lnTo>
                  <a:pt x="36" y="11"/>
                </a:lnTo>
                <a:lnTo>
                  <a:pt x="37" y="10"/>
                </a:lnTo>
                <a:lnTo>
                  <a:pt x="38" y="10"/>
                </a:lnTo>
                <a:lnTo>
                  <a:pt x="40" y="9"/>
                </a:lnTo>
                <a:lnTo>
                  <a:pt x="42" y="8"/>
                </a:lnTo>
                <a:lnTo>
                  <a:pt x="43" y="7"/>
                </a:lnTo>
                <a:lnTo>
                  <a:pt x="45" y="7"/>
                </a:lnTo>
                <a:lnTo>
                  <a:pt x="46" y="7"/>
                </a:lnTo>
                <a:lnTo>
                  <a:pt x="47" y="8"/>
                </a:lnTo>
                <a:lnTo>
                  <a:pt x="49" y="9"/>
                </a:lnTo>
                <a:lnTo>
                  <a:pt x="50" y="9"/>
                </a:lnTo>
                <a:lnTo>
                  <a:pt x="51" y="10"/>
                </a:lnTo>
                <a:lnTo>
                  <a:pt x="52" y="11"/>
                </a:lnTo>
                <a:lnTo>
                  <a:pt x="53" y="12"/>
                </a:lnTo>
                <a:lnTo>
                  <a:pt x="54" y="14"/>
                </a:lnTo>
                <a:lnTo>
                  <a:pt x="55" y="17"/>
                </a:lnTo>
                <a:lnTo>
                  <a:pt x="56" y="21"/>
                </a:lnTo>
                <a:lnTo>
                  <a:pt x="58" y="26"/>
                </a:lnTo>
                <a:lnTo>
                  <a:pt x="58" y="31"/>
                </a:lnTo>
                <a:lnTo>
                  <a:pt x="58" y="38"/>
                </a:lnTo>
                <a:lnTo>
                  <a:pt x="57" y="43"/>
                </a:lnTo>
                <a:lnTo>
                  <a:pt x="56" y="48"/>
                </a:lnTo>
                <a:lnTo>
                  <a:pt x="54" y="52"/>
                </a:lnTo>
                <a:lnTo>
                  <a:pt x="53" y="55"/>
                </a:lnTo>
                <a:lnTo>
                  <a:pt x="52" y="55"/>
                </a:lnTo>
                <a:lnTo>
                  <a:pt x="51" y="57"/>
                </a:lnTo>
                <a:lnTo>
                  <a:pt x="50" y="58"/>
                </a:lnTo>
                <a:lnTo>
                  <a:pt x="49" y="59"/>
                </a:lnTo>
                <a:lnTo>
                  <a:pt x="47" y="59"/>
                </a:lnTo>
                <a:lnTo>
                  <a:pt x="46" y="59"/>
                </a:lnTo>
                <a:lnTo>
                  <a:pt x="44" y="59"/>
                </a:lnTo>
                <a:lnTo>
                  <a:pt x="42" y="59"/>
                </a:lnTo>
                <a:lnTo>
                  <a:pt x="41" y="59"/>
                </a:lnTo>
                <a:lnTo>
                  <a:pt x="39" y="59"/>
                </a:lnTo>
                <a:lnTo>
                  <a:pt x="38" y="58"/>
                </a:lnTo>
                <a:lnTo>
                  <a:pt x="37" y="57"/>
                </a:lnTo>
                <a:lnTo>
                  <a:pt x="36" y="56"/>
                </a:lnTo>
                <a:lnTo>
                  <a:pt x="35" y="55"/>
                </a:lnTo>
                <a:lnTo>
                  <a:pt x="34" y="54"/>
                </a:lnTo>
                <a:lnTo>
                  <a:pt x="33" y="50"/>
                </a:lnTo>
                <a:lnTo>
                  <a:pt x="32" y="46"/>
                </a:lnTo>
                <a:lnTo>
                  <a:pt x="31" y="41"/>
                </a:lnTo>
                <a:lnTo>
                  <a:pt x="30" y="35"/>
                </a:lnTo>
                <a:lnTo>
                  <a:pt x="30" y="29"/>
                </a:lnTo>
                <a:close/>
                <a:moveTo>
                  <a:pt x="72" y="122"/>
                </a:moveTo>
                <a:lnTo>
                  <a:pt x="72" y="124"/>
                </a:lnTo>
                <a:lnTo>
                  <a:pt x="72" y="127"/>
                </a:lnTo>
                <a:lnTo>
                  <a:pt x="71" y="129"/>
                </a:lnTo>
                <a:lnTo>
                  <a:pt x="70" y="131"/>
                </a:lnTo>
                <a:lnTo>
                  <a:pt x="70" y="133"/>
                </a:lnTo>
                <a:lnTo>
                  <a:pt x="69" y="135"/>
                </a:lnTo>
                <a:lnTo>
                  <a:pt x="67" y="137"/>
                </a:lnTo>
                <a:lnTo>
                  <a:pt x="66" y="139"/>
                </a:lnTo>
                <a:lnTo>
                  <a:pt x="64" y="140"/>
                </a:lnTo>
                <a:lnTo>
                  <a:pt x="62" y="142"/>
                </a:lnTo>
                <a:lnTo>
                  <a:pt x="61" y="143"/>
                </a:lnTo>
                <a:lnTo>
                  <a:pt x="59" y="143"/>
                </a:lnTo>
                <a:lnTo>
                  <a:pt x="57" y="144"/>
                </a:lnTo>
                <a:lnTo>
                  <a:pt x="54" y="146"/>
                </a:lnTo>
                <a:lnTo>
                  <a:pt x="52" y="146"/>
                </a:lnTo>
                <a:lnTo>
                  <a:pt x="50" y="147"/>
                </a:lnTo>
                <a:lnTo>
                  <a:pt x="47" y="147"/>
                </a:lnTo>
                <a:lnTo>
                  <a:pt x="43" y="147"/>
                </a:lnTo>
                <a:lnTo>
                  <a:pt x="41" y="146"/>
                </a:lnTo>
                <a:lnTo>
                  <a:pt x="38" y="146"/>
                </a:lnTo>
                <a:lnTo>
                  <a:pt x="35" y="145"/>
                </a:lnTo>
                <a:lnTo>
                  <a:pt x="32" y="144"/>
                </a:lnTo>
                <a:lnTo>
                  <a:pt x="30" y="143"/>
                </a:lnTo>
                <a:lnTo>
                  <a:pt x="28" y="142"/>
                </a:lnTo>
                <a:lnTo>
                  <a:pt x="26" y="140"/>
                </a:lnTo>
                <a:lnTo>
                  <a:pt x="25" y="139"/>
                </a:lnTo>
                <a:lnTo>
                  <a:pt x="23" y="137"/>
                </a:lnTo>
                <a:lnTo>
                  <a:pt x="21" y="135"/>
                </a:lnTo>
                <a:lnTo>
                  <a:pt x="21" y="133"/>
                </a:lnTo>
                <a:lnTo>
                  <a:pt x="20" y="131"/>
                </a:lnTo>
                <a:lnTo>
                  <a:pt x="19" y="128"/>
                </a:lnTo>
                <a:lnTo>
                  <a:pt x="18" y="126"/>
                </a:lnTo>
                <a:lnTo>
                  <a:pt x="18" y="123"/>
                </a:lnTo>
                <a:lnTo>
                  <a:pt x="18" y="121"/>
                </a:lnTo>
                <a:lnTo>
                  <a:pt x="18" y="119"/>
                </a:lnTo>
                <a:lnTo>
                  <a:pt x="18" y="118"/>
                </a:lnTo>
                <a:lnTo>
                  <a:pt x="19" y="116"/>
                </a:lnTo>
                <a:lnTo>
                  <a:pt x="19" y="115"/>
                </a:lnTo>
                <a:lnTo>
                  <a:pt x="20" y="112"/>
                </a:lnTo>
                <a:lnTo>
                  <a:pt x="21" y="111"/>
                </a:lnTo>
                <a:lnTo>
                  <a:pt x="21" y="110"/>
                </a:lnTo>
                <a:lnTo>
                  <a:pt x="22" y="109"/>
                </a:lnTo>
                <a:lnTo>
                  <a:pt x="23" y="107"/>
                </a:lnTo>
                <a:lnTo>
                  <a:pt x="25" y="107"/>
                </a:lnTo>
                <a:lnTo>
                  <a:pt x="26" y="106"/>
                </a:lnTo>
                <a:lnTo>
                  <a:pt x="29" y="105"/>
                </a:lnTo>
                <a:lnTo>
                  <a:pt x="33" y="104"/>
                </a:lnTo>
                <a:lnTo>
                  <a:pt x="37" y="103"/>
                </a:lnTo>
                <a:lnTo>
                  <a:pt x="42" y="103"/>
                </a:lnTo>
                <a:lnTo>
                  <a:pt x="46" y="103"/>
                </a:lnTo>
                <a:lnTo>
                  <a:pt x="49" y="103"/>
                </a:lnTo>
                <a:lnTo>
                  <a:pt x="52" y="104"/>
                </a:lnTo>
                <a:lnTo>
                  <a:pt x="55" y="104"/>
                </a:lnTo>
                <a:lnTo>
                  <a:pt x="58" y="105"/>
                </a:lnTo>
                <a:lnTo>
                  <a:pt x="61" y="106"/>
                </a:lnTo>
                <a:lnTo>
                  <a:pt x="63" y="107"/>
                </a:lnTo>
                <a:lnTo>
                  <a:pt x="65" y="108"/>
                </a:lnTo>
                <a:lnTo>
                  <a:pt x="67" y="109"/>
                </a:lnTo>
                <a:lnTo>
                  <a:pt x="68" y="111"/>
                </a:lnTo>
                <a:lnTo>
                  <a:pt x="70" y="112"/>
                </a:lnTo>
                <a:lnTo>
                  <a:pt x="71" y="115"/>
                </a:lnTo>
                <a:lnTo>
                  <a:pt x="71" y="117"/>
                </a:lnTo>
                <a:lnTo>
                  <a:pt x="72" y="119"/>
                </a:lnTo>
                <a:lnTo>
                  <a:pt x="72" y="12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040" rIns="90000" bIns="23040" anchor="ctr">
            <a:noAutofit/>
          </a:bodyPr>
          <a:lstStyle/>
          <a:p>
            <a:endParaRPr/>
          </a:p>
        </p:txBody>
      </p:sp>
      <p:sp>
        <p:nvSpPr>
          <p:cNvPr id="523" name="iṧḷïḍe">
            <a:extLst>
              <a:ext uri="{FF2B5EF4-FFF2-40B4-BE49-F238E27FC236}">
                <a16:creationId xmlns:a16="http://schemas.microsoft.com/office/drawing/2014/main" id="{1CE62C13-AD1B-4E32-BEE3-4B5E95656213}"/>
              </a:ext>
            </a:extLst>
          </p:cNvPr>
          <p:cNvSpPr>
            <a:spLocks noGrp="1"/>
          </p:cNvSpPr>
          <p:nvPr/>
        </p:nvSpPr>
        <p:spPr>
          <a:xfrm>
            <a:off x="3006000" y="956160"/>
            <a:ext cx="42480" cy="66600"/>
          </a:xfrm>
          <a:custGeom>
            <a:avLst/>
            <a:gdLst>
              <a:gd name="textAreaLeft" fmla="*/ 0 w 42480"/>
              <a:gd name="textAreaRight" fmla="*/ 42840 w 42480"/>
              <a:gd name="textAreaTop" fmla="*/ 0 h 66600"/>
              <a:gd name="textAreaBottom" fmla="*/ 66960 h 66600"/>
              <a:gd name="GluePoint1X" fmla="*/ 96 w 98"/>
              <a:gd name="GluePoint1Y" fmla="*/ 0 h 153"/>
              <a:gd name="GluePoint2X" fmla="*/ 93 w 98"/>
              <a:gd name="GluePoint2Y" fmla="*/ 0 h 153"/>
              <a:gd name="GluePoint3X" fmla="*/ 91 w 98"/>
              <a:gd name="GluePoint3Y" fmla="*/ 0 h 153"/>
              <a:gd name="GluePoint4X" fmla="*/ 89 w 98"/>
              <a:gd name="GluePoint4Y" fmla="*/ 0 h 153"/>
              <a:gd name="GluePoint5X" fmla="*/ 87 w 98"/>
              <a:gd name="GluePoint5Y" fmla="*/ 0 h 153"/>
              <a:gd name="GluePoint6X" fmla="*/ 85 w 98"/>
              <a:gd name="GluePoint6Y" fmla="*/ 0 h 153"/>
              <a:gd name="GluePoint7X" fmla="*/ 83 w 98"/>
              <a:gd name="GluePoint7Y" fmla="*/ 0 h 153"/>
              <a:gd name="GluePoint8X" fmla="*/ 81 w 98"/>
              <a:gd name="GluePoint8Y" fmla="*/ 0 h 153"/>
              <a:gd name="GluePoint9X" fmla="*/ 76 w 98"/>
              <a:gd name="GluePoint9Y" fmla="*/ 11 h 153"/>
              <a:gd name="GluePoint10X" fmla="*/ 72 w 98"/>
              <a:gd name="GluePoint10Y" fmla="*/ 21 h 153"/>
              <a:gd name="GluePoint11X" fmla="*/ 68 w 98"/>
              <a:gd name="GluePoint11Y" fmla="*/ 32 h 153"/>
              <a:gd name="GluePoint12X" fmla="*/ 64 w 98"/>
              <a:gd name="GluePoint12Y" fmla="*/ 44 h 153"/>
              <a:gd name="GluePoint13X" fmla="*/ 56 w 98"/>
              <a:gd name="GluePoint13Y" fmla="*/ 65 h 153"/>
              <a:gd name="GluePoint14X" fmla="*/ 55 w 98"/>
              <a:gd name="GluePoint14Y" fmla="*/ 62 h 153"/>
              <a:gd name="GluePoint15X" fmla="*/ 53 w 98"/>
              <a:gd name="GluePoint15Y" fmla="*/ 59 h 153"/>
              <a:gd name="GluePoint16X" fmla="*/ 52 w 98"/>
              <a:gd name="GluePoint16Y" fmla="*/ 55 h 153"/>
              <a:gd name="GluePoint17X" fmla="*/ 50 w 98"/>
              <a:gd name="GluePoint17Y" fmla="*/ 50 h 153"/>
              <a:gd name="GluePoint18X" fmla="*/ 47 w 98"/>
              <a:gd name="GluePoint18Y" fmla="*/ 42 h 153"/>
              <a:gd name="GluePoint19X" fmla="*/ 44 w 98"/>
              <a:gd name="GluePoint19Y" fmla="*/ 35 h 153"/>
              <a:gd name="GluePoint20X" fmla="*/ 42 w 98"/>
              <a:gd name="GluePoint20Y" fmla="*/ 28 h 153"/>
              <a:gd name="GluePoint21X" fmla="*/ 39 w 98"/>
              <a:gd name="GluePoint21Y" fmla="*/ 21 h 153"/>
              <a:gd name="GluePoint22X" fmla="*/ 37 w 98"/>
              <a:gd name="GluePoint22Y" fmla="*/ 15 h 153"/>
              <a:gd name="GluePoint23X" fmla="*/ 35 w 98"/>
              <a:gd name="GluePoint23Y" fmla="*/ 9 h 153"/>
              <a:gd name="GluePoint24X" fmla="*/ 33 w 98"/>
              <a:gd name="GluePoint24Y" fmla="*/ 4 h 153"/>
              <a:gd name="GluePoint25X" fmla="*/ 32 w 98"/>
              <a:gd name="GluePoint25Y" fmla="*/ 0 h 153"/>
              <a:gd name="GluePoint26X" fmla="*/ 28 w 98"/>
              <a:gd name="GluePoint26Y" fmla="*/ 0 h 153"/>
              <a:gd name="GluePoint27X" fmla="*/ 24 w 98"/>
              <a:gd name="GluePoint27Y" fmla="*/ 0 h 153"/>
              <a:gd name="GluePoint28X" fmla="*/ 20 w 98"/>
              <a:gd name="GluePoint28Y" fmla="*/ 0 h 153"/>
              <a:gd name="GluePoint29X" fmla="*/ 16 w 98"/>
              <a:gd name="GluePoint29Y" fmla="*/ 0 h 153"/>
              <a:gd name="GluePoint30X" fmla="*/ 12 w 98"/>
              <a:gd name="GluePoint30Y" fmla="*/ 0 h 153"/>
              <a:gd name="GluePoint31X" fmla="*/ 8 w 98"/>
              <a:gd name="GluePoint31Y" fmla="*/ 0 h 153"/>
              <a:gd name="GluePoint32X" fmla="*/ 4 w 98"/>
              <a:gd name="GluePoint32Y" fmla="*/ 0 h 153"/>
              <a:gd name="GluePoint33X" fmla="*/ 0 w 98"/>
              <a:gd name="GluePoint33Y" fmla="*/ 0 h 153"/>
              <a:gd name="GluePoint34X" fmla="*/ 43 w 98"/>
              <a:gd name="GluePoint34Y" fmla="*/ 100 h 153"/>
              <a:gd name="GluePoint35X" fmla="*/ 16 w 98"/>
              <a:gd name="GluePoint35Y" fmla="*/ 153 h 153"/>
              <a:gd name="GluePoint36X" fmla="*/ 20 w 98"/>
              <a:gd name="GluePoint36Y" fmla="*/ 153 h 153"/>
              <a:gd name="GluePoint37X" fmla="*/ 24 w 98"/>
              <a:gd name="GluePoint37Y" fmla="*/ 153 h 153"/>
              <a:gd name="GluePoint38X" fmla="*/ 28 w 98"/>
              <a:gd name="GluePoint38Y" fmla="*/ 153 h 153"/>
              <a:gd name="GluePoint39X" fmla="*/ 33 w 98"/>
              <a:gd name="GluePoint39Y" fmla="*/ 153 h 153"/>
              <a:gd name="GluePoint40X" fmla="*/ 37 w 98"/>
              <a:gd name="GluePoint40Y" fmla="*/ 141 h 153"/>
              <a:gd name="GluePoint41X" fmla="*/ 42 w 98"/>
              <a:gd name="GluePoint41Y" fmla="*/ 130 h 153"/>
              <a:gd name="GluePoint42X" fmla="*/ 46 w 98"/>
              <a:gd name="GluePoint42Y" fmla="*/ 118 h 153"/>
              <a:gd name="GluePoint43X" fmla="*/ 52 w 98"/>
              <a:gd name="GluePoint43Y" fmla="*/ 105 h 153"/>
              <a:gd name="GluePoint44X" fmla="*/ 57 w 98"/>
              <a:gd name="GluePoint44Y" fmla="*/ 92 h 153"/>
              <a:gd name="GluePoint45X" fmla="*/ 64 w 98"/>
              <a:gd name="GluePoint45Y" fmla="*/ 77 h 153"/>
              <a:gd name="GluePoint46X" fmla="*/ 70 w 98"/>
              <a:gd name="GluePoint46Y" fmla="*/ 63 h 153"/>
              <a:gd name="GluePoint47X" fmla="*/ 76 w 98"/>
              <a:gd name="GluePoint47Y" fmla="*/ 48 h 153"/>
              <a:gd name="GluePoint48X" fmla="*/ 98 w 98"/>
              <a:gd name="GluePoint48Y" fmla="*/ 0 h 153"/>
              <a:gd name="GluePoint49X" fmla="*/ 96 w 98"/>
              <a:gd name="GluePoint49Y" fmla="*/ 0 h 153"/>
            </a:gdLst>
            <a:ahLst/>
            <a:cxnLst/>
            <a:rect l="textAreaLeft" t="textAreaTop" r="textAreaRight" b="textAreaBottom"/>
            <a:pathLst>
              <a:path w="98" h="153">
                <a:moveTo>
                  <a:pt x="96" y="0"/>
                </a:moveTo>
                <a:lnTo>
                  <a:pt x="93" y="0"/>
                </a:lnTo>
                <a:lnTo>
                  <a:pt x="91" y="0"/>
                </a:lnTo>
                <a:lnTo>
                  <a:pt x="89" y="0"/>
                </a:lnTo>
                <a:lnTo>
                  <a:pt x="87" y="0"/>
                </a:lnTo>
                <a:lnTo>
                  <a:pt x="85" y="0"/>
                </a:lnTo>
                <a:lnTo>
                  <a:pt x="83" y="0"/>
                </a:lnTo>
                <a:lnTo>
                  <a:pt x="81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50" y="50"/>
                </a:lnTo>
                <a:lnTo>
                  <a:pt x="47" y="42"/>
                </a:lnTo>
                <a:lnTo>
                  <a:pt x="44" y="35"/>
                </a:lnTo>
                <a:lnTo>
                  <a:pt x="42" y="28"/>
                </a:lnTo>
                <a:lnTo>
                  <a:pt x="39" y="21"/>
                </a:lnTo>
                <a:lnTo>
                  <a:pt x="37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3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2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4" y="77"/>
                </a:lnTo>
                <a:lnTo>
                  <a:pt x="70" y="63"/>
                </a:lnTo>
                <a:lnTo>
                  <a:pt x="76" y="48"/>
                </a:lnTo>
                <a:lnTo>
                  <a:pt x="98" y="0"/>
                </a:lnTo>
                <a:lnTo>
                  <a:pt x="9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524" name="PlaceHolder 3">
            <a:extLst>
              <a:ext uri="{FF2B5EF4-FFF2-40B4-BE49-F238E27FC236}">
                <a16:creationId xmlns:a16="http://schemas.microsoft.com/office/drawing/2014/main" id="{82FCB1D1-67AD-43AC-AE94-05CD02BB82E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80120" y="4735800"/>
            <a:ext cx="3339720" cy="3330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0000" tIns="0" rIns="90000" bIns="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400" b="0" u="none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400" b="0" u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编辑母版文本样式</a:t>
            </a:r>
          </a:p>
        </p:txBody>
      </p:sp>
      <p:sp>
        <p:nvSpPr>
          <p:cNvPr id="525" name="PlaceHolder 4">
            <a:extLst>
              <a:ext uri="{FF2B5EF4-FFF2-40B4-BE49-F238E27FC236}">
                <a16:creationId xmlns:a16="http://schemas.microsoft.com/office/drawing/2014/main" id="{05992801-5ABC-4F34-842B-9D26A15F4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440" y="2070000"/>
            <a:ext cx="6388560" cy="87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defTabSz="914400">
              <a:lnSpc>
                <a:spcPct val="90000"/>
              </a:lnSpc>
              <a:buNone/>
              <a:defRPr sz="44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defTabSz="914400">
              <a:lnSpc>
                <a:spcPct val="90000"/>
              </a:lnSpc>
              <a:buNone/>
            </a:pPr>
            <a:r>
              <a:rPr sz="44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单击此处编辑母版标题样</a:t>
            </a:r>
          </a:p>
        </p:txBody>
      </p:sp>
      <p:sp>
        <p:nvSpPr>
          <p:cNvPr id="526" name="PlaceHolder 5">
            <a:extLst>
              <a:ext uri="{FF2B5EF4-FFF2-40B4-BE49-F238E27FC236}">
                <a16:creationId xmlns:a16="http://schemas.microsoft.com/office/drawing/2014/main" id="{A78A05ED-6661-445B-AB01-7EA63208C52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48440" y="2944440"/>
            <a:ext cx="6388560" cy="341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/>
          </a:p>
        </p:txBody>
      </p:sp>
      <p:sp>
        <p:nvSpPr>
          <p:cNvPr id="527" name="PlaceHolder 6">
            <a:extLst>
              <a:ext uri="{FF2B5EF4-FFF2-40B4-BE49-F238E27FC236}">
                <a16:creationId xmlns:a16="http://schemas.microsoft.com/office/drawing/2014/main" id="{718CAB23-C272-4043-A0A3-71AED95FB3A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  <a:lvl2pPr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528" name="矩形 86">
            <a:extLst>
              <a:ext uri="{FF2B5EF4-FFF2-40B4-BE49-F238E27FC236}">
                <a16:creationId xmlns:a16="http://schemas.microsoft.com/office/drawing/2014/main" id="{7F8FEEB4-FCCD-4C1E-8499-5F7C23FA25B0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>
            <a:extLst>
              <a:ext uri="{FF2B5EF4-FFF2-40B4-BE49-F238E27FC236}">
                <a16:creationId xmlns:a16="http://schemas.microsoft.com/office/drawing/2014/main" id="{100AEE0F-B5AA-48BD-8213-48AD2C0F5802}"/>
              </a:ext>
            </a:extLst>
          </p:cNvPr>
          <p:cNvSpPr>
            <a:spLocks noGrp="1"/>
          </p:cNvSpPr>
          <p:nvPr>
            <p:ph type="dt" idx="42"/>
          </p:nvPr>
        </p:nvSpPr>
        <p:spPr>
          <a:xfrm>
            <a:off x="660240" y="6243840"/>
            <a:ext cx="2300040" cy="36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530" name="PlaceHolder 2">
            <a:extLst>
              <a:ext uri="{FF2B5EF4-FFF2-40B4-BE49-F238E27FC236}">
                <a16:creationId xmlns:a16="http://schemas.microsoft.com/office/drawing/2014/main" id="{B5B8A1E1-6350-4028-AC6B-7D4F50F4ACF7}"/>
              </a:ext>
            </a:extLst>
          </p:cNvPr>
          <p:cNvSpPr>
            <a:spLocks noGrp="1"/>
          </p:cNvSpPr>
          <p:nvPr>
            <p:ph type="sldNum" idx="43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49A5D0-6383-4196-958C-6050B5FF550D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3" name="ïṥ1íďe">
            <a:extLst>
              <a:ext uri="{FF2B5EF4-FFF2-40B4-BE49-F238E27FC236}">
                <a16:creationId xmlns:a16="http://schemas.microsoft.com/office/drawing/2014/main" id="{CAB68A08-DB7D-45CB-AA55-40B7FF109F62}"/>
              </a:ext>
            </a:extLst>
          </p:cNvPr>
          <p:cNvSpPr>
            <a:spLocks noGrp="1"/>
          </p:cNvSpPr>
          <p:nvPr/>
        </p:nvSpPr>
        <p:spPr>
          <a:xfrm>
            <a:off x="759240" y="613080"/>
            <a:ext cx="320400" cy="320400"/>
          </a:xfrm>
          <a:prstGeom prst="ellipse">
            <a:avLst/>
          </a:prstGeom>
          <a:gradFill rotWithShape="0">
            <a:gsLst>
              <a:gs pos="14000">
                <a:srgbClr val="1584C9"/>
              </a:gs>
              <a:gs pos="100000">
                <a:srgbClr val="FFFFFF"/>
              </a:gs>
            </a:gsLst>
            <a:lin ang="5400000"/>
          </a:gradFill>
          <a:ln w="126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34" name="iṣḷîḍé">
            <a:extLst>
              <a:ext uri="{FF2B5EF4-FFF2-40B4-BE49-F238E27FC236}">
                <a16:creationId xmlns:a16="http://schemas.microsoft.com/office/drawing/2014/main" id="{621DB648-EB38-45B7-A7C3-E2792ABBC8EA}"/>
              </a:ext>
            </a:extLst>
          </p:cNvPr>
          <p:cNvSpPr>
            <a:spLocks noGrp="1"/>
          </p:cNvSpPr>
          <p:nvPr/>
        </p:nvSpPr>
        <p:spPr>
          <a:xfrm>
            <a:off x="858240" y="917280"/>
            <a:ext cx="124560" cy="12240"/>
          </a:xfrm>
          <a:custGeom>
            <a:avLst/>
            <a:gdLst>
              <a:gd name="textAreaLeft" fmla="*/ 0 w 124560"/>
              <a:gd name="textAreaRight" fmla="*/ 124920 w 124560"/>
              <a:gd name="textAreaTop" fmla="*/ 0 h 12240"/>
              <a:gd name="textAreaBottom" fmla="*/ 12600 h 12240"/>
              <a:gd name="GluePoint1X" fmla="*/ 0 w 286"/>
              <a:gd name="GluePoint1Y" fmla="*/ 0 h 29"/>
              <a:gd name="GluePoint2X" fmla="*/ 286 w 286"/>
              <a:gd name="GluePoint2Y" fmla="*/ 0 h 29"/>
              <a:gd name="GluePoint3X" fmla="*/ 278 w 286"/>
              <a:gd name="GluePoint3Y" fmla="*/ 4 h 29"/>
              <a:gd name="GluePoint4X" fmla="*/ 269 w 286"/>
              <a:gd name="GluePoint4Y" fmla="*/ 7 h 29"/>
              <a:gd name="GluePoint5X" fmla="*/ 261 w 286"/>
              <a:gd name="GluePoint5Y" fmla="*/ 10 h 29"/>
              <a:gd name="GluePoint6X" fmla="*/ 253 w 286"/>
              <a:gd name="GluePoint6Y" fmla="*/ 13 h 29"/>
              <a:gd name="GluePoint7X" fmla="*/ 244 w 286"/>
              <a:gd name="GluePoint7Y" fmla="*/ 15 h 29"/>
              <a:gd name="GluePoint8X" fmla="*/ 236 w 286"/>
              <a:gd name="GluePoint8Y" fmla="*/ 17 h 29"/>
              <a:gd name="GluePoint9X" fmla="*/ 227 w 286"/>
              <a:gd name="GluePoint9Y" fmla="*/ 20 h 29"/>
              <a:gd name="GluePoint10X" fmla="*/ 218 w 286"/>
              <a:gd name="GluePoint10Y" fmla="*/ 21 h 29"/>
              <a:gd name="GluePoint11X" fmla="*/ 208 w 286"/>
              <a:gd name="GluePoint11Y" fmla="*/ 23 h 29"/>
              <a:gd name="GluePoint12X" fmla="*/ 200 w 286"/>
              <a:gd name="GluePoint12Y" fmla="*/ 25 h 29"/>
              <a:gd name="GluePoint13X" fmla="*/ 190 w 286"/>
              <a:gd name="GluePoint13Y" fmla="*/ 26 h 29"/>
              <a:gd name="GluePoint14X" fmla="*/ 181 w 286"/>
              <a:gd name="GluePoint14Y" fmla="*/ 27 h 29"/>
              <a:gd name="GluePoint15X" fmla="*/ 172 w 286"/>
              <a:gd name="GluePoint15Y" fmla="*/ 29 h 29"/>
              <a:gd name="GluePoint16X" fmla="*/ 162 w 286"/>
              <a:gd name="GluePoint16Y" fmla="*/ 29 h 29"/>
              <a:gd name="GluePoint17X" fmla="*/ 153 w 286"/>
              <a:gd name="GluePoint17Y" fmla="*/ 29 h 29"/>
              <a:gd name="GluePoint18X" fmla="*/ 143 w 286"/>
              <a:gd name="GluePoint18Y" fmla="*/ 29 h 29"/>
              <a:gd name="GluePoint19X" fmla="*/ 134 w 286"/>
              <a:gd name="GluePoint19Y" fmla="*/ 29 h 29"/>
              <a:gd name="GluePoint20X" fmla="*/ 125 w 286"/>
              <a:gd name="GluePoint20Y" fmla="*/ 29 h 29"/>
              <a:gd name="GluePoint21X" fmla="*/ 115 w 286"/>
              <a:gd name="GluePoint21Y" fmla="*/ 29 h 29"/>
              <a:gd name="GluePoint22X" fmla="*/ 106 w 286"/>
              <a:gd name="GluePoint22Y" fmla="*/ 27 h 29"/>
              <a:gd name="GluePoint23X" fmla="*/ 97 w 286"/>
              <a:gd name="GluePoint23Y" fmla="*/ 26 h 29"/>
              <a:gd name="GluePoint24X" fmla="*/ 87 w 286"/>
              <a:gd name="GluePoint24Y" fmla="*/ 25 h 29"/>
              <a:gd name="GluePoint25X" fmla="*/ 79 w 286"/>
              <a:gd name="GluePoint25Y" fmla="*/ 23 h 29"/>
              <a:gd name="GluePoint26X" fmla="*/ 69 w 286"/>
              <a:gd name="GluePoint26Y" fmla="*/ 21 h 29"/>
              <a:gd name="GluePoint27X" fmla="*/ 60 w 286"/>
              <a:gd name="GluePoint27Y" fmla="*/ 20 h 29"/>
              <a:gd name="GluePoint28X" fmla="*/ 51 w 286"/>
              <a:gd name="GluePoint28Y" fmla="*/ 17 h 29"/>
              <a:gd name="GluePoint29X" fmla="*/ 43 w 286"/>
              <a:gd name="GluePoint29Y" fmla="*/ 15 h 29"/>
              <a:gd name="GluePoint30X" fmla="*/ 34 w 286"/>
              <a:gd name="GluePoint30Y" fmla="*/ 13 h 29"/>
              <a:gd name="GluePoint31X" fmla="*/ 26 w 286"/>
              <a:gd name="GluePoint31Y" fmla="*/ 10 h 29"/>
              <a:gd name="GluePoint32X" fmla="*/ 17 w 286"/>
              <a:gd name="GluePoint32Y" fmla="*/ 7 h 29"/>
              <a:gd name="GluePoint33X" fmla="*/ 9 w 286"/>
              <a:gd name="GluePoint33Y" fmla="*/ 4 h 29"/>
              <a:gd name="GluePoint34X" fmla="*/ 0 w 286"/>
              <a:gd name="GluePoint34Y" fmla="*/ 0 h 29"/>
            </a:gdLst>
            <a:ahLst/>
            <a:cxnLst/>
            <a:rect l="textAreaLeft" t="textAreaTop" r="textAreaRight" b="textAreaBottom"/>
            <a:pathLst>
              <a:path w="286" h="29">
                <a:moveTo>
                  <a:pt x="0" y="0"/>
                </a:moveTo>
                <a:lnTo>
                  <a:pt x="286" y="0"/>
                </a:lnTo>
                <a:lnTo>
                  <a:pt x="278" y="4"/>
                </a:lnTo>
                <a:lnTo>
                  <a:pt x="269" y="7"/>
                </a:lnTo>
                <a:lnTo>
                  <a:pt x="261" y="10"/>
                </a:lnTo>
                <a:lnTo>
                  <a:pt x="253" y="13"/>
                </a:lnTo>
                <a:lnTo>
                  <a:pt x="244" y="15"/>
                </a:lnTo>
                <a:lnTo>
                  <a:pt x="236" y="17"/>
                </a:lnTo>
                <a:lnTo>
                  <a:pt x="227" y="20"/>
                </a:lnTo>
                <a:lnTo>
                  <a:pt x="218" y="21"/>
                </a:lnTo>
                <a:lnTo>
                  <a:pt x="208" y="23"/>
                </a:lnTo>
                <a:lnTo>
                  <a:pt x="200" y="25"/>
                </a:lnTo>
                <a:lnTo>
                  <a:pt x="190" y="26"/>
                </a:lnTo>
                <a:lnTo>
                  <a:pt x="181" y="27"/>
                </a:lnTo>
                <a:lnTo>
                  <a:pt x="172" y="29"/>
                </a:lnTo>
                <a:lnTo>
                  <a:pt x="162" y="29"/>
                </a:lnTo>
                <a:lnTo>
                  <a:pt x="153" y="29"/>
                </a:lnTo>
                <a:lnTo>
                  <a:pt x="143" y="29"/>
                </a:lnTo>
                <a:lnTo>
                  <a:pt x="134" y="29"/>
                </a:lnTo>
                <a:lnTo>
                  <a:pt x="125" y="29"/>
                </a:lnTo>
                <a:lnTo>
                  <a:pt x="115" y="29"/>
                </a:lnTo>
                <a:lnTo>
                  <a:pt x="106" y="27"/>
                </a:lnTo>
                <a:lnTo>
                  <a:pt x="97" y="26"/>
                </a:lnTo>
                <a:lnTo>
                  <a:pt x="87" y="25"/>
                </a:lnTo>
                <a:lnTo>
                  <a:pt x="79" y="23"/>
                </a:lnTo>
                <a:lnTo>
                  <a:pt x="69" y="21"/>
                </a:lnTo>
                <a:lnTo>
                  <a:pt x="60" y="20"/>
                </a:lnTo>
                <a:lnTo>
                  <a:pt x="51" y="17"/>
                </a:lnTo>
                <a:lnTo>
                  <a:pt x="43" y="15"/>
                </a:lnTo>
                <a:lnTo>
                  <a:pt x="34" y="13"/>
                </a:lnTo>
                <a:lnTo>
                  <a:pt x="26" y="10"/>
                </a:lnTo>
                <a:lnTo>
                  <a:pt x="17" y="7"/>
                </a:lnTo>
                <a:lnTo>
                  <a:pt x="9" y="4"/>
                </a:lnTo>
                <a:lnTo>
                  <a:pt x="0" y="0"/>
                </a:lnTo>
                <a:close/>
              </a:path>
            </a:pathLst>
          </a:custGeom>
          <a:solidFill>
            <a:srgbClr val="F0F4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400" rIns="90000" bIns="-32400" anchor="ctr">
            <a:noAutofit/>
          </a:bodyPr>
          <a:lstStyle/>
          <a:p>
            <a:endParaRPr/>
          </a:p>
        </p:txBody>
      </p:sp>
      <p:sp>
        <p:nvSpPr>
          <p:cNvPr id="535" name="îSlïḋê">
            <a:extLst>
              <a:ext uri="{FF2B5EF4-FFF2-40B4-BE49-F238E27FC236}">
                <a16:creationId xmlns:a16="http://schemas.microsoft.com/office/drawing/2014/main" id="{37E7F2A5-6407-44E9-B84D-C44521ECF331}"/>
              </a:ext>
            </a:extLst>
          </p:cNvPr>
          <p:cNvSpPr>
            <a:spLocks noGrp="1"/>
          </p:cNvSpPr>
          <p:nvPr/>
        </p:nvSpPr>
        <p:spPr>
          <a:xfrm>
            <a:off x="876240" y="923760"/>
            <a:ext cx="88920" cy="5760"/>
          </a:xfrm>
          <a:custGeom>
            <a:avLst/>
            <a:gdLst>
              <a:gd name="textAreaLeft" fmla="*/ 0 w 88920"/>
              <a:gd name="textAreaRight" fmla="*/ 89280 w 88920"/>
              <a:gd name="textAreaTop" fmla="*/ 0 h 5760"/>
              <a:gd name="textAreaBottom" fmla="*/ 6120 h 5760"/>
              <a:gd name="GluePoint1X" fmla="*/ 0 w 204"/>
              <a:gd name="GluePoint1Y" fmla="*/ 0 h 14"/>
              <a:gd name="GluePoint2X" fmla="*/ 204 w 204"/>
              <a:gd name="GluePoint2Y" fmla="*/ 0 h 14"/>
              <a:gd name="GluePoint3X" fmla="*/ 192 w 204"/>
              <a:gd name="GluePoint3Y" fmla="*/ 3 h 14"/>
              <a:gd name="GluePoint4X" fmla="*/ 180 w 204"/>
              <a:gd name="GluePoint4Y" fmla="*/ 6 h 14"/>
              <a:gd name="GluePoint5X" fmla="*/ 167 w 204"/>
              <a:gd name="GluePoint5Y" fmla="*/ 8 h 14"/>
              <a:gd name="GluePoint6X" fmla="*/ 155 w 204"/>
              <a:gd name="GluePoint6Y" fmla="*/ 10 h 14"/>
              <a:gd name="GluePoint7X" fmla="*/ 142 w 204"/>
              <a:gd name="GluePoint7Y" fmla="*/ 12 h 14"/>
              <a:gd name="GluePoint8X" fmla="*/ 129 w 204"/>
              <a:gd name="GluePoint8Y" fmla="*/ 14 h 14"/>
              <a:gd name="GluePoint9X" fmla="*/ 115 w 204"/>
              <a:gd name="GluePoint9Y" fmla="*/ 14 h 14"/>
              <a:gd name="GluePoint10X" fmla="*/ 102 w 204"/>
              <a:gd name="GluePoint10Y" fmla="*/ 14 h 14"/>
              <a:gd name="GluePoint11X" fmla="*/ 90 w 204"/>
              <a:gd name="GluePoint11Y" fmla="*/ 14 h 14"/>
              <a:gd name="GluePoint12X" fmla="*/ 76 w 204"/>
              <a:gd name="GluePoint12Y" fmla="*/ 14 h 14"/>
              <a:gd name="GluePoint13X" fmla="*/ 63 w 204"/>
              <a:gd name="GluePoint13Y" fmla="*/ 12 h 14"/>
              <a:gd name="GluePoint14X" fmla="*/ 50 w 204"/>
              <a:gd name="GluePoint14Y" fmla="*/ 10 h 14"/>
              <a:gd name="GluePoint15X" fmla="*/ 38 w 204"/>
              <a:gd name="GluePoint15Y" fmla="*/ 8 h 14"/>
              <a:gd name="GluePoint16X" fmla="*/ 25 w 204"/>
              <a:gd name="GluePoint16Y" fmla="*/ 6 h 14"/>
              <a:gd name="GluePoint17X" fmla="*/ 13 w 204"/>
              <a:gd name="GluePoint17Y" fmla="*/ 3 h 14"/>
              <a:gd name="GluePoint18X" fmla="*/ 0 w 204"/>
              <a:gd name="GluePoint18Y" fmla="*/ 0 h 14"/>
            </a:gdLst>
            <a:ahLst/>
            <a:cxnLst/>
            <a:rect l="textAreaLeft" t="textAreaTop" r="textAreaRight" b="textAreaBottom"/>
            <a:pathLst>
              <a:path w="204" h="14">
                <a:moveTo>
                  <a:pt x="0" y="0"/>
                </a:moveTo>
                <a:lnTo>
                  <a:pt x="204" y="0"/>
                </a:lnTo>
                <a:lnTo>
                  <a:pt x="192" y="3"/>
                </a:lnTo>
                <a:lnTo>
                  <a:pt x="180" y="6"/>
                </a:lnTo>
                <a:lnTo>
                  <a:pt x="167" y="8"/>
                </a:lnTo>
                <a:lnTo>
                  <a:pt x="155" y="10"/>
                </a:lnTo>
                <a:lnTo>
                  <a:pt x="142" y="12"/>
                </a:lnTo>
                <a:lnTo>
                  <a:pt x="129" y="14"/>
                </a:lnTo>
                <a:lnTo>
                  <a:pt x="115" y="14"/>
                </a:lnTo>
                <a:lnTo>
                  <a:pt x="102" y="14"/>
                </a:lnTo>
                <a:lnTo>
                  <a:pt x="90" y="14"/>
                </a:lnTo>
                <a:lnTo>
                  <a:pt x="76" y="14"/>
                </a:lnTo>
                <a:lnTo>
                  <a:pt x="63" y="12"/>
                </a:lnTo>
                <a:lnTo>
                  <a:pt x="50" y="10"/>
                </a:lnTo>
                <a:lnTo>
                  <a:pt x="38" y="8"/>
                </a:lnTo>
                <a:lnTo>
                  <a:pt x="25" y="6"/>
                </a:lnTo>
                <a:lnTo>
                  <a:pt x="13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8880" rIns="90000" bIns="-38880" anchor="ctr">
            <a:noAutofit/>
          </a:bodyPr>
          <a:lstStyle/>
          <a:p>
            <a:endParaRPr/>
          </a:p>
        </p:txBody>
      </p:sp>
      <p:sp>
        <p:nvSpPr>
          <p:cNvPr id="536" name="ïṡḷîḑè">
            <a:extLst>
              <a:ext uri="{FF2B5EF4-FFF2-40B4-BE49-F238E27FC236}">
                <a16:creationId xmlns:a16="http://schemas.microsoft.com/office/drawing/2014/main" id="{8435E9D3-3B67-478B-B45C-11DC8614F3CC}"/>
              </a:ext>
            </a:extLst>
          </p:cNvPr>
          <p:cNvSpPr>
            <a:spLocks noGrp="1"/>
          </p:cNvSpPr>
          <p:nvPr/>
        </p:nvSpPr>
        <p:spPr>
          <a:xfrm>
            <a:off x="809640" y="765000"/>
            <a:ext cx="218520" cy="101880"/>
          </a:xfrm>
          <a:custGeom>
            <a:avLst/>
            <a:gdLst>
              <a:gd name="textAreaLeft" fmla="*/ 0 w 218520"/>
              <a:gd name="textAreaRight" fmla="*/ 218880 w 218520"/>
              <a:gd name="textAreaTop" fmla="*/ 0 h 101880"/>
              <a:gd name="textAreaBottom" fmla="*/ 102240 h 101880"/>
              <a:gd name="GluePoint1X" fmla="*/ 294 w 501"/>
              <a:gd name="GluePoint1Y" fmla="*/ 65 h 234"/>
              <a:gd name="GluePoint2X" fmla="*/ 213 w 501"/>
              <a:gd name="GluePoint2Y" fmla="*/ 129 h 234"/>
              <a:gd name="GluePoint3X" fmla="*/ 224 w 501"/>
              <a:gd name="GluePoint3Y" fmla="*/ 52 h 234"/>
              <a:gd name="GluePoint4X" fmla="*/ 203 w 501"/>
              <a:gd name="GluePoint4Y" fmla="*/ 53 h 234"/>
              <a:gd name="GluePoint5X" fmla="*/ 177 w 501"/>
              <a:gd name="GluePoint5Y" fmla="*/ 30 h 234"/>
              <a:gd name="GluePoint6X" fmla="*/ 204 w 501"/>
              <a:gd name="GluePoint6Y" fmla="*/ 20 h 234"/>
              <a:gd name="GluePoint7X" fmla="*/ 180 w 501"/>
              <a:gd name="GluePoint7Y" fmla="*/ 16 h 234"/>
              <a:gd name="GluePoint8X" fmla="*/ 162 w 501"/>
              <a:gd name="GluePoint8Y" fmla="*/ 54 h 234"/>
              <a:gd name="GluePoint9X" fmla="*/ 162 w 501"/>
              <a:gd name="GluePoint9Y" fmla="*/ 45 h 234"/>
              <a:gd name="GluePoint10X" fmla="*/ 175 w 501"/>
              <a:gd name="GluePoint10Y" fmla="*/ 76 h 234"/>
              <a:gd name="GluePoint11X" fmla="*/ 134 w 501"/>
              <a:gd name="GluePoint11Y" fmla="*/ 128 h 234"/>
              <a:gd name="GluePoint12X" fmla="*/ 97 w 501"/>
              <a:gd name="GluePoint12Y" fmla="*/ 50 h 234"/>
              <a:gd name="GluePoint13X" fmla="*/ 30 w 501"/>
              <a:gd name="GluePoint13Y" fmla="*/ 79 h 234"/>
              <a:gd name="GluePoint14X" fmla="*/ 42 w 501"/>
              <a:gd name="GluePoint14Y" fmla="*/ 39 h 234"/>
              <a:gd name="GluePoint15X" fmla="*/ 50 w 501"/>
              <a:gd name="GluePoint15Y" fmla="*/ 59 h 234"/>
              <a:gd name="GluePoint16X" fmla="*/ 34 w 501"/>
              <a:gd name="GluePoint16Y" fmla="*/ 50 h 234"/>
              <a:gd name="GluePoint17X" fmla="*/ 86 w 501"/>
              <a:gd name="GluePoint17Y" fmla="*/ 69 h 234"/>
              <a:gd name="GluePoint18X" fmla="*/ 96 w 501"/>
              <a:gd name="GluePoint18Y" fmla="*/ 71 h 234"/>
              <a:gd name="GluePoint19X" fmla="*/ 166 w 501"/>
              <a:gd name="GluePoint19Y" fmla="*/ 126 h 234"/>
              <a:gd name="GluePoint20X" fmla="*/ 112 w 501"/>
              <a:gd name="GluePoint20Y" fmla="*/ 25 h 234"/>
              <a:gd name="GluePoint21X" fmla="*/ 118 w 501"/>
              <a:gd name="GluePoint21Y" fmla="*/ 48 h 234"/>
              <a:gd name="GluePoint22X" fmla="*/ 106 w 501"/>
              <a:gd name="GluePoint22Y" fmla="*/ 30 h 234"/>
              <a:gd name="GluePoint23X" fmla="*/ 138 w 501"/>
              <a:gd name="GluePoint23Y" fmla="*/ 57 h 234"/>
              <a:gd name="GluePoint24X" fmla="*/ 96 w 501"/>
              <a:gd name="GluePoint24Y" fmla="*/ 94 h 234"/>
              <a:gd name="GluePoint25X" fmla="*/ 96 w 501"/>
              <a:gd name="GluePoint25Y" fmla="*/ 122 h 234"/>
              <a:gd name="GluePoint26X" fmla="*/ 59 w 501"/>
              <a:gd name="GluePoint26Y" fmla="*/ 69 h 234"/>
              <a:gd name="GluePoint27X" fmla="*/ 59 w 501"/>
              <a:gd name="GluePoint27Y" fmla="*/ 82 h 234"/>
              <a:gd name="GluePoint28X" fmla="*/ 13 w 501"/>
              <a:gd name="GluePoint28Y" fmla="*/ 66 h 234"/>
              <a:gd name="GluePoint29X" fmla="*/ 28 w 501"/>
              <a:gd name="GluePoint29Y" fmla="*/ 83 h 234"/>
              <a:gd name="GluePoint30X" fmla="*/ 19 w 501"/>
              <a:gd name="GluePoint30Y" fmla="*/ 176 h 234"/>
              <a:gd name="GluePoint31X" fmla="*/ 5 w 501"/>
              <a:gd name="GluePoint31Y" fmla="*/ 221 h 234"/>
              <a:gd name="GluePoint32X" fmla="*/ 288 w 501"/>
              <a:gd name="GluePoint32Y" fmla="*/ 127 h 234"/>
              <a:gd name="GluePoint33X" fmla="*/ 277 w 501"/>
              <a:gd name="GluePoint33Y" fmla="*/ 54 h 234"/>
              <a:gd name="GluePoint34X" fmla="*/ 322 w 501"/>
              <a:gd name="GluePoint34Y" fmla="*/ 233 h 234"/>
              <a:gd name="GluePoint35X" fmla="*/ 326 w 501"/>
              <a:gd name="GluePoint35Y" fmla="*/ 30 h 234"/>
              <a:gd name="GluePoint36X" fmla="*/ 298 w 501"/>
              <a:gd name="GluePoint36Y" fmla="*/ 17 h 234"/>
              <a:gd name="GluePoint37X" fmla="*/ 323 w 501"/>
              <a:gd name="GluePoint37Y" fmla="*/ 18 h 234"/>
              <a:gd name="GluePoint38X" fmla="*/ 338 w 501"/>
              <a:gd name="GluePoint38Y" fmla="*/ 58 h 234"/>
              <a:gd name="GluePoint39X" fmla="*/ 339 w 501"/>
              <a:gd name="GluePoint39Y" fmla="*/ 43 h 234"/>
              <a:gd name="GluePoint40X" fmla="*/ 375 w 501"/>
              <a:gd name="GluePoint40Y" fmla="*/ 83 h 234"/>
              <a:gd name="GluePoint41X" fmla="*/ 364 w 501"/>
              <a:gd name="GluePoint41Y" fmla="*/ 126 h 234"/>
              <a:gd name="GluePoint42X" fmla="*/ 377 w 501"/>
              <a:gd name="GluePoint42Y" fmla="*/ 50 h 234"/>
              <a:gd name="GluePoint43X" fmla="*/ 377 w 501"/>
              <a:gd name="GluePoint43Y" fmla="*/ 50 h 234"/>
              <a:gd name="GluePoint44X" fmla="*/ 447 w 501"/>
              <a:gd name="GluePoint44Y" fmla="*/ 63 h 234"/>
              <a:gd name="GluePoint45X" fmla="*/ 452 w 501"/>
              <a:gd name="GluePoint45Y" fmla="*/ 58 h 234"/>
              <a:gd name="GluePoint46X" fmla="*/ 469 w 501"/>
              <a:gd name="GluePoint46Y" fmla="*/ 52 h 234"/>
              <a:gd name="GluePoint47X" fmla="*/ 414 w 501"/>
              <a:gd name="GluePoint47Y" fmla="*/ 73 h 234"/>
              <a:gd name="GluePoint48X" fmla="*/ 407 w 501"/>
              <a:gd name="GluePoint48Y" fmla="*/ 71 h 234"/>
              <a:gd name="GluePoint49X" fmla="*/ 338 w 501"/>
              <a:gd name="GluePoint49Y" fmla="*/ 124 h 234"/>
              <a:gd name="GluePoint50X" fmla="*/ 390 w 501"/>
              <a:gd name="GluePoint50Y" fmla="*/ 24 h 234"/>
              <a:gd name="GluePoint51X" fmla="*/ 382 w 501"/>
              <a:gd name="GluePoint51Y" fmla="*/ 48 h 234"/>
              <a:gd name="GluePoint52X" fmla="*/ 397 w 501"/>
              <a:gd name="GluePoint52Y" fmla="*/ 34 h 234"/>
              <a:gd name="GluePoint53X" fmla="*/ 362 w 501"/>
              <a:gd name="GluePoint53Y" fmla="*/ 58 h 234"/>
              <a:gd name="GluePoint54X" fmla="*/ 447 w 501"/>
              <a:gd name="GluePoint54Y" fmla="*/ 110 h 234"/>
              <a:gd name="GluePoint55X" fmla="*/ 405 w 501"/>
              <a:gd name="GluePoint55Y" fmla="*/ 122 h 234"/>
              <a:gd name="GluePoint56X" fmla="*/ 443 w 501"/>
              <a:gd name="GluePoint56Y" fmla="*/ 69 h 234"/>
              <a:gd name="GluePoint57X" fmla="*/ 442 w 501"/>
              <a:gd name="GluePoint57Y" fmla="*/ 82 h 234"/>
              <a:gd name="GluePoint58X" fmla="*/ 488 w 501"/>
              <a:gd name="GluePoint58Y" fmla="*/ 66 h 234"/>
              <a:gd name="GluePoint59X" fmla="*/ 473 w 501"/>
              <a:gd name="GluePoint59Y" fmla="*/ 83 h 234"/>
              <a:gd name="GluePoint60X" fmla="*/ 483 w 501"/>
              <a:gd name="GluePoint60Y" fmla="*/ 176 h 234"/>
              <a:gd name="GluePoint61X" fmla="*/ 496 w 501"/>
              <a:gd name="GluePoint61Y" fmla="*/ 221 h 234"/>
            </a:gdLst>
            <a:ahLst/>
            <a:cxnLst/>
            <a:rect l="textAreaLeft" t="textAreaTop" r="textAreaRight" b="textAreaBottom"/>
            <a:pathLst>
              <a:path w="501" h="234">
                <a:moveTo>
                  <a:pt x="250" y="76"/>
                </a:moveTo>
                <a:lnTo>
                  <a:pt x="294" y="76"/>
                </a:lnTo>
                <a:lnTo>
                  <a:pt x="294" y="103"/>
                </a:lnTo>
                <a:lnTo>
                  <a:pt x="250" y="103"/>
                </a:lnTo>
                <a:lnTo>
                  <a:pt x="207" y="103"/>
                </a:lnTo>
                <a:lnTo>
                  <a:pt x="207" y="76"/>
                </a:lnTo>
                <a:lnTo>
                  <a:pt x="250" y="76"/>
                </a:lnTo>
                <a:lnTo>
                  <a:pt x="250" y="76"/>
                </a:lnTo>
                <a:close/>
                <a:moveTo>
                  <a:pt x="250" y="107"/>
                </a:moveTo>
                <a:lnTo>
                  <a:pt x="250" y="107"/>
                </a:lnTo>
                <a:lnTo>
                  <a:pt x="294" y="107"/>
                </a:lnTo>
                <a:lnTo>
                  <a:pt x="294" y="116"/>
                </a:lnTo>
                <a:lnTo>
                  <a:pt x="252" y="116"/>
                </a:lnTo>
                <a:lnTo>
                  <a:pt x="249" y="116"/>
                </a:lnTo>
                <a:lnTo>
                  <a:pt x="207" y="116"/>
                </a:lnTo>
                <a:lnTo>
                  <a:pt x="207" y="107"/>
                </a:lnTo>
                <a:lnTo>
                  <a:pt x="250" y="107"/>
                </a:lnTo>
                <a:lnTo>
                  <a:pt x="250" y="107"/>
                </a:lnTo>
                <a:close/>
                <a:moveTo>
                  <a:pt x="247" y="65"/>
                </a:moveTo>
                <a:lnTo>
                  <a:pt x="254" y="65"/>
                </a:lnTo>
                <a:lnTo>
                  <a:pt x="294" y="65"/>
                </a:lnTo>
                <a:lnTo>
                  <a:pt x="294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50" y="74"/>
                </a:lnTo>
                <a:lnTo>
                  <a:pt x="207" y="74"/>
                </a:lnTo>
                <a:lnTo>
                  <a:pt x="207" y="65"/>
                </a:lnTo>
                <a:lnTo>
                  <a:pt x="247" y="65"/>
                </a:lnTo>
                <a:lnTo>
                  <a:pt x="247" y="65"/>
                </a:lnTo>
                <a:close/>
                <a:moveTo>
                  <a:pt x="225" y="118"/>
                </a:moveTo>
                <a:lnTo>
                  <a:pt x="224" y="118"/>
                </a:lnTo>
                <a:lnTo>
                  <a:pt x="222" y="121"/>
                </a:lnTo>
                <a:lnTo>
                  <a:pt x="221" y="122"/>
                </a:lnTo>
                <a:lnTo>
                  <a:pt x="220" y="124"/>
                </a:lnTo>
                <a:lnTo>
                  <a:pt x="218" y="125"/>
                </a:lnTo>
                <a:lnTo>
                  <a:pt x="217" y="126"/>
                </a:lnTo>
                <a:lnTo>
                  <a:pt x="214" y="126"/>
                </a:lnTo>
                <a:lnTo>
                  <a:pt x="214" y="126"/>
                </a:lnTo>
                <a:lnTo>
                  <a:pt x="214" y="127"/>
                </a:lnTo>
                <a:lnTo>
                  <a:pt x="214" y="128"/>
                </a:lnTo>
                <a:lnTo>
                  <a:pt x="213" y="129"/>
                </a:lnTo>
                <a:lnTo>
                  <a:pt x="213" y="130"/>
                </a:lnTo>
                <a:lnTo>
                  <a:pt x="212" y="131"/>
                </a:lnTo>
                <a:lnTo>
                  <a:pt x="211" y="132"/>
                </a:lnTo>
                <a:lnTo>
                  <a:pt x="209" y="133"/>
                </a:lnTo>
                <a:lnTo>
                  <a:pt x="208" y="133"/>
                </a:lnTo>
                <a:lnTo>
                  <a:pt x="208" y="118"/>
                </a:lnTo>
                <a:lnTo>
                  <a:pt x="225" y="118"/>
                </a:lnTo>
                <a:lnTo>
                  <a:pt x="225" y="118"/>
                </a:lnTo>
                <a:close/>
                <a:moveTo>
                  <a:pt x="207" y="62"/>
                </a:moveTo>
                <a:lnTo>
                  <a:pt x="209" y="62"/>
                </a:lnTo>
                <a:lnTo>
                  <a:pt x="212" y="62"/>
                </a:lnTo>
                <a:lnTo>
                  <a:pt x="216" y="62"/>
                </a:lnTo>
                <a:lnTo>
                  <a:pt x="219" y="61"/>
                </a:lnTo>
                <a:lnTo>
                  <a:pt x="221" y="59"/>
                </a:lnTo>
                <a:lnTo>
                  <a:pt x="222" y="58"/>
                </a:lnTo>
                <a:lnTo>
                  <a:pt x="222" y="58"/>
                </a:lnTo>
                <a:lnTo>
                  <a:pt x="223" y="56"/>
                </a:lnTo>
                <a:lnTo>
                  <a:pt x="224" y="54"/>
                </a:lnTo>
                <a:lnTo>
                  <a:pt x="224" y="54"/>
                </a:lnTo>
                <a:lnTo>
                  <a:pt x="224" y="53"/>
                </a:lnTo>
                <a:lnTo>
                  <a:pt x="224" y="52"/>
                </a:lnTo>
                <a:lnTo>
                  <a:pt x="222" y="49"/>
                </a:lnTo>
                <a:lnTo>
                  <a:pt x="220" y="46"/>
                </a:lnTo>
                <a:lnTo>
                  <a:pt x="218" y="45"/>
                </a:lnTo>
                <a:lnTo>
                  <a:pt x="217" y="45"/>
                </a:lnTo>
                <a:lnTo>
                  <a:pt x="215" y="45"/>
                </a:lnTo>
                <a:lnTo>
                  <a:pt x="214" y="46"/>
                </a:lnTo>
                <a:lnTo>
                  <a:pt x="211" y="49"/>
                </a:lnTo>
                <a:lnTo>
                  <a:pt x="209" y="52"/>
                </a:lnTo>
                <a:lnTo>
                  <a:pt x="208" y="53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54"/>
                </a:lnTo>
                <a:lnTo>
                  <a:pt x="207" y="62"/>
                </a:lnTo>
                <a:lnTo>
                  <a:pt x="207" y="62"/>
                </a:lnTo>
                <a:close/>
                <a:moveTo>
                  <a:pt x="203" y="53"/>
                </a:moveTo>
                <a:lnTo>
                  <a:pt x="179" y="53"/>
                </a:lnTo>
                <a:lnTo>
                  <a:pt x="179" y="233"/>
                </a:lnTo>
                <a:lnTo>
                  <a:pt x="203" y="233"/>
                </a:lnTo>
                <a:lnTo>
                  <a:pt x="203" y="53"/>
                </a:lnTo>
                <a:lnTo>
                  <a:pt x="203" y="53"/>
                </a:lnTo>
                <a:close/>
                <a:moveTo>
                  <a:pt x="206" y="30"/>
                </a:moveTo>
                <a:lnTo>
                  <a:pt x="206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30"/>
                </a:lnTo>
                <a:lnTo>
                  <a:pt x="207" y="48"/>
                </a:lnTo>
                <a:lnTo>
                  <a:pt x="207" y="49"/>
                </a:lnTo>
                <a:lnTo>
                  <a:pt x="207" y="50"/>
                </a:lnTo>
                <a:lnTo>
                  <a:pt x="206" y="50"/>
                </a:lnTo>
                <a:lnTo>
                  <a:pt x="206" y="50"/>
                </a:lnTo>
                <a:lnTo>
                  <a:pt x="177" y="50"/>
                </a:lnTo>
                <a:lnTo>
                  <a:pt x="176" y="50"/>
                </a:lnTo>
                <a:lnTo>
                  <a:pt x="175" y="50"/>
                </a:lnTo>
                <a:lnTo>
                  <a:pt x="175" y="49"/>
                </a:lnTo>
                <a:lnTo>
                  <a:pt x="175" y="48"/>
                </a:lnTo>
                <a:lnTo>
                  <a:pt x="175" y="30"/>
                </a:lnTo>
                <a:lnTo>
                  <a:pt x="175" y="30"/>
                </a:lnTo>
                <a:lnTo>
                  <a:pt x="175" y="30"/>
                </a:lnTo>
                <a:lnTo>
                  <a:pt x="176" y="30"/>
                </a:lnTo>
                <a:lnTo>
                  <a:pt x="177" y="30"/>
                </a:lnTo>
                <a:lnTo>
                  <a:pt x="206" y="30"/>
                </a:lnTo>
                <a:lnTo>
                  <a:pt x="206" y="30"/>
                </a:lnTo>
                <a:close/>
                <a:moveTo>
                  <a:pt x="190" y="0"/>
                </a:moveTo>
                <a:lnTo>
                  <a:pt x="191" y="0"/>
                </a:lnTo>
                <a:lnTo>
                  <a:pt x="191" y="0"/>
                </a:lnTo>
                <a:lnTo>
                  <a:pt x="192" y="0"/>
                </a:lnTo>
                <a:lnTo>
                  <a:pt x="192" y="0"/>
                </a:lnTo>
                <a:lnTo>
                  <a:pt x="193" y="1"/>
                </a:lnTo>
                <a:lnTo>
                  <a:pt x="194" y="1"/>
                </a:lnTo>
                <a:lnTo>
                  <a:pt x="195" y="2"/>
                </a:lnTo>
                <a:lnTo>
                  <a:pt x="196" y="3"/>
                </a:lnTo>
                <a:lnTo>
                  <a:pt x="198" y="5"/>
                </a:lnTo>
                <a:lnTo>
                  <a:pt x="198" y="7"/>
                </a:lnTo>
                <a:lnTo>
                  <a:pt x="199" y="11"/>
                </a:lnTo>
                <a:lnTo>
                  <a:pt x="199" y="13"/>
                </a:lnTo>
                <a:lnTo>
                  <a:pt x="201" y="14"/>
                </a:lnTo>
                <a:lnTo>
                  <a:pt x="202" y="14"/>
                </a:lnTo>
                <a:lnTo>
                  <a:pt x="202" y="16"/>
                </a:lnTo>
                <a:lnTo>
                  <a:pt x="203" y="17"/>
                </a:lnTo>
                <a:lnTo>
                  <a:pt x="204" y="18"/>
                </a:lnTo>
                <a:lnTo>
                  <a:pt x="204" y="20"/>
                </a:lnTo>
                <a:lnTo>
                  <a:pt x="203" y="22"/>
                </a:lnTo>
                <a:lnTo>
                  <a:pt x="202" y="22"/>
                </a:lnTo>
                <a:lnTo>
                  <a:pt x="202" y="25"/>
                </a:lnTo>
                <a:lnTo>
                  <a:pt x="202" y="26"/>
                </a:lnTo>
                <a:lnTo>
                  <a:pt x="202" y="26"/>
                </a:lnTo>
                <a:lnTo>
                  <a:pt x="202" y="26"/>
                </a:lnTo>
                <a:lnTo>
                  <a:pt x="202" y="27"/>
                </a:lnTo>
                <a:lnTo>
                  <a:pt x="201" y="27"/>
                </a:lnTo>
                <a:lnTo>
                  <a:pt x="191" y="27"/>
                </a:lnTo>
                <a:lnTo>
                  <a:pt x="182" y="27"/>
                </a:lnTo>
                <a:lnTo>
                  <a:pt x="181" y="27"/>
                </a:lnTo>
                <a:lnTo>
                  <a:pt x="181" y="26"/>
                </a:lnTo>
                <a:lnTo>
                  <a:pt x="181" y="26"/>
                </a:lnTo>
                <a:lnTo>
                  <a:pt x="181" y="26"/>
                </a:lnTo>
                <a:lnTo>
                  <a:pt x="181" y="25"/>
                </a:lnTo>
                <a:lnTo>
                  <a:pt x="180" y="22"/>
                </a:lnTo>
                <a:lnTo>
                  <a:pt x="179" y="22"/>
                </a:lnTo>
                <a:lnTo>
                  <a:pt x="178" y="20"/>
                </a:lnTo>
                <a:lnTo>
                  <a:pt x="178" y="18"/>
                </a:lnTo>
                <a:lnTo>
                  <a:pt x="179" y="17"/>
                </a:lnTo>
                <a:lnTo>
                  <a:pt x="180" y="16"/>
                </a:lnTo>
                <a:lnTo>
                  <a:pt x="181" y="14"/>
                </a:lnTo>
                <a:lnTo>
                  <a:pt x="182" y="14"/>
                </a:lnTo>
                <a:lnTo>
                  <a:pt x="183" y="13"/>
                </a:lnTo>
                <a:lnTo>
                  <a:pt x="183" y="11"/>
                </a:lnTo>
                <a:lnTo>
                  <a:pt x="184" y="7"/>
                </a:lnTo>
                <a:lnTo>
                  <a:pt x="186" y="5"/>
                </a:lnTo>
                <a:lnTo>
                  <a:pt x="186" y="3"/>
                </a:lnTo>
                <a:lnTo>
                  <a:pt x="187" y="2"/>
                </a:lnTo>
                <a:lnTo>
                  <a:pt x="188" y="1"/>
                </a:lnTo>
                <a:lnTo>
                  <a:pt x="190" y="1"/>
                </a:lnTo>
                <a:lnTo>
                  <a:pt x="190" y="0"/>
                </a:lnTo>
                <a:lnTo>
                  <a:pt x="190" y="0"/>
                </a:lnTo>
                <a:close/>
                <a:moveTo>
                  <a:pt x="174" y="52"/>
                </a:moveTo>
                <a:lnTo>
                  <a:pt x="174" y="62"/>
                </a:lnTo>
                <a:lnTo>
                  <a:pt x="168" y="62"/>
                </a:lnTo>
                <a:lnTo>
                  <a:pt x="166" y="62"/>
                </a:lnTo>
                <a:lnTo>
                  <a:pt x="166" y="61"/>
                </a:lnTo>
                <a:lnTo>
                  <a:pt x="164" y="59"/>
                </a:lnTo>
                <a:lnTo>
                  <a:pt x="163" y="58"/>
                </a:lnTo>
                <a:lnTo>
                  <a:pt x="162" y="55"/>
                </a:lnTo>
                <a:lnTo>
                  <a:pt x="162" y="54"/>
                </a:lnTo>
                <a:lnTo>
                  <a:pt x="161" y="53"/>
                </a:lnTo>
                <a:lnTo>
                  <a:pt x="159" y="51"/>
                </a:lnTo>
                <a:lnTo>
                  <a:pt x="158" y="50"/>
                </a:lnTo>
                <a:lnTo>
                  <a:pt x="156" y="47"/>
                </a:lnTo>
                <a:lnTo>
                  <a:pt x="156" y="46"/>
                </a:lnTo>
                <a:lnTo>
                  <a:pt x="156" y="46"/>
                </a:lnTo>
                <a:lnTo>
                  <a:pt x="156" y="45"/>
                </a:lnTo>
                <a:lnTo>
                  <a:pt x="157" y="44"/>
                </a:lnTo>
                <a:lnTo>
                  <a:pt x="158" y="42"/>
                </a:lnTo>
                <a:lnTo>
                  <a:pt x="159" y="42"/>
                </a:lnTo>
                <a:lnTo>
                  <a:pt x="160" y="42"/>
                </a:lnTo>
                <a:lnTo>
                  <a:pt x="161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2"/>
                </a:lnTo>
                <a:lnTo>
                  <a:pt x="162" y="43"/>
                </a:lnTo>
                <a:lnTo>
                  <a:pt x="161" y="44"/>
                </a:lnTo>
                <a:lnTo>
                  <a:pt x="162" y="45"/>
                </a:lnTo>
                <a:lnTo>
                  <a:pt x="162" y="46"/>
                </a:lnTo>
                <a:lnTo>
                  <a:pt x="163" y="46"/>
                </a:lnTo>
                <a:lnTo>
                  <a:pt x="164" y="46"/>
                </a:lnTo>
                <a:lnTo>
                  <a:pt x="166" y="47"/>
                </a:lnTo>
                <a:lnTo>
                  <a:pt x="169" y="48"/>
                </a:lnTo>
                <a:lnTo>
                  <a:pt x="170" y="50"/>
                </a:lnTo>
                <a:lnTo>
                  <a:pt x="171" y="51"/>
                </a:lnTo>
                <a:lnTo>
                  <a:pt x="173" y="52"/>
                </a:lnTo>
                <a:lnTo>
                  <a:pt x="174" y="52"/>
                </a:lnTo>
                <a:lnTo>
                  <a:pt x="174" y="52"/>
                </a:lnTo>
                <a:close/>
                <a:moveTo>
                  <a:pt x="175" y="65"/>
                </a:moveTo>
                <a:lnTo>
                  <a:pt x="168" y="65"/>
                </a:lnTo>
                <a:lnTo>
                  <a:pt x="168" y="74"/>
                </a:lnTo>
                <a:lnTo>
                  <a:pt x="175" y="74"/>
                </a:lnTo>
                <a:lnTo>
                  <a:pt x="175" y="65"/>
                </a:lnTo>
                <a:lnTo>
                  <a:pt x="175" y="65"/>
                </a:lnTo>
                <a:close/>
                <a:moveTo>
                  <a:pt x="175" y="76"/>
                </a:moveTo>
                <a:lnTo>
                  <a:pt x="126" y="76"/>
                </a:lnTo>
                <a:lnTo>
                  <a:pt x="126" y="83"/>
                </a:lnTo>
                <a:lnTo>
                  <a:pt x="175" y="83"/>
                </a:lnTo>
                <a:lnTo>
                  <a:pt x="175" y="76"/>
                </a:lnTo>
                <a:lnTo>
                  <a:pt x="175" y="76"/>
                </a:lnTo>
                <a:close/>
                <a:moveTo>
                  <a:pt x="175" y="86"/>
                </a:moveTo>
                <a:lnTo>
                  <a:pt x="126" y="86"/>
                </a:lnTo>
                <a:lnTo>
                  <a:pt x="126" y="107"/>
                </a:lnTo>
                <a:lnTo>
                  <a:pt x="175" y="107"/>
                </a:lnTo>
                <a:lnTo>
                  <a:pt x="175" y="86"/>
                </a:lnTo>
                <a:lnTo>
                  <a:pt x="175" y="86"/>
                </a:lnTo>
                <a:close/>
                <a:moveTo>
                  <a:pt x="175" y="110"/>
                </a:moveTo>
                <a:lnTo>
                  <a:pt x="126" y="110"/>
                </a:lnTo>
                <a:lnTo>
                  <a:pt x="126" y="117"/>
                </a:lnTo>
                <a:lnTo>
                  <a:pt x="175" y="117"/>
                </a:lnTo>
                <a:lnTo>
                  <a:pt x="175" y="110"/>
                </a:lnTo>
                <a:lnTo>
                  <a:pt x="175" y="110"/>
                </a:lnTo>
                <a:close/>
                <a:moveTo>
                  <a:pt x="140" y="121"/>
                </a:moveTo>
                <a:lnTo>
                  <a:pt x="141" y="121"/>
                </a:lnTo>
                <a:lnTo>
                  <a:pt x="140" y="122"/>
                </a:lnTo>
                <a:lnTo>
                  <a:pt x="139" y="122"/>
                </a:lnTo>
                <a:lnTo>
                  <a:pt x="138" y="124"/>
                </a:lnTo>
                <a:lnTo>
                  <a:pt x="137" y="126"/>
                </a:lnTo>
                <a:lnTo>
                  <a:pt x="135" y="126"/>
                </a:lnTo>
                <a:lnTo>
                  <a:pt x="134" y="128"/>
                </a:lnTo>
                <a:lnTo>
                  <a:pt x="132" y="128"/>
                </a:lnTo>
                <a:lnTo>
                  <a:pt x="130" y="129"/>
                </a:lnTo>
                <a:lnTo>
                  <a:pt x="130" y="130"/>
                </a:lnTo>
                <a:lnTo>
                  <a:pt x="129" y="132"/>
                </a:lnTo>
                <a:lnTo>
                  <a:pt x="128" y="134"/>
                </a:lnTo>
                <a:lnTo>
                  <a:pt x="127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34"/>
                </a:lnTo>
                <a:lnTo>
                  <a:pt x="126" y="121"/>
                </a:lnTo>
                <a:lnTo>
                  <a:pt x="140" y="121"/>
                </a:lnTo>
                <a:lnTo>
                  <a:pt x="140" y="121"/>
                </a:lnTo>
                <a:close/>
                <a:moveTo>
                  <a:pt x="122" y="73"/>
                </a:moveTo>
                <a:lnTo>
                  <a:pt x="100" y="73"/>
                </a:lnTo>
                <a:lnTo>
                  <a:pt x="100" y="233"/>
                </a:lnTo>
                <a:lnTo>
                  <a:pt x="122" y="233"/>
                </a:lnTo>
                <a:lnTo>
                  <a:pt x="122" y="73"/>
                </a:lnTo>
                <a:lnTo>
                  <a:pt x="122" y="73"/>
                </a:lnTo>
                <a:close/>
                <a:moveTo>
                  <a:pt x="124" y="50"/>
                </a:moveTo>
                <a:lnTo>
                  <a:pt x="98" y="50"/>
                </a:lnTo>
                <a:lnTo>
                  <a:pt x="97" y="50"/>
                </a:lnTo>
                <a:lnTo>
                  <a:pt x="97" y="50"/>
                </a:lnTo>
                <a:lnTo>
                  <a:pt x="96" y="51"/>
                </a:lnTo>
                <a:lnTo>
                  <a:pt x="96" y="51"/>
                </a:lnTo>
                <a:lnTo>
                  <a:pt x="96" y="67"/>
                </a:lnTo>
                <a:lnTo>
                  <a:pt x="96" y="68"/>
                </a:lnTo>
                <a:lnTo>
                  <a:pt x="97" y="68"/>
                </a:lnTo>
                <a:lnTo>
                  <a:pt x="97" y="68"/>
                </a:lnTo>
                <a:lnTo>
                  <a:pt x="98" y="69"/>
                </a:lnTo>
                <a:lnTo>
                  <a:pt x="124" y="69"/>
                </a:lnTo>
                <a:lnTo>
                  <a:pt x="125" y="68"/>
                </a:lnTo>
                <a:lnTo>
                  <a:pt x="125" y="68"/>
                </a:lnTo>
                <a:lnTo>
                  <a:pt x="125" y="68"/>
                </a:lnTo>
                <a:lnTo>
                  <a:pt x="125" y="67"/>
                </a:lnTo>
                <a:lnTo>
                  <a:pt x="125" y="51"/>
                </a:lnTo>
                <a:lnTo>
                  <a:pt x="125" y="51"/>
                </a:lnTo>
                <a:lnTo>
                  <a:pt x="125" y="50"/>
                </a:lnTo>
                <a:lnTo>
                  <a:pt x="125" y="50"/>
                </a:lnTo>
                <a:lnTo>
                  <a:pt x="124" y="50"/>
                </a:lnTo>
                <a:lnTo>
                  <a:pt x="124" y="50"/>
                </a:lnTo>
                <a:close/>
                <a:moveTo>
                  <a:pt x="52" y="79"/>
                </a:moveTo>
                <a:lnTo>
                  <a:pt x="30" y="79"/>
                </a:lnTo>
                <a:lnTo>
                  <a:pt x="30" y="232"/>
                </a:lnTo>
                <a:lnTo>
                  <a:pt x="51" y="232"/>
                </a:lnTo>
                <a:lnTo>
                  <a:pt x="51" y="88"/>
                </a:lnTo>
                <a:lnTo>
                  <a:pt x="52" y="88"/>
                </a:lnTo>
                <a:lnTo>
                  <a:pt x="52" y="79"/>
                </a:lnTo>
                <a:lnTo>
                  <a:pt x="52" y="79"/>
                </a:lnTo>
                <a:close/>
                <a:moveTo>
                  <a:pt x="54" y="63"/>
                </a:moveTo>
                <a:lnTo>
                  <a:pt x="30" y="63"/>
                </a:lnTo>
                <a:lnTo>
                  <a:pt x="29" y="63"/>
                </a:lnTo>
                <a:lnTo>
                  <a:pt x="29" y="64"/>
                </a:lnTo>
                <a:lnTo>
                  <a:pt x="29" y="76"/>
                </a:lnTo>
                <a:lnTo>
                  <a:pt x="29" y="77"/>
                </a:lnTo>
                <a:lnTo>
                  <a:pt x="30" y="78"/>
                </a:lnTo>
                <a:lnTo>
                  <a:pt x="54" y="78"/>
                </a:lnTo>
                <a:lnTo>
                  <a:pt x="54" y="77"/>
                </a:lnTo>
                <a:lnTo>
                  <a:pt x="54" y="76"/>
                </a:lnTo>
                <a:lnTo>
                  <a:pt x="54" y="64"/>
                </a:lnTo>
                <a:lnTo>
                  <a:pt x="54" y="63"/>
                </a:lnTo>
                <a:lnTo>
                  <a:pt x="54" y="63"/>
                </a:lnTo>
                <a:lnTo>
                  <a:pt x="54" y="63"/>
                </a:lnTo>
                <a:close/>
                <a:moveTo>
                  <a:pt x="42" y="39"/>
                </a:moveTo>
                <a:lnTo>
                  <a:pt x="42" y="39"/>
                </a:lnTo>
                <a:lnTo>
                  <a:pt x="43" y="39"/>
                </a:lnTo>
                <a:lnTo>
                  <a:pt x="45" y="40"/>
                </a:lnTo>
                <a:lnTo>
                  <a:pt x="46" y="42"/>
                </a:lnTo>
                <a:lnTo>
                  <a:pt x="46" y="42"/>
                </a:lnTo>
                <a:lnTo>
                  <a:pt x="47" y="45"/>
                </a:lnTo>
                <a:lnTo>
                  <a:pt x="48" y="47"/>
                </a:lnTo>
                <a:lnTo>
                  <a:pt x="49" y="49"/>
                </a:lnTo>
                <a:lnTo>
                  <a:pt x="50" y="50"/>
                </a:lnTo>
                <a:lnTo>
                  <a:pt x="50" y="50"/>
                </a:lnTo>
                <a:lnTo>
                  <a:pt x="50" y="51"/>
                </a:lnTo>
                <a:lnTo>
                  <a:pt x="51" y="52"/>
                </a:lnTo>
                <a:lnTo>
                  <a:pt x="51" y="53"/>
                </a:lnTo>
                <a:lnTo>
                  <a:pt x="51" y="54"/>
                </a:lnTo>
                <a:lnTo>
                  <a:pt x="51" y="55"/>
                </a:lnTo>
                <a:lnTo>
                  <a:pt x="50" y="56"/>
                </a:lnTo>
                <a:lnTo>
                  <a:pt x="50" y="57"/>
                </a:lnTo>
                <a:lnTo>
                  <a:pt x="50" y="58"/>
                </a:lnTo>
                <a:lnTo>
                  <a:pt x="50" y="58"/>
                </a:lnTo>
                <a:lnTo>
                  <a:pt x="50" y="58"/>
                </a:lnTo>
                <a:lnTo>
                  <a:pt x="50" y="59"/>
                </a:lnTo>
                <a:lnTo>
                  <a:pt x="50" y="59"/>
                </a:lnTo>
                <a:lnTo>
                  <a:pt x="50" y="61"/>
                </a:lnTo>
                <a:lnTo>
                  <a:pt x="50" y="61"/>
                </a:lnTo>
                <a:lnTo>
                  <a:pt x="42" y="61"/>
                </a:lnTo>
                <a:lnTo>
                  <a:pt x="42" y="61"/>
                </a:lnTo>
                <a:lnTo>
                  <a:pt x="42" y="61"/>
                </a:lnTo>
                <a:lnTo>
                  <a:pt x="34" y="61"/>
                </a:lnTo>
                <a:lnTo>
                  <a:pt x="34" y="61"/>
                </a:lnTo>
                <a:lnTo>
                  <a:pt x="34" y="59"/>
                </a:lnTo>
                <a:lnTo>
                  <a:pt x="34" y="59"/>
                </a:lnTo>
                <a:lnTo>
                  <a:pt x="34" y="58"/>
                </a:lnTo>
                <a:lnTo>
                  <a:pt x="34" y="58"/>
                </a:lnTo>
                <a:lnTo>
                  <a:pt x="34" y="58"/>
                </a:lnTo>
                <a:lnTo>
                  <a:pt x="34" y="57"/>
                </a:lnTo>
                <a:lnTo>
                  <a:pt x="34" y="56"/>
                </a:lnTo>
                <a:lnTo>
                  <a:pt x="33" y="55"/>
                </a:lnTo>
                <a:lnTo>
                  <a:pt x="32" y="54"/>
                </a:lnTo>
                <a:lnTo>
                  <a:pt x="32" y="53"/>
                </a:lnTo>
                <a:lnTo>
                  <a:pt x="32" y="52"/>
                </a:lnTo>
                <a:lnTo>
                  <a:pt x="33" y="51"/>
                </a:lnTo>
                <a:lnTo>
                  <a:pt x="34" y="50"/>
                </a:lnTo>
                <a:lnTo>
                  <a:pt x="34" y="50"/>
                </a:lnTo>
                <a:lnTo>
                  <a:pt x="35" y="49"/>
                </a:lnTo>
                <a:lnTo>
                  <a:pt x="35" y="47"/>
                </a:lnTo>
                <a:lnTo>
                  <a:pt x="36" y="45"/>
                </a:lnTo>
                <a:lnTo>
                  <a:pt x="38" y="42"/>
                </a:lnTo>
                <a:lnTo>
                  <a:pt x="38" y="42"/>
                </a:lnTo>
                <a:lnTo>
                  <a:pt x="39" y="40"/>
                </a:lnTo>
                <a:lnTo>
                  <a:pt x="40" y="39"/>
                </a:lnTo>
                <a:lnTo>
                  <a:pt x="41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lnTo>
                  <a:pt x="42" y="39"/>
                </a:lnTo>
                <a:close/>
                <a:moveTo>
                  <a:pt x="96" y="74"/>
                </a:moveTo>
                <a:lnTo>
                  <a:pt x="92" y="74"/>
                </a:lnTo>
                <a:lnTo>
                  <a:pt x="90" y="74"/>
                </a:lnTo>
                <a:lnTo>
                  <a:pt x="90" y="74"/>
                </a:lnTo>
                <a:lnTo>
                  <a:pt x="89" y="74"/>
                </a:lnTo>
                <a:lnTo>
                  <a:pt x="88" y="73"/>
                </a:lnTo>
                <a:lnTo>
                  <a:pt x="86" y="71"/>
                </a:lnTo>
                <a:lnTo>
                  <a:pt x="86" y="69"/>
                </a:lnTo>
                <a:lnTo>
                  <a:pt x="83" y="65"/>
                </a:lnTo>
                <a:lnTo>
                  <a:pt x="81" y="61"/>
                </a:lnTo>
                <a:lnTo>
                  <a:pt x="81" y="59"/>
                </a:lnTo>
                <a:lnTo>
                  <a:pt x="82" y="59"/>
                </a:lnTo>
                <a:lnTo>
                  <a:pt x="82" y="58"/>
                </a:lnTo>
                <a:lnTo>
                  <a:pt x="82" y="58"/>
                </a:lnTo>
                <a:lnTo>
                  <a:pt x="84" y="57"/>
                </a:lnTo>
                <a:lnTo>
                  <a:pt x="84" y="57"/>
                </a:lnTo>
                <a:lnTo>
                  <a:pt x="86" y="56"/>
                </a:lnTo>
                <a:lnTo>
                  <a:pt x="86" y="56"/>
                </a:lnTo>
                <a:lnTo>
                  <a:pt x="86" y="57"/>
                </a:lnTo>
                <a:lnTo>
                  <a:pt x="87" y="57"/>
                </a:lnTo>
                <a:lnTo>
                  <a:pt x="86" y="58"/>
                </a:lnTo>
                <a:lnTo>
                  <a:pt x="86" y="59"/>
                </a:lnTo>
                <a:lnTo>
                  <a:pt x="90" y="62"/>
                </a:lnTo>
                <a:lnTo>
                  <a:pt x="94" y="65"/>
                </a:lnTo>
                <a:lnTo>
                  <a:pt x="94" y="67"/>
                </a:lnTo>
                <a:lnTo>
                  <a:pt x="95" y="70"/>
                </a:lnTo>
                <a:lnTo>
                  <a:pt x="95" y="71"/>
                </a:lnTo>
                <a:lnTo>
                  <a:pt x="95" y="71"/>
                </a:lnTo>
                <a:lnTo>
                  <a:pt x="96" y="71"/>
                </a:lnTo>
                <a:lnTo>
                  <a:pt x="96" y="74"/>
                </a:lnTo>
                <a:lnTo>
                  <a:pt x="96" y="74"/>
                </a:lnTo>
                <a:close/>
                <a:moveTo>
                  <a:pt x="96" y="76"/>
                </a:moveTo>
                <a:lnTo>
                  <a:pt x="91" y="76"/>
                </a:lnTo>
                <a:lnTo>
                  <a:pt x="91" y="83"/>
                </a:lnTo>
                <a:lnTo>
                  <a:pt x="96" y="83"/>
                </a:lnTo>
                <a:lnTo>
                  <a:pt x="96" y="76"/>
                </a:lnTo>
                <a:lnTo>
                  <a:pt x="96" y="76"/>
                </a:lnTo>
                <a:close/>
                <a:moveTo>
                  <a:pt x="96" y="84"/>
                </a:moveTo>
                <a:lnTo>
                  <a:pt x="54" y="84"/>
                </a:lnTo>
                <a:lnTo>
                  <a:pt x="54" y="92"/>
                </a:lnTo>
                <a:lnTo>
                  <a:pt x="96" y="92"/>
                </a:lnTo>
                <a:lnTo>
                  <a:pt x="96" y="84"/>
                </a:lnTo>
                <a:lnTo>
                  <a:pt x="96" y="84"/>
                </a:lnTo>
                <a:close/>
                <a:moveTo>
                  <a:pt x="162" y="121"/>
                </a:moveTo>
                <a:lnTo>
                  <a:pt x="161" y="121"/>
                </a:lnTo>
                <a:lnTo>
                  <a:pt x="162" y="122"/>
                </a:lnTo>
                <a:lnTo>
                  <a:pt x="162" y="122"/>
                </a:lnTo>
                <a:lnTo>
                  <a:pt x="163" y="124"/>
                </a:lnTo>
                <a:lnTo>
                  <a:pt x="164" y="126"/>
                </a:lnTo>
                <a:lnTo>
                  <a:pt x="166" y="126"/>
                </a:lnTo>
                <a:lnTo>
                  <a:pt x="167" y="128"/>
                </a:lnTo>
                <a:lnTo>
                  <a:pt x="169" y="128"/>
                </a:lnTo>
                <a:lnTo>
                  <a:pt x="170" y="129"/>
                </a:lnTo>
                <a:lnTo>
                  <a:pt x="171" y="130"/>
                </a:lnTo>
                <a:lnTo>
                  <a:pt x="172" y="132"/>
                </a:lnTo>
                <a:lnTo>
                  <a:pt x="173" y="134"/>
                </a:lnTo>
                <a:lnTo>
                  <a:pt x="174" y="134"/>
                </a:lnTo>
                <a:lnTo>
                  <a:pt x="174" y="134"/>
                </a:lnTo>
                <a:lnTo>
                  <a:pt x="175" y="134"/>
                </a:lnTo>
                <a:lnTo>
                  <a:pt x="175" y="134"/>
                </a:lnTo>
                <a:lnTo>
                  <a:pt x="175" y="121"/>
                </a:lnTo>
                <a:lnTo>
                  <a:pt x="162" y="121"/>
                </a:lnTo>
                <a:lnTo>
                  <a:pt x="162" y="121"/>
                </a:lnTo>
                <a:close/>
                <a:moveTo>
                  <a:pt x="110" y="25"/>
                </a:moveTo>
                <a:lnTo>
                  <a:pt x="110" y="25"/>
                </a:lnTo>
                <a:lnTo>
                  <a:pt x="110" y="25"/>
                </a:lnTo>
                <a:lnTo>
                  <a:pt x="110" y="24"/>
                </a:lnTo>
                <a:lnTo>
                  <a:pt x="110" y="24"/>
                </a:lnTo>
                <a:lnTo>
                  <a:pt x="111" y="24"/>
                </a:lnTo>
                <a:lnTo>
                  <a:pt x="111" y="24"/>
                </a:lnTo>
                <a:lnTo>
                  <a:pt x="112" y="25"/>
                </a:lnTo>
                <a:lnTo>
                  <a:pt x="114" y="25"/>
                </a:lnTo>
                <a:lnTo>
                  <a:pt x="114" y="26"/>
                </a:lnTo>
                <a:lnTo>
                  <a:pt x="115" y="27"/>
                </a:lnTo>
                <a:lnTo>
                  <a:pt x="116" y="29"/>
                </a:lnTo>
                <a:lnTo>
                  <a:pt x="117" y="31"/>
                </a:lnTo>
                <a:lnTo>
                  <a:pt x="117" y="34"/>
                </a:lnTo>
                <a:lnTo>
                  <a:pt x="118" y="35"/>
                </a:lnTo>
                <a:lnTo>
                  <a:pt x="118" y="36"/>
                </a:lnTo>
                <a:lnTo>
                  <a:pt x="119" y="37"/>
                </a:lnTo>
                <a:lnTo>
                  <a:pt x="121" y="38"/>
                </a:lnTo>
                <a:lnTo>
                  <a:pt x="121" y="40"/>
                </a:lnTo>
                <a:lnTo>
                  <a:pt x="122" y="42"/>
                </a:lnTo>
                <a:lnTo>
                  <a:pt x="122" y="42"/>
                </a:lnTo>
                <a:lnTo>
                  <a:pt x="122" y="44"/>
                </a:lnTo>
                <a:lnTo>
                  <a:pt x="121" y="45"/>
                </a:lnTo>
                <a:lnTo>
                  <a:pt x="120" y="46"/>
                </a:lnTo>
                <a:lnTo>
                  <a:pt x="120" y="47"/>
                </a:lnTo>
                <a:lnTo>
                  <a:pt x="120" y="47"/>
                </a:lnTo>
                <a:lnTo>
                  <a:pt x="119" y="48"/>
                </a:lnTo>
                <a:lnTo>
                  <a:pt x="119" y="48"/>
                </a:lnTo>
                <a:lnTo>
                  <a:pt x="118" y="48"/>
                </a:lnTo>
                <a:lnTo>
                  <a:pt x="111" y="48"/>
                </a:lnTo>
                <a:lnTo>
                  <a:pt x="111" y="48"/>
                </a:lnTo>
                <a:lnTo>
                  <a:pt x="110" y="48"/>
                </a:lnTo>
                <a:lnTo>
                  <a:pt x="103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8"/>
                </a:lnTo>
                <a:lnTo>
                  <a:pt x="102" y="47"/>
                </a:lnTo>
                <a:lnTo>
                  <a:pt x="102" y="46"/>
                </a:lnTo>
                <a:lnTo>
                  <a:pt x="101" y="46"/>
                </a:lnTo>
                <a:lnTo>
                  <a:pt x="100" y="44"/>
                </a:lnTo>
                <a:lnTo>
                  <a:pt x="99" y="43"/>
                </a:lnTo>
                <a:lnTo>
                  <a:pt x="100" y="42"/>
                </a:lnTo>
                <a:lnTo>
                  <a:pt x="100" y="40"/>
                </a:lnTo>
                <a:lnTo>
                  <a:pt x="101" y="38"/>
                </a:lnTo>
                <a:lnTo>
                  <a:pt x="102" y="38"/>
                </a:lnTo>
                <a:lnTo>
                  <a:pt x="103" y="37"/>
                </a:lnTo>
                <a:lnTo>
                  <a:pt x="104" y="35"/>
                </a:lnTo>
                <a:lnTo>
                  <a:pt x="104" y="34"/>
                </a:lnTo>
                <a:lnTo>
                  <a:pt x="105" y="31"/>
                </a:lnTo>
                <a:lnTo>
                  <a:pt x="106" y="30"/>
                </a:lnTo>
                <a:lnTo>
                  <a:pt x="106" y="27"/>
                </a:lnTo>
                <a:lnTo>
                  <a:pt x="107" y="26"/>
                </a:lnTo>
                <a:lnTo>
                  <a:pt x="108" y="26"/>
                </a:lnTo>
                <a:lnTo>
                  <a:pt x="110" y="25"/>
                </a:lnTo>
                <a:lnTo>
                  <a:pt x="110" y="25"/>
                </a:lnTo>
                <a:lnTo>
                  <a:pt x="110" y="25"/>
                </a:lnTo>
                <a:close/>
                <a:moveTo>
                  <a:pt x="126" y="74"/>
                </a:moveTo>
                <a:lnTo>
                  <a:pt x="130" y="74"/>
                </a:lnTo>
                <a:lnTo>
                  <a:pt x="131" y="74"/>
                </a:lnTo>
                <a:lnTo>
                  <a:pt x="132" y="74"/>
                </a:lnTo>
                <a:lnTo>
                  <a:pt x="134" y="74"/>
                </a:lnTo>
                <a:lnTo>
                  <a:pt x="134" y="73"/>
                </a:lnTo>
                <a:lnTo>
                  <a:pt x="135" y="71"/>
                </a:lnTo>
                <a:lnTo>
                  <a:pt x="136" y="69"/>
                </a:lnTo>
                <a:lnTo>
                  <a:pt x="138" y="65"/>
                </a:lnTo>
                <a:lnTo>
                  <a:pt x="141" y="61"/>
                </a:lnTo>
                <a:lnTo>
                  <a:pt x="141" y="59"/>
                </a:lnTo>
                <a:lnTo>
                  <a:pt x="140" y="59"/>
                </a:lnTo>
                <a:lnTo>
                  <a:pt x="139" y="58"/>
                </a:lnTo>
                <a:lnTo>
                  <a:pt x="139" y="58"/>
                </a:lnTo>
                <a:lnTo>
                  <a:pt x="138" y="57"/>
                </a:lnTo>
                <a:lnTo>
                  <a:pt x="138" y="57"/>
                </a:lnTo>
                <a:lnTo>
                  <a:pt x="136" y="56"/>
                </a:lnTo>
                <a:lnTo>
                  <a:pt x="136" y="56"/>
                </a:lnTo>
                <a:lnTo>
                  <a:pt x="135" y="57"/>
                </a:lnTo>
                <a:lnTo>
                  <a:pt x="135" y="57"/>
                </a:lnTo>
                <a:lnTo>
                  <a:pt x="135" y="58"/>
                </a:lnTo>
                <a:lnTo>
                  <a:pt x="136" y="59"/>
                </a:lnTo>
                <a:lnTo>
                  <a:pt x="132" y="62"/>
                </a:lnTo>
                <a:lnTo>
                  <a:pt x="128" y="65"/>
                </a:lnTo>
                <a:lnTo>
                  <a:pt x="127" y="67"/>
                </a:lnTo>
                <a:lnTo>
                  <a:pt x="127" y="70"/>
                </a:lnTo>
                <a:lnTo>
                  <a:pt x="126" y="71"/>
                </a:lnTo>
                <a:lnTo>
                  <a:pt x="126" y="71"/>
                </a:lnTo>
                <a:lnTo>
                  <a:pt x="126" y="71"/>
                </a:lnTo>
                <a:lnTo>
                  <a:pt x="126" y="74"/>
                </a:lnTo>
                <a:lnTo>
                  <a:pt x="126" y="74"/>
                </a:lnTo>
                <a:close/>
                <a:moveTo>
                  <a:pt x="96" y="94"/>
                </a:moveTo>
                <a:lnTo>
                  <a:pt x="54" y="94"/>
                </a:lnTo>
                <a:lnTo>
                  <a:pt x="54" y="110"/>
                </a:lnTo>
                <a:lnTo>
                  <a:pt x="96" y="110"/>
                </a:lnTo>
                <a:lnTo>
                  <a:pt x="96" y="94"/>
                </a:lnTo>
                <a:lnTo>
                  <a:pt x="96" y="94"/>
                </a:lnTo>
                <a:close/>
                <a:moveTo>
                  <a:pt x="96" y="113"/>
                </a:moveTo>
                <a:lnTo>
                  <a:pt x="54" y="113"/>
                </a:lnTo>
                <a:lnTo>
                  <a:pt x="54" y="120"/>
                </a:lnTo>
                <a:lnTo>
                  <a:pt x="96" y="120"/>
                </a:lnTo>
                <a:lnTo>
                  <a:pt x="96" y="113"/>
                </a:lnTo>
                <a:lnTo>
                  <a:pt x="96" y="113"/>
                </a:lnTo>
                <a:close/>
                <a:moveTo>
                  <a:pt x="96" y="134"/>
                </a:moveTo>
                <a:lnTo>
                  <a:pt x="94" y="133"/>
                </a:lnTo>
                <a:lnTo>
                  <a:pt x="93" y="131"/>
                </a:lnTo>
                <a:lnTo>
                  <a:pt x="90" y="130"/>
                </a:lnTo>
                <a:lnTo>
                  <a:pt x="87" y="128"/>
                </a:lnTo>
                <a:lnTo>
                  <a:pt x="86" y="126"/>
                </a:lnTo>
                <a:lnTo>
                  <a:pt x="85" y="126"/>
                </a:lnTo>
                <a:lnTo>
                  <a:pt x="84" y="124"/>
                </a:lnTo>
                <a:lnTo>
                  <a:pt x="83" y="123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82" y="122"/>
                </a:lnTo>
                <a:lnTo>
                  <a:pt x="96" y="122"/>
                </a:lnTo>
                <a:lnTo>
                  <a:pt x="96" y="134"/>
                </a:lnTo>
                <a:lnTo>
                  <a:pt x="96" y="134"/>
                </a:lnTo>
                <a:close/>
                <a:moveTo>
                  <a:pt x="55" y="134"/>
                </a:moveTo>
                <a:lnTo>
                  <a:pt x="56" y="134"/>
                </a:lnTo>
                <a:lnTo>
                  <a:pt x="58" y="131"/>
                </a:lnTo>
                <a:lnTo>
                  <a:pt x="61" y="130"/>
                </a:lnTo>
                <a:lnTo>
                  <a:pt x="63" y="128"/>
                </a:lnTo>
                <a:lnTo>
                  <a:pt x="65" y="126"/>
                </a:lnTo>
                <a:lnTo>
                  <a:pt x="66" y="126"/>
                </a:lnTo>
                <a:lnTo>
                  <a:pt x="67" y="124"/>
                </a:lnTo>
                <a:lnTo>
                  <a:pt x="67" y="123"/>
                </a:lnTo>
                <a:lnTo>
                  <a:pt x="68" y="122"/>
                </a:lnTo>
                <a:lnTo>
                  <a:pt x="68" y="122"/>
                </a:lnTo>
                <a:lnTo>
                  <a:pt x="55" y="122"/>
                </a:lnTo>
                <a:lnTo>
                  <a:pt x="55" y="134"/>
                </a:lnTo>
                <a:lnTo>
                  <a:pt x="55" y="134"/>
                </a:lnTo>
                <a:close/>
                <a:moveTo>
                  <a:pt x="54" y="79"/>
                </a:moveTo>
                <a:lnTo>
                  <a:pt x="57" y="79"/>
                </a:lnTo>
                <a:lnTo>
                  <a:pt x="57" y="70"/>
                </a:lnTo>
                <a:lnTo>
                  <a:pt x="58" y="69"/>
                </a:lnTo>
                <a:lnTo>
                  <a:pt x="59" y="69"/>
                </a:lnTo>
                <a:lnTo>
                  <a:pt x="60" y="69"/>
                </a:lnTo>
                <a:lnTo>
                  <a:pt x="61" y="69"/>
                </a:lnTo>
                <a:lnTo>
                  <a:pt x="62" y="70"/>
                </a:lnTo>
                <a:lnTo>
                  <a:pt x="63" y="70"/>
                </a:lnTo>
                <a:lnTo>
                  <a:pt x="63" y="71"/>
                </a:lnTo>
                <a:lnTo>
                  <a:pt x="63" y="72"/>
                </a:lnTo>
                <a:lnTo>
                  <a:pt x="63" y="73"/>
                </a:lnTo>
                <a:lnTo>
                  <a:pt x="63" y="73"/>
                </a:lnTo>
                <a:lnTo>
                  <a:pt x="65" y="74"/>
                </a:lnTo>
                <a:lnTo>
                  <a:pt x="66" y="74"/>
                </a:lnTo>
                <a:lnTo>
                  <a:pt x="66" y="75"/>
                </a:lnTo>
                <a:lnTo>
                  <a:pt x="66" y="76"/>
                </a:lnTo>
                <a:lnTo>
                  <a:pt x="66" y="77"/>
                </a:lnTo>
                <a:lnTo>
                  <a:pt x="66" y="78"/>
                </a:lnTo>
                <a:lnTo>
                  <a:pt x="66" y="78"/>
                </a:lnTo>
                <a:lnTo>
                  <a:pt x="66" y="78"/>
                </a:lnTo>
                <a:lnTo>
                  <a:pt x="65" y="79"/>
                </a:lnTo>
                <a:lnTo>
                  <a:pt x="63" y="81"/>
                </a:lnTo>
                <a:lnTo>
                  <a:pt x="62" y="82"/>
                </a:lnTo>
                <a:lnTo>
                  <a:pt x="60" y="82"/>
                </a:lnTo>
                <a:lnTo>
                  <a:pt x="59" y="82"/>
                </a:lnTo>
                <a:lnTo>
                  <a:pt x="56" y="82"/>
                </a:lnTo>
                <a:lnTo>
                  <a:pt x="54" y="82"/>
                </a:lnTo>
                <a:lnTo>
                  <a:pt x="54" y="79"/>
                </a:lnTo>
                <a:lnTo>
                  <a:pt x="54" y="79"/>
                </a:lnTo>
                <a:close/>
                <a:moveTo>
                  <a:pt x="28" y="83"/>
                </a:moveTo>
                <a:lnTo>
                  <a:pt x="24" y="83"/>
                </a:lnTo>
                <a:lnTo>
                  <a:pt x="22" y="83"/>
                </a:lnTo>
                <a:lnTo>
                  <a:pt x="21" y="82"/>
                </a:lnTo>
                <a:lnTo>
                  <a:pt x="21" y="82"/>
                </a:lnTo>
                <a:lnTo>
                  <a:pt x="19" y="82"/>
                </a:lnTo>
                <a:lnTo>
                  <a:pt x="18" y="79"/>
                </a:lnTo>
                <a:lnTo>
                  <a:pt x="18" y="77"/>
                </a:lnTo>
                <a:lnTo>
                  <a:pt x="17" y="75"/>
                </a:lnTo>
                <a:lnTo>
                  <a:pt x="16" y="74"/>
                </a:lnTo>
                <a:lnTo>
                  <a:pt x="15" y="73"/>
                </a:lnTo>
                <a:lnTo>
                  <a:pt x="15" y="72"/>
                </a:lnTo>
                <a:lnTo>
                  <a:pt x="14" y="71"/>
                </a:lnTo>
                <a:lnTo>
                  <a:pt x="14" y="70"/>
                </a:lnTo>
                <a:lnTo>
                  <a:pt x="13" y="70"/>
                </a:lnTo>
                <a:lnTo>
                  <a:pt x="13" y="68"/>
                </a:lnTo>
                <a:lnTo>
                  <a:pt x="13" y="66"/>
                </a:lnTo>
                <a:lnTo>
                  <a:pt x="14" y="65"/>
                </a:lnTo>
                <a:lnTo>
                  <a:pt x="14" y="65"/>
                </a:lnTo>
                <a:lnTo>
                  <a:pt x="15" y="65"/>
                </a:lnTo>
                <a:lnTo>
                  <a:pt x="15" y="64"/>
                </a:lnTo>
                <a:lnTo>
                  <a:pt x="16" y="64"/>
                </a:lnTo>
                <a:lnTo>
                  <a:pt x="17" y="65"/>
                </a:lnTo>
                <a:lnTo>
                  <a:pt x="17" y="65"/>
                </a:lnTo>
                <a:lnTo>
                  <a:pt x="17" y="66"/>
                </a:lnTo>
                <a:lnTo>
                  <a:pt x="17" y="67"/>
                </a:lnTo>
                <a:lnTo>
                  <a:pt x="19" y="68"/>
                </a:lnTo>
                <a:lnTo>
                  <a:pt x="22" y="70"/>
                </a:lnTo>
                <a:lnTo>
                  <a:pt x="22" y="70"/>
                </a:lnTo>
                <a:lnTo>
                  <a:pt x="24" y="71"/>
                </a:lnTo>
                <a:lnTo>
                  <a:pt x="25" y="72"/>
                </a:lnTo>
                <a:lnTo>
                  <a:pt x="26" y="74"/>
                </a:lnTo>
                <a:lnTo>
                  <a:pt x="26" y="76"/>
                </a:lnTo>
                <a:lnTo>
                  <a:pt x="26" y="78"/>
                </a:lnTo>
                <a:lnTo>
                  <a:pt x="26" y="79"/>
                </a:lnTo>
                <a:lnTo>
                  <a:pt x="26" y="79"/>
                </a:lnTo>
                <a:lnTo>
                  <a:pt x="28" y="79"/>
                </a:lnTo>
                <a:lnTo>
                  <a:pt x="28" y="83"/>
                </a:lnTo>
                <a:lnTo>
                  <a:pt x="28" y="83"/>
                </a:lnTo>
                <a:close/>
                <a:moveTo>
                  <a:pt x="27" y="113"/>
                </a:moveTo>
                <a:lnTo>
                  <a:pt x="22" y="113"/>
                </a:lnTo>
                <a:lnTo>
                  <a:pt x="22" y="120"/>
                </a:lnTo>
                <a:lnTo>
                  <a:pt x="27" y="120"/>
                </a:lnTo>
                <a:lnTo>
                  <a:pt x="27" y="113"/>
                </a:lnTo>
                <a:lnTo>
                  <a:pt x="27" y="113"/>
                </a:lnTo>
                <a:close/>
                <a:moveTo>
                  <a:pt x="28" y="84"/>
                </a:moveTo>
                <a:lnTo>
                  <a:pt x="22" y="84"/>
                </a:lnTo>
                <a:lnTo>
                  <a:pt x="22" y="92"/>
                </a:lnTo>
                <a:lnTo>
                  <a:pt x="28" y="92"/>
                </a:lnTo>
                <a:lnTo>
                  <a:pt x="28" y="84"/>
                </a:lnTo>
                <a:lnTo>
                  <a:pt x="28" y="84"/>
                </a:lnTo>
                <a:close/>
                <a:moveTo>
                  <a:pt x="26" y="166"/>
                </a:moveTo>
                <a:lnTo>
                  <a:pt x="26" y="166"/>
                </a:lnTo>
                <a:lnTo>
                  <a:pt x="24" y="167"/>
                </a:lnTo>
                <a:lnTo>
                  <a:pt x="22" y="169"/>
                </a:lnTo>
                <a:lnTo>
                  <a:pt x="22" y="170"/>
                </a:lnTo>
                <a:lnTo>
                  <a:pt x="21" y="171"/>
                </a:lnTo>
                <a:lnTo>
                  <a:pt x="20" y="172"/>
                </a:lnTo>
                <a:lnTo>
                  <a:pt x="19" y="176"/>
                </a:lnTo>
                <a:lnTo>
                  <a:pt x="19" y="178"/>
                </a:lnTo>
                <a:lnTo>
                  <a:pt x="17" y="179"/>
                </a:lnTo>
                <a:lnTo>
                  <a:pt x="15" y="180"/>
                </a:lnTo>
                <a:lnTo>
                  <a:pt x="14" y="182"/>
                </a:lnTo>
                <a:lnTo>
                  <a:pt x="12" y="183"/>
                </a:lnTo>
                <a:lnTo>
                  <a:pt x="11" y="186"/>
                </a:lnTo>
                <a:lnTo>
                  <a:pt x="10" y="188"/>
                </a:lnTo>
                <a:lnTo>
                  <a:pt x="10" y="190"/>
                </a:lnTo>
                <a:lnTo>
                  <a:pt x="10" y="193"/>
                </a:lnTo>
                <a:lnTo>
                  <a:pt x="10" y="198"/>
                </a:lnTo>
                <a:lnTo>
                  <a:pt x="11" y="200"/>
                </a:lnTo>
                <a:lnTo>
                  <a:pt x="10" y="202"/>
                </a:lnTo>
                <a:lnTo>
                  <a:pt x="8" y="203"/>
                </a:lnTo>
                <a:lnTo>
                  <a:pt x="6" y="206"/>
                </a:lnTo>
                <a:lnTo>
                  <a:pt x="5" y="209"/>
                </a:lnTo>
                <a:lnTo>
                  <a:pt x="4" y="210"/>
                </a:lnTo>
                <a:lnTo>
                  <a:pt x="4" y="212"/>
                </a:lnTo>
                <a:lnTo>
                  <a:pt x="4" y="214"/>
                </a:lnTo>
                <a:lnTo>
                  <a:pt x="4" y="217"/>
                </a:lnTo>
                <a:lnTo>
                  <a:pt x="4" y="219"/>
                </a:lnTo>
                <a:lnTo>
                  <a:pt x="5" y="221"/>
                </a:lnTo>
                <a:lnTo>
                  <a:pt x="6" y="222"/>
                </a:lnTo>
                <a:lnTo>
                  <a:pt x="6" y="222"/>
                </a:lnTo>
                <a:lnTo>
                  <a:pt x="26" y="222"/>
                </a:lnTo>
                <a:lnTo>
                  <a:pt x="26" y="166"/>
                </a:lnTo>
                <a:lnTo>
                  <a:pt x="26" y="166"/>
                </a:lnTo>
                <a:close/>
                <a:moveTo>
                  <a:pt x="27" y="226"/>
                </a:moveTo>
                <a:lnTo>
                  <a:pt x="0" y="226"/>
                </a:lnTo>
                <a:lnTo>
                  <a:pt x="0" y="234"/>
                </a:lnTo>
                <a:lnTo>
                  <a:pt x="27" y="234"/>
                </a:lnTo>
                <a:lnTo>
                  <a:pt x="27" y="226"/>
                </a:lnTo>
                <a:lnTo>
                  <a:pt x="27" y="226"/>
                </a:lnTo>
                <a:close/>
                <a:moveTo>
                  <a:pt x="277" y="118"/>
                </a:moveTo>
                <a:lnTo>
                  <a:pt x="277" y="118"/>
                </a:lnTo>
                <a:lnTo>
                  <a:pt x="279" y="121"/>
                </a:lnTo>
                <a:lnTo>
                  <a:pt x="280" y="122"/>
                </a:lnTo>
                <a:lnTo>
                  <a:pt x="281" y="124"/>
                </a:lnTo>
                <a:lnTo>
                  <a:pt x="283" y="125"/>
                </a:lnTo>
                <a:lnTo>
                  <a:pt x="284" y="126"/>
                </a:lnTo>
                <a:lnTo>
                  <a:pt x="287" y="126"/>
                </a:lnTo>
                <a:lnTo>
                  <a:pt x="287" y="126"/>
                </a:lnTo>
                <a:lnTo>
                  <a:pt x="288" y="127"/>
                </a:lnTo>
                <a:lnTo>
                  <a:pt x="288" y="128"/>
                </a:lnTo>
                <a:lnTo>
                  <a:pt x="288" y="129"/>
                </a:lnTo>
                <a:lnTo>
                  <a:pt x="288" y="130"/>
                </a:lnTo>
                <a:lnTo>
                  <a:pt x="289" y="131"/>
                </a:lnTo>
                <a:lnTo>
                  <a:pt x="290" y="132"/>
                </a:lnTo>
                <a:lnTo>
                  <a:pt x="292" y="133"/>
                </a:lnTo>
                <a:lnTo>
                  <a:pt x="293" y="133"/>
                </a:lnTo>
                <a:lnTo>
                  <a:pt x="293" y="118"/>
                </a:lnTo>
                <a:lnTo>
                  <a:pt x="277" y="118"/>
                </a:lnTo>
                <a:lnTo>
                  <a:pt x="277" y="118"/>
                </a:lnTo>
                <a:close/>
                <a:moveTo>
                  <a:pt x="294" y="62"/>
                </a:moveTo>
                <a:lnTo>
                  <a:pt x="292" y="62"/>
                </a:lnTo>
                <a:lnTo>
                  <a:pt x="289" y="62"/>
                </a:lnTo>
                <a:lnTo>
                  <a:pt x="285" y="62"/>
                </a:lnTo>
                <a:lnTo>
                  <a:pt x="282" y="61"/>
                </a:lnTo>
                <a:lnTo>
                  <a:pt x="280" y="59"/>
                </a:lnTo>
                <a:lnTo>
                  <a:pt x="279" y="58"/>
                </a:lnTo>
                <a:lnTo>
                  <a:pt x="279" y="58"/>
                </a:lnTo>
                <a:lnTo>
                  <a:pt x="278" y="56"/>
                </a:lnTo>
                <a:lnTo>
                  <a:pt x="277" y="54"/>
                </a:lnTo>
                <a:lnTo>
                  <a:pt x="277" y="54"/>
                </a:lnTo>
                <a:lnTo>
                  <a:pt x="277" y="53"/>
                </a:lnTo>
                <a:lnTo>
                  <a:pt x="277" y="52"/>
                </a:lnTo>
                <a:lnTo>
                  <a:pt x="279" y="49"/>
                </a:lnTo>
                <a:lnTo>
                  <a:pt x="281" y="46"/>
                </a:lnTo>
                <a:lnTo>
                  <a:pt x="283" y="45"/>
                </a:lnTo>
                <a:lnTo>
                  <a:pt x="284" y="45"/>
                </a:lnTo>
                <a:lnTo>
                  <a:pt x="286" y="45"/>
                </a:lnTo>
                <a:lnTo>
                  <a:pt x="287" y="46"/>
                </a:lnTo>
                <a:lnTo>
                  <a:pt x="290" y="49"/>
                </a:lnTo>
                <a:lnTo>
                  <a:pt x="292" y="52"/>
                </a:lnTo>
                <a:lnTo>
                  <a:pt x="294" y="53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54"/>
                </a:lnTo>
                <a:lnTo>
                  <a:pt x="294" y="62"/>
                </a:lnTo>
                <a:lnTo>
                  <a:pt x="294" y="62"/>
                </a:lnTo>
                <a:close/>
                <a:moveTo>
                  <a:pt x="298" y="53"/>
                </a:moveTo>
                <a:lnTo>
                  <a:pt x="322" y="53"/>
                </a:lnTo>
                <a:lnTo>
                  <a:pt x="322" y="233"/>
                </a:lnTo>
                <a:lnTo>
                  <a:pt x="298" y="233"/>
                </a:lnTo>
                <a:lnTo>
                  <a:pt x="298" y="53"/>
                </a:lnTo>
                <a:lnTo>
                  <a:pt x="298" y="53"/>
                </a:lnTo>
                <a:close/>
                <a:moveTo>
                  <a:pt x="295" y="30"/>
                </a:moveTo>
                <a:lnTo>
                  <a:pt x="295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30"/>
                </a:lnTo>
                <a:lnTo>
                  <a:pt x="294" y="48"/>
                </a:lnTo>
                <a:lnTo>
                  <a:pt x="294" y="49"/>
                </a:lnTo>
                <a:lnTo>
                  <a:pt x="294" y="50"/>
                </a:lnTo>
                <a:lnTo>
                  <a:pt x="295" y="50"/>
                </a:lnTo>
                <a:lnTo>
                  <a:pt x="295" y="50"/>
                </a:lnTo>
                <a:lnTo>
                  <a:pt x="325" y="50"/>
                </a:lnTo>
                <a:lnTo>
                  <a:pt x="325" y="50"/>
                </a:lnTo>
                <a:lnTo>
                  <a:pt x="326" y="50"/>
                </a:lnTo>
                <a:lnTo>
                  <a:pt x="326" y="49"/>
                </a:lnTo>
                <a:lnTo>
                  <a:pt x="326" y="48"/>
                </a:lnTo>
                <a:lnTo>
                  <a:pt x="326" y="30"/>
                </a:lnTo>
                <a:lnTo>
                  <a:pt x="326" y="30"/>
                </a:lnTo>
                <a:lnTo>
                  <a:pt x="326" y="30"/>
                </a:lnTo>
                <a:lnTo>
                  <a:pt x="325" y="30"/>
                </a:lnTo>
                <a:lnTo>
                  <a:pt x="325" y="30"/>
                </a:lnTo>
                <a:lnTo>
                  <a:pt x="295" y="30"/>
                </a:lnTo>
                <a:lnTo>
                  <a:pt x="295" y="30"/>
                </a:lnTo>
                <a:close/>
                <a:moveTo>
                  <a:pt x="311" y="0"/>
                </a:moveTo>
                <a:lnTo>
                  <a:pt x="310" y="0"/>
                </a:lnTo>
                <a:lnTo>
                  <a:pt x="310" y="0"/>
                </a:lnTo>
                <a:lnTo>
                  <a:pt x="310" y="0"/>
                </a:lnTo>
                <a:lnTo>
                  <a:pt x="309" y="0"/>
                </a:lnTo>
                <a:lnTo>
                  <a:pt x="308" y="1"/>
                </a:lnTo>
                <a:lnTo>
                  <a:pt x="307" y="1"/>
                </a:lnTo>
                <a:lnTo>
                  <a:pt x="306" y="2"/>
                </a:lnTo>
                <a:lnTo>
                  <a:pt x="305" y="3"/>
                </a:lnTo>
                <a:lnTo>
                  <a:pt x="303" y="5"/>
                </a:lnTo>
                <a:lnTo>
                  <a:pt x="303" y="7"/>
                </a:lnTo>
                <a:lnTo>
                  <a:pt x="302" y="11"/>
                </a:lnTo>
                <a:lnTo>
                  <a:pt x="302" y="13"/>
                </a:lnTo>
                <a:lnTo>
                  <a:pt x="300" y="14"/>
                </a:lnTo>
                <a:lnTo>
                  <a:pt x="299" y="14"/>
                </a:lnTo>
                <a:lnTo>
                  <a:pt x="299" y="16"/>
                </a:lnTo>
                <a:lnTo>
                  <a:pt x="298" y="17"/>
                </a:lnTo>
                <a:lnTo>
                  <a:pt x="297" y="18"/>
                </a:lnTo>
                <a:lnTo>
                  <a:pt x="297" y="20"/>
                </a:lnTo>
                <a:lnTo>
                  <a:pt x="298" y="22"/>
                </a:lnTo>
                <a:lnTo>
                  <a:pt x="299" y="22"/>
                </a:lnTo>
                <a:lnTo>
                  <a:pt x="299" y="25"/>
                </a:lnTo>
                <a:lnTo>
                  <a:pt x="299" y="26"/>
                </a:lnTo>
                <a:lnTo>
                  <a:pt x="299" y="26"/>
                </a:lnTo>
                <a:lnTo>
                  <a:pt x="299" y="26"/>
                </a:lnTo>
                <a:lnTo>
                  <a:pt x="299" y="27"/>
                </a:lnTo>
                <a:lnTo>
                  <a:pt x="300" y="27"/>
                </a:lnTo>
                <a:lnTo>
                  <a:pt x="310" y="27"/>
                </a:lnTo>
                <a:lnTo>
                  <a:pt x="319" y="27"/>
                </a:lnTo>
                <a:lnTo>
                  <a:pt x="320" y="27"/>
                </a:lnTo>
                <a:lnTo>
                  <a:pt x="320" y="26"/>
                </a:lnTo>
                <a:lnTo>
                  <a:pt x="321" y="26"/>
                </a:lnTo>
                <a:lnTo>
                  <a:pt x="321" y="26"/>
                </a:lnTo>
                <a:lnTo>
                  <a:pt x="321" y="25"/>
                </a:lnTo>
                <a:lnTo>
                  <a:pt x="321" y="22"/>
                </a:lnTo>
                <a:lnTo>
                  <a:pt x="322" y="22"/>
                </a:lnTo>
                <a:lnTo>
                  <a:pt x="323" y="20"/>
                </a:lnTo>
                <a:lnTo>
                  <a:pt x="323" y="18"/>
                </a:lnTo>
                <a:lnTo>
                  <a:pt x="322" y="17"/>
                </a:lnTo>
                <a:lnTo>
                  <a:pt x="321" y="16"/>
                </a:lnTo>
                <a:lnTo>
                  <a:pt x="320" y="14"/>
                </a:lnTo>
                <a:lnTo>
                  <a:pt x="319" y="14"/>
                </a:lnTo>
                <a:lnTo>
                  <a:pt x="318" y="13"/>
                </a:lnTo>
                <a:lnTo>
                  <a:pt x="318" y="11"/>
                </a:lnTo>
                <a:lnTo>
                  <a:pt x="317" y="7"/>
                </a:lnTo>
                <a:lnTo>
                  <a:pt x="316" y="5"/>
                </a:lnTo>
                <a:lnTo>
                  <a:pt x="315" y="3"/>
                </a:lnTo>
                <a:lnTo>
                  <a:pt x="314" y="2"/>
                </a:lnTo>
                <a:lnTo>
                  <a:pt x="313" y="1"/>
                </a:lnTo>
                <a:lnTo>
                  <a:pt x="312" y="1"/>
                </a:lnTo>
                <a:lnTo>
                  <a:pt x="311" y="0"/>
                </a:lnTo>
                <a:lnTo>
                  <a:pt x="311" y="0"/>
                </a:lnTo>
                <a:close/>
                <a:moveTo>
                  <a:pt x="327" y="52"/>
                </a:moveTo>
                <a:lnTo>
                  <a:pt x="327" y="62"/>
                </a:lnTo>
                <a:lnTo>
                  <a:pt x="333" y="62"/>
                </a:lnTo>
                <a:lnTo>
                  <a:pt x="335" y="62"/>
                </a:lnTo>
                <a:lnTo>
                  <a:pt x="336" y="61"/>
                </a:lnTo>
                <a:lnTo>
                  <a:pt x="337" y="59"/>
                </a:lnTo>
                <a:lnTo>
                  <a:pt x="338" y="58"/>
                </a:lnTo>
                <a:lnTo>
                  <a:pt x="339" y="55"/>
                </a:lnTo>
                <a:lnTo>
                  <a:pt x="339" y="54"/>
                </a:lnTo>
                <a:lnTo>
                  <a:pt x="340" y="53"/>
                </a:lnTo>
                <a:lnTo>
                  <a:pt x="342" y="51"/>
                </a:lnTo>
                <a:lnTo>
                  <a:pt x="343" y="50"/>
                </a:lnTo>
                <a:lnTo>
                  <a:pt x="345" y="47"/>
                </a:lnTo>
                <a:lnTo>
                  <a:pt x="345" y="46"/>
                </a:lnTo>
                <a:lnTo>
                  <a:pt x="345" y="46"/>
                </a:lnTo>
                <a:lnTo>
                  <a:pt x="345" y="45"/>
                </a:lnTo>
                <a:lnTo>
                  <a:pt x="344" y="44"/>
                </a:lnTo>
                <a:lnTo>
                  <a:pt x="343" y="42"/>
                </a:lnTo>
                <a:lnTo>
                  <a:pt x="342" y="42"/>
                </a:lnTo>
                <a:lnTo>
                  <a:pt x="341" y="42"/>
                </a:lnTo>
                <a:lnTo>
                  <a:pt x="340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2"/>
                </a:lnTo>
                <a:lnTo>
                  <a:pt x="339" y="43"/>
                </a:lnTo>
                <a:lnTo>
                  <a:pt x="340" y="44"/>
                </a:lnTo>
                <a:lnTo>
                  <a:pt x="339" y="45"/>
                </a:lnTo>
                <a:lnTo>
                  <a:pt x="339" y="46"/>
                </a:lnTo>
                <a:lnTo>
                  <a:pt x="338" y="46"/>
                </a:lnTo>
                <a:lnTo>
                  <a:pt x="337" y="46"/>
                </a:lnTo>
                <a:lnTo>
                  <a:pt x="335" y="47"/>
                </a:lnTo>
                <a:lnTo>
                  <a:pt x="332" y="48"/>
                </a:lnTo>
                <a:lnTo>
                  <a:pt x="331" y="50"/>
                </a:lnTo>
                <a:lnTo>
                  <a:pt x="330" y="51"/>
                </a:lnTo>
                <a:lnTo>
                  <a:pt x="328" y="52"/>
                </a:lnTo>
                <a:lnTo>
                  <a:pt x="327" y="52"/>
                </a:lnTo>
                <a:lnTo>
                  <a:pt x="327" y="52"/>
                </a:lnTo>
                <a:close/>
                <a:moveTo>
                  <a:pt x="326" y="65"/>
                </a:moveTo>
                <a:lnTo>
                  <a:pt x="333" y="65"/>
                </a:lnTo>
                <a:lnTo>
                  <a:pt x="333" y="74"/>
                </a:lnTo>
                <a:lnTo>
                  <a:pt x="326" y="74"/>
                </a:lnTo>
                <a:lnTo>
                  <a:pt x="326" y="65"/>
                </a:lnTo>
                <a:lnTo>
                  <a:pt x="326" y="65"/>
                </a:lnTo>
                <a:close/>
                <a:moveTo>
                  <a:pt x="326" y="76"/>
                </a:moveTo>
                <a:lnTo>
                  <a:pt x="375" y="76"/>
                </a:lnTo>
                <a:lnTo>
                  <a:pt x="375" y="83"/>
                </a:lnTo>
                <a:lnTo>
                  <a:pt x="326" y="83"/>
                </a:lnTo>
                <a:lnTo>
                  <a:pt x="326" y="76"/>
                </a:lnTo>
                <a:lnTo>
                  <a:pt x="326" y="76"/>
                </a:lnTo>
                <a:close/>
                <a:moveTo>
                  <a:pt x="326" y="86"/>
                </a:moveTo>
                <a:lnTo>
                  <a:pt x="375" y="86"/>
                </a:lnTo>
                <a:lnTo>
                  <a:pt x="375" y="107"/>
                </a:lnTo>
                <a:lnTo>
                  <a:pt x="326" y="107"/>
                </a:lnTo>
                <a:lnTo>
                  <a:pt x="326" y="86"/>
                </a:lnTo>
                <a:lnTo>
                  <a:pt x="326" y="86"/>
                </a:lnTo>
                <a:close/>
                <a:moveTo>
                  <a:pt x="326" y="110"/>
                </a:moveTo>
                <a:lnTo>
                  <a:pt x="375" y="110"/>
                </a:lnTo>
                <a:lnTo>
                  <a:pt x="375" y="117"/>
                </a:lnTo>
                <a:lnTo>
                  <a:pt x="326" y="117"/>
                </a:lnTo>
                <a:lnTo>
                  <a:pt x="326" y="110"/>
                </a:lnTo>
                <a:lnTo>
                  <a:pt x="326" y="110"/>
                </a:lnTo>
                <a:close/>
                <a:moveTo>
                  <a:pt x="361" y="121"/>
                </a:moveTo>
                <a:lnTo>
                  <a:pt x="361" y="121"/>
                </a:lnTo>
                <a:lnTo>
                  <a:pt x="361" y="122"/>
                </a:lnTo>
                <a:lnTo>
                  <a:pt x="362" y="122"/>
                </a:lnTo>
                <a:lnTo>
                  <a:pt x="363" y="124"/>
                </a:lnTo>
                <a:lnTo>
                  <a:pt x="364" y="126"/>
                </a:lnTo>
                <a:lnTo>
                  <a:pt x="366" y="126"/>
                </a:lnTo>
                <a:lnTo>
                  <a:pt x="367" y="128"/>
                </a:lnTo>
                <a:lnTo>
                  <a:pt x="369" y="128"/>
                </a:lnTo>
                <a:lnTo>
                  <a:pt x="371" y="129"/>
                </a:lnTo>
                <a:lnTo>
                  <a:pt x="371" y="130"/>
                </a:lnTo>
                <a:lnTo>
                  <a:pt x="372" y="132"/>
                </a:lnTo>
                <a:lnTo>
                  <a:pt x="373" y="134"/>
                </a:lnTo>
                <a:lnTo>
                  <a:pt x="374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34"/>
                </a:lnTo>
                <a:lnTo>
                  <a:pt x="375" y="121"/>
                </a:lnTo>
                <a:lnTo>
                  <a:pt x="361" y="121"/>
                </a:lnTo>
                <a:lnTo>
                  <a:pt x="361" y="121"/>
                </a:lnTo>
                <a:close/>
                <a:moveTo>
                  <a:pt x="379" y="73"/>
                </a:moveTo>
                <a:lnTo>
                  <a:pt x="401" y="73"/>
                </a:lnTo>
                <a:lnTo>
                  <a:pt x="401" y="233"/>
                </a:lnTo>
                <a:lnTo>
                  <a:pt x="379" y="233"/>
                </a:lnTo>
                <a:lnTo>
                  <a:pt x="379" y="73"/>
                </a:lnTo>
                <a:lnTo>
                  <a:pt x="379" y="73"/>
                </a:lnTo>
                <a:close/>
                <a:moveTo>
                  <a:pt x="377" y="50"/>
                </a:moveTo>
                <a:lnTo>
                  <a:pt x="404" y="50"/>
                </a:lnTo>
                <a:lnTo>
                  <a:pt x="404" y="50"/>
                </a:lnTo>
                <a:lnTo>
                  <a:pt x="404" y="50"/>
                </a:lnTo>
                <a:lnTo>
                  <a:pt x="405" y="51"/>
                </a:lnTo>
                <a:lnTo>
                  <a:pt x="405" y="51"/>
                </a:lnTo>
                <a:lnTo>
                  <a:pt x="405" y="67"/>
                </a:lnTo>
                <a:lnTo>
                  <a:pt x="405" y="68"/>
                </a:lnTo>
                <a:lnTo>
                  <a:pt x="404" y="68"/>
                </a:lnTo>
                <a:lnTo>
                  <a:pt x="404" y="68"/>
                </a:lnTo>
                <a:lnTo>
                  <a:pt x="404" y="69"/>
                </a:lnTo>
                <a:lnTo>
                  <a:pt x="377" y="69"/>
                </a:lnTo>
                <a:lnTo>
                  <a:pt x="377" y="68"/>
                </a:lnTo>
                <a:lnTo>
                  <a:pt x="376" y="68"/>
                </a:lnTo>
                <a:lnTo>
                  <a:pt x="376" y="68"/>
                </a:lnTo>
                <a:lnTo>
                  <a:pt x="376" y="67"/>
                </a:lnTo>
                <a:lnTo>
                  <a:pt x="376" y="51"/>
                </a:lnTo>
                <a:lnTo>
                  <a:pt x="376" y="51"/>
                </a:lnTo>
                <a:lnTo>
                  <a:pt x="376" y="50"/>
                </a:lnTo>
                <a:lnTo>
                  <a:pt x="377" y="50"/>
                </a:lnTo>
                <a:lnTo>
                  <a:pt x="377" y="50"/>
                </a:lnTo>
                <a:lnTo>
                  <a:pt x="377" y="50"/>
                </a:lnTo>
                <a:close/>
                <a:moveTo>
                  <a:pt x="449" y="79"/>
                </a:moveTo>
                <a:lnTo>
                  <a:pt x="471" y="79"/>
                </a:lnTo>
                <a:lnTo>
                  <a:pt x="471" y="232"/>
                </a:lnTo>
                <a:lnTo>
                  <a:pt x="450" y="232"/>
                </a:lnTo>
                <a:lnTo>
                  <a:pt x="450" y="88"/>
                </a:lnTo>
                <a:lnTo>
                  <a:pt x="449" y="88"/>
                </a:lnTo>
                <a:lnTo>
                  <a:pt x="449" y="79"/>
                </a:lnTo>
                <a:lnTo>
                  <a:pt x="449" y="79"/>
                </a:lnTo>
                <a:close/>
                <a:moveTo>
                  <a:pt x="447" y="63"/>
                </a:moveTo>
                <a:lnTo>
                  <a:pt x="471" y="63"/>
                </a:lnTo>
                <a:lnTo>
                  <a:pt x="472" y="63"/>
                </a:lnTo>
                <a:lnTo>
                  <a:pt x="473" y="64"/>
                </a:lnTo>
                <a:lnTo>
                  <a:pt x="473" y="76"/>
                </a:lnTo>
                <a:lnTo>
                  <a:pt x="472" y="77"/>
                </a:lnTo>
                <a:lnTo>
                  <a:pt x="471" y="78"/>
                </a:lnTo>
                <a:lnTo>
                  <a:pt x="447" y="78"/>
                </a:lnTo>
                <a:lnTo>
                  <a:pt x="447" y="77"/>
                </a:lnTo>
                <a:lnTo>
                  <a:pt x="447" y="76"/>
                </a:lnTo>
                <a:lnTo>
                  <a:pt x="447" y="64"/>
                </a:lnTo>
                <a:lnTo>
                  <a:pt x="447" y="63"/>
                </a:lnTo>
                <a:lnTo>
                  <a:pt x="447" y="63"/>
                </a:lnTo>
                <a:lnTo>
                  <a:pt x="447" y="63"/>
                </a:lnTo>
                <a:close/>
                <a:moveTo>
                  <a:pt x="459" y="39"/>
                </a:moveTo>
                <a:lnTo>
                  <a:pt x="459" y="39"/>
                </a:lnTo>
                <a:lnTo>
                  <a:pt x="458" y="39"/>
                </a:lnTo>
                <a:lnTo>
                  <a:pt x="456" y="40"/>
                </a:lnTo>
                <a:lnTo>
                  <a:pt x="455" y="42"/>
                </a:lnTo>
                <a:lnTo>
                  <a:pt x="455" y="42"/>
                </a:lnTo>
                <a:lnTo>
                  <a:pt x="454" y="45"/>
                </a:lnTo>
                <a:lnTo>
                  <a:pt x="453" y="47"/>
                </a:lnTo>
                <a:lnTo>
                  <a:pt x="453" y="49"/>
                </a:lnTo>
                <a:lnTo>
                  <a:pt x="451" y="50"/>
                </a:lnTo>
                <a:lnTo>
                  <a:pt x="451" y="50"/>
                </a:lnTo>
                <a:lnTo>
                  <a:pt x="451" y="51"/>
                </a:lnTo>
                <a:lnTo>
                  <a:pt x="450" y="52"/>
                </a:lnTo>
                <a:lnTo>
                  <a:pt x="450" y="53"/>
                </a:lnTo>
                <a:lnTo>
                  <a:pt x="450" y="54"/>
                </a:lnTo>
                <a:lnTo>
                  <a:pt x="450" y="55"/>
                </a:lnTo>
                <a:lnTo>
                  <a:pt x="451" y="56"/>
                </a:lnTo>
                <a:lnTo>
                  <a:pt x="451" y="57"/>
                </a:lnTo>
                <a:lnTo>
                  <a:pt x="451" y="58"/>
                </a:lnTo>
                <a:lnTo>
                  <a:pt x="452" y="58"/>
                </a:lnTo>
                <a:lnTo>
                  <a:pt x="451" y="58"/>
                </a:lnTo>
                <a:lnTo>
                  <a:pt x="451" y="59"/>
                </a:lnTo>
                <a:lnTo>
                  <a:pt x="451" y="59"/>
                </a:lnTo>
                <a:lnTo>
                  <a:pt x="451" y="61"/>
                </a:lnTo>
                <a:lnTo>
                  <a:pt x="451" y="61"/>
                </a:lnTo>
                <a:lnTo>
                  <a:pt x="459" y="61"/>
                </a:lnTo>
                <a:lnTo>
                  <a:pt x="459" y="61"/>
                </a:lnTo>
                <a:lnTo>
                  <a:pt x="459" y="61"/>
                </a:lnTo>
                <a:lnTo>
                  <a:pt x="467" y="61"/>
                </a:lnTo>
                <a:lnTo>
                  <a:pt x="467" y="61"/>
                </a:lnTo>
                <a:lnTo>
                  <a:pt x="467" y="59"/>
                </a:lnTo>
                <a:lnTo>
                  <a:pt x="467" y="59"/>
                </a:lnTo>
                <a:lnTo>
                  <a:pt x="467" y="58"/>
                </a:lnTo>
                <a:lnTo>
                  <a:pt x="467" y="58"/>
                </a:lnTo>
                <a:lnTo>
                  <a:pt x="467" y="58"/>
                </a:lnTo>
                <a:lnTo>
                  <a:pt x="467" y="57"/>
                </a:lnTo>
                <a:lnTo>
                  <a:pt x="467" y="56"/>
                </a:lnTo>
                <a:lnTo>
                  <a:pt x="469" y="55"/>
                </a:lnTo>
                <a:lnTo>
                  <a:pt x="469" y="54"/>
                </a:lnTo>
                <a:lnTo>
                  <a:pt x="469" y="53"/>
                </a:lnTo>
                <a:lnTo>
                  <a:pt x="469" y="52"/>
                </a:lnTo>
                <a:lnTo>
                  <a:pt x="468" y="51"/>
                </a:lnTo>
                <a:lnTo>
                  <a:pt x="467" y="50"/>
                </a:lnTo>
                <a:lnTo>
                  <a:pt x="467" y="50"/>
                </a:lnTo>
                <a:lnTo>
                  <a:pt x="466" y="49"/>
                </a:lnTo>
                <a:lnTo>
                  <a:pt x="466" y="47"/>
                </a:lnTo>
                <a:lnTo>
                  <a:pt x="465" y="45"/>
                </a:lnTo>
                <a:lnTo>
                  <a:pt x="464" y="42"/>
                </a:lnTo>
                <a:lnTo>
                  <a:pt x="463" y="42"/>
                </a:lnTo>
                <a:lnTo>
                  <a:pt x="463" y="40"/>
                </a:lnTo>
                <a:lnTo>
                  <a:pt x="461" y="39"/>
                </a:lnTo>
                <a:lnTo>
                  <a:pt x="460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lnTo>
                  <a:pt x="459" y="39"/>
                </a:lnTo>
                <a:close/>
                <a:moveTo>
                  <a:pt x="405" y="74"/>
                </a:moveTo>
                <a:lnTo>
                  <a:pt x="409" y="74"/>
                </a:lnTo>
                <a:lnTo>
                  <a:pt x="411" y="74"/>
                </a:lnTo>
                <a:lnTo>
                  <a:pt x="411" y="74"/>
                </a:lnTo>
                <a:lnTo>
                  <a:pt x="412" y="74"/>
                </a:lnTo>
                <a:lnTo>
                  <a:pt x="414" y="73"/>
                </a:lnTo>
                <a:lnTo>
                  <a:pt x="415" y="71"/>
                </a:lnTo>
                <a:lnTo>
                  <a:pt x="415" y="69"/>
                </a:lnTo>
                <a:lnTo>
                  <a:pt x="418" y="65"/>
                </a:lnTo>
                <a:lnTo>
                  <a:pt x="420" y="61"/>
                </a:lnTo>
                <a:lnTo>
                  <a:pt x="420" y="59"/>
                </a:lnTo>
                <a:lnTo>
                  <a:pt x="419" y="59"/>
                </a:lnTo>
                <a:lnTo>
                  <a:pt x="419" y="58"/>
                </a:lnTo>
                <a:lnTo>
                  <a:pt x="419" y="58"/>
                </a:lnTo>
                <a:lnTo>
                  <a:pt x="418" y="57"/>
                </a:lnTo>
                <a:lnTo>
                  <a:pt x="417" y="57"/>
                </a:lnTo>
                <a:lnTo>
                  <a:pt x="415" y="56"/>
                </a:lnTo>
                <a:lnTo>
                  <a:pt x="415" y="56"/>
                </a:lnTo>
                <a:lnTo>
                  <a:pt x="415" y="57"/>
                </a:lnTo>
                <a:lnTo>
                  <a:pt x="414" y="57"/>
                </a:lnTo>
                <a:lnTo>
                  <a:pt x="415" y="58"/>
                </a:lnTo>
                <a:lnTo>
                  <a:pt x="415" y="59"/>
                </a:lnTo>
                <a:lnTo>
                  <a:pt x="411" y="62"/>
                </a:lnTo>
                <a:lnTo>
                  <a:pt x="407" y="65"/>
                </a:lnTo>
                <a:lnTo>
                  <a:pt x="407" y="67"/>
                </a:lnTo>
                <a:lnTo>
                  <a:pt x="407" y="70"/>
                </a:lnTo>
                <a:lnTo>
                  <a:pt x="407" y="71"/>
                </a:lnTo>
                <a:lnTo>
                  <a:pt x="407" y="71"/>
                </a:lnTo>
                <a:lnTo>
                  <a:pt x="405" y="71"/>
                </a:lnTo>
                <a:lnTo>
                  <a:pt x="405" y="74"/>
                </a:lnTo>
                <a:lnTo>
                  <a:pt x="405" y="74"/>
                </a:lnTo>
                <a:close/>
                <a:moveTo>
                  <a:pt x="405" y="76"/>
                </a:moveTo>
                <a:lnTo>
                  <a:pt x="410" y="76"/>
                </a:lnTo>
                <a:lnTo>
                  <a:pt x="410" y="83"/>
                </a:lnTo>
                <a:lnTo>
                  <a:pt x="405" y="83"/>
                </a:lnTo>
                <a:lnTo>
                  <a:pt x="405" y="76"/>
                </a:lnTo>
                <a:lnTo>
                  <a:pt x="405" y="76"/>
                </a:lnTo>
                <a:close/>
                <a:moveTo>
                  <a:pt x="405" y="84"/>
                </a:moveTo>
                <a:lnTo>
                  <a:pt x="447" y="84"/>
                </a:lnTo>
                <a:lnTo>
                  <a:pt x="447" y="92"/>
                </a:lnTo>
                <a:lnTo>
                  <a:pt x="405" y="92"/>
                </a:lnTo>
                <a:lnTo>
                  <a:pt x="405" y="84"/>
                </a:lnTo>
                <a:lnTo>
                  <a:pt x="405" y="84"/>
                </a:lnTo>
                <a:close/>
                <a:moveTo>
                  <a:pt x="339" y="121"/>
                </a:moveTo>
                <a:lnTo>
                  <a:pt x="340" y="121"/>
                </a:lnTo>
                <a:lnTo>
                  <a:pt x="340" y="122"/>
                </a:lnTo>
                <a:lnTo>
                  <a:pt x="339" y="122"/>
                </a:lnTo>
                <a:lnTo>
                  <a:pt x="338" y="124"/>
                </a:lnTo>
                <a:lnTo>
                  <a:pt x="337" y="126"/>
                </a:lnTo>
                <a:lnTo>
                  <a:pt x="335" y="126"/>
                </a:lnTo>
                <a:lnTo>
                  <a:pt x="334" y="128"/>
                </a:lnTo>
                <a:lnTo>
                  <a:pt x="332" y="128"/>
                </a:lnTo>
                <a:lnTo>
                  <a:pt x="331" y="129"/>
                </a:lnTo>
                <a:lnTo>
                  <a:pt x="330" y="130"/>
                </a:lnTo>
                <a:lnTo>
                  <a:pt x="329" y="132"/>
                </a:lnTo>
                <a:lnTo>
                  <a:pt x="328" y="134"/>
                </a:lnTo>
                <a:lnTo>
                  <a:pt x="327" y="134"/>
                </a:lnTo>
                <a:lnTo>
                  <a:pt x="327" y="134"/>
                </a:lnTo>
                <a:lnTo>
                  <a:pt x="326" y="134"/>
                </a:lnTo>
                <a:lnTo>
                  <a:pt x="326" y="134"/>
                </a:lnTo>
                <a:lnTo>
                  <a:pt x="326" y="121"/>
                </a:lnTo>
                <a:lnTo>
                  <a:pt x="339" y="121"/>
                </a:lnTo>
                <a:lnTo>
                  <a:pt x="339" y="121"/>
                </a:lnTo>
                <a:close/>
                <a:moveTo>
                  <a:pt x="391" y="25"/>
                </a:moveTo>
                <a:lnTo>
                  <a:pt x="391" y="25"/>
                </a:lnTo>
                <a:lnTo>
                  <a:pt x="391" y="25"/>
                </a:lnTo>
                <a:lnTo>
                  <a:pt x="391" y="24"/>
                </a:lnTo>
                <a:lnTo>
                  <a:pt x="391" y="24"/>
                </a:lnTo>
                <a:lnTo>
                  <a:pt x="390" y="24"/>
                </a:lnTo>
                <a:lnTo>
                  <a:pt x="390" y="24"/>
                </a:lnTo>
                <a:lnTo>
                  <a:pt x="389" y="25"/>
                </a:lnTo>
                <a:lnTo>
                  <a:pt x="388" y="25"/>
                </a:lnTo>
                <a:lnTo>
                  <a:pt x="387" y="26"/>
                </a:lnTo>
                <a:lnTo>
                  <a:pt x="387" y="27"/>
                </a:lnTo>
                <a:lnTo>
                  <a:pt x="385" y="29"/>
                </a:lnTo>
                <a:lnTo>
                  <a:pt x="384" y="31"/>
                </a:lnTo>
                <a:lnTo>
                  <a:pt x="384" y="34"/>
                </a:lnTo>
                <a:lnTo>
                  <a:pt x="384" y="35"/>
                </a:lnTo>
                <a:lnTo>
                  <a:pt x="383" y="36"/>
                </a:lnTo>
                <a:lnTo>
                  <a:pt x="382" y="37"/>
                </a:lnTo>
                <a:lnTo>
                  <a:pt x="380" y="38"/>
                </a:lnTo>
                <a:lnTo>
                  <a:pt x="380" y="40"/>
                </a:lnTo>
                <a:lnTo>
                  <a:pt x="379" y="42"/>
                </a:lnTo>
                <a:lnTo>
                  <a:pt x="379" y="42"/>
                </a:lnTo>
                <a:lnTo>
                  <a:pt x="379" y="44"/>
                </a:lnTo>
                <a:lnTo>
                  <a:pt x="380" y="45"/>
                </a:lnTo>
                <a:lnTo>
                  <a:pt x="381" y="46"/>
                </a:lnTo>
                <a:lnTo>
                  <a:pt x="381" y="47"/>
                </a:lnTo>
                <a:lnTo>
                  <a:pt x="382" y="47"/>
                </a:lnTo>
                <a:lnTo>
                  <a:pt x="382" y="48"/>
                </a:lnTo>
                <a:lnTo>
                  <a:pt x="382" y="48"/>
                </a:lnTo>
                <a:lnTo>
                  <a:pt x="383" y="48"/>
                </a:lnTo>
                <a:lnTo>
                  <a:pt x="390" y="48"/>
                </a:lnTo>
                <a:lnTo>
                  <a:pt x="390" y="48"/>
                </a:lnTo>
                <a:lnTo>
                  <a:pt x="391" y="48"/>
                </a:lnTo>
                <a:lnTo>
                  <a:pt x="398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8"/>
                </a:lnTo>
                <a:lnTo>
                  <a:pt x="399" y="47"/>
                </a:lnTo>
                <a:lnTo>
                  <a:pt x="399" y="46"/>
                </a:lnTo>
                <a:lnTo>
                  <a:pt x="401" y="46"/>
                </a:lnTo>
                <a:lnTo>
                  <a:pt x="401" y="44"/>
                </a:lnTo>
                <a:lnTo>
                  <a:pt x="402" y="43"/>
                </a:lnTo>
                <a:lnTo>
                  <a:pt x="401" y="42"/>
                </a:lnTo>
                <a:lnTo>
                  <a:pt x="401" y="40"/>
                </a:lnTo>
                <a:lnTo>
                  <a:pt x="400" y="38"/>
                </a:lnTo>
                <a:lnTo>
                  <a:pt x="399" y="38"/>
                </a:lnTo>
                <a:lnTo>
                  <a:pt x="398" y="37"/>
                </a:lnTo>
                <a:lnTo>
                  <a:pt x="397" y="35"/>
                </a:lnTo>
                <a:lnTo>
                  <a:pt x="397" y="34"/>
                </a:lnTo>
                <a:lnTo>
                  <a:pt x="396" y="31"/>
                </a:lnTo>
                <a:lnTo>
                  <a:pt x="395" y="30"/>
                </a:lnTo>
                <a:lnTo>
                  <a:pt x="395" y="27"/>
                </a:lnTo>
                <a:lnTo>
                  <a:pt x="394" y="26"/>
                </a:lnTo>
                <a:lnTo>
                  <a:pt x="393" y="26"/>
                </a:lnTo>
                <a:lnTo>
                  <a:pt x="392" y="25"/>
                </a:lnTo>
                <a:lnTo>
                  <a:pt x="391" y="25"/>
                </a:lnTo>
                <a:lnTo>
                  <a:pt x="391" y="25"/>
                </a:lnTo>
                <a:close/>
                <a:moveTo>
                  <a:pt x="375" y="74"/>
                </a:moveTo>
                <a:lnTo>
                  <a:pt x="371" y="74"/>
                </a:lnTo>
                <a:lnTo>
                  <a:pt x="370" y="74"/>
                </a:lnTo>
                <a:lnTo>
                  <a:pt x="369" y="74"/>
                </a:lnTo>
                <a:lnTo>
                  <a:pt x="368" y="74"/>
                </a:lnTo>
                <a:lnTo>
                  <a:pt x="367" y="73"/>
                </a:lnTo>
                <a:lnTo>
                  <a:pt x="366" y="71"/>
                </a:lnTo>
                <a:lnTo>
                  <a:pt x="366" y="69"/>
                </a:lnTo>
                <a:lnTo>
                  <a:pt x="363" y="65"/>
                </a:lnTo>
                <a:lnTo>
                  <a:pt x="360" y="61"/>
                </a:lnTo>
                <a:lnTo>
                  <a:pt x="360" y="59"/>
                </a:lnTo>
                <a:lnTo>
                  <a:pt x="361" y="59"/>
                </a:lnTo>
                <a:lnTo>
                  <a:pt x="362" y="58"/>
                </a:lnTo>
                <a:lnTo>
                  <a:pt x="362" y="58"/>
                </a:lnTo>
                <a:lnTo>
                  <a:pt x="363" y="57"/>
                </a:lnTo>
                <a:lnTo>
                  <a:pt x="364" y="57"/>
                </a:lnTo>
                <a:lnTo>
                  <a:pt x="365" y="56"/>
                </a:lnTo>
                <a:lnTo>
                  <a:pt x="366" y="56"/>
                </a:lnTo>
                <a:lnTo>
                  <a:pt x="366" y="57"/>
                </a:lnTo>
                <a:lnTo>
                  <a:pt x="366" y="57"/>
                </a:lnTo>
                <a:lnTo>
                  <a:pt x="366" y="58"/>
                </a:lnTo>
                <a:lnTo>
                  <a:pt x="366" y="59"/>
                </a:lnTo>
                <a:lnTo>
                  <a:pt x="369" y="62"/>
                </a:lnTo>
                <a:lnTo>
                  <a:pt x="373" y="65"/>
                </a:lnTo>
                <a:lnTo>
                  <a:pt x="374" y="67"/>
                </a:lnTo>
                <a:lnTo>
                  <a:pt x="374" y="70"/>
                </a:lnTo>
                <a:lnTo>
                  <a:pt x="375" y="71"/>
                </a:lnTo>
                <a:lnTo>
                  <a:pt x="375" y="71"/>
                </a:lnTo>
                <a:lnTo>
                  <a:pt x="375" y="71"/>
                </a:lnTo>
                <a:lnTo>
                  <a:pt x="375" y="74"/>
                </a:lnTo>
                <a:lnTo>
                  <a:pt x="375" y="74"/>
                </a:lnTo>
                <a:close/>
                <a:moveTo>
                  <a:pt x="405" y="94"/>
                </a:moveTo>
                <a:lnTo>
                  <a:pt x="447" y="94"/>
                </a:lnTo>
                <a:lnTo>
                  <a:pt x="447" y="110"/>
                </a:lnTo>
                <a:lnTo>
                  <a:pt x="405" y="110"/>
                </a:lnTo>
                <a:lnTo>
                  <a:pt x="405" y="94"/>
                </a:lnTo>
                <a:lnTo>
                  <a:pt x="405" y="94"/>
                </a:lnTo>
                <a:close/>
                <a:moveTo>
                  <a:pt x="405" y="113"/>
                </a:moveTo>
                <a:lnTo>
                  <a:pt x="447" y="113"/>
                </a:lnTo>
                <a:lnTo>
                  <a:pt x="447" y="120"/>
                </a:lnTo>
                <a:lnTo>
                  <a:pt x="405" y="120"/>
                </a:lnTo>
                <a:lnTo>
                  <a:pt x="405" y="113"/>
                </a:lnTo>
                <a:lnTo>
                  <a:pt x="405" y="113"/>
                </a:lnTo>
                <a:close/>
                <a:moveTo>
                  <a:pt x="405" y="134"/>
                </a:moveTo>
                <a:lnTo>
                  <a:pt x="407" y="133"/>
                </a:lnTo>
                <a:lnTo>
                  <a:pt x="409" y="131"/>
                </a:lnTo>
                <a:lnTo>
                  <a:pt x="411" y="130"/>
                </a:lnTo>
                <a:lnTo>
                  <a:pt x="414" y="128"/>
                </a:lnTo>
                <a:lnTo>
                  <a:pt x="415" y="126"/>
                </a:lnTo>
                <a:lnTo>
                  <a:pt x="416" y="126"/>
                </a:lnTo>
                <a:lnTo>
                  <a:pt x="418" y="124"/>
                </a:lnTo>
                <a:lnTo>
                  <a:pt x="418" y="123"/>
                </a:lnTo>
                <a:lnTo>
                  <a:pt x="419" y="122"/>
                </a:lnTo>
                <a:lnTo>
                  <a:pt x="419" y="122"/>
                </a:lnTo>
                <a:lnTo>
                  <a:pt x="405" y="122"/>
                </a:lnTo>
                <a:lnTo>
                  <a:pt x="405" y="134"/>
                </a:lnTo>
                <a:lnTo>
                  <a:pt x="405" y="134"/>
                </a:lnTo>
                <a:close/>
                <a:moveTo>
                  <a:pt x="446" y="134"/>
                </a:moveTo>
                <a:lnTo>
                  <a:pt x="445" y="134"/>
                </a:lnTo>
                <a:lnTo>
                  <a:pt x="443" y="131"/>
                </a:lnTo>
                <a:lnTo>
                  <a:pt x="440" y="130"/>
                </a:lnTo>
                <a:lnTo>
                  <a:pt x="438" y="128"/>
                </a:lnTo>
                <a:lnTo>
                  <a:pt x="436" y="126"/>
                </a:lnTo>
                <a:lnTo>
                  <a:pt x="435" y="126"/>
                </a:lnTo>
                <a:lnTo>
                  <a:pt x="435" y="124"/>
                </a:lnTo>
                <a:lnTo>
                  <a:pt x="434" y="123"/>
                </a:lnTo>
                <a:lnTo>
                  <a:pt x="433" y="122"/>
                </a:lnTo>
                <a:lnTo>
                  <a:pt x="433" y="122"/>
                </a:lnTo>
                <a:lnTo>
                  <a:pt x="447" y="122"/>
                </a:lnTo>
                <a:lnTo>
                  <a:pt x="446" y="134"/>
                </a:lnTo>
                <a:lnTo>
                  <a:pt x="446" y="134"/>
                </a:lnTo>
                <a:close/>
                <a:moveTo>
                  <a:pt x="447" y="79"/>
                </a:moveTo>
                <a:lnTo>
                  <a:pt x="444" y="79"/>
                </a:lnTo>
                <a:lnTo>
                  <a:pt x="444" y="70"/>
                </a:lnTo>
                <a:lnTo>
                  <a:pt x="443" y="69"/>
                </a:lnTo>
                <a:lnTo>
                  <a:pt x="443" y="69"/>
                </a:lnTo>
                <a:lnTo>
                  <a:pt x="441" y="69"/>
                </a:lnTo>
                <a:lnTo>
                  <a:pt x="440" y="69"/>
                </a:lnTo>
                <a:lnTo>
                  <a:pt x="439" y="70"/>
                </a:lnTo>
                <a:lnTo>
                  <a:pt x="438" y="70"/>
                </a:lnTo>
                <a:lnTo>
                  <a:pt x="438" y="71"/>
                </a:lnTo>
                <a:lnTo>
                  <a:pt x="438" y="72"/>
                </a:lnTo>
                <a:lnTo>
                  <a:pt x="438" y="73"/>
                </a:lnTo>
                <a:lnTo>
                  <a:pt x="438" y="73"/>
                </a:lnTo>
                <a:lnTo>
                  <a:pt x="436" y="74"/>
                </a:lnTo>
                <a:lnTo>
                  <a:pt x="435" y="74"/>
                </a:lnTo>
                <a:lnTo>
                  <a:pt x="435" y="75"/>
                </a:lnTo>
                <a:lnTo>
                  <a:pt x="435" y="76"/>
                </a:lnTo>
                <a:lnTo>
                  <a:pt x="435" y="77"/>
                </a:lnTo>
                <a:lnTo>
                  <a:pt x="435" y="78"/>
                </a:lnTo>
                <a:lnTo>
                  <a:pt x="435" y="78"/>
                </a:lnTo>
                <a:lnTo>
                  <a:pt x="435" y="78"/>
                </a:lnTo>
                <a:lnTo>
                  <a:pt x="436" y="79"/>
                </a:lnTo>
                <a:lnTo>
                  <a:pt x="438" y="81"/>
                </a:lnTo>
                <a:lnTo>
                  <a:pt x="439" y="82"/>
                </a:lnTo>
                <a:lnTo>
                  <a:pt x="441" y="82"/>
                </a:lnTo>
                <a:lnTo>
                  <a:pt x="442" y="82"/>
                </a:lnTo>
                <a:lnTo>
                  <a:pt x="445" y="82"/>
                </a:lnTo>
                <a:lnTo>
                  <a:pt x="447" y="82"/>
                </a:lnTo>
                <a:lnTo>
                  <a:pt x="447" y="79"/>
                </a:lnTo>
                <a:lnTo>
                  <a:pt x="447" y="79"/>
                </a:lnTo>
                <a:close/>
                <a:moveTo>
                  <a:pt x="473" y="83"/>
                </a:moveTo>
                <a:lnTo>
                  <a:pt x="478" y="83"/>
                </a:lnTo>
                <a:lnTo>
                  <a:pt x="479" y="83"/>
                </a:lnTo>
                <a:lnTo>
                  <a:pt x="480" y="82"/>
                </a:lnTo>
                <a:lnTo>
                  <a:pt x="481" y="82"/>
                </a:lnTo>
                <a:lnTo>
                  <a:pt x="482" y="82"/>
                </a:lnTo>
                <a:lnTo>
                  <a:pt x="483" y="79"/>
                </a:lnTo>
                <a:lnTo>
                  <a:pt x="483" y="77"/>
                </a:lnTo>
                <a:lnTo>
                  <a:pt x="484" y="75"/>
                </a:lnTo>
                <a:lnTo>
                  <a:pt x="485" y="74"/>
                </a:lnTo>
                <a:lnTo>
                  <a:pt x="486" y="73"/>
                </a:lnTo>
                <a:lnTo>
                  <a:pt x="487" y="72"/>
                </a:lnTo>
                <a:lnTo>
                  <a:pt x="487" y="71"/>
                </a:lnTo>
                <a:lnTo>
                  <a:pt x="488" y="70"/>
                </a:lnTo>
                <a:lnTo>
                  <a:pt x="488" y="70"/>
                </a:lnTo>
                <a:lnTo>
                  <a:pt x="488" y="68"/>
                </a:lnTo>
                <a:lnTo>
                  <a:pt x="488" y="66"/>
                </a:lnTo>
                <a:lnTo>
                  <a:pt x="487" y="65"/>
                </a:lnTo>
                <a:lnTo>
                  <a:pt x="487" y="65"/>
                </a:lnTo>
                <a:lnTo>
                  <a:pt x="487" y="65"/>
                </a:lnTo>
                <a:lnTo>
                  <a:pt x="486" y="64"/>
                </a:lnTo>
                <a:lnTo>
                  <a:pt x="485" y="64"/>
                </a:lnTo>
                <a:lnTo>
                  <a:pt x="484" y="65"/>
                </a:lnTo>
                <a:lnTo>
                  <a:pt x="484" y="65"/>
                </a:lnTo>
                <a:lnTo>
                  <a:pt x="484" y="66"/>
                </a:lnTo>
                <a:lnTo>
                  <a:pt x="484" y="67"/>
                </a:lnTo>
                <a:lnTo>
                  <a:pt x="483" y="68"/>
                </a:lnTo>
                <a:lnTo>
                  <a:pt x="480" y="70"/>
                </a:lnTo>
                <a:lnTo>
                  <a:pt x="479" y="70"/>
                </a:lnTo>
                <a:lnTo>
                  <a:pt x="477" y="71"/>
                </a:lnTo>
                <a:lnTo>
                  <a:pt x="476" y="72"/>
                </a:lnTo>
                <a:lnTo>
                  <a:pt x="475" y="74"/>
                </a:lnTo>
                <a:lnTo>
                  <a:pt x="475" y="76"/>
                </a:lnTo>
                <a:lnTo>
                  <a:pt x="475" y="78"/>
                </a:lnTo>
                <a:lnTo>
                  <a:pt x="475" y="79"/>
                </a:lnTo>
                <a:lnTo>
                  <a:pt x="475" y="79"/>
                </a:lnTo>
                <a:lnTo>
                  <a:pt x="473" y="79"/>
                </a:lnTo>
                <a:lnTo>
                  <a:pt x="473" y="83"/>
                </a:lnTo>
                <a:lnTo>
                  <a:pt x="473" y="83"/>
                </a:lnTo>
                <a:close/>
                <a:moveTo>
                  <a:pt x="474" y="113"/>
                </a:moveTo>
                <a:lnTo>
                  <a:pt x="479" y="113"/>
                </a:lnTo>
                <a:lnTo>
                  <a:pt x="479" y="120"/>
                </a:lnTo>
                <a:lnTo>
                  <a:pt x="474" y="120"/>
                </a:lnTo>
                <a:lnTo>
                  <a:pt x="474" y="113"/>
                </a:lnTo>
                <a:lnTo>
                  <a:pt x="474" y="113"/>
                </a:lnTo>
                <a:close/>
                <a:moveTo>
                  <a:pt x="473" y="84"/>
                </a:moveTo>
                <a:lnTo>
                  <a:pt x="479" y="84"/>
                </a:lnTo>
                <a:lnTo>
                  <a:pt x="479" y="92"/>
                </a:lnTo>
                <a:lnTo>
                  <a:pt x="473" y="92"/>
                </a:lnTo>
                <a:lnTo>
                  <a:pt x="473" y="84"/>
                </a:lnTo>
                <a:lnTo>
                  <a:pt x="473" y="84"/>
                </a:lnTo>
                <a:close/>
                <a:moveTo>
                  <a:pt x="475" y="166"/>
                </a:moveTo>
                <a:lnTo>
                  <a:pt x="475" y="166"/>
                </a:lnTo>
                <a:lnTo>
                  <a:pt x="477" y="167"/>
                </a:lnTo>
                <a:lnTo>
                  <a:pt x="479" y="169"/>
                </a:lnTo>
                <a:lnTo>
                  <a:pt x="479" y="170"/>
                </a:lnTo>
                <a:lnTo>
                  <a:pt x="480" y="171"/>
                </a:lnTo>
                <a:lnTo>
                  <a:pt x="481" y="172"/>
                </a:lnTo>
                <a:lnTo>
                  <a:pt x="483" y="176"/>
                </a:lnTo>
                <a:lnTo>
                  <a:pt x="483" y="178"/>
                </a:lnTo>
                <a:lnTo>
                  <a:pt x="484" y="179"/>
                </a:lnTo>
                <a:lnTo>
                  <a:pt x="486" y="180"/>
                </a:lnTo>
                <a:lnTo>
                  <a:pt x="487" y="182"/>
                </a:lnTo>
                <a:lnTo>
                  <a:pt x="489" y="183"/>
                </a:lnTo>
                <a:lnTo>
                  <a:pt x="490" y="186"/>
                </a:lnTo>
                <a:lnTo>
                  <a:pt x="491" y="188"/>
                </a:lnTo>
                <a:lnTo>
                  <a:pt x="491" y="190"/>
                </a:lnTo>
                <a:lnTo>
                  <a:pt x="491" y="193"/>
                </a:lnTo>
                <a:lnTo>
                  <a:pt x="491" y="198"/>
                </a:lnTo>
                <a:lnTo>
                  <a:pt x="490" y="200"/>
                </a:lnTo>
                <a:lnTo>
                  <a:pt x="491" y="202"/>
                </a:lnTo>
                <a:lnTo>
                  <a:pt x="493" y="203"/>
                </a:lnTo>
                <a:lnTo>
                  <a:pt x="495" y="206"/>
                </a:lnTo>
                <a:lnTo>
                  <a:pt x="497" y="209"/>
                </a:lnTo>
                <a:lnTo>
                  <a:pt x="497" y="210"/>
                </a:lnTo>
                <a:lnTo>
                  <a:pt x="497" y="212"/>
                </a:lnTo>
                <a:lnTo>
                  <a:pt x="497" y="214"/>
                </a:lnTo>
                <a:lnTo>
                  <a:pt x="497" y="217"/>
                </a:lnTo>
                <a:lnTo>
                  <a:pt x="497" y="219"/>
                </a:lnTo>
                <a:lnTo>
                  <a:pt x="496" y="221"/>
                </a:lnTo>
                <a:lnTo>
                  <a:pt x="496" y="222"/>
                </a:lnTo>
                <a:lnTo>
                  <a:pt x="495" y="222"/>
                </a:lnTo>
                <a:lnTo>
                  <a:pt x="475" y="222"/>
                </a:lnTo>
                <a:lnTo>
                  <a:pt x="475" y="166"/>
                </a:lnTo>
                <a:lnTo>
                  <a:pt x="475" y="166"/>
                </a:lnTo>
                <a:close/>
                <a:moveTo>
                  <a:pt x="474" y="226"/>
                </a:moveTo>
                <a:lnTo>
                  <a:pt x="501" y="226"/>
                </a:lnTo>
                <a:lnTo>
                  <a:pt x="501" y="234"/>
                </a:lnTo>
                <a:lnTo>
                  <a:pt x="474" y="234"/>
                </a:lnTo>
                <a:lnTo>
                  <a:pt x="474" y="22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37" name="îṩḷïďè">
            <a:extLst>
              <a:ext uri="{FF2B5EF4-FFF2-40B4-BE49-F238E27FC236}">
                <a16:creationId xmlns:a16="http://schemas.microsoft.com/office/drawing/2014/main" id="{2F941494-73EB-45CF-9C13-FB3C067A3C67}"/>
              </a:ext>
            </a:extLst>
          </p:cNvPr>
          <p:cNvSpPr>
            <a:spLocks noGrp="1"/>
          </p:cNvSpPr>
          <p:nvPr/>
        </p:nvSpPr>
        <p:spPr>
          <a:xfrm>
            <a:off x="660240" y="510840"/>
            <a:ext cx="517680" cy="517680"/>
          </a:xfrm>
          <a:custGeom>
            <a:avLst/>
            <a:gdLst>
              <a:gd name="textAreaLeft" fmla="*/ 0 w 517680"/>
              <a:gd name="textAreaRight" fmla="*/ 518040 w 517680"/>
              <a:gd name="textAreaTop" fmla="*/ 0 h 517680"/>
              <a:gd name="textAreaBottom" fmla="*/ 518040 h 517680"/>
              <a:gd name="GluePoint1X" fmla="*/ 784 w 1186"/>
              <a:gd name="GluePoint1Y" fmla="*/ 31 h 1186"/>
              <a:gd name="GluePoint2X" fmla="*/ 982 w 1186"/>
              <a:gd name="GluePoint2Y" fmla="*/ 145 h 1186"/>
              <a:gd name="GluePoint3X" fmla="*/ 1122 w 1186"/>
              <a:gd name="GluePoint3Y" fmla="*/ 323 h 1186"/>
              <a:gd name="GluePoint4X" fmla="*/ 1184 w 1186"/>
              <a:gd name="GluePoint4Y" fmla="*/ 548 h 1186"/>
              <a:gd name="GluePoint5X" fmla="*/ 1171 w 1186"/>
              <a:gd name="GluePoint5Y" fmla="*/ 727 h 1186"/>
              <a:gd name="GluePoint6X" fmla="*/ 1077 w 1186"/>
              <a:gd name="GluePoint6Y" fmla="*/ 936 h 1186"/>
              <a:gd name="GluePoint7X" fmla="*/ 913 w 1186"/>
              <a:gd name="GluePoint7Y" fmla="*/ 1093 h 1186"/>
              <a:gd name="GluePoint8X" fmla="*/ 698 w 1186"/>
              <a:gd name="GluePoint8Y" fmla="*/ 1177 h 1186"/>
              <a:gd name="GluePoint9X" fmla="*/ 518 w 1186"/>
              <a:gd name="GluePoint9Y" fmla="*/ 1181 h 1186"/>
              <a:gd name="GluePoint10X" fmla="*/ 298 w 1186"/>
              <a:gd name="GluePoint10Y" fmla="*/ 1108 h 1186"/>
              <a:gd name="GluePoint11X" fmla="*/ 127 w 1186"/>
              <a:gd name="GluePoint11Y" fmla="*/ 960 h 1186"/>
              <a:gd name="GluePoint12X" fmla="*/ 23 w 1186"/>
              <a:gd name="GluePoint12Y" fmla="*/ 756 h 1186"/>
              <a:gd name="GluePoint13X" fmla="*/ 1 w 1186"/>
              <a:gd name="GluePoint13Y" fmla="*/ 578 h 1186"/>
              <a:gd name="GluePoint14X" fmla="*/ 53 w 1186"/>
              <a:gd name="GluePoint14Y" fmla="*/ 349 h 1186"/>
              <a:gd name="GluePoint15X" fmla="*/ 184 w 1186"/>
              <a:gd name="GluePoint15Y" fmla="*/ 164 h 1186"/>
              <a:gd name="GluePoint16X" fmla="*/ 376 w 1186"/>
              <a:gd name="GluePoint16Y" fmla="*/ 42 h 1186"/>
              <a:gd name="GluePoint17X" fmla="*/ 593 w 1186"/>
              <a:gd name="GluePoint17Y" fmla="*/ 0 h 1186"/>
              <a:gd name="GluePoint18X" fmla="*/ 491 w 1186"/>
              <a:gd name="GluePoint18Y" fmla="*/ 233 h 1186"/>
              <a:gd name="GluePoint19X" fmla="*/ 362 w 1186"/>
              <a:gd name="GluePoint19Y" fmla="*/ 299 h 1186"/>
              <a:gd name="GluePoint20X" fmla="*/ 268 w 1186"/>
              <a:gd name="GluePoint20Y" fmla="*/ 407 h 1186"/>
              <a:gd name="GluePoint21X" fmla="*/ 222 w 1186"/>
              <a:gd name="GluePoint21Y" fmla="*/ 546 h 1186"/>
              <a:gd name="GluePoint22X" fmla="*/ 224 w 1186"/>
              <a:gd name="GluePoint22Y" fmla="*/ 660 h 1186"/>
              <a:gd name="GluePoint23X" fmla="*/ 278 w 1186"/>
              <a:gd name="GluePoint23Y" fmla="*/ 795 h 1186"/>
              <a:gd name="GluePoint24X" fmla="*/ 392 w 1186"/>
              <a:gd name="GluePoint24Y" fmla="*/ 908 h 1186"/>
              <a:gd name="GluePoint25X" fmla="*/ 431 w 1186"/>
              <a:gd name="GluePoint25Y" fmla="*/ 916 h 1186"/>
              <a:gd name="GluePoint26X" fmla="*/ 304 w 1186"/>
              <a:gd name="GluePoint26Y" fmla="*/ 809 h 1186"/>
              <a:gd name="GluePoint27X" fmla="*/ 244 w 1186"/>
              <a:gd name="GluePoint27Y" fmla="*/ 684 h 1186"/>
              <a:gd name="GluePoint28X" fmla="*/ 232 w 1186"/>
              <a:gd name="GluePoint28Y" fmla="*/ 575 h 1186"/>
              <a:gd name="GluePoint29X" fmla="*/ 268 w 1186"/>
              <a:gd name="GluePoint29Y" fmla="*/ 437 h 1186"/>
              <a:gd name="GluePoint30X" fmla="*/ 351 w 1186"/>
              <a:gd name="GluePoint30Y" fmla="*/ 326 h 1186"/>
              <a:gd name="GluePoint31X" fmla="*/ 469 w 1186"/>
              <a:gd name="GluePoint31Y" fmla="*/ 254 h 1186"/>
              <a:gd name="GluePoint32X" fmla="*/ 593 w 1186"/>
              <a:gd name="GluePoint32Y" fmla="*/ 232 h 1186"/>
              <a:gd name="GluePoint33X" fmla="*/ 717 w 1186"/>
              <a:gd name="GluePoint33Y" fmla="*/ 254 h 1186"/>
              <a:gd name="GluePoint34X" fmla="*/ 836 w 1186"/>
              <a:gd name="GluePoint34Y" fmla="*/ 326 h 1186"/>
              <a:gd name="GluePoint35X" fmla="*/ 919 w 1186"/>
              <a:gd name="GluePoint35Y" fmla="*/ 437 h 1186"/>
              <a:gd name="GluePoint36X" fmla="*/ 954 w 1186"/>
              <a:gd name="GluePoint36Y" fmla="*/ 575 h 1186"/>
              <a:gd name="GluePoint37X" fmla="*/ 943 w 1186"/>
              <a:gd name="GluePoint37Y" fmla="*/ 684 h 1186"/>
              <a:gd name="GluePoint38X" fmla="*/ 883 w 1186"/>
              <a:gd name="GluePoint38Y" fmla="*/ 809 h 1186"/>
              <a:gd name="GluePoint39X" fmla="*/ 756 w 1186"/>
              <a:gd name="GluePoint39Y" fmla="*/ 916 h 1186"/>
              <a:gd name="GluePoint40X" fmla="*/ 795 w 1186"/>
              <a:gd name="GluePoint40Y" fmla="*/ 909 h 1186"/>
              <a:gd name="GluePoint41X" fmla="*/ 909 w 1186"/>
              <a:gd name="GluePoint41Y" fmla="*/ 795 h 1186"/>
              <a:gd name="GluePoint42X" fmla="*/ 961 w 1186"/>
              <a:gd name="GluePoint42Y" fmla="*/ 660 h 1186"/>
              <a:gd name="GluePoint43X" fmla="*/ 965 w 1186"/>
              <a:gd name="GluePoint43Y" fmla="*/ 546 h 1186"/>
              <a:gd name="GluePoint44X" fmla="*/ 918 w 1186"/>
              <a:gd name="GluePoint44Y" fmla="*/ 407 h 1186"/>
              <a:gd name="GluePoint45X" fmla="*/ 825 w 1186"/>
              <a:gd name="GluePoint45Y" fmla="*/ 299 h 1186"/>
              <a:gd name="GluePoint46X" fmla="*/ 696 w 1186"/>
              <a:gd name="GluePoint46Y" fmla="*/ 233 h 1186"/>
              <a:gd name="GluePoint47X" fmla="*/ 593 w 1186"/>
              <a:gd name="GluePoint47Y" fmla="*/ 14 h 1186"/>
              <a:gd name="GluePoint48X" fmla="*/ 408 w 1186"/>
              <a:gd name="GluePoint48Y" fmla="*/ 44 h 1186"/>
              <a:gd name="GluePoint49X" fmla="*/ 214 w 1186"/>
              <a:gd name="GluePoint49Y" fmla="*/ 155 h 1186"/>
              <a:gd name="GluePoint50X" fmla="*/ 77 w 1186"/>
              <a:gd name="GluePoint50Y" fmla="*/ 330 h 1186"/>
              <a:gd name="GluePoint51X" fmla="*/ 15 w 1186"/>
              <a:gd name="GluePoint51Y" fmla="*/ 548 h 1186"/>
              <a:gd name="GluePoint52X" fmla="*/ 28 w 1186"/>
              <a:gd name="GluePoint52Y" fmla="*/ 724 h 1186"/>
              <a:gd name="GluePoint53X" fmla="*/ 120 w 1186"/>
              <a:gd name="GluePoint53Y" fmla="*/ 928 h 1186"/>
              <a:gd name="GluePoint54X" fmla="*/ 281 w 1186"/>
              <a:gd name="GluePoint54Y" fmla="*/ 1081 h 1186"/>
              <a:gd name="GluePoint55X" fmla="*/ 491 w 1186"/>
              <a:gd name="GluePoint55Y" fmla="*/ 1164 h 1186"/>
              <a:gd name="GluePoint56X" fmla="*/ 667 w 1186"/>
              <a:gd name="GluePoint56Y" fmla="*/ 1169 h 1186"/>
              <a:gd name="GluePoint57X" fmla="*/ 882 w 1186"/>
              <a:gd name="GluePoint57Y" fmla="*/ 1096 h 1186"/>
              <a:gd name="GluePoint58X" fmla="*/ 1050 w 1186"/>
              <a:gd name="GluePoint58Y" fmla="*/ 951 h 1186"/>
              <a:gd name="GluePoint59X" fmla="*/ 1151 w 1186"/>
              <a:gd name="GluePoint59Y" fmla="*/ 752 h 1186"/>
              <a:gd name="GluePoint60X" fmla="*/ 1173 w 1186"/>
              <a:gd name="GluePoint60Y" fmla="*/ 578 h 1186"/>
              <a:gd name="GluePoint61X" fmla="*/ 1122 w 1186"/>
              <a:gd name="GluePoint61Y" fmla="*/ 355 h 1186"/>
              <a:gd name="GluePoint62X" fmla="*/ 994 w 1186"/>
              <a:gd name="GluePoint62Y" fmla="*/ 174 h 1186"/>
              <a:gd name="GluePoint63X" fmla="*/ 806 w 1186"/>
              <a:gd name="GluePoint63Y" fmla="*/ 54 h 1186"/>
            </a:gdLst>
            <a:ahLst/>
            <a:cxnLst/>
            <a:rect l="textAreaLeft" t="textAreaTop" r="textAreaRight" b="textAreaBottom"/>
            <a:pathLst>
              <a:path w="1186" h="1186">
                <a:moveTo>
                  <a:pt x="593" y="0"/>
                </a:moveTo>
                <a:lnTo>
                  <a:pt x="593" y="0"/>
                </a:lnTo>
                <a:lnTo>
                  <a:pt x="593" y="0"/>
                </a:lnTo>
                <a:lnTo>
                  <a:pt x="609" y="1"/>
                </a:lnTo>
                <a:lnTo>
                  <a:pt x="624" y="1"/>
                </a:lnTo>
                <a:lnTo>
                  <a:pt x="639" y="2"/>
                </a:lnTo>
                <a:lnTo>
                  <a:pt x="654" y="3"/>
                </a:lnTo>
                <a:lnTo>
                  <a:pt x="669" y="5"/>
                </a:lnTo>
                <a:lnTo>
                  <a:pt x="684" y="7"/>
                </a:lnTo>
                <a:lnTo>
                  <a:pt x="698" y="10"/>
                </a:lnTo>
                <a:lnTo>
                  <a:pt x="713" y="13"/>
                </a:lnTo>
                <a:lnTo>
                  <a:pt x="727" y="15"/>
                </a:lnTo>
                <a:lnTo>
                  <a:pt x="741" y="19"/>
                </a:lnTo>
                <a:lnTo>
                  <a:pt x="756" y="23"/>
                </a:lnTo>
                <a:lnTo>
                  <a:pt x="769" y="27"/>
                </a:lnTo>
                <a:lnTo>
                  <a:pt x="784" y="31"/>
                </a:lnTo>
                <a:lnTo>
                  <a:pt x="797" y="36"/>
                </a:lnTo>
                <a:lnTo>
                  <a:pt x="811" y="42"/>
                </a:lnTo>
                <a:lnTo>
                  <a:pt x="825" y="47"/>
                </a:lnTo>
                <a:lnTo>
                  <a:pt x="837" y="53"/>
                </a:lnTo>
                <a:lnTo>
                  <a:pt x="850" y="59"/>
                </a:lnTo>
                <a:lnTo>
                  <a:pt x="863" y="65"/>
                </a:lnTo>
                <a:lnTo>
                  <a:pt x="876" y="72"/>
                </a:lnTo>
                <a:lnTo>
                  <a:pt x="889" y="79"/>
                </a:lnTo>
                <a:lnTo>
                  <a:pt x="901" y="87"/>
                </a:lnTo>
                <a:lnTo>
                  <a:pt x="913" y="94"/>
                </a:lnTo>
                <a:lnTo>
                  <a:pt x="925" y="102"/>
                </a:lnTo>
                <a:lnTo>
                  <a:pt x="937" y="110"/>
                </a:lnTo>
                <a:lnTo>
                  <a:pt x="948" y="119"/>
                </a:lnTo>
                <a:lnTo>
                  <a:pt x="959" y="127"/>
                </a:lnTo>
                <a:lnTo>
                  <a:pt x="970" y="135"/>
                </a:lnTo>
                <a:lnTo>
                  <a:pt x="982" y="145"/>
                </a:lnTo>
                <a:lnTo>
                  <a:pt x="992" y="155"/>
                </a:lnTo>
                <a:lnTo>
                  <a:pt x="1002" y="164"/>
                </a:lnTo>
                <a:lnTo>
                  <a:pt x="1013" y="174"/>
                </a:lnTo>
                <a:lnTo>
                  <a:pt x="1022" y="184"/>
                </a:lnTo>
                <a:lnTo>
                  <a:pt x="1032" y="195"/>
                </a:lnTo>
                <a:lnTo>
                  <a:pt x="1042" y="206"/>
                </a:lnTo>
                <a:lnTo>
                  <a:pt x="1050" y="216"/>
                </a:lnTo>
                <a:lnTo>
                  <a:pt x="1060" y="227"/>
                </a:lnTo>
                <a:lnTo>
                  <a:pt x="1069" y="239"/>
                </a:lnTo>
                <a:lnTo>
                  <a:pt x="1077" y="250"/>
                </a:lnTo>
                <a:lnTo>
                  <a:pt x="1085" y="262"/>
                </a:lnTo>
                <a:lnTo>
                  <a:pt x="1093" y="274"/>
                </a:lnTo>
                <a:lnTo>
                  <a:pt x="1101" y="286"/>
                </a:lnTo>
                <a:lnTo>
                  <a:pt x="1108" y="298"/>
                </a:lnTo>
                <a:lnTo>
                  <a:pt x="1114" y="311"/>
                </a:lnTo>
                <a:lnTo>
                  <a:pt x="1122" y="323"/>
                </a:lnTo>
                <a:lnTo>
                  <a:pt x="1128" y="336"/>
                </a:lnTo>
                <a:lnTo>
                  <a:pt x="1134" y="349"/>
                </a:lnTo>
                <a:lnTo>
                  <a:pt x="1140" y="363"/>
                </a:lnTo>
                <a:lnTo>
                  <a:pt x="1146" y="376"/>
                </a:lnTo>
                <a:lnTo>
                  <a:pt x="1150" y="389"/>
                </a:lnTo>
                <a:lnTo>
                  <a:pt x="1155" y="403"/>
                </a:lnTo>
                <a:lnTo>
                  <a:pt x="1160" y="417"/>
                </a:lnTo>
                <a:lnTo>
                  <a:pt x="1164" y="431"/>
                </a:lnTo>
                <a:lnTo>
                  <a:pt x="1167" y="445"/>
                </a:lnTo>
                <a:lnTo>
                  <a:pt x="1171" y="460"/>
                </a:lnTo>
                <a:lnTo>
                  <a:pt x="1174" y="474"/>
                </a:lnTo>
                <a:lnTo>
                  <a:pt x="1177" y="488"/>
                </a:lnTo>
                <a:lnTo>
                  <a:pt x="1179" y="503"/>
                </a:lnTo>
                <a:lnTo>
                  <a:pt x="1182" y="518"/>
                </a:lnTo>
                <a:lnTo>
                  <a:pt x="1183" y="532"/>
                </a:lnTo>
                <a:lnTo>
                  <a:pt x="1184" y="548"/>
                </a:lnTo>
                <a:lnTo>
                  <a:pt x="1186" y="563"/>
                </a:lnTo>
                <a:lnTo>
                  <a:pt x="1186" y="578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593"/>
                </a:lnTo>
                <a:lnTo>
                  <a:pt x="1186" y="608"/>
                </a:lnTo>
                <a:lnTo>
                  <a:pt x="1186" y="624"/>
                </a:lnTo>
                <a:lnTo>
                  <a:pt x="1184" y="639"/>
                </a:lnTo>
                <a:lnTo>
                  <a:pt x="1183" y="654"/>
                </a:lnTo>
                <a:lnTo>
                  <a:pt x="1182" y="669"/>
                </a:lnTo>
                <a:lnTo>
                  <a:pt x="1179" y="684"/>
                </a:lnTo>
                <a:lnTo>
                  <a:pt x="1177" y="698"/>
                </a:lnTo>
                <a:lnTo>
                  <a:pt x="1174" y="713"/>
                </a:lnTo>
                <a:lnTo>
                  <a:pt x="1171" y="727"/>
                </a:lnTo>
                <a:lnTo>
                  <a:pt x="1167" y="741"/>
                </a:lnTo>
                <a:lnTo>
                  <a:pt x="1164" y="756"/>
                </a:lnTo>
                <a:lnTo>
                  <a:pt x="1160" y="769"/>
                </a:lnTo>
                <a:lnTo>
                  <a:pt x="1155" y="784"/>
                </a:lnTo>
                <a:lnTo>
                  <a:pt x="1150" y="797"/>
                </a:lnTo>
                <a:lnTo>
                  <a:pt x="1146" y="811"/>
                </a:lnTo>
                <a:lnTo>
                  <a:pt x="1140" y="824"/>
                </a:lnTo>
                <a:lnTo>
                  <a:pt x="1134" y="837"/>
                </a:lnTo>
                <a:lnTo>
                  <a:pt x="1128" y="851"/>
                </a:lnTo>
                <a:lnTo>
                  <a:pt x="1122" y="864"/>
                </a:lnTo>
                <a:lnTo>
                  <a:pt x="1114" y="876"/>
                </a:lnTo>
                <a:lnTo>
                  <a:pt x="1108" y="888"/>
                </a:lnTo>
                <a:lnTo>
                  <a:pt x="1101" y="900"/>
                </a:lnTo>
                <a:lnTo>
                  <a:pt x="1093" y="912"/>
                </a:lnTo>
                <a:lnTo>
                  <a:pt x="1085" y="924"/>
                </a:lnTo>
                <a:lnTo>
                  <a:pt x="1077" y="936"/>
                </a:lnTo>
                <a:lnTo>
                  <a:pt x="1069" y="948"/>
                </a:lnTo>
                <a:lnTo>
                  <a:pt x="1060" y="960"/>
                </a:lnTo>
                <a:lnTo>
                  <a:pt x="1050" y="970"/>
                </a:lnTo>
                <a:lnTo>
                  <a:pt x="1042" y="981"/>
                </a:lnTo>
                <a:lnTo>
                  <a:pt x="1032" y="992"/>
                </a:lnTo>
                <a:lnTo>
                  <a:pt x="1022" y="1002"/>
                </a:lnTo>
                <a:lnTo>
                  <a:pt x="1013" y="1012"/>
                </a:lnTo>
                <a:lnTo>
                  <a:pt x="1002" y="1022"/>
                </a:lnTo>
                <a:lnTo>
                  <a:pt x="992" y="1032"/>
                </a:lnTo>
                <a:lnTo>
                  <a:pt x="982" y="1041"/>
                </a:lnTo>
                <a:lnTo>
                  <a:pt x="970" y="1051"/>
                </a:lnTo>
                <a:lnTo>
                  <a:pt x="959" y="1060"/>
                </a:lnTo>
                <a:lnTo>
                  <a:pt x="948" y="1069"/>
                </a:lnTo>
                <a:lnTo>
                  <a:pt x="937" y="1077"/>
                </a:lnTo>
                <a:lnTo>
                  <a:pt x="925" y="1085"/>
                </a:lnTo>
                <a:lnTo>
                  <a:pt x="913" y="1093"/>
                </a:lnTo>
                <a:lnTo>
                  <a:pt x="901" y="1101"/>
                </a:lnTo>
                <a:lnTo>
                  <a:pt x="889" y="1108"/>
                </a:lnTo>
                <a:lnTo>
                  <a:pt x="876" y="1114"/>
                </a:lnTo>
                <a:lnTo>
                  <a:pt x="863" y="1121"/>
                </a:lnTo>
                <a:lnTo>
                  <a:pt x="850" y="1128"/>
                </a:lnTo>
                <a:lnTo>
                  <a:pt x="837" y="1134"/>
                </a:lnTo>
                <a:lnTo>
                  <a:pt x="825" y="1140"/>
                </a:lnTo>
                <a:lnTo>
                  <a:pt x="811" y="1145"/>
                </a:lnTo>
                <a:lnTo>
                  <a:pt x="797" y="1150"/>
                </a:lnTo>
                <a:lnTo>
                  <a:pt x="784" y="1155"/>
                </a:lnTo>
                <a:lnTo>
                  <a:pt x="769" y="1160"/>
                </a:lnTo>
                <a:lnTo>
                  <a:pt x="756" y="1164"/>
                </a:lnTo>
                <a:lnTo>
                  <a:pt x="741" y="1168"/>
                </a:lnTo>
                <a:lnTo>
                  <a:pt x="727" y="1171"/>
                </a:lnTo>
                <a:lnTo>
                  <a:pt x="713" y="1174"/>
                </a:lnTo>
                <a:lnTo>
                  <a:pt x="698" y="1177"/>
                </a:lnTo>
                <a:lnTo>
                  <a:pt x="684" y="1179"/>
                </a:lnTo>
                <a:lnTo>
                  <a:pt x="669" y="1181"/>
                </a:lnTo>
                <a:lnTo>
                  <a:pt x="654" y="1183"/>
                </a:lnTo>
                <a:lnTo>
                  <a:pt x="639" y="1185"/>
                </a:lnTo>
                <a:lnTo>
                  <a:pt x="624" y="1185"/>
                </a:lnTo>
                <a:lnTo>
                  <a:pt x="609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93" y="1186"/>
                </a:lnTo>
                <a:lnTo>
                  <a:pt x="578" y="1186"/>
                </a:lnTo>
                <a:lnTo>
                  <a:pt x="563" y="1185"/>
                </a:lnTo>
                <a:lnTo>
                  <a:pt x="548" y="1185"/>
                </a:lnTo>
                <a:lnTo>
                  <a:pt x="532" y="1183"/>
                </a:lnTo>
                <a:lnTo>
                  <a:pt x="518" y="1181"/>
                </a:lnTo>
                <a:lnTo>
                  <a:pt x="503" y="1179"/>
                </a:lnTo>
                <a:lnTo>
                  <a:pt x="488" y="1177"/>
                </a:lnTo>
                <a:lnTo>
                  <a:pt x="474" y="1174"/>
                </a:lnTo>
                <a:lnTo>
                  <a:pt x="460" y="1171"/>
                </a:lnTo>
                <a:lnTo>
                  <a:pt x="445" y="1168"/>
                </a:lnTo>
                <a:lnTo>
                  <a:pt x="431" y="1164"/>
                </a:lnTo>
                <a:lnTo>
                  <a:pt x="417" y="1160"/>
                </a:lnTo>
                <a:lnTo>
                  <a:pt x="404" y="1155"/>
                </a:lnTo>
                <a:lnTo>
                  <a:pt x="389" y="1150"/>
                </a:lnTo>
                <a:lnTo>
                  <a:pt x="376" y="1145"/>
                </a:lnTo>
                <a:lnTo>
                  <a:pt x="363" y="1140"/>
                </a:lnTo>
                <a:lnTo>
                  <a:pt x="349" y="1134"/>
                </a:lnTo>
                <a:lnTo>
                  <a:pt x="336" y="1128"/>
                </a:lnTo>
                <a:lnTo>
                  <a:pt x="324" y="1121"/>
                </a:lnTo>
                <a:lnTo>
                  <a:pt x="311" y="1114"/>
                </a:lnTo>
                <a:lnTo>
                  <a:pt x="298" y="1108"/>
                </a:lnTo>
                <a:lnTo>
                  <a:pt x="286" y="1101"/>
                </a:lnTo>
                <a:lnTo>
                  <a:pt x="274" y="1093"/>
                </a:lnTo>
                <a:lnTo>
                  <a:pt x="262" y="1085"/>
                </a:lnTo>
                <a:lnTo>
                  <a:pt x="250" y="1077"/>
                </a:lnTo>
                <a:lnTo>
                  <a:pt x="239" y="1069"/>
                </a:lnTo>
                <a:lnTo>
                  <a:pt x="227" y="1060"/>
                </a:lnTo>
                <a:lnTo>
                  <a:pt x="216" y="1051"/>
                </a:lnTo>
                <a:lnTo>
                  <a:pt x="205" y="1041"/>
                </a:lnTo>
                <a:lnTo>
                  <a:pt x="195" y="1032"/>
                </a:lnTo>
                <a:lnTo>
                  <a:pt x="184" y="1022"/>
                </a:lnTo>
                <a:lnTo>
                  <a:pt x="174" y="1012"/>
                </a:lnTo>
                <a:lnTo>
                  <a:pt x="164" y="1002"/>
                </a:lnTo>
                <a:lnTo>
                  <a:pt x="155" y="992"/>
                </a:lnTo>
                <a:lnTo>
                  <a:pt x="145" y="981"/>
                </a:lnTo>
                <a:lnTo>
                  <a:pt x="135" y="970"/>
                </a:lnTo>
                <a:lnTo>
                  <a:pt x="127" y="960"/>
                </a:lnTo>
                <a:lnTo>
                  <a:pt x="118" y="948"/>
                </a:lnTo>
                <a:lnTo>
                  <a:pt x="110" y="936"/>
                </a:lnTo>
                <a:lnTo>
                  <a:pt x="102" y="924"/>
                </a:lnTo>
                <a:lnTo>
                  <a:pt x="94" y="912"/>
                </a:lnTo>
                <a:lnTo>
                  <a:pt x="87" y="900"/>
                </a:lnTo>
                <a:lnTo>
                  <a:pt x="79" y="888"/>
                </a:lnTo>
                <a:lnTo>
                  <a:pt x="71" y="876"/>
                </a:lnTo>
                <a:lnTo>
                  <a:pt x="65" y="864"/>
                </a:lnTo>
                <a:lnTo>
                  <a:pt x="59" y="851"/>
                </a:lnTo>
                <a:lnTo>
                  <a:pt x="53" y="837"/>
                </a:lnTo>
                <a:lnTo>
                  <a:pt x="47" y="824"/>
                </a:lnTo>
                <a:lnTo>
                  <a:pt x="42" y="811"/>
                </a:lnTo>
                <a:lnTo>
                  <a:pt x="36" y="797"/>
                </a:lnTo>
                <a:lnTo>
                  <a:pt x="31" y="784"/>
                </a:lnTo>
                <a:lnTo>
                  <a:pt x="27" y="769"/>
                </a:lnTo>
                <a:lnTo>
                  <a:pt x="23" y="756"/>
                </a:lnTo>
                <a:lnTo>
                  <a:pt x="19" y="741"/>
                </a:lnTo>
                <a:lnTo>
                  <a:pt x="15" y="727"/>
                </a:lnTo>
                <a:lnTo>
                  <a:pt x="12" y="713"/>
                </a:lnTo>
                <a:lnTo>
                  <a:pt x="10" y="698"/>
                </a:lnTo>
                <a:lnTo>
                  <a:pt x="7" y="684"/>
                </a:lnTo>
                <a:lnTo>
                  <a:pt x="5" y="669"/>
                </a:lnTo>
                <a:lnTo>
                  <a:pt x="3" y="654"/>
                </a:lnTo>
                <a:lnTo>
                  <a:pt x="2" y="639"/>
                </a:lnTo>
                <a:lnTo>
                  <a:pt x="1" y="624"/>
                </a:lnTo>
                <a:lnTo>
                  <a:pt x="1" y="608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0" y="593"/>
                </a:lnTo>
                <a:lnTo>
                  <a:pt x="1" y="578"/>
                </a:lnTo>
                <a:lnTo>
                  <a:pt x="1" y="563"/>
                </a:lnTo>
                <a:lnTo>
                  <a:pt x="2" y="548"/>
                </a:lnTo>
                <a:lnTo>
                  <a:pt x="3" y="532"/>
                </a:lnTo>
                <a:lnTo>
                  <a:pt x="5" y="518"/>
                </a:lnTo>
                <a:lnTo>
                  <a:pt x="7" y="503"/>
                </a:lnTo>
                <a:lnTo>
                  <a:pt x="10" y="488"/>
                </a:lnTo>
                <a:lnTo>
                  <a:pt x="12" y="474"/>
                </a:lnTo>
                <a:lnTo>
                  <a:pt x="15" y="460"/>
                </a:lnTo>
                <a:lnTo>
                  <a:pt x="19" y="445"/>
                </a:lnTo>
                <a:lnTo>
                  <a:pt x="23" y="431"/>
                </a:lnTo>
                <a:lnTo>
                  <a:pt x="27" y="417"/>
                </a:lnTo>
                <a:lnTo>
                  <a:pt x="31" y="403"/>
                </a:lnTo>
                <a:lnTo>
                  <a:pt x="36" y="389"/>
                </a:lnTo>
                <a:lnTo>
                  <a:pt x="42" y="376"/>
                </a:lnTo>
                <a:lnTo>
                  <a:pt x="47" y="363"/>
                </a:lnTo>
                <a:lnTo>
                  <a:pt x="53" y="349"/>
                </a:lnTo>
                <a:lnTo>
                  <a:pt x="59" y="336"/>
                </a:lnTo>
                <a:lnTo>
                  <a:pt x="65" y="323"/>
                </a:lnTo>
                <a:lnTo>
                  <a:pt x="71" y="311"/>
                </a:lnTo>
                <a:lnTo>
                  <a:pt x="79" y="298"/>
                </a:lnTo>
                <a:lnTo>
                  <a:pt x="87" y="286"/>
                </a:lnTo>
                <a:lnTo>
                  <a:pt x="94" y="274"/>
                </a:lnTo>
                <a:lnTo>
                  <a:pt x="102" y="262"/>
                </a:lnTo>
                <a:lnTo>
                  <a:pt x="110" y="250"/>
                </a:lnTo>
                <a:lnTo>
                  <a:pt x="118" y="239"/>
                </a:lnTo>
                <a:lnTo>
                  <a:pt x="127" y="227"/>
                </a:lnTo>
                <a:lnTo>
                  <a:pt x="135" y="216"/>
                </a:lnTo>
                <a:lnTo>
                  <a:pt x="145" y="206"/>
                </a:lnTo>
                <a:lnTo>
                  <a:pt x="155" y="195"/>
                </a:lnTo>
                <a:lnTo>
                  <a:pt x="164" y="184"/>
                </a:lnTo>
                <a:lnTo>
                  <a:pt x="174" y="174"/>
                </a:lnTo>
                <a:lnTo>
                  <a:pt x="184" y="164"/>
                </a:lnTo>
                <a:lnTo>
                  <a:pt x="195" y="155"/>
                </a:lnTo>
                <a:lnTo>
                  <a:pt x="205" y="145"/>
                </a:lnTo>
                <a:lnTo>
                  <a:pt x="216" y="135"/>
                </a:lnTo>
                <a:lnTo>
                  <a:pt x="227" y="127"/>
                </a:lnTo>
                <a:lnTo>
                  <a:pt x="239" y="119"/>
                </a:lnTo>
                <a:lnTo>
                  <a:pt x="250" y="110"/>
                </a:lnTo>
                <a:lnTo>
                  <a:pt x="262" y="102"/>
                </a:lnTo>
                <a:lnTo>
                  <a:pt x="274" y="94"/>
                </a:lnTo>
                <a:lnTo>
                  <a:pt x="286" y="87"/>
                </a:lnTo>
                <a:lnTo>
                  <a:pt x="298" y="79"/>
                </a:lnTo>
                <a:lnTo>
                  <a:pt x="311" y="72"/>
                </a:lnTo>
                <a:lnTo>
                  <a:pt x="324" y="65"/>
                </a:lnTo>
                <a:lnTo>
                  <a:pt x="336" y="59"/>
                </a:lnTo>
                <a:lnTo>
                  <a:pt x="349" y="53"/>
                </a:lnTo>
                <a:lnTo>
                  <a:pt x="363" y="47"/>
                </a:lnTo>
                <a:lnTo>
                  <a:pt x="376" y="42"/>
                </a:lnTo>
                <a:lnTo>
                  <a:pt x="389" y="36"/>
                </a:lnTo>
                <a:lnTo>
                  <a:pt x="404" y="31"/>
                </a:lnTo>
                <a:lnTo>
                  <a:pt x="417" y="27"/>
                </a:lnTo>
                <a:lnTo>
                  <a:pt x="431" y="23"/>
                </a:lnTo>
                <a:lnTo>
                  <a:pt x="445" y="19"/>
                </a:lnTo>
                <a:lnTo>
                  <a:pt x="460" y="15"/>
                </a:lnTo>
                <a:lnTo>
                  <a:pt x="474" y="13"/>
                </a:lnTo>
                <a:lnTo>
                  <a:pt x="488" y="10"/>
                </a:lnTo>
                <a:lnTo>
                  <a:pt x="503" y="7"/>
                </a:lnTo>
                <a:lnTo>
                  <a:pt x="518" y="5"/>
                </a:lnTo>
                <a:lnTo>
                  <a:pt x="532" y="3"/>
                </a:lnTo>
                <a:lnTo>
                  <a:pt x="548" y="2"/>
                </a:lnTo>
                <a:lnTo>
                  <a:pt x="563" y="1"/>
                </a:lnTo>
                <a:lnTo>
                  <a:pt x="578" y="1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lnTo>
                  <a:pt x="593" y="0"/>
                </a:lnTo>
                <a:close/>
                <a:moveTo>
                  <a:pt x="593" y="219"/>
                </a:moveTo>
                <a:lnTo>
                  <a:pt x="593" y="219"/>
                </a:lnTo>
                <a:lnTo>
                  <a:pt x="593" y="219"/>
                </a:lnTo>
                <a:lnTo>
                  <a:pt x="584" y="219"/>
                </a:lnTo>
                <a:lnTo>
                  <a:pt x="574" y="219"/>
                </a:lnTo>
                <a:lnTo>
                  <a:pt x="564" y="220"/>
                </a:lnTo>
                <a:lnTo>
                  <a:pt x="555" y="221"/>
                </a:lnTo>
                <a:lnTo>
                  <a:pt x="545" y="222"/>
                </a:lnTo>
                <a:lnTo>
                  <a:pt x="536" y="223"/>
                </a:lnTo>
                <a:lnTo>
                  <a:pt x="527" y="225"/>
                </a:lnTo>
                <a:lnTo>
                  <a:pt x="518" y="227"/>
                </a:lnTo>
                <a:lnTo>
                  <a:pt x="508" y="228"/>
                </a:lnTo>
                <a:lnTo>
                  <a:pt x="500" y="231"/>
                </a:lnTo>
                <a:lnTo>
                  <a:pt x="491" y="233"/>
                </a:lnTo>
                <a:lnTo>
                  <a:pt x="482" y="235"/>
                </a:lnTo>
                <a:lnTo>
                  <a:pt x="473" y="239"/>
                </a:lnTo>
                <a:lnTo>
                  <a:pt x="464" y="242"/>
                </a:lnTo>
                <a:lnTo>
                  <a:pt x="456" y="245"/>
                </a:lnTo>
                <a:lnTo>
                  <a:pt x="448" y="248"/>
                </a:lnTo>
                <a:lnTo>
                  <a:pt x="439" y="251"/>
                </a:lnTo>
                <a:lnTo>
                  <a:pt x="431" y="255"/>
                </a:lnTo>
                <a:lnTo>
                  <a:pt x="423" y="259"/>
                </a:lnTo>
                <a:lnTo>
                  <a:pt x="415" y="264"/>
                </a:lnTo>
                <a:lnTo>
                  <a:pt x="407" y="268"/>
                </a:lnTo>
                <a:lnTo>
                  <a:pt x="399" y="273"/>
                </a:lnTo>
                <a:lnTo>
                  <a:pt x="392" y="278"/>
                </a:lnTo>
                <a:lnTo>
                  <a:pt x="384" y="283"/>
                </a:lnTo>
                <a:lnTo>
                  <a:pt x="376" y="288"/>
                </a:lnTo>
                <a:lnTo>
                  <a:pt x="369" y="293"/>
                </a:lnTo>
                <a:lnTo>
                  <a:pt x="362" y="299"/>
                </a:lnTo>
                <a:lnTo>
                  <a:pt x="356" y="304"/>
                </a:lnTo>
                <a:lnTo>
                  <a:pt x="348" y="310"/>
                </a:lnTo>
                <a:lnTo>
                  <a:pt x="341" y="316"/>
                </a:lnTo>
                <a:lnTo>
                  <a:pt x="335" y="322"/>
                </a:lnTo>
                <a:lnTo>
                  <a:pt x="328" y="328"/>
                </a:lnTo>
                <a:lnTo>
                  <a:pt x="322" y="335"/>
                </a:lnTo>
                <a:lnTo>
                  <a:pt x="316" y="342"/>
                </a:lnTo>
                <a:lnTo>
                  <a:pt x="310" y="348"/>
                </a:lnTo>
                <a:lnTo>
                  <a:pt x="304" y="355"/>
                </a:lnTo>
                <a:lnTo>
                  <a:pt x="299" y="362"/>
                </a:lnTo>
                <a:lnTo>
                  <a:pt x="293" y="369"/>
                </a:lnTo>
                <a:lnTo>
                  <a:pt x="288" y="376"/>
                </a:lnTo>
                <a:lnTo>
                  <a:pt x="283" y="383"/>
                </a:lnTo>
                <a:lnTo>
                  <a:pt x="278" y="391"/>
                </a:lnTo>
                <a:lnTo>
                  <a:pt x="273" y="399"/>
                </a:lnTo>
                <a:lnTo>
                  <a:pt x="268" y="407"/>
                </a:lnTo>
                <a:lnTo>
                  <a:pt x="264" y="415"/>
                </a:lnTo>
                <a:lnTo>
                  <a:pt x="260" y="423"/>
                </a:lnTo>
                <a:lnTo>
                  <a:pt x="256" y="431"/>
                </a:lnTo>
                <a:lnTo>
                  <a:pt x="252" y="439"/>
                </a:lnTo>
                <a:lnTo>
                  <a:pt x="248" y="448"/>
                </a:lnTo>
                <a:lnTo>
                  <a:pt x="245" y="456"/>
                </a:lnTo>
                <a:lnTo>
                  <a:pt x="242" y="464"/>
                </a:lnTo>
                <a:lnTo>
                  <a:pt x="239" y="473"/>
                </a:lnTo>
                <a:lnTo>
                  <a:pt x="236" y="482"/>
                </a:lnTo>
                <a:lnTo>
                  <a:pt x="233" y="491"/>
                </a:lnTo>
                <a:lnTo>
                  <a:pt x="231" y="500"/>
                </a:lnTo>
                <a:lnTo>
                  <a:pt x="228" y="509"/>
                </a:lnTo>
                <a:lnTo>
                  <a:pt x="227" y="518"/>
                </a:lnTo>
                <a:lnTo>
                  <a:pt x="224" y="527"/>
                </a:lnTo>
                <a:lnTo>
                  <a:pt x="223" y="536"/>
                </a:lnTo>
                <a:lnTo>
                  <a:pt x="222" y="546"/>
                </a:lnTo>
                <a:lnTo>
                  <a:pt x="221" y="555"/>
                </a:lnTo>
                <a:lnTo>
                  <a:pt x="220" y="564"/>
                </a:lnTo>
                <a:lnTo>
                  <a:pt x="219" y="574"/>
                </a:lnTo>
                <a:lnTo>
                  <a:pt x="219" y="584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593"/>
                </a:lnTo>
                <a:lnTo>
                  <a:pt x="219" y="603"/>
                </a:lnTo>
                <a:lnTo>
                  <a:pt x="219" y="612"/>
                </a:lnTo>
                <a:lnTo>
                  <a:pt x="220" y="622"/>
                </a:lnTo>
                <a:lnTo>
                  <a:pt x="221" y="632"/>
                </a:lnTo>
                <a:lnTo>
                  <a:pt x="222" y="641"/>
                </a:lnTo>
                <a:lnTo>
                  <a:pt x="223" y="650"/>
                </a:lnTo>
                <a:lnTo>
                  <a:pt x="224" y="660"/>
                </a:lnTo>
                <a:lnTo>
                  <a:pt x="227" y="669"/>
                </a:lnTo>
                <a:lnTo>
                  <a:pt x="228" y="678"/>
                </a:lnTo>
                <a:lnTo>
                  <a:pt x="231" y="687"/>
                </a:lnTo>
                <a:lnTo>
                  <a:pt x="233" y="696"/>
                </a:lnTo>
                <a:lnTo>
                  <a:pt x="236" y="704"/>
                </a:lnTo>
                <a:lnTo>
                  <a:pt x="239" y="713"/>
                </a:lnTo>
                <a:lnTo>
                  <a:pt x="242" y="722"/>
                </a:lnTo>
                <a:lnTo>
                  <a:pt x="245" y="731"/>
                </a:lnTo>
                <a:lnTo>
                  <a:pt x="248" y="739"/>
                </a:lnTo>
                <a:lnTo>
                  <a:pt x="252" y="748"/>
                </a:lnTo>
                <a:lnTo>
                  <a:pt x="256" y="756"/>
                </a:lnTo>
                <a:lnTo>
                  <a:pt x="260" y="764"/>
                </a:lnTo>
                <a:lnTo>
                  <a:pt x="264" y="772"/>
                </a:lnTo>
                <a:lnTo>
                  <a:pt x="268" y="780"/>
                </a:lnTo>
                <a:lnTo>
                  <a:pt x="273" y="788"/>
                </a:lnTo>
                <a:lnTo>
                  <a:pt x="278" y="795"/>
                </a:lnTo>
                <a:lnTo>
                  <a:pt x="283" y="803"/>
                </a:lnTo>
                <a:lnTo>
                  <a:pt x="288" y="810"/>
                </a:lnTo>
                <a:lnTo>
                  <a:pt x="293" y="817"/>
                </a:lnTo>
                <a:lnTo>
                  <a:pt x="299" y="824"/>
                </a:lnTo>
                <a:lnTo>
                  <a:pt x="304" y="832"/>
                </a:lnTo>
                <a:lnTo>
                  <a:pt x="310" y="838"/>
                </a:lnTo>
                <a:lnTo>
                  <a:pt x="316" y="845"/>
                </a:lnTo>
                <a:lnTo>
                  <a:pt x="322" y="852"/>
                </a:lnTo>
                <a:lnTo>
                  <a:pt x="328" y="858"/>
                </a:lnTo>
                <a:lnTo>
                  <a:pt x="337" y="866"/>
                </a:lnTo>
                <a:lnTo>
                  <a:pt x="345" y="874"/>
                </a:lnTo>
                <a:lnTo>
                  <a:pt x="354" y="881"/>
                </a:lnTo>
                <a:lnTo>
                  <a:pt x="363" y="888"/>
                </a:lnTo>
                <a:lnTo>
                  <a:pt x="372" y="896"/>
                </a:lnTo>
                <a:lnTo>
                  <a:pt x="382" y="903"/>
                </a:lnTo>
                <a:lnTo>
                  <a:pt x="392" y="908"/>
                </a:lnTo>
                <a:lnTo>
                  <a:pt x="402" y="915"/>
                </a:lnTo>
                <a:lnTo>
                  <a:pt x="412" y="921"/>
                </a:lnTo>
                <a:lnTo>
                  <a:pt x="422" y="927"/>
                </a:lnTo>
                <a:lnTo>
                  <a:pt x="432" y="932"/>
                </a:lnTo>
                <a:lnTo>
                  <a:pt x="444" y="936"/>
                </a:lnTo>
                <a:lnTo>
                  <a:pt x="454" y="941"/>
                </a:lnTo>
                <a:lnTo>
                  <a:pt x="465" y="945"/>
                </a:lnTo>
                <a:lnTo>
                  <a:pt x="476" y="949"/>
                </a:lnTo>
                <a:lnTo>
                  <a:pt x="488" y="952"/>
                </a:lnTo>
                <a:lnTo>
                  <a:pt x="496" y="941"/>
                </a:lnTo>
                <a:lnTo>
                  <a:pt x="484" y="938"/>
                </a:lnTo>
                <a:lnTo>
                  <a:pt x="473" y="934"/>
                </a:lnTo>
                <a:lnTo>
                  <a:pt x="462" y="930"/>
                </a:lnTo>
                <a:lnTo>
                  <a:pt x="452" y="925"/>
                </a:lnTo>
                <a:lnTo>
                  <a:pt x="440" y="921"/>
                </a:lnTo>
                <a:lnTo>
                  <a:pt x="431" y="916"/>
                </a:lnTo>
                <a:lnTo>
                  <a:pt x="420" y="910"/>
                </a:lnTo>
                <a:lnTo>
                  <a:pt x="410" y="904"/>
                </a:lnTo>
                <a:lnTo>
                  <a:pt x="400" y="899"/>
                </a:lnTo>
                <a:lnTo>
                  <a:pt x="391" y="892"/>
                </a:lnTo>
                <a:lnTo>
                  <a:pt x="381" y="886"/>
                </a:lnTo>
                <a:lnTo>
                  <a:pt x="372" y="879"/>
                </a:lnTo>
                <a:lnTo>
                  <a:pt x="364" y="872"/>
                </a:lnTo>
                <a:lnTo>
                  <a:pt x="355" y="864"/>
                </a:lnTo>
                <a:lnTo>
                  <a:pt x="346" y="856"/>
                </a:lnTo>
                <a:lnTo>
                  <a:pt x="338" y="848"/>
                </a:lnTo>
                <a:lnTo>
                  <a:pt x="332" y="843"/>
                </a:lnTo>
                <a:lnTo>
                  <a:pt x="326" y="836"/>
                </a:lnTo>
                <a:lnTo>
                  <a:pt x="320" y="830"/>
                </a:lnTo>
                <a:lnTo>
                  <a:pt x="315" y="823"/>
                </a:lnTo>
                <a:lnTo>
                  <a:pt x="309" y="816"/>
                </a:lnTo>
                <a:lnTo>
                  <a:pt x="304" y="809"/>
                </a:lnTo>
                <a:lnTo>
                  <a:pt x="299" y="802"/>
                </a:lnTo>
                <a:lnTo>
                  <a:pt x="294" y="795"/>
                </a:lnTo>
                <a:lnTo>
                  <a:pt x="289" y="788"/>
                </a:lnTo>
                <a:lnTo>
                  <a:pt x="284" y="780"/>
                </a:lnTo>
                <a:lnTo>
                  <a:pt x="280" y="773"/>
                </a:lnTo>
                <a:lnTo>
                  <a:pt x="276" y="765"/>
                </a:lnTo>
                <a:lnTo>
                  <a:pt x="272" y="758"/>
                </a:lnTo>
                <a:lnTo>
                  <a:pt x="268" y="750"/>
                </a:lnTo>
                <a:lnTo>
                  <a:pt x="264" y="742"/>
                </a:lnTo>
                <a:lnTo>
                  <a:pt x="260" y="734"/>
                </a:lnTo>
                <a:lnTo>
                  <a:pt x="257" y="726"/>
                </a:lnTo>
                <a:lnTo>
                  <a:pt x="254" y="717"/>
                </a:lnTo>
                <a:lnTo>
                  <a:pt x="252" y="709"/>
                </a:lnTo>
                <a:lnTo>
                  <a:pt x="248" y="700"/>
                </a:lnTo>
                <a:lnTo>
                  <a:pt x="246" y="692"/>
                </a:lnTo>
                <a:lnTo>
                  <a:pt x="244" y="684"/>
                </a:lnTo>
                <a:lnTo>
                  <a:pt x="241" y="675"/>
                </a:lnTo>
                <a:lnTo>
                  <a:pt x="240" y="666"/>
                </a:lnTo>
                <a:lnTo>
                  <a:pt x="238" y="657"/>
                </a:lnTo>
                <a:lnTo>
                  <a:pt x="236" y="648"/>
                </a:lnTo>
                <a:lnTo>
                  <a:pt x="235" y="640"/>
                </a:lnTo>
                <a:lnTo>
                  <a:pt x="234" y="630"/>
                </a:lnTo>
                <a:lnTo>
                  <a:pt x="233" y="621"/>
                </a:lnTo>
                <a:lnTo>
                  <a:pt x="232" y="612"/>
                </a:lnTo>
                <a:lnTo>
                  <a:pt x="232" y="60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93"/>
                </a:lnTo>
                <a:lnTo>
                  <a:pt x="232" y="584"/>
                </a:lnTo>
                <a:lnTo>
                  <a:pt x="232" y="575"/>
                </a:lnTo>
                <a:lnTo>
                  <a:pt x="233" y="565"/>
                </a:lnTo>
                <a:lnTo>
                  <a:pt x="234" y="556"/>
                </a:lnTo>
                <a:lnTo>
                  <a:pt x="235" y="548"/>
                </a:lnTo>
                <a:lnTo>
                  <a:pt x="236" y="538"/>
                </a:lnTo>
                <a:lnTo>
                  <a:pt x="238" y="529"/>
                </a:lnTo>
                <a:lnTo>
                  <a:pt x="240" y="520"/>
                </a:lnTo>
                <a:lnTo>
                  <a:pt x="241" y="512"/>
                </a:lnTo>
                <a:lnTo>
                  <a:pt x="244" y="503"/>
                </a:lnTo>
                <a:lnTo>
                  <a:pt x="246" y="495"/>
                </a:lnTo>
                <a:lnTo>
                  <a:pt x="248" y="486"/>
                </a:lnTo>
                <a:lnTo>
                  <a:pt x="252" y="478"/>
                </a:lnTo>
                <a:lnTo>
                  <a:pt x="254" y="469"/>
                </a:lnTo>
                <a:lnTo>
                  <a:pt x="257" y="461"/>
                </a:lnTo>
                <a:lnTo>
                  <a:pt x="260" y="452"/>
                </a:lnTo>
                <a:lnTo>
                  <a:pt x="264" y="444"/>
                </a:lnTo>
                <a:lnTo>
                  <a:pt x="268" y="437"/>
                </a:lnTo>
                <a:lnTo>
                  <a:pt x="272" y="429"/>
                </a:lnTo>
                <a:lnTo>
                  <a:pt x="276" y="421"/>
                </a:lnTo>
                <a:lnTo>
                  <a:pt x="280" y="413"/>
                </a:lnTo>
                <a:lnTo>
                  <a:pt x="284" y="406"/>
                </a:lnTo>
                <a:lnTo>
                  <a:pt x="289" y="399"/>
                </a:lnTo>
                <a:lnTo>
                  <a:pt x="294" y="391"/>
                </a:lnTo>
                <a:lnTo>
                  <a:pt x="299" y="384"/>
                </a:lnTo>
                <a:lnTo>
                  <a:pt x="304" y="377"/>
                </a:lnTo>
                <a:lnTo>
                  <a:pt x="309" y="371"/>
                </a:lnTo>
                <a:lnTo>
                  <a:pt x="315" y="363"/>
                </a:lnTo>
                <a:lnTo>
                  <a:pt x="320" y="357"/>
                </a:lnTo>
                <a:lnTo>
                  <a:pt x="326" y="351"/>
                </a:lnTo>
                <a:lnTo>
                  <a:pt x="332" y="344"/>
                </a:lnTo>
                <a:lnTo>
                  <a:pt x="338" y="338"/>
                </a:lnTo>
                <a:lnTo>
                  <a:pt x="344" y="331"/>
                </a:lnTo>
                <a:lnTo>
                  <a:pt x="351" y="326"/>
                </a:lnTo>
                <a:lnTo>
                  <a:pt x="357" y="320"/>
                </a:lnTo>
                <a:lnTo>
                  <a:pt x="364" y="315"/>
                </a:lnTo>
                <a:lnTo>
                  <a:pt x="370" y="309"/>
                </a:lnTo>
                <a:lnTo>
                  <a:pt x="377" y="303"/>
                </a:lnTo>
                <a:lnTo>
                  <a:pt x="384" y="299"/>
                </a:lnTo>
                <a:lnTo>
                  <a:pt x="392" y="294"/>
                </a:lnTo>
                <a:lnTo>
                  <a:pt x="399" y="289"/>
                </a:lnTo>
                <a:lnTo>
                  <a:pt x="406" y="284"/>
                </a:lnTo>
                <a:lnTo>
                  <a:pt x="413" y="280"/>
                </a:lnTo>
                <a:lnTo>
                  <a:pt x="421" y="276"/>
                </a:lnTo>
                <a:lnTo>
                  <a:pt x="429" y="271"/>
                </a:lnTo>
                <a:lnTo>
                  <a:pt x="437" y="267"/>
                </a:lnTo>
                <a:lnTo>
                  <a:pt x="444" y="264"/>
                </a:lnTo>
                <a:lnTo>
                  <a:pt x="452" y="260"/>
                </a:lnTo>
                <a:lnTo>
                  <a:pt x="461" y="257"/>
                </a:lnTo>
                <a:lnTo>
                  <a:pt x="469" y="254"/>
                </a:lnTo>
                <a:lnTo>
                  <a:pt x="477" y="251"/>
                </a:lnTo>
                <a:lnTo>
                  <a:pt x="486" y="248"/>
                </a:lnTo>
                <a:lnTo>
                  <a:pt x="494" y="246"/>
                </a:lnTo>
                <a:lnTo>
                  <a:pt x="503" y="243"/>
                </a:lnTo>
                <a:lnTo>
                  <a:pt x="512" y="241"/>
                </a:lnTo>
                <a:lnTo>
                  <a:pt x="520" y="239"/>
                </a:lnTo>
                <a:lnTo>
                  <a:pt x="529" y="238"/>
                </a:lnTo>
                <a:lnTo>
                  <a:pt x="538" y="236"/>
                </a:lnTo>
                <a:lnTo>
                  <a:pt x="548" y="235"/>
                </a:lnTo>
                <a:lnTo>
                  <a:pt x="556" y="234"/>
                </a:lnTo>
                <a:lnTo>
                  <a:pt x="565" y="233"/>
                </a:lnTo>
                <a:lnTo>
                  <a:pt x="575" y="232"/>
                </a:lnTo>
                <a:lnTo>
                  <a:pt x="584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593" y="232"/>
                </a:lnTo>
                <a:lnTo>
                  <a:pt x="603" y="232"/>
                </a:lnTo>
                <a:lnTo>
                  <a:pt x="612" y="232"/>
                </a:lnTo>
                <a:lnTo>
                  <a:pt x="621" y="233"/>
                </a:lnTo>
                <a:lnTo>
                  <a:pt x="630" y="234"/>
                </a:lnTo>
                <a:lnTo>
                  <a:pt x="639" y="235"/>
                </a:lnTo>
                <a:lnTo>
                  <a:pt x="649" y="236"/>
                </a:lnTo>
                <a:lnTo>
                  <a:pt x="657" y="238"/>
                </a:lnTo>
                <a:lnTo>
                  <a:pt x="666" y="239"/>
                </a:lnTo>
                <a:lnTo>
                  <a:pt x="675" y="241"/>
                </a:lnTo>
                <a:lnTo>
                  <a:pt x="684" y="243"/>
                </a:lnTo>
                <a:lnTo>
                  <a:pt x="693" y="246"/>
                </a:lnTo>
                <a:lnTo>
                  <a:pt x="701" y="248"/>
                </a:lnTo>
                <a:lnTo>
                  <a:pt x="709" y="251"/>
                </a:lnTo>
                <a:lnTo>
                  <a:pt x="717" y="254"/>
                </a:lnTo>
                <a:lnTo>
                  <a:pt x="726" y="257"/>
                </a:lnTo>
                <a:lnTo>
                  <a:pt x="733" y="260"/>
                </a:lnTo>
                <a:lnTo>
                  <a:pt x="742" y="264"/>
                </a:lnTo>
                <a:lnTo>
                  <a:pt x="750" y="267"/>
                </a:lnTo>
                <a:lnTo>
                  <a:pt x="757" y="271"/>
                </a:lnTo>
                <a:lnTo>
                  <a:pt x="765" y="276"/>
                </a:lnTo>
                <a:lnTo>
                  <a:pt x="773" y="280"/>
                </a:lnTo>
                <a:lnTo>
                  <a:pt x="781" y="284"/>
                </a:lnTo>
                <a:lnTo>
                  <a:pt x="788" y="289"/>
                </a:lnTo>
                <a:lnTo>
                  <a:pt x="795" y="294"/>
                </a:lnTo>
                <a:lnTo>
                  <a:pt x="802" y="299"/>
                </a:lnTo>
                <a:lnTo>
                  <a:pt x="809" y="303"/>
                </a:lnTo>
                <a:lnTo>
                  <a:pt x="817" y="309"/>
                </a:lnTo>
                <a:lnTo>
                  <a:pt x="823" y="315"/>
                </a:lnTo>
                <a:lnTo>
                  <a:pt x="829" y="320"/>
                </a:lnTo>
                <a:lnTo>
                  <a:pt x="836" y="326"/>
                </a:lnTo>
                <a:lnTo>
                  <a:pt x="842" y="331"/>
                </a:lnTo>
                <a:lnTo>
                  <a:pt x="849" y="338"/>
                </a:lnTo>
                <a:lnTo>
                  <a:pt x="855" y="344"/>
                </a:lnTo>
                <a:lnTo>
                  <a:pt x="861" y="351"/>
                </a:lnTo>
                <a:lnTo>
                  <a:pt x="866" y="357"/>
                </a:lnTo>
                <a:lnTo>
                  <a:pt x="872" y="363"/>
                </a:lnTo>
                <a:lnTo>
                  <a:pt x="877" y="371"/>
                </a:lnTo>
                <a:lnTo>
                  <a:pt x="883" y="377"/>
                </a:lnTo>
                <a:lnTo>
                  <a:pt x="888" y="384"/>
                </a:lnTo>
                <a:lnTo>
                  <a:pt x="893" y="391"/>
                </a:lnTo>
                <a:lnTo>
                  <a:pt x="897" y="399"/>
                </a:lnTo>
                <a:lnTo>
                  <a:pt x="902" y="406"/>
                </a:lnTo>
                <a:lnTo>
                  <a:pt x="906" y="413"/>
                </a:lnTo>
                <a:lnTo>
                  <a:pt x="911" y="421"/>
                </a:lnTo>
                <a:lnTo>
                  <a:pt x="915" y="429"/>
                </a:lnTo>
                <a:lnTo>
                  <a:pt x="919" y="437"/>
                </a:lnTo>
                <a:lnTo>
                  <a:pt x="923" y="444"/>
                </a:lnTo>
                <a:lnTo>
                  <a:pt x="926" y="452"/>
                </a:lnTo>
                <a:lnTo>
                  <a:pt x="929" y="461"/>
                </a:lnTo>
                <a:lnTo>
                  <a:pt x="933" y="469"/>
                </a:lnTo>
                <a:lnTo>
                  <a:pt x="936" y="478"/>
                </a:lnTo>
                <a:lnTo>
                  <a:pt x="938" y="486"/>
                </a:lnTo>
                <a:lnTo>
                  <a:pt x="941" y="495"/>
                </a:lnTo>
                <a:lnTo>
                  <a:pt x="943" y="503"/>
                </a:lnTo>
                <a:lnTo>
                  <a:pt x="945" y="512"/>
                </a:lnTo>
                <a:lnTo>
                  <a:pt x="947" y="520"/>
                </a:lnTo>
                <a:lnTo>
                  <a:pt x="949" y="529"/>
                </a:lnTo>
                <a:lnTo>
                  <a:pt x="950" y="538"/>
                </a:lnTo>
                <a:lnTo>
                  <a:pt x="952" y="548"/>
                </a:lnTo>
                <a:lnTo>
                  <a:pt x="953" y="556"/>
                </a:lnTo>
                <a:lnTo>
                  <a:pt x="953" y="565"/>
                </a:lnTo>
                <a:lnTo>
                  <a:pt x="954" y="575"/>
                </a:lnTo>
                <a:lnTo>
                  <a:pt x="954" y="584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593"/>
                </a:lnTo>
                <a:lnTo>
                  <a:pt x="954" y="603"/>
                </a:lnTo>
                <a:lnTo>
                  <a:pt x="954" y="612"/>
                </a:lnTo>
                <a:lnTo>
                  <a:pt x="953" y="621"/>
                </a:lnTo>
                <a:lnTo>
                  <a:pt x="953" y="630"/>
                </a:lnTo>
                <a:lnTo>
                  <a:pt x="952" y="640"/>
                </a:lnTo>
                <a:lnTo>
                  <a:pt x="950" y="648"/>
                </a:lnTo>
                <a:lnTo>
                  <a:pt x="949" y="657"/>
                </a:lnTo>
                <a:lnTo>
                  <a:pt x="947" y="666"/>
                </a:lnTo>
                <a:lnTo>
                  <a:pt x="945" y="675"/>
                </a:lnTo>
                <a:lnTo>
                  <a:pt x="943" y="684"/>
                </a:lnTo>
                <a:lnTo>
                  <a:pt x="941" y="692"/>
                </a:lnTo>
                <a:lnTo>
                  <a:pt x="938" y="700"/>
                </a:lnTo>
                <a:lnTo>
                  <a:pt x="936" y="709"/>
                </a:lnTo>
                <a:lnTo>
                  <a:pt x="933" y="717"/>
                </a:lnTo>
                <a:lnTo>
                  <a:pt x="929" y="726"/>
                </a:lnTo>
                <a:lnTo>
                  <a:pt x="926" y="734"/>
                </a:lnTo>
                <a:lnTo>
                  <a:pt x="923" y="742"/>
                </a:lnTo>
                <a:lnTo>
                  <a:pt x="919" y="750"/>
                </a:lnTo>
                <a:lnTo>
                  <a:pt x="915" y="758"/>
                </a:lnTo>
                <a:lnTo>
                  <a:pt x="911" y="765"/>
                </a:lnTo>
                <a:lnTo>
                  <a:pt x="906" y="773"/>
                </a:lnTo>
                <a:lnTo>
                  <a:pt x="902" y="780"/>
                </a:lnTo>
                <a:lnTo>
                  <a:pt x="897" y="788"/>
                </a:lnTo>
                <a:lnTo>
                  <a:pt x="893" y="795"/>
                </a:lnTo>
                <a:lnTo>
                  <a:pt x="888" y="802"/>
                </a:lnTo>
                <a:lnTo>
                  <a:pt x="883" y="809"/>
                </a:lnTo>
                <a:lnTo>
                  <a:pt x="877" y="816"/>
                </a:lnTo>
                <a:lnTo>
                  <a:pt x="872" y="823"/>
                </a:lnTo>
                <a:lnTo>
                  <a:pt x="866" y="830"/>
                </a:lnTo>
                <a:lnTo>
                  <a:pt x="861" y="836"/>
                </a:lnTo>
                <a:lnTo>
                  <a:pt x="855" y="843"/>
                </a:lnTo>
                <a:lnTo>
                  <a:pt x="849" y="848"/>
                </a:lnTo>
                <a:lnTo>
                  <a:pt x="841" y="856"/>
                </a:lnTo>
                <a:lnTo>
                  <a:pt x="832" y="864"/>
                </a:lnTo>
                <a:lnTo>
                  <a:pt x="823" y="872"/>
                </a:lnTo>
                <a:lnTo>
                  <a:pt x="814" y="879"/>
                </a:lnTo>
                <a:lnTo>
                  <a:pt x="805" y="886"/>
                </a:lnTo>
                <a:lnTo>
                  <a:pt x="796" y="892"/>
                </a:lnTo>
                <a:lnTo>
                  <a:pt x="786" y="899"/>
                </a:lnTo>
                <a:lnTo>
                  <a:pt x="777" y="904"/>
                </a:lnTo>
                <a:lnTo>
                  <a:pt x="766" y="910"/>
                </a:lnTo>
                <a:lnTo>
                  <a:pt x="756" y="916"/>
                </a:lnTo>
                <a:lnTo>
                  <a:pt x="745" y="921"/>
                </a:lnTo>
                <a:lnTo>
                  <a:pt x="735" y="925"/>
                </a:lnTo>
                <a:lnTo>
                  <a:pt x="725" y="930"/>
                </a:lnTo>
                <a:lnTo>
                  <a:pt x="713" y="934"/>
                </a:lnTo>
                <a:lnTo>
                  <a:pt x="702" y="938"/>
                </a:lnTo>
                <a:lnTo>
                  <a:pt x="691" y="941"/>
                </a:lnTo>
                <a:lnTo>
                  <a:pt x="699" y="952"/>
                </a:lnTo>
                <a:lnTo>
                  <a:pt x="710" y="949"/>
                </a:lnTo>
                <a:lnTo>
                  <a:pt x="721" y="945"/>
                </a:lnTo>
                <a:lnTo>
                  <a:pt x="733" y="941"/>
                </a:lnTo>
                <a:lnTo>
                  <a:pt x="743" y="936"/>
                </a:lnTo>
                <a:lnTo>
                  <a:pt x="754" y="932"/>
                </a:lnTo>
                <a:lnTo>
                  <a:pt x="765" y="927"/>
                </a:lnTo>
                <a:lnTo>
                  <a:pt x="775" y="921"/>
                </a:lnTo>
                <a:lnTo>
                  <a:pt x="785" y="915"/>
                </a:lnTo>
                <a:lnTo>
                  <a:pt x="795" y="909"/>
                </a:lnTo>
                <a:lnTo>
                  <a:pt x="805" y="903"/>
                </a:lnTo>
                <a:lnTo>
                  <a:pt x="814" y="896"/>
                </a:lnTo>
                <a:lnTo>
                  <a:pt x="823" y="888"/>
                </a:lnTo>
                <a:lnTo>
                  <a:pt x="833" y="881"/>
                </a:lnTo>
                <a:lnTo>
                  <a:pt x="841" y="874"/>
                </a:lnTo>
                <a:lnTo>
                  <a:pt x="850" y="866"/>
                </a:lnTo>
                <a:lnTo>
                  <a:pt x="858" y="858"/>
                </a:lnTo>
                <a:lnTo>
                  <a:pt x="865" y="852"/>
                </a:lnTo>
                <a:lnTo>
                  <a:pt x="871" y="845"/>
                </a:lnTo>
                <a:lnTo>
                  <a:pt x="877" y="838"/>
                </a:lnTo>
                <a:lnTo>
                  <a:pt x="882" y="832"/>
                </a:lnTo>
                <a:lnTo>
                  <a:pt x="888" y="824"/>
                </a:lnTo>
                <a:lnTo>
                  <a:pt x="893" y="817"/>
                </a:lnTo>
                <a:lnTo>
                  <a:pt x="898" y="810"/>
                </a:lnTo>
                <a:lnTo>
                  <a:pt x="904" y="803"/>
                </a:lnTo>
                <a:lnTo>
                  <a:pt x="909" y="795"/>
                </a:lnTo>
                <a:lnTo>
                  <a:pt x="913" y="788"/>
                </a:lnTo>
                <a:lnTo>
                  <a:pt x="918" y="780"/>
                </a:lnTo>
                <a:lnTo>
                  <a:pt x="923" y="772"/>
                </a:lnTo>
                <a:lnTo>
                  <a:pt x="927" y="764"/>
                </a:lnTo>
                <a:lnTo>
                  <a:pt x="931" y="756"/>
                </a:lnTo>
                <a:lnTo>
                  <a:pt x="935" y="748"/>
                </a:lnTo>
                <a:lnTo>
                  <a:pt x="938" y="739"/>
                </a:lnTo>
                <a:lnTo>
                  <a:pt x="941" y="731"/>
                </a:lnTo>
                <a:lnTo>
                  <a:pt x="945" y="722"/>
                </a:lnTo>
                <a:lnTo>
                  <a:pt x="948" y="713"/>
                </a:lnTo>
                <a:lnTo>
                  <a:pt x="951" y="704"/>
                </a:lnTo>
                <a:lnTo>
                  <a:pt x="953" y="696"/>
                </a:lnTo>
                <a:lnTo>
                  <a:pt x="956" y="687"/>
                </a:lnTo>
                <a:lnTo>
                  <a:pt x="958" y="678"/>
                </a:lnTo>
                <a:lnTo>
                  <a:pt x="960" y="669"/>
                </a:lnTo>
                <a:lnTo>
                  <a:pt x="961" y="660"/>
                </a:lnTo>
                <a:lnTo>
                  <a:pt x="964" y="650"/>
                </a:lnTo>
                <a:lnTo>
                  <a:pt x="965" y="641"/>
                </a:lnTo>
                <a:lnTo>
                  <a:pt x="965" y="632"/>
                </a:lnTo>
                <a:lnTo>
                  <a:pt x="967" y="622"/>
                </a:lnTo>
                <a:lnTo>
                  <a:pt x="967" y="612"/>
                </a:lnTo>
                <a:lnTo>
                  <a:pt x="968" y="60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93"/>
                </a:lnTo>
                <a:lnTo>
                  <a:pt x="968" y="584"/>
                </a:lnTo>
                <a:lnTo>
                  <a:pt x="967" y="574"/>
                </a:lnTo>
                <a:lnTo>
                  <a:pt x="967" y="564"/>
                </a:lnTo>
                <a:lnTo>
                  <a:pt x="965" y="555"/>
                </a:lnTo>
                <a:lnTo>
                  <a:pt x="965" y="546"/>
                </a:lnTo>
                <a:lnTo>
                  <a:pt x="964" y="536"/>
                </a:lnTo>
                <a:lnTo>
                  <a:pt x="961" y="527"/>
                </a:lnTo>
                <a:lnTo>
                  <a:pt x="960" y="518"/>
                </a:lnTo>
                <a:lnTo>
                  <a:pt x="958" y="509"/>
                </a:lnTo>
                <a:lnTo>
                  <a:pt x="956" y="500"/>
                </a:lnTo>
                <a:lnTo>
                  <a:pt x="953" y="491"/>
                </a:lnTo>
                <a:lnTo>
                  <a:pt x="951" y="482"/>
                </a:lnTo>
                <a:lnTo>
                  <a:pt x="948" y="473"/>
                </a:lnTo>
                <a:lnTo>
                  <a:pt x="945" y="464"/>
                </a:lnTo>
                <a:lnTo>
                  <a:pt x="941" y="456"/>
                </a:lnTo>
                <a:lnTo>
                  <a:pt x="938" y="448"/>
                </a:lnTo>
                <a:lnTo>
                  <a:pt x="935" y="439"/>
                </a:lnTo>
                <a:lnTo>
                  <a:pt x="931" y="431"/>
                </a:lnTo>
                <a:lnTo>
                  <a:pt x="927" y="423"/>
                </a:lnTo>
                <a:lnTo>
                  <a:pt x="923" y="415"/>
                </a:lnTo>
                <a:lnTo>
                  <a:pt x="918" y="407"/>
                </a:lnTo>
                <a:lnTo>
                  <a:pt x="913" y="399"/>
                </a:lnTo>
                <a:lnTo>
                  <a:pt x="909" y="391"/>
                </a:lnTo>
                <a:lnTo>
                  <a:pt x="904" y="383"/>
                </a:lnTo>
                <a:lnTo>
                  <a:pt x="898" y="376"/>
                </a:lnTo>
                <a:lnTo>
                  <a:pt x="893" y="369"/>
                </a:lnTo>
                <a:lnTo>
                  <a:pt x="888" y="362"/>
                </a:lnTo>
                <a:lnTo>
                  <a:pt x="882" y="355"/>
                </a:lnTo>
                <a:lnTo>
                  <a:pt x="877" y="348"/>
                </a:lnTo>
                <a:lnTo>
                  <a:pt x="871" y="342"/>
                </a:lnTo>
                <a:lnTo>
                  <a:pt x="865" y="335"/>
                </a:lnTo>
                <a:lnTo>
                  <a:pt x="858" y="328"/>
                </a:lnTo>
                <a:lnTo>
                  <a:pt x="852" y="322"/>
                </a:lnTo>
                <a:lnTo>
                  <a:pt x="845" y="316"/>
                </a:lnTo>
                <a:lnTo>
                  <a:pt x="838" y="310"/>
                </a:lnTo>
                <a:lnTo>
                  <a:pt x="832" y="304"/>
                </a:lnTo>
                <a:lnTo>
                  <a:pt x="825" y="299"/>
                </a:lnTo>
                <a:lnTo>
                  <a:pt x="817" y="293"/>
                </a:lnTo>
                <a:lnTo>
                  <a:pt x="810" y="288"/>
                </a:lnTo>
                <a:lnTo>
                  <a:pt x="803" y="283"/>
                </a:lnTo>
                <a:lnTo>
                  <a:pt x="795" y="278"/>
                </a:lnTo>
                <a:lnTo>
                  <a:pt x="787" y="273"/>
                </a:lnTo>
                <a:lnTo>
                  <a:pt x="780" y="268"/>
                </a:lnTo>
                <a:lnTo>
                  <a:pt x="772" y="264"/>
                </a:lnTo>
                <a:lnTo>
                  <a:pt x="764" y="259"/>
                </a:lnTo>
                <a:lnTo>
                  <a:pt x="756" y="255"/>
                </a:lnTo>
                <a:lnTo>
                  <a:pt x="748" y="251"/>
                </a:lnTo>
                <a:lnTo>
                  <a:pt x="739" y="248"/>
                </a:lnTo>
                <a:lnTo>
                  <a:pt x="731" y="245"/>
                </a:lnTo>
                <a:lnTo>
                  <a:pt x="722" y="242"/>
                </a:lnTo>
                <a:lnTo>
                  <a:pt x="713" y="239"/>
                </a:lnTo>
                <a:lnTo>
                  <a:pt x="705" y="235"/>
                </a:lnTo>
                <a:lnTo>
                  <a:pt x="696" y="233"/>
                </a:lnTo>
                <a:lnTo>
                  <a:pt x="687" y="231"/>
                </a:lnTo>
                <a:lnTo>
                  <a:pt x="678" y="228"/>
                </a:lnTo>
                <a:lnTo>
                  <a:pt x="669" y="227"/>
                </a:lnTo>
                <a:lnTo>
                  <a:pt x="660" y="225"/>
                </a:lnTo>
                <a:lnTo>
                  <a:pt x="650" y="223"/>
                </a:lnTo>
                <a:lnTo>
                  <a:pt x="641" y="222"/>
                </a:lnTo>
                <a:lnTo>
                  <a:pt x="632" y="221"/>
                </a:lnTo>
                <a:lnTo>
                  <a:pt x="622" y="220"/>
                </a:lnTo>
                <a:lnTo>
                  <a:pt x="613" y="219"/>
                </a:lnTo>
                <a:lnTo>
                  <a:pt x="60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lnTo>
                  <a:pt x="593" y="219"/>
                </a:lnTo>
                <a:close/>
                <a:moveTo>
                  <a:pt x="593" y="14"/>
                </a:move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93" y="14"/>
                </a:lnTo>
                <a:lnTo>
                  <a:pt x="578" y="14"/>
                </a:lnTo>
                <a:lnTo>
                  <a:pt x="564" y="15"/>
                </a:lnTo>
                <a:lnTo>
                  <a:pt x="548" y="15"/>
                </a:lnTo>
                <a:lnTo>
                  <a:pt x="534" y="16"/>
                </a:lnTo>
                <a:lnTo>
                  <a:pt x="520" y="19"/>
                </a:lnTo>
                <a:lnTo>
                  <a:pt x="505" y="20"/>
                </a:lnTo>
                <a:lnTo>
                  <a:pt x="491" y="23"/>
                </a:lnTo>
                <a:lnTo>
                  <a:pt x="476" y="26"/>
                </a:lnTo>
                <a:lnTo>
                  <a:pt x="463" y="28"/>
                </a:lnTo>
                <a:lnTo>
                  <a:pt x="448" y="32"/>
                </a:lnTo>
                <a:lnTo>
                  <a:pt x="435" y="35"/>
                </a:lnTo>
                <a:lnTo>
                  <a:pt x="421" y="40"/>
                </a:lnTo>
                <a:lnTo>
                  <a:pt x="408" y="44"/>
                </a:lnTo>
                <a:lnTo>
                  <a:pt x="394" y="49"/>
                </a:lnTo>
                <a:lnTo>
                  <a:pt x="381" y="54"/>
                </a:lnTo>
                <a:lnTo>
                  <a:pt x="368" y="59"/>
                </a:lnTo>
                <a:lnTo>
                  <a:pt x="355" y="65"/>
                </a:lnTo>
                <a:lnTo>
                  <a:pt x="342" y="71"/>
                </a:lnTo>
                <a:lnTo>
                  <a:pt x="329" y="77"/>
                </a:lnTo>
                <a:lnTo>
                  <a:pt x="317" y="83"/>
                </a:lnTo>
                <a:lnTo>
                  <a:pt x="305" y="91"/>
                </a:lnTo>
                <a:lnTo>
                  <a:pt x="292" y="98"/>
                </a:lnTo>
                <a:lnTo>
                  <a:pt x="281" y="105"/>
                </a:lnTo>
                <a:lnTo>
                  <a:pt x="269" y="113"/>
                </a:lnTo>
                <a:lnTo>
                  <a:pt x="258" y="120"/>
                </a:lnTo>
                <a:lnTo>
                  <a:pt x="247" y="129"/>
                </a:lnTo>
                <a:lnTo>
                  <a:pt x="236" y="137"/>
                </a:lnTo>
                <a:lnTo>
                  <a:pt x="224" y="146"/>
                </a:lnTo>
                <a:lnTo>
                  <a:pt x="214" y="155"/>
                </a:lnTo>
                <a:lnTo>
                  <a:pt x="203" y="164"/>
                </a:lnTo>
                <a:lnTo>
                  <a:pt x="193" y="174"/>
                </a:lnTo>
                <a:lnTo>
                  <a:pt x="183" y="183"/>
                </a:lnTo>
                <a:lnTo>
                  <a:pt x="174" y="194"/>
                </a:lnTo>
                <a:lnTo>
                  <a:pt x="164" y="203"/>
                </a:lnTo>
                <a:lnTo>
                  <a:pt x="155" y="214"/>
                </a:lnTo>
                <a:lnTo>
                  <a:pt x="146" y="224"/>
                </a:lnTo>
                <a:lnTo>
                  <a:pt x="137" y="235"/>
                </a:lnTo>
                <a:lnTo>
                  <a:pt x="129" y="247"/>
                </a:lnTo>
                <a:lnTo>
                  <a:pt x="120" y="258"/>
                </a:lnTo>
                <a:lnTo>
                  <a:pt x="112" y="269"/>
                </a:lnTo>
                <a:lnTo>
                  <a:pt x="105" y="281"/>
                </a:lnTo>
                <a:lnTo>
                  <a:pt x="98" y="292"/>
                </a:lnTo>
                <a:lnTo>
                  <a:pt x="91" y="305"/>
                </a:lnTo>
                <a:lnTo>
                  <a:pt x="83" y="317"/>
                </a:lnTo>
                <a:lnTo>
                  <a:pt x="77" y="330"/>
                </a:lnTo>
                <a:lnTo>
                  <a:pt x="71" y="342"/>
                </a:lnTo>
                <a:lnTo>
                  <a:pt x="65" y="355"/>
                </a:lnTo>
                <a:lnTo>
                  <a:pt x="59" y="367"/>
                </a:lnTo>
                <a:lnTo>
                  <a:pt x="54" y="381"/>
                </a:lnTo>
                <a:lnTo>
                  <a:pt x="49" y="394"/>
                </a:lnTo>
                <a:lnTo>
                  <a:pt x="44" y="408"/>
                </a:lnTo>
                <a:lnTo>
                  <a:pt x="39" y="421"/>
                </a:lnTo>
                <a:lnTo>
                  <a:pt x="35" y="435"/>
                </a:lnTo>
                <a:lnTo>
                  <a:pt x="32" y="448"/>
                </a:lnTo>
                <a:lnTo>
                  <a:pt x="28" y="463"/>
                </a:lnTo>
                <a:lnTo>
                  <a:pt x="25" y="476"/>
                </a:lnTo>
                <a:lnTo>
                  <a:pt x="23" y="491"/>
                </a:lnTo>
                <a:lnTo>
                  <a:pt x="20" y="505"/>
                </a:lnTo>
                <a:lnTo>
                  <a:pt x="18" y="520"/>
                </a:lnTo>
                <a:lnTo>
                  <a:pt x="16" y="534"/>
                </a:lnTo>
                <a:lnTo>
                  <a:pt x="15" y="548"/>
                </a:lnTo>
                <a:lnTo>
                  <a:pt x="15" y="564"/>
                </a:lnTo>
                <a:lnTo>
                  <a:pt x="14" y="578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593"/>
                </a:lnTo>
                <a:lnTo>
                  <a:pt x="14" y="608"/>
                </a:lnTo>
                <a:lnTo>
                  <a:pt x="15" y="623"/>
                </a:lnTo>
                <a:lnTo>
                  <a:pt x="15" y="638"/>
                </a:lnTo>
                <a:lnTo>
                  <a:pt x="16" y="652"/>
                </a:lnTo>
                <a:lnTo>
                  <a:pt x="18" y="667"/>
                </a:lnTo>
                <a:lnTo>
                  <a:pt x="20" y="682"/>
                </a:lnTo>
                <a:lnTo>
                  <a:pt x="23" y="696"/>
                </a:lnTo>
                <a:lnTo>
                  <a:pt x="25" y="710"/>
                </a:lnTo>
                <a:lnTo>
                  <a:pt x="28" y="724"/>
                </a:lnTo>
                <a:lnTo>
                  <a:pt x="32" y="738"/>
                </a:lnTo>
                <a:lnTo>
                  <a:pt x="35" y="752"/>
                </a:lnTo>
                <a:lnTo>
                  <a:pt x="40" y="765"/>
                </a:lnTo>
                <a:lnTo>
                  <a:pt x="44" y="779"/>
                </a:lnTo>
                <a:lnTo>
                  <a:pt x="49" y="792"/>
                </a:lnTo>
                <a:lnTo>
                  <a:pt x="54" y="806"/>
                </a:lnTo>
                <a:lnTo>
                  <a:pt x="59" y="819"/>
                </a:lnTo>
                <a:lnTo>
                  <a:pt x="65" y="832"/>
                </a:lnTo>
                <a:lnTo>
                  <a:pt x="71" y="844"/>
                </a:lnTo>
                <a:lnTo>
                  <a:pt x="77" y="857"/>
                </a:lnTo>
                <a:lnTo>
                  <a:pt x="83" y="869"/>
                </a:lnTo>
                <a:lnTo>
                  <a:pt x="91" y="882"/>
                </a:lnTo>
                <a:lnTo>
                  <a:pt x="98" y="894"/>
                </a:lnTo>
                <a:lnTo>
                  <a:pt x="105" y="906"/>
                </a:lnTo>
                <a:lnTo>
                  <a:pt x="112" y="917"/>
                </a:lnTo>
                <a:lnTo>
                  <a:pt x="120" y="928"/>
                </a:lnTo>
                <a:lnTo>
                  <a:pt x="129" y="940"/>
                </a:lnTo>
                <a:lnTo>
                  <a:pt x="137" y="951"/>
                </a:lnTo>
                <a:lnTo>
                  <a:pt x="146" y="962"/>
                </a:lnTo>
                <a:lnTo>
                  <a:pt x="155" y="972"/>
                </a:lnTo>
                <a:lnTo>
                  <a:pt x="164" y="983"/>
                </a:lnTo>
                <a:lnTo>
                  <a:pt x="174" y="993"/>
                </a:lnTo>
                <a:lnTo>
                  <a:pt x="183" y="1003"/>
                </a:lnTo>
                <a:lnTo>
                  <a:pt x="193" y="1012"/>
                </a:lnTo>
                <a:lnTo>
                  <a:pt x="203" y="1022"/>
                </a:lnTo>
                <a:lnTo>
                  <a:pt x="214" y="1032"/>
                </a:lnTo>
                <a:lnTo>
                  <a:pt x="224" y="1040"/>
                </a:lnTo>
                <a:lnTo>
                  <a:pt x="236" y="1049"/>
                </a:lnTo>
                <a:lnTo>
                  <a:pt x="247" y="1058"/>
                </a:lnTo>
                <a:lnTo>
                  <a:pt x="258" y="1066"/>
                </a:lnTo>
                <a:lnTo>
                  <a:pt x="269" y="1074"/>
                </a:lnTo>
                <a:lnTo>
                  <a:pt x="281" y="1081"/>
                </a:lnTo>
                <a:lnTo>
                  <a:pt x="292" y="1089"/>
                </a:lnTo>
                <a:lnTo>
                  <a:pt x="305" y="1096"/>
                </a:lnTo>
                <a:lnTo>
                  <a:pt x="317" y="1103"/>
                </a:lnTo>
                <a:lnTo>
                  <a:pt x="329" y="1109"/>
                </a:lnTo>
                <a:lnTo>
                  <a:pt x="342" y="1116"/>
                </a:lnTo>
                <a:lnTo>
                  <a:pt x="355" y="1121"/>
                </a:lnTo>
                <a:lnTo>
                  <a:pt x="368" y="1127"/>
                </a:lnTo>
                <a:lnTo>
                  <a:pt x="381" y="1133"/>
                </a:lnTo>
                <a:lnTo>
                  <a:pt x="394" y="1138"/>
                </a:lnTo>
                <a:lnTo>
                  <a:pt x="408" y="1142"/>
                </a:lnTo>
                <a:lnTo>
                  <a:pt x="421" y="1147"/>
                </a:lnTo>
                <a:lnTo>
                  <a:pt x="435" y="1151"/>
                </a:lnTo>
                <a:lnTo>
                  <a:pt x="448" y="1155"/>
                </a:lnTo>
                <a:lnTo>
                  <a:pt x="463" y="1158"/>
                </a:lnTo>
                <a:lnTo>
                  <a:pt x="476" y="1161"/>
                </a:lnTo>
                <a:lnTo>
                  <a:pt x="491" y="1164"/>
                </a:lnTo>
                <a:lnTo>
                  <a:pt x="505" y="1166"/>
                </a:lnTo>
                <a:lnTo>
                  <a:pt x="520" y="1169"/>
                </a:lnTo>
                <a:lnTo>
                  <a:pt x="534" y="1170"/>
                </a:lnTo>
                <a:lnTo>
                  <a:pt x="548" y="1171"/>
                </a:lnTo>
                <a:lnTo>
                  <a:pt x="564" y="1172"/>
                </a:lnTo>
                <a:lnTo>
                  <a:pt x="578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593" y="1173"/>
                </a:lnTo>
                <a:lnTo>
                  <a:pt x="609" y="1173"/>
                </a:lnTo>
                <a:lnTo>
                  <a:pt x="623" y="1172"/>
                </a:lnTo>
                <a:lnTo>
                  <a:pt x="638" y="1171"/>
                </a:lnTo>
                <a:lnTo>
                  <a:pt x="653" y="1170"/>
                </a:lnTo>
                <a:lnTo>
                  <a:pt x="667" y="1169"/>
                </a:lnTo>
                <a:lnTo>
                  <a:pt x="681" y="1166"/>
                </a:lnTo>
                <a:lnTo>
                  <a:pt x="696" y="1164"/>
                </a:lnTo>
                <a:lnTo>
                  <a:pt x="710" y="1161"/>
                </a:lnTo>
                <a:lnTo>
                  <a:pt x="725" y="1158"/>
                </a:lnTo>
                <a:lnTo>
                  <a:pt x="738" y="1155"/>
                </a:lnTo>
                <a:lnTo>
                  <a:pt x="752" y="1151"/>
                </a:lnTo>
                <a:lnTo>
                  <a:pt x="765" y="1147"/>
                </a:lnTo>
                <a:lnTo>
                  <a:pt x="779" y="1142"/>
                </a:lnTo>
                <a:lnTo>
                  <a:pt x="793" y="1138"/>
                </a:lnTo>
                <a:lnTo>
                  <a:pt x="806" y="1133"/>
                </a:lnTo>
                <a:lnTo>
                  <a:pt x="819" y="1127"/>
                </a:lnTo>
                <a:lnTo>
                  <a:pt x="832" y="1121"/>
                </a:lnTo>
                <a:lnTo>
                  <a:pt x="845" y="1116"/>
                </a:lnTo>
                <a:lnTo>
                  <a:pt x="857" y="1109"/>
                </a:lnTo>
                <a:lnTo>
                  <a:pt x="869" y="1103"/>
                </a:lnTo>
                <a:lnTo>
                  <a:pt x="882" y="1096"/>
                </a:lnTo>
                <a:lnTo>
                  <a:pt x="893" y="1089"/>
                </a:lnTo>
                <a:lnTo>
                  <a:pt x="905" y="1081"/>
                </a:lnTo>
                <a:lnTo>
                  <a:pt x="917" y="1074"/>
                </a:lnTo>
                <a:lnTo>
                  <a:pt x="929" y="1066"/>
                </a:lnTo>
                <a:lnTo>
                  <a:pt x="940" y="1058"/>
                </a:lnTo>
                <a:lnTo>
                  <a:pt x="951" y="1049"/>
                </a:lnTo>
                <a:lnTo>
                  <a:pt x="961" y="1040"/>
                </a:lnTo>
                <a:lnTo>
                  <a:pt x="973" y="1032"/>
                </a:lnTo>
                <a:lnTo>
                  <a:pt x="983" y="1022"/>
                </a:lnTo>
                <a:lnTo>
                  <a:pt x="994" y="1012"/>
                </a:lnTo>
                <a:lnTo>
                  <a:pt x="1003" y="1003"/>
                </a:lnTo>
                <a:lnTo>
                  <a:pt x="1013" y="993"/>
                </a:lnTo>
                <a:lnTo>
                  <a:pt x="1022" y="983"/>
                </a:lnTo>
                <a:lnTo>
                  <a:pt x="1032" y="972"/>
                </a:lnTo>
                <a:lnTo>
                  <a:pt x="1041" y="962"/>
                </a:lnTo>
                <a:lnTo>
                  <a:pt x="1050" y="951"/>
                </a:lnTo>
                <a:lnTo>
                  <a:pt x="1058" y="940"/>
                </a:lnTo>
                <a:lnTo>
                  <a:pt x="1066" y="928"/>
                </a:lnTo>
                <a:lnTo>
                  <a:pt x="1074" y="917"/>
                </a:lnTo>
                <a:lnTo>
                  <a:pt x="1082" y="906"/>
                </a:lnTo>
                <a:lnTo>
                  <a:pt x="1089" y="894"/>
                </a:lnTo>
                <a:lnTo>
                  <a:pt x="1096" y="882"/>
                </a:lnTo>
                <a:lnTo>
                  <a:pt x="1103" y="869"/>
                </a:lnTo>
                <a:lnTo>
                  <a:pt x="1110" y="857"/>
                </a:lnTo>
                <a:lnTo>
                  <a:pt x="1116" y="844"/>
                </a:lnTo>
                <a:lnTo>
                  <a:pt x="1122" y="832"/>
                </a:lnTo>
                <a:lnTo>
                  <a:pt x="1127" y="819"/>
                </a:lnTo>
                <a:lnTo>
                  <a:pt x="1133" y="806"/>
                </a:lnTo>
                <a:lnTo>
                  <a:pt x="1138" y="792"/>
                </a:lnTo>
                <a:lnTo>
                  <a:pt x="1142" y="779"/>
                </a:lnTo>
                <a:lnTo>
                  <a:pt x="1147" y="765"/>
                </a:lnTo>
                <a:lnTo>
                  <a:pt x="1151" y="752"/>
                </a:lnTo>
                <a:lnTo>
                  <a:pt x="1154" y="738"/>
                </a:lnTo>
                <a:lnTo>
                  <a:pt x="1158" y="724"/>
                </a:lnTo>
                <a:lnTo>
                  <a:pt x="1162" y="710"/>
                </a:lnTo>
                <a:lnTo>
                  <a:pt x="1164" y="696"/>
                </a:lnTo>
                <a:lnTo>
                  <a:pt x="1166" y="682"/>
                </a:lnTo>
                <a:lnTo>
                  <a:pt x="1168" y="667"/>
                </a:lnTo>
                <a:lnTo>
                  <a:pt x="1170" y="652"/>
                </a:lnTo>
                <a:lnTo>
                  <a:pt x="1171" y="638"/>
                </a:lnTo>
                <a:lnTo>
                  <a:pt x="1172" y="623"/>
                </a:lnTo>
                <a:lnTo>
                  <a:pt x="1173" y="608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93"/>
                </a:lnTo>
                <a:lnTo>
                  <a:pt x="1173" y="578"/>
                </a:lnTo>
                <a:lnTo>
                  <a:pt x="1172" y="564"/>
                </a:lnTo>
                <a:lnTo>
                  <a:pt x="1171" y="548"/>
                </a:lnTo>
                <a:lnTo>
                  <a:pt x="1170" y="534"/>
                </a:lnTo>
                <a:lnTo>
                  <a:pt x="1168" y="520"/>
                </a:lnTo>
                <a:lnTo>
                  <a:pt x="1166" y="505"/>
                </a:lnTo>
                <a:lnTo>
                  <a:pt x="1164" y="491"/>
                </a:lnTo>
                <a:lnTo>
                  <a:pt x="1162" y="476"/>
                </a:lnTo>
                <a:lnTo>
                  <a:pt x="1158" y="463"/>
                </a:lnTo>
                <a:lnTo>
                  <a:pt x="1154" y="448"/>
                </a:lnTo>
                <a:lnTo>
                  <a:pt x="1151" y="435"/>
                </a:lnTo>
                <a:lnTo>
                  <a:pt x="1147" y="421"/>
                </a:lnTo>
                <a:lnTo>
                  <a:pt x="1142" y="408"/>
                </a:lnTo>
                <a:lnTo>
                  <a:pt x="1138" y="394"/>
                </a:lnTo>
                <a:lnTo>
                  <a:pt x="1133" y="381"/>
                </a:lnTo>
                <a:lnTo>
                  <a:pt x="1127" y="367"/>
                </a:lnTo>
                <a:lnTo>
                  <a:pt x="1122" y="355"/>
                </a:lnTo>
                <a:lnTo>
                  <a:pt x="1116" y="342"/>
                </a:lnTo>
                <a:lnTo>
                  <a:pt x="1110" y="330"/>
                </a:lnTo>
                <a:lnTo>
                  <a:pt x="1103" y="317"/>
                </a:lnTo>
                <a:lnTo>
                  <a:pt x="1096" y="305"/>
                </a:lnTo>
                <a:lnTo>
                  <a:pt x="1089" y="292"/>
                </a:lnTo>
                <a:lnTo>
                  <a:pt x="1082" y="281"/>
                </a:lnTo>
                <a:lnTo>
                  <a:pt x="1074" y="269"/>
                </a:lnTo>
                <a:lnTo>
                  <a:pt x="1066" y="258"/>
                </a:lnTo>
                <a:lnTo>
                  <a:pt x="1058" y="247"/>
                </a:lnTo>
                <a:lnTo>
                  <a:pt x="1050" y="235"/>
                </a:lnTo>
                <a:lnTo>
                  <a:pt x="1041" y="224"/>
                </a:lnTo>
                <a:lnTo>
                  <a:pt x="1032" y="214"/>
                </a:lnTo>
                <a:lnTo>
                  <a:pt x="1022" y="203"/>
                </a:lnTo>
                <a:lnTo>
                  <a:pt x="1013" y="194"/>
                </a:lnTo>
                <a:lnTo>
                  <a:pt x="1003" y="183"/>
                </a:lnTo>
                <a:lnTo>
                  <a:pt x="994" y="174"/>
                </a:lnTo>
                <a:lnTo>
                  <a:pt x="983" y="164"/>
                </a:lnTo>
                <a:lnTo>
                  <a:pt x="973" y="155"/>
                </a:lnTo>
                <a:lnTo>
                  <a:pt x="961" y="146"/>
                </a:lnTo>
                <a:lnTo>
                  <a:pt x="951" y="137"/>
                </a:lnTo>
                <a:lnTo>
                  <a:pt x="940" y="129"/>
                </a:lnTo>
                <a:lnTo>
                  <a:pt x="929" y="120"/>
                </a:lnTo>
                <a:lnTo>
                  <a:pt x="917" y="113"/>
                </a:lnTo>
                <a:lnTo>
                  <a:pt x="905" y="105"/>
                </a:lnTo>
                <a:lnTo>
                  <a:pt x="893" y="98"/>
                </a:lnTo>
                <a:lnTo>
                  <a:pt x="882" y="91"/>
                </a:lnTo>
                <a:lnTo>
                  <a:pt x="869" y="83"/>
                </a:lnTo>
                <a:lnTo>
                  <a:pt x="857" y="77"/>
                </a:lnTo>
                <a:lnTo>
                  <a:pt x="845" y="71"/>
                </a:lnTo>
                <a:lnTo>
                  <a:pt x="832" y="65"/>
                </a:lnTo>
                <a:lnTo>
                  <a:pt x="819" y="59"/>
                </a:lnTo>
                <a:lnTo>
                  <a:pt x="806" y="54"/>
                </a:lnTo>
                <a:lnTo>
                  <a:pt x="793" y="49"/>
                </a:lnTo>
                <a:lnTo>
                  <a:pt x="779" y="44"/>
                </a:lnTo>
                <a:lnTo>
                  <a:pt x="765" y="40"/>
                </a:lnTo>
                <a:lnTo>
                  <a:pt x="752" y="35"/>
                </a:lnTo>
                <a:lnTo>
                  <a:pt x="738" y="32"/>
                </a:lnTo>
                <a:lnTo>
                  <a:pt x="725" y="28"/>
                </a:lnTo>
                <a:lnTo>
                  <a:pt x="710" y="26"/>
                </a:lnTo>
                <a:lnTo>
                  <a:pt x="696" y="23"/>
                </a:lnTo>
                <a:lnTo>
                  <a:pt x="681" y="20"/>
                </a:lnTo>
                <a:lnTo>
                  <a:pt x="667" y="19"/>
                </a:lnTo>
                <a:lnTo>
                  <a:pt x="653" y="16"/>
                </a:lnTo>
                <a:lnTo>
                  <a:pt x="638" y="15"/>
                </a:lnTo>
                <a:lnTo>
                  <a:pt x="623" y="15"/>
                </a:lnTo>
                <a:lnTo>
                  <a:pt x="609" y="14"/>
                </a:lnTo>
                <a:lnTo>
                  <a:pt x="593" y="1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38" name="íŝ1íḑe">
            <a:extLst>
              <a:ext uri="{FF2B5EF4-FFF2-40B4-BE49-F238E27FC236}">
                <a16:creationId xmlns:a16="http://schemas.microsoft.com/office/drawing/2014/main" id="{302EEE72-AF3F-43C3-9492-F29B5F280DF4}"/>
              </a:ext>
            </a:extLst>
          </p:cNvPr>
          <p:cNvSpPr>
            <a:spLocks noGrp="1"/>
          </p:cNvSpPr>
          <p:nvPr/>
        </p:nvSpPr>
        <p:spPr>
          <a:xfrm>
            <a:off x="858960" y="652320"/>
            <a:ext cx="118800" cy="84960"/>
          </a:xfrm>
          <a:custGeom>
            <a:avLst/>
            <a:gdLst>
              <a:gd name="textAreaLeft" fmla="*/ 0 w 118800"/>
              <a:gd name="textAreaRight" fmla="*/ 119160 w 118800"/>
              <a:gd name="textAreaTop" fmla="*/ 0 h 84960"/>
              <a:gd name="textAreaBottom" fmla="*/ 85320 h 84960"/>
              <a:gd name="GluePoint1X" fmla="*/ 121 w 273"/>
              <a:gd name="GluePoint1Y" fmla="*/ 190 h 195"/>
              <a:gd name="GluePoint2X" fmla="*/ 157 w 273"/>
              <a:gd name="GluePoint2Y" fmla="*/ 186 h 195"/>
              <a:gd name="GluePoint3X" fmla="*/ 184 w 273"/>
              <a:gd name="GluePoint3Y" fmla="*/ 151 h 195"/>
              <a:gd name="GluePoint4X" fmla="*/ 206 w 273"/>
              <a:gd name="GluePoint4Y" fmla="*/ 133 h 195"/>
              <a:gd name="GluePoint5X" fmla="*/ 247 w 273"/>
              <a:gd name="GluePoint5Y" fmla="*/ 119 h 195"/>
              <a:gd name="GluePoint6X" fmla="*/ 273 w 273"/>
              <a:gd name="GluePoint6Y" fmla="*/ 102 h 195"/>
              <a:gd name="GluePoint7X" fmla="*/ 245 w 273"/>
              <a:gd name="GluePoint7Y" fmla="*/ 71 h 195"/>
              <a:gd name="GluePoint8X" fmla="*/ 216 w 273"/>
              <a:gd name="GluePoint8Y" fmla="*/ 35 h 195"/>
              <a:gd name="GluePoint9X" fmla="*/ 207 w 273"/>
              <a:gd name="GluePoint9Y" fmla="*/ 1 h 195"/>
              <a:gd name="GluePoint10X" fmla="*/ 172 w 273"/>
              <a:gd name="GluePoint10Y" fmla="*/ 9 h 195"/>
              <a:gd name="GluePoint11X" fmla="*/ 129 w 273"/>
              <a:gd name="GluePoint11Y" fmla="*/ 24 h 195"/>
              <a:gd name="GluePoint12X" fmla="*/ 76 w 273"/>
              <a:gd name="GluePoint12Y" fmla="*/ 2 h 195"/>
              <a:gd name="GluePoint13X" fmla="*/ 62 w 273"/>
              <a:gd name="GluePoint13Y" fmla="*/ 6 h 195"/>
              <a:gd name="GluePoint14X" fmla="*/ 49 w 273"/>
              <a:gd name="GluePoint14Y" fmla="*/ 57 h 195"/>
              <a:gd name="GluePoint15X" fmla="*/ 15 w 273"/>
              <a:gd name="GluePoint15Y" fmla="*/ 89 h 195"/>
              <a:gd name="GluePoint16X" fmla="*/ 1 w 273"/>
              <a:gd name="GluePoint16Y" fmla="*/ 108 h 195"/>
              <a:gd name="GluePoint17X" fmla="*/ 46 w 273"/>
              <a:gd name="GluePoint17Y" fmla="*/ 132 h 195"/>
              <a:gd name="GluePoint18X" fmla="*/ 76 w 273"/>
              <a:gd name="GluePoint18Y" fmla="*/ 132 h 195"/>
              <a:gd name="GluePoint19X" fmla="*/ 130 w 273"/>
              <a:gd name="GluePoint19Y" fmla="*/ 100 h 195"/>
              <a:gd name="GluePoint20X" fmla="*/ 110 w 273"/>
              <a:gd name="GluePoint20Y" fmla="*/ 80 h 195"/>
              <a:gd name="GluePoint21X" fmla="*/ 105 w 273"/>
              <a:gd name="GluePoint21Y" fmla="*/ 85 h 195"/>
              <a:gd name="GluePoint22X" fmla="*/ 69 w 273"/>
              <a:gd name="GluePoint22Y" fmla="*/ 56 h 195"/>
              <a:gd name="GluePoint23X" fmla="*/ 73 w 273"/>
              <a:gd name="GluePoint23Y" fmla="*/ 13 h 195"/>
              <a:gd name="GluePoint24X" fmla="*/ 119 w 273"/>
              <a:gd name="GluePoint24Y" fmla="*/ 31 h 195"/>
              <a:gd name="GluePoint25X" fmla="*/ 154 w 273"/>
              <a:gd name="GluePoint25Y" fmla="*/ 31 h 195"/>
              <a:gd name="GluePoint26X" fmla="*/ 199 w 273"/>
              <a:gd name="GluePoint26Y" fmla="*/ 13 h 195"/>
              <a:gd name="GluePoint27X" fmla="*/ 205 w 273"/>
              <a:gd name="GluePoint27Y" fmla="*/ 56 h 195"/>
              <a:gd name="GluePoint28X" fmla="*/ 168 w 273"/>
              <a:gd name="GluePoint28Y" fmla="*/ 85 h 195"/>
              <a:gd name="GluePoint29X" fmla="*/ 163 w 273"/>
              <a:gd name="GluePoint29Y" fmla="*/ 80 h 195"/>
              <a:gd name="GluePoint30X" fmla="*/ 142 w 273"/>
              <a:gd name="GluePoint30Y" fmla="*/ 100 h 195"/>
              <a:gd name="GluePoint31X" fmla="*/ 145 w 273"/>
              <a:gd name="GluePoint31Y" fmla="*/ 54 h 195"/>
              <a:gd name="GluePoint32X" fmla="*/ 130 w 273"/>
              <a:gd name="GluePoint32Y" fmla="*/ 61 h 195"/>
              <a:gd name="GluePoint33X" fmla="*/ 137 w 273"/>
              <a:gd name="GluePoint33Y" fmla="*/ 45 h 195"/>
              <a:gd name="GluePoint34X" fmla="*/ 113 w 273"/>
              <a:gd name="GluePoint34Y" fmla="*/ 164 h 195"/>
              <a:gd name="GluePoint35X" fmla="*/ 141 w 273"/>
              <a:gd name="GluePoint35Y" fmla="*/ 173 h 195"/>
              <a:gd name="GluePoint36X" fmla="*/ 151 w 273"/>
              <a:gd name="GluePoint36Y" fmla="*/ 177 h 195"/>
              <a:gd name="GluePoint37X" fmla="*/ 121 w 273"/>
              <a:gd name="GluePoint37Y" fmla="*/ 150 h 195"/>
              <a:gd name="GluePoint38X" fmla="*/ 89 w 273"/>
              <a:gd name="GluePoint38Y" fmla="*/ 134 h 195"/>
              <a:gd name="GluePoint39X" fmla="*/ 95 w 273"/>
              <a:gd name="GluePoint39Y" fmla="*/ 108 h 195"/>
              <a:gd name="GluePoint40X" fmla="*/ 133 w 273"/>
              <a:gd name="GluePoint40Y" fmla="*/ 115 h 195"/>
              <a:gd name="GluePoint41X" fmla="*/ 157 w 273"/>
              <a:gd name="GluePoint41Y" fmla="*/ 105 h 195"/>
              <a:gd name="GluePoint42X" fmla="*/ 183 w 273"/>
              <a:gd name="GluePoint42Y" fmla="*/ 114 h 195"/>
              <a:gd name="GluePoint43X" fmla="*/ 177 w 273"/>
              <a:gd name="GluePoint43Y" fmla="*/ 142 h 195"/>
              <a:gd name="GluePoint44X" fmla="*/ 137 w 273"/>
              <a:gd name="GluePoint44Y" fmla="*/ 164 h 195"/>
              <a:gd name="GluePoint45X" fmla="*/ 178 w 273"/>
              <a:gd name="GluePoint45Y" fmla="*/ 63 h 195"/>
              <a:gd name="GluePoint46X" fmla="*/ 161 w 273"/>
              <a:gd name="GluePoint46Y" fmla="*/ 63 h 195"/>
              <a:gd name="GluePoint47X" fmla="*/ 175 w 273"/>
              <a:gd name="GluePoint47Y" fmla="*/ 96 h 195"/>
              <a:gd name="GluePoint48X" fmla="*/ 202 w 273"/>
              <a:gd name="GluePoint48Y" fmla="*/ 68 h 195"/>
              <a:gd name="GluePoint49X" fmla="*/ 236 w 273"/>
              <a:gd name="GluePoint49Y" fmla="*/ 76 h 195"/>
              <a:gd name="GluePoint50X" fmla="*/ 246 w 273"/>
              <a:gd name="GluePoint50Y" fmla="*/ 107 h 195"/>
              <a:gd name="GluePoint51X" fmla="*/ 201 w 273"/>
              <a:gd name="GluePoint51Y" fmla="*/ 120 h 195"/>
              <a:gd name="GluePoint52X" fmla="*/ 178 w 273"/>
              <a:gd name="GluePoint52Y" fmla="*/ 96 h 195"/>
              <a:gd name="GluePoint53X" fmla="*/ 113 w 273"/>
              <a:gd name="GluePoint53Y" fmla="*/ 62 h 195"/>
              <a:gd name="GluePoint54X" fmla="*/ 97 w 273"/>
              <a:gd name="GluePoint54Y" fmla="*/ 65 h 195"/>
              <a:gd name="GluePoint55X" fmla="*/ 104 w 273"/>
              <a:gd name="GluePoint55Y" fmla="*/ 51 h 195"/>
              <a:gd name="GluePoint56X" fmla="*/ 75 w 273"/>
              <a:gd name="GluePoint56Y" fmla="*/ 120 h 195"/>
              <a:gd name="GluePoint57X" fmla="*/ 34 w 273"/>
              <a:gd name="GluePoint57Y" fmla="*/ 110 h 195"/>
              <a:gd name="GluePoint58X" fmla="*/ 34 w 273"/>
              <a:gd name="GluePoint58Y" fmla="*/ 80 h 195"/>
              <a:gd name="GluePoint59X" fmla="*/ 65 w 273"/>
              <a:gd name="GluePoint59Y" fmla="*/ 67 h 195"/>
              <a:gd name="GluePoint60X" fmla="*/ 96 w 273"/>
              <a:gd name="GluePoint60Y" fmla="*/ 93 h 195"/>
            </a:gdLst>
            <a:ahLst/>
            <a:cxnLst/>
            <a:rect l="textAreaLeft" t="textAreaTop" r="textAreaRight" b="textAreaBottom"/>
            <a:pathLst>
              <a:path w="273" h="195">
                <a:moveTo>
                  <a:pt x="97" y="154"/>
                </a:moveTo>
                <a:lnTo>
                  <a:pt x="98" y="158"/>
                </a:lnTo>
                <a:lnTo>
                  <a:pt x="100" y="162"/>
                </a:lnTo>
                <a:lnTo>
                  <a:pt x="101" y="166"/>
                </a:lnTo>
                <a:lnTo>
                  <a:pt x="103" y="170"/>
                </a:lnTo>
                <a:lnTo>
                  <a:pt x="105" y="174"/>
                </a:lnTo>
                <a:lnTo>
                  <a:pt x="108" y="177"/>
                </a:lnTo>
                <a:lnTo>
                  <a:pt x="111" y="181"/>
                </a:lnTo>
                <a:lnTo>
                  <a:pt x="113" y="184"/>
                </a:lnTo>
                <a:lnTo>
                  <a:pt x="116" y="186"/>
                </a:lnTo>
                <a:lnTo>
                  <a:pt x="119" y="188"/>
                </a:lnTo>
                <a:lnTo>
                  <a:pt x="121" y="190"/>
                </a:lnTo>
                <a:lnTo>
                  <a:pt x="124" y="191"/>
                </a:lnTo>
                <a:lnTo>
                  <a:pt x="126" y="192"/>
                </a:lnTo>
                <a:lnTo>
                  <a:pt x="130" y="193"/>
                </a:lnTo>
                <a:lnTo>
                  <a:pt x="133" y="194"/>
                </a:lnTo>
                <a:lnTo>
                  <a:pt x="137" y="195"/>
                </a:lnTo>
                <a:lnTo>
                  <a:pt x="140" y="194"/>
                </a:lnTo>
                <a:lnTo>
                  <a:pt x="143" y="193"/>
                </a:lnTo>
                <a:lnTo>
                  <a:pt x="146" y="192"/>
                </a:lnTo>
                <a:lnTo>
                  <a:pt x="149" y="191"/>
                </a:lnTo>
                <a:lnTo>
                  <a:pt x="152" y="190"/>
                </a:lnTo>
                <a:lnTo>
                  <a:pt x="154" y="188"/>
                </a:lnTo>
                <a:lnTo>
                  <a:pt x="157" y="186"/>
                </a:lnTo>
                <a:lnTo>
                  <a:pt x="159" y="184"/>
                </a:lnTo>
                <a:lnTo>
                  <a:pt x="162" y="181"/>
                </a:lnTo>
                <a:lnTo>
                  <a:pt x="165" y="177"/>
                </a:lnTo>
                <a:lnTo>
                  <a:pt x="167" y="174"/>
                </a:lnTo>
                <a:lnTo>
                  <a:pt x="170" y="170"/>
                </a:lnTo>
                <a:lnTo>
                  <a:pt x="171" y="166"/>
                </a:lnTo>
                <a:lnTo>
                  <a:pt x="174" y="162"/>
                </a:lnTo>
                <a:lnTo>
                  <a:pt x="175" y="158"/>
                </a:lnTo>
                <a:lnTo>
                  <a:pt x="177" y="154"/>
                </a:lnTo>
                <a:lnTo>
                  <a:pt x="177" y="154"/>
                </a:lnTo>
                <a:lnTo>
                  <a:pt x="180" y="152"/>
                </a:lnTo>
                <a:lnTo>
                  <a:pt x="184" y="151"/>
                </a:lnTo>
                <a:lnTo>
                  <a:pt x="186" y="149"/>
                </a:lnTo>
                <a:lnTo>
                  <a:pt x="190" y="147"/>
                </a:lnTo>
                <a:lnTo>
                  <a:pt x="192" y="144"/>
                </a:lnTo>
                <a:lnTo>
                  <a:pt x="194" y="140"/>
                </a:lnTo>
                <a:lnTo>
                  <a:pt x="196" y="136"/>
                </a:lnTo>
                <a:lnTo>
                  <a:pt x="197" y="132"/>
                </a:lnTo>
                <a:lnTo>
                  <a:pt x="197" y="132"/>
                </a:lnTo>
                <a:lnTo>
                  <a:pt x="198" y="131"/>
                </a:lnTo>
                <a:lnTo>
                  <a:pt x="198" y="132"/>
                </a:lnTo>
                <a:lnTo>
                  <a:pt x="198" y="132"/>
                </a:lnTo>
                <a:lnTo>
                  <a:pt x="202" y="132"/>
                </a:lnTo>
                <a:lnTo>
                  <a:pt x="206" y="133"/>
                </a:lnTo>
                <a:lnTo>
                  <a:pt x="210" y="134"/>
                </a:lnTo>
                <a:lnTo>
                  <a:pt x="215" y="134"/>
                </a:lnTo>
                <a:lnTo>
                  <a:pt x="219" y="133"/>
                </a:lnTo>
                <a:lnTo>
                  <a:pt x="222" y="132"/>
                </a:lnTo>
                <a:lnTo>
                  <a:pt x="225" y="132"/>
                </a:lnTo>
                <a:lnTo>
                  <a:pt x="227" y="132"/>
                </a:lnTo>
                <a:lnTo>
                  <a:pt x="229" y="131"/>
                </a:lnTo>
                <a:lnTo>
                  <a:pt x="231" y="129"/>
                </a:lnTo>
                <a:lnTo>
                  <a:pt x="233" y="128"/>
                </a:lnTo>
                <a:lnTo>
                  <a:pt x="237" y="124"/>
                </a:lnTo>
                <a:lnTo>
                  <a:pt x="242" y="121"/>
                </a:lnTo>
                <a:lnTo>
                  <a:pt x="247" y="119"/>
                </a:lnTo>
                <a:lnTo>
                  <a:pt x="254" y="116"/>
                </a:lnTo>
                <a:lnTo>
                  <a:pt x="260" y="113"/>
                </a:lnTo>
                <a:lnTo>
                  <a:pt x="266" y="111"/>
                </a:lnTo>
                <a:lnTo>
                  <a:pt x="268" y="110"/>
                </a:lnTo>
                <a:lnTo>
                  <a:pt x="270" y="109"/>
                </a:lnTo>
                <a:lnTo>
                  <a:pt x="271" y="108"/>
                </a:lnTo>
                <a:lnTo>
                  <a:pt x="272" y="107"/>
                </a:lnTo>
                <a:lnTo>
                  <a:pt x="273" y="106"/>
                </a:lnTo>
                <a:lnTo>
                  <a:pt x="273" y="105"/>
                </a:lnTo>
                <a:lnTo>
                  <a:pt x="273" y="104"/>
                </a:lnTo>
                <a:lnTo>
                  <a:pt x="273" y="104"/>
                </a:lnTo>
                <a:lnTo>
                  <a:pt x="273" y="102"/>
                </a:lnTo>
                <a:lnTo>
                  <a:pt x="272" y="101"/>
                </a:lnTo>
                <a:lnTo>
                  <a:pt x="271" y="100"/>
                </a:lnTo>
                <a:lnTo>
                  <a:pt x="270" y="99"/>
                </a:lnTo>
                <a:lnTo>
                  <a:pt x="266" y="96"/>
                </a:lnTo>
                <a:lnTo>
                  <a:pt x="261" y="91"/>
                </a:lnTo>
                <a:lnTo>
                  <a:pt x="258" y="89"/>
                </a:lnTo>
                <a:lnTo>
                  <a:pt x="255" y="86"/>
                </a:lnTo>
                <a:lnTo>
                  <a:pt x="253" y="83"/>
                </a:lnTo>
                <a:lnTo>
                  <a:pt x="251" y="79"/>
                </a:lnTo>
                <a:lnTo>
                  <a:pt x="249" y="76"/>
                </a:lnTo>
                <a:lnTo>
                  <a:pt x="247" y="74"/>
                </a:lnTo>
                <a:lnTo>
                  <a:pt x="245" y="71"/>
                </a:lnTo>
                <a:lnTo>
                  <a:pt x="242" y="67"/>
                </a:lnTo>
                <a:lnTo>
                  <a:pt x="238" y="65"/>
                </a:lnTo>
                <a:lnTo>
                  <a:pt x="234" y="62"/>
                </a:lnTo>
                <a:lnTo>
                  <a:pt x="230" y="59"/>
                </a:lnTo>
                <a:lnTo>
                  <a:pt x="227" y="58"/>
                </a:lnTo>
                <a:lnTo>
                  <a:pt x="224" y="57"/>
                </a:lnTo>
                <a:lnTo>
                  <a:pt x="220" y="56"/>
                </a:lnTo>
                <a:lnTo>
                  <a:pt x="220" y="54"/>
                </a:lnTo>
                <a:lnTo>
                  <a:pt x="220" y="50"/>
                </a:lnTo>
                <a:lnTo>
                  <a:pt x="219" y="46"/>
                </a:lnTo>
                <a:lnTo>
                  <a:pt x="219" y="43"/>
                </a:lnTo>
                <a:lnTo>
                  <a:pt x="216" y="35"/>
                </a:lnTo>
                <a:lnTo>
                  <a:pt x="214" y="27"/>
                </a:lnTo>
                <a:lnTo>
                  <a:pt x="212" y="23"/>
                </a:lnTo>
                <a:lnTo>
                  <a:pt x="211" y="19"/>
                </a:lnTo>
                <a:lnTo>
                  <a:pt x="210" y="13"/>
                </a:lnTo>
                <a:lnTo>
                  <a:pt x="210" y="8"/>
                </a:lnTo>
                <a:lnTo>
                  <a:pt x="210" y="6"/>
                </a:lnTo>
                <a:lnTo>
                  <a:pt x="210" y="4"/>
                </a:lnTo>
                <a:lnTo>
                  <a:pt x="210" y="3"/>
                </a:lnTo>
                <a:lnTo>
                  <a:pt x="210" y="3"/>
                </a:lnTo>
                <a:lnTo>
                  <a:pt x="210" y="2"/>
                </a:lnTo>
                <a:lnTo>
                  <a:pt x="209" y="2"/>
                </a:lnTo>
                <a:lnTo>
                  <a:pt x="207" y="1"/>
                </a:lnTo>
                <a:lnTo>
                  <a:pt x="205" y="0"/>
                </a:lnTo>
                <a:lnTo>
                  <a:pt x="203" y="0"/>
                </a:lnTo>
                <a:lnTo>
                  <a:pt x="202" y="0"/>
                </a:lnTo>
                <a:lnTo>
                  <a:pt x="201" y="0"/>
                </a:lnTo>
                <a:lnTo>
                  <a:pt x="200" y="1"/>
                </a:lnTo>
                <a:lnTo>
                  <a:pt x="197" y="2"/>
                </a:lnTo>
                <a:lnTo>
                  <a:pt x="194" y="3"/>
                </a:lnTo>
                <a:lnTo>
                  <a:pt x="190" y="5"/>
                </a:lnTo>
                <a:lnTo>
                  <a:pt x="186" y="6"/>
                </a:lnTo>
                <a:lnTo>
                  <a:pt x="182" y="7"/>
                </a:lnTo>
                <a:lnTo>
                  <a:pt x="177" y="7"/>
                </a:lnTo>
                <a:lnTo>
                  <a:pt x="172" y="9"/>
                </a:lnTo>
                <a:lnTo>
                  <a:pt x="169" y="11"/>
                </a:lnTo>
                <a:lnTo>
                  <a:pt x="164" y="12"/>
                </a:lnTo>
                <a:lnTo>
                  <a:pt x="160" y="15"/>
                </a:lnTo>
                <a:lnTo>
                  <a:pt x="156" y="17"/>
                </a:lnTo>
                <a:lnTo>
                  <a:pt x="152" y="19"/>
                </a:lnTo>
                <a:lnTo>
                  <a:pt x="145" y="24"/>
                </a:lnTo>
                <a:lnTo>
                  <a:pt x="137" y="30"/>
                </a:lnTo>
                <a:lnTo>
                  <a:pt x="137" y="30"/>
                </a:lnTo>
                <a:lnTo>
                  <a:pt x="137" y="30"/>
                </a:lnTo>
                <a:lnTo>
                  <a:pt x="136" y="30"/>
                </a:lnTo>
                <a:lnTo>
                  <a:pt x="136" y="30"/>
                </a:lnTo>
                <a:lnTo>
                  <a:pt x="129" y="24"/>
                </a:lnTo>
                <a:lnTo>
                  <a:pt x="121" y="19"/>
                </a:lnTo>
                <a:lnTo>
                  <a:pt x="117" y="17"/>
                </a:lnTo>
                <a:lnTo>
                  <a:pt x="113" y="15"/>
                </a:lnTo>
                <a:lnTo>
                  <a:pt x="109" y="12"/>
                </a:lnTo>
                <a:lnTo>
                  <a:pt x="105" y="11"/>
                </a:lnTo>
                <a:lnTo>
                  <a:pt x="101" y="9"/>
                </a:lnTo>
                <a:lnTo>
                  <a:pt x="96" y="7"/>
                </a:lnTo>
                <a:lnTo>
                  <a:pt x="91" y="7"/>
                </a:lnTo>
                <a:lnTo>
                  <a:pt x="87" y="6"/>
                </a:lnTo>
                <a:lnTo>
                  <a:pt x="83" y="5"/>
                </a:lnTo>
                <a:lnTo>
                  <a:pt x="80" y="3"/>
                </a:lnTo>
                <a:lnTo>
                  <a:pt x="76" y="2"/>
                </a:lnTo>
                <a:lnTo>
                  <a:pt x="73" y="1"/>
                </a:lnTo>
                <a:lnTo>
                  <a:pt x="72" y="0"/>
                </a:lnTo>
                <a:lnTo>
                  <a:pt x="71" y="0"/>
                </a:lnTo>
                <a:lnTo>
                  <a:pt x="69" y="0"/>
                </a:lnTo>
                <a:lnTo>
                  <a:pt x="69" y="0"/>
                </a:lnTo>
                <a:lnTo>
                  <a:pt x="66" y="1"/>
                </a:lnTo>
                <a:lnTo>
                  <a:pt x="64" y="2"/>
                </a:lnTo>
                <a:lnTo>
                  <a:pt x="64" y="2"/>
                </a:lnTo>
                <a:lnTo>
                  <a:pt x="63" y="3"/>
                </a:lnTo>
                <a:lnTo>
                  <a:pt x="63" y="3"/>
                </a:lnTo>
                <a:lnTo>
                  <a:pt x="63" y="4"/>
                </a:lnTo>
                <a:lnTo>
                  <a:pt x="62" y="6"/>
                </a:lnTo>
                <a:lnTo>
                  <a:pt x="63" y="8"/>
                </a:lnTo>
                <a:lnTo>
                  <a:pt x="62" y="13"/>
                </a:lnTo>
                <a:lnTo>
                  <a:pt x="61" y="19"/>
                </a:lnTo>
                <a:lnTo>
                  <a:pt x="61" y="23"/>
                </a:lnTo>
                <a:lnTo>
                  <a:pt x="60" y="27"/>
                </a:lnTo>
                <a:lnTo>
                  <a:pt x="57" y="35"/>
                </a:lnTo>
                <a:lnTo>
                  <a:pt x="54" y="43"/>
                </a:lnTo>
                <a:lnTo>
                  <a:pt x="53" y="46"/>
                </a:lnTo>
                <a:lnTo>
                  <a:pt x="53" y="50"/>
                </a:lnTo>
                <a:lnTo>
                  <a:pt x="53" y="54"/>
                </a:lnTo>
                <a:lnTo>
                  <a:pt x="53" y="56"/>
                </a:lnTo>
                <a:lnTo>
                  <a:pt x="49" y="57"/>
                </a:lnTo>
                <a:lnTo>
                  <a:pt x="46" y="58"/>
                </a:lnTo>
                <a:lnTo>
                  <a:pt x="43" y="59"/>
                </a:lnTo>
                <a:lnTo>
                  <a:pt x="39" y="62"/>
                </a:lnTo>
                <a:lnTo>
                  <a:pt x="34" y="65"/>
                </a:lnTo>
                <a:lnTo>
                  <a:pt x="31" y="67"/>
                </a:lnTo>
                <a:lnTo>
                  <a:pt x="29" y="71"/>
                </a:lnTo>
                <a:lnTo>
                  <a:pt x="26" y="74"/>
                </a:lnTo>
                <a:lnTo>
                  <a:pt x="24" y="76"/>
                </a:lnTo>
                <a:lnTo>
                  <a:pt x="22" y="79"/>
                </a:lnTo>
                <a:lnTo>
                  <a:pt x="20" y="83"/>
                </a:lnTo>
                <a:lnTo>
                  <a:pt x="17" y="86"/>
                </a:lnTo>
                <a:lnTo>
                  <a:pt x="15" y="89"/>
                </a:lnTo>
                <a:lnTo>
                  <a:pt x="13" y="91"/>
                </a:lnTo>
                <a:lnTo>
                  <a:pt x="7" y="96"/>
                </a:lnTo>
                <a:lnTo>
                  <a:pt x="3" y="99"/>
                </a:lnTo>
                <a:lnTo>
                  <a:pt x="1" y="100"/>
                </a:lnTo>
                <a:lnTo>
                  <a:pt x="1" y="101"/>
                </a:lnTo>
                <a:lnTo>
                  <a:pt x="0" y="102"/>
                </a:lnTo>
                <a:lnTo>
                  <a:pt x="0" y="104"/>
                </a:lnTo>
                <a:lnTo>
                  <a:pt x="0" y="104"/>
                </a:lnTo>
                <a:lnTo>
                  <a:pt x="0" y="105"/>
                </a:lnTo>
                <a:lnTo>
                  <a:pt x="0" y="106"/>
                </a:lnTo>
                <a:lnTo>
                  <a:pt x="1" y="107"/>
                </a:lnTo>
                <a:lnTo>
                  <a:pt x="1" y="108"/>
                </a:lnTo>
                <a:lnTo>
                  <a:pt x="3" y="109"/>
                </a:lnTo>
                <a:lnTo>
                  <a:pt x="5" y="110"/>
                </a:lnTo>
                <a:lnTo>
                  <a:pt x="7" y="111"/>
                </a:lnTo>
                <a:lnTo>
                  <a:pt x="13" y="113"/>
                </a:lnTo>
                <a:lnTo>
                  <a:pt x="20" y="116"/>
                </a:lnTo>
                <a:lnTo>
                  <a:pt x="26" y="119"/>
                </a:lnTo>
                <a:lnTo>
                  <a:pt x="31" y="121"/>
                </a:lnTo>
                <a:lnTo>
                  <a:pt x="36" y="124"/>
                </a:lnTo>
                <a:lnTo>
                  <a:pt x="40" y="128"/>
                </a:lnTo>
                <a:lnTo>
                  <a:pt x="42" y="129"/>
                </a:lnTo>
                <a:lnTo>
                  <a:pt x="44" y="131"/>
                </a:lnTo>
                <a:lnTo>
                  <a:pt x="46" y="132"/>
                </a:lnTo>
                <a:lnTo>
                  <a:pt x="48" y="132"/>
                </a:lnTo>
                <a:lnTo>
                  <a:pt x="50" y="132"/>
                </a:lnTo>
                <a:lnTo>
                  <a:pt x="54" y="133"/>
                </a:lnTo>
                <a:lnTo>
                  <a:pt x="58" y="134"/>
                </a:lnTo>
                <a:lnTo>
                  <a:pt x="62" y="134"/>
                </a:lnTo>
                <a:lnTo>
                  <a:pt x="67" y="133"/>
                </a:lnTo>
                <a:lnTo>
                  <a:pt x="72" y="132"/>
                </a:lnTo>
                <a:lnTo>
                  <a:pt x="74" y="132"/>
                </a:lnTo>
                <a:lnTo>
                  <a:pt x="76" y="132"/>
                </a:lnTo>
                <a:lnTo>
                  <a:pt x="76" y="131"/>
                </a:lnTo>
                <a:lnTo>
                  <a:pt x="76" y="132"/>
                </a:lnTo>
                <a:lnTo>
                  <a:pt x="76" y="132"/>
                </a:lnTo>
                <a:lnTo>
                  <a:pt x="77" y="136"/>
                </a:lnTo>
                <a:lnTo>
                  <a:pt x="79" y="140"/>
                </a:lnTo>
                <a:lnTo>
                  <a:pt x="81" y="144"/>
                </a:lnTo>
                <a:lnTo>
                  <a:pt x="84" y="147"/>
                </a:lnTo>
                <a:lnTo>
                  <a:pt x="86" y="149"/>
                </a:lnTo>
                <a:lnTo>
                  <a:pt x="89" y="151"/>
                </a:lnTo>
                <a:lnTo>
                  <a:pt x="93" y="152"/>
                </a:lnTo>
                <a:lnTo>
                  <a:pt x="97" y="154"/>
                </a:lnTo>
                <a:lnTo>
                  <a:pt x="97" y="154"/>
                </a:lnTo>
                <a:lnTo>
                  <a:pt x="97" y="154"/>
                </a:lnTo>
                <a:close/>
                <a:moveTo>
                  <a:pt x="130" y="71"/>
                </a:moveTo>
                <a:lnTo>
                  <a:pt x="130" y="100"/>
                </a:lnTo>
                <a:lnTo>
                  <a:pt x="130" y="100"/>
                </a:lnTo>
                <a:lnTo>
                  <a:pt x="129" y="100"/>
                </a:lnTo>
                <a:lnTo>
                  <a:pt x="129" y="97"/>
                </a:lnTo>
                <a:lnTo>
                  <a:pt x="129" y="95"/>
                </a:lnTo>
                <a:lnTo>
                  <a:pt x="127" y="91"/>
                </a:lnTo>
                <a:lnTo>
                  <a:pt x="125" y="86"/>
                </a:lnTo>
                <a:lnTo>
                  <a:pt x="123" y="80"/>
                </a:lnTo>
                <a:lnTo>
                  <a:pt x="120" y="76"/>
                </a:lnTo>
                <a:lnTo>
                  <a:pt x="117" y="72"/>
                </a:lnTo>
                <a:lnTo>
                  <a:pt x="117" y="71"/>
                </a:lnTo>
                <a:lnTo>
                  <a:pt x="108" y="78"/>
                </a:lnTo>
                <a:lnTo>
                  <a:pt x="110" y="80"/>
                </a:lnTo>
                <a:lnTo>
                  <a:pt x="112" y="84"/>
                </a:lnTo>
                <a:lnTo>
                  <a:pt x="114" y="88"/>
                </a:lnTo>
                <a:lnTo>
                  <a:pt x="116" y="92"/>
                </a:lnTo>
                <a:lnTo>
                  <a:pt x="117" y="93"/>
                </a:lnTo>
                <a:lnTo>
                  <a:pt x="117" y="95"/>
                </a:lnTo>
                <a:lnTo>
                  <a:pt x="115" y="94"/>
                </a:lnTo>
                <a:lnTo>
                  <a:pt x="113" y="93"/>
                </a:lnTo>
                <a:lnTo>
                  <a:pt x="110" y="93"/>
                </a:lnTo>
                <a:lnTo>
                  <a:pt x="108" y="93"/>
                </a:lnTo>
                <a:lnTo>
                  <a:pt x="107" y="91"/>
                </a:lnTo>
                <a:lnTo>
                  <a:pt x="106" y="88"/>
                </a:lnTo>
                <a:lnTo>
                  <a:pt x="105" y="85"/>
                </a:lnTo>
                <a:lnTo>
                  <a:pt x="102" y="80"/>
                </a:lnTo>
                <a:lnTo>
                  <a:pt x="101" y="78"/>
                </a:lnTo>
                <a:lnTo>
                  <a:pt x="99" y="75"/>
                </a:lnTo>
                <a:lnTo>
                  <a:pt x="97" y="71"/>
                </a:lnTo>
                <a:lnTo>
                  <a:pt x="94" y="69"/>
                </a:lnTo>
                <a:lnTo>
                  <a:pt x="92" y="67"/>
                </a:lnTo>
                <a:lnTo>
                  <a:pt x="89" y="64"/>
                </a:lnTo>
                <a:lnTo>
                  <a:pt x="85" y="62"/>
                </a:lnTo>
                <a:lnTo>
                  <a:pt x="81" y="59"/>
                </a:lnTo>
                <a:lnTo>
                  <a:pt x="77" y="58"/>
                </a:lnTo>
                <a:lnTo>
                  <a:pt x="73" y="57"/>
                </a:lnTo>
                <a:lnTo>
                  <a:pt x="69" y="56"/>
                </a:lnTo>
                <a:lnTo>
                  <a:pt x="65" y="56"/>
                </a:lnTo>
                <a:lnTo>
                  <a:pt x="65" y="55"/>
                </a:lnTo>
                <a:lnTo>
                  <a:pt x="65" y="50"/>
                </a:lnTo>
                <a:lnTo>
                  <a:pt x="65" y="45"/>
                </a:lnTo>
                <a:lnTo>
                  <a:pt x="67" y="41"/>
                </a:lnTo>
                <a:lnTo>
                  <a:pt x="69" y="35"/>
                </a:lnTo>
                <a:lnTo>
                  <a:pt x="69" y="32"/>
                </a:lnTo>
                <a:lnTo>
                  <a:pt x="71" y="29"/>
                </a:lnTo>
                <a:lnTo>
                  <a:pt x="72" y="26"/>
                </a:lnTo>
                <a:lnTo>
                  <a:pt x="72" y="23"/>
                </a:lnTo>
                <a:lnTo>
                  <a:pt x="73" y="17"/>
                </a:lnTo>
                <a:lnTo>
                  <a:pt x="73" y="13"/>
                </a:lnTo>
                <a:lnTo>
                  <a:pt x="74" y="13"/>
                </a:lnTo>
                <a:lnTo>
                  <a:pt x="77" y="15"/>
                </a:lnTo>
                <a:lnTo>
                  <a:pt x="81" y="16"/>
                </a:lnTo>
                <a:lnTo>
                  <a:pt x="87" y="17"/>
                </a:lnTo>
                <a:lnTo>
                  <a:pt x="95" y="19"/>
                </a:lnTo>
                <a:lnTo>
                  <a:pt x="101" y="20"/>
                </a:lnTo>
                <a:lnTo>
                  <a:pt x="104" y="22"/>
                </a:lnTo>
                <a:lnTo>
                  <a:pt x="106" y="23"/>
                </a:lnTo>
                <a:lnTo>
                  <a:pt x="108" y="24"/>
                </a:lnTo>
                <a:lnTo>
                  <a:pt x="110" y="25"/>
                </a:lnTo>
                <a:lnTo>
                  <a:pt x="115" y="28"/>
                </a:lnTo>
                <a:lnTo>
                  <a:pt x="119" y="31"/>
                </a:lnTo>
                <a:lnTo>
                  <a:pt x="123" y="35"/>
                </a:lnTo>
                <a:lnTo>
                  <a:pt x="128" y="38"/>
                </a:lnTo>
                <a:lnTo>
                  <a:pt x="129" y="39"/>
                </a:lnTo>
                <a:lnTo>
                  <a:pt x="132" y="40"/>
                </a:lnTo>
                <a:lnTo>
                  <a:pt x="134" y="41"/>
                </a:lnTo>
                <a:lnTo>
                  <a:pt x="137" y="42"/>
                </a:lnTo>
                <a:lnTo>
                  <a:pt x="139" y="41"/>
                </a:lnTo>
                <a:lnTo>
                  <a:pt x="141" y="40"/>
                </a:lnTo>
                <a:lnTo>
                  <a:pt x="143" y="39"/>
                </a:lnTo>
                <a:lnTo>
                  <a:pt x="145" y="38"/>
                </a:lnTo>
                <a:lnTo>
                  <a:pt x="150" y="35"/>
                </a:lnTo>
                <a:lnTo>
                  <a:pt x="154" y="31"/>
                </a:lnTo>
                <a:lnTo>
                  <a:pt x="158" y="28"/>
                </a:lnTo>
                <a:lnTo>
                  <a:pt x="162" y="25"/>
                </a:lnTo>
                <a:lnTo>
                  <a:pt x="165" y="24"/>
                </a:lnTo>
                <a:lnTo>
                  <a:pt x="167" y="23"/>
                </a:lnTo>
                <a:lnTo>
                  <a:pt x="170" y="22"/>
                </a:lnTo>
                <a:lnTo>
                  <a:pt x="172" y="20"/>
                </a:lnTo>
                <a:lnTo>
                  <a:pt x="178" y="19"/>
                </a:lnTo>
                <a:lnTo>
                  <a:pt x="186" y="17"/>
                </a:lnTo>
                <a:lnTo>
                  <a:pt x="192" y="16"/>
                </a:lnTo>
                <a:lnTo>
                  <a:pt x="196" y="15"/>
                </a:lnTo>
                <a:lnTo>
                  <a:pt x="199" y="13"/>
                </a:lnTo>
                <a:lnTo>
                  <a:pt x="199" y="13"/>
                </a:lnTo>
                <a:lnTo>
                  <a:pt x="200" y="17"/>
                </a:lnTo>
                <a:lnTo>
                  <a:pt x="201" y="23"/>
                </a:lnTo>
                <a:lnTo>
                  <a:pt x="202" y="26"/>
                </a:lnTo>
                <a:lnTo>
                  <a:pt x="202" y="29"/>
                </a:lnTo>
                <a:lnTo>
                  <a:pt x="203" y="32"/>
                </a:lnTo>
                <a:lnTo>
                  <a:pt x="205" y="35"/>
                </a:lnTo>
                <a:lnTo>
                  <a:pt x="206" y="41"/>
                </a:lnTo>
                <a:lnTo>
                  <a:pt x="208" y="45"/>
                </a:lnTo>
                <a:lnTo>
                  <a:pt x="208" y="50"/>
                </a:lnTo>
                <a:lnTo>
                  <a:pt x="208" y="55"/>
                </a:lnTo>
                <a:lnTo>
                  <a:pt x="208" y="56"/>
                </a:lnTo>
                <a:lnTo>
                  <a:pt x="205" y="56"/>
                </a:lnTo>
                <a:lnTo>
                  <a:pt x="200" y="57"/>
                </a:lnTo>
                <a:lnTo>
                  <a:pt x="196" y="58"/>
                </a:lnTo>
                <a:lnTo>
                  <a:pt x="192" y="59"/>
                </a:lnTo>
                <a:lnTo>
                  <a:pt x="188" y="62"/>
                </a:lnTo>
                <a:lnTo>
                  <a:pt x="184" y="64"/>
                </a:lnTo>
                <a:lnTo>
                  <a:pt x="181" y="67"/>
                </a:lnTo>
                <a:lnTo>
                  <a:pt x="178" y="69"/>
                </a:lnTo>
                <a:lnTo>
                  <a:pt x="176" y="71"/>
                </a:lnTo>
                <a:lnTo>
                  <a:pt x="174" y="75"/>
                </a:lnTo>
                <a:lnTo>
                  <a:pt x="172" y="78"/>
                </a:lnTo>
                <a:lnTo>
                  <a:pt x="170" y="80"/>
                </a:lnTo>
                <a:lnTo>
                  <a:pt x="168" y="85"/>
                </a:lnTo>
                <a:lnTo>
                  <a:pt x="166" y="88"/>
                </a:lnTo>
                <a:lnTo>
                  <a:pt x="166" y="91"/>
                </a:lnTo>
                <a:lnTo>
                  <a:pt x="166" y="93"/>
                </a:lnTo>
                <a:lnTo>
                  <a:pt x="163" y="93"/>
                </a:lnTo>
                <a:lnTo>
                  <a:pt x="161" y="93"/>
                </a:lnTo>
                <a:lnTo>
                  <a:pt x="158" y="94"/>
                </a:lnTo>
                <a:lnTo>
                  <a:pt x="156" y="95"/>
                </a:lnTo>
                <a:lnTo>
                  <a:pt x="156" y="93"/>
                </a:lnTo>
                <a:lnTo>
                  <a:pt x="157" y="92"/>
                </a:lnTo>
                <a:lnTo>
                  <a:pt x="158" y="88"/>
                </a:lnTo>
                <a:lnTo>
                  <a:pt x="161" y="84"/>
                </a:lnTo>
                <a:lnTo>
                  <a:pt x="163" y="80"/>
                </a:lnTo>
                <a:lnTo>
                  <a:pt x="165" y="78"/>
                </a:lnTo>
                <a:lnTo>
                  <a:pt x="156" y="71"/>
                </a:lnTo>
                <a:lnTo>
                  <a:pt x="155" y="72"/>
                </a:lnTo>
                <a:lnTo>
                  <a:pt x="153" y="76"/>
                </a:lnTo>
                <a:lnTo>
                  <a:pt x="150" y="80"/>
                </a:lnTo>
                <a:lnTo>
                  <a:pt x="147" y="86"/>
                </a:lnTo>
                <a:lnTo>
                  <a:pt x="145" y="91"/>
                </a:lnTo>
                <a:lnTo>
                  <a:pt x="145" y="95"/>
                </a:lnTo>
                <a:lnTo>
                  <a:pt x="144" y="97"/>
                </a:lnTo>
                <a:lnTo>
                  <a:pt x="144" y="100"/>
                </a:lnTo>
                <a:lnTo>
                  <a:pt x="143" y="100"/>
                </a:lnTo>
                <a:lnTo>
                  <a:pt x="142" y="100"/>
                </a:lnTo>
                <a:lnTo>
                  <a:pt x="142" y="71"/>
                </a:lnTo>
                <a:lnTo>
                  <a:pt x="130" y="71"/>
                </a:lnTo>
                <a:lnTo>
                  <a:pt x="130" y="71"/>
                </a:lnTo>
                <a:close/>
                <a:moveTo>
                  <a:pt x="137" y="45"/>
                </a:moveTo>
                <a:lnTo>
                  <a:pt x="138" y="45"/>
                </a:lnTo>
                <a:lnTo>
                  <a:pt x="140" y="46"/>
                </a:lnTo>
                <a:lnTo>
                  <a:pt x="141" y="47"/>
                </a:lnTo>
                <a:lnTo>
                  <a:pt x="143" y="47"/>
                </a:lnTo>
                <a:lnTo>
                  <a:pt x="144" y="49"/>
                </a:lnTo>
                <a:lnTo>
                  <a:pt x="145" y="51"/>
                </a:lnTo>
                <a:lnTo>
                  <a:pt x="145" y="52"/>
                </a:lnTo>
                <a:lnTo>
                  <a:pt x="145" y="54"/>
                </a:lnTo>
                <a:lnTo>
                  <a:pt x="145" y="56"/>
                </a:lnTo>
                <a:lnTo>
                  <a:pt x="145" y="58"/>
                </a:lnTo>
                <a:lnTo>
                  <a:pt x="144" y="59"/>
                </a:lnTo>
                <a:lnTo>
                  <a:pt x="143" y="61"/>
                </a:lnTo>
                <a:lnTo>
                  <a:pt x="141" y="62"/>
                </a:lnTo>
                <a:lnTo>
                  <a:pt x="140" y="63"/>
                </a:lnTo>
                <a:lnTo>
                  <a:pt x="138" y="63"/>
                </a:lnTo>
                <a:lnTo>
                  <a:pt x="137" y="63"/>
                </a:lnTo>
                <a:lnTo>
                  <a:pt x="134" y="63"/>
                </a:lnTo>
                <a:lnTo>
                  <a:pt x="133" y="63"/>
                </a:lnTo>
                <a:lnTo>
                  <a:pt x="131" y="62"/>
                </a:lnTo>
                <a:lnTo>
                  <a:pt x="130" y="61"/>
                </a:lnTo>
                <a:lnTo>
                  <a:pt x="129" y="59"/>
                </a:lnTo>
                <a:lnTo>
                  <a:pt x="128" y="58"/>
                </a:lnTo>
                <a:lnTo>
                  <a:pt x="127" y="56"/>
                </a:lnTo>
                <a:lnTo>
                  <a:pt x="127" y="54"/>
                </a:lnTo>
                <a:lnTo>
                  <a:pt x="127" y="52"/>
                </a:lnTo>
                <a:lnTo>
                  <a:pt x="128" y="51"/>
                </a:lnTo>
                <a:lnTo>
                  <a:pt x="129" y="49"/>
                </a:lnTo>
                <a:lnTo>
                  <a:pt x="130" y="47"/>
                </a:lnTo>
                <a:lnTo>
                  <a:pt x="131" y="47"/>
                </a:lnTo>
                <a:lnTo>
                  <a:pt x="133" y="46"/>
                </a:lnTo>
                <a:lnTo>
                  <a:pt x="134" y="45"/>
                </a:lnTo>
                <a:lnTo>
                  <a:pt x="137" y="45"/>
                </a:lnTo>
                <a:lnTo>
                  <a:pt x="137" y="45"/>
                </a:lnTo>
                <a:close/>
                <a:moveTo>
                  <a:pt x="137" y="184"/>
                </a:moveTo>
                <a:lnTo>
                  <a:pt x="134" y="184"/>
                </a:lnTo>
                <a:lnTo>
                  <a:pt x="133" y="184"/>
                </a:lnTo>
                <a:lnTo>
                  <a:pt x="130" y="183"/>
                </a:lnTo>
                <a:lnTo>
                  <a:pt x="129" y="182"/>
                </a:lnTo>
                <a:lnTo>
                  <a:pt x="125" y="180"/>
                </a:lnTo>
                <a:lnTo>
                  <a:pt x="121" y="177"/>
                </a:lnTo>
                <a:lnTo>
                  <a:pt x="119" y="174"/>
                </a:lnTo>
                <a:lnTo>
                  <a:pt x="116" y="171"/>
                </a:lnTo>
                <a:lnTo>
                  <a:pt x="114" y="167"/>
                </a:lnTo>
                <a:lnTo>
                  <a:pt x="113" y="164"/>
                </a:lnTo>
                <a:lnTo>
                  <a:pt x="110" y="160"/>
                </a:lnTo>
                <a:lnTo>
                  <a:pt x="109" y="156"/>
                </a:lnTo>
                <a:lnTo>
                  <a:pt x="113" y="157"/>
                </a:lnTo>
                <a:lnTo>
                  <a:pt x="115" y="159"/>
                </a:lnTo>
                <a:lnTo>
                  <a:pt x="118" y="160"/>
                </a:lnTo>
                <a:lnTo>
                  <a:pt x="121" y="164"/>
                </a:lnTo>
                <a:lnTo>
                  <a:pt x="128" y="169"/>
                </a:lnTo>
                <a:lnTo>
                  <a:pt x="132" y="173"/>
                </a:lnTo>
                <a:lnTo>
                  <a:pt x="134" y="176"/>
                </a:lnTo>
                <a:lnTo>
                  <a:pt x="137" y="177"/>
                </a:lnTo>
                <a:lnTo>
                  <a:pt x="138" y="176"/>
                </a:lnTo>
                <a:lnTo>
                  <a:pt x="141" y="173"/>
                </a:lnTo>
                <a:lnTo>
                  <a:pt x="145" y="169"/>
                </a:lnTo>
                <a:lnTo>
                  <a:pt x="151" y="164"/>
                </a:lnTo>
                <a:lnTo>
                  <a:pt x="154" y="160"/>
                </a:lnTo>
                <a:lnTo>
                  <a:pt x="158" y="159"/>
                </a:lnTo>
                <a:lnTo>
                  <a:pt x="160" y="157"/>
                </a:lnTo>
                <a:lnTo>
                  <a:pt x="163" y="156"/>
                </a:lnTo>
                <a:lnTo>
                  <a:pt x="162" y="160"/>
                </a:lnTo>
                <a:lnTo>
                  <a:pt x="161" y="164"/>
                </a:lnTo>
                <a:lnTo>
                  <a:pt x="159" y="167"/>
                </a:lnTo>
                <a:lnTo>
                  <a:pt x="157" y="171"/>
                </a:lnTo>
                <a:lnTo>
                  <a:pt x="154" y="174"/>
                </a:lnTo>
                <a:lnTo>
                  <a:pt x="151" y="177"/>
                </a:lnTo>
                <a:lnTo>
                  <a:pt x="148" y="180"/>
                </a:lnTo>
                <a:lnTo>
                  <a:pt x="144" y="182"/>
                </a:lnTo>
                <a:lnTo>
                  <a:pt x="142" y="183"/>
                </a:lnTo>
                <a:lnTo>
                  <a:pt x="141" y="184"/>
                </a:lnTo>
                <a:lnTo>
                  <a:pt x="138" y="184"/>
                </a:lnTo>
                <a:lnTo>
                  <a:pt x="137" y="184"/>
                </a:lnTo>
                <a:lnTo>
                  <a:pt x="137" y="184"/>
                </a:lnTo>
                <a:close/>
                <a:moveTo>
                  <a:pt x="137" y="164"/>
                </a:moveTo>
                <a:lnTo>
                  <a:pt x="134" y="161"/>
                </a:lnTo>
                <a:lnTo>
                  <a:pt x="130" y="157"/>
                </a:lnTo>
                <a:lnTo>
                  <a:pt x="125" y="153"/>
                </a:lnTo>
                <a:lnTo>
                  <a:pt x="121" y="150"/>
                </a:lnTo>
                <a:lnTo>
                  <a:pt x="119" y="148"/>
                </a:lnTo>
                <a:lnTo>
                  <a:pt x="117" y="148"/>
                </a:lnTo>
                <a:lnTo>
                  <a:pt x="114" y="147"/>
                </a:lnTo>
                <a:lnTo>
                  <a:pt x="112" y="146"/>
                </a:lnTo>
                <a:lnTo>
                  <a:pt x="105" y="144"/>
                </a:lnTo>
                <a:lnTo>
                  <a:pt x="100" y="143"/>
                </a:lnTo>
                <a:lnTo>
                  <a:pt x="97" y="143"/>
                </a:lnTo>
                <a:lnTo>
                  <a:pt x="96" y="142"/>
                </a:lnTo>
                <a:lnTo>
                  <a:pt x="95" y="141"/>
                </a:lnTo>
                <a:lnTo>
                  <a:pt x="93" y="140"/>
                </a:lnTo>
                <a:lnTo>
                  <a:pt x="91" y="137"/>
                </a:lnTo>
                <a:lnTo>
                  <a:pt x="89" y="134"/>
                </a:lnTo>
                <a:lnTo>
                  <a:pt x="87" y="132"/>
                </a:lnTo>
                <a:lnTo>
                  <a:pt x="86" y="128"/>
                </a:lnTo>
                <a:lnTo>
                  <a:pt x="85" y="125"/>
                </a:lnTo>
                <a:lnTo>
                  <a:pt x="86" y="123"/>
                </a:lnTo>
                <a:lnTo>
                  <a:pt x="87" y="120"/>
                </a:lnTo>
                <a:lnTo>
                  <a:pt x="88" y="118"/>
                </a:lnTo>
                <a:lnTo>
                  <a:pt x="89" y="116"/>
                </a:lnTo>
                <a:lnTo>
                  <a:pt x="89" y="114"/>
                </a:lnTo>
                <a:lnTo>
                  <a:pt x="91" y="112"/>
                </a:lnTo>
                <a:lnTo>
                  <a:pt x="93" y="111"/>
                </a:lnTo>
                <a:lnTo>
                  <a:pt x="93" y="109"/>
                </a:lnTo>
                <a:lnTo>
                  <a:pt x="95" y="108"/>
                </a:lnTo>
                <a:lnTo>
                  <a:pt x="97" y="108"/>
                </a:lnTo>
                <a:lnTo>
                  <a:pt x="99" y="106"/>
                </a:lnTo>
                <a:lnTo>
                  <a:pt x="101" y="106"/>
                </a:lnTo>
                <a:lnTo>
                  <a:pt x="102" y="105"/>
                </a:lnTo>
                <a:lnTo>
                  <a:pt x="106" y="104"/>
                </a:lnTo>
                <a:lnTo>
                  <a:pt x="109" y="104"/>
                </a:lnTo>
                <a:lnTo>
                  <a:pt x="113" y="104"/>
                </a:lnTo>
                <a:lnTo>
                  <a:pt x="116" y="105"/>
                </a:lnTo>
                <a:lnTo>
                  <a:pt x="119" y="107"/>
                </a:lnTo>
                <a:lnTo>
                  <a:pt x="122" y="108"/>
                </a:lnTo>
                <a:lnTo>
                  <a:pt x="129" y="112"/>
                </a:lnTo>
                <a:lnTo>
                  <a:pt x="133" y="115"/>
                </a:lnTo>
                <a:lnTo>
                  <a:pt x="134" y="116"/>
                </a:lnTo>
                <a:lnTo>
                  <a:pt x="135" y="116"/>
                </a:lnTo>
                <a:lnTo>
                  <a:pt x="136" y="116"/>
                </a:lnTo>
                <a:lnTo>
                  <a:pt x="137" y="116"/>
                </a:lnTo>
                <a:lnTo>
                  <a:pt x="137" y="116"/>
                </a:lnTo>
                <a:lnTo>
                  <a:pt x="137" y="116"/>
                </a:lnTo>
                <a:lnTo>
                  <a:pt x="139" y="116"/>
                </a:lnTo>
                <a:lnTo>
                  <a:pt x="140" y="115"/>
                </a:lnTo>
                <a:lnTo>
                  <a:pt x="145" y="112"/>
                </a:lnTo>
                <a:lnTo>
                  <a:pt x="150" y="108"/>
                </a:lnTo>
                <a:lnTo>
                  <a:pt x="154" y="107"/>
                </a:lnTo>
                <a:lnTo>
                  <a:pt x="157" y="105"/>
                </a:lnTo>
                <a:lnTo>
                  <a:pt x="160" y="104"/>
                </a:lnTo>
                <a:lnTo>
                  <a:pt x="163" y="104"/>
                </a:lnTo>
                <a:lnTo>
                  <a:pt x="167" y="104"/>
                </a:lnTo>
                <a:lnTo>
                  <a:pt x="171" y="105"/>
                </a:lnTo>
                <a:lnTo>
                  <a:pt x="173" y="106"/>
                </a:lnTo>
                <a:lnTo>
                  <a:pt x="174" y="106"/>
                </a:lnTo>
                <a:lnTo>
                  <a:pt x="176" y="108"/>
                </a:lnTo>
                <a:lnTo>
                  <a:pt x="178" y="108"/>
                </a:lnTo>
                <a:lnTo>
                  <a:pt x="179" y="109"/>
                </a:lnTo>
                <a:lnTo>
                  <a:pt x="181" y="111"/>
                </a:lnTo>
                <a:lnTo>
                  <a:pt x="182" y="112"/>
                </a:lnTo>
                <a:lnTo>
                  <a:pt x="183" y="114"/>
                </a:lnTo>
                <a:lnTo>
                  <a:pt x="184" y="116"/>
                </a:lnTo>
                <a:lnTo>
                  <a:pt x="186" y="118"/>
                </a:lnTo>
                <a:lnTo>
                  <a:pt x="186" y="120"/>
                </a:lnTo>
                <a:lnTo>
                  <a:pt x="187" y="123"/>
                </a:lnTo>
                <a:lnTo>
                  <a:pt x="187" y="125"/>
                </a:lnTo>
                <a:lnTo>
                  <a:pt x="186" y="128"/>
                </a:lnTo>
                <a:lnTo>
                  <a:pt x="186" y="132"/>
                </a:lnTo>
                <a:lnTo>
                  <a:pt x="184" y="134"/>
                </a:lnTo>
                <a:lnTo>
                  <a:pt x="182" y="137"/>
                </a:lnTo>
                <a:lnTo>
                  <a:pt x="180" y="140"/>
                </a:lnTo>
                <a:lnTo>
                  <a:pt x="178" y="141"/>
                </a:lnTo>
                <a:lnTo>
                  <a:pt x="177" y="142"/>
                </a:lnTo>
                <a:lnTo>
                  <a:pt x="175" y="143"/>
                </a:lnTo>
                <a:lnTo>
                  <a:pt x="174" y="143"/>
                </a:lnTo>
                <a:lnTo>
                  <a:pt x="167" y="144"/>
                </a:lnTo>
                <a:lnTo>
                  <a:pt x="162" y="146"/>
                </a:lnTo>
                <a:lnTo>
                  <a:pt x="158" y="147"/>
                </a:lnTo>
                <a:lnTo>
                  <a:pt x="156" y="148"/>
                </a:lnTo>
                <a:lnTo>
                  <a:pt x="154" y="148"/>
                </a:lnTo>
                <a:lnTo>
                  <a:pt x="152" y="150"/>
                </a:lnTo>
                <a:lnTo>
                  <a:pt x="147" y="153"/>
                </a:lnTo>
                <a:lnTo>
                  <a:pt x="143" y="157"/>
                </a:lnTo>
                <a:lnTo>
                  <a:pt x="139" y="161"/>
                </a:lnTo>
                <a:lnTo>
                  <a:pt x="137" y="164"/>
                </a:lnTo>
                <a:lnTo>
                  <a:pt x="137" y="164"/>
                </a:lnTo>
                <a:close/>
                <a:moveTo>
                  <a:pt x="170" y="51"/>
                </a:moveTo>
                <a:lnTo>
                  <a:pt x="171" y="51"/>
                </a:lnTo>
                <a:lnTo>
                  <a:pt x="173" y="51"/>
                </a:lnTo>
                <a:lnTo>
                  <a:pt x="174" y="52"/>
                </a:lnTo>
                <a:lnTo>
                  <a:pt x="175" y="53"/>
                </a:lnTo>
                <a:lnTo>
                  <a:pt x="177" y="55"/>
                </a:lnTo>
                <a:lnTo>
                  <a:pt x="178" y="56"/>
                </a:lnTo>
                <a:lnTo>
                  <a:pt x="178" y="58"/>
                </a:lnTo>
                <a:lnTo>
                  <a:pt x="178" y="59"/>
                </a:lnTo>
                <a:lnTo>
                  <a:pt x="178" y="62"/>
                </a:lnTo>
                <a:lnTo>
                  <a:pt x="178" y="63"/>
                </a:lnTo>
                <a:lnTo>
                  <a:pt x="177" y="65"/>
                </a:lnTo>
                <a:lnTo>
                  <a:pt x="175" y="67"/>
                </a:lnTo>
                <a:lnTo>
                  <a:pt x="174" y="67"/>
                </a:lnTo>
                <a:lnTo>
                  <a:pt x="173" y="68"/>
                </a:lnTo>
                <a:lnTo>
                  <a:pt x="171" y="69"/>
                </a:lnTo>
                <a:lnTo>
                  <a:pt x="170" y="69"/>
                </a:lnTo>
                <a:lnTo>
                  <a:pt x="167" y="69"/>
                </a:lnTo>
                <a:lnTo>
                  <a:pt x="166" y="68"/>
                </a:lnTo>
                <a:lnTo>
                  <a:pt x="164" y="67"/>
                </a:lnTo>
                <a:lnTo>
                  <a:pt x="162" y="67"/>
                </a:lnTo>
                <a:lnTo>
                  <a:pt x="162" y="65"/>
                </a:lnTo>
                <a:lnTo>
                  <a:pt x="161" y="63"/>
                </a:lnTo>
                <a:lnTo>
                  <a:pt x="160" y="62"/>
                </a:lnTo>
                <a:lnTo>
                  <a:pt x="160" y="59"/>
                </a:lnTo>
                <a:lnTo>
                  <a:pt x="160" y="58"/>
                </a:lnTo>
                <a:lnTo>
                  <a:pt x="161" y="56"/>
                </a:lnTo>
                <a:lnTo>
                  <a:pt x="162" y="55"/>
                </a:lnTo>
                <a:lnTo>
                  <a:pt x="162" y="53"/>
                </a:lnTo>
                <a:lnTo>
                  <a:pt x="164" y="52"/>
                </a:lnTo>
                <a:lnTo>
                  <a:pt x="166" y="51"/>
                </a:lnTo>
                <a:lnTo>
                  <a:pt x="167" y="51"/>
                </a:lnTo>
                <a:lnTo>
                  <a:pt x="170" y="51"/>
                </a:lnTo>
                <a:lnTo>
                  <a:pt x="170" y="51"/>
                </a:lnTo>
                <a:close/>
                <a:moveTo>
                  <a:pt x="175" y="96"/>
                </a:moveTo>
                <a:lnTo>
                  <a:pt x="177" y="95"/>
                </a:lnTo>
                <a:lnTo>
                  <a:pt x="177" y="93"/>
                </a:lnTo>
                <a:lnTo>
                  <a:pt x="179" y="88"/>
                </a:lnTo>
                <a:lnTo>
                  <a:pt x="181" y="84"/>
                </a:lnTo>
                <a:lnTo>
                  <a:pt x="183" y="81"/>
                </a:lnTo>
                <a:lnTo>
                  <a:pt x="186" y="78"/>
                </a:lnTo>
                <a:lnTo>
                  <a:pt x="188" y="76"/>
                </a:lnTo>
                <a:lnTo>
                  <a:pt x="190" y="74"/>
                </a:lnTo>
                <a:lnTo>
                  <a:pt x="194" y="72"/>
                </a:lnTo>
                <a:lnTo>
                  <a:pt x="196" y="71"/>
                </a:lnTo>
                <a:lnTo>
                  <a:pt x="198" y="69"/>
                </a:lnTo>
                <a:lnTo>
                  <a:pt x="202" y="68"/>
                </a:lnTo>
                <a:lnTo>
                  <a:pt x="205" y="67"/>
                </a:lnTo>
                <a:lnTo>
                  <a:pt x="209" y="67"/>
                </a:lnTo>
                <a:lnTo>
                  <a:pt x="213" y="67"/>
                </a:lnTo>
                <a:lnTo>
                  <a:pt x="217" y="67"/>
                </a:lnTo>
                <a:lnTo>
                  <a:pt x="221" y="67"/>
                </a:lnTo>
                <a:lnTo>
                  <a:pt x="223" y="68"/>
                </a:lnTo>
                <a:lnTo>
                  <a:pt x="226" y="69"/>
                </a:lnTo>
                <a:lnTo>
                  <a:pt x="229" y="71"/>
                </a:lnTo>
                <a:lnTo>
                  <a:pt x="230" y="72"/>
                </a:lnTo>
                <a:lnTo>
                  <a:pt x="232" y="73"/>
                </a:lnTo>
                <a:lnTo>
                  <a:pt x="234" y="75"/>
                </a:lnTo>
                <a:lnTo>
                  <a:pt x="236" y="76"/>
                </a:lnTo>
                <a:lnTo>
                  <a:pt x="238" y="79"/>
                </a:lnTo>
                <a:lnTo>
                  <a:pt x="238" y="80"/>
                </a:lnTo>
                <a:lnTo>
                  <a:pt x="240" y="82"/>
                </a:lnTo>
                <a:lnTo>
                  <a:pt x="242" y="86"/>
                </a:lnTo>
                <a:lnTo>
                  <a:pt x="244" y="89"/>
                </a:lnTo>
                <a:lnTo>
                  <a:pt x="247" y="93"/>
                </a:lnTo>
                <a:lnTo>
                  <a:pt x="251" y="98"/>
                </a:lnTo>
                <a:lnTo>
                  <a:pt x="254" y="101"/>
                </a:lnTo>
                <a:lnTo>
                  <a:pt x="256" y="102"/>
                </a:lnTo>
                <a:lnTo>
                  <a:pt x="254" y="103"/>
                </a:lnTo>
                <a:lnTo>
                  <a:pt x="249" y="105"/>
                </a:lnTo>
                <a:lnTo>
                  <a:pt x="246" y="107"/>
                </a:lnTo>
                <a:lnTo>
                  <a:pt x="242" y="108"/>
                </a:lnTo>
                <a:lnTo>
                  <a:pt x="238" y="110"/>
                </a:lnTo>
                <a:lnTo>
                  <a:pt x="236" y="112"/>
                </a:lnTo>
                <a:lnTo>
                  <a:pt x="230" y="116"/>
                </a:lnTo>
                <a:lnTo>
                  <a:pt x="224" y="120"/>
                </a:lnTo>
                <a:lnTo>
                  <a:pt x="222" y="120"/>
                </a:lnTo>
                <a:lnTo>
                  <a:pt x="218" y="121"/>
                </a:lnTo>
                <a:lnTo>
                  <a:pt x="215" y="122"/>
                </a:lnTo>
                <a:lnTo>
                  <a:pt x="211" y="122"/>
                </a:lnTo>
                <a:lnTo>
                  <a:pt x="207" y="121"/>
                </a:lnTo>
                <a:lnTo>
                  <a:pt x="204" y="120"/>
                </a:lnTo>
                <a:lnTo>
                  <a:pt x="201" y="120"/>
                </a:lnTo>
                <a:lnTo>
                  <a:pt x="198" y="120"/>
                </a:lnTo>
                <a:lnTo>
                  <a:pt x="198" y="120"/>
                </a:lnTo>
                <a:lnTo>
                  <a:pt x="197" y="119"/>
                </a:lnTo>
                <a:lnTo>
                  <a:pt x="195" y="115"/>
                </a:lnTo>
                <a:lnTo>
                  <a:pt x="194" y="112"/>
                </a:lnTo>
                <a:lnTo>
                  <a:pt x="191" y="108"/>
                </a:lnTo>
                <a:lnTo>
                  <a:pt x="190" y="106"/>
                </a:lnTo>
                <a:lnTo>
                  <a:pt x="186" y="104"/>
                </a:lnTo>
                <a:lnTo>
                  <a:pt x="184" y="100"/>
                </a:lnTo>
                <a:lnTo>
                  <a:pt x="182" y="99"/>
                </a:lnTo>
                <a:lnTo>
                  <a:pt x="180" y="98"/>
                </a:lnTo>
                <a:lnTo>
                  <a:pt x="178" y="96"/>
                </a:lnTo>
                <a:lnTo>
                  <a:pt x="175" y="96"/>
                </a:lnTo>
                <a:lnTo>
                  <a:pt x="175" y="96"/>
                </a:lnTo>
                <a:close/>
                <a:moveTo>
                  <a:pt x="104" y="51"/>
                </a:moveTo>
                <a:lnTo>
                  <a:pt x="106" y="51"/>
                </a:lnTo>
                <a:lnTo>
                  <a:pt x="108" y="51"/>
                </a:lnTo>
                <a:lnTo>
                  <a:pt x="109" y="52"/>
                </a:lnTo>
                <a:lnTo>
                  <a:pt x="110" y="53"/>
                </a:lnTo>
                <a:lnTo>
                  <a:pt x="112" y="55"/>
                </a:lnTo>
                <a:lnTo>
                  <a:pt x="113" y="56"/>
                </a:lnTo>
                <a:lnTo>
                  <a:pt x="113" y="58"/>
                </a:lnTo>
                <a:lnTo>
                  <a:pt x="113" y="59"/>
                </a:lnTo>
                <a:lnTo>
                  <a:pt x="113" y="62"/>
                </a:lnTo>
                <a:lnTo>
                  <a:pt x="113" y="63"/>
                </a:lnTo>
                <a:lnTo>
                  <a:pt x="112" y="65"/>
                </a:lnTo>
                <a:lnTo>
                  <a:pt x="110" y="67"/>
                </a:lnTo>
                <a:lnTo>
                  <a:pt x="109" y="67"/>
                </a:lnTo>
                <a:lnTo>
                  <a:pt x="108" y="68"/>
                </a:lnTo>
                <a:lnTo>
                  <a:pt x="106" y="69"/>
                </a:lnTo>
                <a:lnTo>
                  <a:pt x="104" y="69"/>
                </a:lnTo>
                <a:lnTo>
                  <a:pt x="102" y="69"/>
                </a:lnTo>
                <a:lnTo>
                  <a:pt x="101" y="68"/>
                </a:lnTo>
                <a:lnTo>
                  <a:pt x="99" y="67"/>
                </a:lnTo>
                <a:lnTo>
                  <a:pt x="97" y="67"/>
                </a:lnTo>
                <a:lnTo>
                  <a:pt x="97" y="65"/>
                </a:lnTo>
                <a:lnTo>
                  <a:pt x="95" y="63"/>
                </a:lnTo>
                <a:lnTo>
                  <a:pt x="95" y="62"/>
                </a:lnTo>
                <a:lnTo>
                  <a:pt x="95" y="59"/>
                </a:lnTo>
                <a:lnTo>
                  <a:pt x="95" y="58"/>
                </a:lnTo>
                <a:lnTo>
                  <a:pt x="95" y="56"/>
                </a:lnTo>
                <a:lnTo>
                  <a:pt x="97" y="55"/>
                </a:lnTo>
                <a:lnTo>
                  <a:pt x="97" y="53"/>
                </a:lnTo>
                <a:lnTo>
                  <a:pt x="99" y="52"/>
                </a:lnTo>
                <a:lnTo>
                  <a:pt x="101" y="51"/>
                </a:lnTo>
                <a:lnTo>
                  <a:pt x="102" y="51"/>
                </a:lnTo>
                <a:lnTo>
                  <a:pt x="104" y="51"/>
                </a:lnTo>
                <a:lnTo>
                  <a:pt x="104" y="51"/>
                </a:lnTo>
                <a:close/>
                <a:moveTo>
                  <a:pt x="97" y="96"/>
                </a:moveTo>
                <a:lnTo>
                  <a:pt x="95" y="96"/>
                </a:lnTo>
                <a:lnTo>
                  <a:pt x="93" y="98"/>
                </a:lnTo>
                <a:lnTo>
                  <a:pt x="91" y="99"/>
                </a:lnTo>
                <a:lnTo>
                  <a:pt x="89" y="100"/>
                </a:lnTo>
                <a:lnTo>
                  <a:pt x="86" y="104"/>
                </a:lnTo>
                <a:lnTo>
                  <a:pt x="84" y="106"/>
                </a:lnTo>
                <a:lnTo>
                  <a:pt x="81" y="108"/>
                </a:lnTo>
                <a:lnTo>
                  <a:pt x="80" y="112"/>
                </a:lnTo>
                <a:lnTo>
                  <a:pt x="77" y="115"/>
                </a:lnTo>
                <a:lnTo>
                  <a:pt x="77" y="119"/>
                </a:lnTo>
                <a:lnTo>
                  <a:pt x="75" y="120"/>
                </a:lnTo>
                <a:lnTo>
                  <a:pt x="74" y="120"/>
                </a:lnTo>
                <a:lnTo>
                  <a:pt x="73" y="120"/>
                </a:lnTo>
                <a:lnTo>
                  <a:pt x="69" y="120"/>
                </a:lnTo>
                <a:lnTo>
                  <a:pt x="65" y="121"/>
                </a:lnTo>
                <a:lnTo>
                  <a:pt x="61" y="122"/>
                </a:lnTo>
                <a:lnTo>
                  <a:pt x="58" y="122"/>
                </a:lnTo>
                <a:lnTo>
                  <a:pt x="54" y="121"/>
                </a:lnTo>
                <a:lnTo>
                  <a:pt x="51" y="120"/>
                </a:lnTo>
                <a:lnTo>
                  <a:pt x="49" y="120"/>
                </a:lnTo>
                <a:lnTo>
                  <a:pt x="43" y="116"/>
                </a:lnTo>
                <a:lnTo>
                  <a:pt x="37" y="112"/>
                </a:lnTo>
                <a:lnTo>
                  <a:pt x="34" y="110"/>
                </a:lnTo>
                <a:lnTo>
                  <a:pt x="31" y="108"/>
                </a:lnTo>
                <a:lnTo>
                  <a:pt x="28" y="107"/>
                </a:lnTo>
                <a:lnTo>
                  <a:pt x="25" y="105"/>
                </a:lnTo>
                <a:lnTo>
                  <a:pt x="19" y="103"/>
                </a:lnTo>
                <a:lnTo>
                  <a:pt x="17" y="102"/>
                </a:lnTo>
                <a:lnTo>
                  <a:pt x="18" y="101"/>
                </a:lnTo>
                <a:lnTo>
                  <a:pt x="21" y="98"/>
                </a:lnTo>
                <a:lnTo>
                  <a:pt x="25" y="93"/>
                </a:lnTo>
                <a:lnTo>
                  <a:pt x="29" y="89"/>
                </a:lnTo>
                <a:lnTo>
                  <a:pt x="31" y="86"/>
                </a:lnTo>
                <a:lnTo>
                  <a:pt x="33" y="82"/>
                </a:lnTo>
                <a:lnTo>
                  <a:pt x="34" y="80"/>
                </a:lnTo>
                <a:lnTo>
                  <a:pt x="36" y="79"/>
                </a:lnTo>
                <a:lnTo>
                  <a:pt x="37" y="76"/>
                </a:lnTo>
                <a:lnTo>
                  <a:pt x="39" y="75"/>
                </a:lnTo>
                <a:lnTo>
                  <a:pt x="41" y="73"/>
                </a:lnTo>
                <a:lnTo>
                  <a:pt x="43" y="72"/>
                </a:lnTo>
                <a:lnTo>
                  <a:pt x="45" y="71"/>
                </a:lnTo>
                <a:lnTo>
                  <a:pt x="47" y="69"/>
                </a:lnTo>
                <a:lnTo>
                  <a:pt x="49" y="68"/>
                </a:lnTo>
                <a:lnTo>
                  <a:pt x="53" y="67"/>
                </a:lnTo>
                <a:lnTo>
                  <a:pt x="56" y="67"/>
                </a:lnTo>
                <a:lnTo>
                  <a:pt x="60" y="67"/>
                </a:lnTo>
                <a:lnTo>
                  <a:pt x="65" y="67"/>
                </a:lnTo>
                <a:lnTo>
                  <a:pt x="68" y="67"/>
                </a:lnTo>
                <a:lnTo>
                  <a:pt x="71" y="68"/>
                </a:lnTo>
                <a:lnTo>
                  <a:pt x="74" y="69"/>
                </a:lnTo>
                <a:lnTo>
                  <a:pt x="77" y="71"/>
                </a:lnTo>
                <a:lnTo>
                  <a:pt x="80" y="72"/>
                </a:lnTo>
                <a:lnTo>
                  <a:pt x="82" y="74"/>
                </a:lnTo>
                <a:lnTo>
                  <a:pt x="85" y="76"/>
                </a:lnTo>
                <a:lnTo>
                  <a:pt x="88" y="78"/>
                </a:lnTo>
                <a:lnTo>
                  <a:pt x="90" y="81"/>
                </a:lnTo>
                <a:lnTo>
                  <a:pt x="92" y="84"/>
                </a:lnTo>
                <a:lnTo>
                  <a:pt x="93" y="88"/>
                </a:lnTo>
                <a:lnTo>
                  <a:pt x="96" y="93"/>
                </a:lnTo>
                <a:lnTo>
                  <a:pt x="97" y="95"/>
                </a:lnTo>
                <a:lnTo>
                  <a:pt x="97" y="96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0320" rIns="90000" bIns="40320" anchor="ctr">
            <a:noAutofit/>
          </a:bodyPr>
          <a:lstStyle/>
          <a:p>
            <a:endParaRPr/>
          </a:p>
        </p:txBody>
      </p:sp>
      <p:sp>
        <p:nvSpPr>
          <p:cNvPr id="539" name="ïṩļïḓe">
            <a:extLst>
              <a:ext uri="{FF2B5EF4-FFF2-40B4-BE49-F238E27FC236}">
                <a16:creationId xmlns:a16="http://schemas.microsoft.com/office/drawing/2014/main" id="{7C68DA63-A553-4E8D-A1C3-5B346C2583E2}"/>
              </a:ext>
            </a:extLst>
          </p:cNvPr>
          <p:cNvSpPr>
            <a:spLocks noGrp="1"/>
          </p:cNvSpPr>
          <p:nvPr/>
        </p:nvSpPr>
        <p:spPr>
          <a:xfrm>
            <a:off x="692640" y="666720"/>
            <a:ext cx="64800" cy="59040"/>
          </a:xfrm>
          <a:custGeom>
            <a:avLst/>
            <a:gdLst>
              <a:gd name="textAreaLeft" fmla="*/ 0 w 64800"/>
              <a:gd name="textAreaRight" fmla="*/ 65160 w 64800"/>
              <a:gd name="textAreaTop" fmla="*/ 0 h 59040"/>
              <a:gd name="textAreaBottom" fmla="*/ 59400 h 59040"/>
              <a:gd name="GluePoint1X" fmla="*/ 27 w 149"/>
              <a:gd name="GluePoint1Y" fmla="*/ 59 h 136"/>
              <a:gd name="GluePoint2X" fmla="*/ 21 w 149"/>
              <a:gd name="GluePoint2Y" fmla="*/ 66 h 136"/>
              <a:gd name="GluePoint3X" fmla="*/ 19 w 149"/>
              <a:gd name="GluePoint3Y" fmla="*/ 59 h 136"/>
              <a:gd name="GluePoint4X" fmla="*/ 9 w 149"/>
              <a:gd name="GluePoint4Y" fmla="*/ 54 h 136"/>
              <a:gd name="GluePoint5X" fmla="*/ 1 w 149"/>
              <a:gd name="GluePoint5Y" fmla="*/ 49 h 136"/>
              <a:gd name="GluePoint6X" fmla="*/ 3 w 149"/>
              <a:gd name="GluePoint6Y" fmla="*/ 35 h 136"/>
              <a:gd name="GluePoint7X" fmla="*/ 9 w 149"/>
              <a:gd name="GluePoint7Y" fmla="*/ 34 h 136"/>
              <a:gd name="GluePoint8X" fmla="*/ 20 w 149"/>
              <a:gd name="GluePoint8Y" fmla="*/ 43 h 136"/>
              <a:gd name="GluePoint9X" fmla="*/ 21 w 149"/>
              <a:gd name="GluePoint9Y" fmla="*/ 35 h 136"/>
              <a:gd name="GluePoint10X" fmla="*/ 8 w 149"/>
              <a:gd name="GluePoint10Y" fmla="*/ 8 h 136"/>
              <a:gd name="GluePoint11X" fmla="*/ 17 w 149"/>
              <a:gd name="GluePoint11Y" fmla="*/ 0 h 136"/>
              <a:gd name="GluePoint12X" fmla="*/ 24 w 149"/>
              <a:gd name="GluePoint12Y" fmla="*/ 6 h 136"/>
              <a:gd name="GluePoint13X" fmla="*/ 29 w 149"/>
              <a:gd name="GluePoint13Y" fmla="*/ 38 h 136"/>
              <a:gd name="GluePoint14X" fmla="*/ 31 w 149"/>
              <a:gd name="GluePoint14Y" fmla="*/ 49 h 136"/>
              <a:gd name="GluePoint15X" fmla="*/ 46 w 149"/>
              <a:gd name="GluePoint15Y" fmla="*/ 61 h 136"/>
              <a:gd name="GluePoint16X" fmla="*/ 46 w 149"/>
              <a:gd name="GluePoint16Y" fmla="*/ 55 h 136"/>
              <a:gd name="GluePoint17X" fmla="*/ 41 w 149"/>
              <a:gd name="GluePoint17Y" fmla="*/ 43 h 136"/>
              <a:gd name="GluePoint18X" fmla="*/ 47 w 149"/>
              <a:gd name="GluePoint18Y" fmla="*/ 41 h 136"/>
              <a:gd name="GluePoint19X" fmla="*/ 34 w 149"/>
              <a:gd name="GluePoint19Y" fmla="*/ 24 h 136"/>
              <a:gd name="GluePoint20X" fmla="*/ 38 w 149"/>
              <a:gd name="GluePoint20Y" fmla="*/ 19 h 136"/>
              <a:gd name="GluePoint21X" fmla="*/ 45 w 149"/>
              <a:gd name="GluePoint21Y" fmla="*/ 26 h 136"/>
              <a:gd name="GluePoint22X" fmla="*/ 49 w 149"/>
              <a:gd name="GluePoint22Y" fmla="*/ 28 h 136"/>
              <a:gd name="GluePoint23X" fmla="*/ 45 w 149"/>
              <a:gd name="GluePoint23Y" fmla="*/ 10 h 136"/>
              <a:gd name="GluePoint24X" fmla="*/ 50 w 149"/>
              <a:gd name="GluePoint24Y" fmla="*/ 8 h 136"/>
              <a:gd name="GluePoint25X" fmla="*/ 53 w 149"/>
              <a:gd name="GluePoint25Y" fmla="*/ 28 h 136"/>
              <a:gd name="GluePoint26X" fmla="*/ 67 w 149"/>
              <a:gd name="GluePoint26Y" fmla="*/ 56 h 136"/>
              <a:gd name="GluePoint27X" fmla="*/ 68 w 149"/>
              <a:gd name="GluePoint27Y" fmla="*/ 37 h 136"/>
              <a:gd name="GluePoint28X" fmla="*/ 70 w 149"/>
              <a:gd name="GluePoint28Y" fmla="*/ 13 h 136"/>
              <a:gd name="GluePoint29X" fmla="*/ 77 w 149"/>
              <a:gd name="GluePoint29Y" fmla="*/ 20 h 136"/>
              <a:gd name="GluePoint30X" fmla="*/ 73 w 149"/>
              <a:gd name="GluePoint30Y" fmla="*/ 37 h 136"/>
              <a:gd name="GluePoint31X" fmla="*/ 85 w 149"/>
              <a:gd name="GluePoint31Y" fmla="*/ 64 h 136"/>
              <a:gd name="GluePoint32X" fmla="*/ 97 w 149"/>
              <a:gd name="GluePoint32Y" fmla="*/ 67 h 136"/>
              <a:gd name="GluePoint33X" fmla="*/ 100 w 149"/>
              <a:gd name="GluePoint33Y" fmla="*/ 55 h 136"/>
              <a:gd name="GluePoint34X" fmla="*/ 106 w 149"/>
              <a:gd name="GluePoint34Y" fmla="*/ 59 h 136"/>
              <a:gd name="GluePoint35X" fmla="*/ 105 w 149"/>
              <a:gd name="GluePoint35Y" fmla="*/ 71 h 136"/>
              <a:gd name="GluePoint36X" fmla="*/ 142 w 149"/>
              <a:gd name="GluePoint36Y" fmla="*/ 82 h 136"/>
              <a:gd name="GluePoint37X" fmla="*/ 148 w 149"/>
              <a:gd name="GluePoint37Y" fmla="*/ 91 h 136"/>
              <a:gd name="GluePoint38X" fmla="*/ 132 w 149"/>
              <a:gd name="GluePoint38Y" fmla="*/ 98 h 136"/>
              <a:gd name="GluePoint39X" fmla="*/ 133 w 149"/>
              <a:gd name="GluePoint39Y" fmla="*/ 92 h 136"/>
              <a:gd name="GluePoint40X" fmla="*/ 109 w 149"/>
              <a:gd name="GluePoint40Y" fmla="*/ 80 h 136"/>
              <a:gd name="GluePoint41X" fmla="*/ 109 w 149"/>
              <a:gd name="GluePoint41Y" fmla="*/ 91 h 136"/>
              <a:gd name="GluePoint42X" fmla="*/ 113 w 149"/>
              <a:gd name="GluePoint42Y" fmla="*/ 101 h 136"/>
              <a:gd name="GluePoint43X" fmla="*/ 101 w 149"/>
              <a:gd name="GluePoint43Y" fmla="*/ 104 h 136"/>
              <a:gd name="GluePoint44X" fmla="*/ 97 w 149"/>
              <a:gd name="GluePoint44Y" fmla="*/ 87 h 136"/>
              <a:gd name="GluePoint45X" fmla="*/ 76 w 149"/>
              <a:gd name="GluePoint45Y" fmla="*/ 71 h 136"/>
              <a:gd name="GluePoint46X" fmla="*/ 81 w 149"/>
              <a:gd name="GluePoint46Y" fmla="*/ 96 h 136"/>
              <a:gd name="GluePoint47X" fmla="*/ 91 w 149"/>
              <a:gd name="GluePoint47Y" fmla="*/ 125 h 136"/>
              <a:gd name="GluePoint48X" fmla="*/ 86 w 149"/>
              <a:gd name="GluePoint48Y" fmla="*/ 136 h 136"/>
              <a:gd name="GluePoint49X" fmla="*/ 76 w 149"/>
              <a:gd name="GluePoint49Y" fmla="*/ 124 h 136"/>
              <a:gd name="GluePoint50X" fmla="*/ 70 w 149"/>
              <a:gd name="GluePoint50Y" fmla="*/ 78 h 136"/>
              <a:gd name="GluePoint51X" fmla="*/ 57 w 149"/>
              <a:gd name="GluePoint51Y" fmla="*/ 60 h 136"/>
              <a:gd name="GluePoint52X" fmla="*/ 55 w 149"/>
              <a:gd name="GluePoint52Y" fmla="*/ 71 h 136"/>
              <a:gd name="GluePoint53X" fmla="*/ 56 w 149"/>
              <a:gd name="GluePoint53Y" fmla="*/ 91 h 136"/>
              <a:gd name="GluePoint54X" fmla="*/ 47 w 149"/>
              <a:gd name="GluePoint54Y" fmla="*/ 89 h 136"/>
              <a:gd name="GluePoint55X" fmla="*/ 41 w 149"/>
              <a:gd name="GluePoint55Y" fmla="*/ 68 h 136"/>
            </a:gdLst>
            <a:ahLst/>
            <a:cxnLst/>
            <a:rect l="textAreaLeft" t="textAreaTop" r="textAreaRight" b="textAreaBottom"/>
            <a:pathLst>
              <a:path w="149" h="136">
                <a:moveTo>
                  <a:pt x="32" y="60"/>
                </a:moveTo>
                <a:lnTo>
                  <a:pt x="31" y="60"/>
                </a:lnTo>
                <a:lnTo>
                  <a:pt x="29" y="59"/>
                </a:lnTo>
                <a:lnTo>
                  <a:pt x="29" y="58"/>
                </a:lnTo>
                <a:lnTo>
                  <a:pt x="28" y="58"/>
                </a:lnTo>
                <a:lnTo>
                  <a:pt x="27" y="58"/>
                </a:lnTo>
                <a:lnTo>
                  <a:pt x="27" y="59"/>
                </a:lnTo>
                <a:lnTo>
                  <a:pt x="26" y="62"/>
                </a:lnTo>
                <a:lnTo>
                  <a:pt x="25" y="64"/>
                </a:lnTo>
                <a:lnTo>
                  <a:pt x="25" y="66"/>
                </a:lnTo>
                <a:lnTo>
                  <a:pt x="24" y="66"/>
                </a:lnTo>
                <a:lnTo>
                  <a:pt x="24" y="67"/>
                </a:lnTo>
                <a:lnTo>
                  <a:pt x="23" y="67"/>
                </a:lnTo>
                <a:lnTo>
                  <a:pt x="21" y="66"/>
                </a:lnTo>
                <a:lnTo>
                  <a:pt x="20" y="66"/>
                </a:lnTo>
                <a:lnTo>
                  <a:pt x="19" y="65"/>
                </a:lnTo>
                <a:lnTo>
                  <a:pt x="18" y="65"/>
                </a:lnTo>
                <a:lnTo>
                  <a:pt x="18" y="64"/>
                </a:lnTo>
                <a:lnTo>
                  <a:pt x="18" y="63"/>
                </a:lnTo>
                <a:lnTo>
                  <a:pt x="18" y="62"/>
                </a:lnTo>
                <a:lnTo>
                  <a:pt x="19" y="59"/>
                </a:lnTo>
                <a:lnTo>
                  <a:pt x="19" y="58"/>
                </a:lnTo>
                <a:lnTo>
                  <a:pt x="19" y="57"/>
                </a:lnTo>
                <a:lnTo>
                  <a:pt x="19" y="56"/>
                </a:lnTo>
                <a:lnTo>
                  <a:pt x="18" y="56"/>
                </a:lnTo>
                <a:lnTo>
                  <a:pt x="16" y="55"/>
                </a:lnTo>
                <a:lnTo>
                  <a:pt x="13" y="55"/>
                </a:lnTo>
                <a:lnTo>
                  <a:pt x="9" y="54"/>
                </a:lnTo>
                <a:lnTo>
                  <a:pt x="8" y="53"/>
                </a:lnTo>
                <a:lnTo>
                  <a:pt x="7" y="52"/>
                </a:lnTo>
                <a:lnTo>
                  <a:pt x="5" y="52"/>
                </a:lnTo>
                <a:lnTo>
                  <a:pt x="3" y="51"/>
                </a:lnTo>
                <a:lnTo>
                  <a:pt x="2" y="51"/>
                </a:lnTo>
                <a:lnTo>
                  <a:pt x="1" y="50"/>
                </a:lnTo>
                <a:lnTo>
                  <a:pt x="1" y="49"/>
                </a:lnTo>
                <a:lnTo>
                  <a:pt x="0" y="46"/>
                </a:lnTo>
                <a:lnTo>
                  <a:pt x="1" y="43"/>
                </a:lnTo>
                <a:lnTo>
                  <a:pt x="1" y="41"/>
                </a:lnTo>
                <a:lnTo>
                  <a:pt x="1" y="39"/>
                </a:lnTo>
                <a:lnTo>
                  <a:pt x="1" y="38"/>
                </a:lnTo>
                <a:lnTo>
                  <a:pt x="2" y="37"/>
                </a:lnTo>
                <a:lnTo>
                  <a:pt x="3" y="35"/>
                </a:lnTo>
                <a:lnTo>
                  <a:pt x="4" y="35"/>
                </a:lnTo>
                <a:lnTo>
                  <a:pt x="5" y="34"/>
                </a:lnTo>
                <a:lnTo>
                  <a:pt x="5" y="34"/>
                </a:lnTo>
                <a:lnTo>
                  <a:pt x="6" y="34"/>
                </a:lnTo>
                <a:lnTo>
                  <a:pt x="7" y="34"/>
                </a:lnTo>
                <a:lnTo>
                  <a:pt x="9" y="34"/>
                </a:lnTo>
                <a:lnTo>
                  <a:pt x="9" y="34"/>
                </a:lnTo>
                <a:lnTo>
                  <a:pt x="10" y="34"/>
                </a:lnTo>
                <a:lnTo>
                  <a:pt x="11" y="35"/>
                </a:lnTo>
                <a:lnTo>
                  <a:pt x="12" y="35"/>
                </a:lnTo>
                <a:lnTo>
                  <a:pt x="13" y="37"/>
                </a:lnTo>
                <a:lnTo>
                  <a:pt x="16" y="39"/>
                </a:lnTo>
                <a:lnTo>
                  <a:pt x="19" y="42"/>
                </a:lnTo>
                <a:lnTo>
                  <a:pt x="20" y="43"/>
                </a:lnTo>
                <a:lnTo>
                  <a:pt x="21" y="43"/>
                </a:lnTo>
                <a:lnTo>
                  <a:pt x="21" y="43"/>
                </a:lnTo>
                <a:lnTo>
                  <a:pt x="22" y="43"/>
                </a:lnTo>
                <a:lnTo>
                  <a:pt x="22" y="43"/>
                </a:lnTo>
                <a:lnTo>
                  <a:pt x="22" y="42"/>
                </a:lnTo>
                <a:lnTo>
                  <a:pt x="21" y="39"/>
                </a:lnTo>
                <a:lnTo>
                  <a:pt x="21" y="35"/>
                </a:lnTo>
                <a:lnTo>
                  <a:pt x="19" y="30"/>
                </a:lnTo>
                <a:lnTo>
                  <a:pt x="17" y="26"/>
                </a:lnTo>
                <a:lnTo>
                  <a:pt x="14" y="19"/>
                </a:lnTo>
                <a:lnTo>
                  <a:pt x="11" y="14"/>
                </a:lnTo>
                <a:lnTo>
                  <a:pt x="9" y="12"/>
                </a:lnTo>
                <a:lnTo>
                  <a:pt x="9" y="10"/>
                </a:lnTo>
                <a:lnTo>
                  <a:pt x="8" y="8"/>
                </a:lnTo>
                <a:lnTo>
                  <a:pt x="8" y="7"/>
                </a:lnTo>
                <a:lnTo>
                  <a:pt x="9" y="6"/>
                </a:lnTo>
                <a:lnTo>
                  <a:pt x="9" y="4"/>
                </a:lnTo>
                <a:lnTo>
                  <a:pt x="11" y="2"/>
                </a:lnTo>
                <a:lnTo>
                  <a:pt x="12" y="2"/>
                </a:lnTo>
                <a:lnTo>
                  <a:pt x="14" y="0"/>
                </a:lnTo>
                <a:lnTo>
                  <a:pt x="17" y="0"/>
                </a:lnTo>
                <a:lnTo>
                  <a:pt x="17" y="0"/>
                </a:lnTo>
                <a:lnTo>
                  <a:pt x="18" y="0"/>
                </a:lnTo>
                <a:lnTo>
                  <a:pt x="20" y="1"/>
                </a:lnTo>
                <a:lnTo>
                  <a:pt x="21" y="2"/>
                </a:lnTo>
                <a:lnTo>
                  <a:pt x="23" y="3"/>
                </a:lnTo>
                <a:lnTo>
                  <a:pt x="24" y="4"/>
                </a:lnTo>
                <a:lnTo>
                  <a:pt x="24" y="6"/>
                </a:lnTo>
                <a:lnTo>
                  <a:pt x="24" y="9"/>
                </a:lnTo>
                <a:lnTo>
                  <a:pt x="24" y="13"/>
                </a:lnTo>
                <a:lnTo>
                  <a:pt x="25" y="17"/>
                </a:lnTo>
                <a:lnTo>
                  <a:pt x="27" y="23"/>
                </a:lnTo>
                <a:lnTo>
                  <a:pt x="27" y="28"/>
                </a:lnTo>
                <a:lnTo>
                  <a:pt x="28" y="32"/>
                </a:lnTo>
                <a:lnTo>
                  <a:pt x="29" y="38"/>
                </a:lnTo>
                <a:lnTo>
                  <a:pt x="29" y="41"/>
                </a:lnTo>
                <a:lnTo>
                  <a:pt x="29" y="45"/>
                </a:lnTo>
                <a:lnTo>
                  <a:pt x="29" y="46"/>
                </a:lnTo>
                <a:lnTo>
                  <a:pt x="29" y="47"/>
                </a:lnTo>
                <a:lnTo>
                  <a:pt x="29" y="48"/>
                </a:lnTo>
                <a:lnTo>
                  <a:pt x="30" y="49"/>
                </a:lnTo>
                <a:lnTo>
                  <a:pt x="31" y="49"/>
                </a:lnTo>
                <a:lnTo>
                  <a:pt x="32" y="49"/>
                </a:lnTo>
                <a:lnTo>
                  <a:pt x="33" y="50"/>
                </a:lnTo>
                <a:lnTo>
                  <a:pt x="36" y="52"/>
                </a:lnTo>
                <a:lnTo>
                  <a:pt x="39" y="55"/>
                </a:lnTo>
                <a:lnTo>
                  <a:pt x="41" y="57"/>
                </a:lnTo>
                <a:lnTo>
                  <a:pt x="44" y="59"/>
                </a:lnTo>
                <a:lnTo>
                  <a:pt x="46" y="61"/>
                </a:lnTo>
                <a:lnTo>
                  <a:pt x="46" y="61"/>
                </a:lnTo>
                <a:lnTo>
                  <a:pt x="47" y="61"/>
                </a:lnTo>
                <a:lnTo>
                  <a:pt x="47" y="60"/>
                </a:lnTo>
                <a:lnTo>
                  <a:pt x="47" y="59"/>
                </a:lnTo>
                <a:lnTo>
                  <a:pt x="47" y="57"/>
                </a:lnTo>
                <a:lnTo>
                  <a:pt x="47" y="56"/>
                </a:lnTo>
                <a:lnTo>
                  <a:pt x="46" y="55"/>
                </a:lnTo>
                <a:lnTo>
                  <a:pt x="46" y="54"/>
                </a:lnTo>
                <a:lnTo>
                  <a:pt x="44" y="51"/>
                </a:lnTo>
                <a:lnTo>
                  <a:pt x="41" y="47"/>
                </a:lnTo>
                <a:lnTo>
                  <a:pt x="41" y="46"/>
                </a:lnTo>
                <a:lnTo>
                  <a:pt x="41" y="44"/>
                </a:lnTo>
                <a:lnTo>
                  <a:pt x="41" y="43"/>
                </a:lnTo>
                <a:lnTo>
                  <a:pt x="41" y="43"/>
                </a:lnTo>
                <a:lnTo>
                  <a:pt x="41" y="42"/>
                </a:lnTo>
                <a:lnTo>
                  <a:pt x="41" y="42"/>
                </a:lnTo>
                <a:lnTo>
                  <a:pt x="44" y="42"/>
                </a:lnTo>
                <a:lnTo>
                  <a:pt x="46" y="42"/>
                </a:lnTo>
                <a:lnTo>
                  <a:pt x="47" y="42"/>
                </a:lnTo>
                <a:lnTo>
                  <a:pt x="47" y="42"/>
                </a:lnTo>
                <a:lnTo>
                  <a:pt x="47" y="41"/>
                </a:lnTo>
                <a:lnTo>
                  <a:pt x="46" y="40"/>
                </a:lnTo>
                <a:lnTo>
                  <a:pt x="44" y="37"/>
                </a:lnTo>
                <a:lnTo>
                  <a:pt x="41" y="34"/>
                </a:lnTo>
                <a:lnTo>
                  <a:pt x="38" y="30"/>
                </a:lnTo>
                <a:lnTo>
                  <a:pt x="37" y="28"/>
                </a:lnTo>
                <a:lnTo>
                  <a:pt x="35" y="26"/>
                </a:lnTo>
                <a:lnTo>
                  <a:pt x="34" y="24"/>
                </a:lnTo>
                <a:lnTo>
                  <a:pt x="33" y="22"/>
                </a:lnTo>
                <a:lnTo>
                  <a:pt x="33" y="22"/>
                </a:lnTo>
                <a:lnTo>
                  <a:pt x="34" y="21"/>
                </a:lnTo>
                <a:lnTo>
                  <a:pt x="35" y="19"/>
                </a:lnTo>
                <a:lnTo>
                  <a:pt x="36" y="19"/>
                </a:lnTo>
                <a:lnTo>
                  <a:pt x="37" y="19"/>
                </a:lnTo>
                <a:lnTo>
                  <a:pt x="38" y="19"/>
                </a:lnTo>
                <a:lnTo>
                  <a:pt x="39" y="19"/>
                </a:lnTo>
                <a:lnTo>
                  <a:pt x="41" y="20"/>
                </a:lnTo>
                <a:lnTo>
                  <a:pt x="41" y="22"/>
                </a:lnTo>
                <a:lnTo>
                  <a:pt x="42" y="23"/>
                </a:lnTo>
                <a:lnTo>
                  <a:pt x="44" y="25"/>
                </a:lnTo>
                <a:lnTo>
                  <a:pt x="44" y="26"/>
                </a:lnTo>
                <a:lnTo>
                  <a:pt x="45" y="26"/>
                </a:lnTo>
                <a:lnTo>
                  <a:pt x="45" y="27"/>
                </a:lnTo>
                <a:lnTo>
                  <a:pt x="46" y="27"/>
                </a:lnTo>
                <a:lnTo>
                  <a:pt x="47" y="28"/>
                </a:lnTo>
                <a:lnTo>
                  <a:pt x="48" y="29"/>
                </a:lnTo>
                <a:lnTo>
                  <a:pt x="49" y="29"/>
                </a:lnTo>
                <a:lnTo>
                  <a:pt x="49" y="28"/>
                </a:lnTo>
                <a:lnTo>
                  <a:pt x="49" y="28"/>
                </a:lnTo>
                <a:lnTo>
                  <a:pt x="49" y="26"/>
                </a:lnTo>
                <a:lnTo>
                  <a:pt x="48" y="23"/>
                </a:lnTo>
                <a:lnTo>
                  <a:pt x="46" y="19"/>
                </a:lnTo>
                <a:lnTo>
                  <a:pt x="45" y="16"/>
                </a:lnTo>
                <a:lnTo>
                  <a:pt x="45" y="14"/>
                </a:lnTo>
                <a:lnTo>
                  <a:pt x="45" y="13"/>
                </a:lnTo>
                <a:lnTo>
                  <a:pt x="45" y="10"/>
                </a:lnTo>
                <a:lnTo>
                  <a:pt x="46" y="8"/>
                </a:lnTo>
                <a:lnTo>
                  <a:pt x="48" y="6"/>
                </a:lnTo>
                <a:lnTo>
                  <a:pt x="48" y="6"/>
                </a:lnTo>
                <a:lnTo>
                  <a:pt x="49" y="6"/>
                </a:lnTo>
                <a:lnTo>
                  <a:pt x="49" y="6"/>
                </a:lnTo>
                <a:lnTo>
                  <a:pt x="49" y="6"/>
                </a:lnTo>
                <a:lnTo>
                  <a:pt x="50" y="8"/>
                </a:lnTo>
                <a:lnTo>
                  <a:pt x="51" y="10"/>
                </a:lnTo>
                <a:lnTo>
                  <a:pt x="51" y="12"/>
                </a:lnTo>
                <a:lnTo>
                  <a:pt x="52" y="15"/>
                </a:lnTo>
                <a:lnTo>
                  <a:pt x="53" y="18"/>
                </a:lnTo>
                <a:lnTo>
                  <a:pt x="53" y="22"/>
                </a:lnTo>
                <a:lnTo>
                  <a:pt x="53" y="26"/>
                </a:lnTo>
                <a:lnTo>
                  <a:pt x="53" y="28"/>
                </a:lnTo>
                <a:lnTo>
                  <a:pt x="53" y="30"/>
                </a:lnTo>
                <a:lnTo>
                  <a:pt x="53" y="32"/>
                </a:lnTo>
                <a:lnTo>
                  <a:pt x="56" y="37"/>
                </a:lnTo>
                <a:lnTo>
                  <a:pt x="60" y="44"/>
                </a:lnTo>
                <a:lnTo>
                  <a:pt x="64" y="51"/>
                </a:lnTo>
                <a:lnTo>
                  <a:pt x="66" y="55"/>
                </a:lnTo>
                <a:lnTo>
                  <a:pt x="67" y="56"/>
                </a:lnTo>
                <a:lnTo>
                  <a:pt x="68" y="56"/>
                </a:lnTo>
                <a:lnTo>
                  <a:pt x="68" y="56"/>
                </a:lnTo>
                <a:lnTo>
                  <a:pt x="69" y="55"/>
                </a:lnTo>
                <a:lnTo>
                  <a:pt x="69" y="55"/>
                </a:lnTo>
                <a:lnTo>
                  <a:pt x="69" y="55"/>
                </a:lnTo>
                <a:lnTo>
                  <a:pt x="68" y="47"/>
                </a:lnTo>
                <a:lnTo>
                  <a:pt x="68" y="37"/>
                </a:lnTo>
                <a:lnTo>
                  <a:pt x="68" y="30"/>
                </a:lnTo>
                <a:lnTo>
                  <a:pt x="68" y="26"/>
                </a:lnTo>
                <a:lnTo>
                  <a:pt x="68" y="22"/>
                </a:lnTo>
                <a:lnTo>
                  <a:pt x="68" y="19"/>
                </a:lnTo>
                <a:lnTo>
                  <a:pt x="69" y="16"/>
                </a:lnTo>
                <a:lnTo>
                  <a:pt x="70" y="14"/>
                </a:lnTo>
                <a:lnTo>
                  <a:pt x="70" y="13"/>
                </a:lnTo>
                <a:lnTo>
                  <a:pt x="71" y="13"/>
                </a:lnTo>
                <a:lnTo>
                  <a:pt x="72" y="12"/>
                </a:lnTo>
                <a:lnTo>
                  <a:pt x="72" y="12"/>
                </a:lnTo>
                <a:lnTo>
                  <a:pt x="73" y="14"/>
                </a:lnTo>
                <a:lnTo>
                  <a:pt x="76" y="15"/>
                </a:lnTo>
                <a:lnTo>
                  <a:pt x="77" y="18"/>
                </a:lnTo>
                <a:lnTo>
                  <a:pt x="77" y="20"/>
                </a:lnTo>
                <a:lnTo>
                  <a:pt x="77" y="22"/>
                </a:lnTo>
                <a:lnTo>
                  <a:pt x="77" y="25"/>
                </a:lnTo>
                <a:lnTo>
                  <a:pt x="76" y="26"/>
                </a:lnTo>
                <a:lnTo>
                  <a:pt x="74" y="29"/>
                </a:lnTo>
                <a:lnTo>
                  <a:pt x="74" y="30"/>
                </a:lnTo>
                <a:lnTo>
                  <a:pt x="73" y="34"/>
                </a:lnTo>
                <a:lnTo>
                  <a:pt x="73" y="37"/>
                </a:lnTo>
                <a:lnTo>
                  <a:pt x="73" y="40"/>
                </a:lnTo>
                <a:lnTo>
                  <a:pt x="73" y="47"/>
                </a:lnTo>
                <a:lnTo>
                  <a:pt x="73" y="52"/>
                </a:lnTo>
                <a:lnTo>
                  <a:pt x="74" y="56"/>
                </a:lnTo>
                <a:lnTo>
                  <a:pt x="74" y="58"/>
                </a:lnTo>
                <a:lnTo>
                  <a:pt x="78" y="60"/>
                </a:lnTo>
                <a:lnTo>
                  <a:pt x="85" y="64"/>
                </a:lnTo>
                <a:lnTo>
                  <a:pt x="89" y="66"/>
                </a:lnTo>
                <a:lnTo>
                  <a:pt x="92" y="67"/>
                </a:lnTo>
                <a:lnTo>
                  <a:pt x="94" y="67"/>
                </a:lnTo>
                <a:lnTo>
                  <a:pt x="95" y="67"/>
                </a:lnTo>
                <a:lnTo>
                  <a:pt x="96" y="67"/>
                </a:lnTo>
                <a:lnTo>
                  <a:pt x="97" y="67"/>
                </a:lnTo>
                <a:lnTo>
                  <a:pt x="97" y="67"/>
                </a:lnTo>
                <a:lnTo>
                  <a:pt x="97" y="66"/>
                </a:lnTo>
                <a:lnTo>
                  <a:pt x="97" y="63"/>
                </a:lnTo>
                <a:lnTo>
                  <a:pt x="97" y="59"/>
                </a:lnTo>
                <a:lnTo>
                  <a:pt x="97" y="58"/>
                </a:lnTo>
                <a:lnTo>
                  <a:pt x="98" y="56"/>
                </a:lnTo>
                <a:lnTo>
                  <a:pt x="99" y="55"/>
                </a:lnTo>
                <a:lnTo>
                  <a:pt x="100" y="55"/>
                </a:lnTo>
                <a:lnTo>
                  <a:pt x="101" y="55"/>
                </a:lnTo>
                <a:lnTo>
                  <a:pt x="102" y="55"/>
                </a:lnTo>
                <a:lnTo>
                  <a:pt x="104" y="55"/>
                </a:lnTo>
                <a:lnTo>
                  <a:pt x="105" y="56"/>
                </a:lnTo>
                <a:lnTo>
                  <a:pt x="105" y="57"/>
                </a:lnTo>
                <a:lnTo>
                  <a:pt x="105" y="58"/>
                </a:lnTo>
                <a:lnTo>
                  <a:pt x="106" y="59"/>
                </a:lnTo>
                <a:lnTo>
                  <a:pt x="106" y="59"/>
                </a:lnTo>
                <a:lnTo>
                  <a:pt x="105" y="63"/>
                </a:lnTo>
                <a:lnTo>
                  <a:pt x="105" y="66"/>
                </a:lnTo>
                <a:lnTo>
                  <a:pt x="104" y="67"/>
                </a:lnTo>
                <a:lnTo>
                  <a:pt x="104" y="69"/>
                </a:lnTo>
                <a:lnTo>
                  <a:pt x="105" y="71"/>
                </a:lnTo>
                <a:lnTo>
                  <a:pt x="105" y="71"/>
                </a:lnTo>
                <a:lnTo>
                  <a:pt x="110" y="73"/>
                </a:lnTo>
                <a:lnTo>
                  <a:pt x="120" y="75"/>
                </a:lnTo>
                <a:lnTo>
                  <a:pt x="129" y="78"/>
                </a:lnTo>
                <a:lnTo>
                  <a:pt x="135" y="79"/>
                </a:lnTo>
                <a:lnTo>
                  <a:pt x="137" y="80"/>
                </a:lnTo>
                <a:lnTo>
                  <a:pt x="140" y="81"/>
                </a:lnTo>
                <a:lnTo>
                  <a:pt x="142" y="82"/>
                </a:lnTo>
                <a:lnTo>
                  <a:pt x="145" y="84"/>
                </a:lnTo>
                <a:lnTo>
                  <a:pt x="147" y="86"/>
                </a:lnTo>
                <a:lnTo>
                  <a:pt x="149" y="87"/>
                </a:lnTo>
                <a:lnTo>
                  <a:pt x="149" y="88"/>
                </a:lnTo>
                <a:lnTo>
                  <a:pt x="149" y="89"/>
                </a:lnTo>
                <a:lnTo>
                  <a:pt x="148" y="90"/>
                </a:lnTo>
                <a:lnTo>
                  <a:pt x="148" y="91"/>
                </a:lnTo>
                <a:lnTo>
                  <a:pt x="144" y="95"/>
                </a:lnTo>
                <a:lnTo>
                  <a:pt x="140" y="97"/>
                </a:lnTo>
                <a:lnTo>
                  <a:pt x="137" y="98"/>
                </a:lnTo>
                <a:lnTo>
                  <a:pt x="135" y="99"/>
                </a:lnTo>
                <a:lnTo>
                  <a:pt x="133" y="98"/>
                </a:lnTo>
                <a:lnTo>
                  <a:pt x="133" y="98"/>
                </a:lnTo>
                <a:lnTo>
                  <a:pt x="132" y="98"/>
                </a:lnTo>
                <a:lnTo>
                  <a:pt x="132" y="97"/>
                </a:lnTo>
                <a:lnTo>
                  <a:pt x="132" y="96"/>
                </a:lnTo>
                <a:lnTo>
                  <a:pt x="133" y="95"/>
                </a:lnTo>
                <a:lnTo>
                  <a:pt x="133" y="95"/>
                </a:lnTo>
                <a:lnTo>
                  <a:pt x="133" y="94"/>
                </a:lnTo>
                <a:lnTo>
                  <a:pt x="133" y="93"/>
                </a:lnTo>
                <a:lnTo>
                  <a:pt x="133" y="92"/>
                </a:lnTo>
                <a:lnTo>
                  <a:pt x="131" y="91"/>
                </a:lnTo>
                <a:lnTo>
                  <a:pt x="129" y="90"/>
                </a:lnTo>
                <a:lnTo>
                  <a:pt x="126" y="88"/>
                </a:lnTo>
                <a:lnTo>
                  <a:pt x="122" y="87"/>
                </a:lnTo>
                <a:lnTo>
                  <a:pt x="115" y="83"/>
                </a:lnTo>
                <a:lnTo>
                  <a:pt x="110" y="81"/>
                </a:lnTo>
                <a:lnTo>
                  <a:pt x="109" y="80"/>
                </a:lnTo>
                <a:lnTo>
                  <a:pt x="107" y="80"/>
                </a:lnTo>
                <a:lnTo>
                  <a:pt x="107" y="80"/>
                </a:lnTo>
                <a:lnTo>
                  <a:pt x="106" y="80"/>
                </a:lnTo>
                <a:lnTo>
                  <a:pt x="106" y="83"/>
                </a:lnTo>
                <a:lnTo>
                  <a:pt x="107" y="86"/>
                </a:lnTo>
                <a:lnTo>
                  <a:pt x="108" y="89"/>
                </a:lnTo>
                <a:lnTo>
                  <a:pt x="109" y="91"/>
                </a:lnTo>
                <a:lnTo>
                  <a:pt x="110" y="92"/>
                </a:lnTo>
                <a:lnTo>
                  <a:pt x="113" y="95"/>
                </a:lnTo>
                <a:lnTo>
                  <a:pt x="113" y="97"/>
                </a:lnTo>
                <a:lnTo>
                  <a:pt x="113" y="99"/>
                </a:lnTo>
                <a:lnTo>
                  <a:pt x="113" y="99"/>
                </a:lnTo>
                <a:lnTo>
                  <a:pt x="113" y="100"/>
                </a:lnTo>
                <a:lnTo>
                  <a:pt x="113" y="101"/>
                </a:lnTo>
                <a:lnTo>
                  <a:pt x="112" y="102"/>
                </a:lnTo>
                <a:lnTo>
                  <a:pt x="109" y="103"/>
                </a:lnTo>
                <a:lnTo>
                  <a:pt x="108" y="104"/>
                </a:lnTo>
                <a:lnTo>
                  <a:pt x="105" y="104"/>
                </a:lnTo>
                <a:lnTo>
                  <a:pt x="104" y="104"/>
                </a:lnTo>
                <a:lnTo>
                  <a:pt x="102" y="104"/>
                </a:lnTo>
                <a:lnTo>
                  <a:pt x="101" y="104"/>
                </a:lnTo>
                <a:lnTo>
                  <a:pt x="100" y="103"/>
                </a:lnTo>
                <a:lnTo>
                  <a:pt x="100" y="103"/>
                </a:lnTo>
                <a:lnTo>
                  <a:pt x="100" y="100"/>
                </a:lnTo>
                <a:lnTo>
                  <a:pt x="100" y="99"/>
                </a:lnTo>
                <a:lnTo>
                  <a:pt x="100" y="96"/>
                </a:lnTo>
                <a:lnTo>
                  <a:pt x="98" y="91"/>
                </a:lnTo>
                <a:lnTo>
                  <a:pt x="97" y="87"/>
                </a:lnTo>
                <a:lnTo>
                  <a:pt x="97" y="83"/>
                </a:lnTo>
                <a:lnTo>
                  <a:pt x="97" y="79"/>
                </a:lnTo>
                <a:lnTo>
                  <a:pt x="97" y="77"/>
                </a:lnTo>
                <a:lnTo>
                  <a:pt x="77" y="70"/>
                </a:lnTo>
                <a:lnTo>
                  <a:pt x="77" y="70"/>
                </a:lnTo>
                <a:lnTo>
                  <a:pt x="77" y="70"/>
                </a:lnTo>
                <a:lnTo>
                  <a:pt x="76" y="71"/>
                </a:lnTo>
                <a:lnTo>
                  <a:pt x="76" y="71"/>
                </a:lnTo>
                <a:lnTo>
                  <a:pt x="76" y="72"/>
                </a:lnTo>
                <a:lnTo>
                  <a:pt x="76" y="74"/>
                </a:lnTo>
                <a:lnTo>
                  <a:pt x="77" y="79"/>
                </a:lnTo>
                <a:lnTo>
                  <a:pt x="78" y="87"/>
                </a:lnTo>
                <a:lnTo>
                  <a:pt x="79" y="91"/>
                </a:lnTo>
                <a:lnTo>
                  <a:pt x="81" y="96"/>
                </a:lnTo>
                <a:lnTo>
                  <a:pt x="82" y="101"/>
                </a:lnTo>
                <a:lnTo>
                  <a:pt x="84" y="106"/>
                </a:lnTo>
                <a:lnTo>
                  <a:pt x="87" y="115"/>
                </a:lnTo>
                <a:lnTo>
                  <a:pt x="90" y="120"/>
                </a:lnTo>
                <a:lnTo>
                  <a:pt x="90" y="122"/>
                </a:lnTo>
                <a:lnTo>
                  <a:pt x="91" y="123"/>
                </a:lnTo>
                <a:lnTo>
                  <a:pt x="91" y="125"/>
                </a:lnTo>
                <a:lnTo>
                  <a:pt x="91" y="127"/>
                </a:lnTo>
                <a:lnTo>
                  <a:pt x="90" y="130"/>
                </a:lnTo>
                <a:lnTo>
                  <a:pt x="89" y="132"/>
                </a:lnTo>
                <a:lnTo>
                  <a:pt x="89" y="134"/>
                </a:lnTo>
                <a:lnTo>
                  <a:pt x="88" y="135"/>
                </a:lnTo>
                <a:lnTo>
                  <a:pt x="86" y="136"/>
                </a:lnTo>
                <a:lnTo>
                  <a:pt x="86" y="136"/>
                </a:lnTo>
                <a:lnTo>
                  <a:pt x="85" y="136"/>
                </a:lnTo>
                <a:lnTo>
                  <a:pt x="85" y="136"/>
                </a:lnTo>
                <a:lnTo>
                  <a:pt x="82" y="135"/>
                </a:lnTo>
                <a:lnTo>
                  <a:pt x="79" y="134"/>
                </a:lnTo>
                <a:lnTo>
                  <a:pt x="77" y="131"/>
                </a:lnTo>
                <a:lnTo>
                  <a:pt x="77" y="127"/>
                </a:lnTo>
                <a:lnTo>
                  <a:pt x="76" y="124"/>
                </a:lnTo>
                <a:lnTo>
                  <a:pt x="75" y="121"/>
                </a:lnTo>
                <a:lnTo>
                  <a:pt x="73" y="114"/>
                </a:lnTo>
                <a:lnTo>
                  <a:pt x="73" y="106"/>
                </a:lnTo>
                <a:lnTo>
                  <a:pt x="72" y="99"/>
                </a:lnTo>
                <a:lnTo>
                  <a:pt x="72" y="91"/>
                </a:lnTo>
                <a:lnTo>
                  <a:pt x="71" y="84"/>
                </a:lnTo>
                <a:lnTo>
                  <a:pt x="70" y="78"/>
                </a:lnTo>
                <a:lnTo>
                  <a:pt x="70" y="73"/>
                </a:lnTo>
                <a:lnTo>
                  <a:pt x="69" y="70"/>
                </a:lnTo>
                <a:lnTo>
                  <a:pt x="69" y="67"/>
                </a:lnTo>
                <a:lnTo>
                  <a:pt x="69" y="67"/>
                </a:lnTo>
                <a:lnTo>
                  <a:pt x="67" y="66"/>
                </a:lnTo>
                <a:lnTo>
                  <a:pt x="62" y="63"/>
                </a:lnTo>
                <a:lnTo>
                  <a:pt x="57" y="60"/>
                </a:lnTo>
                <a:lnTo>
                  <a:pt x="55" y="59"/>
                </a:lnTo>
                <a:lnTo>
                  <a:pt x="54" y="59"/>
                </a:lnTo>
                <a:lnTo>
                  <a:pt x="54" y="59"/>
                </a:lnTo>
                <a:lnTo>
                  <a:pt x="54" y="60"/>
                </a:lnTo>
                <a:lnTo>
                  <a:pt x="54" y="62"/>
                </a:lnTo>
                <a:lnTo>
                  <a:pt x="54" y="67"/>
                </a:lnTo>
                <a:lnTo>
                  <a:pt x="55" y="71"/>
                </a:lnTo>
                <a:lnTo>
                  <a:pt x="55" y="75"/>
                </a:lnTo>
                <a:lnTo>
                  <a:pt x="55" y="79"/>
                </a:lnTo>
                <a:lnTo>
                  <a:pt x="57" y="83"/>
                </a:lnTo>
                <a:lnTo>
                  <a:pt x="57" y="86"/>
                </a:lnTo>
                <a:lnTo>
                  <a:pt x="57" y="87"/>
                </a:lnTo>
                <a:lnTo>
                  <a:pt x="57" y="89"/>
                </a:lnTo>
                <a:lnTo>
                  <a:pt x="56" y="91"/>
                </a:lnTo>
                <a:lnTo>
                  <a:pt x="55" y="91"/>
                </a:lnTo>
                <a:lnTo>
                  <a:pt x="53" y="92"/>
                </a:lnTo>
                <a:lnTo>
                  <a:pt x="51" y="92"/>
                </a:lnTo>
                <a:lnTo>
                  <a:pt x="49" y="92"/>
                </a:lnTo>
                <a:lnTo>
                  <a:pt x="49" y="91"/>
                </a:lnTo>
                <a:lnTo>
                  <a:pt x="48" y="90"/>
                </a:lnTo>
                <a:lnTo>
                  <a:pt x="47" y="89"/>
                </a:lnTo>
                <a:lnTo>
                  <a:pt x="47" y="87"/>
                </a:lnTo>
                <a:lnTo>
                  <a:pt x="46" y="85"/>
                </a:lnTo>
                <a:lnTo>
                  <a:pt x="46" y="78"/>
                </a:lnTo>
                <a:lnTo>
                  <a:pt x="46" y="73"/>
                </a:lnTo>
                <a:lnTo>
                  <a:pt x="45" y="71"/>
                </a:lnTo>
                <a:lnTo>
                  <a:pt x="44" y="71"/>
                </a:lnTo>
                <a:lnTo>
                  <a:pt x="41" y="68"/>
                </a:lnTo>
                <a:lnTo>
                  <a:pt x="38" y="66"/>
                </a:lnTo>
                <a:lnTo>
                  <a:pt x="35" y="63"/>
                </a:lnTo>
                <a:lnTo>
                  <a:pt x="32" y="6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4400" rIns="90000" bIns="14400" anchor="ctr">
            <a:noAutofit/>
          </a:bodyPr>
          <a:lstStyle/>
          <a:p>
            <a:endParaRPr/>
          </a:p>
        </p:txBody>
      </p:sp>
      <p:sp>
        <p:nvSpPr>
          <p:cNvPr id="540" name="îsḻíďê">
            <a:extLst>
              <a:ext uri="{FF2B5EF4-FFF2-40B4-BE49-F238E27FC236}">
                <a16:creationId xmlns:a16="http://schemas.microsoft.com/office/drawing/2014/main" id="{D9B37B2A-0532-4374-8562-81B4CD739D30}"/>
              </a:ext>
            </a:extLst>
          </p:cNvPr>
          <p:cNvSpPr>
            <a:spLocks noGrp="1"/>
          </p:cNvSpPr>
          <p:nvPr/>
        </p:nvSpPr>
        <p:spPr>
          <a:xfrm>
            <a:off x="774720" y="627480"/>
            <a:ext cx="16200" cy="17280"/>
          </a:xfrm>
          <a:custGeom>
            <a:avLst/>
            <a:gdLst>
              <a:gd name="textAreaLeft" fmla="*/ 0 w 16200"/>
              <a:gd name="textAreaRight" fmla="*/ 16560 w 16200"/>
              <a:gd name="textAreaTop" fmla="*/ 0 h 17280"/>
              <a:gd name="textAreaBottom" fmla="*/ 17640 h 17280"/>
              <a:gd name="GluePoint1X" fmla="*/ 0 w 38"/>
              <a:gd name="GluePoint1Y" fmla="*/ 4 h 40"/>
              <a:gd name="GluePoint2X" fmla="*/ 0 w 38"/>
              <a:gd name="GluePoint2Y" fmla="*/ 4 h 40"/>
              <a:gd name="GluePoint3X" fmla="*/ 1 w 38"/>
              <a:gd name="GluePoint3Y" fmla="*/ 2 h 40"/>
              <a:gd name="GluePoint4X" fmla="*/ 2 w 38"/>
              <a:gd name="GluePoint4Y" fmla="*/ 1 h 40"/>
              <a:gd name="GluePoint5X" fmla="*/ 2 w 38"/>
              <a:gd name="GluePoint5Y" fmla="*/ 1 h 40"/>
              <a:gd name="GluePoint6X" fmla="*/ 3 w 38"/>
              <a:gd name="GluePoint6Y" fmla="*/ 0 h 40"/>
              <a:gd name="GluePoint7X" fmla="*/ 5 w 38"/>
              <a:gd name="GluePoint7Y" fmla="*/ 0 h 40"/>
              <a:gd name="GluePoint8X" fmla="*/ 6 w 38"/>
              <a:gd name="GluePoint8Y" fmla="*/ 0 h 40"/>
              <a:gd name="GluePoint9X" fmla="*/ 8 w 38"/>
              <a:gd name="GluePoint9Y" fmla="*/ 1 h 40"/>
              <a:gd name="GluePoint10X" fmla="*/ 10 w 38"/>
              <a:gd name="GluePoint10Y" fmla="*/ 3 h 40"/>
              <a:gd name="GluePoint11X" fmla="*/ 13 w 38"/>
              <a:gd name="GluePoint11Y" fmla="*/ 4 h 40"/>
              <a:gd name="GluePoint12X" fmla="*/ 18 w 38"/>
              <a:gd name="GluePoint12Y" fmla="*/ 8 h 40"/>
              <a:gd name="GluePoint13X" fmla="*/ 24 w 38"/>
              <a:gd name="GluePoint13Y" fmla="*/ 12 h 40"/>
              <a:gd name="GluePoint14X" fmla="*/ 29 w 38"/>
              <a:gd name="GluePoint14Y" fmla="*/ 17 h 40"/>
              <a:gd name="GluePoint15X" fmla="*/ 34 w 38"/>
              <a:gd name="GluePoint15Y" fmla="*/ 22 h 40"/>
              <a:gd name="GluePoint16X" fmla="*/ 35 w 38"/>
              <a:gd name="GluePoint16Y" fmla="*/ 24 h 40"/>
              <a:gd name="GluePoint17X" fmla="*/ 36 w 38"/>
              <a:gd name="GluePoint17Y" fmla="*/ 26 h 40"/>
              <a:gd name="GluePoint18X" fmla="*/ 38 w 38"/>
              <a:gd name="GluePoint18Y" fmla="*/ 28 h 40"/>
              <a:gd name="GluePoint19X" fmla="*/ 38 w 38"/>
              <a:gd name="GluePoint19Y" fmla="*/ 28 h 40"/>
              <a:gd name="GluePoint20X" fmla="*/ 36 w 38"/>
              <a:gd name="GluePoint20Y" fmla="*/ 31 h 40"/>
              <a:gd name="GluePoint21X" fmla="*/ 33 w 38"/>
              <a:gd name="GluePoint21Y" fmla="*/ 35 h 40"/>
              <a:gd name="GluePoint22X" fmla="*/ 31 w 38"/>
              <a:gd name="GluePoint22Y" fmla="*/ 37 h 40"/>
              <a:gd name="GluePoint23X" fmla="*/ 30 w 38"/>
              <a:gd name="GluePoint23Y" fmla="*/ 39 h 40"/>
              <a:gd name="GluePoint24X" fmla="*/ 28 w 38"/>
              <a:gd name="GluePoint24Y" fmla="*/ 40 h 40"/>
              <a:gd name="GluePoint25X" fmla="*/ 26 w 38"/>
              <a:gd name="GluePoint25Y" fmla="*/ 40 h 40"/>
              <a:gd name="GluePoint26X" fmla="*/ 26 w 38"/>
              <a:gd name="GluePoint26Y" fmla="*/ 39 h 40"/>
              <a:gd name="GluePoint27X" fmla="*/ 25 w 38"/>
              <a:gd name="GluePoint27Y" fmla="*/ 39 h 40"/>
              <a:gd name="GluePoint28X" fmla="*/ 24 w 38"/>
              <a:gd name="GluePoint28Y" fmla="*/ 37 h 40"/>
              <a:gd name="GluePoint29X" fmla="*/ 23 w 38"/>
              <a:gd name="GluePoint29Y" fmla="*/ 36 h 40"/>
              <a:gd name="GluePoint30X" fmla="*/ 22 w 38"/>
              <a:gd name="GluePoint30Y" fmla="*/ 33 h 40"/>
              <a:gd name="GluePoint31X" fmla="*/ 20 w 38"/>
              <a:gd name="GluePoint31Y" fmla="*/ 30 h 40"/>
              <a:gd name="GluePoint32X" fmla="*/ 18 w 38"/>
              <a:gd name="GluePoint32Y" fmla="*/ 27 h 40"/>
              <a:gd name="GluePoint33X" fmla="*/ 15 w 38"/>
              <a:gd name="GluePoint33Y" fmla="*/ 23 h 40"/>
              <a:gd name="GluePoint34X" fmla="*/ 14 w 38"/>
              <a:gd name="GluePoint34Y" fmla="*/ 20 h 40"/>
              <a:gd name="GluePoint35X" fmla="*/ 10 w 38"/>
              <a:gd name="GluePoint35Y" fmla="*/ 16 h 40"/>
              <a:gd name="GluePoint36X" fmla="*/ 5 w 38"/>
              <a:gd name="GluePoint36Y" fmla="*/ 10 h 40"/>
              <a:gd name="GluePoint37X" fmla="*/ 0 w 38"/>
              <a:gd name="GluePoint37Y" fmla="*/ 4 h 40"/>
            </a:gdLst>
            <a:ahLst/>
            <a:cxnLst/>
            <a:rect l="textAreaLeft" t="textAreaTop" r="textAreaRight" b="textAreaBottom"/>
            <a:pathLst>
              <a:path w="38" h="40">
                <a:moveTo>
                  <a:pt x="0" y="4"/>
                </a:moveTo>
                <a:lnTo>
                  <a:pt x="0" y="4"/>
                </a:lnTo>
                <a:lnTo>
                  <a:pt x="1" y="2"/>
                </a:lnTo>
                <a:lnTo>
                  <a:pt x="2" y="1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8" y="1"/>
                </a:lnTo>
                <a:lnTo>
                  <a:pt x="10" y="3"/>
                </a:lnTo>
                <a:lnTo>
                  <a:pt x="13" y="4"/>
                </a:lnTo>
                <a:lnTo>
                  <a:pt x="18" y="8"/>
                </a:lnTo>
                <a:lnTo>
                  <a:pt x="24" y="12"/>
                </a:lnTo>
                <a:lnTo>
                  <a:pt x="29" y="17"/>
                </a:lnTo>
                <a:lnTo>
                  <a:pt x="34" y="22"/>
                </a:lnTo>
                <a:lnTo>
                  <a:pt x="35" y="24"/>
                </a:lnTo>
                <a:lnTo>
                  <a:pt x="36" y="26"/>
                </a:lnTo>
                <a:lnTo>
                  <a:pt x="38" y="28"/>
                </a:lnTo>
                <a:lnTo>
                  <a:pt x="38" y="28"/>
                </a:lnTo>
                <a:lnTo>
                  <a:pt x="36" y="31"/>
                </a:lnTo>
                <a:lnTo>
                  <a:pt x="33" y="35"/>
                </a:lnTo>
                <a:lnTo>
                  <a:pt x="31" y="37"/>
                </a:lnTo>
                <a:lnTo>
                  <a:pt x="30" y="39"/>
                </a:lnTo>
                <a:lnTo>
                  <a:pt x="28" y="40"/>
                </a:lnTo>
                <a:lnTo>
                  <a:pt x="26" y="40"/>
                </a:lnTo>
                <a:lnTo>
                  <a:pt x="26" y="39"/>
                </a:lnTo>
                <a:lnTo>
                  <a:pt x="25" y="39"/>
                </a:lnTo>
                <a:lnTo>
                  <a:pt x="24" y="37"/>
                </a:lnTo>
                <a:lnTo>
                  <a:pt x="23" y="36"/>
                </a:lnTo>
                <a:lnTo>
                  <a:pt x="22" y="33"/>
                </a:lnTo>
                <a:lnTo>
                  <a:pt x="20" y="30"/>
                </a:lnTo>
                <a:lnTo>
                  <a:pt x="18" y="27"/>
                </a:lnTo>
                <a:lnTo>
                  <a:pt x="15" y="23"/>
                </a:lnTo>
                <a:lnTo>
                  <a:pt x="14" y="20"/>
                </a:lnTo>
                <a:lnTo>
                  <a:pt x="10" y="16"/>
                </a:lnTo>
                <a:lnTo>
                  <a:pt x="5" y="10"/>
                </a:lnTo>
                <a:lnTo>
                  <a:pt x="0" y="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7360" rIns="90000" bIns="-27360" anchor="ctr">
            <a:noAutofit/>
          </a:bodyPr>
          <a:lstStyle/>
          <a:p>
            <a:endParaRPr/>
          </a:p>
        </p:txBody>
      </p:sp>
      <p:sp>
        <p:nvSpPr>
          <p:cNvPr id="541" name="îSlíḍé">
            <a:extLst>
              <a:ext uri="{FF2B5EF4-FFF2-40B4-BE49-F238E27FC236}">
                <a16:creationId xmlns:a16="http://schemas.microsoft.com/office/drawing/2014/main" id="{6F077360-867F-43DE-BB0F-2663148971EC}"/>
              </a:ext>
            </a:extLst>
          </p:cNvPr>
          <p:cNvSpPr>
            <a:spLocks noGrp="1"/>
          </p:cNvSpPr>
          <p:nvPr/>
        </p:nvSpPr>
        <p:spPr>
          <a:xfrm>
            <a:off x="757440" y="583200"/>
            <a:ext cx="56160" cy="47160"/>
          </a:xfrm>
          <a:custGeom>
            <a:avLst/>
            <a:gdLst>
              <a:gd name="textAreaLeft" fmla="*/ 0 w 56160"/>
              <a:gd name="textAreaRight" fmla="*/ 56520 w 56160"/>
              <a:gd name="textAreaTop" fmla="*/ 0 h 47160"/>
              <a:gd name="textAreaBottom" fmla="*/ 47520 h 47160"/>
              <a:gd name="GluePoint1X" fmla="*/ 17 w 129"/>
              <a:gd name="GluePoint1Y" fmla="*/ 93 h 109"/>
              <a:gd name="GluePoint2X" fmla="*/ 11 w 129"/>
              <a:gd name="GluePoint2Y" fmla="*/ 93 h 109"/>
              <a:gd name="GluePoint3X" fmla="*/ 3 w 129"/>
              <a:gd name="GluePoint3Y" fmla="*/ 95 h 109"/>
              <a:gd name="GluePoint4X" fmla="*/ 5 w 129"/>
              <a:gd name="GluePoint4Y" fmla="*/ 86 h 109"/>
              <a:gd name="GluePoint5X" fmla="*/ 13 w 129"/>
              <a:gd name="GluePoint5Y" fmla="*/ 60 h 109"/>
              <a:gd name="GluePoint6X" fmla="*/ 16 w 129"/>
              <a:gd name="GluePoint6Y" fmla="*/ 44 h 109"/>
              <a:gd name="GluePoint7X" fmla="*/ 4 w 129"/>
              <a:gd name="GluePoint7Y" fmla="*/ 21 h 109"/>
              <a:gd name="GluePoint8X" fmla="*/ 1 w 129"/>
              <a:gd name="GluePoint8Y" fmla="*/ 15 h 109"/>
              <a:gd name="GluePoint9X" fmla="*/ 22 w 129"/>
              <a:gd name="GluePoint9Y" fmla="*/ 17 h 109"/>
              <a:gd name="GluePoint10X" fmla="*/ 27 w 129"/>
              <a:gd name="GluePoint10Y" fmla="*/ 9 h 109"/>
              <a:gd name="GluePoint11X" fmla="*/ 35 w 129"/>
              <a:gd name="GluePoint11Y" fmla="*/ 17 h 109"/>
              <a:gd name="GluePoint12X" fmla="*/ 33 w 129"/>
              <a:gd name="GluePoint12Y" fmla="*/ 37 h 109"/>
              <a:gd name="GluePoint13X" fmla="*/ 37 w 129"/>
              <a:gd name="GluePoint13Y" fmla="*/ 64 h 109"/>
              <a:gd name="GluePoint14X" fmla="*/ 42 w 129"/>
              <a:gd name="GluePoint14Y" fmla="*/ 73 h 109"/>
              <a:gd name="GluePoint15X" fmla="*/ 46 w 129"/>
              <a:gd name="GluePoint15Y" fmla="*/ 65 h 109"/>
              <a:gd name="GluePoint16X" fmla="*/ 47 w 129"/>
              <a:gd name="GluePoint16Y" fmla="*/ 50 h 109"/>
              <a:gd name="GluePoint17X" fmla="*/ 45 w 129"/>
              <a:gd name="GluePoint17Y" fmla="*/ 42 h 109"/>
              <a:gd name="GluePoint18X" fmla="*/ 46 w 129"/>
              <a:gd name="GluePoint18Y" fmla="*/ 36 h 109"/>
              <a:gd name="GluePoint19X" fmla="*/ 52 w 129"/>
              <a:gd name="GluePoint19Y" fmla="*/ 16 h 109"/>
              <a:gd name="GluePoint20X" fmla="*/ 58 w 129"/>
              <a:gd name="GluePoint20Y" fmla="*/ 1 h 109"/>
              <a:gd name="GluePoint21X" fmla="*/ 66 w 129"/>
              <a:gd name="GluePoint21Y" fmla="*/ 8 h 109"/>
              <a:gd name="GluePoint22X" fmla="*/ 101 w 129"/>
              <a:gd name="GluePoint22Y" fmla="*/ 50 h 109"/>
              <a:gd name="GluePoint23X" fmla="*/ 128 w 129"/>
              <a:gd name="GluePoint23Y" fmla="*/ 82 h 109"/>
              <a:gd name="GluePoint24X" fmla="*/ 122 w 129"/>
              <a:gd name="GluePoint24Y" fmla="*/ 89 h 109"/>
              <a:gd name="GluePoint25X" fmla="*/ 96 w 129"/>
              <a:gd name="GluePoint25Y" fmla="*/ 90 h 109"/>
              <a:gd name="GluePoint26X" fmla="*/ 102 w 129"/>
              <a:gd name="GluePoint26Y" fmla="*/ 86 h 109"/>
              <a:gd name="GluePoint27X" fmla="*/ 110 w 129"/>
              <a:gd name="GluePoint27Y" fmla="*/ 80 h 109"/>
              <a:gd name="GluePoint28X" fmla="*/ 78 w 129"/>
              <a:gd name="GluePoint28Y" fmla="*/ 41 h 109"/>
              <a:gd name="GluePoint29X" fmla="*/ 59 w 129"/>
              <a:gd name="GluePoint29Y" fmla="*/ 13 h 109"/>
              <a:gd name="GluePoint30X" fmla="*/ 55 w 129"/>
              <a:gd name="GluePoint30Y" fmla="*/ 28 h 109"/>
              <a:gd name="GluePoint31X" fmla="*/ 58 w 129"/>
              <a:gd name="GluePoint31Y" fmla="*/ 35 h 109"/>
              <a:gd name="GluePoint32X" fmla="*/ 63 w 129"/>
              <a:gd name="GluePoint32Y" fmla="*/ 41 h 109"/>
              <a:gd name="GluePoint33X" fmla="*/ 56 w 129"/>
              <a:gd name="GluePoint33Y" fmla="*/ 58 h 109"/>
              <a:gd name="GluePoint34X" fmla="*/ 58 w 129"/>
              <a:gd name="GluePoint34Y" fmla="*/ 71 h 109"/>
              <a:gd name="GluePoint35X" fmla="*/ 56 w 129"/>
              <a:gd name="GluePoint35Y" fmla="*/ 77 h 109"/>
              <a:gd name="GluePoint36X" fmla="*/ 43 w 129"/>
              <a:gd name="GluePoint36Y" fmla="*/ 96 h 109"/>
              <a:gd name="GluePoint37X" fmla="*/ 39 w 129"/>
              <a:gd name="GluePoint37Y" fmla="*/ 97 h 109"/>
              <a:gd name="GluePoint38X" fmla="*/ 42 w 129"/>
              <a:gd name="GluePoint38Y" fmla="*/ 80 h 109"/>
              <a:gd name="GluePoint39X" fmla="*/ 37 w 129"/>
              <a:gd name="GluePoint39Y" fmla="*/ 73 h 109"/>
              <a:gd name="GluePoint40X" fmla="*/ 28 w 129"/>
              <a:gd name="GluePoint40Y" fmla="*/ 57 h 109"/>
              <a:gd name="GluePoint41X" fmla="*/ 22 w 129"/>
              <a:gd name="GluePoint41Y" fmla="*/ 66 h 109"/>
              <a:gd name="GluePoint42X" fmla="*/ 70 w 129"/>
              <a:gd name="GluePoint42Y" fmla="*/ 90 h 109"/>
              <a:gd name="GluePoint43X" fmla="*/ 72 w 129"/>
              <a:gd name="GluePoint43Y" fmla="*/ 107 h 109"/>
              <a:gd name="GluePoint44X" fmla="*/ 79 w 129"/>
              <a:gd name="GluePoint44Y" fmla="*/ 101 h 109"/>
              <a:gd name="GluePoint45X" fmla="*/ 87 w 129"/>
              <a:gd name="GluePoint45Y" fmla="*/ 107 h 109"/>
              <a:gd name="GluePoint46X" fmla="*/ 96 w 129"/>
              <a:gd name="GluePoint46Y" fmla="*/ 109 h 109"/>
              <a:gd name="GluePoint47X" fmla="*/ 100 w 129"/>
              <a:gd name="GluePoint47Y" fmla="*/ 106 h 109"/>
              <a:gd name="GluePoint48X" fmla="*/ 88 w 129"/>
              <a:gd name="GluePoint48Y" fmla="*/ 89 h 109"/>
              <a:gd name="GluePoint49X" fmla="*/ 86 w 129"/>
              <a:gd name="GluePoint49Y" fmla="*/ 73 h 109"/>
              <a:gd name="GluePoint50X" fmla="*/ 80 w 129"/>
              <a:gd name="GluePoint50Y" fmla="*/ 77 h 109"/>
              <a:gd name="GluePoint51X" fmla="*/ 70 w 129"/>
              <a:gd name="GluePoint51Y" fmla="*/ 90 h 109"/>
              <a:gd name="GluePoint52X" fmla="*/ 69 w 129"/>
              <a:gd name="GluePoint52Y" fmla="*/ 82 h 109"/>
              <a:gd name="GluePoint53X" fmla="*/ 75 w 129"/>
              <a:gd name="GluePoint53Y" fmla="*/ 70 h 109"/>
              <a:gd name="GluePoint54X" fmla="*/ 71 w 129"/>
              <a:gd name="GluePoint54Y" fmla="*/ 67 h 109"/>
              <a:gd name="GluePoint55X" fmla="*/ 65 w 129"/>
              <a:gd name="GluePoint55Y" fmla="*/ 71 h 109"/>
              <a:gd name="GluePoint56X" fmla="*/ 62 w 129"/>
              <a:gd name="GluePoint56Y" fmla="*/ 77 h 109"/>
              <a:gd name="GluePoint57X" fmla="*/ 58 w 129"/>
              <a:gd name="GluePoint57Y" fmla="*/ 85 h 109"/>
              <a:gd name="GluePoint58X" fmla="*/ 62 w 129"/>
              <a:gd name="GluePoint58Y" fmla="*/ 86 h 109"/>
            </a:gdLst>
            <a:ahLst/>
            <a:cxnLst/>
            <a:rect l="textAreaLeft" t="textAreaTop" r="textAreaRight" b="textAreaBottom"/>
            <a:pathLst>
              <a:path w="129" h="109">
                <a:moveTo>
                  <a:pt x="19" y="83"/>
                </a:moveTo>
                <a:lnTo>
                  <a:pt x="19" y="84"/>
                </a:lnTo>
                <a:lnTo>
                  <a:pt x="18" y="86"/>
                </a:lnTo>
                <a:lnTo>
                  <a:pt x="18" y="89"/>
                </a:lnTo>
                <a:lnTo>
                  <a:pt x="18" y="91"/>
                </a:lnTo>
                <a:lnTo>
                  <a:pt x="17" y="93"/>
                </a:lnTo>
                <a:lnTo>
                  <a:pt x="14" y="93"/>
                </a:lnTo>
                <a:lnTo>
                  <a:pt x="14" y="93"/>
                </a:lnTo>
                <a:lnTo>
                  <a:pt x="12" y="93"/>
                </a:lnTo>
                <a:lnTo>
                  <a:pt x="11" y="93"/>
                </a:lnTo>
                <a:lnTo>
                  <a:pt x="11" y="93"/>
                </a:lnTo>
                <a:lnTo>
                  <a:pt x="11" y="93"/>
                </a:lnTo>
                <a:lnTo>
                  <a:pt x="10" y="94"/>
                </a:lnTo>
                <a:lnTo>
                  <a:pt x="10" y="95"/>
                </a:lnTo>
                <a:lnTo>
                  <a:pt x="8" y="95"/>
                </a:lnTo>
                <a:lnTo>
                  <a:pt x="6" y="95"/>
                </a:lnTo>
                <a:lnTo>
                  <a:pt x="5" y="95"/>
                </a:lnTo>
                <a:lnTo>
                  <a:pt x="3" y="95"/>
                </a:lnTo>
                <a:lnTo>
                  <a:pt x="2" y="94"/>
                </a:lnTo>
                <a:lnTo>
                  <a:pt x="2" y="93"/>
                </a:lnTo>
                <a:lnTo>
                  <a:pt x="1" y="93"/>
                </a:lnTo>
                <a:lnTo>
                  <a:pt x="2" y="92"/>
                </a:lnTo>
                <a:lnTo>
                  <a:pt x="2" y="91"/>
                </a:lnTo>
                <a:lnTo>
                  <a:pt x="5" y="86"/>
                </a:lnTo>
                <a:lnTo>
                  <a:pt x="7" y="84"/>
                </a:lnTo>
                <a:lnTo>
                  <a:pt x="8" y="80"/>
                </a:lnTo>
                <a:lnTo>
                  <a:pt x="10" y="75"/>
                </a:lnTo>
                <a:lnTo>
                  <a:pt x="11" y="69"/>
                </a:lnTo>
                <a:lnTo>
                  <a:pt x="12" y="65"/>
                </a:lnTo>
                <a:lnTo>
                  <a:pt x="13" y="60"/>
                </a:lnTo>
                <a:lnTo>
                  <a:pt x="14" y="54"/>
                </a:lnTo>
                <a:lnTo>
                  <a:pt x="16" y="50"/>
                </a:lnTo>
                <a:lnTo>
                  <a:pt x="17" y="49"/>
                </a:lnTo>
                <a:lnTo>
                  <a:pt x="17" y="48"/>
                </a:lnTo>
                <a:lnTo>
                  <a:pt x="17" y="45"/>
                </a:lnTo>
                <a:lnTo>
                  <a:pt x="16" y="44"/>
                </a:lnTo>
                <a:lnTo>
                  <a:pt x="15" y="42"/>
                </a:lnTo>
                <a:lnTo>
                  <a:pt x="14" y="40"/>
                </a:lnTo>
                <a:lnTo>
                  <a:pt x="13" y="37"/>
                </a:lnTo>
                <a:lnTo>
                  <a:pt x="9" y="30"/>
                </a:lnTo>
                <a:lnTo>
                  <a:pt x="5" y="25"/>
                </a:lnTo>
                <a:lnTo>
                  <a:pt x="4" y="21"/>
                </a:lnTo>
                <a:lnTo>
                  <a:pt x="1" y="19"/>
                </a:lnTo>
                <a:lnTo>
                  <a:pt x="1" y="17"/>
                </a:lnTo>
                <a:lnTo>
                  <a:pt x="0" y="16"/>
                </a:lnTo>
                <a:lnTo>
                  <a:pt x="0" y="16"/>
                </a:lnTo>
                <a:lnTo>
                  <a:pt x="1" y="15"/>
                </a:lnTo>
                <a:lnTo>
                  <a:pt x="1" y="15"/>
                </a:lnTo>
                <a:lnTo>
                  <a:pt x="1" y="15"/>
                </a:lnTo>
                <a:lnTo>
                  <a:pt x="5" y="15"/>
                </a:lnTo>
                <a:lnTo>
                  <a:pt x="12" y="16"/>
                </a:lnTo>
                <a:lnTo>
                  <a:pt x="18" y="17"/>
                </a:lnTo>
                <a:lnTo>
                  <a:pt x="22" y="17"/>
                </a:lnTo>
                <a:lnTo>
                  <a:pt x="22" y="17"/>
                </a:lnTo>
                <a:lnTo>
                  <a:pt x="23" y="17"/>
                </a:lnTo>
                <a:lnTo>
                  <a:pt x="24" y="17"/>
                </a:lnTo>
                <a:lnTo>
                  <a:pt x="25" y="15"/>
                </a:lnTo>
                <a:lnTo>
                  <a:pt x="26" y="12"/>
                </a:lnTo>
                <a:lnTo>
                  <a:pt x="26" y="9"/>
                </a:lnTo>
                <a:lnTo>
                  <a:pt x="27" y="9"/>
                </a:lnTo>
                <a:lnTo>
                  <a:pt x="28" y="8"/>
                </a:lnTo>
                <a:lnTo>
                  <a:pt x="29" y="9"/>
                </a:lnTo>
                <a:lnTo>
                  <a:pt x="30" y="9"/>
                </a:lnTo>
                <a:lnTo>
                  <a:pt x="32" y="12"/>
                </a:lnTo>
                <a:lnTo>
                  <a:pt x="34" y="15"/>
                </a:lnTo>
                <a:lnTo>
                  <a:pt x="35" y="17"/>
                </a:lnTo>
                <a:lnTo>
                  <a:pt x="36" y="20"/>
                </a:lnTo>
                <a:lnTo>
                  <a:pt x="36" y="22"/>
                </a:lnTo>
                <a:lnTo>
                  <a:pt x="35" y="25"/>
                </a:lnTo>
                <a:lnTo>
                  <a:pt x="34" y="30"/>
                </a:lnTo>
                <a:lnTo>
                  <a:pt x="33" y="36"/>
                </a:lnTo>
                <a:lnTo>
                  <a:pt x="33" y="37"/>
                </a:lnTo>
                <a:lnTo>
                  <a:pt x="33" y="41"/>
                </a:lnTo>
                <a:lnTo>
                  <a:pt x="34" y="44"/>
                </a:lnTo>
                <a:lnTo>
                  <a:pt x="34" y="47"/>
                </a:lnTo>
                <a:lnTo>
                  <a:pt x="35" y="54"/>
                </a:lnTo>
                <a:lnTo>
                  <a:pt x="37" y="60"/>
                </a:lnTo>
                <a:lnTo>
                  <a:pt x="37" y="64"/>
                </a:lnTo>
                <a:lnTo>
                  <a:pt x="38" y="65"/>
                </a:lnTo>
                <a:lnTo>
                  <a:pt x="39" y="67"/>
                </a:lnTo>
                <a:lnTo>
                  <a:pt x="40" y="70"/>
                </a:lnTo>
                <a:lnTo>
                  <a:pt x="41" y="71"/>
                </a:lnTo>
                <a:lnTo>
                  <a:pt x="41" y="72"/>
                </a:lnTo>
                <a:lnTo>
                  <a:pt x="42" y="73"/>
                </a:lnTo>
                <a:lnTo>
                  <a:pt x="42" y="73"/>
                </a:lnTo>
                <a:lnTo>
                  <a:pt x="42" y="71"/>
                </a:lnTo>
                <a:lnTo>
                  <a:pt x="44" y="70"/>
                </a:lnTo>
                <a:lnTo>
                  <a:pt x="45" y="69"/>
                </a:lnTo>
                <a:lnTo>
                  <a:pt x="46" y="67"/>
                </a:lnTo>
                <a:lnTo>
                  <a:pt x="46" y="65"/>
                </a:lnTo>
                <a:lnTo>
                  <a:pt x="47" y="62"/>
                </a:lnTo>
                <a:lnTo>
                  <a:pt x="48" y="59"/>
                </a:lnTo>
                <a:lnTo>
                  <a:pt x="48" y="56"/>
                </a:lnTo>
                <a:lnTo>
                  <a:pt x="48" y="54"/>
                </a:lnTo>
                <a:lnTo>
                  <a:pt x="48" y="52"/>
                </a:lnTo>
                <a:lnTo>
                  <a:pt x="47" y="50"/>
                </a:lnTo>
                <a:lnTo>
                  <a:pt x="47" y="49"/>
                </a:lnTo>
                <a:lnTo>
                  <a:pt x="46" y="46"/>
                </a:lnTo>
                <a:lnTo>
                  <a:pt x="46" y="44"/>
                </a:lnTo>
                <a:lnTo>
                  <a:pt x="46" y="44"/>
                </a:lnTo>
                <a:lnTo>
                  <a:pt x="45" y="43"/>
                </a:lnTo>
                <a:lnTo>
                  <a:pt x="45" y="42"/>
                </a:lnTo>
                <a:lnTo>
                  <a:pt x="45" y="41"/>
                </a:lnTo>
                <a:lnTo>
                  <a:pt x="45" y="40"/>
                </a:lnTo>
                <a:lnTo>
                  <a:pt x="45" y="38"/>
                </a:lnTo>
                <a:lnTo>
                  <a:pt x="46" y="37"/>
                </a:lnTo>
                <a:lnTo>
                  <a:pt x="46" y="37"/>
                </a:lnTo>
                <a:lnTo>
                  <a:pt x="46" y="36"/>
                </a:lnTo>
                <a:lnTo>
                  <a:pt x="48" y="36"/>
                </a:lnTo>
                <a:lnTo>
                  <a:pt x="48" y="36"/>
                </a:lnTo>
                <a:lnTo>
                  <a:pt x="48" y="35"/>
                </a:lnTo>
                <a:lnTo>
                  <a:pt x="50" y="28"/>
                </a:lnTo>
                <a:lnTo>
                  <a:pt x="51" y="20"/>
                </a:lnTo>
                <a:lnTo>
                  <a:pt x="52" y="16"/>
                </a:lnTo>
                <a:lnTo>
                  <a:pt x="54" y="12"/>
                </a:lnTo>
                <a:lnTo>
                  <a:pt x="54" y="8"/>
                </a:lnTo>
                <a:lnTo>
                  <a:pt x="56" y="4"/>
                </a:lnTo>
                <a:lnTo>
                  <a:pt x="57" y="2"/>
                </a:lnTo>
                <a:lnTo>
                  <a:pt x="58" y="1"/>
                </a:lnTo>
                <a:lnTo>
                  <a:pt x="58" y="1"/>
                </a:lnTo>
                <a:lnTo>
                  <a:pt x="59" y="0"/>
                </a:lnTo>
                <a:lnTo>
                  <a:pt x="61" y="0"/>
                </a:lnTo>
                <a:lnTo>
                  <a:pt x="62" y="0"/>
                </a:lnTo>
                <a:lnTo>
                  <a:pt x="62" y="1"/>
                </a:lnTo>
                <a:lnTo>
                  <a:pt x="63" y="1"/>
                </a:lnTo>
                <a:lnTo>
                  <a:pt x="66" y="8"/>
                </a:lnTo>
                <a:lnTo>
                  <a:pt x="71" y="14"/>
                </a:lnTo>
                <a:lnTo>
                  <a:pt x="77" y="21"/>
                </a:lnTo>
                <a:lnTo>
                  <a:pt x="83" y="29"/>
                </a:lnTo>
                <a:lnTo>
                  <a:pt x="89" y="37"/>
                </a:lnTo>
                <a:lnTo>
                  <a:pt x="95" y="44"/>
                </a:lnTo>
                <a:lnTo>
                  <a:pt x="101" y="50"/>
                </a:lnTo>
                <a:lnTo>
                  <a:pt x="106" y="56"/>
                </a:lnTo>
                <a:lnTo>
                  <a:pt x="115" y="66"/>
                </a:lnTo>
                <a:lnTo>
                  <a:pt x="122" y="74"/>
                </a:lnTo>
                <a:lnTo>
                  <a:pt x="127" y="78"/>
                </a:lnTo>
                <a:lnTo>
                  <a:pt x="129" y="80"/>
                </a:lnTo>
                <a:lnTo>
                  <a:pt x="128" y="82"/>
                </a:lnTo>
                <a:lnTo>
                  <a:pt x="127" y="85"/>
                </a:lnTo>
                <a:lnTo>
                  <a:pt x="126" y="86"/>
                </a:lnTo>
                <a:lnTo>
                  <a:pt x="125" y="88"/>
                </a:lnTo>
                <a:lnTo>
                  <a:pt x="124" y="89"/>
                </a:lnTo>
                <a:lnTo>
                  <a:pt x="122" y="89"/>
                </a:lnTo>
                <a:lnTo>
                  <a:pt x="122" y="89"/>
                </a:lnTo>
                <a:lnTo>
                  <a:pt x="120" y="90"/>
                </a:lnTo>
                <a:lnTo>
                  <a:pt x="113" y="91"/>
                </a:lnTo>
                <a:lnTo>
                  <a:pt x="106" y="91"/>
                </a:lnTo>
                <a:lnTo>
                  <a:pt x="99" y="91"/>
                </a:lnTo>
                <a:lnTo>
                  <a:pt x="96" y="91"/>
                </a:lnTo>
                <a:lnTo>
                  <a:pt x="96" y="90"/>
                </a:lnTo>
                <a:lnTo>
                  <a:pt x="95" y="90"/>
                </a:lnTo>
                <a:lnTo>
                  <a:pt x="95" y="90"/>
                </a:lnTo>
                <a:lnTo>
                  <a:pt x="95" y="89"/>
                </a:lnTo>
                <a:lnTo>
                  <a:pt x="96" y="89"/>
                </a:lnTo>
                <a:lnTo>
                  <a:pt x="98" y="88"/>
                </a:lnTo>
                <a:lnTo>
                  <a:pt x="102" y="86"/>
                </a:lnTo>
                <a:lnTo>
                  <a:pt x="106" y="85"/>
                </a:lnTo>
                <a:lnTo>
                  <a:pt x="108" y="84"/>
                </a:lnTo>
                <a:lnTo>
                  <a:pt x="110" y="83"/>
                </a:lnTo>
                <a:lnTo>
                  <a:pt x="110" y="82"/>
                </a:lnTo>
                <a:lnTo>
                  <a:pt x="110" y="81"/>
                </a:lnTo>
                <a:lnTo>
                  <a:pt x="110" y="80"/>
                </a:lnTo>
                <a:lnTo>
                  <a:pt x="107" y="77"/>
                </a:lnTo>
                <a:lnTo>
                  <a:pt x="104" y="73"/>
                </a:lnTo>
                <a:lnTo>
                  <a:pt x="100" y="68"/>
                </a:lnTo>
                <a:lnTo>
                  <a:pt x="92" y="58"/>
                </a:lnTo>
                <a:lnTo>
                  <a:pt x="85" y="49"/>
                </a:lnTo>
                <a:lnTo>
                  <a:pt x="78" y="41"/>
                </a:lnTo>
                <a:lnTo>
                  <a:pt x="70" y="30"/>
                </a:lnTo>
                <a:lnTo>
                  <a:pt x="64" y="21"/>
                </a:lnTo>
                <a:lnTo>
                  <a:pt x="61" y="15"/>
                </a:lnTo>
                <a:lnTo>
                  <a:pt x="61" y="14"/>
                </a:lnTo>
                <a:lnTo>
                  <a:pt x="60" y="13"/>
                </a:lnTo>
                <a:lnTo>
                  <a:pt x="59" y="13"/>
                </a:lnTo>
                <a:lnTo>
                  <a:pt x="59" y="13"/>
                </a:lnTo>
                <a:lnTo>
                  <a:pt x="58" y="14"/>
                </a:lnTo>
                <a:lnTo>
                  <a:pt x="58" y="15"/>
                </a:lnTo>
                <a:lnTo>
                  <a:pt x="57" y="17"/>
                </a:lnTo>
                <a:lnTo>
                  <a:pt x="57" y="21"/>
                </a:lnTo>
                <a:lnTo>
                  <a:pt x="55" y="28"/>
                </a:lnTo>
                <a:lnTo>
                  <a:pt x="55" y="32"/>
                </a:lnTo>
                <a:lnTo>
                  <a:pt x="55" y="33"/>
                </a:lnTo>
                <a:lnTo>
                  <a:pt x="55" y="33"/>
                </a:lnTo>
                <a:lnTo>
                  <a:pt x="56" y="34"/>
                </a:lnTo>
                <a:lnTo>
                  <a:pt x="57" y="34"/>
                </a:lnTo>
                <a:lnTo>
                  <a:pt x="58" y="35"/>
                </a:lnTo>
                <a:lnTo>
                  <a:pt x="59" y="36"/>
                </a:lnTo>
                <a:lnTo>
                  <a:pt x="61" y="36"/>
                </a:lnTo>
                <a:lnTo>
                  <a:pt x="62" y="37"/>
                </a:lnTo>
                <a:lnTo>
                  <a:pt x="62" y="38"/>
                </a:lnTo>
                <a:lnTo>
                  <a:pt x="63" y="40"/>
                </a:lnTo>
                <a:lnTo>
                  <a:pt x="63" y="41"/>
                </a:lnTo>
                <a:lnTo>
                  <a:pt x="62" y="44"/>
                </a:lnTo>
                <a:lnTo>
                  <a:pt x="60" y="49"/>
                </a:lnTo>
                <a:lnTo>
                  <a:pt x="58" y="53"/>
                </a:lnTo>
                <a:lnTo>
                  <a:pt x="58" y="55"/>
                </a:lnTo>
                <a:lnTo>
                  <a:pt x="56" y="57"/>
                </a:lnTo>
                <a:lnTo>
                  <a:pt x="56" y="58"/>
                </a:lnTo>
                <a:lnTo>
                  <a:pt x="56" y="60"/>
                </a:lnTo>
                <a:lnTo>
                  <a:pt x="56" y="61"/>
                </a:lnTo>
                <a:lnTo>
                  <a:pt x="57" y="65"/>
                </a:lnTo>
                <a:lnTo>
                  <a:pt x="57" y="68"/>
                </a:lnTo>
                <a:lnTo>
                  <a:pt x="58" y="69"/>
                </a:lnTo>
                <a:lnTo>
                  <a:pt x="58" y="71"/>
                </a:lnTo>
                <a:lnTo>
                  <a:pt x="58" y="72"/>
                </a:lnTo>
                <a:lnTo>
                  <a:pt x="58" y="73"/>
                </a:lnTo>
                <a:lnTo>
                  <a:pt x="58" y="74"/>
                </a:lnTo>
                <a:lnTo>
                  <a:pt x="58" y="75"/>
                </a:lnTo>
                <a:lnTo>
                  <a:pt x="57" y="76"/>
                </a:lnTo>
                <a:lnTo>
                  <a:pt x="56" y="77"/>
                </a:lnTo>
                <a:lnTo>
                  <a:pt x="55" y="77"/>
                </a:lnTo>
                <a:lnTo>
                  <a:pt x="51" y="76"/>
                </a:lnTo>
                <a:lnTo>
                  <a:pt x="49" y="76"/>
                </a:lnTo>
                <a:lnTo>
                  <a:pt x="49" y="91"/>
                </a:lnTo>
                <a:lnTo>
                  <a:pt x="47" y="93"/>
                </a:lnTo>
                <a:lnTo>
                  <a:pt x="43" y="96"/>
                </a:lnTo>
                <a:lnTo>
                  <a:pt x="42" y="97"/>
                </a:lnTo>
                <a:lnTo>
                  <a:pt x="40" y="97"/>
                </a:lnTo>
                <a:lnTo>
                  <a:pt x="40" y="97"/>
                </a:lnTo>
                <a:lnTo>
                  <a:pt x="39" y="97"/>
                </a:lnTo>
                <a:lnTo>
                  <a:pt x="39" y="97"/>
                </a:lnTo>
                <a:lnTo>
                  <a:pt x="39" y="97"/>
                </a:lnTo>
                <a:lnTo>
                  <a:pt x="40" y="93"/>
                </a:lnTo>
                <a:lnTo>
                  <a:pt x="42" y="89"/>
                </a:lnTo>
                <a:lnTo>
                  <a:pt x="42" y="85"/>
                </a:lnTo>
                <a:lnTo>
                  <a:pt x="43" y="83"/>
                </a:lnTo>
                <a:lnTo>
                  <a:pt x="43" y="81"/>
                </a:lnTo>
                <a:lnTo>
                  <a:pt x="42" y="80"/>
                </a:lnTo>
                <a:lnTo>
                  <a:pt x="42" y="79"/>
                </a:lnTo>
                <a:lnTo>
                  <a:pt x="41" y="78"/>
                </a:lnTo>
                <a:lnTo>
                  <a:pt x="39" y="77"/>
                </a:lnTo>
                <a:lnTo>
                  <a:pt x="38" y="77"/>
                </a:lnTo>
                <a:lnTo>
                  <a:pt x="38" y="75"/>
                </a:lnTo>
                <a:lnTo>
                  <a:pt x="37" y="73"/>
                </a:lnTo>
                <a:lnTo>
                  <a:pt x="35" y="69"/>
                </a:lnTo>
                <a:lnTo>
                  <a:pt x="32" y="64"/>
                </a:lnTo>
                <a:lnTo>
                  <a:pt x="30" y="61"/>
                </a:lnTo>
                <a:lnTo>
                  <a:pt x="29" y="59"/>
                </a:lnTo>
                <a:lnTo>
                  <a:pt x="28" y="58"/>
                </a:lnTo>
                <a:lnTo>
                  <a:pt x="28" y="57"/>
                </a:lnTo>
                <a:lnTo>
                  <a:pt x="27" y="57"/>
                </a:lnTo>
                <a:lnTo>
                  <a:pt x="26" y="57"/>
                </a:lnTo>
                <a:lnTo>
                  <a:pt x="26" y="59"/>
                </a:lnTo>
                <a:lnTo>
                  <a:pt x="24" y="61"/>
                </a:lnTo>
                <a:lnTo>
                  <a:pt x="23" y="64"/>
                </a:lnTo>
                <a:lnTo>
                  <a:pt x="22" y="66"/>
                </a:lnTo>
                <a:lnTo>
                  <a:pt x="21" y="73"/>
                </a:lnTo>
                <a:lnTo>
                  <a:pt x="20" y="77"/>
                </a:lnTo>
                <a:lnTo>
                  <a:pt x="19" y="81"/>
                </a:lnTo>
                <a:lnTo>
                  <a:pt x="19" y="83"/>
                </a:lnTo>
                <a:lnTo>
                  <a:pt x="19" y="83"/>
                </a:lnTo>
                <a:close/>
                <a:moveTo>
                  <a:pt x="70" y="90"/>
                </a:moveTo>
                <a:lnTo>
                  <a:pt x="77" y="97"/>
                </a:lnTo>
                <a:lnTo>
                  <a:pt x="76" y="98"/>
                </a:lnTo>
                <a:lnTo>
                  <a:pt x="75" y="100"/>
                </a:lnTo>
                <a:lnTo>
                  <a:pt x="74" y="102"/>
                </a:lnTo>
                <a:lnTo>
                  <a:pt x="72" y="106"/>
                </a:lnTo>
                <a:lnTo>
                  <a:pt x="72" y="107"/>
                </a:lnTo>
                <a:lnTo>
                  <a:pt x="73" y="108"/>
                </a:lnTo>
                <a:lnTo>
                  <a:pt x="74" y="108"/>
                </a:lnTo>
                <a:lnTo>
                  <a:pt x="74" y="107"/>
                </a:lnTo>
                <a:lnTo>
                  <a:pt x="77" y="105"/>
                </a:lnTo>
                <a:lnTo>
                  <a:pt x="78" y="102"/>
                </a:lnTo>
                <a:lnTo>
                  <a:pt x="79" y="101"/>
                </a:lnTo>
                <a:lnTo>
                  <a:pt x="80" y="101"/>
                </a:lnTo>
                <a:lnTo>
                  <a:pt x="80" y="101"/>
                </a:lnTo>
                <a:lnTo>
                  <a:pt x="82" y="101"/>
                </a:lnTo>
                <a:lnTo>
                  <a:pt x="83" y="103"/>
                </a:lnTo>
                <a:lnTo>
                  <a:pt x="86" y="105"/>
                </a:lnTo>
                <a:lnTo>
                  <a:pt x="87" y="107"/>
                </a:lnTo>
                <a:lnTo>
                  <a:pt x="89" y="108"/>
                </a:lnTo>
                <a:lnTo>
                  <a:pt x="90" y="109"/>
                </a:lnTo>
                <a:lnTo>
                  <a:pt x="91" y="109"/>
                </a:lnTo>
                <a:lnTo>
                  <a:pt x="93" y="109"/>
                </a:lnTo>
                <a:lnTo>
                  <a:pt x="94" y="109"/>
                </a:lnTo>
                <a:lnTo>
                  <a:pt x="96" y="109"/>
                </a:lnTo>
                <a:lnTo>
                  <a:pt x="98" y="109"/>
                </a:lnTo>
                <a:lnTo>
                  <a:pt x="98" y="109"/>
                </a:lnTo>
                <a:lnTo>
                  <a:pt x="99" y="109"/>
                </a:lnTo>
                <a:lnTo>
                  <a:pt x="100" y="108"/>
                </a:lnTo>
                <a:lnTo>
                  <a:pt x="100" y="108"/>
                </a:lnTo>
                <a:lnTo>
                  <a:pt x="100" y="106"/>
                </a:lnTo>
                <a:lnTo>
                  <a:pt x="100" y="105"/>
                </a:lnTo>
                <a:lnTo>
                  <a:pt x="98" y="102"/>
                </a:lnTo>
                <a:lnTo>
                  <a:pt x="98" y="101"/>
                </a:lnTo>
                <a:lnTo>
                  <a:pt x="96" y="99"/>
                </a:lnTo>
                <a:lnTo>
                  <a:pt x="92" y="95"/>
                </a:lnTo>
                <a:lnTo>
                  <a:pt x="88" y="89"/>
                </a:lnTo>
                <a:lnTo>
                  <a:pt x="86" y="86"/>
                </a:lnTo>
                <a:lnTo>
                  <a:pt x="85" y="85"/>
                </a:lnTo>
                <a:lnTo>
                  <a:pt x="85" y="81"/>
                </a:lnTo>
                <a:lnTo>
                  <a:pt x="86" y="78"/>
                </a:lnTo>
                <a:lnTo>
                  <a:pt x="86" y="75"/>
                </a:lnTo>
                <a:lnTo>
                  <a:pt x="86" y="73"/>
                </a:lnTo>
                <a:lnTo>
                  <a:pt x="85" y="73"/>
                </a:lnTo>
                <a:lnTo>
                  <a:pt x="85" y="73"/>
                </a:lnTo>
                <a:lnTo>
                  <a:pt x="83" y="73"/>
                </a:lnTo>
                <a:lnTo>
                  <a:pt x="82" y="73"/>
                </a:lnTo>
                <a:lnTo>
                  <a:pt x="80" y="74"/>
                </a:lnTo>
                <a:lnTo>
                  <a:pt x="80" y="77"/>
                </a:lnTo>
                <a:lnTo>
                  <a:pt x="80" y="79"/>
                </a:lnTo>
                <a:lnTo>
                  <a:pt x="80" y="82"/>
                </a:lnTo>
                <a:lnTo>
                  <a:pt x="80" y="84"/>
                </a:lnTo>
                <a:lnTo>
                  <a:pt x="75" y="86"/>
                </a:lnTo>
                <a:lnTo>
                  <a:pt x="70" y="90"/>
                </a:lnTo>
                <a:lnTo>
                  <a:pt x="70" y="90"/>
                </a:lnTo>
                <a:close/>
                <a:moveTo>
                  <a:pt x="67" y="84"/>
                </a:moveTo>
                <a:lnTo>
                  <a:pt x="68" y="84"/>
                </a:lnTo>
                <a:lnTo>
                  <a:pt x="69" y="84"/>
                </a:lnTo>
                <a:lnTo>
                  <a:pt x="69" y="84"/>
                </a:lnTo>
                <a:lnTo>
                  <a:pt x="69" y="83"/>
                </a:lnTo>
                <a:lnTo>
                  <a:pt x="69" y="82"/>
                </a:lnTo>
                <a:lnTo>
                  <a:pt x="70" y="82"/>
                </a:lnTo>
                <a:lnTo>
                  <a:pt x="70" y="79"/>
                </a:lnTo>
                <a:lnTo>
                  <a:pt x="72" y="77"/>
                </a:lnTo>
                <a:lnTo>
                  <a:pt x="74" y="73"/>
                </a:lnTo>
                <a:lnTo>
                  <a:pt x="75" y="71"/>
                </a:lnTo>
                <a:lnTo>
                  <a:pt x="75" y="70"/>
                </a:lnTo>
                <a:lnTo>
                  <a:pt x="75" y="69"/>
                </a:lnTo>
                <a:lnTo>
                  <a:pt x="74" y="69"/>
                </a:lnTo>
                <a:lnTo>
                  <a:pt x="74" y="69"/>
                </a:lnTo>
                <a:lnTo>
                  <a:pt x="73" y="68"/>
                </a:lnTo>
                <a:lnTo>
                  <a:pt x="72" y="67"/>
                </a:lnTo>
                <a:lnTo>
                  <a:pt x="71" y="67"/>
                </a:lnTo>
                <a:lnTo>
                  <a:pt x="70" y="67"/>
                </a:lnTo>
                <a:lnTo>
                  <a:pt x="69" y="67"/>
                </a:lnTo>
                <a:lnTo>
                  <a:pt x="68" y="68"/>
                </a:lnTo>
                <a:lnTo>
                  <a:pt x="66" y="69"/>
                </a:lnTo>
                <a:lnTo>
                  <a:pt x="66" y="70"/>
                </a:lnTo>
                <a:lnTo>
                  <a:pt x="65" y="71"/>
                </a:lnTo>
                <a:lnTo>
                  <a:pt x="65" y="73"/>
                </a:lnTo>
                <a:lnTo>
                  <a:pt x="64" y="73"/>
                </a:lnTo>
                <a:lnTo>
                  <a:pt x="64" y="74"/>
                </a:lnTo>
                <a:lnTo>
                  <a:pt x="64" y="75"/>
                </a:lnTo>
                <a:lnTo>
                  <a:pt x="63" y="77"/>
                </a:lnTo>
                <a:lnTo>
                  <a:pt x="62" y="77"/>
                </a:lnTo>
                <a:lnTo>
                  <a:pt x="61" y="78"/>
                </a:lnTo>
                <a:lnTo>
                  <a:pt x="59" y="80"/>
                </a:lnTo>
                <a:lnTo>
                  <a:pt x="58" y="81"/>
                </a:lnTo>
                <a:lnTo>
                  <a:pt x="58" y="82"/>
                </a:lnTo>
                <a:lnTo>
                  <a:pt x="58" y="83"/>
                </a:lnTo>
                <a:lnTo>
                  <a:pt x="58" y="85"/>
                </a:lnTo>
                <a:lnTo>
                  <a:pt x="59" y="85"/>
                </a:lnTo>
                <a:lnTo>
                  <a:pt x="59" y="85"/>
                </a:lnTo>
                <a:lnTo>
                  <a:pt x="60" y="86"/>
                </a:lnTo>
                <a:lnTo>
                  <a:pt x="61" y="86"/>
                </a:lnTo>
                <a:lnTo>
                  <a:pt x="62" y="86"/>
                </a:lnTo>
                <a:lnTo>
                  <a:pt x="62" y="86"/>
                </a:lnTo>
                <a:lnTo>
                  <a:pt x="63" y="85"/>
                </a:lnTo>
                <a:lnTo>
                  <a:pt x="66" y="84"/>
                </a:lnTo>
                <a:lnTo>
                  <a:pt x="67" y="8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ctr">
            <a:noAutofit/>
          </a:bodyPr>
          <a:lstStyle/>
          <a:p>
            <a:endParaRPr/>
          </a:p>
        </p:txBody>
      </p:sp>
      <p:sp>
        <p:nvSpPr>
          <p:cNvPr id="542" name="iśḻîḓé">
            <a:extLst>
              <a:ext uri="{FF2B5EF4-FFF2-40B4-BE49-F238E27FC236}">
                <a16:creationId xmlns:a16="http://schemas.microsoft.com/office/drawing/2014/main" id="{5A520009-AD08-4622-A3AD-09A29F334698}"/>
              </a:ext>
            </a:extLst>
          </p:cNvPr>
          <p:cNvSpPr>
            <a:spLocks noGrp="1"/>
          </p:cNvSpPr>
          <p:nvPr/>
        </p:nvSpPr>
        <p:spPr>
          <a:xfrm>
            <a:off x="878760" y="532800"/>
            <a:ext cx="20520" cy="57240"/>
          </a:xfrm>
          <a:custGeom>
            <a:avLst/>
            <a:gdLst>
              <a:gd name="textAreaLeft" fmla="*/ 0 w 20520"/>
              <a:gd name="textAreaRight" fmla="*/ 20880 w 20520"/>
              <a:gd name="textAreaTop" fmla="*/ 0 h 57240"/>
              <a:gd name="textAreaBottom" fmla="*/ 57600 h 57240"/>
              <a:gd name="GluePoint1X" fmla="*/ 1 w 48"/>
              <a:gd name="GluePoint1Y" fmla="*/ 31 h 132"/>
              <a:gd name="GluePoint2X" fmla="*/ 9 w 48"/>
              <a:gd name="GluePoint2Y" fmla="*/ 20 h 132"/>
              <a:gd name="GluePoint3X" fmla="*/ 26 w 48"/>
              <a:gd name="GluePoint3Y" fmla="*/ 4 h 132"/>
              <a:gd name="GluePoint4X" fmla="*/ 34 w 48"/>
              <a:gd name="GluePoint4Y" fmla="*/ 0 h 132"/>
              <a:gd name="GluePoint5X" fmla="*/ 40 w 48"/>
              <a:gd name="GluePoint5Y" fmla="*/ 1 h 132"/>
              <a:gd name="GluePoint6X" fmla="*/ 41 w 48"/>
              <a:gd name="GluePoint6Y" fmla="*/ 4 h 132"/>
              <a:gd name="GluePoint7X" fmla="*/ 38 w 48"/>
              <a:gd name="GluePoint7Y" fmla="*/ 20 h 132"/>
              <a:gd name="GluePoint8X" fmla="*/ 32 w 48"/>
              <a:gd name="GluePoint8Y" fmla="*/ 60 h 132"/>
              <a:gd name="GluePoint9X" fmla="*/ 28 w 48"/>
              <a:gd name="GluePoint9Y" fmla="*/ 65 h 132"/>
              <a:gd name="GluePoint10X" fmla="*/ 20 w 48"/>
              <a:gd name="GluePoint10Y" fmla="*/ 70 h 132"/>
              <a:gd name="GluePoint11X" fmla="*/ 20 w 48"/>
              <a:gd name="GluePoint11Y" fmla="*/ 81 h 132"/>
              <a:gd name="GluePoint12X" fmla="*/ 22 w 48"/>
              <a:gd name="GluePoint12Y" fmla="*/ 90 h 132"/>
              <a:gd name="GluePoint13X" fmla="*/ 31 w 48"/>
              <a:gd name="GluePoint13Y" fmla="*/ 90 h 132"/>
              <a:gd name="GluePoint14X" fmla="*/ 35 w 48"/>
              <a:gd name="GluePoint14Y" fmla="*/ 91 h 132"/>
              <a:gd name="GluePoint15X" fmla="*/ 35 w 48"/>
              <a:gd name="GluePoint15Y" fmla="*/ 97 h 132"/>
              <a:gd name="GluePoint16X" fmla="*/ 27 w 48"/>
              <a:gd name="GluePoint16Y" fmla="*/ 114 h 132"/>
              <a:gd name="GluePoint17X" fmla="*/ 26 w 48"/>
              <a:gd name="GluePoint17Y" fmla="*/ 120 h 132"/>
              <a:gd name="GluePoint18X" fmla="*/ 34 w 48"/>
              <a:gd name="GluePoint18Y" fmla="*/ 117 h 132"/>
              <a:gd name="GluePoint19X" fmla="*/ 42 w 48"/>
              <a:gd name="GluePoint19Y" fmla="*/ 114 h 132"/>
              <a:gd name="GluePoint20X" fmla="*/ 47 w 48"/>
              <a:gd name="GluePoint20Y" fmla="*/ 118 h 132"/>
              <a:gd name="GluePoint21X" fmla="*/ 48 w 48"/>
              <a:gd name="GluePoint21Y" fmla="*/ 124 h 132"/>
              <a:gd name="GluePoint22X" fmla="*/ 41 w 48"/>
              <a:gd name="GluePoint22Y" fmla="*/ 129 h 132"/>
              <a:gd name="GluePoint23X" fmla="*/ 30 w 48"/>
              <a:gd name="GluePoint23Y" fmla="*/ 132 h 132"/>
              <a:gd name="GluePoint24X" fmla="*/ 16 w 48"/>
              <a:gd name="GluePoint24Y" fmla="*/ 131 h 132"/>
              <a:gd name="GluePoint25X" fmla="*/ 13 w 48"/>
              <a:gd name="GluePoint25Y" fmla="*/ 128 h 132"/>
              <a:gd name="GluePoint26X" fmla="*/ 15 w 48"/>
              <a:gd name="GluePoint26Y" fmla="*/ 124 h 132"/>
              <a:gd name="GluePoint27X" fmla="*/ 16 w 48"/>
              <a:gd name="GluePoint27Y" fmla="*/ 121 h 132"/>
              <a:gd name="GluePoint28X" fmla="*/ 16 w 48"/>
              <a:gd name="GluePoint28Y" fmla="*/ 108 h 132"/>
              <a:gd name="GluePoint29X" fmla="*/ 12 w 48"/>
              <a:gd name="GluePoint29Y" fmla="*/ 106 h 132"/>
              <a:gd name="GluePoint30X" fmla="*/ 10 w 48"/>
              <a:gd name="GluePoint30Y" fmla="*/ 102 h 132"/>
              <a:gd name="GluePoint31X" fmla="*/ 12 w 48"/>
              <a:gd name="GluePoint31Y" fmla="*/ 91 h 132"/>
              <a:gd name="GluePoint32X" fmla="*/ 7 w 48"/>
              <a:gd name="GluePoint32Y" fmla="*/ 81 h 132"/>
              <a:gd name="GluePoint33X" fmla="*/ 4 w 48"/>
              <a:gd name="GluePoint33Y" fmla="*/ 78 h 132"/>
              <a:gd name="GluePoint34X" fmla="*/ 8 w 48"/>
              <a:gd name="GluePoint34Y" fmla="*/ 73 h 132"/>
              <a:gd name="GluePoint35X" fmla="*/ 10 w 48"/>
              <a:gd name="GluePoint35Y" fmla="*/ 62 h 132"/>
              <a:gd name="GluePoint36X" fmla="*/ 10 w 48"/>
              <a:gd name="GluePoint36Y" fmla="*/ 60 h 132"/>
              <a:gd name="GluePoint37X" fmla="*/ 5 w 48"/>
              <a:gd name="GluePoint37Y" fmla="*/ 60 h 132"/>
              <a:gd name="GluePoint38X" fmla="*/ 4 w 48"/>
              <a:gd name="GluePoint38Y" fmla="*/ 56 h 132"/>
              <a:gd name="GluePoint39X" fmla="*/ 8 w 48"/>
              <a:gd name="GluePoint39Y" fmla="*/ 52 h 132"/>
              <a:gd name="GluePoint40X" fmla="*/ 12 w 48"/>
              <a:gd name="GluePoint40Y" fmla="*/ 49 h 132"/>
              <a:gd name="GluePoint41X" fmla="*/ 14 w 48"/>
              <a:gd name="GluePoint41Y" fmla="*/ 34 h 132"/>
              <a:gd name="GluePoint42X" fmla="*/ 19 w 48"/>
              <a:gd name="GluePoint42Y" fmla="*/ 32 h 132"/>
              <a:gd name="GluePoint43X" fmla="*/ 20 w 48"/>
              <a:gd name="GluePoint43Y" fmla="*/ 39 h 132"/>
              <a:gd name="GluePoint44X" fmla="*/ 20 w 48"/>
              <a:gd name="GluePoint44Y" fmla="*/ 49 h 132"/>
              <a:gd name="GluePoint45X" fmla="*/ 23 w 48"/>
              <a:gd name="GluePoint45Y" fmla="*/ 49 h 132"/>
              <a:gd name="GluePoint46X" fmla="*/ 30 w 48"/>
              <a:gd name="GluePoint46Y" fmla="*/ 18 h 132"/>
              <a:gd name="GluePoint47X" fmla="*/ 30 w 48"/>
              <a:gd name="GluePoint47Y" fmla="*/ 10 h 132"/>
              <a:gd name="GluePoint48X" fmla="*/ 18 w 48"/>
              <a:gd name="GluePoint48Y" fmla="*/ 21 h 132"/>
            </a:gdLst>
            <a:ahLst/>
            <a:cxnLst/>
            <a:rect l="textAreaLeft" t="textAreaTop" r="textAreaRight" b="textAreaBottom"/>
            <a:pathLst>
              <a:path w="48" h="132">
                <a:moveTo>
                  <a:pt x="8" y="32"/>
                </a:moveTo>
                <a:lnTo>
                  <a:pt x="0" y="36"/>
                </a:lnTo>
                <a:lnTo>
                  <a:pt x="0" y="34"/>
                </a:lnTo>
                <a:lnTo>
                  <a:pt x="1" y="31"/>
                </a:lnTo>
                <a:lnTo>
                  <a:pt x="3" y="28"/>
                </a:lnTo>
                <a:lnTo>
                  <a:pt x="4" y="27"/>
                </a:lnTo>
                <a:lnTo>
                  <a:pt x="6" y="24"/>
                </a:lnTo>
                <a:lnTo>
                  <a:pt x="9" y="20"/>
                </a:lnTo>
                <a:lnTo>
                  <a:pt x="16" y="14"/>
                </a:lnTo>
                <a:lnTo>
                  <a:pt x="21" y="8"/>
                </a:lnTo>
                <a:lnTo>
                  <a:pt x="24" y="6"/>
                </a:lnTo>
                <a:lnTo>
                  <a:pt x="26" y="4"/>
                </a:lnTo>
                <a:lnTo>
                  <a:pt x="28" y="3"/>
                </a:lnTo>
                <a:lnTo>
                  <a:pt x="30" y="1"/>
                </a:lnTo>
                <a:lnTo>
                  <a:pt x="32" y="0"/>
                </a:lnTo>
                <a:lnTo>
                  <a:pt x="34" y="0"/>
                </a:lnTo>
                <a:lnTo>
                  <a:pt x="36" y="0"/>
                </a:lnTo>
                <a:lnTo>
                  <a:pt x="37" y="0"/>
                </a:lnTo>
                <a:lnTo>
                  <a:pt x="39" y="0"/>
                </a:lnTo>
                <a:lnTo>
                  <a:pt x="40" y="1"/>
                </a:lnTo>
                <a:lnTo>
                  <a:pt x="40" y="2"/>
                </a:lnTo>
                <a:lnTo>
                  <a:pt x="41" y="3"/>
                </a:lnTo>
                <a:lnTo>
                  <a:pt x="41" y="4"/>
                </a:lnTo>
                <a:lnTo>
                  <a:pt x="41" y="4"/>
                </a:lnTo>
                <a:lnTo>
                  <a:pt x="41" y="8"/>
                </a:lnTo>
                <a:lnTo>
                  <a:pt x="40" y="12"/>
                </a:lnTo>
                <a:lnTo>
                  <a:pt x="39" y="17"/>
                </a:lnTo>
                <a:lnTo>
                  <a:pt x="38" y="20"/>
                </a:lnTo>
                <a:lnTo>
                  <a:pt x="36" y="28"/>
                </a:lnTo>
                <a:lnTo>
                  <a:pt x="35" y="40"/>
                </a:lnTo>
                <a:lnTo>
                  <a:pt x="33" y="53"/>
                </a:lnTo>
                <a:lnTo>
                  <a:pt x="32" y="60"/>
                </a:lnTo>
                <a:lnTo>
                  <a:pt x="32" y="61"/>
                </a:lnTo>
                <a:lnTo>
                  <a:pt x="31" y="63"/>
                </a:lnTo>
                <a:lnTo>
                  <a:pt x="29" y="64"/>
                </a:lnTo>
                <a:lnTo>
                  <a:pt x="28" y="65"/>
                </a:lnTo>
                <a:lnTo>
                  <a:pt x="24" y="68"/>
                </a:lnTo>
                <a:lnTo>
                  <a:pt x="22" y="68"/>
                </a:lnTo>
                <a:lnTo>
                  <a:pt x="21" y="69"/>
                </a:lnTo>
                <a:lnTo>
                  <a:pt x="20" y="70"/>
                </a:lnTo>
                <a:lnTo>
                  <a:pt x="20" y="71"/>
                </a:lnTo>
                <a:lnTo>
                  <a:pt x="20" y="72"/>
                </a:lnTo>
                <a:lnTo>
                  <a:pt x="20" y="76"/>
                </a:lnTo>
                <a:lnTo>
                  <a:pt x="20" y="81"/>
                </a:lnTo>
                <a:lnTo>
                  <a:pt x="20" y="86"/>
                </a:lnTo>
                <a:lnTo>
                  <a:pt x="21" y="89"/>
                </a:lnTo>
                <a:lnTo>
                  <a:pt x="22" y="89"/>
                </a:lnTo>
                <a:lnTo>
                  <a:pt x="22" y="90"/>
                </a:lnTo>
                <a:lnTo>
                  <a:pt x="23" y="91"/>
                </a:lnTo>
                <a:lnTo>
                  <a:pt x="24" y="91"/>
                </a:lnTo>
                <a:lnTo>
                  <a:pt x="27" y="90"/>
                </a:lnTo>
                <a:lnTo>
                  <a:pt x="31" y="90"/>
                </a:lnTo>
                <a:lnTo>
                  <a:pt x="32" y="90"/>
                </a:lnTo>
                <a:lnTo>
                  <a:pt x="34" y="90"/>
                </a:lnTo>
                <a:lnTo>
                  <a:pt x="35" y="91"/>
                </a:lnTo>
                <a:lnTo>
                  <a:pt x="35" y="91"/>
                </a:lnTo>
                <a:lnTo>
                  <a:pt x="36" y="92"/>
                </a:lnTo>
                <a:lnTo>
                  <a:pt x="36" y="92"/>
                </a:lnTo>
                <a:lnTo>
                  <a:pt x="36" y="95"/>
                </a:lnTo>
                <a:lnTo>
                  <a:pt x="35" y="97"/>
                </a:lnTo>
                <a:lnTo>
                  <a:pt x="33" y="100"/>
                </a:lnTo>
                <a:lnTo>
                  <a:pt x="32" y="104"/>
                </a:lnTo>
                <a:lnTo>
                  <a:pt x="28" y="111"/>
                </a:lnTo>
                <a:lnTo>
                  <a:pt x="27" y="114"/>
                </a:lnTo>
                <a:lnTo>
                  <a:pt x="26" y="116"/>
                </a:lnTo>
                <a:lnTo>
                  <a:pt x="25" y="118"/>
                </a:lnTo>
                <a:lnTo>
                  <a:pt x="25" y="119"/>
                </a:lnTo>
                <a:lnTo>
                  <a:pt x="26" y="120"/>
                </a:lnTo>
                <a:lnTo>
                  <a:pt x="27" y="120"/>
                </a:lnTo>
                <a:lnTo>
                  <a:pt x="28" y="120"/>
                </a:lnTo>
                <a:lnTo>
                  <a:pt x="31" y="119"/>
                </a:lnTo>
                <a:lnTo>
                  <a:pt x="34" y="117"/>
                </a:lnTo>
                <a:lnTo>
                  <a:pt x="37" y="116"/>
                </a:lnTo>
                <a:lnTo>
                  <a:pt x="40" y="115"/>
                </a:lnTo>
                <a:lnTo>
                  <a:pt x="40" y="115"/>
                </a:lnTo>
                <a:lnTo>
                  <a:pt x="42" y="114"/>
                </a:lnTo>
                <a:lnTo>
                  <a:pt x="43" y="114"/>
                </a:lnTo>
                <a:lnTo>
                  <a:pt x="44" y="115"/>
                </a:lnTo>
                <a:lnTo>
                  <a:pt x="45" y="116"/>
                </a:lnTo>
                <a:lnTo>
                  <a:pt x="47" y="118"/>
                </a:lnTo>
                <a:lnTo>
                  <a:pt x="48" y="120"/>
                </a:lnTo>
                <a:lnTo>
                  <a:pt x="48" y="121"/>
                </a:lnTo>
                <a:lnTo>
                  <a:pt x="48" y="123"/>
                </a:lnTo>
                <a:lnTo>
                  <a:pt x="48" y="124"/>
                </a:lnTo>
                <a:lnTo>
                  <a:pt x="48" y="126"/>
                </a:lnTo>
                <a:lnTo>
                  <a:pt x="46" y="128"/>
                </a:lnTo>
                <a:lnTo>
                  <a:pt x="44" y="128"/>
                </a:lnTo>
                <a:lnTo>
                  <a:pt x="41" y="129"/>
                </a:lnTo>
                <a:lnTo>
                  <a:pt x="37" y="130"/>
                </a:lnTo>
                <a:lnTo>
                  <a:pt x="35" y="131"/>
                </a:lnTo>
                <a:lnTo>
                  <a:pt x="32" y="132"/>
                </a:lnTo>
                <a:lnTo>
                  <a:pt x="30" y="132"/>
                </a:lnTo>
                <a:lnTo>
                  <a:pt x="26" y="132"/>
                </a:lnTo>
                <a:lnTo>
                  <a:pt x="20" y="132"/>
                </a:lnTo>
                <a:lnTo>
                  <a:pt x="18" y="132"/>
                </a:lnTo>
                <a:lnTo>
                  <a:pt x="16" y="131"/>
                </a:lnTo>
                <a:lnTo>
                  <a:pt x="15" y="130"/>
                </a:lnTo>
                <a:lnTo>
                  <a:pt x="14" y="130"/>
                </a:lnTo>
                <a:lnTo>
                  <a:pt x="13" y="128"/>
                </a:lnTo>
                <a:lnTo>
                  <a:pt x="13" y="128"/>
                </a:lnTo>
                <a:lnTo>
                  <a:pt x="13" y="127"/>
                </a:lnTo>
                <a:lnTo>
                  <a:pt x="13" y="125"/>
                </a:lnTo>
                <a:lnTo>
                  <a:pt x="14" y="124"/>
                </a:lnTo>
                <a:lnTo>
                  <a:pt x="15" y="124"/>
                </a:lnTo>
                <a:lnTo>
                  <a:pt x="16" y="124"/>
                </a:lnTo>
                <a:lnTo>
                  <a:pt x="16" y="123"/>
                </a:lnTo>
                <a:lnTo>
                  <a:pt x="17" y="122"/>
                </a:lnTo>
                <a:lnTo>
                  <a:pt x="16" y="121"/>
                </a:lnTo>
                <a:lnTo>
                  <a:pt x="16" y="118"/>
                </a:lnTo>
                <a:lnTo>
                  <a:pt x="16" y="113"/>
                </a:lnTo>
                <a:lnTo>
                  <a:pt x="16" y="111"/>
                </a:lnTo>
                <a:lnTo>
                  <a:pt x="16" y="108"/>
                </a:lnTo>
                <a:lnTo>
                  <a:pt x="16" y="108"/>
                </a:lnTo>
                <a:lnTo>
                  <a:pt x="16" y="107"/>
                </a:lnTo>
                <a:lnTo>
                  <a:pt x="14" y="107"/>
                </a:lnTo>
                <a:lnTo>
                  <a:pt x="12" y="106"/>
                </a:lnTo>
                <a:lnTo>
                  <a:pt x="11" y="104"/>
                </a:lnTo>
                <a:lnTo>
                  <a:pt x="10" y="104"/>
                </a:lnTo>
                <a:lnTo>
                  <a:pt x="10" y="103"/>
                </a:lnTo>
                <a:lnTo>
                  <a:pt x="10" y="102"/>
                </a:lnTo>
                <a:lnTo>
                  <a:pt x="12" y="100"/>
                </a:lnTo>
                <a:lnTo>
                  <a:pt x="13" y="98"/>
                </a:lnTo>
                <a:lnTo>
                  <a:pt x="13" y="95"/>
                </a:lnTo>
                <a:lnTo>
                  <a:pt x="12" y="91"/>
                </a:lnTo>
                <a:lnTo>
                  <a:pt x="12" y="88"/>
                </a:lnTo>
                <a:lnTo>
                  <a:pt x="11" y="85"/>
                </a:lnTo>
                <a:lnTo>
                  <a:pt x="9" y="84"/>
                </a:lnTo>
                <a:lnTo>
                  <a:pt x="7" y="81"/>
                </a:lnTo>
                <a:lnTo>
                  <a:pt x="5" y="80"/>
                </a:lnTo>
                <a:lnTo>
                  <a:pt x="5" y="79"/>
                </a:lnTo>
                <a:lnTo>
                  <a:pt x="4" y="79"/>
                </a:lnTo>
                <a:lnTo>
                  <a:pt x="4" y="78"/>
                </a:lnTo>
                <a:lnTo>
                  <a:pt x="5" y="77"/>
                </a:lnTo>
                <a:lnTo>
                  <a:pt x="5" y="76"/>
                </a:lnTo>
                <a:lnTo>
                  <a:pt x="7" y="75"/>
                </a:lnTo>
                <a:lnTo>
                  <a:pt x="8" y="73"/>
                </a:lnTo>
                <a:lnTo>
                  <a:pt x="8" y="70"/>
                </a:lnTo>
                <a:lnTo>
                  <a:pt x="9" y="67"/>
                </a:lnTo>
                <a:lnTo>
                  <a:pt x="9" y="64"/>
                </a:lnTo>
                <a:lnTo>
                  <a:pt x="10" y="62"/>
                </a:lnTo>
                <a:lnTo>
                  <a:pt x="11" y="61"/>
                </a:lnTo>
                <a:lnTo>
                  <a:pt x="11" y="60"/>
                </a:lnTo>
                <a:lnTo>
                  <a:pt x="11" y="60"/>
                </a:lnTo>
                <a:lnTo>
                  <a:pt x="10" y="60"/>
                </a:lnTo>
                <a:lnTo>
                  <a:pt x="8" y="60"/>
                </a:lnTo>
                <a:lnTo>
                  <a:pt x="8" y="60"/>
                </a:lnTo>
                <a:lnTo>
                  <a:pt x="7" y="60"/>
                </a:lnTo>
                <a:lnTo>
                  <a:pt x="5" y="60"/>
                </a:lnTo>
                <a:lnTo>
                  <a:pt x="5" y="59"/>
                </a:lnTo>
                <a:lnTo>
                  <a:pt x="4" y="58"/>
                </a:lnTo>
                <a:lnTo>
                  <a:pt x="4" y="57"/>
                </a:lnTo>
                <a:lnTo>
                  <a:pt x="4" y="56"/>
                </a:lnTo>
                <a:lnTo>
                  <a:pt x="4" y="55"/>
                </a:lnTo>
                <a:lnTo>
                  <a:pt x="5" y="54"/>
                </a:lnTo>
                <a:lnTo>
                  <a:pt x="7" y="53"/>
                </a:lnTo>
                <a:lnTo>
                  <a:pt x="8" y="52"/>
                </a:lnTo>
                <a:lnTo>
                  <a:pt x="10" y="52"/>
                </a:lnTo>
                <a:lnTo>
                  <a:pt x="11" y="52"/>
                </a:lnTo>
                <a:lnTo>
                  <a:pt x="12" y="51"/>
                </a:lnTo>
                <a:lnTo>
                  <a:pt x="12" y="49"/>
                </a:lnTo>
                <a:lnTo>
                  <a:pt x="13" y="45"/>
                </a:lnTo>
                <a:lnTo>
                  <a:pt x="13" y="40"/>
                </a:lnTo>
                <a:lnTo>
                  <a:pt x="14" y="35"/>
                </a:lnTo>
                <a:lnTo>
                  <a:pt x="14" y="34"/>
                </a:lnTo>
                <a:lnTo>
                  <a:pt x="15" y="34"/>
                </a:lnTo>
                <a:lnTo>
                  <a:pt x="16" y="32"/>
                </a:lnTo>
                <a:lnTo>
                  <a:pt x="17" y="32"/>
                </a:lnTo>
                <a:lnTo>
                  <a:pt x="19" y="32"/>
                </a:lnTo>
                <a:lnTo>
                  <a:pt x="19" y="32"/>
                </a:lnTo>
                <a:lnTo>
                  <a:pt x="20" y="33"/>
                </a:lnTo>
                <a:lnTo>
                  <a:pt x="20" y="36"/>
                </a:lnTo>
                <a:lnTo>
                  <a:pt x="20" y="39"/>
                </a:lnTo>
                <a:lnTo>
                  <a:pt x="20" y="41"/>
                </a:lnTo>
                <a:lnTo>
                  <a:pt x="20" y="44"/>
                </a:lnTo>
                <a:lnTo>
                  <a:pt x="20" y="47"/>
                </a:lnTo>
                <a:lnTo>
                  <a:pt x="20" y="49"/>
                </a:lnTo>
                <a:lnTo>
                  <a:pt x="21" y="50"/>
                </a:lnTo>
                <a:lnTo>
                  <a:pt x="22" y="50"/>
                </a:lnTo>
                <a:lnTo>
                  <a:pt x="22" y="50"/>
                </a:lnTo>
                <a:lnTo>
                  <a:pt x="23" y="49"/>
                </a:lnTo>
                <a:lnTo>
                  <a:pt x="24" y="44"/>
                </a:lnTo>
                <a:lnTo>
                  <a:pt x="27" y="34"/>
                </a:lnTo>
                <a:lnTo>
                  <a:pt x="28" y="24"/>
                </a:lnTo>
                <a:lnTo>
                  <a:pt x="30" y="18"/>
                </a:lnTo>
                <a:lnTo>
                  <a:pt x="31" y="15"/>
                </a:lnTo>
                <a:lnTo>
                  <a:pt x="31" y="12"/>
                </a:lnTo>
                <a:lnTo>
                  <a:pt x="30" y="11"/>
                </a:lnTo>
                <a:lnTo>
                  <a:pt x="30" y="10"/>
                </a:lnTo>
                <a:lnTo>
                  <a:pt x="29" y="10"/>
                </a:lnTo>
                <a:lnTo>
                  <a:pt x="28" y="11"/>
                </a:lnTo>
                <a:lnTo>
                  <a:pt x="24" y="16"/>
                </a:lnTo>
                <a:lnTo>
                  <a:pt x="18" y="21"/>
                </a:lnTo>
                <a:lnTo>
                  <a:pt x="12" y="26"/>
                </a:lnTo>
                <a:lnTo>
                  <a:pt x="8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600" rIns="90000" bIns="12600" anchor="ctr">
            <a:noAutofit/>
          </a:bodyPr>
          <a:lstStyle/>
          <a:p>
            <a:endParaRPr/>
          </a:p>
        </p:txBody>
      </p:sp>
      <p:sp>
        <p:nvSpPr>
          <p:cNvPr id="543" name="íśḷídê">
            <a:extLst>
              <a:ext uri="{FF2B5EF4-FFF2-40B4-BE49-F238E27FC236}">
                <a16:creationId xmlns:a16="http://schemas.microsoft.com/office/drawing/2014/main" id="{DCCE4EC2-976E-4336-B4E2-27E08DDC5234}"/>
              </a:ext>
            </a:extLst>
          </p:cNvPr>
          <p:cNvSpPr>
            <a:spLocks noGrp="1"/>
          </p:cNvSpPr>
          <p:nvPr/>
        </p:nvSpPr>
        <p:spPr>
          <a:xfrm>
            <a:off x="872280" y="549000"/>
            <a:ext cx="7200" cy="12600"/>
          </a:xfrm>
          <a:custGeom>
            <a:avLst/>
            <a:gdLst>
              <a:gd name="textAreaLeft" fmla="*/ 0 w 7200"/>
              <a:gd name="textAreaRight" fmla="*/ 7560 w 7200"/>
              <a:gd name="textAreaTop" fmla="*/ 0 h 12600"/>
              <a:gd name="textAreaBottom" fmla="*/ 12960 h 12600"/>
              <a:gd name="GluePoint1X" fmla="*/ 2 w 17"/>
              <a:gd name="GluePoint1Y" fmla="*/ 6 h 30"/>
              <a:gd name="GluePoint2X" fmla="*/ 1 w 17"/>
              <a:gd name="GluePoint2Y" fmla="*/ 5 h 30"/>
              <a:gd name="GluePoint3X" fmla="*/ 0 w 17"/>
              <a:gd name="GluePoint3Y" fmla="*/ 3 h 30"/>
              <a:gd name="GluePoint4X" fmla="*/ 0 w 17"/>
              <a:gd name="GluePoint4Y" fmla="*/ 3 h 30"/>
              <a:gd name="GluePoint5X" fmla="*/ 0 w 17"/>
              <a:gd name="GluePoint5Y" fmla="*/ 3 h 30"/>
              <a:gd name="GluePoint6X" fmla="*/ 1 w 17"/>
              <a:gd name="GluePoint6Y" fmla="*/ 2 h 30"/>
              <a:gd name="GluePoint7X" fmla="*/ 3 w 17"/>
              <a:gd name="GluePoint7Y" fmla="*/ 1 h 30"/>
              <a:gd name="GluePoint8X" fmla="*/ 6 w 17"/>
              <a:gd name="GluePoint8Y" fmla="*/ 1 h 30"/>
              <a:gd name="GluePoint9X" fmla="*/ 9 w 17"/>
              <a:gd name="GluePoint9Y" fmla="*/ 0 h 30"/>
              <a:gd name="GluePoint10X" fmla="*/ 11 w 17"/>
              <a:gd name="GluePoint10Y" fmla="*/ 0 h 30"/>
              <a:gd name="GluePoint11X" fmla="*/ 12 w 17"/>
              <a:gd name="GluePoint11Y" fmla="*/ 1 h 30"/>
              <a:gd name="GluePoint12X" fmla="*/ 13 w 17"/>
              <a:gd name="GluePoint12Y" fmla="*/ 2 h 30"/>
              <a:gd name="GluePoint13X" fmla="*/ 14 w 17"/>
              <a:gd name="GluePoint13Y" fmla="*/ 3 h 30"/>
              <a:gd name="GluePoint14X" fmla="*/ 15 w 17"/>
              <a:gd name="GluePoint14Y" fmla="*/ 7 h 30"/>
              <a:gd name="GluePoint15X" fmla="*/ 15 w 17"/>
              <a:gd name="GluePoint15Y" fmla="*/ 14 h 30"/>
              <a:gd name="GluePoint16X" fmla="*/ 16 w 17"/>
              <a:gd name="GluePoint16Y" fmla="*/ 19 h 30"/>
              <a:gd name="GluePoint17X" fmla="*/ 17 w 17"/>
              <a:gd name="GluePoint17Y" fmla="*/ 23 h 30"/>
              <a:gd name="GluePoint18X" fmla="*/ 17 w 17"/>
              <a:gd name="GluePoint18Y" fmla="*/ 25 h 30"/>
              <a:gd name="GluePoint19X" fmla="*/ 17 w 17"/>
              <a:gd name="GluePoint19Y" fmla="*/ 27 h 30"/>
              <a:gd name="GluePoint20X" fmla="*/ 16 w 17"/>
              <a:gd name="GluePoint20Y" fmla="*/ 28 h 30"/>
              <a:gd name="GluePoint21X" fmla="*/ 15 w 17"/>
              <a:gd name="GluePoint21Y" fmla="*/ 29 h 30"/>
              <a:gd name="GluePoint22X" fmla="*/ 14 w 17"/>
              <a:gd name="GluePoint22Y" fmla="*/ 30 h 30"/>
              <a:gd name="GluePoint23X" fmla="*/ 11 w 17"/>
              <a:gd name="GluePoint23Y" fmla="*/ 30 h 30"/>
              <a:gd name="GluePoint24X" fmla="*/ 10 w 17"/>
              <a:gd name="GluePoint24Y" fmla="*/ 30 h 30"/>
              <a:gd name="GluePoint25X" fmla="*/ 8 w 17"/>
              <a:gd name="GluePoint25Y" fmla="*/ 29 h 30"/>
              <a:gd name="GluePoint26X" fmla="*/ 7 w 17"/>
              <a:gd name="GluePoint26Y" fmla="*/ 28 h 30"/>
              <a:gd name="GluePoint27X" fmla="*/ 7 w 17"/>
              <a:gd name="GluePoint27Y" fmla="*/ 27 h 30"/>
              <a:gd name="GluePoint28X" fmla="*/ 6 w 17"/>
              <a:gd name="GluePoint28Y" fmla="*/ 23 h 30"/>
              <a:gd name="GluePoint29X" fmla="*/ 6 w 17"/>
              <a:gd name="GluePoint29Y" fmla="*/ 19 h 30"/>
              <a:gd name="GluePoint30X" fmla="*/ 5 w 17"/>
              <a:gd name="GluePoint30Y" fmla="*/ 15 h 30"/>
              <a:gd name="GluePoint31X" fmla="*/ 4 w 17"/>
              <a:gd name="GluePoint31Y" fmla="*/ 11 h 30"/>
              <a:gd name="GluePoint32X" fmla="*/ 3 w 17"/>
              <a:gd name="GluePoint32Y" fmla="*/ 8 h 30"/>
              <a:gd name="GluePoint33X" fmla="*/ 3 w 17"/>
              <a:gd name="GluePoint33Y" fmla="*/ 7 h 30"/>
              <a:gd name="GluePoint34X" fmla="*/ 3 w 17"/>
              <a:gd name="GluePoint34Y" fmla="*/ 7 h 30"/>
              <a:gd name="GluePoint35X" fmla="*/ 2 w 17"/>
              <a:gd name="GluePoint35Y" fmla="*/ 6 h 30"/>
            </a:gdLst>
            <a:ahLst/>
            <a:cxnLst/>
            <a:rect l="textAreaLeft" t="textAreaTop" r="textAreaRight" b="textAreaBottom"/>
            <a:pathLst>
              <a:path w="17" h="30">
                <a:moveTo>
                  <a:pt x="2" y="6"/>
                </a:moveTo>
                <a:lnTo>
                  <a:pt x="1" y="5"/>
                </a:lnTo>
                <a:lnTo>
                  <a:pt x="0" y="3"/>
                </a:lnTo>
                <a:lnTo>
                  <a:pt x="0" y="3"/>
                </a:lnTo>
                <a:lnTo>
                  <a:pt x="0" y="3"/>
                </a:lnTo>
                <a:lnTo>
                  <a:pt x="1" y="2"/>
                </a:lnTo>
                <a:lnTo>
                  <a:pt x="3" y="1"/>
                </a:lnTo>
                <a:lnTo>
                  <a:pt x="6" y="1"/>
                </a:lnTo>
                <a:lnTo>
                  <a:pt x="9" y="0"/>
                </a:lnTo>
                <a:lnTo>
                  <a:pt x="11" y="0"/>
                </a:lnTo>
                <a:lnTo>
                  <a:pt x="12" y="1"/>
                </a:lnTo>
                <a:lnTo>
                  <a:pt x="13" y="2"/>
                </a:lnTo>
                <a:lnTo>
                  <a:pt x="14" y="3"/>
                </a:lnTo>
                <a:lnTo>
                  <a:pt x="15" y="7"/>
                </a:lnTo>
                <a:lnTo>
                  <a:pt x="15" y="14"/>
                </a:lnTo>
                <a:lnTo>
                  <a:pt x="16" y="19"/>
                </a:lnTo>
                <a:lnTo>
                  <a:pt x="17" y="23"/>
                </a:lnTo>
                <a:lnTo>
                  <a:pt x="17" y="25"/>
                </a:lnTo>
                <a:lnTo>
                  <a:pt x="17" y="27"/>
                </a:lnTo>
                <a:lnTo>
                  <a:pt x="16" y="28"/>
                </a:lnTo>
                <a:lnTo>
                  <a:pt x="15" y="29"/>
                </a:lnTo>
                <a:lnTo>
                  <a:pt x="14" y="30"/>
                </a:lnTo>
                <a:lnTo>
                  <a:pt x="11" y="30"/>
                </a:lnTo>
                <a:lnTo>
                  <a:pt x="10" y="30"/>
                </a:lnTo>
                <a:lnTo>
                  <a:pt x="8" y="29"/>
                </a:lnTo>
                <a:lnTo>
                  <a:pt x="7" y="28"/>
                </a:lnTo>
                <a:lnTo>
                  <a:pt x="7" y="27"/>
                </a:lnTo>
                <a:lnTo>
                  <a:pt x="6" y="23"/>
                </a:lnTo>
                <a:lnTo>
                  <a:pt x="6" y="19"/>
                </a:lnTo>
                <a:lnTo>
                  <a:pt x="5" y="15"/>
                </a:lnTo>
                <a:lnTo>
                  <a:pt x="4" y="11"/>
                </a:lnTo>
                <a:lnTo>
                  <a:pt x="3" y="8"/>
                </a:lnTo>
                <a:lnTo>
                  <a:pt x="3" y="7"/>
                </a:lnTo>
                <a:lnTo>
                  <a:pt x="3" y="7"/>
                </a:lnTo>
                <a:lnTo>
                  <a:pt x="2" y="6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2040" rIns="90000" bIns="-32040" anchor="ctr">
            <a:noAutofit/>
          </a:bodyPr>
          <a:lstStyle/>
          <a:p>
            <a:endParaRPr/>
          </a:p>
        </p:txBody>
      </p:sp>
      <p:sp>
        <p:nvSpPr>
          <p:cNvPr id="544" name="íśļiḋé">
            <a:extLst>
              <a:ext uri="{FF2B5EF4-FFF2-40B4-BE49-F238E27FC236}">
                <a16:creationId xmlns:a16="http://schemas.microsoft.com/office/drawing/2014/main" id="{DE2068B9-2273-4ABB-BEFD-BA87A2DB92F3}"/>
              </a:ext>
            </a:extLst>
          </p:cNvPr>
          <p:cNvSpPr>
            <a:spLocks noGrp="1"/>
          </p:cNvSpPr>
          <p:nvPr/>
        </p:nvSpPr>
        <p:spPr>
          <a:xfrm>
            <a:off x="853920" y="546840"/>
            <a:ext cx="17640" cy="43200"/>
          </a:xfrm>
          <a:custGeom>
            <a:avLst/>
            <a:gdLst>
              <a:gd name="textAreaLeft" fmla="*/ 0 w 17640"/>
              <a:gd name="textAreaRight" fmla="*/ 18000 w 17640"/>
              <a:gd name="textAreaTop" fmla="*/ 0 h 43200"/>
              <a:gd name="textAreaBottom" fmla="*/ 43560 h 43200"/>
              <a:gd name="GluePoint1X" fmla="*/ 14 w 41"/>
              <a:gd name="GluePoint1Y" fmla="*/ 26 h 100"/>
              <a:gd name="GluePoint2X" fmla="*/ 10 w 41"/>
              <a:gd name="GluePoint2Y" fmla="*/ 30 h 100"/>
              <a:gd name="GluePoint3X" fmla="*/ 5 w 41"/>
              <a:gd name="GluePoint3Y" fmla="*/ 28 h 100"/>
              <a:gd name="GluePoint4X" fmla="*/ 1 w 41"/>
              <a:gd name="GluePoint4Y" fmla="*/ 26 h 100"/>
              <a:gd name="GluePoint5X" fmla="*/ 0 w 41"/>
              <a:gd name="GluePoint5Y" fmla="*/ 24 h 100"/>
              <a:gd name="GluePoint6X" fmla="*/ 2 w 41"/>
              <a:gd name="GluePoint6Y" fmla="*/ 19 h 100"/>
              <a:gd name="GluePoint7X" fmla="*/ 10 w 41"/>
              <a:gd name="GluePoint7Y" fmla="*/ 12 h 100"/>
              <a:gd name="GluePoint8X" fmla="*/ 21 w 41"/>
              <a:gd name="GluePoint8Y" fmla="*/ 4 h 100"/>
              <a:gd name="GluePoint9X" fmla="*/ 29 w 41"/>
              <a:gd name="GluePoint9Y" fmla="*/ 0 h 100"/>
              <a:gd name="GluePoint10X" fmla="*/ 30 w 41"/>
              <a:gd name="GluePoint10Y" fmla="*/ 0 h 100"/>
              <a:gd name="GluePoint11X" fmla="*/ 33 w 41"/>
              <a:gd name="GluePoint11Y" fmla="*/ 4 h 100"/>
              <a:gd name="GluePoint12X" fmla="*/ 35 w 41"/>
              <a:gd name="GluePoint12Y" fmla="*/ 8 h 100"/>
              <a:gd name="GluePoint13X" fmla="*/ 33 w 41"/>
              <a:gd name="GluePoint13Y" fmla="*/ 16 h 100"/>
              <a:gd name="GluePoint14X" fmla="*/ 32 w 41"/>
              <a:gd name="GluePoint14Y" fmla="*/ 30 h 100"/>
              <a:gd name="GluePoint15X" fmla="*/ 31 w 41"/>
              <a:gd name="GluePoint15Y" fmla="*/ 44 h 100"/>
              <a:gd name="GluePoint16X" fmla="*/ 33 w 41"/>
              <a:gd name="GluePoint16Y" fmla="*/ 46 h 100"/>
              <a:gd name="GluePoint17X" fmla="*/ 35 w 41"/>
              <a:gd name="GluePoint17Y" fmla="*/ 48 h 100"/>
              <a:gd name="GluePoint18X" fmla="*/ 31 w 41"/>
              <a:gd name="GluePoint18Y" fmla="*/ 54 h 100"/>
              <a:gd name="GluePoint19X" fmla="*/ 32 w 41"/>
              <a:gd name="GluePoint19Y" fmla="*/ 57 h 100"/>
              <a:gd name="GluePoint20X" fmla="*/ 35 w 41"/>
              <a:gd name="GluePoint20Y" fmla="*/ 58 h 100"/>
              <a:gd name="GluePoint21X" fmla="*/ 37 w 41"/>
              <a:gd name="GluePoint21Y" fmla="*/ 54 h 100"/>
              <a:gd name="GluePoint22X" fmla="*/ 41 w 41"/>
              <a:gd name="GluePoint22Y" fmla="*/ 48 h 100"/>
              <a:gd name="GluePoint23X" fmla="*/ 35 w 41"/>
              <a:gd name="GluePoint23Y" fmla="*/ 72 h 100"/>
              <a:gd name="GluePoint24X" fmla="*/ 30 w 41"/>
              <a:gd name="GluePoint24Y" fmla="*/ 88 h 100"/>
              <a:gd name="GluePoint25X" fmla="*/ 25 w 41"/>
              <a:gd name="GluePoint25Y" fmla="*/ 96 h 100"/>
              <a:gd name="GluePoint26X" fmla="*/ 21 w 41"/>
              <a:gd name="GluePoint26Y" fmla="*/ 100 h 100"/>
              <a:gd name="GluePoint27X" fmla="*/ 17 w 41"/>
              <a:gd name="GluePoint27Y" fmla="*/ 100 h 100"/>
              <a:gd name="GluePoint28X" fmla="*/ 15 w 41"/>
              <a:gd name="GluePoint28Y" fmla="*/ 97 h 100"/>
              <a:gd name="GluePoint29X" fmla="*/ 16 w 41"/>
              <a:gd name="GluePoint29Y" fmla="*/ 89 h 100"/>
              <a:gd name="GluePoint30X" fmla="*/ 18 w 41"/>
              <a:gd name="GluePoint30Y" fmla="*/ 82 h 100"/>
              <a:gd name="GluePoint31X" fmla="*/ 21 w 41"/>
              <a:gd name="GluePoint31Y" fmla="*/ 74 h 100"/>
              <a:gd name="GluePoint32X" fmla="*/ 20 w 41"/>
              <a:gd name="GluePoint32Y" fmla="*/ 68 h 100"/>
              <a:gd name="GluePoint33X" fmla="*/ 18 w 41"/>
              <a:gd name="GluePoint33Y" fmla="*/ 65 h 100"/>
              <a:gd name="GluePoint34X" fmla="*/ 9 w 41"/>
              <a:gd name="GluePoint34Y" fmla="*/ 69 h 100"/>
              <a:gd name="GluePoint35X" fmla="*/ 5 w 41"/>
              <a:gd name="GluePoint35Y" fmla="*/ 70 h 100"/>
              <a:gd name="GluePoint36X" fmla="*/ 5 w 41"/>
              <a:gd name="GluePoint36Y" fmla="*/ 68 h 100"/>
              <a:gd name="GluePoint37X" fmla="*/ 5 w 41"/>
              <a:gd name="GluePoint37Y" fmla="*/ 61 h 100"/>
              <a:gd name="GluePoint38X" fmla="*/ 7 w 41"/>
              <a:gd name="GluePoint38Y" fmla="*/ 61 h 100"/>
              <a:gd name="GluePoint39X" fmla="*/ 9 w 41"/>
              <a:gd name="GluePoint39Y" fmla="*/ 59 h 100"/>
              <a:gd name="GluePoint40X" fmla="*/ 17 w 41"/>
              <a:gd name="GluePoint40Y" fmla="*/ 54 h 100"/>
              <a:gd name="GluePoint41X" fmla="*/ 20 w 41"/>
              <a:gd name="GluePoint41Y" fmla="*/ 50 h 100"/>
              <a:gd name="GluePoint42X" fmla="*/ 20 w 41"/>
              <a:gd name="GluePoint42Y" fmla="*/ 40 h 100"/>
              <a:gd name="GluePoint43X" fmla="*/ 19 w 41"/>
              <a:gd name="GluePoint43Y" fmla="*/ 25 h 100"/>
              <a:gd name="GluePoint44X" fmla="*/ 17 w 41"/>
              <a:gd name="GluePoint44Y" fmla="*/ 24 h 100"/>
            </a:gdLst>
            <a:ahLst/>
            <a:cxnLst/>
            <a:rect l="textAreaLeft" t="textAreaTop" r="textAreaRight" b="textAreaBottom"/>
            <a:pathLst>
              <a:path w="41" h="100">
                <a:moveTo>
                  <a:pt x="17" y="24"/>
                </a:moveTo>
                <a:lnTo>
                  <a:pt x="16" y="24"/>
                </a:lnTo>
                <a:lnTo>
                  <a:pt x="14" y="26"/>
                </a:lnTo>
                <a:lnTo>
                  <a:pt x="13" y="28"/>
                </a:lnTo>
                <a:lnTo>
                  <a:pt x="12" y="28"/>
                </a:lnTo>
                <a:lnTo>
                  <a:pt x="10" y="30"/>
                </a:lnTo>
                <a:lnTo>
                  <a:pt x="9" y="30"/>
                </a:lnTo>
                <a:lnTo>
                  <a:pt x="7" y="29"/>
                </a:lnTo>
                <a:lnTo>
                  <a:pt x="5" y="28"/>
                </a:lnTo>
                <a:lnTo>
                  <a:pt x="3" y="28"/>
                </a:lnTo>
                <a:lnTo>
                  <a:pt x="1" y="27"/>
                </a:lnTo>
                <a:lnTo>
                  <a:pt x="1" y="26"/>
                </a:lnTo>
                <a:lnTo>
                  <a:pt x="0" y="26"/>
                </a:lnTo>
                <a:lnTo>
                  <a:pt x="0" y="24"/>
                </a:lnTo>
                <a:lnTo>
                  <a:pt x="0" y="24"/>
                </a:lnTo>
                <a:lnTo>
                  <a:pt x="0" y="22"/>
                </a:lnTo>
                <a:lnTo>
                  <a:pt x="1" y="20"/>
                </a:lnTo>
                <a:lnTo>
                  <a:pt x="2" y="19"/>
                </a:lnTo>
                <a:lnTo>
                  <a:pt x="5" y="16"/>
                </a:lnTo>
                <a:lnTo>
                  <a:pt x="8" y="14"/>
                </a:lnTo>
                <a:lnTo>
                  <a:pt x="10" y="12"/>
                </a:lnTo>
                <a:lnTo>
                  <a:pt x="16" y="8"/>
                </a:lnTo>
                <a:lnTo>
                  <a:pt x="18" y="6"/>
                </a:lnTo>
                <a:lnTo>
                  <a:pt x="21" y="4"/>
                </a:lnTo>
                <a:lnTo>
                  <a:pt x="25" y="1"/>
                </a:lnTo>
                <a:lnTo>
                  <a:pt x="27" y="0"/>
                </a:lnTo>
                <a:lnTo>
                  <a:pt x="29" y="0"/>
                </a:lnTo>
                <a:lnTo>
                  <a:pt x="29" y="0"/>
                </a:lnTo>
                <a:lnTo>
                  <a:pt x="29" y="0"/>
                </a:lnTo>
                <a:lnTo>
                  <a:pt x="30" y="0"/>
                </a:lnTo>
                <a:lnTo>
                  <a:pt x="30" y="0"/>
                </a:lnTo>
                <a:lnTo>
                  <a:pt x="31" y="2"/>
                </a:lnTo>
                <a:lnTo>
                  <a:pt x="33" y="4"/>
                </a:lnTo>
                <a:lnTo>
                  <a:pt x="34" y="5"/>
                </a:lnTo>
                <a:lnTo>
                  <a:pt x="35" y="6"/>
                </a:lnTo>
                <a:lnTo>
                  <a:pt x="35" y="8"/>
                </a:lnTo>
                <a:lnTo>
                  <a:pt x="35" y="8"/>
                </a:lnTo>
                <a:lnTo>
                  <a:pt x="35" y="12"/>
                </a:lnTo>
                <a:lnTo>
                  <a:pt x="33" y="16"/>
                </a:lnTo>
                <a:lnTo>
                  <a:pt x="33" y="21"/>
                </a:lnTo>
                <a:lnTo>
                  <a:pt x="32" y="24"/>
                </a:lnTo>
                <a:lnTo>
                  <a:pt x="32" y="30"/>
                </a:lnTo>
                <a:lnTo>
                  <a:pt x="31" y="36"/>
                </a:lnTo>
                <a:lnTo>
                  <a:pt x="31" y="43"/>
                </a:lnTo>
                <a:lnTo>
                  <a:pt x="31" y="44"/>
                </a:lnTo>
                <a:lnTo>
                  <a:pt x="31" y="45"/>
                </a:lnTo>
                <a:lnTo>
                  <a:pt x="33" y="46"/>
                </a:lnTo>
                <a:lnTo>
                  <a:pt x="33" y="46"/>
                </a:lnTo>
                <a:lnTo>
                  <a:pt x="34" y="47"/>
                </a:lnTo>
                <a:lnTo>
                  <a:pt x="35" y="48"/>
                </a:lnTo>
                <a:lnTo>
                  <a:pt x="35" y="48"/>
                </a:lnTo>
                <a:lnTo>
                  <a:pt x="33" y="51"/>
                </a:lnTo>
                <a:lnTo>
                  <a:pt x="32" y="53"/>
                </a:lnTo>
                <a:lnTo>
                  <a:pt x="31" y="54"/>
                </a:lnTo>
                <a:lnTo>
                  <a:pt x="31" y="56"/>
                </a:lnTo>
                <a:lnTo>
                  <a:pt x="31" y="56"/>
                </a:lnTo>
                <a:lnTo>
                  <a:pt x="32" y="57"/>
                </a:lnTo>
                <a:lnTo>
                  <a:pt x="33" y="57"/>
                </a:lnTo>
                <a:lnTo>
                  <a:pt x="34" y="58"/>
                </a:lnTo>
                <a:lnTo>
                  <a:pt x="35" y="58"/>
                </a:lnTo>
                <a:lnTo>
                  <a:pt x="36" y="57"/>
                </a:lnTo>
                <a:lnTo>
                  <a:pt x="37" y="56"/>
                </a:lnTo>
                <a:lnTo>
                  <a:pt x="37" y="54"/>
                </a:lnTo>
                <a:lnTo>
                  <a:pt x="39" y="49"/>
                </a:lnTo>
                <a:lnTo>
                  <a:pt x="41" y="47"/>
                </a:lnTo>
                <a:lnTo>
                  <a:pt x="41" y="48"/>
                </a:lnTo>
                <a:lnTo>
                  <a:pt x="40" y="54"/>
                </a:lnTo>
                <a:lnTo>
                  <a:pt x="38" y="61"/>
                </a:lnTo>
                <a:lnTo>
                  <a:pt x="35" y="72"/>
                </a:lnTo>
                <a:lnTo>
                  <a:pt x="33" y="79"/>
                </a:lnTo>
                <a:lnTo>
                  <a:pt x="32" y="84"/>
                </a:lnTo>
                <a:lnTo>
                  <a:pt x="30" y="88"/>
                </a:lnTo>
                <a:lnTo>
                  <a:pt x="29" y="92"/>
                </a:lnTo>
                <a:lnTo>
                  <a:pt x="27" y="94"/>
                </a:lnTo>
                <a:lnTo>
                  <a:pt x="25" y="96"/>
                </a:lnTo>
                <a:lnTo>
                  <a:pt x="24" y="98"/>
                </a:lnTo>
                <a:lnTo>
                  <a:pt x="22" y="99"/>
                </a:lnTo>
                <a:lnTo>
                  <a:pt x="21" y="100"/>
                </a:lnTo>
                <a:lnTo>
                  <a:pt x="20" y="100"/>
                </a:lnTo>
                <a:lnTo>
                  <a:pt x="18" y="100"/>
                </a:lnTo>
                <a:lnTo>
                  <a:pt x="17" y="100"/>
                </a:lnTo>
                <a:lnTo>
                  <a:pt x="16" y="100"/>
                </a:lnTo>
                <a:lnTo>
                  <a:pt x="15" y="98"/>
                </a:lnTo>
                <a:lnTo>
                  <a:pt x="15" y="97"/>
                </a:lnTo>
                <a:lnTo>
                  <a:pt x="15" y="96"/>
                </a:lnTo>
                <a:lnTo>
                  <a:pt x="16" y="92"/>
                </a:lnTo>
                <a:lnTo>
                  <a:pt x="16" y="89"/>
                </a:lnTo>
                <a:lnTo>
                  <a:pt x="17" y="87"/>
                </a:lnTo>
                <a:lnTo>
                  <a:pt x="17" y="84"/>
                </a:lnTo>
                <a:lnTo>
                  <a:pt x="18" y="82"/>
                </a:lnTo>
                <a:lnTo>
                  <a:pt x="19" y="79"/>
                </a:lnTo>
                <a:lnTo>
                  <a:pt x="20" y="76"/>
                </a:lnTo>
                <a:lnTo>
                  <a:pt x="21" y="74"/>
                </a:lnTo>
                <a:lnTo>
                  <a:pt x="21" y="72"/>
                </a:lnTo>
                <a:lnTo>
                  <a:pt x="21" y="69"/>
                </a:lnTo>
                <a:lnTo>
                  <a:pt x="20" y="68"/>
                </a:lnTo>
                <a:lnTo>
                  <a:pt x="20" y="67"/>
                </a:lnTo>
                <a:lnTo>
                  <a:pt x="19" y="65"/>
                </a:lnTo>
                <a:lnTo>
                  <a:pt x="18" y="65"/>
                </a:lnTo>
                <a:lnTo>
                  <a:pt x="16" y="66"/>
                </a:lnTo>
                <a:lnTo>
                  <a:pt x="13" y="68"/>
                </a:lnTo>
                <a:lnTo>
                  <a:pt x="9" y="69"/>
                </a:lnTo>
                <a:lnTo>
                  <a:pt x="6" y="70"/>
                </a:lnTo>
                <a:lnTo>
                  <a:pt x="5" y="70"/>
                </a:lnTo>
                <a:lnTo>
                  <a:pt x="5" y="70"/>
                </a:lnTo>
                <a:lnTo>
                  <a:pt x="5" y="69"/>
                </a:lnTo>
                <a:lnTo>
                  <a:pt x="5" y="69"/>
                </a:lnTo>
                <a:lnTo>
                  <a:pt x="5" y="68"/>
                </a:lnTo>
                <a:lnTo>
                  <a:pt x="5" y="66"/>
                </a:lnTo>
                <a:lnTo>
                  <a:pt x="5" y="63"/>
                </a:lnTo>
                <a:lnTo>
                  <a:pt x="5" y="61"/>
                </a:lnTo>
                <a:lnTo>
                  <a:pt x="6" y="61"/>
                </a:lnTo>
                <a:lnTo>
                  <a:pt x="6" y="61"/>
                </a:lnTo>
                <a:lnTo>
                  <a:pt x="7" y="61"/>
                </a:lnTo>
                <a:lnTo>
                  <a:pt x="7" y="61"/>
                </a:lnTo>
                <a:lnTo>
                  <a:pt x="8" y="60"/>
                </a:lnTo>
                <a:lnTo>
                  <a:pt x="9" y="59"/>
                </a:lnTo>
                <a:lnTo>
                  <a:pt x="14" y="55"/>
                </a:lnTo>
                <a:lnTo>
                  <a:pt x="16" y="54"/>
                </a:lnTo>
                <a:lnTo>
                  <a:pt x="17" y="54"/>
                </a:lnTo>
                <a:lnTo>
                  <a:pt x="18" y="52"/>
                </a:lnTo>
                <a:lnTo>
                  <a:pt x="20" y="52"/>
                </a:lnTo>
                <a:lnTo>
                  <a:pt x="20" y="50"/>
                </a:lnTo>
                <a:lnTo>
                  <a:pt x="21" y="48"/>
                </a:lnTo>
                <a:lnTo>
                  <a:pt x="21" y="46"/>
                </a:lnTo>
                <a:lnTo>
                  <a:pt x="20" y="40"/>
                </a:lnTo>
                <a:lnTo>
                  <a:pt x="20" y="34"/>
                </a:lnTo>
                <a:lnTo>
                  <a:pt x="20" y="28"/>
                </a:lnTo>
                <a:lnTo>
                  <a:pt x="19" y="25"/>
                </a:lnTo>
                <a:lnTo>
                  <a:pt x="18" y="24"/>
                </a:lnTo>
                <a:lnTo>
                  <a:pt x="18" y="24"/>
                </a:lnTo>
                <a:lnTo>
                  <a:pt x="17" y="24"/>
                </a:lnTo>
                <a:lnTo>
                  <a:pt x="17" y="24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545" name="işļîdé">
            <a:extLst>
              <a:ext uri="{FF2B5EF4-FFF2-40B4-BE49-F238E27FC236}">
                <a16:creationId xmlns:a16="http://schemas.microsoft.com/office/drawing/2014/main" id="{910F0EB2-3E74-4AF5-876C-6D586D7C986E}"/>
              </a:ext>
            </a:extLst>
          </p:cNvPr>
          <p:cNvSpPr>
            <a:spLocks noGrp="1"/>
          </p:cNvSpPr>
          <p:nvPr/>
        </p:nvSpPr>
        <p:spPr>
          <a:xfrm>
            <a:off x="958320" y="551160"/>
            <a:ext cx="50400" cy="38160"/>
          </a:xfrm>
          <a:custGeom>
            <a:avLst/>
            <a:gdLst>
              <a:gd name="textAreaLeft" fmla="*/ 0 w 50400"/>
              <a:gd name="textAreaRight" fmla="*/ 50760 w 50400"/>
              <a:gd name="textAreaTop" fmla="*/ 0 h 38160"/>
              <a:gd name="textAreaBottom" fmla="*/ 38520 h 38160"/>
              <a:gd name="GluePoint1X" fmla="*/ 51 w 116"/>
              <a:gd name="GluePoint1Y" fmla="*/ 2 h 88"/>
              <a:gd name="GluePoint2X" fmla="*/ 53 w 116"/>
              <a:gd name="GluePoint2Y" fmla="*/ 0 h 88"/>
              <a:gd name="GluePoint3X" fmla="*/ 56 w 116"/>
              <a:gd name="GluePoint3Y" fmla="*/ 1 h 88"/>
              <a:gd name="GluePoint4X" fmla="*/ 62 w 116"/>
              <a:gd name="GluePoint4Y" fmla="*/ 3 h 88"/>
              <a:gd name="GluePoint5X" fmla="*/ 69 w 116"/>
              <a:gd name="GluePoint5Y" fmla="*/ 6 h 88"/>
              <a:gd name="GluePoint6X" fmla="*/ 88 w 116"/>
              <a:gd name="GluePoint6Y" fmla="*/ 10 h 88"/>
              <a:gd name="GluePoint7X" fmla="*/ 98 w 116"/>
              <a:gd name="GluePoint7Y" fmla="*/ 10 h 88"/>
              <a:gd name="GluePoint8X" fmla="*/ 107 w 116"/>
              <a:gd name="GluePoint8Y" fmla="*/ 11 h 88"/>
              <a:gd name="GluePoint9X" fmla="*/ 116 w 116"/>
              <a:gd name="GluePoint9Y" fmla="*/ 18 h 88"/>
              <a:gd name="GluePoint10X" fmla="*/ 115 w 116"/>
              <a:gd name="GluePoint10Y" fmla="*/ 22 h 88"/>
              <a:gd name="GluePoint11X" fmla="*/ 113 w 116"/>
              <a:gd name="GluePoint11Y" fmla="*/ 26 h 88"/>
              <a:gd name="GluePoint12X" fmla="*/ 95 w 116"/>
              <a:gd name="GluePoint12Y" fmla="*/ 39 h 88"/>
              <a:gd name="GluePoint13X" fmla="*/ 79 w 116"/>
              <a:gd name="GluePoint13Y" fmla="*/ 54 h 88"/>
              <a:gd name="GluePoint14X" fmla="*/ 75 w 116"/>
              <a:gd name="GluePoint14Y" fmla="*/ 60 h 88"/>
              <a:gd name="GluePoint15X" fmla="*/ 77 w 116"/>
              <a:gd name="GluePoint15Y" fmla="*/ 61 h 88"/>
              <a:gd name="GluePoint16X" fmla="*/ 87 w 116"/>
              <a:gd name="GluePoint16Y" fmla="*/ 58 h 88"/>
              <a:gd name="GluePoint17X" fmla="*/ 93 w 116"/>
              <a:gd name="GluePoint17Y" fmla="*/ 59 h 88"/>
              <a:gd name="GluePoint18X" fmla="*/ 96 w 116"/>
              <a:gd name="GluePoint18Y" fmla="*/ 63 h 88"/>
              <a:gd name="GluePoint19X" fmla="*/ 95 w 116"/>
              <a:gd name="GluePoint19Y" fmla="*/ 68 h 88"/>
              <a:gd name="GluePoint20X" fmla="*/ 92 w 116"/>
              <a:gd name="GluePoint20Y" fmla="*/ 70 h 88"/>
              <a:gd name="GluePoint21X" fmla="*/ 88 w 116"/>
              <a:gd name="GluePoint21Y" fmla="*/ 71 h 88"/>
              <a:gd name="GluePoint22X" fmla="*/ 80 w 116"/>
              <a:gd name="GluePoint22Y" fmla="*/ 70 h 88"/>
              <a:gd name="GluePoint23X" fmla="*/ 68 w 116"/>
              <a:gd name="GluePoint23Y" fmla="*/ 71 h 88"/>
              <a:gd name="GluePoint24X" fmla="*/ 43 w 116"/>
              <a:gd name="GluePoint24Y" fmla="*/ 78 h 88"/>
              <a:gd name="GluePoint25X" fmla="*/ 27 w 116"/>
              <a:gd name="GluePoint25Y" fmla="*/ 84 h 88"/>
              <a:gd name="GluePoint26X" fmla="*/ 21 w 116"/>
              <a:gd name="GluePoint26Y" fmla="*/ 87 h 88"/>
              <a:gd name="GluePoint27X" fmla="*/ 19 w 116"/>
              <a:gd name="GluePoint27Y" fmla="*/ 88 h 88"/>
              <a:gd name="GluePoint28X" fmla="*/ 11 w 116"/>
              <a:gd name="GluePoint28Y" fmla="*/ 84 h 88"/>
              <a:gd name="GluePoint29X" fmla="*/ 3 w 116"/>
              <a:gd name="GluePoint29Y" fmla="*/ 79 h 88"/>
              <a:gd name="GluePoint30X" fmla="*/ 1 w 116"/>
              <a:gd name="GluePoint30Y" fmla="*/ 74 h 88"/>
              <a:gd name="GluePoint31X" fmla="*/ 0 w 116"/>
              <a:gd name="GluePoint31Y" fmla="*/ 68 h 88"/>
              <a:gd name="GluePoint32X" fmla="*/ 2 w 116"/>
              <a:gd name="GluePoint32Y" fmla="*/ 66 h 88"/>
              <a:gd name="GluePoint33X" fmla="*/ 9 w 116"/>
              <a:gd name="GluePoint33Y" fmla="*/ 66 h 88"/>
              <a:gd name="GluePoint34X" fmla="*/ 18 w 116"/>
              <a:gd name="GluePoint34Y" fmla="*/ 67 h 88"/>
              <a:gd name="GluePoint35X" fmla="*/ 27 w 116"/>
              <a:gd name="GluePoint35Y" fmla="*/ 65 h 88"/>
              <a:gd name="GluePoint36X" fmla="*/ 45 w 116"/>
              <a:gd name="GluePoint36Y" fmla="*/ 61 h 88"/>
              <a:gd name="GluePoint37X" fmla="*/ 63 w 116"/>
              <a:gd name="GluePoint37Y" fmla="*/ 48 h 88"/>
              <a:gd name="GluePoint38X" fmla="*/ 83 w 116"/>
              <a:gd name="GluePoint38Y" fmla="*/ 30 h 88"/>
              <a:gd name="GluePoint39X" fmla="*/ 97 w 116"/>
              <a:gd name="GluePoint39Y" fmla="*/ 20 h 88"/>
              <a:gd name="GluePoint40X" fmla="*/ 98 w 116"/>
              <a:gd name="GluePoint40Y" fmla="*/ 18 h 88"/>
              <a:gd name="GluePoint41X" fmla="*/ 92 w 116"/>
              <a:gd name="GluePoint41Y" fmla="*/ 17 h 88"/>
              <a:gd name="GluePoint42X" fmla="*/ 77 w 116"/>
              <a:gd name="GluePoint42Y" fmla="*/ 21 h 88"/>
              <a:gd name="GluePoint43X" fmla="*/ 68 w 116"/>
              <a:gd name="GluePoint43Y" fmla="*/ 25 h 88"/>
              <a:gd name="GluePoint44X" fmla="*/ 63 w 116"/>
              <a:gd name="GluePoint44Y" fmla="*/ 25 h 88"/>
              <a:gd name="GluePoint45X" fmla="*/ 58 w 116"/>
              <a:gd name="GluePoint45Y" fmla="*/ 22 h 88"/>
              <a:gd name="GluePoint46X" fmla="*/ 54 w 116"/>
              <a:gd name="GluePoint46Y" fmla="*/ 16 h 88"/>
              <a:gd name="GluePoint47X" fmla="*/ 51 w 116"/>
              <a:gd name="GluePoint47Y" fmla="*/ 8 h 88"/>
            </a:gdLst>
            <a:ahLst/>
            <a:cxnLst/>
            <a:rect l="textAreaLeft" t="textAreaTop" r="textAreaRight" b="textAreaBottom"/>
            <a:pathLst>
              <a:path w="116" h="88">
                <a:moveTo>
                  <a:pt x="51" y="5"/>
                </a:moveTo>
                <a:lnTo>
                  <a:pt x="51" y="3"/>
                </a:lnTo>
                <a:lnTo>
                  <a:pt x="51" y="2"/>
                </a:lnTo>
                <a:lnTo>
                  <a:pt x="51" y="2"/>
                </a:lnTo>
                <a:lnTo>
                  <a:pt x="51" y="1"/>
                </a:lnTo>
                <a:lnTo>
                  <a:pt x="53" y="0"/>
                </a:lnTo>
                <a:lnTo>
                  <a:pt x="54" y="0"/>
                </a:lnTo>
                <a:lnTo>
                  <a:pt x="55" y="0"/>
                </a:lnTo>
                <a:lnTo>
                  <a:pt x="56" y="1"/>
                </a:lnTo>
                <a:lnTo>
                  <a:pt x="58" y="1"/>
                </a:lnTo>
                <a:lnTo>
                  <a:pt x="59" y="2"/>
                </a:lnTo>
                <a:lnTo>
                  <a:pt x="62" y="3"/>
                </a:lnTo>
                <a:lnTo>
                  <a:pt x="64" y="5"/>
                </a:lnTo>
                <a:lnTo>
                  <a:pt x="67" y="6"/>
                </a:lnTo>
                <a:lnTo>
                  <a:pt x="69" y="6"/>
                </a:lnTo>
                <a:lnTo>
                  <a:pt x="75" y="8"/>
                </a:lnTo>
                <a:lnTo>
                  <a:pt x="83" y="10"/>
                </a:lnTo>
                <a:lnTo>
                  <a:pt x="88" y="10"/>
                </a:lnTo>
                <a:lnTo>
                  <a:pt x="92" y="10"/>
                </a:lnTo>
                <a:lnTo>
                  <a:pt x="95" y="10"/>
                </a:lnTo>
                <a:lnTo>
                  <a:pt x="98" y="10"/>
                </a:lnTo>
                <a:lnTo>
                  <a:pt x="101" y="10"/>
                </a:lnTo>
                <a:lnTo>
                  <a:pt x="103" y="10"/>
                </a:lnTo>
                <a:lnTo>
                  <a:pt x="107" y="11"/>
                </a:lnTo>
                <a:lnTo>
                  <a:pt x="111" y="14"/>
                </a:lnTo>
                <a:lnTo>
                  <a:pt x="115" y="17"/>
                </a:lnTo>
                <a:lnTo>
                  <a:pt x="116" y="18"/>
                </a:lnTo>
                <a:lnTo>
                  <a:pt x="115" y="19"/>
                </a:lnTo>
                <a:lnTo>
                  <a:pt x="115" y="22"/>
                </a:lnTo>
                <a:lnTo>
                  <a:pt x="115" y="22"/>
                </a:lnTo>
                <a:lnTo>
                  <a:pt x="115" y="24"/>
                </a:lnTo>
                <a:lnTo>
                  <a:pt x="114" y="26"/>
                </a:lnTo>
                <a:lnTo>
                  <a:pt x="113" y="26"/>
                </a:lnTo>
                <a:lnTo>
                  <a:pt x="109" y="29"/>
                </a:lnTo>
                <a:lnTo>
                  <a:pt x="103" y="34"/>
                </a:lnTo>
                <a:lnTo>
                  <a:pt x="95" y="39"/>
                </a:lnTo>
                <a:lnTo>
                  <a:pt x="87" y="46"/>
                </a:lnTo>
                <a:lnTo>
                  <a:pt x="83" y="50"/>
                </a:lnTo>
                <a:lnTo>
                  <a:pt x="79" y="54"/>
                </a:lnTo>
                <a:lnTo>
                  <a:pt x="77" y="57"/>
                </a:lnTo>
                <a:lnTo>
                  <a:pt x="75" y="58"/>
                </a:lnTo>
                <a:lnTo>
                  <a:pt x="75" y="60"/>
                </a:lnTo>
                <a:lnTo>
                  <a:pt x="75" y="61"/>
                </a:lnTo>
                <a:lnTo>
                  <a:pt x="75" y="61"/>
                </a:lnTo>
                <a:lnTo>
                  <a:pt x="77" y="61"/>
                </a:lnTo>
                <a:lnTo>
                  <a:pt x="80" y="61"/>
                </a:lnTo>
                <a:lnTo>
                  <a:pt x="85" y="59"/>
                </a:lnTo>
                <a:lnTo>
                  <a:pt x="87" y="58"/>
                </a:lnTo>
                <a:lnTo>
                  <a:pt x="88" y="57"/>
                </a:lnTo>
                <a:lnTo>
                  <a:pt x="91" y="58"/>
                </a:lnTo>
                <a:lnTo>
                  <a:pt x="93" y="59"/>
                </a:lnTo>
                <a:lnTo>
                  <a:pt x="95" y="61"/>
                </a:lnTo>
                <a:lnTo>
                  <a:pt x="96" y="62"/>
                </a:lnTo>
                <a:lnTo>
                  <a:pt x="96" y="63"/>
                </a:lnTo>
                <a:lnTo>
                  <a:pt x="96" y="65"/>
                </a:lnTo>
                <a:lnTo>
                  <a:pt x="96" y="66"/>
                </a:lnTo>
                <a:lnTo>
                  <a:pt x="95" y="68"/>
                </a:lnTo>
                <a:lnTo>
                  <a:pt x="95" y="69"/>
                </a:lnTo>
                <a:lnTo>
                  <a:pt x="93" y="70"/>
                </a:lnTo>
                <a:lnTo>
                  <a:pt x="92" y="70"/>
                </a:lnTo>
                <a:lnTo>
                  <a:pt x="91" y="70"/>
                </a:lnTo>
                <a:lnTo>
                  <a:pt x="90" y="71"/>
                </a:lnTo>
                <a:lnTo>
                  <a:pt x="88" y="71"/>
                </a:lnTo>
                <a:lnTo>
                  <a:pt x="87" y="71"/>
                </a:lnTo>
                <a:lnTo>
                  <a:pt x="85" y="71"/>
                </a:lnTo>
                <a:lnTo>
                  <a:pt x="80" y="70"/>
                </a:lnTo>
                <a:lnTo>
                  <a:pt x="76" y="70"/>
                </a:lnTo>
                <a:lnTo>
                  <a:pt x="72" y="71"/>
                </a:lnTo>
                <a:lnTo>
                  <a:pt x="68" y="71"/>
                </a:lnTo>
                <a:lnTo>
                  <a:pt x="60" y="73"/>
                </a:lnTo>
                <a:lnTo>
                  <a:pt x="52" y="75"/>
                </a:lnTo>
                <a:lnTo>
                  <a:pt x="43" y="78"/>
                </a:lnTo>
                <a:lnTo>
                  <a:pt x="35" y="81"/>
                </a:lnTo>
                <a:lnTo>
                  <a:pt x="31" y="82"/>
                </a:lnTo>
                <a:lnTo>
                  <a:pt x="27" y="84"/>
                </a:lnTo>
                <a:lnTo>
                  <a:pt x="24" y="85"/>
                </a:lnTo>
                <a:lnTo>
                  <a:pt x="22" y="86"/>
                </a:lnTo>
                <a:lnTo>
                  <a:pt x="21" y="87"/>
                </a:lnTo>
                <a:lnTo>
                  <a:pt x="20" y="87"/>
                </a:lnTo>
                <a:lnTo>
                  <a:pt x="19" y="88"/>
                </a:lnTo>
                <a:lnTo>
                  <a:pt x="19" y="88"/>
                </a:lnTo>
                <a:lnTo>
                  <a:pt x="16" y="87"/>
                </a:lnTo>
                <a:lnTo>
                  <a:pt x="15" y="86"/>
                </a:lnTo>
                <a:lnTo>
                  <a:pt x="11" y="84"/>
                </a:lnTo>
                <a:lnTo>
                  <a:pt x="7" y="82"/>
                </a:lnTo>
                <a:lnTo>
                  <a:pt x="5" y="81"/>
                </a:lnTo>
                <a:lnTo>
                  <a:pt x="3" y="79"/>
                </a:lnTo>
                <a:lnTo>
                  <a:pt x="2" y="78"/>
                </a:lnTo>
                <a:lnTo>
                  <a:pt x="1" y="75"/>
                </a:lnTo>
                <a:lnTo>
                  <a:pt x="1" y="74"/>
                </a:lnTo>
                <a:lnTo>
                  <a:pt x="0" y="72"/>
                </a:lnTo>
                <a:lnTo>
                  <a:pt x="0" y="70"/>
                </a:lnTo>
                <a:lnTo>
                  <a:pt x="0" y="68"/>
                </a:lnTo>
                <a:lnTo>
                  <a:pt x="1" y="67"/>
                </a:lnTo>
                <a:lnTo>
                  <a:pt x="2" y="66"/>
                </a:lnTo>
                <a:lnTo>
                  <a:pt x="2" y="66"/>
                </a:lnTo>
                <a:lnTo>
                  <a:pt x="3" y="65"/>
                </a:lnTo>
                <a:lnTo>
                  <a:pt x="7" y="65"/>
                </a:lnTo>
                <a:lnTo>
                  <a:pt x="9" y="66"/>
                </a:lnTo>
                <a:lnTo>
                  <a:pt x="11" y="66"/>
                </a:lnTo>
                <a:lnTo>
                  <a:pt x="15" y="66"/>
                </a:lnTo>
                <a:lnTo>
                  <a:pt x="18" y="67"/>
                </a:lnTo>
                <a:lnTo>
                  <a:pt x="19" y="67"/>
                </a:lnTo>
                <a:lnTo>
                  <a:pt x="22" y="66"/>
                </a:lnTo>
                <a:lnTo>
                  <a:pt x="27" y="65"/>
                </a:lnTo>
                <a:lnTo>
                  <a:pt x="34" y="63"/>
                </a:lnTo>
                <a:lnTo>
                  <a:pt x="40" y="62"/>
                </a:lnTo>
                <a:lnTo>
                  <a:pt x="45" y="61"/>
                </a:lnTo>
                <a:lnTo>
                  <a:pt x="48" y="60"/>
                </a:lnTo>
                <a:lnTo>
                  <a:pt x="54" y="56"/>
                </a:lnTo>
                <a:lnTo>
                  <a:pt x="63" y="48"/>
                </a:lnTo>
                <a:lnTo>
                  <a:pt x="72" y="40"/>
                </a:lnTo>
                <a:lnTo>
                  <a:pt x="78" y="34"/>
                </a:lnTo>
                <a:lnTo>
                  <a:pt x="83" y="30"/>
                </a:lnTo>
                <a:lnTo>
                  <a:pt x="91" y="25"/>
                </a:lnTo>
                <a:lnTo>
                  <a:pt x="95" y="22"/>
                </a:lnTo>
                <a:lnTo>
                  <a:pt x="97" y="20"/>
                </a:lnTo>
                <a:lnTo>
                  <a:pt x="98" y="18"/>
                </a:lnTo>
                <a:lnTo>
                  <a:pt x="98" y="18"/>
                </a:lnTo>
                <a:lnTo>
                  <a:pt x="98" y="18"/>
                </a:lnTo>
                <a:lnTo>
                  <a:pt x="98" y="17"/>
                </a:lnTo>
                <a:lnTo>
                  <a:pt x="95" y="17"/>
                </a:lnTo>
                <a:lnTo>
                  <a:pt x="92" y="17"/>
                </a:lnTo>
                <a:lnTo>
                  <a:pt x="89" y="18"/>
                </a:lnTo>
                <a:lnTo>
                  <a:pt x="85" y="18"/>
                </a:lnTo>
                <a:lnTo>
                  <a:pt x="77" y="21"/>
                </a:lnTo>
                <a:lnTo>
                  <a:pt x="71" y="22"/>
                </a:lnTo>
                <a:lnTo>
                  <a:pt x="70" y="23"/>
                </a:lnTo>
                <a:lnTo>
                  <a:pt x="68" y="25"/>
                </a:lnTo>
                <a:lnTo>
                  <a:pt x="67" y="25"/>
                </a:lnTo>
                <a:lnTo>
                  <a:pt x="65" y="25"/>
                </a:lnTo>
                <a:lnTo>
                  <a:pt x="63" y="25"/>
                </a:lnTo>
                <a:lnTo>
                  <a:pt x="61" y="24"/>
                </a:lnTo>
                <a:lnTo>
                  <a:pt x="59" y="23"/>
                </a:lnTo>
                <a:lnTo>
                  <a:pt x="58" y="22"/>
                </a:lnTo>
                <a:lnTo>
                  <a:pt x="56" y="21"/>
                </a:lnTo>
                <a:lnTo>
                  <a:pt x="55" y="18"/>
                </a:lnTo>
                <a:lnTo>
                  <a:pt x="54" y="16"/>
                </a:lnTo>
                <a:lnTo>
                  <a:pt x="52" y="12"/>
                </a:lnTo>
                <a:lnTo>
                  <a:pt x="51" y="10"/>
                </a:lnTo>
                <a:lnTo>
                  <a:pt x="51" y="8"/>
                </a:lnTo>
                <a:lnTo>
                  <a:pt x="51" y="6"/>
                </a:lnTo>
                <a:lnTo>
                  <a:pt x="51" y="5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480" rIns="90000" bIns="-6480" anchor="ctr">
            <a:noAutofit/>
          </a:bodyPr>
          <a:lstStyle/>
          <a:p>
            <a:endParaRPr/>
          </a:p>
        </p:txBody>
      </p:sp>
      <p:sp>
        <p:nvSpPr>
          <p:cNvPr id="546" name="ísļidê">
            <a:extLst>
              <a:ext uri="{FF2B5EF4-FFF2-40B4-BE49-F238E27FC236}">
                <a16:creationId xmlns:a16="http://schemas.microsoft.com/office/drawing/2014/main" id="{49A3844C-713E-47E4-8946-A07645EE552E}"/>
              </a:ext>
            </a:extLst>
          </p:cNvPr>
          <p:cNvSpPr>
            <a:spLocks noGrp="1"/>
          </p:cNvSpPr>
          <p:nvPr/>
        </p:nvSpPr>
        <p:spPr>
          <a:xfrm>
            <a:off x="1063440" y="623880"/>
            <a:ext cx="11160" cy="22680"/>
          </a:xfrm>
          <a:custGeom>
            <a:avLst/>
            <a:gdLst>
              <a:gd name="textAreaLeft" fmla="*/ 0 w 11160"/>
              <a:gd name="textAreaRight" fmla="*/ 11520 w 11160"/>
              <a:gd name="textAreaTop" fmla="*/ 0 h 22680"/>
              <a:gd name="textAreaBottom" fmla="*/ 23040 h 22680"/>
              <a:gd name="GluePoint1X" fmla="*/ 16 w 26"/>
              <a:gd name="GluePoint1Y" fmla="*/ 0 h 53"/>
              <a:gd name="GluePoint2X" fmla="*/ 15 w 26"/>
              <a:gd name="GluePoint2Y" fmla="*/ 3 h 53"/>
              <a:gd name="GluePoint3X" fmla="*/ 14 w 26"/>
              <a:gd name="GluePoint3Y" fmla="*/ 9 h 53"/>
              <a:gd name="GluePoint4X" fmla="*/ 14 w 26"/>
              <a:gd name="GluePoint4Y" fmla="*/ 15 h 53"/>
              <a:gd name="GluePoint5X" fmla="*/ 14 w 26"/>
              <a:gd name="GluePoint5Y" fmla="*/ 20 h 53"/>
              <a:gd name="GluePoint6X" fmla="*/ 16 w 26"/>
              <a:gd name="GluePoint6Y" fmla="*/ 28 h 53"/>
              <a:gd name="GluePoint7X" fmla="*/ 17 w 26"/>
              <a:gd name="GluePoint7Y" fmla="*/ 32 h 53"/>
              <a:gd name="GluePoint8X" fmla="*/ 18 w 26"/>
              <a:gd name="GluePoint8Y" fmla="*/ 37 h 53"/>
              <a:gd name="GluePoint9X" fmla="*/ 20 w 26"/>
              <a:gd name="GluePoint9Y" fmla="*/ 41 h 53"/>
              <a:gd name="GluePoint10X" fmla="*/ 22 w 26"/>
              <a:gd name="GluePoint10Y" fmla="*/ 45 h 53"/>
              <a:gd name="GluePoint11X" fmla="*/ 24 w 26"/>
              <a:gd name="GluePoint11Y" fmla="*/ 48 h 53"/>
              <a:gd name="GluePoint12X" fmla="*/ 25 w 26"/>
              <a:gd name="GluePoint12Y" fmla="*/ 50 h 53"/>
              <a:gd name="GluePoint13X" fmla="*/ 26 w 26"/>
              <a:gd name="GluePoint13Y" fmla="*/ 52 h 53"/>
              <a:gd name="GluePoint14X" fmla="*/ 25 w 26"/>
              <a:gd name="GluePoint14Y" fmla="*/ 52 h 53"/>
              <a:gd name="GluePoint15X" fmla="*/ 25 w 26"/>
              <a:gd name="GluePoint15Y" fmla="*/ 53 h 53"/>
              <a:gd name="GluePoint16X" fmla="*/ 23 w 26"/>
              <a:gd name="GluePoint16Y" fmla="*/ 53 h 53"/>
              <a:gd name="GluePoint17X" fmla="*/ 22 w 26"/>
              <a:gd name="GluePoint17Y" fmla="*/ 52 h 53"/>
              <a:gd name="GluePoint18X" fmla="*/ 17 w 26"/>
              <a:gd name="GluePoint18Y" fmla="*/ 48 h 53"/>
              <a:gd name="GluePoint19X" fmla="*/ 12 w 26"/>
              <a:gd name="GluePoint19Y" fmla="*/ 44 h 53"/>
              <a:gd name="GluePoint20X" fmla="*/ 9 w 26"/>
              <a:gd name="GluePoint20Y" fmla="*/ 42 h 53"/>
              <a:gd name="GluePoint21X" fmla="*/ 6 w 26"/>
              <a:gd name="GluePoint21Y" fmla="*/ 40 h 53"/>
              <a:gd name="GluePoint22X" fmla="*/ 3 w 26"/>
              <a:gd name="GluePoint22Y" fmla="*/ 40 h 53"/>
              <a:gd name="GluePoint23X" fmla="*/ 2 w 26"/>
              <a:gd name="GluePoint23Y" fmla="*/ 38 h 53"/>
              <a:gd name="GluePoint24X" fmla="*/ 1 w 26"/>
              <a:gd name="GluePoint24Y" fmla="*/ 37 h 53"/>
              <a:gd name="GluePoint25X" fmla="*/ 0 w 26"/>
              <a:gd name="GluePoint25Y" fmla="*/ 36 h 53"/>
              <a:gd name="GluePoint26X" fmla="*/ 0 w 26"/>
              <a:gd name="GluePoint26Y" fmla="*/ 36 h 53"/>
              <a:gd name="GluePoint27X" fmla="*/ 0 w 26"/>
              <a:gd name="GluePoint27Y" fmla="*/ 34 h 53"/>
              <a:gd name="GluePoint28X" fmla="*/ 0 w 26"/>
              <a:gd name="GluePoint28Y" fmla="*/ 30 h 53"/>
              <a:gd name="GluePoint29X" fmla="*/ 0 w 26"/>
              <a:gd name="GluePoint29Y" fmla="*/ 24 h 53"/>
              <a:gd name="GluePoint30X" fmla="*/ 1 w 26"/>
              <a:gd name="GluePoint30Y" fmla="*/ 21 h 53"/>
              <a:gd name="GluePoint31X" fmla="*/ 2 w 26"/>
              <a:gd name="GluePoint31Y" fmla="*/ 19 h 53"/>
              <a:gd name="GluePoint32X" fmla="*/ 2 w 26"/>
              <a:gd name="GluePoint32Y" fmla="*/ 16 h 53"/>
              <a:gd name="GluePoint33X" fmla="*/ 3 w 26"/>
              <a:gd name="GluePoint33Y" fmla="*/ 15 h 53"/>
              <a:gd name="GluePoint34X" fmla="*/ 4 w 26"/>
              <a:gd name="GluePoint34Y" fmla="*/ 12 h 53"/>
              <a:gd name="GluePoint35X" fmla="*/ 5 w 26"/>
              <a:gd name="GluePoint35Y" fmla="*/ 9 h 53"/>
              <a:gd name="GluePoint36X" fmla="*/ 5 w 26"/>
              <a:gd name="GluePoint36Y" fmla="*/ 6 h 53"/>
              <a:gd name="GluePoint37X" fmla="*/ 6 w 26"/>
              <a:gd name="GluePoint37Y" fmla="*/ 4 h 53"/>
              <a:gd name="GluePoint38X" fmla="*/ 6 w 26"/>
              <a:gd name="GluePoint38Y" fmla="*/ 3 h 53"/>
              <a:gd name="GluePoint39X" fmla="*/ 6 w 26"/>
              <a:gd name="GluePoint39Y" fmla="*/ 2 h 53"/>
              <a:gd name="GluePoint40X" fmla="*/ 7 w 26"/>
              <a:gd name="GluePoint40Y" fmla="*/ 1 h 53"/>
              <a:gd name="GluePoint41X" fmla="*/ 8 w 26"/>
              <a:gd name="GluePoint41Y" fmla="*/ 0 h 53"/>
              <a:gd name="GluePoint42X" fmla="*/ 13 w 26"/>
              <a:gd name="GluePoint42Y" fmla="*/ 0 h 53"/>
              <a:gd name="GluePoint43X" fmla="*/ 16 w 26"/>
              <a:gd name="GluePoint43Y" fmla="*/ 0 h 53"/>
            </a:gdLst>
            <a:ahLst/>
            <a:cxnLst/>
            <a:rect l="textAreaLeft" t="textAreaTop" r="textAreaRight" b="textAreaBottom"/>
            <a:pathLst>
              <a:path w="26" h="53">
                <a:moveTo>
                  <a:pt x="16" y="0"/>
                </a:moveTo>
                <a:lnTo>
                  <a:pt x="15" y="3"/>
                </a:lnTo>
                <a:lnTo>
                  <a:pt x="14" y="9"/>
                </a:lnTo>
                <a:lnTo>
                  <a:pt x="14" y="15"/>
                </a:lnTo>
                <a:lnTo>
                  <a:pt x="14" y="20"/>
                </a:lnTo>
                <a:lnTo>
                  <a:pt x="16" y="28"/>
                </a:lnTo>
                <a:lnTo>
                  <a:pt x="17" y="32"/>
                </a:lnTo>
                <a:lnTo>
                  <a:pt x="18" y="37"/>
                </a:lnTo>
                <a:lnTo>
                  <a:pt x="20" y="41"/>
                </a:lnTo>
                <a:lnTo>
                  <a:pt x="22" y="45"/>
                </a:lnTo>
                <a:lnTo>
                  <a:pt x="24" y="48"/>
                </a:lnTo>
                <a:lnTo>
                  <a:pt x="25" y="50"/>
                </a:lnTo>
                <a:lnTo>
                  <a:pt x="26" y="52"/>
                </a:lnTo>
                <a:lnTo>
                  <a:pt x="25" y="52"/>
                </a:lnTo>
                <a:lnTo>
                  <a:pt x="25" y="53"/>
                </a:lnTo>
                <a:lnTo>
                  <a:pt x="23" y="53"/>
                </a:lnTo>
                <a:lnTo>
                  <a:pt x="22" y="52"/>
                </a:lnTo>
                <a:lnTo>
                  <a:pt x="17" y="48"/>
                </a:lnTo>
                <a:lnTo>
                  <a:pt x="12" y="44"/>
                </a:lnTo>
                <a:lnTo>
                  <a:pt x="9" y="42"/>
                </a:lnTo>
                <a:lnTo>
                  <a:pt x="6" y="40"/>
                </a:lnTo>
                <a:lnTo>
                  <a:pt x="3" y="40"/>
                </a:lnTo>
                <a:lnTo>
                  <a:pt x="2" y="38"/>
                </a:lnTo>
                <a:lnTo>
                  <a:pt x="1" y="37"/>
                </a:lnTo>
                <a:lnTo>
                  <a:pt x="0" y="36"/>
                </a:lnTo>
                <a:lnTo>
                  <a:pt x="0" y="36"/>
                </a:lnTo>
                <a:lnTo>
                  <a:pt x="0" y="34"/>
                </a:lnTo>
                <a:lnTo>
                  <a:pt x="0" y="30"/>
                </a:lnTo>
                <a:lnTo>
                  <a:pt x="0" y="24"/>
                </a:lnTo>
                <a:lnTo>
                  <a:pt x="1" y="21"/>
                </a:lnTo>
                <a:lnTo>
                  <a:pt x="2" y="19"/>
                </a:lnTo>
                <a:lnTo>
                  <a:pt x="2" y="16"/>
                </a:lnTo>
                <a:lnTo>
                  <a:pt x="3" y="15"/>
                </a:lnTo>
                <a:lnTo>
                  <a:pt x="4" y="12"/>
                </a:lnTo>
                <a:lnTo>
                  <a:pt x="5" y="9"/>
                </a:lnTo>
                <a:lnTo>
                  <a:pt x="5" y="6"/>
                </a:lnTo>
                <a:lnTo>
                  <a:pt x="6" y="4"/>
                </a:lnTo>
                <a:lnTo>
                  <a:pt x="6" y="3"/>
                </a:lnTo>
                <a:lnTo>
                  <a:pt x="6" y="2"/>
                </a:lnTo>
                <a:lnTo>
                  <a:pt x="7" y="1"/>
                </a:lnTo>
                <a:lnTo>
                  <a:pt x="8" y="0"/>
                </a:lnTo>
                <a:lnTo>
                  <a:pt x="13" y="0"/>
                </a:lnTo>
                <a:lnTo>
                  <a:pt x="16" y="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1960" rIns="90000" bIns="-21960" anchor="ctr">
            <a:noAutofit/>
          </a:bodyPr>
          <a:lstStyle/>
          <a:p>
            <a:endParaRPr/>
          </a:p>
        </p:txBody>
      </p:sp>
      <p:sp>
        <p:nvSpPr>
          <p:cNvPr id="547" name="işľíḋe">
            <a:extLst>
              <a:ext uri="{FF2B5EF4-FFF2-40B4-BE49-F238E27FC236}">
                <a16:creationId xmlns:a16="http://schemas.microsoft.com/office/drawing/2014/main" id="{DAD94A88-159A-4330-AFF1-831643D91184}"/>
              </a:ext>
            </a:extLst>
          </p:cNvPr>
          <p:cNvSpPr>
            <a:spLocks noGrp="1"/>
          </p:cNvSpPr>
          <p:nvPr/>
        </p:nvSpPr>
        <p:spPr>
          <a:xfrm>
            <a:off x="1025640" y="598320"/>
            <a:ext cx="60480" cy="30240"/>
          </a:xfrm>
          <a:custGeom>
            <a:avLst/>
            <a:gdLst>
              <a:gd name="textAreaLeft" fmla="*/ 0 w 60480"/>
              <a:gd name="textAreaRight" fmla="*/ 60840 w 60480"/>
              <a:gd name="textAreaTop" fmla="*/ 0 h 30240"/>
              <a:gd name="textAreaBottom" fmla="*/ 30600 h 30240"/>
              <a:gd name="GluePoint1X" fmla="*/ 121 w 139"/>
              <a:gd name="GluePoint1Y" fmla="*/ 7 h 70"/>
              <a:gd name="GluePoint2X" fmla="*/ 121 w 139"/>
              <a:gd name="GluePoint2Y" fmla="*/ 4 h 70"/>
              <a:gd name="GluePoint3X" fmla="*/ 124 w 139"/>
              <a:gd name="GluePoint3Y" fmla="*/ 2 h 70"/>
              <a:gd name="GluePoint4X" fmla="*/ 130 w 139"/>
              <a:gd name="GluePoint4Y" fmla="*/ 0 h 70"/>
              <a:gd name="GluePoint5X" fmla="*/ 134 w 139"/>
              <a:gd name="GluePoint5Y" fmla="*/ 4 h 70"/>
              <a:gd name="GluePoint6X" fmla="*/ 139 w 139"/>
              <a:gd name="GluePoint6Y" fmla="*/ 12 h 70"/>
              <a:gd name="GluePoint7X" fmla="*/ 137 w 139"/>
              <a:gd name="GluePoint7Y" fmla="*/ 18 h 70"/>
              <a:gd name="GluePoint8X" fmla="*/ 125 w 139"/>
              <a:gd name="GluePoint8Y" fmla="*/ 31 h 70"/>
              <a:gd name="GluePoint9X" fmla="*/ 122 w 139"/>
              <a:gd name="GluePoint9Y" fmla="*/ 37 h 70"/>
              <a:gd name="GluePoint10X" fmla="*/ 124 w 139"/>
              <a:gd name="GluePoint10Y" fmla="*/ 38 h 70"/>
              <a:gd name="GluePoint11X" fmla="*/ 124 w 139"/>
              <a:gd name="GluePoint11Y" fmla="*/ 37 h 70"/>
              <a:gd name="GluePoint12X" fmla="*/ 129 w 139"/>
              <a:gd name="GluePoint12Y" fmla="*/ 37 h 70"/>
              <a:gd name="GluePoint13X" fmla="*/ 133 w 139"/>
              <a:gd name="GluePoint13Y" fmla="*/ 38 h 70"/>
              <a:gd name="GluePoint14X" fmla="*/ 135 w 139"/>
              <a:gd name="GluePoint14Y" fmla="*/ 41 h 70"/>
              <a:gd name="GluePoint15X" fmla="*/ 133 w 139"/>
              <a:gd name="GluePoint15Y" fmla="*/ 46 h 70"/>
              <a:gd name="GluePoint16X" fmla="*/ 129 w 139"/>
              <a:gd name="GluePoint16Y" fmla="*/ 50 h 70"/>
              <a:gd name="GluePoint17X" fmla="*/ 127 w 139"/>
              <a:gd name="GluePoint17Y" fmla="*/ 50 h 70"/>
              <a:gd name="GluePoint18X" fmla="*/ 119 w 139"/>
              <a:gd name="GluePoint18Y" fmla="*/ 45 h 70"/>
              <a:gd name="GluePoint19X" fmla="*/ 113 w 139"/>
              <a:gd name="GluePoint19Y" fmla="*/ 45 h 70"/>
              <a:gd name="GluePoint20X" fmla="*/ 99 w 139"/>
              <a:gd name="GluePoint20Y" fmla="*/ 53 h 70"/>
              <a:gd name="GluePoint21X" fmla="*/ 84 w 139"/>
              <a:gd name="GluePoint21Y" fmla="*/ 61 h 70"/>
              <a:gd name="GluePoint22X" fmla="*/ 70 w 139"/>
              <a:gd name="GluePoint22Y" fmla="*/ 66 h 70"/>
              <a:gd name="GluePoint23X" fmla="*/ 47 w 139"/>
              <a:gd name="GluePoint23Y" fmla="*/ 69 h 70"/>
              <a:gd name="GluePoint24X" fmla="*/ 31 w 139"/>
              <a:gd name="GluePoint24Y" fmla="*/ 69 h 70"/>
              <a:gd name="GluePoint25X" fmla="*/ 14 w 139"/>
              <a:gd name="GluePoint25Y" fmla="*/ 69 h 70"/>
              <a:gd name="GluePoint26X" fmla="*/ 0 w 139"/>
              <a:gd name="GluePoint26Y" fmla="*/ 67 h 70"/>
              <a:gd name="GluePoint27X" fmla="*/ 0 w 139"/>
              <a:gd name="GluePoint27Y" fmla="*/ 66 h 70"/>
              <a:gd name="GluePoint28X" fmla="*/ 4 w 139"/>
              <a:gd name="GluePoint28Y" fmla="*/ 64 h 70"/>
              <a:gd name="GluePoint29X" fmla="*/ 16 w 139"/>
              <a:gd name="GluePoint29Y" fmla="*/ 62 h 70"/>
              <a:gd name="GluePoint30X" fmla="*/ 37 w 139"/>
              <a:gd name="GluePoint30Y" fmla="*/ 59 h 70"/>
              <a:gd name="GluePoint31X" fmla="*/ 49 w 139"/>
              <a:gd name="GluePoint31Y" fmla="*/ 58 h 70"/>
              <a:gd name="GluePoint32X" fmla="*/ 65 w 139"/>
              <a:gd name="GluePoint32Y" fmla="*/ 54 h 70"/>
              <a:gd name="GluePoint33X" fmla="*/ 83 w 139"/>
              <a:gd name="GluePoint33Y" fmla="*/ 49 h 70"/>
              <a:gd name="GluePoint34X" fmla="*/ 87 w 139"/>
              <a:gd name="GluePoint34Y" fmla="*/ 47 h 70"/>
              <a:gd name="GluePoint35X" fmla="*/ 89 w 139"/>
              <a:gd name="GluePoint35Y" fmla="*/ 43 h 70"/>
              <a:gd name="GluePoint36X" fmla="*/ 87 w 139"/>
              <a:gd name="GluePoint36Y" fmla="*/ 42 h 70"/>
              <a:gd name="GluePoint37X" fmla="*/ 75 w 139"/>
              <a:gd name="GluePoint37Y" fmla="*/ 43 h 70"/>
              <a:gd name="GluePoint38X" fmla="*/ 68 w 139"/>
              <a:gd name="GluePoint38Y" fmla="*/ 40 h 70"/>
              <a:gd name="GluePoint39X" fmla="*/ 65 w 139"/>
              <a:gd name="GluePoint39Y" fmla="*/ 35 h 70"/>
              <a:gd name="GluePoint40X" fmla="*/ 65 w 139"/>
              <a:gd name="GluePoint40Y" fmla="*/ 32 h 70"/>
              <a:gd name="GluePoint41X" fmla="*/ 67 w 139"/>
              <a:gd name="GluePoint41Y" fmla="*/ 29 h 70"/>
              <a:gd name="GluePoint42X" fmla="*/ 78 w 139"/>
              <a:gd name="GluePoint42Y" fmla="*/ 30 h 70"/>
              <a:gd name="GluePoint43X" fmla="*/ 94 w 139"/>
              <a:gd name="GluePoint43Y" fmla="*/ 32 h 70"/>
              <a:gd name="GluePoint44X" fmla="*/ 103 w 139"/>
              <a:gd name="GluePoint44Y" fmla="*/ 33 h 70"/>
              <a:gd name="GluePoint45X" fmla="*/ 106 w 139"/>
              <a:gd name="GluePoint45Y" fmla="*/ 31 h 70"/>
              <a:gd name="GluePoint46X" fmla="*/ 118 w 139"/>
              <a:gd name="GluePoint46Y" fmla="*/ 14 h 70"/>
            </a:gdLst>
            <a:ahLst/>
            <a:cxnLst/>
            <a:rect l="textAreaLeft" t="textAreaTop" r="textAreaRight" b="textAreaBottom"/>
            <a:pathLst>
              <a:path w="139" h="70">
                <a:moveTo>
                  <a:pt x="121" y="10"/>
                </a:moveTo>
                <a:lnTo>
                  <a:pt x="121" y="9"/>
                </a:lnTo>
                <a:lnTo>
                  <a:pt x="121" y="7"/>
                </a:lnTo>
                <a:lnTo>
                  <a:pt x="121" y="6"/>
                </a:lnTo>
                <a:lnTo>
                  <a:pt x="121" y="5"/>
                </a:lnTo>
                <a:lnTo>
                  <a:pt x="121" y="4"/>
                </a:lnTo>
                <a:lnTo>
                  <a:pt x="122" y="3"/>
                </a:lnTo>
                <a:lnTo>
                  <a:pt x="122" y="2"/>
                </a:lnTo>
                <a:lnTo>
                  <a:pt x="124" y="2"/>
                </a:lnTo>
                <a:lnTo>
                  <a:pt x="125" y="2"/>
                </a:lnTo>
                <a:lnTo>
                  <a:pt x="128" y="1"/>
                </a:lnTo>
                <a:lnTo>
                  <a:pt x="130" y="0"/>
                </a:lnTo>
                <a:lnTo>
                  <a:pt x="131" y="1"/>
                </a:lnTo>
                <a:lnTo>
                  <a:pt x="133" y="2"/>
                </a:lnTo>
                <a:lnTo>
                  <a:pt x="134" y="4"/>
                </a:lnTo>
                <a:lnTo>
                  <a:pt x="137" y="7"/>
                </a:lnTo>
                <a:lnTo>
                  <a:pt x="138" y="10"/>
                </a:lnTo>
                <a:lnTo>
                  <a:pt x="139" y="12"/>
                </a:lnTo>
                <a:lnTo>
                  <a:pt x="139" y="14"/>
                </a:lnTo>
                <a:lnTo>
                  <a:pt x="138" y="15"/>
                </a:lnTo>
                <a:lnTo>
                  <a:pt x="137" y="18"/>
                </a:lnTo>
                <a:lnTo>
                  <a:pt x="133" y="22"/>
                </a:lnTo>
                <a:lnTo>
                  <a:pt x="128" y="29"/>
                </a:lnTo>
                <a:lnTo>
                  <a:pt x="125" y="31"/>
                </a:lnTo>
                <a:lnTo>
                  <a:pt x="124" y="34"/>
                </a:lnTo>
                <a:lnTo>
                  <a:pt x="123" y="36"/>
                </a:lnTo>
                <a:lnTo>
                  <a:pt x="122" y="37"/>
                </a:lnTo>
                <a:lnTo>
                  <a:pt x="123" y="38"/>
                </a:lnTo>
                <a:lnTo>
                  <a:pt x="123" y="38"/>
                </a:lnTo>
                <a:lnTo>
                  <a:pt x="124" y="38"/>
                </a:lnTo>
                <a:lnTo>
                  <a:pt x="124" y="38"/>
                </a:lnTo>
                <a:lnTo>
                  <a:pt x="124" y="37"/>
                </a:lnTo>
                <a:lnTo>
                  <a:pt x="124" y="37"/>
                </a:lnTo>
                <a:lnTo>
                  <a:pt x="125" y="37"/>
                </a:lnTo>
                <a:lnTo>
                  <a:pt x="125" y="37"/>
                </a:lnTo>
                <a:lnTo>
                  <a:pt x="129" y="37"/>
                </a:lnTo>
                <a:lnTo>
                  <a:pt x="131" y="38"/>
                </a:lnTo>
                <a:lnTo>
                  <a:pt x="133" y="38"/>
                </a:lnTo>
                <a:lnTo>
                  <a:pt x="133" y="38"/>
                </a:lnTo>
                <a:lnTo>
                  <a:pt x="134" y="38"/>
                </a:lnTo>
                <a:lnTo>
                  <a:pt x="135" y="38"/>
                </a:lnTo>
                <a:lnTo>
                  <a:pt x="135" y="41"/>
                </a:lnTo>
                <a:lnTo>
                  <a:pt x="135" y="42"/>
                </a:lnTo>
                <a:lnTo>
                  <a:pt x="134" y="45"/>
                </a:lnTo>
                <a:lnTo>
                  <a:pt x="133" y="46"/>
                </a:lnTo>
                <a:lnTo>
                  <a:pt x="132" y="48"/>
                </a:lnTo>
                <a:lnTo>
                  <a:pt x="130" y="49"/>
                </a:lnTo>
                <a:lnTo>
                  <a:pt x="129" y="50"/>
                </a:lnTo>
                <a:lnTo>
                  <a:pt x="129" y="50"/>
                </a:lnTo>
                <a:lnTo>
                  <a:pt x="128" y="50"/>
                </a:lnTo>
                <a:lnTo>
                  <a:pt x="127" y="50"/>
                </a:lnTo>
                <a:lnTo>
                  <a:pt x="125" y="48"/>
                </a:lnTo>
                <a:lnTo>
                  <a:pt x="121" y="46"/>
                </a:lnTo>
                <a:lnTo>
                  <a:pt x="119" y="45"/>
                </a:lnTo>
                <a:lnTo>
                  <a:pt x="117" y="45"/>
                </a:lnTo>
                <a:lnTo>
                  <a:pt x="115" y="45"/>
                </a:lnTo>
                <a:lnTo>
                  <a:pt x="113" y="45"/>
                </a:lnTo>
                <a:lnTo>
                  <a:pt x="109" y="48"/>
                </a:lnTo>
                <a:lnTo>
                  <a:pt x="104" y="51"/>
                </a:lnTo>
                <a:lnTo>
                  <a:pt x="99" y="53"/>
                </a:lnTo>
                <a:lnTo>
                  <a:pt x="95" y="54"/>
                </a:lnTo>
                <a:lnTo>
                  <a:pt x="89" y="58"/>
                </a:lnTo>
                <a:lnTo>
                  <a:pt x="84" y="61"/>
                </a:lnTo>
                <a:lnTo>
                  <a:pt x="78" y="63"/>
                </a:lnTo>
                <a:lnTo>
                  <a:pt x="75" y="64"/>
                </a:lnTo>
                <a:lnTo>
                  <a:pt x="70" y="66"/>
                </a:lnTo>
                <a:lnTo>
                  <a:pt x="62" y="66"/>
                </a:lnTo>
                <a:lnTo>
                  <a:pt x="53" y="68"/>
                </a:lnTo>
                <a:lnTo>
                  <a:pt x="47" y="69"/>
                </a:lnTo>
                <a:lnTo>
                  <a:pt x="41" y="70"/>
                </a:lnTo>
                <a:lnTo>
                  <a:pt x="36" y="70"/>
                </a:lnTo>
                <a:lnTo>
                  <a:pt x="31" y="69"/>
                </a:lnTo>
                <a:lnTo>
                  <a:pt x="27" y="69"/>
                </a:lnTo>
                <a:lnTo>
                  <a:pt x="21" y="69"/>
                </a:lnTo>
                <a:lnTo>
                  <a:pt x="14" y="69"/>
                </a:lnTo>
                <a:lnTo>
                  <a:pt x="7" y="68"/>
                </a:lnTo>
                <a:lnTo>
                  <a:pt x="0" y="67"/>
                </a:lnTo>
                <a:lnTo>
                  <a:pt x="0" y="67"/>
                </a:lnTo>
                <a:lnTo>
                  <a:pt x="0" y="67"/>
                </a:lnTo>
                <a:lnTo>
                  <a:pt x="0" y="66"/>
                </a:lnTo>
                <a:lnTo>
                  <a:pt x="0" y="66"/>
                </a:lnTo>
                <a:lnTo>
                  <a:pt x="1" y="65"/>
                </a:lnTo>
                <a:lnTo>
                  <a:pt x="2" y="64"/>
                </a:lnTo>
                <a:lnTo>
                  <a:pt x="4" y="64"/>
                </a:lnTo>
                <a:lnTo>
                  <a:pt x="6" y="63"/>
                </a:lnTo>
                <a:lnTo>
                  <a:pt x="9" y="63"/>
                </a:lnTo>
                <a:lnTo>
                  <a:pt x="16" y="62"/>
                </a:lnTo>
                <a:lnTo>
                  <a:pt x="23" y="61"/>
                </a:lnTo>
                <a:lnTo>
                  <a:pt x="31" y="60"/>
                </a:lnTo>
                <a:lnTo>
                  <a:pt x="37" y="59"/>
                </a:lnTo>
                <a:lnTo>
                  <a:pt x="43" y="59"/>
                </a:lnTo>
                <a:lnTo>
                  <a:pt x="46" y="59"/>
                </a:lnTo>
                <a:lnTo>
                  <a:pt x="49" y="58"/>
                </a:lnTo>
                <a:lnTo>
                  <a:pt x="52" y="58"/>
                </a:lnTo>
                <a:lnTo>
                  <a:pt x="54" y="58"/>
                </a:lnTo>
                <a:lnTo>
                  <a:pt x="65" y="54"/>
                </a:lnTo>
                <a:lnTo>
                  <a:pt x="75" y="51"/>
                </a:lnTo>
                <a:lnTo>
                  <a:pt x="80" y="50"/>
                </a:lnTo>
                <a:lnTo>
                  <a:pt x="83" y="49"/>
                </a:lnTo>
                <a:lnTo>
                  <a:pt x="85" y="49"/>
                </a:lnTo>
                <a:lnTo>
                  <a:pt x="86" y="47"/>
                </a:lnTo>
                <a:lnTo>
                  <a:pt x="87" y="47"/>
                </a:lnTo>
                <a:lnTo>
                  <a:pt x="88" y="46"/>
                </a:lnTo>
                <a:lnTo>
                  <a:pt x="89" y="44"/>
                </a:lnTo>
                <a:lnTo>
                  <a:pt x="89" y="43"/>
                </a:lnTo>
                <a:lnTo>
                  <a:pt x="89" y="42"/>
                </a:lnTo>
                <a:lnTo>
                  <a:pt x="89" y="42"/>
                </a:lnTo>
                <a:lnTo>
                  <a:pt x="87" y="42"/>
                </a:lnTo>
                <a:lnTo>
                  <a:pt x="84" y="43"/>
                </a:lnTo>
                <a:lnTo>
                  <a:pt x="80" y="43"/>
                </a:lnTo>
                <a:lnTo>
                  <a:pt x="75" y="43"/>
                </a:lnTo>
                <a:lnTo>
                  <a:pt x="72" y="42"/>
                </a:lnTo>
                <a:lnTo>
                  <a:pt x="70" y="42"/>
                </a:lnTo>
                <a:lnTo>
                  <a:pt x="68" y="40"/>
                </a:lnTo>
                <a:lnTo>
                  <a:pt x="65" y="38"/>
                </a:lnTo>
                <a:lnTo>
                  <a:pt x="65" y="36"/>
                </a:lnTo>
                <a:lnTo>
                  <a:pt x="65" y="35"/>
                </a:lnTo>
                <a:lnTo>
                  <a:pt x="65" y="34"/>
                </a:lnTo>
                <a:lnTo>
                  <a:pt x="65" y="33"/>
                </a:lnTo>
                <a:lnTo>
                  <a:pt x="65" y="32"/>
                </a:lnTo>
                <a:lnTo>
                  <a:pt x="65" y="30"/>
                </a:lnTo>
                <a:lnTo>
                  <a:pt x="66" y="30"/>
                </a:lnTo>
                <a:lnTo>
                  <a:pt x="67" y="29"/>
                </a:lnTo>
                <a:lnTo>
                  <a:pt x="70" y="29"/>
                </a:lnTo>
                <a:lnTo>
                  <a:pt x="73" y="30"/>
                </a:lnTo>
                <a:lnTo>
                  <a:pt x="78" y="30"/>
                </a:lnTo>
                <a:lnTo>
                  <a:pt x="85" y="31"/>
                </a:lnTo>
                <a:lnTo>
                  <a:pt x="90" y="32"/>
                </a:lnTo>
                <a:lnTo>
                  <a:pt x="94" y="32"/>
                </a:lnTo>
                <a:lnTo>
                  <a:pt x="97" y="33"/>
                </a:lnTo>
                <a:lnTo>
                  <a:pt x="101" y="33"/>
                </a:lnTo>
                <a:lnTo>
                  <a:pt x="103" y="33"/>
                </a:lnTo>
                <a:lnTo>
                  <a:pt x="105" y="32"/>
                </a:lnTo>
                <a:lnTo>
                  <a:pt x="105" y="32"/>
                </a:lnTo>
                <a:lnTo>
                  <a:pt x="106" y="31"/>
                </a:lnTo>
                <a:lnTo>
                  <a:pt x="109" y="28"/>
                </a:lnTo>
                <a:lnTo>
                  <a:pt x="114" y="21"/>
                </a:lnTo>
                <a:lnTo>
                  <a:pt x="118" y="14"/>
                </a:lnTo>
                <a:lnTo>
                  <a:pt x="121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0" rIns="90000" bIns="-14400" anchor="ctr">
            <a:noAutofit/>
          </a:bodyPr>
          <a:lstStyle/>
          <a:p>
            <a:endParaRPr/>
          </a:p>
        </p:txBody>
      </p:sp>
      <p:sp>
        <p:nvSpPr>
          <p:cNvPr id="548" name="isḷiḑé">
            <a:extLst>
              <a:ext uri="{FF2B5EF4-FFF2-40B4-BE49-F238E27FC236}">
                <a16:creationId xmlns:a16="http://schemas.microsoft.com/office/drawing/2014/main" id="{33B396B6-6495-44C1-8EBF-617F25F0C53B}"/>
              </a:ext>
            </a:extLst>
          </p:cNvPr>
          <p:cNvSpPr>
            <a:spLocks noGrp="1"/>
          </p:cNvSpPr>
          <p:nvPr/>
        </p:nvSpPr>
        <p:spPr>
          <a:xfrm>
            <a:off x="1081800" y="672840"/>
            <a:ext cx="67680" cy="37800"/>
          </a:xfrm>
          <a:custGeom>
            <a:avLst/>
            <a:gdLst>
              <a:gd name="textAreaLeft" fmla="*/ 0 w 67680"/>
              <a:gd name="textAreaRight" fmla="*/ 68040 w 67680"/>
              <a:gd name="textAreaTop" fmla="*/ 0 h 37800"/>
              <a:gd name="textAreaBottom" fmla="*/ 38160 h 37800"/>
              <a:gd name="GluePoint1X" fmla="*/ 107 w 156"/>
              <a:gd name="GluePoint1Y" fmla="*/ 43 h 87"/>
              <a:gd name="GluePoint2X" fmla="*/ 105 w 156"/>
              <a:gd name="GluePoint2Y" fmla="*/ 49 h 87"/>
              <a:gd name="GluePoint3X" fmla="*/ 101 w 156"/>
              <a:gd name="GluePoint3Y" fmla="*/ 28 h 87"/>
              <a:gd name="GluePoint4X" fmla="*/ 109 w 156"/>
              <a:gd name="GluePoint4Y" fmla="*/ 32 h 87"/>
              <a:gd name="GluePoint5X" fmla="*/ 104 w 156"/>
              <a:gd name="GluePoint5Y" fmla="*/ 35 h 87"/>
              <a:gd name="GluePoint6X" fmla="*/ 98 w 156"/>
              <a:gd name="GluePoint6Y" fmla="*/ 18 h 87"/>
              <a:gd name="GluePoint7X" fmla="*/ 105 w 156"/>
              <a:gd name="GluePoint7Y" fmla="*/ 20 h 87"/>
              <a:gd name="GluePoint8X" fmla="*/ 99 w 156"/>
              <a:gd name="GluePoint8Y" fmla="*/ 22 h 87"/>
              <a:gd name="GluePoint9X" fmla="*/ 97 w 156"/>
              <a:gd name="GluePoint9Y" fmla="*/ 25 h 87"/>
              <a:gd name="GluePoint10X" fmla="*/ 89 w 156"/>
              <a:gd name="GluePoint10Y" fmla="*/ 28 h 87"/>
              <a:gd name="GluePoint11X" fmla="*/ 90 w 156"/>
              <a:gd name="GluePoint11Y" fmla="*/ 36 h 87"/>
              <a:gd name="GluePoint12X" fmla="*/ 80 w 156"/>
              <a:gd name="GluePoint12Y" fmla="*/ 37 h 87"/>
              <a:gd name="GluePoint13X" fmla="*/ 78 w 156"/>
              <a:gd name="GluePoint13Y" fmla="*/ 41 h 87"/>
              <a:gd name="GluePoint14X" fmla="*/ 93 w 156"/>
              <a:gd name="GluePoint14Y" fmla="*/ 48 h 87"/>
              <a:gd name="GluePoint15X" fmla="*/ 85 w 156"/>
              <a:gd name="GluePoint15Y" fmla="*/ 52 h 87"/>
              <a:gd name="GluePoint16X" fmla="*/ 95 w 156"/>
              <a:gd name="GluePoint16Y" fmla="*/ 53 h 87"/>
              <a:gd name="GluePoint17X" fmla="*/ 110 w 156"/>
              <a:gd name="GluePoint17Y" fmla="*/ 55 h 87"/>
              <a:gd name="GluePoint18X" fmla="*/ 119 w 156"/>
              <a:gd name="GluePoint18Y" fmla="*/ 49 h 87"/>
              <a:gd name="GluePoint19X" fmla="*/ 128 w 156"/>
              <a:gd name="GluePoint19Y" fmla="*/ 62 h 87"/>
              <a:gd name="GluePoint20X" fmla="*/ 92 w 156"/>
              <a:gd name="GluePoint20Y" fmla="*/ 59 h 87"/>
              <a:gd name="GluePoint21X" fmla="*/ 74 w 156"/>
              <a:gd name="GluePoint21Y" fmla="*/ 49 h 87"/>
              <a:gd name="GluePoint22X" fmla="*/ 53 w 156"/>
              <a:gd name="GluePoint22Y" fmla="*/ 33 h 87"/>
              <a:gd name="GluePoint23X" fmla="*/ 60 w 156"/>
              <a:gd name="GluePoint23Y" fmla="*/ 45 h 87"/>
              <a:gd name="GluePoint24X" fmla="*/ 73 w 156"/>
              <a:gd name="GluePoint24Y" fmla="*/ 61 h 87"/>
              <a:gd name="GluePoint25X" fmla="*/ 52 w 156"/>
              <a:gd name="GluePoint25Y" fmla="*/ 53 h 87"/>
              <a:gd name="GluePoint26X" fmla="*/ 32 w 156"/>
              <a:gd name="GluePoint26Y" fmla="*/ 45 h 87"/>
              <a:gd name="GluePoint27X" fmla="*/ 11 w 156"/>
              <a:gd name="GluePoint27Y" fmla="*/ 29 h 87"/>
              <a:gd name="GluePoint28X" fmla="*/ 9 w 156"/>
              <a:gd name="GluePoint28Y" fmla="*/ 41 h 87"/>
              <a:gd name="GluePoint29X" fmla="*/ 35 w 156"/>
              <a:gd name="GluePoint29Y" fmla="*/ 60 h 87"/>
              <a:gd name="GluePoint30X" fmla="*/ 25 w 156"/>
              <a:gd name="GluePoint30Y" fmla="*/ 69 h 87"/>
              <a:gd name="GluePoint31X" fmla="*/ 6 w 156"/>
              <a:gd name="GluePoint31Y" fmla="*/ 69 h 87"/>
              <a:gd name="GluePoint32X" fmla="*/ 0 w 156"/>
              <a:gd name="GluePoint32Y" fmla="*/ 66 h 87"/>
              <a:gd name="GluePoint33X" fmla="*/ 5 w 156"/>
              <a:gd name="GluePoint33Y" fmla="*/ 86 h 87"/>
              <a:gd name="GluePoint34X" fmla="*/ 37 w 156"/>
              <a:gd name="GluePoint34Y" fmla="*/ 73 h 87"/>
              <a:gd name="GluePoint35X" fmla="*/ 51 w 156"/>
              <a:gd name="GluePoint35Y" fmla="*/ 71 h 87"/>
              <a:gd name="GluePoint36X" fmla="*/ 44 w 156"/>
              <a:gd name="GluePoint36Y" fmla="*/ 75 h 87"/>
              <a:gd name="GluePoint37X" fmla="*/ 61 w 156"/>
              <a:gd name="GluePoint37Y" fmla="*/ 86 h 87"/>
              <a:gd name="GluePoint38X" fmla="*/ 64 w 156"/>
              <a:gd name="GluePoint38Y" fmla="*/ 72 h 87"/>
              <a:gd name="GluePoint39X" fmla="*/ 53 w 156"/>
              <a:gd name="GluePoint39Y" fmla="*/ 61 h 87"/>
              <a:gd name="GluePoint40X" fmla="*/ 75 w 156"/>
              <a:gd name="GluePoint40Y" fmla="*/ 67 h 87"/>
              <a:gd name="GluePoint41X" fmla="*/ 95 w 156"/>
              <a:gd name="GluePoint41Y" fmla="*/ 76 h 87"/>
              <a:gd name="GluePoint42X" fmla="*/ 94 w 156"/>
              <a:gd name="GluePoint42Y" fmla="*/ 65 h 87"/>
              <a:gd name="GluePoint43X" fmla="*/ 117 w 156"/>
              <a:gd name="GluePoint43Y" fmla="*/ 67 h 87"/>
              <a:gd name="GluePoint44X" fmla="*/ 143 w 156"/>
              <a:gd name="GluePoint44Y" fmla="*/ 67 h 87"/>
              <a:gd name="GluePoint45X" fmla="*/ 132 w 156"/>
              <a:gd name="GluePoint45Y" fmla="*/ 51 h 87"/>
              <a:gd name="GluePoint46X" fmla="*/ 118 w 156"/>
              <a:gd name="GluePoint46Y" fmla="*/ 41 h 87"/>
              <a:gd name="GluePoint47X" fmla="*/ 120 w 156"/>
              <a:gd name="GluePoint47Y" fmla="*/ 32 h 87"/>
              <a:gd name="GluePoint48X" fmla="*/ 145 w 156"/>
              <a:gd name="GluePoint48Y" fmla="*/ 39 h 87"/>
              <a:gd name="GluePoint49X" fmla="*/ 155 w 156"/>
              <a:gd name="GluePoint49Y" fmla="*/ 37 h 87"/>
              <a:gd name="GluePoint50X" fmla="*/ 150 w 156"/>
              <a:gd name="GluePoint50Y" fmla="*/ 23 h 87"/>
              <a:gd name="GluePoint51X" fmla="*/ 137 w 156"/>
              <a:gd name="GluePoint51Y" fmla="*/ 29 h 87"/>
              <a:gd name="GluePoint52X" fmla="*/ 112 w 156"/>
              <a:gd name="GluePoint52Y" fmla="*/ 21 h 87"/>
              <a:gd name="GluePoint53X" fmla="*/ 105 w 156"/>
              <a:gd name="GluePoint53Y" fmla="*/ 11 h 87"/>
              <a:gd name="GluePoint54X" fmla="*/ 105 w 156"/>
              <a:gd name="GluePoint54Y" fmla="*/ 1 h 87"/>
              <a:gd name="GluePoint55X" fmla="*/ 93 w 156"/>
              <a:gd name="GluePoint55Y" fmla="*/ 13 h 87"/>
              <a:gd name="GluePoint56X" fmla="*/ 78 w 156"/>
              <a:gd name="GluePoint56Y" fmla="*/ 24 h 87"/>
              <a:gd name="GluePoint57X" fmla="*/ 79 w 156"/>
              <a:gd name="GluePoint57Y" fmla="*/ 6 h 87"/>
              <a:gd name="GluePoint58X" fmla="*/ 68 w 156"/>
              <a:gd name="GluePoint58Y" fmla="*/ 22 h 87"/>
              <a:gd name="GluePoint59X" fmla="*/ 67 w 156"/>
              <a:gd name="GluePoint59Y" fmla="*/ 28 h 87"/>
            </a:gdLst>
            <a:ahLst/>
            <a:cxnLst/>
            <a:rect l="textAreaLeft" t="textAreaTop" r="textAreaRight" b="textAreaBottom"/>
            <a:pathLst>
              <a:path w="156" h="87">
                <a:moveTo>
                  <a:pt x="96" y="49"/>
                </a:moveTo>
                <a:lnTo>
                  <a:pt x="97" y="47"/>
                </a:lnTo>
                <a:lnTo>
                  <a:pt x="97" y="45"/>
                </a:lnTo>
                <a:lnTo>
                  <a:pt x="97" y="45"/>
                </a:lnTo>
                <a:lnTo>
                  <a:pt x="98" y="44"/>
                </a:lnTo>
                <a:lnTo>
                  <a:pt x="99" y="44"/>
                </a:lnTo>
                <a:lnTo>
                  <a:pt x="100" y="44"/>
                </a:lnTo>
                <a:lnTo>
                  <a:pt x="104" y="44"/>
                </a:lnTo>
                <a:lnTo>
                  <a:pt x="107" y="43"/>
                </a:lnTo>
                <a:lnTo>
                  <a:pt x="108" y="44"/>
                </a:lnTo>
                <a:lnTo>
                  <a:pt x="109" y="45"/>
                </a:lnTo>
                <a:lnTo>
                  <a:pt x="109" y="46"/>
                </a:lnTo>
                <a:lnTo>
                  <a:pt x="109" y="47"/>
                </a:lnTo>
                <a:lnTo>
                  <a:pt x="109" y="48"/>
                </a:lnTo>
                <a:lnTo>
                  <a:pt x="109" y="48"/>
                </a:lnTo>
                <a:lnTo>
                  <a:pt x="108" y="49"/>
                </a:lnTo>
                <a:lnTo>
                  <a:pt x="105" y="49"/>
                </a:lnTo>
                <a:lnTo>
                  <a:pt x="105" y="49"/>
                </a:lnTo>
                <a:lnTo>
                  <a:pt x="104" y="50"/>
                </a:lnTo>
                <a:lnTo>
                  <a:pt x="102" y="50"/>
                </a:lnTo>
                <a:lnTo>
                  <a:pt x="101" y="50"/>
                </a:lnTo>
                <a:lnTo>
                  <a:pt x="97" y="49"/>
                </a:lnTo>
                <a:lnTo>
                  <a:pt x="96" y="49"/>
                </a:lnTo>
                <a:lnTo>
                  <a:pt x="96" y="49"/>
                </a:lnTo>
                <a:close/>
                <a:moveTo>
                  <a:pt x="101" y="32"/>
                </a:moveTo>
                <a:lnTo>
                  <a:pt x="100" y="30"/>
                </a:lnTo>
                <a:lnTo>
                  <a:pt x="101" y="28"/>
                </a:lnTo>
                <a:lnTo>
                  <a:pt x="101" y="28"/>
                </a:lnTo>
                <a:lnTo>
                  <a:pt x="101" y="27"/>
                </a:lnTo>
                <a:lnTo>
                  <a:pt x="102" y="27"/>
                </a:lnTo>
                <a:lnTo>
                  <a:pt x="104" y="28"/>
                </a:lnTo>
                <a:lnTo>
                  <a:pt x="106" y="29"/>
                </a:lnTo>
                <a:lnTo>
                  <a:pt x="108" y="31"/>
                </a:lnTo>
                <a:lnTo>
                  <a:pt x="108" y="31"/>
                </a:lnTo>
                <a:lnTo>
                  <a:pt x="109" y="32"/>
                </a:lnTo>
                <a:lnTo>
                  <a:pt x="109" y="32"/>
                </a:lnTo>
                <a:lnTo>
                  <a:pt x="109" y="33"/>
                </a:lnTo>
                <a:lnTo>
                  <a:pt x="109" y="35"/>
                </a:lnTo>
                <a:lnTo>
                  <a:pt x="109" y="36"/>
                </a:lnTo>
                <a:lnTo>
                  <a:pt x="108" y="37"/>
                </a:lnTo>
                <a:lnTo>
                  <a:pt x="108" y="37"/>
                </a:lnTo>
                <a:lnTo>
                  <a:pt x="108" y="36"/>
                </a:lnTo>
                <a:lnTo>
                  <a:pt x="107" y="36"/>
                </a:lnTo>
                <a:lnTo>
                  <a:pt x="105" y="35"/>
                </a:lnTo>
                <a:lnTo>
                  <a:pt x="104" y="35"/>
                </a:lnTo>
                <a:lnTo>
                  <a:pt x="102" y="33"/>
                </a:lnTo>
                <a:lnTo>
                  <a:pt x="101" y="32"/>
                </a:lnTo>
                <a:lnTo>
                  <a:pt x="101" y="32"/>
                </a:lnTo>
                <a:close/>
                <a:moveTo>
                  <a:pt x="99" y="21"/>
                </a:moveTo>
                <a:lnTo>
                  <a:pt x="98" y="21"/>
                </a:lnTo>
                <a:lnTo>
                  <a:pt x="98" y="20"/>
                </a:lnTo>
                <a:lnTo>
                  <a:pt x="97" y="20"/>
                </a:lnTo>
                <a:lnTo>
                  <a:pt x="97" y="19"/>
                </a:lnTo>
                <a:lnTo>
                  <a:pt x="98" y="18"/>
                </a:lnTo>
                <a:lnTo>
                  <a:pt x="99" y="17"/>
                </a:lnTo>
                <a:lnTo>
                  <a:pt x="101" y="16"/>
                </a:lnTo>
                <a:lnTo>
                  <a:pt x="101" y="16"/>
                </a:lnTo>
                <a:lnTo>
                  <a:pt x="101" y="16"/>
                </a:lnTo>
                <a:lnTo>
                  <a:pt x="102" y="16"/>
                </a:lnTo>
                <a:lnTo>
                  <a:pt x="102" y="16"/>
                </a:lnTo>
                <a:lnTo>
                  <a:pt x="103" y="16"/>
                </a:lnTo>
                <a:lnTo>
                  <a:pt x="104" y="18"/>
                </a:lnTo>
                <a:lnTo>
                  <a:pt x="105" y="20"/>
                </a:lnTo>
                <a:lnTo>
                  <a:pt x="105" y="21"/>
                </a:lnTo>
                <a:lnTo>
                  <a:pt x="105" y="21"/>
                </a:lnTo>
                <a:lnTo>
                  <a:pt x="105" y="22"/>
                </a:lnTo>
                <a:lnTo>
                  <a:pt x="105" y="23"/>
                </a:lnTo>
                <a:lnTo>
                  <a:pt x="105" y="24"/>
                </a:lnTo>
                <a:lnTo>
                  <a:pt x="103" y="24"/>
                </a:lnTo>
                <a:lnTo>
                  <a:pt x="102" y="24"/>
                </a:lnTo>
                <a:lnTo>
                  <a:pt x="101" y="24"/>
                </a:lnTo>
                <a:lnTo>
                  <a:pt x="99" y="22"/>
                </a:lnTo>
                <a:lnTo>
                  <a:pt x="99" y="21"/>
                </a:lnTo>
                <a:lnTo>
                  <a:pt x="99" y="21"/>
                </a:lnTo>
                <a:close/>
                <a:moveTo>
                  <a:pt x="89" y="29"/>
                </a:moveTo>
                <a:lnTo>
                  <a:pt x="92" y="29"/>
                </a:lnTo>
                <a:lnTo>
                  <a:pt x="96" y="29"/>
                </a:lnTo>
                <a:lnTo>
                  <a:pt x="97" y="28"/>
                </a:lnTo>
                <a:lnTo>
                  <a:pt x="97" y="28"/>
                </a:lnTo>
                <a:lnTo>
                  <a:pt x="97" y="27"/>
                </a:lnTo>
                <a:lnTo>
                  <a:pt x="97" y="25"/>
                </a:lnTo>
                <a:lnTo>
                  <a:pt x="97" y="24"/>
                </a:lnTo>
                <a:lnTo>
                  <a:pt x="97" y="24"/>
                </a:lnTo>
                <a:lnTo>
                  <a:pt x="96" y="23"/>
                </a:lnTo>
                <a:lnTo>
                  <a:pt x="94" y="23"/>
                </a:lnTo>
                <a:lnTo>
                  <a:pt x="93" y="24"/>
                </a:lnTo>
                <a:lnTo>
                  <a:pt x="91" y="24"/>
                </a:lnTo>
                <a:lnTo>
                  <a:pt x="91" y="26"/>
                </a:lnTo>
                <a:lnTo>
                  <a:pt x="90" y="27"/>
                </a:lnTo>
                <a:lnTo>
                  <a:pt x="89" y="28"/>
                </a:lnTo>
                <a:lnTo>
                  <a:pt x="89" y="29"/>
                </a:lnTo>
                <a:lnTo>
                  <a:pt x="89" y="29"/>
                </a:lnTo>
                <a:close/>
                <a:moveTo>
                  <a:pt x="85" y="31"/>
                </a:moveTo>
                <a:lnTo>
                  <a:pt x="86" y="32"/>
                </a:lnTo>
                <a:lnTo>
                  <a:pt x="88" y="32"/>
                </a:lnTo>
                <a:lnTo>
                  <a:pt x="89" y="32"/>
                </a:lnTo>
                <a:lnTo>
                  <a:pt x="89" y="33"/>
                </a:lnTo>
                <a:lnTo>
                  <a:pt x="90" y="35"/>
                </a:lnTo>
                <a:lnTo>
                  <a:pt x="90" y="36"/>
                </a:lnTo>
                <a:lnTo>
                  <a:pt x="91" y="37"/>
                </a:lnTo>
                <a:lnTo>
                  <a:pt x="91" y="37"/>
                </a:lnTo>
                <a:lnTo>
                  <a:pt x="90" y="38"/>
                </a:lnTo>
                <a:lnTo>
                  <a:pt x="89" y="39"/>
                </a:lnTo>
                <a:lnTo>
                  <a:pt x="88" y="39"/>
                </a:lnTo>
                <a:lnTo>
                  <a:pt x="87" y="39"/>
                </a:lnTo>
                <a:lnTo>
                  <a:pt x="84" y="38"/>
                </a:lnTo>
                <a:lnTo>
                  <a:pt x="81" y="37"/>
                </a:lnTo>
                <a:lnTo>
                  <a:pt x="80" y="37"/>
                </a:lnTo>
                <a:lnTo>
                  <a:pt x="79" y="37"/>
                </a:lnTo>
                <a:lnTo>
                  <a:pt x="78" y="37"/>
                </a:lnTo>
                <a:lnTo>
                  <a:pt x="77" y="37"/>
                </a:lnTo>
                <a:lnTo>
                  <a:pt x="77" y="37"/>
                </a:lnTo>
                <a:lnTo>
                  <a:pt x="77" y="38"/>
                </a:lnTo>
                <a:lnTo>
                  <a:pt x="77" y="38"/>
                </a:lnTo>
                <a:lnTo>
                  <a:pt x="77" y="39"/>
                </a:lnTo>
                <a:lnTo>
                  <a:pt x="77" y="40"/>
                </a:lnTo>
                <a:lnTo>
                  <a:pt x="78" y="41"/>
                </a:lnTo>
                <a:lnTo>
                  <a:pt x="79" y="41"/>
                </a:lnTo>
                <a:lnTo>
                  <a:pt x="81" y="41"/>
                </a:lnTo>
                <a:lnTo>
                  <a:pt x="84" y="42"/>
                </a:lnTo>
                <a:lnTo>
                  <a:pt x="89" y="44"/>
                </a:lnTo>
                <a:lnTo>
                  <a:pt x="91" y="45"/>
                </a:lnTo>
                <a:lnTo>
                  <a:pt x="92" y="46"/>
                </a:lnTo>
                <a:lnTo>
                  <a:pt x="93" y="47"/>
                </a:lnTo>
                <a:lnTo>
                  <a:pt x="93" y="48"/>
                </a:lnTo>
                <a:lnTo>
                  <a:pt x="93" y="48"/>
                </a:lnTo>
                <a:lnTo>
                  <a:pt x="93" y="49"/>
                </a:lnTo>
                <a:lnTo>
                  <a:pt x="92" y="49"/>
                </a:lnTo>
                <a:lnTo>
                  <a:pt x="91" y="49"/>
                </a:lnTo>
                <a:lnTo>
                  <a:pt x="89" y="49"/>
                </a:lnTo>
                <a:lnTo>
                  <a:pt x="88" y="49"/>
                </a:lnTo>
                <a:lnTo>
                  <a:pt x="87" y="49"/>
                </a:lnTo>
                <a:lnTo>
                  <a:pt x="86" y="50"/>
                </a:lnTo>
                <a:lnTo>
                  <a:pt x="85" y="51"/>
                </a:lnTo>
                <a:lnTo>
                  <a:pt x="85" y="52"/>
                </a:lnTo>
                <a:lnTo>
                  <a:pt x="84" y="52"/>
                </a:lnTo>
                <a:lnTo>
                  <a:pt x="84" y="52"/>
                </a:lnTo>
                <a:lnTo>
                  <a:pt x="85" y="53"/>
                </a:lnTo>
                <a:lnTo>
                  <a:pt x="85" y="53"/>
                </a:lnTo>
                <a:lnTo>
                  <a:pt x="86" y="53"/>
                </a:lnTo>
                <a:lnTo>
                  <a:pt x="88" y="53"/>
                </a:lnTo>
                <a:lnTo>
                  <a:pt x="91" y="53"/>
                </a:lnTo>
                <a:lnTo>
                  <a:pt x="94" y="53"/>
                </a:lnTo>
                <a:lnTo>
                  <a:pt x="95" y="53"/>
                </a:lnTo>
                <a:lnTo>
                  <a:pt x="97" y="53"/>
                </a:lnTo>
                <a:lnTo>
                  <a:pt x="97" y="54"/>
                </a:lnTo>
                <a:lnTo>
                  <a:pt x="100" y="55"/>
                </a:lnTo>
                <a:lnTo>
                  <a:pt x="101" y="56"/>
                </a:lnTo>
                <a:lnTo>
                  <a:pt x="104" y="56"/>
                </a:lnTo>
                <a:lnTo>
                  <a:pt x="106" y="56"/>
                </a:lnTo>
                <a:lnTo>
                  <a:pt x="108" y="56"/>
                </a:lnTo>
                <a:lnTo>
                  <a:pt x="109" y="55"/>
                </a:lnTo>
                <a:lnTo>
                  <a:pt x="110" y="55"/>
                </a:lnTo>
                <a:lnTo>
                  <a:pt x="111" y="54"/>
                </a:lnTo>
                <a:lnTo>
                  <a:pt x="112" y="53"/>
                </a:lnTo>
                <a:lnTo>
                  <a:pt x="112" y="52"/>
                </a:lnTo>
                <a:lnTo>
                  <a:pt x="113" y="49"/>
                </a:lnTo>
                <a:lnTo>
                  <a:pt x="113" y="47"/>
                </a:lnTo>
                <a:lnTo>
                  <a:pt x="115" y="46"/>
                </a:lnTo>
                <a:lnTo>
                  <a:pt x="116" y="46"/>
                </a:lnTo>
                <a:lnTo>
                  <a:pt x="117" y="47"/>
                </a:lnTo>
                <a:lnTo>
                  <a:pt x="119" y="49"/>
                </a:lnTo>
                <a:lnTo>
                  <a:pt x="121" y="51"/>
                </a:lnTo>
                <a:lnTo>
                  <a:pt x="123" y="53"/>
                </a:lnTo>
                <a:lnTo>
                  <a:pt x="126" y="55"/>
                </a:lnTo>
                <a:lnTo>
                  <a:pt x="129" y="57"/>
                </a:lnTo>
                <a:lnTo>
                  <a:pt x="130" y="60"/>
                </a:lnTo>
                <a:lnTo>
                  <a:pt x="130" y="61"/>
                </a:lnTo>
                <a:lnTo>
                  <a:pt x="129" y="61"/>
                </a:lnTo>
                <a:lnTo>
                  <a:pt x="129" y="61"/>
                </a:lnTo>
                <a:lnTo>
                  <a:pt x="128" y="62"/>
                </a:lnTo>
                <a:lnTo>
                  <a:pt x="125" y="62"/>
                </a:lnTo>
                <a:lnTo>
                  <a:pt x="122" y="61"/>
                </a:lnTo>
                <a:lnTo>
                  <a:pt x="119" y="61"/>
                </a:lnTo>
                <a:lnTo>
                  <a:pt x="114" y="61"/>
                </a:lnTo>
                <a:lnTo>
                  <a:pt x="109" y="61"/>
                </a:lnTo>
                <a:lnTo>
                  <a:pt x="105" y="61"/>
                </a:lnTo>
                <a:lnTo>
                  <a:pt x="100" y="60"/>
                </a:lnTo>
                <a:lnTo>
                  <a:pt x="95" y="59"/>
                </a:lnTo>
                <a:lnTo>
                  <a:pt x="92" y="59"/>
                </a:lnTo>
                <a:lnTo>
                  <a:pt x="89" y="59"/>
                </a:lnTo>
                <a:lnTo>
                  <a:pt x="89" y="59"/>
                </a:lnTo>
                <a:lnTo>
                  <a:pt x="88" y="59"/>
                </a:lnTo>
                <a:lnTo>
                  <a:pt x="87" y="59"/>
                </a:lnTo>
                <a:lnTo>
                  <a:pt x="86" y="58"/>
                </a:lnTo>
                <a:lnTo>
                  <a:pt x="84" y="57"/>
                </a:lnTo>
                <a:lnTo>
                  <a:pt x="81" y="53"/>
                </a:lnTo>
                <a:lnTo>
                  <a:pt x="77" y="51"/>
                </a:lnTo>
                <a:lnTo>
                  <a:pt x="74" y="49"/>
                </a:lnTo>
                <a:lnTo>
                  <a:pt x="72" y="48"/>
                </a:lnTo>
                <a:lnTo>
                  <a:pt x="69" y="46"/>
                </a:lnTo>
                <a:lnTo>
                  <a:pt x="65" y="44"/>
                </a:lnTo>
                <a:lnTo>
                  <a:pt x="63" y="42"/>
                </a:lnTo>
                <a:lnTo>
                  <a:pt x="60" y="39"/>
                </a:lnTo>
                <a:lnTo>
                  <a:pt x="57" y="36"/>
                </a:lnTo>
                <a:lnTo>
                  <a:pt x="56" y="35"/>
                </a:lnTo>
                <a:lnTo>
                  <a:pt x="54" y="33"/>
                </a:lnTo>
                <a:lnTo>
                  <a:pt x="53" y="33"/>
                </a:lnTo>
                <a:lnTo>
                  <a:pt x="52" y="33"/>
                </a:lnTo>
                <a:lnTo>
                  <a:pt x="50" y="33"/>
                </a:lnTo>
                <a:lnTo>
                  <a:pt x="50" y="35"/>
                </a:lnTo>
                <a:lnTo>
                  <a:pt x="50" y="36"/>
                </a:lnTo>
                <a:lnTo>
                  <a:pt x="50" y="37"/>
                </a:lnTo>
                <a:lnTo>
                  <a:pt x="53" y="39"/>
                </a:lnTo>
                <a:lnTo>
                  <a:pt x="56" y="41"/>
                </a:lnTo>
                <a:lnTo>
                  <a:pt x="57" y="42"/>
                </a:lnTo>
                <a:lnTo>
                  <a:pt x="60" y="45"/>
                </a:lnTo>
                <a:lnTo>
                  <a:pt x="63" y="49"/>
                </a:lnTo>
                <a:lnTo>
                  <a:pt x="66" y="51"/>
                </a:lnTo>
                <a:lnTo>
                  <a:pt x="73" y="56"/>
                </a:lnTo>
                <a:lnTo>
                  <a:pt x="77" y="58"/>
                </a:lnTo>
                <a:lnTo>
                  <a:pt x="77" y="59"/>
                </a:lnTo>
                <a:lnTo>
                  <a:pt x="77" y="59"/>
                </a:lnTo>
                <a:lnTo>
                  <a:pt x="77" y="60"/>
                </a:lnTo>
                <a:lnTo>
                  <a:pt x="74" y="61"/>
                </a:lnTo>
                <a:lnTo>
                  <a:pt x="73" y="61"/>
                </a:lnTo>
                <a:lnTo>
                  <a:pt x="70" y="61"/>
                </a:lnTo>
                <a:lnTo>
                  <a:pt x="68" y="61"/>
                </a:lnTo>
                <a:lnTo>
                  <a:pt x="65" y="60"/>
                </a:lnTo>
                <a:lnTo>
                  <a:pt x="61" y="59"/>
                </a:lnTo>
                <a:lnTo>
                  <a:pt x="58" y="58"/>
                </a:lnTo>
                <a:lnTo>
                  <a:pt x="57" y="57"/>
                </a:lnTo>
                <a:lnTo>
                  <a:pt x="54" y="55"/>
                </a:lnTo>
                <a:lnTo>
                  <a:pt x="53" y="54"/>
                </a:lnTo>
                <a:lnTo>
                  <a:pt x="52" y="53"/>
                </a:lnTo>
                <a:lnTo>
                  <a:pt x="51" y="53"/>
                </a:lnTo>
                <a:lnTo>
                  <a:pt x="49" y="53"/>
                </a:lnTo>
                <a:lnTo>
                  <a:pt x="47" y="53"/>
                </a:lnTo>
                <a:lnTo>
                  <a:pt x="45" y="53"/>
                </a:lnTo>
                <a:lnTo>
                  <a:pt x="43" y="52"/>
                </a:lnTo>
                <a:lnTo>
                  <a:pt x="40" y="50"/>
                </a:lnTo>
                <a:lnTo>
                  <a:pt x="38" y="49"/>
                </a:lnTo>
                <a:lnTo>
                  <a:pt x="35" y="47"/>
                </a:lnTo>
                <a:lnTo>
                  <a:pt x="32" y="45"/>
                </a:lnTo>
                <a:lnTo>
                  <a:pt x="29" y="44"/>
                </a:lnTo>
                <a:lnTo>
                  <a:pt x="25" y="42"/>
                </a:lnTo>
                <a:lnTo>
                  <a:pt x="24" y="42"/>
                </a:lnTo>
                <a:lnTo>
                  <a:pt x="21" y="41"/>
                </a:lnTo>
                <a:lnTo>
                  <a:pt x="17" y="38"/>
                </a:lnTo>
                <a:lnTo>
                  <a:pt x="15" y="35"/>
                </a:lnTo>
                <a:lnTo>
                  <a:pt x="13" y="32"/>
                </a:lnTo>
                <a:lnTo>
                  <a:pt x="12" y="31"/>
                </a:lnTo>
                <a:lnTo>
                  <a:pt x="11" y="29"/>
                </a:lnTo>
                <a:lnTo>
                  <a:pt x="9" y="28"/>
                </a:lnTo>
                <a:lnTo>
                  <a:pt x="8" y="27"/>
                </a:lnTo>
                <a:lnTo>
                  <a:pt x="8" y="27"/>
                </a:lnTo>
                <a:lnTo>
                  <a:pt x="6" y="28"/>
                </a:lnTo>
                <a:lnTo>
                  <a:pt x="4" y="29"/>
                </a:lnTo>
                <a:lnTo>
                  <a:pt x="4" y="31"/>
                </a:lnTo>
                <a:lnTo>
                  <a:pt x="6" y="35"/>
                </a:lnTo>
                <a:lnTo>
                  <a:pt x="8" y="39"/>
                </a:lnTo>
                <a:lnTo>
                  <a:pt x="9" y="41"/>
                </a:lnTo>
                <a:lnTo>
                  <a:pt x="10" y="42"/>
                </a:lnTo>
                <a:lnTo>
                  <a:pt x="12" y="44"/>
                </a:lnTo>
                <a:lnTo>
                  <a:pt x="13" y="45"/>
                </a:lnTo>
                <a:lnTo>
                  <a:pt x="17" y="47"/>
                </a:lnTo>
                <a:lnTo>
                  <a:pt x="20" y="49"/>
                </a:lnTo>
                <a:lnTo>
                  <a:pt x="26" y="53"/>
                </a:lnTo>
                <a:lnTo>
                  <a:pt x="32" y="57"/>
                </a:lnTo>
                <a:lnTo>
                  <a:pt x="33" y="58"/>
                </a:lnTo>
                <a:lnTo>
                  <a:pt x="35" y="60"/>
                </a:lnTo>
                <a:lnTo>
                  <a:pt x="36" y="61"/>
                </a:lnTo>
                <a:lnTo>
                  <a:pt x="36" y="62"/>
                </a:lnTo>
                <a:lnTo>
                  <a:pt x="35" y="62"/>
                </a:lnTo>
                <a:lnTo>
                  <a:pt x="35" y="63"/>
                </a:lnTo>
                <a:lnTo>
                  <a:pt x="34" y="64"/>
                </a:lnTo>
                <a:lnTo>
                  <a:pt x="33" y="65"/>
                </a:lnTo>
                <a:lnTo>
                  <a:pt x="31" y="66"/>
                </a:lnTo>
                <a:lnTo>
                  <a:pt x="29" y="68"/>
                </a:lnTo>
                <a:lnTo>
                  <a:pt x="25" y="69"/>
                </a:lnTo>
                <a:lnTo>
                  <a:pt x="22" y="72"/>
                </a:lnTo>
                <a:lnTo>
                  <a:pt x="18" y="73"/>
                </a:lnTo>
                <a:lnTo>
                  <a:pt x="14" y="73"/>
                </a:lnTo>
                <a:lnTo>
                  <a:pt x="12" y="74"/>
                </a:lnTo>
                <a:lnTo>
                  <a:pt x="10" y="74"/>
                </a:lnTo>
                <a:lnTo>
                  <a:pt x="9" y="74"/>
                </a:lnTo>
                <a:lnTo>
                  <a:pt x="8" y="73"/>
                </a:lnTo>
                <a:lnTo>
                  <a:pt x="8" y="72"/>
                </a:lnTo>
                <a:lnTo>
                  <a:pt x="6" y="69"/>
                </a:lnTo>
                <a:lnTo>
                  <a:pt x="4" y="66"/>
                </a:lnTo>
                <a:lnTo>
                  <a:pt x="3" y="62"/>
                </a:lnTo>
                <a:lnTo>
                  <a:pt x="2" y="61"/>
                </a:lnTo>
                <a:lnTo>
                  <a:pt x="2" y="61"/>
                </a:lnTo>
                <a:lnTo>
                  <a:pt x="1" y="61"/>
                </a:lnTo>
                <a:lnTo>
                  <a:pt x="0" y="61"/>
                </a:lnTo>
                <a:lnTo>
                  <a:pt x="0" y="63"/>
                </a:lnTo>
                <a:lnTo>
                  <a:pt x="0" y="65"/>
                </a:lnTo>
                <a:lnTo>
                  <a:pt x="0" y="66"/>
                </a:lnTo>
                <a:lnTo>
                  <a:pt x="0" y="69"/>
                </a:lnTo>
                <a:lnTo>
                  <a:pt x="2" y="73"/>
                </a:lnTo>
                <a:lnTo>
                  <a:pt x="2" y="77"/>
                </a:lnTo>
                <a:lnTo>
                  <a:pt x="3" y="81"/>
                </a:lnTo>
                <a:lnTo>
                  <a:pt x="3" y="85"/>
                </a:lnTo>
                <a:lnTo>
                  <a:pt x="4" y="85"/>
                </a:lnTo>
                <a:lnTo>
                  <a:pt x="4" y="85"/>
                </a:lnTo>
                <a:lnTo>
                  <a:pt x="4" y="86"/>
                </a:lnTo>
                <a:lnTo>
                  <a:pt x="5" y="86"/>
                </a:lnTo>
                <a:lnTo>
                  <a:pt x="7" y="87"/>
                </a:lnTo>
                <a:lnTo>
                  <a:pt x="9" y="87"/>
                </a:lnTo>
                <a:lnTo>
                  <a:pt x="13" y="87"/>
                </a:lnTo>
                <a:lnTo>
                  <a:pt x="16" y="86"/>
                </a:lnTo>
                <a:lnTo>
                  <a:pt x="19" y="85"/>
                </a:lnTo>
                <a:lnTo>
                  <a:pt x="25" y="81"/>
                </a:lnTo>
                <a:lnTo>
                  <a:pt x="30" y="78"/>
                </a:lnTo>
                <a:lnTo>
                  <a:pt x="34" y="76"/>
                </a:lnTo>
                <a:lnTo>
                  <a:pt x="37" y="73"/>
                </a:lnTo>
                <a:lnTo>
                  <a:pt x="42" y="70"/>
                </a:lnTo>
                <a:lnTo>
                  <a:pt x="43" y="69"/>
                </a:lnTo>
                <a:lnTo>
                  <a:pt x="44" y="69"/>
                </a:lnTo>
                <a:lnTo>
                  <a:pt x="45" y="68"/>
                </a:lnTo>
                <a:lnTo>
                  <a:pt x="46" y="68"/>
                </a:lnTo>
                <a:lnTo>
                  <a:pt x="47" y="68"/>
                </a:lnTo>
                <a:lnTo>
                  <a:pt x="48" y="69"/>
                </a:lnTo>
                <a:lnTo>
                  <a:pt x="49" y="69"/>
                </a:lnTo>
                <a:lnTo>
                  <a:pt x="51" y="71"/>
                </a:lnTo>
                <a:lnTo>
                  <a:pt x="52" y="72"/>
                </a:lnTo>
                <a:lnTo>
                  <a:pt x="53" y="73"/>
                </a:lnTo>
                <a:lnTo>
                  <a:pt x="53" y="73"/>
                </a:lnTo>
                <a:lnTo>
                  <a:pt x="53" y="73"/>
                </a:lnTo>
                <a:lnTo>
                  <a:pt x="51" y="74"/>
                </a:lnTo>
                <a:lnTo>
                  <a:pt x="49" y="74"/>
                </a:lnTo>
                <a:lnTo>
                  <a:pt x="47" y="74"/>
                </a:lnTo>
                <a:lnTo>
                  <a:pt x="45" y="74"/>
                </a:lnTo>
                <a:lnTo>
                  <a:pt x="44" y="75"/>
                </a:lnTo>
                <a:lnTo>
                  <a:pt x="43" y="75"/>
                </a:lnTo>
                <a:lnTo>
                  <a:pt x="43" y="75"/>
                </a:lnTo>
                <a:lnTo>
                  <a:pt x="43" y="76"/>
                </a:lnTo>
                <a:lnTo>
                  <a:pt x="44" y="77"/>
                </a:lnTo>
                <a:lnTo>
                  <a:pt x="47" y="77"/>
                </a:lnTo>
                <a:lnTo>
                  <a:pt x="50" y="80"/>
                </a:lnTo>
                <a:lnTo>
                  <a:pt x="55" y="82"/>
                </a:lnTo>
                <a:lnTo>
                  <a:pt x="58" y="85"/>
                </a:lnTo>
                <a:lnTo>
                  <a:pt x="61" y="86"/>
                </a:lnTo>
                <a:lnTo>
                  <a:pt x="61" y="86"/>
                </a:lnTo>
                <a:lnTo>
                  <a:pt x="63" y="85"/>
                </a:lnTo>
                <a:lnTo>
                  <a:pt x="64" y="85"/>
                </a:lnTo>
                <a:lnTo>
                  <a:pt x="65" y="83"/>
                </a:lnTo>
                <a:lnTo>
                  <a:pt x="65" y="81"/>
                </a:lnTo>
                <a:lnTo>
                  <a:pt x="65" y="79"/>
                </a:lnTo>
                <a:lnTo>
                  <a:pt x="65" y="77"/>
                </a:lnTo>
                <a:lnTo>
                  <a:pt x="65" y="74"/>
                </a:lnTo>
                <a:lnTo>
                  <a:pt x="64" y="72"/>
                </a:lnTo>
                <a:lnTo>
                  <a:pt x="62" y="70"/>
                </a:lnTo>
                <a:lnTo>
                  <a:pt x="61" y="69"/>
                </a:lnTo>
                <a:lnTo>
                  <a:pt x="61" y="69"/>
                </a:lnTo>
                <a:lnTo>
                  <a:pt x="59" y="68"/>
                </a:lnTo>
                <a:lnTo>
                  <a:pt x="57" y="67"/>
                </a:lnTo>
                <a:lnTo>
                  <a:pt x="56" y="65"/>
                </a:lnTo>
                <a:lnTo>
                  <a:pt x="54" y="62"/>
                </a:lnTo>
                <a:lnTo>
                  <a:pt x="54" y="62"/>
                </a:lnTo>
                <a:lnTo>
                  <a:pt x="53" y="61"/>
                </a:lnTo>
                <a:lnTo>
                  <a:pt x="54" y="61"/>
                </a:lnTo>
                <a:lnTo>
                  <a:pt x="54" y="61"/>
                </a:lnTo>
                <a:lnTo>
                  <a:pt x="55" y="61"/>
                </a:lnTo>
                <a:lnTo>
                  <a:pt x="57" y="61"/>
                </a:lnTo>
                <a:lnTo>
                  <a:pt x="61" y="62"/>
                </a:lnTo>
                <a:lnTo>
                  <a:pt x="65" y="63"/>
                </a:lnTo>
                <a:lnTo>
                  <a:pt x="69" y="65"/>
                </a:lnTo>
                <a:lnTo>
                  <a:pt x="73" y="66"/>
                </a:lnTo>
                <a:lnTo>
                  <a:pt x="75" y="67"/>
                </a:lnTo>
                <a:lnTo>
                  <a:pt x="77" y="69"/>
                </a:lnTo>
                <a:lnTo>
                  <a:pt x="80" y="70"/>
                </a:lnTo>
                <a:lnTo>
                  <a:pt x="82" y="73"/>
                </a:lnTo>
                <a:lnTo>
                  <a:pt x="85" y="75"/>
                </a:lnTo>
                <a:lnTo>
                  <a:pt x="87" y="76"/>
                </a:lnTo>
                <a:lnTo>
                  <a:pt x="89" y="77"/>
                </a:lnTo>
                <a:lnTo>
                  <a:pt x="90" y="77"/>
                </a:lnTo>
                <a:lnTo>
                  <a:pt x="93" y="77"/>
                </a:lnTo>
                <a:lnTo>
                  <a:pt x="95" y="76"/>
                </a:lnTo>
                <a:lnTo>
                  <a:pt x="95" y="76"/>
                </a:lnTo>
                <a:lnTo>
                  <a:pt x="95" y="75"/>
                </a:lnTo>
                <a:lnTo>
                  <a:pt x="95" y="73"/>
                </a:lnTo>
                <a:lnTo>
                  <a:pt x="95" y="72"/>
                </a:lnTo>
                <a:lnTo>
                  <a:pt x="94" y="70"/>
                </a:lnTo>
                <a:lnTo>
                  <a:pt x="94" y="69"/>
                </a:lnTo>
                <a:lnTo>
                  <a:pt x="93" y="68"/>
                </a:lnTo>
                <a:lnTo>
                  <a:pt x="94" y="66"/>
                </a:lnTo>
                <a:lnTo>
                  <a:pt x="94" y="65"/>
                </a:lnTo>
                <a:lnTo>
                  <a:pt x="95" y="65"/>
                </a:lnTo>
                <a:lnTo>
                  <a:pt x="96" y="64"/>
                </a:lnTo>
                <a:lnTo>
                  <a:pt x="97" y="64"/>
                </a:lnTo>
                <a:lnTo>
                  <a:pt x="101" y="65"/>
                </a:lnTo>
                <a:lnTo>
                  <a:pt x="105" y="65"/>
                </a:lnTo>
                <a:lnTo>
                  <a:pt x="109" y="65"/>
                </a:lnTo>
                <a:lnTo>
                  <a:pt x="112" y="65"/>
                </a:lnTo>
                <a:lnTo>
                  <a:pt x="114" y="66"/>
                </a:lnTo>
                <a:lnTo>
                  <a:pt x="117" y="67"/>
                </a:lnTo>
                <a:lnTo>
                  <a:pt x="123" y="69"/>
                </a:lnTo>
                <a:lnTo>
                  <a:pt x="128" y="71"/>
                </a:lnTo>
                <a:lnTo>
                  <a:pt x="130" y="72"/>
                </a:lnTo>
                <a:lnTo>
                  <a:pt x="132" y="72"/>
                </a:lnTo>
                <a:lnTo>
                  <a:pt x="135" y="72"/>
                </a:lnTo>
                <a:lnTo>
                  <a:pt x="137" y="72"/>
                </a:lnTo>
                <a:lnTo>
                  <a:pt x="140" y="70"/>
                </a:lnTo>
                <a:lnTo>
                  <a:pt x="141" y="69"/>
                </a:lnTo>
                <a:lnTo>
                  <a:pt x="143" y="67"/>
                </a:lnTo>
                <a:lnTo>
                  <a:pt x="144" y="65"/>
                </a:lnTo>
                <a:lnTo>
                  <a:pt x="144" y="64"/>
                </a:lnTo>
                <a:lnTo>
                  <a:pt x="145" y="61"/>
                </a:lnTo>
                <a:lnTo>
                  <a:pt x="144" y="60"/>
                </a:lnTo>
                <a:lnTo>
                  <a:pt x="144" y="59"/>
                </a:lnTo>
                <a:lnTo>
                  <a:pt x="143" y="58"/>
                </a:lnTo>
                <a:lnTo>
                  <a:pt x="141" y="57"/>
                </a:lnTo>
                <a:lnTo>
                  <a:pt x="137" y="55"/>
                </a:lnTo>
                <a:lnTo>
                  <a:pt x="132" y="51"/>
                </a:lnTo>
                <a:lnTo>
                  <a:pt x="126" y="48"/>
                </a:lnTo>
                <a:lnTo>
                  <a:pt x="123" y="46"/>
                </a:lnTo>
                <a:lnTo>
                  <a:pt x="122" y="46"/>
                </a:lnTo>
                <a:lnTo>
                  <a:pt x="121" y="45"/>
                </a:lnTo>
                <a:lnTo>
                  <a:pt x="121" y="45"/>
                </a:lnTo>
                <a:lnTo>
                  <a:pt x="120" y="44"/>
                </a:lnTo>
                <a:lnTo>
                  <a:pt x="119" y="43"/>
                </a:lnTo>
                <a:lnTo>
                  <a:pt x="119" y="42"/>
                </a:lnTo>
                <a:lnTo>
                  <a:pt x="118" y="41"/>
                </a:lnTo>
                <a:lnTo>
                  <a:pt x="119" y="41"/>
                </a:lnTo>
                <a:lnTo>
                  <a:pt x="119" y="39"/>
                </a:lnTo>
                <a:lnTo>
                  <a:pt x="118" y="37"/>
                </a:lnTo>
                <a:lnTo>
                  <a:pt x="118" y="37"/>
                </a:lnTo>
                <a:lnTo>
                  <a:pt x="118" y="36"/>
                </a:lnTo>
                <a:lnTo>
                  <a:pt x="118" y="35"/>
                </a:lnTo>
                <a:lnTo>
                  <a:pt x="119" y="33"/>
                </a:lnTo>
                <a:lnTo>
                  <a:pt x="119" y="32"/>
                </a:lnTo>
                <a:lnTo>
                  <a:pt x="120" y="32"/>
                </a:lnTo>
                <a:lnTo>
                  <a:pt x="121" y="32"/>
                </a:lnTo>
                <a:lnTo>
                  <a:pt x="122" y="32"/>
                </a:lnTo>
                <a:lnTo>
                  <a:pt x="125" y="32"/>
                </a:lnTo>
                <a:lnTo>
                  <a:pt x="127" y="32"/>
                </a:lnTo>
                <a:lnTo>
                  <a:pt x="130" y="34"/>
                </a:lnTo>
                <a:lnTo>
                  <a:pt x="135" y="35"/>
                </a:lnTo>
                <a:lnTo>
                  <a:pt x="140" y="37"/>
                </a:lnTo>
                <a:lnTo>
                  <a:pt x="143" y="38"/>
                </a:lnTo>
                <a:lnTo>
                  <a:pt x="145" y="39"/>
                </a:lnTo>
                <a:lnTo>
                  <a:pt x="147" y="40"/>
                </a:lnTo>
                <a:lnTo>
                  <a:pt x="148" y="40"/>
                </a:lnTo>
                <a:lnTo>
                  <a:pt x="149" y="39"/>
                </a:lnTo>
                <a:lnTo>
                  <a:pt x="151" y="38"/>
                </a:lnTo>
                <a:lnTo>
                  <a:pt x="153" y="38"/>
                </a:lnTo>
                <a:lnTo>
                  <a:pt x="153" y="38"/>
                </a:lnTo>
                <a:lnTo>
                  <a:pt x="154" y="37"/>
                </a:lnTo>
                <a:lnTo>
                  <a:pt x="154" y="37"/>
                </a:lnTo>
                <a:lnTo>
                  <a:pt x="155" y="37"/>
                </a:lnTo>
                <a:lnTo>
                  <a:pt x="156" y="33"/>
                </a:lnTo>
                <a:lnTo>
                  <a:pt x="156" y="29"/>
                </a:lnTo>
                <a:lnTo>
                  <a:pt x="156" y="27"/>
                </a:lnTo>
                <a:lnTo>
                  <a:pt x="155" y="24"/>
                </a:lnTo>
                <a:lnTo>
                  <a:pt x="154" y="24"/>
                </a:lnTo>
                <a:lnTo>
                  <a:pt x="153" y="23"/>
                </a:lnTo>
                <a:lnTo>
                  <a:pt x="153" y="22"/>
                </a:lnTo>
                <a:lnTo>
                  <a:pt x="151" y="22"/>
                </a:lnTo>
                <a:lnTo>
                  <a:pt x="150" y="23"/>
                </a:lnTo>
                <a:lnTo>
                  <a:pt x="150" y="23"/>
                </a:lnTo>
                <a:lnTo>
                  <a:pt x="150" y="24"/>
                </a:lnTo>
                <a:lnTo>
                  <a:pt x="149" y="24"/>
                </a:lnTo>
                <a:lnTo>
                  <a:pt x="147" y="25"/>
                </a:lnTo>
                <a:lnTo>
                  <a:pt x="143" y="28"/>
                </a:lnTo>
                <a:lnTo>
                  <a:pt x="142" y="28"/>
                </a:lnTo>
                <a:lnTo>
                  <a:pt x="141" y="28"/>
                </a:lnTo>
                <a:lnTo>
                  <a:pt x="138" y="28"/>
                </a:lnTo>
                <a:lnTo>
                  <a:pt x="137" y="29"/>
                </a:lnTo>
                <a:lnTo>
                  <a:pt x="132" y="28"/>
                </a:lnTo>
                <a:lnTo>
                  <a:pt x="127" y="28"/>
                </a:lnTo>
                <a:lnTo>
                  <a:pt x="118" y="27"/>
                </a:lnTo>
                <a:lnTo>
                  <a:pt x="114" y="26"/>
                </a:lnTo>
                <a:lnTo>
                  <a:pt x="113" y="25"/>
                </a:lnTo>
                <a:lnTo>
                  <a:pt x="113" y="25"/>
                </a:lnTo>
                <a:lnTo>
                  <a:pt x="113" y="24"/>
                </a:lnTo>
                <a:lnTo>
                  <a:pt x="112" y="24"/>
                </a:lnTo>
                <a:lnTo>
                  <a:pt x="112" y="21"/>
                </a:lnTo>
                <a:lnTo>
                  <a:pt x="110" y="20"/>
                </a:lnTo>
                <a:lnTo>
                  <a:pt x="109" y="18"/>
                </a:lnTo>
                <a:lnTo>
                  <a:pt x="108" y="16"/>
                </a:lnTo>
                <a:lnTo>
                  <a:pt x="106" y="15"/>
                </a:lnTo>
                <a:lnTo>
                  <a:pt x="105" y="14"/>
                </a:lnTo>
                <a:lnTo>
                  <a:pt x="105" y="14"/>
                </a:lnTo>
                <a:lnTo>
                  <a:pt x="105" y="12"/>
                </a:lnTo>
                <a:lnTo>
                  <a:pt x="105" y="12"/>
                </a:lnTo>
                <a:lnTo>
                  <a:pt x="105" y="11"/>
                </a:lnTo>
                <a:lnTo>
                  <a:pt x="105" y="8"/>
                </a:lnTo>
                <a:lnTo>
                  <a:pt x="105" y="8"/>
                </a:lnTo>
                <a:lnTo>
                  <a:pt x="105" y="8"/>
                </a:lnTo>
                <a:lnTo>
                  <a:pt x="106" y="6"/>
                </a:lnTo>
                <a:lnTo>
                  <a:pt x="106" y="5"/>
                </a:lnTo>
                <a:lnTo>
                  <a:pt x="106" y="4"/>
                </a:lnTo>
                <a:lnTo>
                  <a:pt x="106" y="3"/>
                </a:lnTo>
                <a:lnTo>
                  <a:pt x="105" y="2"/>
                </a:lnTo>
                <a:lnTo>
                  <a:pt x="105" y="1"/>
                </a:lnTo>
                <a:lnTo>
                  <a:pt x="105" y="0"/>
                </a:lnTo>
                <a:lnTo>
                  <a:pt x="104" y="0"/>
                </a:lnTo>
                <a:lnTo>
                  <a:pt x="102" y="0"/>
                </a:lnTo>
                <a:lnTo>
                  <a:pt x="102" y="1"/>
                </a:lnTo>
                <a:lnTo>
                  <a:pt x="101" y="2"/>
                </a:lnTo>
                <a:lnTo>
                  <a:pt x="101" y="3"/>
                </a:lnTo>
                <a:lnTo>
                  <a:pt x="100" y="4"/>
                </a:lnTo>
                <a:lnTo>
                  <a:pt x="97" y="8"/>
                </a:lnTo>
                <a:lnTo>
                  <a:pt x="93" y="13"/>
                </a:lnTo>
                <a:lnTo>
                  <a:pt x="89" y="18"/>
                </a:lnTo>
                <a:lnTo>
                  <a:pt x="86" y="22"/>
                </a:lnTo>
                <a:lnTo>
                  <a:pt x="84" y="24"/>
                </a:lnTo>
                <a:lnTo>
                  <a:pt x="83" y="24"/>
                </a:lnTo>
                <a:lnTo>
                  <a:pt x="81" y="25"/>
                </a:lnTo>
                <a:lnTo>
                  <a:pt x="80" y="25"/>
                </a:lnTo>
                <a:lnTo>
                  <a:pt x="79" y="25"/>
                </a:lnTo>
                <a:lnTo>
                  <a:pt x="78" y="25"/>
                </a:lnTo>
                <a:lnTo>
                  <a:pt x="78" y="24"/>
                </a:lnTo>
                <a:lnTo>
                  <a:pt x="78" y="24"/>
                </a:lnTo>
                <a:lnTo>
                  <a:pt x="80" y="19"/>
                </a:lnTo>
                <a:lnTo>
                  <a:pt x="81" y="14"/>
                </a:lnTo>
                <a:lnTo>
                  <a:pt x="82" y="13"/>
                </a:lnTo>
                <a:lnTo>
                  <a:pt x="82" y="11"/>
                </a:lnTo>
                <a:lnTo>
                  <a:pt x="81" y="9"/>
                </a:lnTo>
                <a:lnTo>
                  <a:pt x="80" y="7"/>
                </a:lnTo>
                <a:lnTo>
                  <a:pt x="80" y="7"/>
                </a:lnTo>
                <a:lnTo>
                  <a:pt x="79" y="6"/>
                </a:lnTo>
                <a:lnTo>
                  <a:pt x="78" y="7"/>
                </a:lnTo>
                <a:lnTo>
                  <a:pt x="78" y="7"/>
                </a:lnTo>
                <a:lnTo>
                  <a:pt x="77" y="9"/>
                </a:lnTo>
                <a:lnTo>
                  <a:pt x="76" y="12"/>
                </a:lnTo>
                <a:lnTo>
                  <a:pt x="74" y="16"/>
                </a:lnTo>
                <a:lnTo>
                  <a:pt x="73" y="18"/>
                </a:lnTo>
                <a:lnTo>
                  <a:pt x="71" y="20"/>
                </a:lnTo>
                <a:lnTo>
                  <a:pt x="69" y="21"/>
                </a:lnTo>
                <a:lnTo>
                  <a:pt x="68" y="22"/>
                </a:lnTo>
                <a:lnTo>
                  <a:pt x="67" y="23"/>
                </a:lnTo>
                <a:lnTo>
                  <a:pt x="65" y="24"/>
                </a:lnTo>
                <a:lnTo>
                  <a:pt x="65" y="25"/>
                </a:lnTo>
                <a:lnTo>
                  <a:pt x="64" y="26"/>
                </a:lnTo>
                <a:lnTo>
                  <a:pt x="64" y="27"/>
                </a:lnTo>
                <a:lnTo>
                  <a:pt x="64" y="27"/>
                </a:lnTo>
                <a:lnTo>
                  <a:pt x="64" y="28"/>
                </a:lnTo>
                <a:lnTo>
                  <a:pt x="65" y="28"/>
                </a:lnTo>
                <a:lnTo>
                  <a:pt x="67" y="28"/>
                </a:lnTo>
                <a:lnTo>
                  <a:pt x="71" y="29"/>
                </a:lnTo>
                <a:lnTo>
                  <a:pt x="76" y="30"/>
                </a:lnTo>
                <a:lnTo>
                  <a:pt x="81" y="31"/>
                </a:lnTo>
                <a:lnTo>
                  <a:pt x="85" y="3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6840" rIns="90000" bIns="-6840" anchor="ctr">
            <a:noAutofit/>
          </a:bodyPr>
          <a:lstStyle/>
          <a:p>
            <a:endParaRPr/>
          </a:p>
        </p:txBody>
      </p:sp>
      <p:sp>
        <p:nvSpPr>
          <p:cNvPr id="549" name="ís1iďé">
            <a:extLst>
              <a:ext uri="{FF2B5EF4-FFF2-40B4-BE49-F238E27FC236}">
                <a16:creationId xmlns:a16="http://schemas.microsoft.com/office/drawing/2014/main" id="{2FE84E34-42FF-40E9-9E2C-FC53A830A0B7}"/>
              </a:ext>
            </a:extLst>
          </p:cNvPr>
          <p:cNvSpPr>
            <a:spLocks noGrp="1"/>
          </p:cNvSpPr>
          <p:nvPr/>
        </p:nvSpPr>
        <p:spPr>
          <a:xfrm>
            <a:off x="819360" y="788040"/>
            <a:ext cx="327240" cy="210600"/>
          </a:xfrm>
          <a:custGeom>
            <a:avLst/>
            <a:gdLst>
              <a:gd name="textAreaLeft" fmla="*/ 0 w 327240"/>
              <a:gd name="textAreaRight" fmla="*/ 327600 w 327240"/>
              <a:gd name="textAreaTop" fmla="*/ 0 h 210600"/>
              <a:gd name="textAreaBottom" fmla="*/ 210960 h 210600"/>
              <a:gd name="GluePoint1X" fmla="*/ 238 w 750"/>
              <a:gd name="GluePoint1Y" fmla="*/ 410 h 483"/>
              <a:gd name="GluePoint2X" fmla="*/ 260 w 750"/>
              <a:gd name="GluePoint2Y" fmla="*/ 439 h 483"/>
              <a:gd name="GluePoint3X" fmla="*/ 256 w 750"/>
              <a:gd name="GluePoint3Y" fmla="*/ 482 h 483"/>
              <a:gd name="GluePoint4X" fmla="*/ 230 w 750"/>
              <a:gd name="GluePoint4Y" fmla="*/ 454 h 483"/>
              <a:gd name="GluePoint5X" fmla="*/ 255 w 750"/>
              <a:gd name="GluePoint5Y" fmla="*/ 473 h 483"/>
              <a:gd name="GluePoint6X" fmla="*/ 249 w 750"/>
              <a:gd name="GluePoint6Y" fmla="*/ 443 h 483"/>
              <a:gd name="GluePoint7X" fmla="*/ 234 w 750"/>
              <a:gd name="GluePoint7Y" fmla="*/ 401 h 483"/>
              <a:gd name="GluePoint8X" fmla="*/ 260 w 750"/>
              <a:gd name="GluePoint8Y" fmla="*/ 397 h 483"/>
              <a:gd name="GluePoint9X" fmla="*/ 28 w 750"/>
              <a:gd name="GluePoint9Y" fmla="*/ 433 h 483"/>
              <a:gd name="GluePoint10X" fmla="*/ 13 w 750"/>
              <a:gd name="GluePoint10Y" fmla="*/ 428 h 483"/>
              <a:gd name="GluePoint11X" fmla="*/ 0 w 750"/>
              <a:gd name="GluePoint11Y" fmla="*/ 419 h 483"/>
              <a:gd name="GluePoint12X" fmla="*/ 37 w 750"/>
              <a:gd name="GluePoint12Y" fmla="*/ 447 h 483"/>
              <a:gd name="GluePoint13X" fmla="*/ 123 w 750"/>
              <a:gd name="GluePoint13Y" fmla="*/ 381 h 483"/>
              <a:gd name="GluePoint14X" fmla="*/ 160 w 750"/>
              <a:gd name="GluePoint14Y" fmla="*/ 436 h 483"/>
              <a:gd name="GluePoint15X" fmla="*/ 224 w 750"/>
              <a:gd name="GluePoint15Y" fmla="*/ 423 h 483"/>
              <a:gd name="GluePoint16X" fmla="*/ 193 w 750"/>
              <a:gd name="GluePoint16Y" fmla="*/ 391 h 483"/>
              <a:gd name="GluePoint17X" fmla="*/ 216 w 750"/>
              <a:gd name="GluePoint17Y" fmla="*/ 409 h 483"/>
              <a:gd name="GluePoint18X" fmla="*/ 278 w 750"/>
              <a:gd name="GluePoint18Y" fmla="*/ 482 h 483"/>
              <a:gd name="GluePoint19X" fmla="*/ 351 w 750"/>
              <a:gd name="GluePoint19Y" fmla="*/ 426 h 483"/>
              <a:gd name="GluePoint20X" fmla="*/ 437 w 750"/>
              <a:gd name="GluePoint20Y" fmla="*/ 430 h 483"/>
              <a:gd name="GluePoint21X" fmla="*/ 411 w 750"/>
              <a:gd name="GluePoint21Y" fmla="*/ 359 h 483"/>
              <a:gd name="GluePoint22X" fmla="*/ 388 w 750"/>
              <a:gd name="GluePoint22Y" fmla="*/ 381 h 483"/>
              <a:gd name="GluePoint23X" fmla="*/ 423 w 750"/>
              <a:gd name="GluePoint23Y" fmla="*/ 447 h 483"/>
              <a:gd name="GluePoint24X" fmla="*/ 405 w 750"/>
              <a:gd name="GluePoint24Y" fmla="*/ 417 h 483"/>
              <a:gd name="GluePoint25X" fmla="*/ 401 w 750"/>
              <a:gd name="GluePoint25Y" fmla="*/ 366 h 483"/>
              <a:gd name="GluePoint26X" fmla="*/ 427 w 750"/>
              <a:gd name="GluePoint26Y" fmla="*/ 408 h 483"/>
              <a:gd name="GluePoint27X" fmla="*/ 448 w 750"/>
              <a:gd name="GluePoint27Y" fmla="*/ 334 h 483"/>
              <a:gd name="GluePoint28X" fmla="*/ 498 w 750"/>
              <a:gd name="GluePoint28Y" fmla="*/ 301 h 483"/>
              <a:gd name="GluePoint29X" fmla="*/ 551 w 750"/>
              <a:gd name="GluePoint29Y" fmla="*/ 375 h 483"/>
              <a:gd name="GluePoint30X" fmla="*/ 583 w 750"/>
              <a:gd name="GluePoint30Y" fmla="*/ 330 h 483"/>
              <a:gd name="GluePoint31X" fmla="*/ 544 w 750"/>
              <a:gd name="GluePoint31Y" fmla="*/ 279 h 483"/>
              <a:gd name="GluePoint32X" fmla="*/ 565 w 750"/>
              <a:gd name="GluePoint32Y" fmla="*/ 265 h 483"/>
              <a:gd name="GluePoint33X" fmla="*/ 537 w 750"/>
              <a:gd name="GluePoint33Y" fmla="*/ 269 h 483"/>
              <a:gd name="GluePoint34X" fmla="*/ 572 w 750"/>
              <a:gd name="GluePoint34Y" fmla="*/ 333 h 483"/>
              <a:gd name="GluePoint35X" fmla="*/ 602 w 750"/>
              <a:gd name="GluePoint35Y" fmla="*/ 327 h 483"/>
              <a:gd name="GluePoint36X" fmla="*/ 589 w 750"/>
              <a:gd name="GluePoint36Y" fmla="*/ 271 h 483"/>
              <a:gd name="GluePoint37X" fmla="*/ 650 w 750"/>
              <a:gd name="GluePoint37Y" fmla="*/ 233 h 483"/>
              <a:gd name="GluePoint38X" fmla="*/ 668 w 750"/>
              <a:gd name="GluePoint38Y" fmla="*/ 220 h 483"/>
              <a:gd name="GluePoint39X" fmla="*/ 613 w 750"/>
              <a:gd name="GluePoint39Y" fmla="*/ 169 h 483"/>
              <a:gd name="GluePoint40X" fmla="*/ 644 w 750"/>
              <a:gd name="GluePoint40Y" fmla="*/ 157 h 483"/>
              <a:gd name="GluePoint41X" fmla="*/ 690 w 750"/>
              <a:gd name="GluePoint41Y" fmla="*/ 213 h 483"/>
              <a:gd name="GluePoint42X" fmla="*/ 658 w 750"/>
              <a:gd name="GluePoint42Y" fmla="*/ 175 h 483"/>
              <a:gd name="GluePoint43X" fmla="*/ 620 w 750"/>
              <a:gd name="GluePoint43Y" fmla="*/ 169 h 483"/>
              <a:gd name="GluePoint44X" fmla="*/ 664 w 750"/>
              <a:gd name="GluePoint44Y" fmla="*/ 208 h 483"/>
              <a:gd name="GluePoint45X" fmla="*/ 710 w 750"/>
              <a:gd name="GluePoint45Y" fmla="*/ 149 h 483"/>
              <a:gd name="GluePoint46X" fmla="*/ 697 w 750"/>
              <a:gd name="GluePoint46Y" fmla="*/ 143 h 483"/>
              <a:gd name="GluePoint47X" fmla="*/ 641 w 750"/>
              <a:gd name="GluePoint47Y" fmla="*/ 104 h 483"/>
              <a:gd name="GluePoint48X" fmla="*/ 692 w 750"/>
              <a:gd name="GluePoint48Y" fmla="*/ 96 h 483"/>
              <a:gd name="GluePoint49X" fmla="*/ 709 w 750"/>
              <a:gd name="GluePoint49Y" fmla="*/ 135 h 483"/>
              <a:gd name="GluePoint50X" fmla="*/ 650 w 750"/>
              <a:gd name="GluePoint50Y" fmla="*/ 108 h 483"/>
              <a:gd name="GluePoint51X" fmla="*/ 667 w 750"/>
              <a:gd name="GluePoint51Y" fmla="*/ 97 h 483"/>
              <a:gd name="GluePoint52X" fmla="*/ 718 w 750"/>
              <a:gd name="GluePoint52Y" fmla="*/ 126 h 483"/>
              <a:gd name="GluePoint53X" fmla="*/ 706 w 750"/>
              <a:gd name="GluePoint53Y" fmla="*/ 61 h 483"/>
              <a:gd name="GluePoint54X" fmla="*/ 732 w 750"/>
              <a:gd name="GluePoint54Y" fmla="*/ 81 h 483"/>
              <a:gd name="GluePoint55X" fmla="*/ 669 w 750"/>
              <a:gd name="GluePoint55Y" fmla="*/ 73 h 483"/>
              <a:gd name="GluePoint56X" fmla="*/ 673 w 750"/>
              <a:gd name="GluePoint56Y" fmla="*/ 53 h 483"/>
              <a:gd name="GluePoint57X" fmla="*/ 654 w 750"/>
              <a:gd name="GluePoint57Y" fmla="*/ 62 h 483"/>
              <a:gd name="GluePoint58X" fmla="*/ 698 w 750"/>
              <a:gd name="GluePoint58Y" fmla="*/ 91 h 483"/>
              <a:gd name="GluePoint59X" fmla="*/ 741 w 750"/>
              <a:gd name="GluePoint59Y" fmla="*/ 77 h 483"/>
              <a:gd name="GluePoint60X" fmla="*/ 662 w 750"/>
              <a:gd name="GluePoint60Y" fmla="*/ 9 h 483"/>
            </a:gdLst>
            <a:ahLst/>
            <a:cxnLst/>
            <a:rect l="textAreaLeft" t="textAreaTop" r="textAreaRight" b="textAreaBottom"/>
            <a:pathLst>
              <a:path w="750" h="483">
                <a:moveTo>
                  <a:pt x="265" y="417"/>
                </a:moveTo>
                <a:lnTo>
                  <a:pt x="258" y="417"/>
                </a:lnTo>
                <a:lnTo>
                  <a:pt x="258" y="414"/>
                </a:lnTo>
                <a:lnTo>
                  <a:pt x="257" y="411"/>
                </a:lnTo>
                <a:lnTo>
                  <a:pt x="257" y="408"/>
                </a:lnTo>
                <a:lnTo>
                  <a:pt x="256" y="405"/>
                </a:lnTo>
                <a:lnTo>
                  <a:pt x="255" y="404"/>
                </a:lnTo>
                <a:lnTo>
                  <a:pt x="253" y="403"/>
                </a:lnTo>
                <a:lnTo>
                  <a:pt x="251" y="401"/>
                </a:lnTo>
                <a:lnTo>
                  <a:pt x="249" y="401"/>
                </a:lnTo>
                <a:lnTo>
                  <a:pt x="246" y="401"/>
                </a:lnTo>
                <a:lnTo>
                  <a:pt x="244" y="402"/>
                </a:lnTo>
                <a:lnTo>
                  <a:pt x="241" y="404"/>
                </a:lnTo>
                <a:lnTo>
                  <a:pt x="241" y="405"/>
                </a:lnTo>
                <a:lnTo>
                  <a:pt x="239" y="408"/>
                </a:lnTo>
                <a:lnTo>
                  <a:pt x="238" y="410"/>
                </a:lnTo>
                <a:lnTo>
                  <a:pt x="238" y="414"/>
                </a:lnTo>
                <a:lnTo>
                  <a:pt x="238" y="417"/>
                </a:lnTo>
                <a:lnTo>
                  <a:pt x="238" y="420"/>
                </a:lnTo>
                <a:lnTo>
                  <a:pt x="238" y="421"/>
                </a:lnTo>
                <a:lnTo>
                  <a:pt x="238" y="423"/>
                </a:lnTo>
                <a:lnTo>
                  <a:pt x="239" y="425"/>
                </a:lnTo>
                <a:lnTo>
                  <a:pt x="240" y="426"/>
                </a:lnTo>
                <a:lnTo>
                  <a:pt x="241" y="428"/>
                </a:lnTo>
                <a:lnTo>
                  <a:pt x="242" y="429"/>
                </a:lnTo>
                <a:lnTo>
                  <a:pt x="244" y="430"/>
                </a:lnTo>
                <a:lnTo>
                  <a:pt x="245" y="431"/>
                </a:lnTo>
                <a:lnTo>
                  <a:pt x="249" y="433"/>
                </a:lnTo>
                <a:lnTo>
                  <a:pt x="251" y="434"/>
                </a:lnTo>
                <a:lnTo>
                  <a:pt x="253" y="434"/>
                </a:lnTo>
                <a:lnTo>
                  <a:pt x="257" y="437"/>
                </a:lnTo>
                <a:lnTo>
                  <a:pt x="260" y="439"/>
                </a:lnTo>
                <a:lnTo>
                  <a:pt x="262" y="442"/>
                </a:lnTo>
                <a:lnTo>
                  <a:pt x="264" y="444"/>
                </a:lnTo>
                <a:lnTo>
                  <a:pt x="265" y="447"/>
                </a:lnTo>
                <a:lnTo>
                  <a:pt x="266" y="450"/>
                </a:lnTo>
                <a:lnTo>
                  <a:pt x="267" y="454"/>
                </a:lnTo>
                <a:lnTo>
                  <a:pt x="267" y="458"/>
                </a:lnTo>
                <a:lnTo>
                  <a:pt x="266" y="463"/>
                </a:lnTo>
                <a:lnTo>
                  <a:pt x="265" y="469"/>
                </a:lnTo>
                <a:lnTo>
                  <a:pt x="265" y="471"/>
                </a:lnTo>
                <a:lnTo>
                  <a:pt x="264" y="473"/>
                </a:lnTo>
                <a:lnTo>
                  <a:pt x="263" y="475"/>
                </a:lnTo>
                <a:lnTo>
                  <a:pt x="261" y="477"/>
                </a:lnTo>
                <a:lnTo>
                  <a:pt x="261" y="478"/>
                </a:lnTo>
                <a:lnTo>
                  <a:pt x="259" y="479"/>
                </a:lnTo>
                <a:lnTo>
                  <a:pt x="257" y="481"/>
                </a:lnTo>
                <a:lnTo>
                  <a:pt x="256" y="482"/>
                </a:lnTo>
                <a:lnTo>
                  <a:pt x="254" y="482"/>
                </a:lnTo>
                <a:lnTo>
                  <a:pt x="253" y="483"/>
                </a:lnTo>
                <a:lnTo>
                  <a:pt x="250" y="483"/>
                </a:lnTo>
                <a:lnTo>
                  <a:pt x="248" y="483"/>
                </a:lnTo>
                <a:lnTo>
                  <a:pt x="245" y="483"/>
                </a:lnTo>
                <a:lnTo>
                  <a:pt x="242" y="482"/>
                </a:lnTo>
                <a:lnTo>
                  <a:pt x="240" y="482"/>
                </a:lnTo>
                <a:lnTo>
                  <a:pt x="237" y="481"/>
                </a:lnTo>
                <a:lnTo>
                  <a:pt x="236" y="478"/>
                </a:lnTo>
                <a:lnTo>
                  <a:pt x="234" y="476"/>
                </a:lnTo>
                <a:lnTo>
                  <a:pt x="232" y="474"/>
                </a:lnTo>
                <a:lnTo>
                  <a:pt x="231" y="470"/>
                </a:lnTo>
                <a:lnTo>
                  <a:pt x="231" y="468"/>
                </a:lnTo>
                <a:lnTo>
                  <a:pt x="230" y="464"/>
                </a:lnTo>
                <a:lnTo>
                  <a:pt x="230" y="459"/>
                </a:lnTo>
                <a:lnTo>
                  <a:pt x="230" y="454"/>
                </a:lnTo>
                <a:lnTo>
                  <a:pt x="236" y="454"/>
                </a:lnTo>
                <a:lnTo>
                  <a:pt x="236" y="459"/>
                </a:lnTo>
                <a:lnTo>
                  <a:pt x="236" y="464"/>
                </a:lnTo>
                <a:lnTo>
                  <a:pt x="237" y="467"/>
                </a:lnTo>
                <a:lnTo>
                  <a:pt x="239" y="470"/>
                </a:lnTo>
                <a:lnTo>
                  <a:pt x="240" y="471"/>
                </a:lnTo>
                <a:lnTo>
                  <a:pt x="241" y="473"/>
                </a:lnTo>
                <a:lnTo>
                  <a:pt x="241" y="474"/>
                </a:lnTo>
                <a:lnTo>
                  <a:pt x="243" y="474"/>
                </a:lnTo>
                <a:lnTo>
                  <a:pt x="244" y="474"/>
                </a:lnTo>
                <a:lnTo>
                  <a:pt x="245" y="475"/>
                </a:lnTo>
                <a:lnTo>
                  <a:pt x="247" y="475"/>
                </a:lnTo>
                <a:lnTo>
                  <a:pt x="249" y="475"/>
                </a:lnTo>
                <a:lnTo>
                  <a:pt x="251" y="475"/>
                </a:lnTo>
                <a:lnTo>
                  <a:pt x="253" y="474"/>
                </a:lnTo>
                <a:lnTo>
                  <a:pt x="255" y="473"/>
                </a:lnTo>
                <a:lnTo>
                  <a:pt x="257" y="471"/>
                </a:lnTo>
                <a:lnTo>
                  <a:pt x="258" y="469"/>
                </a:lnTo>
                <a:lnTo>
                  <a:pt x="259" y="466"/>
                </a:lnTo>
                <a:lnTo>
                  <a:pt x="260" y="463"/>
                </a:lnTo>
                <a:lnTo>
                  <a:pt x="260" y="460"/>
                </a:lnTo>
                <a:lnTo>
                  <a:pt x="260" y="457"/>
                </a:lnTo>
                <a:lnTo>
                  <a:pt x="259" y="454"/>
                </a:lnTo>
                <a:lnTo>
                  <a:pt x="258" y="453"/>
                </a:lnTo>
                <a:lnTo>
                  <a:pt x="257" y="450"/>
                </a:lnTo>
                <a:lnTo>
                  <a:pt x="257" y="449"/>
                </a:lnTo>
                <a:lnTo>
                  <a:pt x="255" y="447"/>
                </a:lnTo>
                <a:lnTo>
                  <a:pt x="253" y="446"/>
                </a:lnTo>
                <a:lnTo>
                  <a:pt x="251" y="445"/>
                </a:lnTo>
                <a:lnTo>
                  <a:pt x="251" y="445"/>
                </a:lnTo>
                <a:lnTo>
                  <a:pt x="250" y="444"/>
                </a:lnTo>
                <a:lnTo>
                  <a:pt x="249" y="443"/>
                </a:lnTo>
                <a:lnTo>
                  <a:pt x="246" y="442"/>
                </a:lnTo>
                <a:lnTo>
                  <a:pt x="241" y="439"/>
                </a:lnTo>
                <a:lnTo>
                  <a:pt x="238" y="437"/>
                </a:lnTo>
                <a:lnTo>
                  <a:pt x="236" y="436"/>
                </a:lnTo>
                <a:lnTo>
                  <a:pt x="234" y="434"/>
                </a:lnTo>
                <a:lnTo>
                  <a:pt x="233" y="432"/>
                </a:lnTo>
                <a:lnTo>
                  <a:pt x="232" y="430"/>
                </a:lnTo>
                <a:lnTo>
                  <a:pt x="232" y="427"/>
                </a:lnTo>
                <a:lnTo>
                  <a:pt x="231" y="424"/>
                </a:lnTo>
                <a:lnTo>
                  <a:pt x="231" y="421"/>
                </a:lnTo>
                <a:lnTo>
                  <a:pt x="231" y="417"/>
                </a:lnTo>
                <a:lnTo>
                  <a:pt x="231" y="412"/>
                </a:lnTo>
                <a:lnTo>
                  <a:pt x="232" y="407"/>
                </a:lnTo>
                <a:lnTo>
                  <a:pt x="232" y="405"/>
                </a:lnTo>
                <a:lnTo>
                  <a:pt x="233" y="403"/>
                </a:lnTo>
                <a:lnTo>
                  <a:pt x="234" y="401"/>
                </a:lnTo>
                <a:lnTo>
                  <a:pt x="235" y="399"/>
                </a:lnTo>
                <a:lnTo>
                  <a:pt x="236" y="397"/>
                </a:lnTo>
                <a:lnTo>
                  <a:pt x="237" y="397"/>
                </a:lnTo>
                <a:lnTo>
                  <a:pt x="239" y="395"/>
                </a:lnTo>
                <a:lnTo>
                  <a:pt x="241" y="394"/>
                </a:lnTo>
                <a:lnTo>
                  <a:pt x="242" y="393"/>
                </a:lnTo>
                <a:lnTo>
                  <a:pt x="244" y="393"/>
                </a:lnTo>
                <a:lnTo>
                  <a:pt x="245" y="393"/>
                </a:lnTo>
                <a:lnTo>
                  <a:pt x="248" y="393"/>
                </a:lnTo>
                <a:lnTo>
                  <a:pt x="249" y="393"/>
                </a:lnTo>
                <a:lnTo>
                  <a:pt x="252" y="393"/>
                </a:lnTo>
                <a:lnTo>
                  <a:pt x="253" y="393"/>
                </a:lnTo>
                <a:lnTo>
                  <a:pt x="256" y="394"/>
                </a:lnTo>
                <a:lnTo>
                  <a:pt x="257" y="395"/>
                </a:lnTo>
                <a:lnTo>
                  <a:pt x="258" y="396"/>
                </a:lnTo>
                <a:lnTo>
                  <a:pt x="260" y="397"/>
                </a:lnTo>
                <a:lnTo>
                  <a:pt x="261" y="399"/>
                </a:lnTo>
                <a:lnTo>
                  <a:pt x="262" y="401"/>
                </a:lnTo>
                <a:lnTo>
                  <a:pt x="263" y="403"/>
                </a:lnTo>
                <a:lnTo>
                  <a:pt x="264" y="405"/>
                </a:lnTo>
                <a:lnTo>
                  <a:pt x="264" y="407"/>
                </a:lnTo>
                <a:lnTo>
                  <a:pt x="265" y="412"/>
                </a:lnTo>
                <a:lnTo>
                  <a:pt x="265" y="417"/>
                </a:lnTo>
                <a:lnTo>
                  <a:pt x="265" y="417"/>
                </a:lnTo>
                <a:close/>
                <a:moveTo>
                  <a:pt x="16" y="438"/>
                </a:moveTo>
                <a:lnTo>
                  <a:pt x="18" y="438"/>
                </a:lnTo>
                <a:lnTo>
                  <a:pt x="20" y="438"/>
                </a:lnTo>
                <a:lnTo>
                  <a:pt x="21" y="437"/>
                </a:lnTo>
                <a:lnTo>
                  <a:pt x="23" y="436"/>
                </a:lnTo>
                <a:lnTo>
                  <a:pt x="24" y="435"/>
                </a:lnTo>
                <a:lnTo>
                  <a:pt x="27" y="434"/>
                </a:lnTo>
                <a:lnTo>
                  <a:pt x="28" y="433"/>
                </a:lnTo>
                <a:lnTo>
                  <a:pt x="29" y="431"/>
                </a:lnTo>
                <a:lnTo>
                  <a:pt x="30" y="430"/>
                </a:lnTo>
                <a:lnTo>
                  <a:pt x="32" y="428"/>
                </a:lnTo>
                <a:lnTo>
                  <a:pt x="32" y="425"/>
                </a:lnTo>
                <a:lnTo>
                  <a:pt x="34" y="423"/>
                </a:lnTo>
                <a:lnTo>
                  <a:pt x="58" y="358"/>
                </a:lnTo>
                <a:lnTo>
                  <a:pt x="51" y="355"/>
                </a:lnTo>
                <a:lnTo>
                  <a:pt x="27" y="420"/>
                </a:lnTo>
                <a:lnTo>
                  <a:pt x="25" y="423"/>
                </a:lnTo>
                <a:lnTo>
                  <a:pt x="24" y="425"/>
                </a:lnTo>
                <a:lnTo>
                  <a:pt x="23" y="426"/>
                </a:lnTo>
                <a:lnTo>
                  <a:pt x="20" y="428"/>
                </a:lnTo>
                <a:lnTo>
                  <a:pt x="19" y="429"/>
                </a:lnTo>
                <a:lnTo>
                  <a:pt x="17" y="429"/>
                </a:lnTo>
                <a:lnTo>
                  <a:pt x="15" y="429"/>
                </a:lnTo>
                <a:lnTo>
                  <a:pt x="13" y="428"/>
                </a:lnTo>
                <a:lnTo>
                  <a:pt x="12" y="427"/>
                </a:lnTo>
                <a:lnTo>
                  <a:pt x="10" y="425"/>
                </a:lnTo>
                <a:lnTo>
                  <a:pt x="9" y="424"/>
                </a:lnTo>
                <a:lnTo>
                  <a:pt x="8" y="421"/>
                </a:lnTo>
                <a:lnTo>
                  <a:pt x="8" y="419"/>
                </a:lnTo>
                <a:lnTo>
                  <a:pt x="8" y="417"/>
                </a:lnTo>
                <a:lnTo>
                  <a:pt x="8" y="414"/>
                </a:lnTo>
                <a:lnTo>
                  <a:pt x="8" y="411"/>
                </a:lnTo>
                <a:lnTo>
                  <a:pt x="33" y="346"/>
                </a:lnTo>
                <a:lnTo>
                  <a:pt x="26" y="342"/>
                </a:lnTo>
                <a:lnTo>
                  <a:pt x="2" y="407"/>
                </a:lnTo>
                <a:lnTo>
                  <a:pt x="1" y="410"/>
                </a:lnTo>
                <a:lnTo>
                  <a:pt x="0" y="412"/>
                </a:lnTo>
                <a:lnTo>
                  <a:pt x="0" y="414"/>
                </a:lnTo>
                <a:lnTo>
                  <a:pt x="0" y="417"/>
                </a:lnTo>
                <a:lnTo>
                  <a:pt x="0" y="419"/>
                </a:lnTo>
                <a:lnTo>
                  <a:pt x="0" y="421"/>
                </a:lnTo>
                <a:lnTo>
                  <a:pt x="0" y="423"/>
                </a:lnTo>
                <a:lnTo>
                  <a:pt x="1" y="425"/>
                </a:lnTo>
                <a:lnTo>
                  <a:pt x="3" y="428"/>
                </a:lnTo>
                <a:lnTo>
                  <a:pt x="4" y="430"/>
                </a:lnTo>
                <a:lnTo>
                  <a:pt x="5" y="432"/>
                </a:lnTo>
                <a:lnTo>
                  <a:pt x="7" y="434"/>
                </a:lnTo>
                <a:lnTo>
                  <a:pt x="8" y="435"/>
                </a:lnTo>
                <a:lnTo>
                  <a:pt x="11" y="436"/>
                </a:lnTo>
                <a:lnTo>
                  <a:pt x="14" y="438"/>
                </a:lnTo>
                <a:lnTo>
                  <a:pt x="16" y="438"/>
                </a:lnTo>
                <a:lnTo>
                  <a:pt x="16" y="438"/>
                </a:lnTo>
                <a:close/>
                <a:moveTo>
                  <a:pt x="68" y="458"/>
                </a:moveTo>
                <a:lnTo>
                  <a:pt x="68" y="373"/>
                </a:lnTo>
                <a:lnTo>
                  <a:pt x="44" y="450"/>
                </a:lnTo>
                <a:lnTo>
                  <a:pt x="37" y="447"/>
                </a:lnTo>
                <a:lnTo>
                  <a:pt x="64" y="361"/>
                </a:lnTo>
                <a:lnTo>
                  <a:pt x="75" y="365"/>
                </a:lnTo>
                <a:lnTo>
                  <a:pt x="74" y="435"/>
                </a:lnTo>
                <a:lnTo>
                  <a:pt x="91" y="370"/>
                </a:lnTo>
                <a:lnTo>
                  <a:pt x="98" y="373"/>
                </a:lnTo>
                <a:lnTo>
                  <a:pt x="75" y="460"/>
                </a:lnTo>
                <a:lnTo>
                  <a:pt x="68" y="458"/>
                </a:lnTo>
                <a:lnTo>
                  <a:pt x="68" y="458"/>
                </a:lnTo>
                <a:close/>
                <a:moveTo>
                  <a:pt x="92" y="466"/>
                </a:moveTo>
                <a:lnTo>
                  <a:pt x="111" y="377"/>
                </a:lnTo>
                <a:lnTo>
                  <a:pt x="104" y="375"/>
                </a:lnTo>
                <a:lnTo>
                  <a:pt x="84" y="463"/>
                </a:lnTo>
                <a:lnTo>
                  <a:pt x="92" y="466"/>
                </a:lnTo>
                <a:lnTo>
                  <a:pt x="92" y="466"/>
                </a:lnTo>
                <a:close/>
                <a:moveTo>
                  <a:pt x="124" y="454"/>
                </a:moveTo>
                <a:lnTo>
                  <a:pt x="123" y="381"/>
                </a:lnTo>
                <a:lnTo>
                  <a:pt x="116" y="378"/>
                </a:lnTo>
                <a:lnTo>
                  <a:pt x="117" y="471"/>
                </a:lnTo>
                <a:lnTo>
                  <a:pt x="124" y="474"/>
                </a:lnTo>
                <a:lnTo>
                  <a:pt x="152" y="386"/>
                </a:lnTo>
                <a:lnTo>
                  <a:pt x="144" y="385"/>
                </a:lnTo>
                <a:lnTo>
                  <a:pt x="124" y="454"/>
                </a:lnTo>
                <a:lnTo>
                  <a:pt x="124" y="454"/>
                </a:lnTo>
                <a:close/>
                <a:moveTo>
                  <a:pt x="146" y="477"/>
                </a:moveTo>
                <a:lnTo>
                  <a:pt x="157" y="387"/>
                </a:lnTo>
                <a:lnTo>
                  <a:pt x="187" y="392"/>
                </a:lnTo>
                <a:lnTo>
                  <a:pt x="186" y="401"/>
                </a:lnTo>
                <a:lnTo>
                  <a:pt x="164" y="397"/>
                </a:lnTo>
                <a:lnTo>
                  <a:pt x="160" y="426"/>
                </a:lnTo>
                <a:lnTo>
                  <a:pt x="177" y="429"/>
                </a:lnTo>
                <a:lnTo>
                  <a:pt x="176" y="438"/>
                </a:lnTo>
                <a:lnTo>
                  <a:pt x="160" y="436"/>
                </a:lnTo>
                <a:lnTo>
                  <a:pt x="155" y="469"/>
                </a:lnTo>
                <a:lnTo>
                  <a:pt x="179" y="472"/>
                </a:lnTo>
                <a:lnTo>
                  <a:pt x="177" y="481"/>
                </a:lnTo>
                <a:lnTo>
                  <a:pt x="146" y="477"/>
                </a:lnTo>
                <a:lnTo>
                  <a:pt x="146" y="477"/>
                </a:lnTo>
                <a:close/>
                <a:moveTo>
                  <a:pt x="224" y="483"/>
                </a:moveTo>
                <a:lnTo>
                  <a:pt x="214" y="438"/>
                </a:lnTo>
                <a:lnTo>
                  <a:pt x="216" y="438"/>
                </a:lnTo>
                <a:lnTo>
                  <a:pt x="216" y="437"/>
                </a:lnTo>
                <a:lnTo>
                  <a:pt x="217" y="436"/>
                </a:lnTo>
                <a:lnTo>
                  <a:pt x="219" y="434"/>
                </a:lnTo>
                <a:lnTo>
                  <a:pt x="220" y="432"/>
                </a:lnTo>
                <a:lnTo>
                  <a:pt x="222" y="430"/>
                </a:lnTo>
                <a:lnTo>
                  <a:pt x="223" y="426"/>
                </a:lnTo>
                <a:lnTo>
                  <a:pt x="224" y="423"/>
                </a:lnTo>
                <a:lnTo>
                  <a:pt x="224" y="423"/>
                </a:lnTo>
                <a:lnTo>
                  <a:pt x="224" y="422"/>
                </a:lnTo>
                <a:lnTo>
                  <a:pt x="225" y="420"/>
                </a:lnTo>
                <a:lnTo>
                  <a:pt x="225" y="414"/>
                </a:lnTo>
                <a:lnTo>
                  <a:pt x="225" y="410"/>
                </a:lnTo>
                <a:lnTo>
                  <a:pt x="224" y="407"/>
                </a:lnTo>
                <a:lnTo>
                  <a:pt x="223" y="403"/>
                </a:lnTo>
                <a:lnTo>
                  <a:pt x="221" y="400"/>
                </a:lnTo>
                <a:lnTo>
                  <a:pt x="220" y="398"/>
                </a:lnTo>
                <a:lnTo>
                  <a:pt x="220" y="397"/>
                </a:lnTo>
                <a:lnTo>
                  <a:pt x="218" y="395"/>
                </a:lnTo>
                <a:lnTo>
                  <a:pt x="216" y="394"/>
                </a:lnTo>
                <a:lnTo>
                  <a:pt x="215" y="393"/>
                </a:lnTo>
                <a:lnTo>
                  <a:pt x="213" y="393"/>
                </a:lnTo>
                <a:lnTo>
                  <a:pt x="211" y="392"/>
                </a:lnTo>
                <a:lnTo>
                  <a:pt x="209" y="392"/>
                </a:lnTo>
                <a:lnTo>
                  <a:pt x="193" y="391"/>
                </a:lnTo>
                <a:lnTo>
                  <a:pt x="189" y="482"/>
                </a:lnTo>
                <a:lnTo>
                  <a:pt x="197" y="482"/>
                </a:lnTo>
                <a:lnTo>
                  <a:pt x="199" y="439"/>
                </a:lnTo>
                <a:lnTo>
                  <a:pt x="206" y="440"/>
                </a:lnTo>
                <a:lnTo>
                  <a:pt x="216" y="483"/>
                </a:lnTo>
                <a:lnTo>
                  <a:pt x="224" y="483"/>
                </a:lnTo>
                <a:lnTo>
                  <a:pt x="224" y="483"/>
                </a:lnTo>
                <a:close/>
                <a:moveTo>
                  <a:pt x="199" y="430"/>
                </a:moveTo>
                <a:lnTo>
                  <a:pt x="200" y="401"/>
                </a:lnTo>
                <a:lnTo>
                  <a:pt x="208" y="401"/>
                </a:lnTo>
                <a:lnTo>
                  <a:pt x="209" y="401"/>
                </a:lnTo>
                <a:lnTo>
                  <a:pt x="212" y="402"/>
                </a:lnTo>
                <a:lnTo>
                  <a:pt x="213" y="403"/>
                </a:lnTo>
                <a:lnTo>
                  <a:pt x="214" y="405"/>
                </a:lnTo>
                <a:lnTo>
                  <a:pt x="216" y="407"/>
                </a:lnTo>
                <a:lnTo>
                  <a:pt x="216" y="409"/>
                </a:lnTo>
                <a:lnTo>
                  <a:pt x="216" y="412"/>
                </a:lnTo>
                <a:lnTo>
                  <a:pt x="216" y="415"/>
                </a:lnTo>
                <a:lnTo>
                  <a:pt x="216" y="418"/>
                </a:lnTo>
                <a:lnTo>
                  <a:pt x="216" y="421"/>
                </a:lnTo>
                <a:lnTo>
                  <a:pt x="214" y="425"/>
                </a:lnTo>
                <a:lnTo>
                  <a:pt x="213" y="427"/>
                </a:lnTo>
                <a:lnTo>
                  <a:pt x="212" y="429"/>
                </a:lnTo>
                <a:lnTo>
                  <a:pt x="210" y="430"/>
                </a:lnTo>
                <a:lnTo>
                  <a:pt x="208" y="430"/>
                </a:lnTo>
                <a:lnTo>
                  <a:pt x="206" y="430"/>
                </a:lnTo>
                <a:lnTo>
                  <a:pt x="199" y="430"/>
                </a:lnTo>
                <a:lnTo>
                  <a:pt x="199" y="430"/>
                </a:lnTo>
                <a:close/>
                <a:moveTo>
                  <a:pt x="285" y="481"/>
                </a:moveTo>
                <a:lnTo>
                  <a:pt x="278" y="390"/>
                </a:lnTo>
                <a:lnTo>
                  <a:pt x="270" y="391"/>
                </a:lnTo>
                <a:lnTo>
                  <a:pt x="278" y="482"/>
                </a:lnTo>
                <a:lnTo>
                  <a:pt x="285" y="481"/>
                </a:lnTo>
                <a:lnTo>
                  <a:pt x="285" y="481"/>
                </a:lnTo>
                <a:close/>
                <a:moveTo>
                  <a:pt x="282" y="398"/>
                </a:moveTo>
                <a:lnTo>
                  <a:pt x="282" y="389"/>
                </a:lnTo>
                <a:lnTo>
                  <a:pt x="318" y="385"/>
                </a:lnTo>
                <a:lnTo>
                  <a:pt x="319" y="393"/>
                </a:lnTo>
                <a:lnTo>
                  <a:pt x="305" y="395"/>
                </a:lnTo>
                <a:lnTo>
                  <a:pt x="314" y="477"/>
                </a:lnTo>
                <a:lnTo>
                  <a:pt x="307" y="478"/>
                </a:lnTo>
                <a:lnTo>
                  <a:pt x="297" y="397"/>
                </a:lnTo>
                <a:lnTo>
                  <a:pt x="282" y="398"/>
                </a:lnTo>
                <a:lnTo>
                  <a:pt x="282" y="398"/>
                </a:lnTo>
                <a:close/>
                <a:moveTo>
                  <a:pt x="344" y="428"/>
                </a:moveTo>
                <a:lnTo>
                  <a:pt x="353" y="470"/>
                </a:lnTo>
                <a:lnTo>
                  <a:pt x="361" y="468"/>
                </a:lnTo>
                <a:lnTo>
                  <a:pt x="351" y="426"/>
                </a:lnTo>
                <a:lnTo>
                  <a:pt x="357" y="374"/>
                </a:lnTo>
                <a:lnTo>
                  <a:pt x="350" y="377"/>
                </a:lnTo>
                <a:lnTo>
                  <a:pt x="345" y="416"/>
                </a:lnTo>
                <a:lnTo>
                  <a:pt x="329" y="381"/>
                </a:lnTo>
                <a:lnTo>
                  <a:pt x="322" y="384"/>
                </a:lnTo>
                <a:lnTo>
                  <a:pt x="344" y="428"/>
                </a:lnTo>
                <a:lnTo>
                  <a:pt x="344" y="428"/>
                </a:lnTo>
                <a:close/>
                <a:moveTo>
                  <a:pt x="427" y="446"/>
                </a:moveTo>
                <a:lnTo>
                  <a:pt x="429" y="445"/>
                </a:lnTo>
                <a:lnTo>
                  <a:pt x="431" y="443"/>
                </a:lnTo>
                <a:lnTo>
                  <a:pt x="433" y="442"/>
                </a:lnTo>
                <a:lnTo>
                  <a:pt x="434" y="440"/>
                </a:lnTo>
                <a:lnTo>
                  <a:pt x="436" y="438"/>
                </a:lnTo>
                <a:lnTo>
                  <a:pt x="437" y="436"/>
                </a:lnTo>
                <a:lnTo>
                  <a:pt x="437" y="433"/>
                </a:lnTo>
                <a:lnTo>
                  <a:pt x="437" y="430"/>
                </a:lnTo>
                <a:lnTo>
                  <a:pt x="438" y="427"/>
                </a:lnTo>
                <a:lnTo>
                  <a:pt x="437" y="423"/>
                </a:lnTo>
                <a:lnTo>
                  <a:pt x="437" y="419"/>
                </a:lnTo>
                <a:lnTo>
                  <a:pt x="436" y="414"/>
                </a:lnTo>
                <a:lnTo>
                  <a:pt x="433" y="403"/>
                </a:lnTo>
                <a:lnTo>
                  <a:pt x="431" y="393"/>
                </a:lnTo>
                <a:lnTo>
                  <a:pt x="429" y="388"/>
                </a:lnTo>
                <a:lnTo>
                  <a:pt x="427" y="383"/>
                </a:lnTo>
                <a:lnTo>
                  <a:pt x="425" y="379"/>
                </a:lnTo>
                <a:lnTo>
                  <a:pt x="423" y="374"/>
                </a:lnTo>
                <a:lnTo>
                  <a:pt x="421" y="370"/>
                </a:lnTo>
                <a:lnTo>
                  <a:pt x="419" y="367"/>
                </a:lnTo>
                <a:lnTo>
                  <a:pt x="417" y="364"/>
                </a:lnTo>
                <a:lnTo>
                  <a:pt x="415" y="362"/>
                </a:lnTo>
                <a:lnTo>
                  <a:pt x="413" y="360"/>
                </a:lnTo>
                <a:lnTo>
                  <a:pt x="411" y="359"/>
                </a:lnTo>
                <a:lnTo>
                  <a:pt x="409" y="358"/>
                </a:lnTo>
                <a:lnTo>
                  <a:pt x="407" y="357"/>
                </a:lnTo>
                <a:lnTo>
                  <a:pt x="405" y="357"/>
                </a:lnTo>
                <a:lnTo>
                  <a:pt x="403" y="357"/>
                </a:lnTo>
                <a:lnTo>
                  <a:pt x="401" y="357"/>
                </a:lnTo>
                <a:lnTo>
                  <a:pt x="398" y="358"/>
                </a:lnTo>
                <a:lnTo>
                  <a:pt x="396" y="360"/>
                </a:lnTo>
                <a:lnTo>
                  <a:pt x="394" y="361"/>
                </a:lnTo>
                <a:lnTo>
                  <a:pt x="393" y="362"/>
                </a:lnTo>
                <a:lnTo>
                  <a:pt x="391" y="364"/>
                </a:lnTo>
                <a:lnTo>
                  <a:pt x="390" y="366"/>
                </a:lnTo>
                <a:lnTo>
                  <a:pt x="389" y="369"/>
                </a:lnTo>
                <a:lnTo>
                  <a:pt x="388" y="371"/>
                </a:lnTo>
                <a:lnTo>
                  <a:pt x="388" y="374"/>
                </a:lnTo>
                <a:lnTo>
                  <a:pt x="388" y="377"/>
                </a:lnTo>
                <a:lnTo>
                  <a:pt x="388" y="381"/>
                </a:lnTo>
                <a:lnTo>
                  <a:pt x="389" y="385"/>
                </a:lnTo>
                <a:lnTo>
                  <a:pt x="389" y="389"/>
                </a:lnTo>
                <a:lnTo>
                  <a:pt x="392" y="399"/>
                </a:lnTo>
                <a:lnTo>
                  <a:pt x="395" y="409"/>
                </a:lnTo>
                <a:lnTo>
                  <a:pt x="398" y="419"/>
                </a:lnTo>
                <a:lnTo>
                  <a:pt x="402" y="429"/>
                </a:lnTo>
                <a:lnTo>
                  <a:pt x="405" y="433"/>
                </a:lnTo>
                <a:lnTo>
                  <a:pt x="407" y="437"/>
                </a:lnTo>
                <a:lnTo>
                  <a:pt x="409" y="440"/>
                </a:lnTo>
                <a:lnTo>
                  <a:pt x="410" y="442"/>
                </a:lnTo>
                <a:lnTo>
                  <a:pt x="413" y="444"/>
                </a:lnTo>
                <a:lnTo>
                  <a:pt x="414" y="446"/>
                </a:lnTo>
                <a:lnTo>
                  <a:pt x="416" y="446"/>
                </a:lnTo>
                <a:lnTo>
                  <a:pt x="418" y="447"/>
                </a:lnTo>
                <a:lnTo>
                  <a:pt x="421" y="447"/>
                </a:lnTo>
                <a:lnTo>
                  <a:pt x="423" y="447"/>
                </a:lnTo>
                <a:lnTo>
                  <a:pt x="425" y="446"/>
                </a:lnTo>
                <a:lnTo>
                  <a:pt x="427" y="446"/>
                </a:lnTo>
                <a:lnTo>
                  <a:pt x="427" y="446"/>
                </a:lnTo>
                <a:close/>
                <a:moveTo>
                  <a:pt x="425" y="438"/>
                </a:moveTo>
                <a:lnTo>
                  <a:pt x="422" y="438"/>
                </a:lnTo>
                <a:lnTo>
                  <a:pt x="421" y="438"/>
                </a:lnTo>
                <a:lnTo>
                  <a:pt x="419" y="438"/>
                </a:lnTo>
                <a:lnTo>
                  <a:pt x="417" y="438"/>
                </a:lnTo>
                <a:lnTo>
                  <a:pt x="417" y="437"/>
                </a:lnTo>
                <a:lnTo>
                  <a:pt x="416" y="436"/>
                </a:lnTo>
                <a:lnTo>
                  <a:pt x="414" y="434"/>
                </a:lnTo>
                <a:lnTo>
                  <a:pt x="413" y="432"/>
                </a:lnTo>
                <a:lnTo>
                  <a:pt x="411" y="430"/>
                </a:lnTo>
                <a:lnTo>
                  <a:pt x="410" y="427"/>
                </a:lnTo>
                <a:lnTo>
                  <a:pt x="408" y="423"/>
                </a:lnTo>
                <a:lnTo>
                  <a:pt x="405" y="417"/>
                </a:lnTo>
                <a:lnTo>
                  <a:pt x="404" y="411"/>
                </a:lnTo>
                <a:lnTo>
                  <a:pt x="401" y="405"/>
                </a:lnTo>
                <a:lnTo>
                  <a:pt x="400" y="401"/>
                </a:lnTo>
                <a:lnTo>
                  <a:pt x="398" y="395"/>
                </a:lnTo>
                <a:lnTo>
                  <a:pt x="397" y="389"/>
                </a:lnTo>
                <a:lnTo>
                  <a:pt x="396" y="386"/>
                </a:lnTo>
                <a:lnTo>
                  <a:pt x="396" y="382"/>
                </a:lnTo>
                <a:lnTo>
                  <a:pt x="395" y="380"/>
                </a:lnTo>
                <a:lnTo>
                  <a:pt x="395" y="377"/>
                </a:lnTo>
                <a:lnTo>
                  <a:pt x="396" y="375"/>
                </a:lnTo>
                <a:lnTo>
                  <a:pt x="396" y="373"/>
                </a:lnTo>
                <a:lnTo>
                  <a:pt x="396" y="372"/>
                </a:lnTo>
                <a:lnTo>
                  <a:pt x="397" y="370"/>
                </a:lnTo>
                <a:lnTo>
                  <a:pt x="397" y="369"/>
                </a:lnTo>
                <a:lnTo>
                  <a:pt x="399" y="368"/>
                </a:lnTo>
                <a:lnTo>
                  <a:pt x="401" y="366"/>
                </a:lnTo>
                <a:lnTo>
                  <a:pt x="403" y="365"/>
                </a:lnTo>
                <a:lnTo>
                  <a:pt x="405" y="365"/>
                </a:lnTo>
                <a:lnTo>
                  <a:pt x="407" y="366"/>
                </a:lnTo>
                <a:lnTo>
                  <a:pt x="408" y="367"/>
                </a:lnTo>
                <a:lnTo>
                  <a:pt x="409" y="368"/>
                </a:lnTo>
                <a:lnTo>
                  <a:pt x="410" y="369"/>
                </a:lnTo>
                <a:lnTo>
                  <a:pt x="412" y="370"/>
                </a:lnTo>
                <a:lnTo>
                  <a:pt x="413" y="372"/>
                </a:lnTo>
                <a:lnTo>
                  <a:pt x="414" y="374"/>
                </a:lnTo>
                <a:lnTo>
                  <a:pt x="416" y="377"/>
                </a:lnTo>
                <a:lnTo>
                  <a:pt x="417" y="381"/>
                </a:lnTo>
                <a:lnTo>
                  <a:pt x="420" y="385"/>
                </a:lnTo>
                <a:lnTo>
                  <a:pt x="421" y="391"/>
                </a:lnTo>
                <a:lnTo>
                  <a:pt x="423" y="396"/>
                </a:lnTo>
                <a:lnTo>
                  <a:pt x="425" y="401"/>
                </a:lnTo>
                <a:lnTo>
                  <a:pt x="427" y="408"/>
                </a:lnTo>
                <a:lnTo>
                  <a:pt x="429" y="414"/>
                </a:lnTo>
                <a:lnTo>
                  <a:pt x="429" y="418"/>
                </a:lnTo>
                <a:lnTo>
                  <a:pt x="430" y="421"/>
                </a:lnTo>
                <a:lnTo>
                  <a:pt x="430" y="425"/>
                </a:lnTo>
                <a:lnTo>
                  <a:pt x="430" y="427"/>
                </a:lnTo>
                <a:lnTo>
                  <a:pt x="430" y="429"/>
                </a:lnTo>
                <a:lnTo>
                  <a:pt x="430" y="431"/>
                </a:lnTo>
                <a:lnTo>
                  <a:pt x="429" y="433"/>
                </a:lnTo>
                <a:lnTo>
                  <a:pt x="429" y="434"/>
                </a:lnTo>
                <a:lnTo>
                  <a:pt x="429" y="435"/>
                </a:lnTo>
                <a:lnTo>
                  <a:pt x="427" y="437"/>
                </a:lnTo>
                <a:lnTo>
                  <a:pt x="425" y="438"/>
                </a:lnTo>
                <a:lnTo>
                  <a:pt x="425" y="438"/>
                </a:lnTo>
                <a:close/>
                <a:moveTo>
                  <a:pt x="454" y="434"/>
                </a:moveTo>
                <a:lnTo>
                  <a:pt x="421" y="349"/>
                </a:lnTo>
                <a:lnTo>
                  <a:pt x="448" y="334"/>
                </a:lnTo>
                <a:lnTo>
                  <a:pt x="452" y="343"/>
                </a:lnTo>
                <a:lnTo>
                  <a:pt x="431" y="353"/>
                </a:lnTo>
                <a:lnTo>
                  <a:pt x="441" y="377"/>
                </a:lnTo>
                <a:lnTo>
                  <a:pt x="459" y="367"/>
                </a:lnTo>
                <a:lnTo>
                  <a:pt x="462" y="375"/>
                </a:lnTo>
                <a:lnTo>
                  <a:pt x="444" y="385"/>
                </a:lnTo>
                <a:lnTo>
                  <a:pt x="461" y="430"/>
                </a:lnTo>
                <a:lnTo>
                  <a:pt x="454" y="434"/>
                </a:lnTo>
                <a:lnTo>
                  <a:pt x="454" y="434"/>
                </a:lnTo>
                <a:close/>
                <a:moveTo>
                  <a:pt x="471" y="330"/>
                </a:moveTo>
                <a:lnTo>
                  <a:pt x="484" y="321"/>
                </a:lnTo>
                <a:lnTo>
                  <a:pt x="526" y="392"/>
                </a:lnTo>
                <a:lnTo>
                  <a:pt x="533" y="388"/>
                </a:lnTo>
                <a:lnTo>
                  <a:pt x="490" y="317"/>
                </a:lnTo>
                <a:lnTo>
                  <a:pt x="503" y="308"/>
                </a:lnTo>
                <a:lnTo>
                  <a:pt x="498" y="301"/>
                </a:lnTo>
                <a:lnTo>
                  <a:pt x="466" y="323"/>
                </a:lnTo>
                <a:lnTo>
                  <a:pt x="471" y="330"/>
                </a:lnTo>
                <a:lnTo>
                  <a:pt x="471" y="330"/>
                </a:lnTo>
                <a:close/>
                <a:moveTo>
                  <a:pt x="551" y="375"/>
                </a:moveTo>
                <a:lnTo>
                  <a:pt x="503" y="297"/>
                </a:lnTo>
                <a:lnTo>
                  <a:pt x="527" y="277"/>
                </a:lnTo>
                <a:lnTo>
                  <a:pt x="532" y="284"/>
                </a:lnTo>
                <a:lnTo>
                  <a:pt x="514" y="299"/>
                </a:lnTo>
                <a:lnTo>
                  <a:pt x="529" y="324"/>
                </a:lnTo>
                <a:lnTo>
                  <a:pt x="542" y="312"/>
                </a:lnTo>
                <a:lnTo>
                  <a:pt x="547" y="319"/>
                </a:lnTo>
                <a:lnTo>
                  <a:pt x="533" y="331"/>
                </a:lnTo>
                <a:lnTo>
                  <a:pt x="553" y="363"/>
                </a:lnTo>
                <a:lnTo>
                  <a:pt x="572" y="346"/>
                </a:lnTo>
                <a:lnTo>
                  <a:pt x="576" y="353"/>
                </a:lnTo>
                <a:lnTo>
                  <a:pt x="551" y="375"/>
                </a:lnTo>
                <a:lnTo>
                  <a:pt x="551" y="375"/>
                </a:lnTo>
                <a:close/>
                <a:moveTo>
                  <a:pt x="588" y="306"/>
                </a:moveTo>
                <a:lnTo>
                  <a:pt x="591" y="311"/>
                </a:lnTo>
                <a:lnTo>
                  <a:pt x="593" y="315"/>
                </a:lnTo>
                <a:lnTo>
                  <a:pt x="595" y="319"/>
                </a:lnTo>
                <a:lnTo>
                  <a:pt x="595" y="321"/>
                </a:lnTo>
                <a:lnTo>
                  <a:pt x="595" y="324"/>
                </a:lnTo>
                <a:lnTo>
                  <a:pt x="595" y="326"/>
                </a:lnTo>
                <a:lnTo>
                  <a:pt x="594" y="328"/>
                </a:lnTo>
                <a:lnTo>
                  <a:pt x="593" y="329"/>
                </a:lnTo>
                <a:lnTo>
                  <a:pt x="590" y="330"/>
                </a:lnTo>
                <a:lnTo>
                  <a:pt x="589" y="332"/>
                </a:lnTo>
                <a:lnTo>
                  <a:pt x="588" y="332"/>
                </a:lnTo>
                <a:lnTo>
                  <a:pt x="586" y="332"/>
                </a:lnTo>
                <a:lnTo>
                  <a:pt x="585" y="331"/>
                </a:lnTo>
                <a:lnTo>
                  <a:pt x="583" y="330"/>
                </a:lnTo>
                <a:lnTo>
                  <a:pt x="581" y="330"/>
                </a:lnTo>
                <a:lnTo>
                  <a:pt x="580" y="329"/>
                </a:lnTo>
                <a:lnTo>
                  <a:pt x="577" y="327"/>
                </a:lnTo>
                <a:lnTo>
                  <a:pt x="575" y="325"/>
                </a:lnTo>
                <a:lnTo>
                  <a:pt x="573" y="322"/>
                </a:lnTo>
                <a:lnTo>
                  <a:pt x="569" y="317"/>
                </a:lnTo>
                <a:lnTo>
                  <a:pt x="565" y="313"/>
                </a:lnTo>
                <a:lnTo>
                  <a:pt x="561" y="309"/>
                </a:lnTo>
                <a:lnTo>
                  <a:pt x="557" y="304"/>
                </a:lnTo>
                <a:lnTo>
                  <a:pt x="553" y="298"/>
                </a:lnTo>
                <a:lnTo>
                  <a:pt x="550" y="293"/>
                </a:lnTo>
                <a:lnTo>
                  <a:pt x="548" y="289"/>
                </a:lnTo>
                <a:lnTo>
                  <a:pt x="546" y="286"/>
                </a:lnTo>
                <a:lnTo>
                  <a:pt x="545" y="283"/>
                </a:lnTo>
                <a:lnTo>
                  <a:pt x="545" y="281"/>
                </a:lnTo>
                <a:lnTo>
                  <a:pt x="544" y="279"/>
                </a:lnTo>
                <a:lnTo>
                  <a:pt x="544" y="277"/>
                </a:lnTo>
                <a:lnTo>
                  <a:pt x="544" y="275"/>
                </a:lnTo>
                <a:lnTo>
                  <a:pt x="544" y="274"/>
                </a:lnTo>
                <a:lnTo>
                  <a:pt x="544" y="273"/>
                </a:lnTo>
                <a:lnTo>
                  <a:pt x="545" y="270"/>
                </a:lnTo>
                <a:lnTo>
                  <a:pt x="546" y="269"/>
                </a:lnTo>
                <a:lnTo>
                  <a:pt x="548" y="268"/>
                </a:lnTo>
                <a:lnTo>
                  <a:pt x="549" y="266"/>
                </a:lnTo>
                <a:lnTo>
                  <a:pt x="551" y="265"/>
                </a:lnTo>
                <a:lnTo>
                  <a:pt x="553" y="266"/>
                </a:lnTo>
                <a:lnTo>
                  <a:pt x="555" y="267"/>
                </a:lnTo>
                <a:lnTo>
                  <a:pt x="557" y="269"/>
                </a:lnTo>
                <a:lnTo>
                  <a:pt x="561" y="271"/>
                </a:lnTo>
                <a:lnTo>
                  <a:pt x="564" y="275"/>
                </a:lnTo>
                <a:lnTo>
                  <a:pt x="569" y="269"/>
                </a:lnTo>
                <a:lnTo>
                  <a:pt x="565" y="265"/>
                </a:lnTo>
                <a:lnTo>
                  <a:pt x="562" y="261"/>
                </a:lnTo>
                <a:lnTo>
                  <a:pt x="560" y="260"/>
                </a:lnTo>
                <a:lnTo>
                  <a:pt x="558" y="259"/>
                </a:lnTo>
                <a:lnTo>
                  <a:pt x="557" y="258"/>
                </a:lnTo>
                <a:lnTo>
                  <a:pt x="555" y="257"/>
                </a:lnTo>
                <a:lnTo>
                  <a:pt x="553" y="257"/>
                </a:lnTo>
                <a:lnTo>
                  <a:pt x="551" y="257"/>
                </a:lnTo>
                <a:lnTo>
                  <a:pt x="549" y="257"/>
                </a:lnTo>
                <a:lnTo>
                  <a:pt x="548" y="258"/>
                </a:lnTo>
                <a:lnTo>
                  <a:pt x="546" y="258"/>
                </a:lnTo>
                <a:lnTo>
                  <a:pt x="545" y="260"/>
                </a:lnTo>
                <a:lnTo>
                  <a:pt x="543" y="261"/>
                </a:lnTo>
                <a:lnTo>
                  <a:pt x="541" y="262"/>
                </a:lnTo>
                <a:lnTo>
                  <a:pt x="540" y="264"/>
                </a:lnTo>
                <a:lnTo>
                  <a:pt x="538" y="266"/>
                </a:lnTo>
                <a:lnTo>
                  <a:pt x="537" y="269"/>
                </a:lnTo>
                <a:lnTo>
                  <a:pt x="537" y="271"/>
                </a:lnTo>
                <a:lnTo>
                  <a:pt x="537" y="273"/>
                </a:lnTo>
                <a:lnTo>
                  <a:pt x="536" y="276"/>
                </a:lnTo>
                <a:lnTo>
                  <a:pt x="536" y="278"/>
                </a:lnTo>
                <a:lnTo>
                  <a:pt x="537" y="281"/>
                </a:lnTo>
                <a:lnTo>
                  <a:pt x="537" y="284"/>
                </a:lnTo>
                <a:lnTo>
                  <a:pt x="539" y="288"/>
                </a:lnTo>
                <a:lnTo>
                  <a:pt x="541" y="292"/>
                </a:lnTo>
                <a:lnTo>
                  <a:pt x="544" y="297"/>
                </a:lnTo>
                <a:lnTo>
                  <a:pt x="546" y="301"/>
                </a:lnTo>
                <a:lnTo>
                  <a:pt x="549" y="305"/>
                </a:lnTo>
                <a:lnTo>
                  <a:pt x="552" y="310"/>
                </a:lnTo>
                <a:lnTo>
                  <a:pt x="555" y="314"/>
                </a:lnTo>
                <a:lnTo>
                  <a:pt x="562" y="322"/>
                </a:lnTo>
                <a:lnTo>
                  <a:pt x="569" y="329"/>
                </a:lnTo>
                <a:lnTo>
                  <a:pt x="572" y="333"/>
                </a:lnTo>
                <a:lnTo>
                  <a:pt x="575" y="336"/>
                </a:lnTo>
                <a:lnTo>
                  <a:pt x="578" y="338"/>
                </a:lnTo>
                <a:lnTo>
                  <a:pt x="581" y="339"/>
                </a:lnTo>
                <a:lnTo>
                  <a:pt x="583" y="340"/>
                </a:lnTo>
                <a:lnTo>
                  <a:pt x="585" y="341"/>
                </a:lnTo>
                <a:lnTo>
                  <a:pt x="587" y="341"/>
                </a:lnTo>
                <a:lnTo>
                  <a:pt x="589" y="340"/>
                </a:lnTo>
                <a:lnTo>
                  <a:pt x="592" y="340"/>
                </a:lnTo>
                <a:lnTo>
                  <a:pt x="593" y="338"/>
                </a:lnTo>
                <a:lnTo>
                  <a:pt x="596" y="337"/>
                </a:lnTo>
                <a:lnTo>
                  <a:pt x="597" y="336"/>
                </a:lnTo>
                <a:lnTo>
                  <a:pt x="599" y="334"/>
                </a:lnTo>
                <a:lnTo>
                  <a:pt x="600" y="333"/>
                </a:lnTo>
                <a:lnTo>
                  <a:pt x="601" y="330"/>
                </a:lnTo>
                <a:lnTo>
                  <a:pt x="601" y="329"/>
                </a:lnTo>
                <a:lnTo>
                  <a:pt x="602" y="327"/>
                </a:lnTo>
                <a:lnTo>
                  <a:pt x="603" y="325"/>
                </a:lnTo>
                <a:lnTo>
                  <a:pt x="603" y="322"/>
                </a:lnTo>
                <a:lnTo>
                  <a:pt x="603" y="321"/>
                </a:lnTo>
                <a:lnTo>
                  <a:pt x="602" y="318"/>
                </a:lnTo>
                <a:lnTo>
                  <a:pt x="601" y="316"/>
                </a:lnTo>
                <a:lnTo>
                  <a:pt x="601" y="313"/>
                </a:lnTo>
                <a:lnTo>
                  <a:pt x="600" y="311"/>
                </a:lnTo>
                <a:lnTo>
                  <a:pt x="597" y="306"/>
                </a:lnTo>
                <a:lnTo>
                  <a:pt x="593" y="301"/>
                </a:lnTo>
                <a:lnTo>
                  <a:pt x="588" y="306"/>
                </a:lnTo>
                <a:lnTo>
                  <a:pt x="588" y="306"/>
                </a:lnTo>
                <a:close/>
                <a:moveTo>
                  <a:pt x="642" y="284"/>
                </a:moveTo>
                <a:lnTo>
                  <a:pt x="579" y="218"/>
                </a:lnTo>
                <a:lnTo>
                  <a:pt x="573" y="225"/>
                </a:lnTo>
                <a:lnTo>
                  <a:pt x="603" y="253"/>
                </a:lnTo>
                <a:lnTo>
                  <a:pt x="589" y="271"/>
                </a:lnTo>
                <a:lnTo>
                  <a:pt x="560" y="241"/>
                </a:lnTo>
                <a:lnTo>
                  <a:pt x="555" y="248"/>
                </a:lnTo>
                <a:lnTo>
                  <a:pt x="617" y="313"/>
                </a:lnTo>
                <a:lnTo>
                  <a:pt x="622" y="307"/>
                </a:lnTo>
                <a:lnTo>
                  <a:pt x="594" y="277"/>
                </a:lnTo>
                <a:lnTo>
                  <a:pt x="609" y="260"/>
                </a:lnTo>
                <a:lnTo>
                  <a:pt x="637" y="290"/>
                </a:lnTo>
                <a:lnTo>
                  <a:pt x="642" y="284"/>
                </a:lnTo>
                <a:lnTo>
                  <a:pt x="642" y="284"/>
                </a:lnTo>
                <a:close/>
                <a:moveTo>
                  <a:pt x="668" y="249"/>
                </a:moveTo>
                <a:lnTo>
                  <a:pt x="596" y="215"/>
                </a:lnTo>
                <a:lnTo>
                  <a:pt x="654" y="268"/>
                </a:lnTo>
                <a:lnTo>
                  <a:pt x="650" y="274"/>
                </a:lnTo>
                <a:lnTo>
                  <a:pt x="582" y="213"/>
                </a:lnTo>
                <a:lnTo>
                  <a:pt x="589" y="202"/>
                </a:lnTo>
                <a:lnTo>
                  <a:pt x="650" y="233"/>
                </a:lnTo>
                <a:lnTo>
                  <a:pt x="600" y="188"/>
                </a:lnTo>
                <a:lnTo>
                  <a:pt x="604" y="181"/>
                </a:lnTo>
                <a:lnTo>
                  <a:pt x="673" y="241"/>
                </a:lnTo>
                <a:lnTo>
                  <a:pt x="668" y="249"/>
                </a:lnTo>
                <a:lnTo>
                  <a:pt x="668" y="249"/>
                </a:lnTo>
                <a:close/>
                <a:moveTo>
                  <a:pt x="690" y="213"/>
                </a:moveTo>
                <a:lnTo>
                  <a:pt x="689" y="215"/>
                </a:lnTo>
                <a:lnTo>
                  <a:pt x="687" y="217"/>
                </a:lnTo>
                <a:lnTo>
                  <a:pt x="686" y="219"/>
                </a:lnTo>
                <a:lnTo>
                  <a:pt x="683" y="220"/>
                </a:lnTo>
                <a:lnTo>
                  <a:pt x="682" y="221"/>
                </a:lnTo>
                <a:lnTo>
                  <a:pt x="679" y="221"/>
                </a:lnTo>
                <a:lnTo>
                  <a:pt x="678" y="222"/>
                </a:lnTo>
                <a:lnTo>
                  <a:pt x="675" y="222"/>
                </a:lnTo>
                <a:lnTo>
                  <a:pt x="672" y="221"/>
                </a:lnTo>
                <a:lnTo>
                  <a:pt x="668" y="220"/>
                </a:lnTo>
                <a:lnTo>
                  <a:pt x="665" y="218"/>
                </a:lnTo>
                <a:lnTo>
                  <a:pt x="660" y="216"/>
                </a:lnTo>
                <a:lnTo>
                  <a:pt x="650" y="210"/>
                </a:lnTo>
                <a:lnTo>
                  <a:pt x="642" y="205"/>
                </a:lnTo>
                <a:lnTo>
                  <a:pt x="638" y="202"/>
                </a:lnTo>
                <a:lnTo>
                  <a:pt x="634" y="199"/>
                </a:lnTo>
                <a:lnTo>
                  <a:pt x="630" y="195"/>
                </a:lnTo>
                <a:lnTo>
                  <a:pt x="626" y="192"/>
                </a:lnTo>
                <a:lnTo>
                  <a:pt x="622" y="189"/>
                </a:lnTo>
                <a:lnTo>
                  <a:pt x="619" y="185"/>
                </a:lnTo>
                <a:lnTo>
                  <a:pt x="617" y="182"/>
                </a:lnTo>
                <a:lnTo>
                  <a:pt x="615" y="179"/>
                </a:lnTo>
                <a:lnTo>
                  <a:pt x="614" y="177"/>
                </a:lnTo>
                <a:lnTo>
                  <a:pt x="613" y="174"/>
                </a:lnTo>
                <a:lnTo>
                  <a:pt x="613" y="172"/>
                </a:lnTo>
                <a:lnTo>
                  <a:pt x="613" y="169"/>
                </a:lnTo>
                <a:lnTo>
                  <a:pt x="613" y="167"/>
                </a:lnTo>
                <a:lnTo>
                  <a:pt x="613" y="165"/>
                </a:lnTo>
                <a:lnTo>
                  <a:pt x="614" y="162"/>
                </a:lnTo>
                <a:lnTo>
                  <a:pt x="615" y="160"/>
                </a:lnTo>
                <a:lnTo>
                  <a:pt x="616" y="157"/>
                </a:lnTo>
                <a:lnTo>
                  <a:pt x="618" y="156"/>
                </a:lnTo>
                <a:lnTo>
                  <a:pt x="620" y="153"/>
                </a:lnTo>
                <a:lnTo>
                  <a:pt x="622" y="153"/>
                </a:lnTo>
                <a:lnTo>
                  <a:pt x="623" y="151"/>
                </a:lnTo>
                <a:lnTo>
                  <a:pt x="626" y="151"/>
                </a:lnTo>
                <a:lnTo>
                  <a:pt x="627" y="151"/>
                </a:lnTo>
                <a:lnTo>
                  <a:pt x="630" y="151"/>
                </a:lnTo>
                <a:lnTo>
                  <a:pt x="633" y="151"/>
                </a:lnTo>
                <a:lnTo>
                  <a:pt x="637" y="153"/>
                </a:lnTo>
                <a:lnTo>
                  <a:pt x="640" y="154"/>
                </a:lnTo>
                <a:lnTo>
                  <a:pt x="644" y="157"/>
                </a:lnTo>
                <a:lnTo>
                  <a:pt x="654" y="161"/>
                </a:lnTo>
                <a:lnTo>
                  <a:pt x="662" y="167"/>
                </a:lnTo>
                <a:lnTo>
                  <a:pt x="670" y="173"/>
                </a:lnTo>
                <a:lnTo>
                  <a:pt x="678" y="181"/>
                </a:lnTo>
                <a:lnTo>
                  <a:pt x="682" y="184"/>
                </a:lnTo>
                <a:lnTo>
                  <a:pt x="686" y="188"/>
                </a:lnTo>
                <a:lnTo>
                  <a:pt x="688" y="190"/>
                </a:lnTo>
                <a:lnTo>
                  <a:pt x="690" y="193"/>
                </a:lnTo>
                <a:lnTo>
                  <a:pt x="691" y="196"/>
                </a:lnTo>
                <a:lnTo>
                  <a:pt x="692" y="198"/>
                </a:lnTo>
                <a:lnTo>
                  <a:pt x="692" y="201"/>
                </a:lnTo>
                <a:lnTo>
                  <a:pt x="692" y="203"/>
                </a:lnTo>
                <a:lnTo>
                  <a:pt x="692" y="205"/>
                </a:lnTo>
                <a:lnTo>
                  <a:pt x="692" y="208"/>
                </a:lnTo>
                <a:lnTo>
                  <a:pt x="691" y="210"/>
                </a:lnTo>
                <a:lnTo>
                  <a:pt x="690" y="213"/>
                </a:lnTo>
                <a:lnTo>
                  <a:pt x="690" y="213"/>
                </a:lnTo>
                <a:close/>
                <a:moveTo>
                  <a:pt x="684" y="209"/>
                </a:moveTo>
                <a:lnTo>
                  <a:pt x="685" y="206"/>
                </a:lnTo>
                <a:lnTo>
                  <a:pt x="685" y="204"/>
                </a:lnTo>
                <a:lnTo>
                  <a:pt x="685" y="202"/>
                </a:lnTo>
                <a:lnTo>
                  <a:pt x="685" y="201"/>
                </a:lnTo>
                <a:lnTo>
                  <a:pt x="684" y="199"/>
                </a:lnTo>
                <a:lnTo>
                  <a:pt x="683" y="197"/>
                </a:lnTo>
                <a:lnTo>
                  <a:pt x="682" y="196"/>
                </a:lnTo>
                <a:lnTo>
                  <a:pt x="681" y="193"/>
                </a:lnTo>
                <a:lnTo>
                  <a:pt x="679" y="192"/>
                </a:lnTo>
                <a:lnTo>
                  <a:pt x="678" y="189"/>
                </a:lnTo>
                <a:lnTo>
                  <a:pt x="674" y="186"/>
                </a:lnTo>
                <a:lnTo>
                  <a:pt x="668" y="182"/>
                </a:lnTo>
                <a:lnTo>
                  <a:pt x="662" y="178"/>
                </a:lnTo>
                <a:lnTo>
                  <a:pt x="658" y="175"/>
                </a:lnTo>
                <a:lnTo>
                  <a:pt x="654" y="171"/>
                </a:lnTo>
                <a:lnTo>
                  <a:pt x="648" y="168"/>
                </a:lnTo>
                <a:lnTo>
                  <a:pt x="642" y="164"/>
                </a:lnTo>
                <a:lnTo>
                  <a:pt x="638" y="162"/>
                </a:lnTo>
                <a:lnTo>
                  <a:pt x="636" y="161"/>
                </a:lnTo>
                <a:lnTo>
                  <a:pt x="634" y="160"/>
                </a:lnTo>
                <a:lnTo>
                  <a:pt x="632" y="160"/>
                </a:lnTo>
                <a:lnTo>
                  <a:pt x="630" y="159"/>
                </a:lnTo>
                <a:lnTo>
                  <a:pt x="628" y="159"/>
                </a:lnTo>
                <a:lnTo>
                  <a:pt x="627" y="160"/>
                </a:lnTo>
                <a:lnTo>
                  <a:pt x="626" y="160"/>
                </a:lnTo>
                <a:lnTo>
                  <a:pt x="625" y="161"/>
                </a:lnTo>
                <a:lnTo>
                  <a:pt x="623" y="162"/>
                </a:lnTo>
                <a:lnTo>
                  <a:pt x="622" y="164"/>
                </a:lnTo>
                <a:lnTo>
                  <a:pt x="620" y="166"/>
                </a:lnTo>
                <a:lnTo>
                  <a:pt x="620" y="169"/>
                </a:lnTo>
                <a:lnTo>
                  <a:pt x="620" y="170"/>
                </a:lnTo>
                <a:lnTo>
                  <a:pt x="620" y="172"/>
                </a:lnTo>
                <a:lnTo>
                  <a:pt x="621" y="173"/>
                </a:lnTo>
                <a:lnTo>
                  <a:pt x="622" y="175"/>
                </a:lnTo>
                <a:lnTo>
                  <a:pt x="622" y="177"/>
                </a:lnTo>
                <a:lnTo>
                  <a:pt x="624" y="178"/>
                </a:lnTo>
                <a:lnTo>
                  <a:pt x="626" y="181"/>
                </a:lnTo>
                <a:lnTo>
                  <a:pt x="627" y="183"/>
                </a:lnTo>
                <a:lnTo>
                  <a:pt x="631" y="186"/>
                </a:lnTo>
                <a:lnTo>
                  <a:pt x="636" y="189"/>
                </a:lnTo>
                <a:lnTo>
                  <a:pt x="642" y="194"/>
                </a:lnTo>
                <a:lnTo>
                  <a:pt x="646" y="197"/>
                </a:lnTo>
                <a:lnTo>
                  <a:pt x="650" y="201"/>
                </a:lnTo>
                <a:lnTo>
                  <a:pt x="655" y="204"/>
                </a:lnTo>
                <a:lnTo>
                  <a:pt x="660" y="206"/>
                </a:lnTo>
                <a:lnTo>
                  <a:pt x="664" y="208"/>
                </a:lnTo>
                <a:lnTo>
                  <a:pt x="666" y="209"/>
                </a:lnTo>
                <a:lnTo>
                  <a:pt x="670" y="211"/>
                </a:lnTo>
                <a:lnTo>
                  <a:pt x="673" y="213"/>
                </a:lnTo>
                <a:lnTo>
                  <a:pt x="675" y="213"/>
                </a:lnTo>
                <a:lnTo>
                  <a:pt x="677" y="213"/>
                </a:lnTo>
                <a:lnTo>
                  <a:pt x="678" y="213"/>
                </a:lnTo>
                <a:lnTo>
                  <a:pt x="679" y="213"/>
                </a:lnTo>
                <a:lnTo>
                  <a:pt x="681" y="212"/>
                </a:lnTo>
                <a:lnTo>
                  <a:pt x="682" y="210"/>
                </a:lnTo>
                <a:lnTo>
                  <a:pt x="684" y="209"/>
                </a:lnTo>
                <a:lnTo>
                  <a:pt x="684" y="209"/>
                </a:lnTo>
                <a:close/>
                <a:moveTo>
                  <a:pt x="630" y="130"/>
                </a:moveTo>
                <a:lnTo>
                  <a:pt x="626" y="137"/>
                </a:lnTo>
                <a:lnTo>
                  <a:pt x="705" y="183"/>
                </a:lnTo>
                <a:lnTo>
                  <a:pt x="718" y="153"/>
                </a:lnTo>
                <a:lnTo>
                  <a:pt x="710" y="149"/>
                </a:lnTo>
                <a:lnTo>
                  <a:pt x="701" y="171"/>
                </a:lnTo>
                <a:lnTo>
                  <a:pt x="630" y="130"/>
                </a:lnTo>
                <a:lnTo>
                  <a:pt x="630" y="130"/>
                </a:lnTo>
                <a:close/>
                <a:moveTo>
                  <a:pt x="726" y="133"/>
                </a:moveTo>
                <a:lnTo>
                  <a:pt x="725" y="135"/>
                </a:lnTo>
                <a:lnTo>
                  <a:pt x="723" y="137"/>
                </a:lnTo>
                <a:lnTo>
                  <a:pt x="722" y="139"/>
                </a:lnTo>
                <a:lnTo>
                  <a:pt x="720" y="141"/>
                </a:lnTo>
                <a:lnTo>
                  <a:pt x="718" y="141"/>
                </a:lnTo>
                <a:lnTo>
                  <a:pt x="715" y="142"/>
                </a:lnTo>
                <a:lnTo>
                  <a:pt x="713" y="143"/>
                </a:lnTo>
                <a:lnTo>
                  <a:pt x="710" y="144"/>
                </a:lnTo>
                <a:lnTo>
                  <a:pt x="707" y="144"/>
                </a:lnTo>
                <a:lnTo>
                  <a:pt x="704" y="144"/>
                </a:lnTo>
                <a:lnTo>
                  <a:pt x="701" y="143"/>
                </a:lnTo>
                <a:lnTo>
                  <a:pt x="697" y="143"/>
                </a:lnTo>
                <a:lnTo>
                  <a:pt x="692" y="141"/>
                </a:lnTo>
                <a:lnTo>
                  <a:pt x="688" y="141"/>
                </a:lnTo>
                <a:lnTo>
                  <a:pt x="684" y="139"/>
                </a:lnTo>
                <a:lnTo>
                  <a:pt x="679" y="137"/>
                </a:lnTo>
                <a:lnTo>
                  <a:pt x="670" y="133"/>
                </a:lnTo>
                <a:lnTo>
                  <a:pt x="661" y="129"/>
                </a:lnTo>
                <a:lnTo>
                  <a:pt x="656" y="126"/>
                </a:lnTo>
                <a:lnTo>
                  <a:pt x="652" y="124"/>
                </a:lnTo>
                <a:lnTo>
                  <a:pt x="649" y="121"/>
                </a:lnTo>
                <a:lnTo>
                  <a:pt x="647" y="119"/>
                </a:lnTo>
                <a:lnTo>
                  <a:pt x="646" y="117"/>
                </a:lnTo>
                <a:lnTo>
                  <a:pt x="644" y="114"/>
                </a:lnTo>
                <a:lnTo>
                  <a:pt x="642" y="112"/>
                </a:lnTo>
                <a:lnTo>
                  <a:pt x="642" y="109"/>
                </a:lnTo>
                <a:lnTo>
                  <a:pt x="641" y="106"/>
                </a:lnTo>
                <a:lnTo>
                  <a:pt x="641" y="104"/>
                </a:lnTo>
                <a:lnTo>
                  <a:pt x="641" y="101"/>
                </a:lnTo>
                <a:lnTo>
                  <a:pt x="642" y="98"/>
                </a:lnTo>
                <a:lnTo>
                  <a:pt x="642" y="96"/>
                </a:lnTo>
                <a:lnTo>
                  <a:pt x="644" y="93"/>
                </a:lnTo>
                <a:lnTo>
                  <a:pt x="646" y="92"/>
                </a:lnTo>
                <a:lnTo>
                  <a:pt x="647" y="90"/>
                </a:lnTo>
                <a:lnTo>
                  <a:pt x="650" y="89"/>
                </a:lnTo>
                <a:lnTo>
                  <a:pt x="651" y="88"/>
                </a:lnTo>
                <a:lnTo>
                  <a:pt x="654" y="88"/>
                </a:lnTo>
                <a:lnTo>
                  <a:pt x="657" y="87"/>
                </a:lnTo>
                <a:lnTo>
                  <a:pt x="659" y="87"/>
                </a:lnTo>
                <a:lnTo>
                  <a:pt x="663" y="87"/>
                </a:lnTo>
                <a:lnTo>
                  <a:pt x="667" y="88"/>
                </a:lnTo>
                <a:lnTo>
                  <a:pt x="672" y="89"/>
                </a:lnTo>
                <a:lnTo>
                  <a:pt x="682" y="92"/>
                </a:lnTo>
                <a:lnTo>
                  <a:pt x="692" y="96"/>
                </a:lnTo>
                <a:lnTo>
                  <a:pt x="701" y="100"/>
                </a:lnTo>
                <a:lnTo>
                  <a:pt x="709" y="104"/>
                </a:lnTo>
                <a:lnTo>
                  <a:pt x="712" y="105"/>
                </a:lnTo>
                <a:lnTo>
                  <a:pt x="715" y="108"/>
                </a:lnTo>
                <a:lnTo>
                  <a:pt x="718" y="110"/>
                </a:lnTo>
                <a:lnTo>
                  <a:pt x="720" y="112"/>
                </a:lnTo>
                <a:lnTo>
                  <a:pt x="722" y="114"/>
                </a:lnTo>
                <a:lnTo>
                  <a:pt x="723" y="117"/>
                </a:lnTo>
                <a:lnTo>
                  <a:pt x="724" y="119"/>
                </a:lnTo>
                <a:lnTo>
                  <a:pt x="726" y="122"/>
                </a:lnTo>
                <a:lnTo>
                  <a:pt x="726" y="125"/>
                </a:lnTo>
                <a:lnTo>
                  <a:pt x="726" y="127"/>
                </a:lnTo>
                <a:lnTo>
                  <a:pt x="726" y="130"/>
                </a:lnTo>
                <a:lnTo>
                  <a:pt x="726" y="133"/>
                </a:lnTo>
                <a:lnTo>
                  <a:pt x="726" y="133"/>
                </a:lnTo>
                <a:close/>
                <a:moveTo>
                  <a:pt x="709" y="135"/>
                </a:moveTo>
                <a:lnTo>
                  <a:pt x="707" y="135"/>
                </a:lnTo>
                <a:lnTo>
                  <a:pt x="705" y="135"/>
                </a:lnTo>
                <a:lnTo>
                  <a:pt x="702" y="135"/>
                </a:lnTo>
                <a:lnTo>
                  <a:pt x="700" y="134"/>
                </a:lnTo>
                <a:lnTo>
                  <a:pt x="696" y="134"/>
                </a:lnTo>
                <a:lnTo>
                  <a:pt x="691" y="133"/>
                </a:lnTo>
                <a:lnTo>
                  <a:pt x="686" y="131"/>
                </a:lnTo>
                <a:lnTo>
                  <a:pt x="682" y="129"/>
                </a:lnTo>
                <a:lnTo>
                  <a:pt x="677" y="127"/>
                </a:lnTo>
                <a:lnTo>
                  <a:pt x="670" y="125"/>
                </a:lnTo>
                <a:lnTo>
                  <a:pt x="664" y="121"/>
                </a:lnTo>
                <a:lnTo>
                  <a:pt x="660" y="119"/>
                </a:lnTo>
                <a:lnTo>
                  <a:pt x="655" y="116"/>
                </a:lnTo>
                <a:lnTo>
                  <a:pt x="653" y="113"/>
                </a:lnTo>
                <a:lnTo>
                  <a:pt x="650" y="110"/>
                </a:lnTo>
                <a:lnTo>
                  <a:pt x="650" y="108"/>
                </a:lnTo>
                <a:lnTo>
                  <a:pt x="649" y="106"/>
                </a:lnTo>
                <a:lnTo>
                  <a:pt x="649" y="105"/>
                </a:lnTo>
                <a:lnTo>
                  <a:pt x="649" y="104"/>
                </a:lnTo>
                <a:lnTo>
                  <a:pt x="649" y="102"/>
                </a:lnTo>
                <a:lnTo>
                  <a:pt x="650" y="101"/>
                </a:lnTo>
                <a:lnTo>
                  <a:pt x="650" y="101"/>
                </a:lnTo>
                <a:lnTo>
                  <a:pt x="650" y="99"/>
                </a:lnTo>
                <a:lnTo>
                  <a:pt x="651" y="98"/>
                </a:lnTo>
                <a:lnTo>
                  <a:pt x="653" y="97"/>
                </a:lnTo>
                <a:lnTo>
                  <a:pt x="654" y="97"/>
                </a:lnTo>
                <a:lnTo>
                  <a:pt x="656" y="96"/>
                </a:lnTo>
                <a:lnTo>
                  <a:pt x="658" y="96"/>
                </a:lnTo>
                <a:lnTo>
                  <a:pt x="660" y="95"/>
                </a:lnTo>
                <a:lnTo>
                  <a:pt x="662" y="95"/>
                </a:lnTo>
                <a:lnTo>
                  <a:pt x="664" y="96"/>
                </a:lnTo>
                <a:lnTo>
                  <a:pt x="667" y="97"/>
                </a:lnTo>
                <a:lnTo>
                  <a:pt x="671" y="97"/>
                </a:lnTo>
                <a:lnTo>
                  <a:pt x="678" y="100"/>
                </a:lnTo>
                <a:lnTo>
                  <a:pt x="684" y="102"/>
                </a:lnTo>
                <a:lnTo>
                  <a:pt x="690" y="104"/>
                </a:lnTo>
                <a:lnTo>
                  <a:pt x="694" y="106"/>
                </a:lnTo>
                <a:lnTo>
                  <a:pt x="699" y="108"/>
                </a:lnTo>
                <a:lnTo>
                  <a:pt x="703" y="110"/>
                </a:lnTo>
                <a:lnTo>
                  <a:pt x="706" y="112"/>
                </a:lnTo>
                <a:lnTo>
                  <a:pt x="711" y="115"/>
                </a:lnTo>
                <a:lnTo>
                  <a:pt x="714" y="117"/>
                </a:lnTo>
                <a:lnTo>
                  <a:pt x="715" y="119"/>
                </a:lnTo>
                <a:lnTo>
                  <a:pt x="716" y="121"/>
                </a:lnTo>
                <a:lnTo>
                  <a:pt x="718" y="121"/>
                </a:lnTo>
                <a:lnTo>
                  <a:pt x="718" y="123"/>
                </a:lnTo>
                <a:lnTo>
                  <a:pt x="718" y="125"/>
                </a:lnTo>
                <a:lnTo>
                  <a:pt x="718" y="126"/>
                </a:lnTo>
                <a:lnTo>
                  <a:pt x="719" y="127"/>
                </a:lnTo>
                <a:lnTo>
                  <a:pt x="718" y="129"/>
                </a:lnTo>
                <a:lnTo>
                  <a:pt x="718" y="129"/>
                </a:lnTo>
                <a:lnTo>
                  <a:pt x="718" y="131"/>
                </a:lnTo>
                <a:lnTo>
                  <a:pt x="717" y="132"/>
                </a:lnTo>
                <a:lnTo>
                  <a:pt x="716" y="133"/>
                </a:lnTo>
                <a:lnTo>
                  <a:pt x="714" y="133"/>
                </a:lnTo>
                <a:lnTo>
                  <a:pt x="713" y="134"/>
                </a:lnTo>
                <a:lnTo>
                  <a:pt x="710" y="135"/>
                </a:lnTo>
                <a:lnTo>
                  <a:pt x="709" y="135"/>
                </a:lnTo>
                <a:lnTo>
                  <a:pt x="709" y="135"/>
                </a:lnTo>
                <a:close/>
                <a:moveTo>
                  <a:pt x="745" y="59"/>
                </a:moveTo>
                <a:lnTo>
                  <a:pt x="701" y="49"/>
                </a:lnTo>
                <a:lnTo>
                  <a:pt x="698" y="69"/>
                </a:lnTo>
                <a:lnTo>
                  <a:pt x="705" y="71"/>
                </a:lnTo>
                <a:lnTo>
                  <a:pt x="706" y="61"/>
                </a:lnTo>
                <a:lnTo>
                  <a:pt x="710" y="61"/>
                </a:lnTo>
                <a:lnTo>
                  <a:pt x="716" y="62"/>
                </a:lnTo>
                <a:lnTo>
                  <a:pt x="721" y="63"/>
                </a:lnTo>
                <a:lnTo>
                  <a:pt x="724" y="64"/>
                </a:lnTo>
                <a:lnTo>
                  <a:pt x="727" y="65"/>
                </a:lnTo>
                <a:lnTo>
                  <a:pt x="730" y="67"/>
                </a:lnTo>
                <a:lnTo>
                  <a:pt x="731" y="68"/>
                </a:lnTo>
                <a:lnTo>
                  <a:pt x="732" y="69"/>
                </a:lnTo>
                <a:lnTo>
                  <a:pt x="733" y="69"/>
                </a:lnTo>
                <a:lnTo>
                  <a:pt x="733" y="71"/>
                </a:lnTo>
                <a:lnTo>
                  <a:pt x="734" y="72"/>
                </a:lnTo>
                <a:lnTo>
                  <a:pt x="734" y="73"/>
                </a:lnTo>
                <a:lnTo>
                  <a:pt x="734" y="75"/>
                </a:lnTo>
                <a:lnTo>
                  <a:pt x="734" y="77"/>
                </a:lnTo>
                <a:lnTo>
                  <a:pt x="733" y="79"/>
                </a:lnTo>
                <a:lnTo>
                  <a:pt x="732" y="81"/>
                </a:lnTo>
                <a:lnTo>
                  <a:pt x="731" y="82"/>
                </a:lnTo>
                <a:lnTo>
                  <a:pt x="730" y="82"/>
                </a:lnTo>
                <a:lnTo>
                  <a:pt x="729" y="83"/>
                </a:lnTo>
                <a:lnTo>
                  <a:pt x="727" y="84"/>
                </a:lnTo>
                <a:lnTo>
                  <a:pt x="724" y="84"/>
                </a:lnTo>
                <a:lnTo>
                  <a:pt x="722" y="85"/>
                </a:lnTo>
                <a:lnTo>
                  <a:pt x="718" y="85"/>
                </a:lnTo>
                <a:lnTo>
                  <a:pt x="714" y="85"/>
                </a:lnTo>
                <a:lnTo>
                  <a:pt x="707" y="84"/>
                </a:lnTo>
                <a:lnTo>
                  <a:pt x="700" y="83"/>
                </a:lnTo>
                <a:lnTo>
                  <a:pt x="692" y="81"/>
                </a:lnTo>
                <a:lnTo>
                  <a:pt x="685" y="80"/>
                </a:lnTo>
                <a:lnTo>
                  <a:pt x="679" y="77"/>
                </a:lnTo>
                <a:lnTo>
                  <a:pt x="674" y="75"/>
                </a:lnTo>
                <a:lnTo>
                  <a:pt x="671" y="74"/>
                </a:lnTo>
                <a:lnTo>
                  <a:pt x="669" y="73"/>
                </a:lnTo>
                <a:lnTo>
                  <a:pt x="667" y="72"/>
                </a:lnTo>
                <a:lnTo>
                  <a:pt x="666" y="71"/>
                </a:lnTo>
                <a:lnTo>
                  <a:pt x="665" y="69"/>
                </a:lnTo>
                <a:lnTo>
                  <a:pt x="664" y="68"/>
                </a:lnTo>
                <a:lnTo>
                  <a:pt x="663" y="67"/>
                </a:lnTo>
                <a:lnTo>
                  <a:pt x="662" y="65"/>
                </a:lnTo>
                <a:lnTo>
                  <a:pt x="662" y="64"/>
                </a:lnTo>
                <a:lnTo>
                  <a:pt x="662" y="62"/>
                </a:lnTo>
                <a:lnTo>
                  <a:pt x="662" y="61"/>
                </a:lnTo>
                <a:lnTo>
                  <a:pt x="662" y="59"/>
                </a:lnTo>
                <a:lnTo>
                  <a:pt x="663" y="57"/>
                </a:lnTo>
                <a:lnTo>
                  <a:pt x="665" y="56"/>
                </a:lnTo>
                <a:lnTo>
                  <a:pt x="666" y="55"/>
                </a:lnTo>
                <a:lnTo>
                  <a:pt x="668" y="54"/>
                </a:lnTo>
                <a:lnTo>
                  <a:pt x="670" y="53"/>
                </a:lnTo>
                <a:lnTo>
                  <a:pt x="673" y="53"/>
                </a:lnTo>
                <a:lnTo>
                  <a:pt x="676" y="54"/>
                </a:lnTo>
                <a:lnTo>
                  <a:pt x="679" y="54"/>
                </a:lnTo>
                <a:lnTo>
                  <a:pt x="681" y="46"/>
                </a:lnTo>
                <a:lnTo>
                  <a:pt x="677" y="45"/>
                </a:lnTo>
                <a:lnTo>
                  <a:pt x="673" y="45"/>
                </a:lnTo>
                <a:lnTo>
                  <a:pt x="669" y="45"/>
                </a:lnTo>
                <a:lnTo>
                  <a:pt x="665" y="46"/>
                </a:lnTo>
                <a:lnTo>
                  <a:pt x="662" y="47"/>
                </a:lnTo>
                <a:lnTo>
                  <a:pt x="661" y="48"/>
                </a:lnTo>
                <a:lnTo>
                  <a:pt x="659" y="49"/>
                </a:lnTo>
                <a:lnTo>
                  <a:pt x="657" y="51"/>
                </a:lnTo>
                <a:lnTo>
                  <a:pt x="655" y="53"/>
                </a:lnTo>
                <a:lnTo>
                  <a:pt x="654" y="56"/>
                </a:lnTo>
                <a:lnTo>
                  <a:pt x="654" y="57"/>
                </a:lnTo>
                <a:lnTo>
                  <a:pt x="654" y="60"/>
                </a:lnTo>
                <a:lnTo>
                  <a:pt x="654" y="62"/>
                </a:lnTo>
                <a:lnTo>
                  <a:pt x="654" y="65"/>
                </a:lnTo>
                <a:lnTo>
                  <a:pt x="654" y="67"/>
                </a:lnTo>
                <a:lnTo>
                  <a:pt x="655" y="69"/>
                </a:lnTo>
                <a:lnTo>
                  <a:pt x="656" y="72"/>
                </a:lnTo>
                <a:lnTo>
                  <a:pt x="657" y="74"/>
                </a:lnTo>
                <a:lnTo>
                  <a:pt x="659" y="76"/>
                </a:lnTo>
                <a:lnTo>
                  <a:pt x="661" y="77"/>
                </a:lnTo>
                <a:lnTo>
                  <a:pt x="663" y="80"/>
                </a:lnTo>
                <a:lnTo>
                  <a:pt x="666" y="81"/>
                </a:lnTo>
                <a:lnTo>
                  <a:pt x="670" y="83"/>
                </a:lnTo>
                <a:lnTo>
                  <a:pt x="674" y="85"/>
                </a:lnTo>
                <a:lnTo>
                  <a:pt x="678" y="86"/>
                </a:lnTo>
                <a:lnTo>
                  <a:pt x="683" y="88"/>
                </a:lnTo>
                <a:lnTo>
                  <a:pt x="689" y="89"/>
                </a:lnTo>
                <a:lnTo>
                  <a:pt x="694" y="90"/>
                </a:lnTo>
                <a:lnTo>
                  <a:pt x="698" y="91"/>
                </a:lnTo>
                <a:lnTo>
                  <a:pt x="703" y="92"/>
                </a:lnTo>
                <a:lnTo>
                  <a:pt x="709" y="93"/>
                </a:lnTo>
                <a:lnTo>
                  <a:pt x="713" y="93"/>
                </a:lnTo>
                <a:lnTo>
                  <a:pt x="718" y="93"/>
                </a:lnTo>
                <a:lnTo>
                  <a:pt x="722" y="93"/>
                </a:lnTo>
                <a:lnTo>
                  <a:pt x="726" y="93"/>
                </a:lnTo>
                <a:lnTo>
                  <a:pt x="729" y="92"/>
                </a:lnTo>
                <a:lnTo>
                  <a:pt x="731" y="91"/>
                </a:lnTo>
                <a:lnTo>
                  <a:pt x="733" y="90"/>
                </a:lnTo>
                <a:lnTo>
                  <a:pt x="735" y="89"/>
                </a:lnTo>
                <a:lnTo>
                  <a:pt x="737" y="88"/>
                </a:lnTo>
                <a:lnTo>
                  <a:pt x="738" y="86"/>
                </a:lnTo>
                <a:lnTo>
                  <a:pt x="739" y="84"/>
                </a:lnTo>
                <a:lnTo>
                  <a:pt x="740" y="82"/>
                </a:lnTo>
                <a:lnTo>
                  <a:pt x="741" y="79"/>
                </a:lnTo>
                <a:lnTo>
                  <a:pt x="741" y="77"/>
                </a:lnTo>
                <a:lnTo>
                  <a:pt x="741" y="75"/>
                </a:lnTo>
                <a:lnTo>
                  <a:pt x="741" y="73"/>
                </a:lnTo>
                <a:lnTo>
                  <a:pt x="741" y="71"/>
                </a:lnTo>
                <a:lnTo>
                  <a:pt x="740" y="69"/>
                </a:lnTo>
                <a:lnTo>
                  <a:pt x="739" y="68"/>
                </a:lnTo>
                <a:lnTo>
                  <a:pt x="738" y="66"/>
                </a:lnTo>
                <a:lnTo>
                  <a:pt x="738" y="65"/>
                </a:lnTo>
                <a:lnTo>
                  <a:pt x="743" y="66"/>
                </a:lnTo>
                <a:lnTo>
                  <a:pt x="745" y="59"/>
                </a:lnTo>
                <a:lnTo>
                  <a:pt x="745" y="59"/>
                </a:lnTo>
                <a:close/>
                <a:moveTo>
                  <a:pt x="707" y="32"/>
                </a:moveTo>
                <a:lnTo>
                  <a:pt x="748" y="39"/>
                </a:lnTo>
                <a:lnTo>
                  <a:pt x="750" y="30"/>
                </a:lnTo>
                <a:lnTo>
                  <a:pt x="708" y="23"/>
                </a:lnTo>
                <a:lnTo>
                  <a:pt x="663" y="0"/>
                </a:lnTo>
                <a:lnTo>
                  <a:pt x="662" y="9"/>
                </a:lnTo>
                <a:lnTo>
                  <a:pt x="698" y="26"/>
                </a:lnTo>
                <a:lnTo>
                  <a:pt x="658" y="33"/>
                </a:lnTo>
                <a:lnTo>
                  <a:pt x="657" y="42"/>
                </a:lnTo>
                <a:lnTo>
                  <a:pt x="707" y="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50" name="íṥḻîḋè">
            <a:extLst>
              <a:ext uri="{FF2B5EF4-FFF2-40B4-BE49-F238E27FC236}">
                <a16:creationId xmlns:a16="http://schemas.microsoft.com/office/drawing/2014/main" id="{A6617D7F-B32B-48FC-9D88-B13BDDC72240}"/>
              </a:ext>
            </a:extLst>
          </p:cNvPr>
          <p:cNvSpPr>
            <a:spLocks noGrp="1"/>
          </p:cNvSpPr>
          <p:nvPr/>
        </p:nvSpPr>
        <p:spPr>
          <a:xfrm>
            <a:off x="692280" y="788400"/>
            <a:ext cx="66600" cy="100800"/>
          </a:xfrm>
          <a:custGeom>
            <a:avLst/>
            <a:gdLst>
              <a:gd name="textAreaLeft" fmla="*/ 0 w 66600"/>
              <a:gd name="textAreaRight" fmla="*/ 66960 w 66600"/>
              <a:gd name="textAreaTop" fmla="*/ 0 h 100800"/>
              <a:gd name="textAreaBottom" fmla="*/ 101160 h 100800"/>
              <a:gd name="GluePoint1X" fmla="*/ 85 w 153"/>
              <a:gd name="GluePoint1Y" fmla="*/ 34 h 232"/>
              <a:gd name="GluePoint2X" fmla="*/ 90 w 153"/>
              <a:gd name="GluePoint2Y" fmla="*/ 26 h 232"/>
              <a:gd name="GluePoint3X" fmla="*/ 90 w 153"/>
              <a:gd name="GluePoint3Y" fmla="*/ 13 h 232"/>
              <a:gd name="GluePoint4X" fmla="*/ 86 w 153"/>
              <a:gd name="GluePoint4Y" fmla="*/ 5 h 232"/>
              <a:gd name="GluePoint5X" fmla="*/ 78 w 153"/>
              <a:gd name="GluePoint5Y" fmla="*/ 0 h 232"/>
              <a:gd name="GluePoint6X" fmla="*/ 58 w 153"/>
              <a:gd name="GluePoint6Y" fmla="*/ 4 h 232"/>
              <a:gd name="GluePoint7X" fmla="*/ 38 w 153"/>
              <a:gd name="GluePoint7Y" fmla="*/ 22 h 232"/>
              <a:gd name="GluePoint8X" fmla="*/ 21 w 153"/>
              <a:gd name="GluePoint8Y" fmla="*/ 38 h 232"/>
              <a:gd name="GluePoint9X" fmla="*/ 10 w 153"/>
              <a:gd name="GluePoint9Y" fmla="*/ 36 h 232"/>
              <a:gd name="GluePoint10X" fmla="*/ 7 w 153"/>
              <a:gd name="GluePoint10Y" fmla="*/ 27 h 232"/>
              <a:gd name="GluePoint11X" fmla="*/ 14 w 153"/>
              <a:gd name="GluePoint11Y" fmla="*/ 18 h 232"/>
              <a:gd name="GluePoint12X" fmla="*/ 15 w 153"/>
              <a:gd name="GluePoint12Y" fmla="*/ 9 h 232"/>
              <a:gd name="GluePoint13X" fmla="*/ 3 w 153"/>
              <a:gd name="GluePoint13Y" fmla="*/ 16 h 232"/>
              <a:gd name="GluePoint14X" fmla="*/ 1 w 153"/>
              <a:gd name="GluePoint14Y" fmla="*/ 31 h 232"/>
              <a:gd name="GluePoint15X" fmla="*/ 4 w 153"/>
              <a:gd name="GluePoint15Y" fmla="*/ 40 h 232"/>
              <a:gd name="GluePoint16X" fmla="*/ 14 w 153"/>
              <a:gd name="GluePoint16Y" fmla="*/ 46 h 232"/>
              <a:gd name="GluePoint17X" fmla="*/ 28 w 153"/>
              <a:gd name="GluePoint17Y" fmla="*/ 45 h 232"/>
              <a:gd name="GluePoint18X" fmla="*/ 39 w 153"/>
              <a:gd name="GluePoint18Y" fmla="*/ 33 h 232"/>
              <a:gd name="GluePoint19X" fmla="*/ 62 w 153"/>
              <a:gd name="GluePoint19Y" fmla="*/ 9 h 232"/>
              <a:gd name="GluePoint20X" fmla="*/ 74 w 153"/>
              <a:gd name="GluePoint20Y" fmla="*/ 7 h 232"/>
              <a:gd name="GluePoint21X" fmla="*/ 82 w 153"/>
              <a:gd name="GluePoint21Y" fmla="*/ 13 h 232"/>
              <a:gd name="GluePoint22X" fmla="*/ 83 w 153"/>
              <a:gd name="GluePoint22Y" fmla="*/ 23 h 232"/>
              <a:gd name="GluePoint23X" fmla="*/ 77 w 153"/>
              <a:gd name="GluePoint23Y" fmla="*/ 29 h 232"/>
              <a:gd name="GluePoint24X" fmla="*/ 73 w 153"/>
              <a:gd name="GluePoint24Y" fmla="*/ 39 h 232"/>
              <a:gd name="GluePoint25X" fmla="*/ 9 w 153"/>
              <a:gd name="GluePoint25Y" fmla="*/ 69 h 232"/>
              <a:gd name="GluePoint26X" fmla="*/ 17 w 153"/>
              <a:gd name="GluePoint26Y" fmla="*/ 60 h 232"/>
              <a:gd name="GluePoint27X" fmla="*/ 36 w 153"/>
              <a:gd name="GluePoint27Y" fmla="*/ 52 h 232"/>
              <a:gd name="GluePoint28X" fmla="*/ 71 w 153"/>
              <a:gd name="GluePoint28Y" fmla="*/ 44 h 232"/>
              <a:gd name="GluePoint29X" fmla="*/ 91 w 153"/>
              <a:gd name="GluePoint29Y" fmla="*/ 47 h 232"/>
              <a:gd name="GluePoint30X" fmla="*/ 98 w 153"/>
              <a:gd name="GluePoint30Y" fmla="*/ 56 h 232"/>
              <a:gd name="GluePoint31X" fmla="*/ 98 w 153"/>
              <a:gd name="GluePoint31Y" fmla="*/ 67 h 232"/>
              <a:gd name="GluePoint32X" fmla="*/ 90 w 153"/>
              <a:gd name="GluePoint32Y" fmla="*/ 76 h 232"/>
              <a:gd name="GluePoint33X" fmla="*/ 68 w 153"/>
              <a:gd name="GluePoint33Y" fmla="*/ 85 h 232"/>
              <a:gd name="GluePoint34X" fmla="*/ 42 w 153"/>
              <a:gd name="GluePoint34Y" fmla="*/ 90 h 232"/>
              <a:gd name="GluePoint35X" fmla="*/ 20 w 153"/>
              <a:gd name="GluePoint35Y" fmla="*/ 91 h 232"/>
              <a:gd name="GluePoint36X" fmla="*/ 11 w 153"/>
              <a:gd name="GluePoint36Y" fmla="*/ 84 h 232"/>
              <a:gd name="GluePoint37X" fmla="*/ 16 w 153"/>
              <a:gd name="GluePoint37Y" fmla="*/ 76 h 232"/>
              <a:gd name="GluePoint38X" fmla="*/ 21 w 153"/>
              <a:gd name="GluePoint38Y" fmla="*/ 82 h 232"/>
              <a:gd name="GluePoint39X" fmla="*/ 31 w 153"/>
              <a:gd name="GluePoint39Y" fmla="*/ 84 h 232"/>
              <a:gd name="GluePoint40X" fmla="*/ 62 w 153"/>
              <a:gd name="GluePoint40Y" fmla="*/ 77 h 232"/>
              <a:gd name="GluePoint41X" fmla="*/ 84 w 153"/>
              <a:gd name="GluePoint41Y" fmla="*/ 70 h 232"/>
              <a:gd name="GluePoint42X" fmla="*/ 90 w 153"/>
              <a:gd name="GluePoint42Y" fmla="*/ 64 h 232"/>
              <a:gd name="GluePoint43X" fmla="*/ 89 w 153"/>
              <a:gd name="GluePoint43Y" fmla="*/ 56 h 232"/>
              <a:gd name="GluePoint44X" fmla="*/ 82 w 153"/>
              <a:gd name="GluePoint44Y" fmla="*/ 52 h 232"/>
              <a:gd name="GluePoint45X" fmla="*/ 64 w 153"/>
              <a:gd name="GluePoint45Y" fmla="*/ 53 h 232"/>
              <a:gd name="GluePoint46X" fmla="*/ 32 w 153"/>
              <a:gd name="GluePoint46Y" fmla="*/ 61 h 232"/>
              <a:gd name="GluePoint47X" fmla="*/ 19 w 153"/>
              <a:gd name="GluePoint47Y" fmla="*/ 68 h 232"/>
              <a:gd name="GluePoint48X" fmla="*/ 15 w 153"/>
              <a:gd name="GluePoint48Y" fmla="*/ 75 h 232"/>
              <a:gd name="GluePoint49X" fmla="*/ 26 w 153"/>
              <a:gd name="GluePoint49Y" fmla="*/ 135 h 232"/>
              <a:gd name="GluePoint50X" fmla="*/ 34 w 153"/>
              <a:gd name="GluePoint50Y" fmla="*/ 140 h 232"/>
              <a:gd name="GluePoint51X" fmla="*/ 43 w 153"/>
              <a:gd name="GluePoint51Y" fmla="*/ 141 h 232"/>
              <a:gd name="GluePoint52X" fmla="*/ 44 w 153"/>
              <a:gd name="GluePoint52Y" fmla="*/ 132 h 232"/>
              <a:gd name="GluePoint53X" fmla="*/ 34 w 153"/>
              <a:gd name="GluePoint53Y" fmla="*/ 130 h 232"/>
              <a:gd name="GluePoint54X" fmla="*/ 30 w 153"/>
              <a:gd name="GluePoint54Y" fmla="*/ 121 h 232"/>
              <a:gd name="GluePoint55X" fmla="*/ 36 w 153"/>
              <a:gd name="GluePoint55Y" fmla="*/ 112 h 232"/>
              <a:gd name="GluePoint56X" fmla="*/ 34 w 153"/>
              <a:gd name="GluePoint56Y" fmla="*/ 103 h 232"/>
              <a:gd name="GluePoint57X" fmla="*/ 26 w 153"/>
              <a:gd name="GluePoint57Y" fmla="*/ 109 h 232"/>
              <a:gd name="GluePoint58X" fmla="*/ 22 w 153"/>
              <a:gd name="GluePoint58Y" fmla="*/ 119 h 232"/>
              <a:gd name="GluePoint59X" fmla="*/ 110 w 153"/>
              <a:gd name="GluePoint59Y" fmla="*/ 122 h 232"/>
              <a:gd name="GluePoint60X" fmla="*/ 42 w 153"/>
              <a:gd name="GluePoint60Y" fmla="*/ 172 h 232"/>
              <a:gd name="GluePoint61X" fmla="*/ 73 w 153"/>
              <a:gd name="GluePoint61Y" fmla="*/ 232 h 232"/>
              <a:gd name="GluePoint62X" fmla="*/ 137 w 153"/>
              <a:gd name="GluePoint62Y" fmla="*/ 163 h 232"/>
              <a:gd name="GluePoint63X" fmla="*/ 108 w 153"/>
              <a:gd name="GluePoint63Y" fmla="*/ 204 h 232"/>
            </a:gdLst>
            <a:ahLst/>
            <a:cxnLst/>
            <a:rect l="textAreaLeft" t="textAreaTop" r="textAreaRight" b="textAreaBottom"/>
            <a:pathLst>
              <a:path w="153" h="232">
                <a:moveTo>
                  <a:pt x="73" y="39"/>
                </a:moveTo>
                <a:lnTo>
                  <a:pt x="75" y="38"/>
                </a:lnTo>
                <a:lnTo>
                  <a:pt x="78" y="37"/>
                </a:lnTo>
                <a:lnTo>
                  <a:pt x="82" y="36"/>
                </a:lnTo>
                <a:lnTo>
                  <a:pt x="85" y="34"/>
                </a:lnTo>
                <a:lnTo>
                  <a:pt x="86" y="33"/>
                </a:lnTo>
                <a:lnTo>
                  <a:pt x="87" y="31"/>
                </a:lnTo>
                <a:lnTo>
                  <a:pt x="89" y="29"/>
                </a:lnTo>
                <a:lnTo>
                  <a:pt x="90" y="28"/>
                </a:lnTo>
                <a:lnTo>
                  <a:pt x="90" y="26"/>
                </a:lnTo>
                <a:lnTo>
                  <a:pt x="91" y="24"/>
                </a:lnTo>
                <a:lnTo>
                  <a:pt x="91" y="21"/>
                </a:lnTo>
                <a:lnTo>
                  <a:pt x="91" y="18"/>
                </a:lnTo>
                <a:lnTo>
                  <a:pt x="90" y="16"/>
                </a:lnTo>
                <a:lnTo>
                  <a:pt x="90" y="13"/>
                </a:lnTo>
                <a:lnTo>
                  <a:pt x="90" y="12"/>
                </a:lnTo>
                <a:lnTo>
                  <a:pt x="89" y="9"/>
                </a:lnTo>
                <a:lnTo>
                  <a:pt x="87" y="8"/>
                </a:lnTo>
                <a:lnTo>
                  <a:pt x="86" y="6"/>
                </a:lnTo>
                <a:lnTo>
                  <a:pt x="86" y="5"/>
                </a:lnTo>
                <a:lnTo>
                  <a:pt x="84" y="4"/>
                </a:lnTo>
                <a:lnTo>
                  <a:pt x="82" y="3"/>
                </a:lnTo>
                <a:lnTo>
                  <a:pt x="81" y="2"/>
                </a:lnTo>
                <a:lnTo>
                  <a:pt x="80" y="1"/>
                </a:lnTo>
                <a:lnTo>
                  <a:pt x="78" y="0"/>
                </a:lnTo>
                <a:lnTo>
                  <a:pt x="74" y="0"/>
                </a:lnTo>
                <a:lnTo>
                  <a:pt x="69" y="0"/>
                </a:lnTo>
                <a:lnTo>
                  <a:pt x="66" y="0"/>
                </a:lnTo>
                <a:lnTo>
                  <a:pt x="62" y="1"/>
                </a:lnTo>
                <a:lnTo>
                  <a:pt x="58" y="4"/>
                </a:lnTo>
                <a:lnTo>
                  <a:pt x="54" y="5"/>
                </a:lnTo>
                <a:lnTo>
                  <a:pt x="51" y="8"/>
                </a:lnTo>
                <a:lnTo>
                  <a:pt x="49" y="10"/>
                </a:lnTo>
                <a:lnTo>
                  <a:pt x="43" y="16"/>
                </a:lnTo>
                <a:lnTo>
                  <a:pt x="38" y="22"/>
                </a:lnTo>
                <a:lnTo>
                  <a:pt x="32" y="28"/>
                </a:lnTo>
                <a:lnTo>
                  <a:pt x="26" y="35"/>
                </a:lnTo>
                <a:lnTo>
                  <a:pt x="25" y="36"/>
                </a:lnTo>
                <a:lnTo>
                  <a:pt x="23" y="36"/>
                </a:lnTo>
                <a:lnTo>
                  <a:pt x="21" y="38"/>
                </a:lnTo>
                <a:lnTo>
                  <a:pt x="18" y="38"/>
                </a:lnTo>
                <a:lnTo>
                  <a:pt x="16" y="38"/>
                </a:lnTo>
                <a:lnTo>
                  <a:pt x="14" y="38"/>
                </a:lnTo>
                <a:lnTo>
                  <a:pt x="12" y="37"/>
                </a:lnTo>
                <a:lnTo>
                  <a:pt x="10" y="36"/>
                </a:lnTo>
                <a:lnTo>
                  <a:pt x="10" y="36"/>
                </a:lnTo>
                <a:lnTo>
                  <a:pt x="9" y="34"/>
                </a:lnTo>
                <a:lnTo>
                  <a:pt x="8" y="32"/>
                </a:lnTo>
                <a:lnTo>
                  <a:pt x="7" y="30"/>
                </a:lnTo>
                <a:lnTo>
                  <a:pt x="7" y="27"/>
                </a:lnTo>
                <a:lnTo>
                  <a:pt x="8" y="24"/>
                </a:lnTo>
                <a:lnTo>
                  <a:pt x="9" y="22"/>
                </a:lnTo>
                <a:lnTo>
                  <a:pt x="10" y="20"/>
                </a:lnTo>
                <a:lnTo>
                  <a:pt x="12" y="19"/>
                </a:lnTo>
                <a:lnTo>
                  <a:pt x="14" y="18"/>
                </a:lnTo>
                <a:lnTo>
                  <a:pt x="18" y="17"/>
                </a:lnTo>
                <a:lnTo>
                  <a:pt x="22" y="16"/>
                </a:lnTo>
                <a:lnTo>
                  <a:pt x="21" y="8"/>
                </a:lnTo>
                <a:lnTo>
                  <a:pt x="18" y="8"/>
                </a:lnTo>
                <a:lnTo>
                  <a:pt x="15" y="9"/>
                </a:lnTo>
                <a:lnTo>
                  <a:pt x="12" y="10"/>
                </a:lnTo>
                <a:lnTo>
                  <a:pt x="8" y="12"/>
                </a:lnTo>
                <a:lnTo>
                  <a:pt x="6" y="13"/>
                </a:lnTo>
                <a:lnTo>
                  <a:pt x="5" y="15"/>
                </a:lnTo>
                <a:lnTo>
                  <a:pt x="3" y="16"/>
                </a:lnTo>
                <a:lnTo>
                  <a:pt x="2" y="19"/>
                </a:lnTo>
                <a:lnTo>
                  <a:pt x="1" y="21"/>
                </a:lnTo>
                <a:lnTo>
                  <a:pt x="1" y="24"/>
                </a:lnTo>
                <a:lnTo>
                  <a:pt x="0" y="28"/>
                </a:lnTo>
                <a:lnTo>
                  <a:pt x="1" y="31"/>
                </a:lnTo>
                <a:lnTo>
                  <a:pt x="1" y="33"/>
                </a:lnTo>
                <a:lnTo>
                  <a:pt x="1" y="35"/>
                </a:lnTo>
                <a:lnTo>
                  <a:pt x="2" y="37"/>
                </a:lnTo>
                <a:lnTo>
                  <a:pt x="3" y="39"/>
                </a:lnTo>
                <a:lnTo>
                  <a:pt x="4" y="40"/>
                </a:lnTo>
                <a:lnTo>
                  <a:pt x="6" y="42"/>
                </a:lnTo>
                <a:lnTo>
                  <a:pt x="6" y="43"/>
                </a:lnTo>
                <a:lnTo>
                  <a:pt x="8" y="44"/>
                </a:lnTo>
                <a:lnTo>
                  <a:pt x="11" y="46"/>
                </a:lnTo>
                <a:lnTo>
                  <a:pt x="14" y="46"/>
                </a:lnTo>
                <a:lnTo>
                  <a:pt x="17" y="47"/>
                </a:lnTo>
                <a:lnTo>
                  <a:pt x="19" y="47"/>
                </a:lnTo>
                <a:lnTo>
                  <a:pt x="22" y="46"/>
                </a:lnTo>
                <a:lnTo>
                  <a:pt x="26" y="46"/>
                </a:lnTo>
                <a:lnTo>
                  <a:pt x="28" y="45"/>
                </a:lnTo>
                <a:lnTo>
                  <a:pt x="30" y="44"/>
                </a:lnTo>
                <a:lnTo>
                  <a:pt x="32" y="42"/>
                </a:lnTo>
                <a:lnTo>
                  <a:pt x="34" y="40"/>
                </a:lnTo>
                <a:lnTo>
                  <a:pt x="36" y="36"/>
                </a:lnTo>
                <a:lnTo>
                  <a:pt x="39" y="33"/>
                </a:lnTo>
                <a:lnTo>
                  <a:pt x="45" y="25"/>
                </a:lnTo>
                <a:lnTo>
                  <a:pt x="52" y="18"/>
                </a:lnTo>
                <a:lnTo>
                  <a:pt x="55" y="14"/>
                </a:lnTo>
                <a:lnTo>
                  <a:pt x="59" y="12"/>
                </a:lnTo>
                <a:lnTo>
                  <a:pt x="62" y="9"/>
                </a:lnTo>
                <a:lnTo>
                  <a:pt x="66" y="8"/>
                </a:lnTo>
                <a:lnTo>
                  <a:pt x="68" y="7"/>
                </a:lnTo>
                <a:lnTo>
                  <a:pt x="70" y="7"/>
                </a:lnTo>
                <a:lnTo>
                  <a:pt x="71" y="7"/>
                </a:lnTo>
                <a:lnTo>
                  <a:pt x="74" y="7"/>
                </a:lnTo>
                <a:lnTo>
                  <a:pt x="75" y="8"/>
                </a:lnTo>
                <a:lnTo>
                  <a:pt x="77" y="9"/>
                </a:lnTo>
                <a:lnTo>
                  <a:pt x="78" y="10"/>
                </a:lnTo>
                <a:lnTo>
                  <a:pt x="80" y="12"/>
                </a:lnTo>
                <a:lnTo>
                  <a:pt x="82" y="13"/>
                </a:lnTo>
                <a:lnTo>
                  <a:pt x="82" y="15"/>
                </a:lnTo>
                <a:lnTo>
                  <a:pt x="83" y="17"/>
                </a:lnTo>
                <a:lnTo>
                  <a:pt x="84" y="20"/>
                </a:lnTo>
                <a:lnTo>
                  <a:pt x="84" y="21"/>
                </a:lnTo>
                <a:lnTo>
                  <a:pt x="83" y="23"/>
                </a:lnTo>
                <a:lnTo>
                  <a:pt x="83" y="24"/>
                </a:lnTo>
                <a:lnTo>
                  <a:pt x="82" y="25"/>
                </a:lnTo>
                <a:lnTo>
                  <a:pt x="81" y="27"/>
                </a:lnTo>
                <a:lnTo>
                  <a:pt x="79" y="28"/>
                </a:lnTo>
                <a:lnTo>
                  <a:pt x="77" y="29"/>
                </a:lnTo>
                <a:lnTo>
                  <a:pt x="75" y="29"/>
                </a:lnTo>
                <a:lnTo>
                  <a:pt x="73" y="29"/>
                </a:lnTo>
                <a:lnTo>
                  <a:pt x="71" y="30"/>
                </a:lnTo>
                <a:lnTo>
                  <a:pt x="73" y="39"/>
                </a:lnTo>
                <a:lnTo>
                  <a:pt x="73" y="39"/>
                </a:lnTo>
                <a:close/>
                <a:moveTo>
                  <a:pt x="9" y="78"/>
                </a:moveTo>
                <a:lnTo>
                  <a:pt x="8" y="76"/>
                </a:lnTo>
                <a:lnTo>
                  <a:pt x="8" y="73"/>
                </a:lnTo>
                <a:lnTo>
                  <a:pt x="9" y="72"/>
                </a:lnTo>
                <a:lnTo>
                  <a:pt x="9" y="69"/>
                </a:lnTo>
                <a:lnTo>
                  <a:pt x="10" y="68"/>
                </a:lnTo>
                <a:lnTo>
                  <a:pt x="11" y="66"/>
                </a:lnTo>
                <a:lnTo>
                  <a:pt x="13" y="64"/>
                </a:lnTo>
                <a:lnTo>
                  <a:pt x="14" y="63"/>
                </a:lnTo>
                <a:lnTo>
                  <a:pt x="17" y="60"/>
                </a:lnTo>
                <a:lnTo>
                  <a:pt x="20" y="58"/>
                </a:lnTo>
                <a:lnTo>
                  <a:pt x="23" y="56"/>
                </a:lnTo>
                <a:lnTo>
                  <a:pt x="27" y="55"/>
                </a:lnTo>
                <a:lnTo>
                  <a:pt x="31" y="53"/>
                </a:lnTo>
                <a:lnTo>
                  <a:pt x="36" y="52"/>
                </a:lnTo>
                <a:lnTo>
                  <a:pt x="40" y="50"/>
                </a:lnTo>
                <a:lnTo>
                  <a:pt x="45" y="48"/>
                </a:lnTo>
                <a:lnTo>
                  <a:pt x="54" y="47"/>
                </a:lnTo>
                <a:lnTo>
                  <a:pt x="63" y="45"/>
                </a:lnTo>
                <a:lnTo>
                  <a:pt x="71" y="44"/>
                </a:lnTo>
                <a:lnTo>
                  <a:pt x="78" y="44"/>
                </a:lnTo>
                <a:lnTo>
                  <a:pt x="82" y="44"/>
                </a:lnTo>
                <a:lnTo>
                  <a:pt x="86" y="44"/>
                </a:lnTo>
                <a:lnTo>
                  <a:pt x="89" y="46"/>
                </a:lnTo>
                <a:lnTo>
                  <a:pt x="91" y="47"/>
                </a:lnTo>
                <a:lnTo>
                  <a:pt x="94" y="49"/>
                </a:lnTo>
                <a:lnTo>
                  <a:pt x="95" y="52"/>
                </a:lnTo>
                <a:lnTo>
                  <a:pt x="97" y="52"/>
                </a:lnTo>
                <a:lnTo>
                  <a:pt x="97" y="54"/>
                </a:lnTo>
                <a:lnTo>
                  <a:pt x="98" y="56"/>
                </a:lnTo>
                <a:lnTo>
                  <a:pt x="98" y="57"/>
                </a:lnTo>
                <a:lnTo>
                  <a:pt x="98" y="60"/>
                </a:lnTo>
                <a:lnTo>
                  <a:pt x="98" y="63"/>
                </a:lnTo>
                <a:lnTo>
                  <a:pt x="98" y="64"/>
                </a:lnTo>
                <a:lnTo>
                  <a:pt x="98" y="67"/>
                </a:lnTo>
                <a:lnTo>
                  <a:pt x="97" y="68"/>
                </a:lnTo>
                <a:lnTo>
                  <a:pt x="95" y="70"/>
                </a:lnTo>
                <a:lnTo>
                  <a:pt x="94" y="72"/>
                </a:lnTo>
                <a:lnTo>
                  <a:pt x="92" y="74"/>
                </a:lnTo>
                <a:lnTo>
                  <a:pt x="90" y="76"/>
                </a:lnTo>
                <a:lnTo>
                  <a:pt x="86" y="77"/>
                </a:lnTo>
                <a:lnTo>
                  <a:pt x="82" y="80"/>
                </a:lnTo>
                <a:lnTo>
                  <a:pt x="78" y="81"/>
                </a:lnTo>
                <a:lnTo>
                  <a:pt x="73" y="84"/>
                </a:lnTo>
                <a:lnTo>
                  <a:pt x="68" y="85"/>
                </a:lnTo>
                <a:lnTo>
                  <a:pt x="63" y="87"/>
                </a:lnTo>
                <a:lnTo>
                  <a:pt x="58" y="88"/>
                </a:lnTo>
                <a:lnTo>
                  <a:pt x="53" y="88"/>
                </a:lnTo>
                <a:lnTo>
                  <a:pt x="48" y="90"/>
                </a:lnTo>
                <a:lnTo>
                  <a:pt x="42" y="90"/>
                </a:lnTo>
                <a:lnTo>
                  <a:pt x="37" y="91"/>
                </a:lnTo>
                <a:lnTo>
                  <a:pt x="32" y="92"/>
                </a:lnTo>
                <a:lnTo>
                  <a:pt x="26" y="92"/>
                </a:lnTo>
                <a:lnTo>
                  <a:pt x="22" y="92"/>
                </a:lnTo>
                <a:lnTo>
                  <a:pt x="20" y="91"/>
                </a:lnTo>
                <a:lnTo>
                  <a:pt x="18" y="90"/>
                </a:lnTo>
                <a:lnTo>
                  <a:pt x="15" y="89"/>
                </a:lnTo>
                <a:lnTo>
                  <a:pt x="14" y="88"/>
                </a:lnTo>
                <a:lnTo>
                  <a:pt x="12" y="87"/>
                </a:lnTo>
                <a:lnTo>
                  <a:pt x="11" y="84"/>
                </a:lnTo>
                <a:lnTo>
                  <a:pt x="10" y="83"/>
                </a:lnTo>
                <a:lnTo>
                  <a:pt x="10" y="81"/>
                </a:lnTo>
                <a:lnTo>
                  <a:pt x="9" y="78"/>
                </a:lnTo>
                <a:lnTo>
                  <a:pt x="9" y="78"/>
                </a:lnTo>
                <a:close/>
                <a:moveTo>
                  <a:pt x="16" y="76"/>
                </a:moveTo>
                <a:lnTo>
                  <a:pt x="16" y="78"/>
                </a:lnTo>
                <a:lnTo>
                  <a:pt x="18" y="80"/>
                </a:lnTo>
                <a:lnTo>
                  <a:pt x="18" y="80"/>
                </a:lnTo>
                <a:lnTo>
                  <a:pt x="19" y="81"/>
                </a:lnTo>
                <a:lnTo>
                  <a:pt x="21" y="82"/>
                </a:lnTo>
                <a:lnTo>
                  <a:pt x="22" y="83"/>
                </a:lnTo>
                <a:lnTo>
                  <a:pt x="24" y="83"/>
                </a:lnTo>
                <a:lnTo>
                  <a:pt x="26" y="84"/>
                </a:lnTo>
                <a:lnTo>
                  <a:pt x="28" y="84"/>
                </a:lnTo>
                <a:lnTo>
                  <a:pt x="31" y="84"/>
                </a:lnTo>
                <a:lnTo>
                  <a:pt x="36" y="83"/>
                </a:lnTo>
                <a:lnTo>
                  <a:pt x="43" y="82"/>
                </a:lnTo>
                <a:lnTo>
                  <a:pt x="50" y="80"/>
                </a:lnTo>
                <a:lnTo>
                  <a:pt x="56" y="80"/>
                </a:lnTo>
                <a:lnTo>
                  <a:pt x="62" y="77"/>
                </a:lnTo>
                <a:lnTo>
                  <a:pt x="69" y="76"/>
                </a:lnTo>
                <a:lnTo>
                  <a:pt x="74" y="74"/>
                </a:lnTo>
                <a:lnTo>
                  <a:pt x="79" y="72"/>
                </a:lnTo>
                <a:lnTo>
                  <a:pt x="82" y="71"/>
                </a:lnTo>
                <a:lnTo>
                  <a:pt x="84" y="70"/>
                </a:lnTo>
                <a:lnTo>
                  <a:pt x="86" y="68"/>
                </a:lnTo>
                <a:lnTo>
                  <a:pt x="87" y="68"/>
                </a:lnTo>
                <a:lnTo>
                  <a:pt x="88" y="66"/>
                </a:lnTo>
                <a:lnTo>
                  <a:pt x="90" y="64"/>
                </a:lnTo>
                <a:lnTo>
                  <a:pt x="90" y="64"/>
                </a:lnTo>
                <a:lnTo>
                  <a:pt x="90" y="63"/>
                </a:lnTo>
                <a:lnTo>
                  <a:pt x="91" y="60"/>
                </a:lnTo>
                <a:lnTo>
                  <a:pt x="91" y="59"/>
                </a:lnTo>
                <a:lnTo>
                  <a:pt x="90" y="57"/>
                </a:lnTo>
                <a:lnTo>
                  <a:pt x="89" y="56"/>
                </a:lnTo>
                <a:lnTo>
                  <a:pt x="88" y="56"/>
                </a:lnTo>
                <a:lnTo>
                  <a:pt x="87" y="55"/>
                </a:lnTo>
                <a:lnTo>
                  <a:pt x="86" y="54"/>
                </a:lnTo>
                <a:lnTo>
                  <a:pt x="84" y="53"/>
                </a:lnTo>
                <a:lnTo>
                  <a:pt x="82" y="52"/>
                </a:lnTo>
                <a:lnTo>
                  <a:pt x="80" y="52"/>
                </a:lnTo>
                <a:lnTo>
                  <a:pt x="78" y="52"/>
                </a:lnTo>
                <a:lnTo>
                  <a:pt x="75" y="52"/>
                </a:lnTo>
                <a:lnTo>
                  <a:pt x="70" y="52"/>
                </a:lnTo>
                <a:lnTo>
                  <a:pt x="64" y="53"/>
                </a:lnTo>
                <a:lnTo>
                  <a:pt x="58" y="55"/>
                </a:lnTo>
                <a:lnTo>
                  <a:pt x="50" y="56"/>
                </a:lnTo>
                <a:lnTo>
                  <a:pt x="44" y="58"/>
                </a:lnTo>
                <a:lnTo>
                  <a:pt x="38" y="60"/>
                </a:lnTo>
                <a:lnTo>
                  <a:pt x="32" y="61"/>
                </a:lnTo>
                <a:lnTo>
                  <a:pt x="27" y="64"/>
                </a:lnTo>
                <a:lnTo>
                  <a:pt x="25" y="64"/>
                </a:lnTo>
                <a:lnTo>
                  <a:pt x="22" y="66"/>
                </a:lnTo>
                <a:lnTo>
                  <a:pt x="21" y="67"/>
                </a:lnTo>
                <a:lnTo>
                  <a:pt x="19" y="68"/>
                </a:lnTo>
                <a:lnTo>
                  <a:pt x="18" y="70"/>
                </a:lnTo>
                <a:lnTo>
                  <a:pt x="17" y="71"/>
                </a:lnTo>
                <a:lnTo>
                  <a:pt x="17" y="72"/>
                </a:lnTo>
                <a:lnTo>
                  <a:pt x="16" y="74"/>
                </a:lnTo>
                <a:lnTo>
                  <a:pt x="15" y="75"/>
                </a:lnTo>
                <a:lnTo>
                  <a:pt x="16" y="76"/>
                </a:lnTo>
                <a:lnTo>
                  <a:pt x="16" y="76"/>
                </a:lnTo>
                <a:close/>
                <a:moveTo>
                  <a:pt x="23" y="128"/>
                </a:moveTo>
                <a:lnTo>
                  <a:pt x="25" y="132"/>
                </a:lnTo>
                <a:lnTo>
                  <a:pt x="26" y="135"/>
                </a:lnTo>
                <a:lnTo>
                  <a:pt x="27" y="136"/>
                </a:lnTo>
                <a:lnTo>
                  <a:pt x="29" y="137"/>
                </a:lnTo>
                <a:lnTo>
                  <a:pt x="30" y="139"/>
                </a:lnTo>
                <a:lnTo>
                  <a:pt x="32" y="140"/>
                </a:lnTo>
                <a:lnTo>
                  <a:pt x="34" y="140"/>
                </a:lnTo>
                <a:lnTo>
                  <a:pt x="35" y="140"/>
                </a:lnTo>
                <a:lnTo>
                  <a:pt x="37" y="141"/>
                </a:lnTo>
                <a:lnTo>
                  <a:pt x="39" y="141"/>
                </a:lnTo>
                <a:lnTo>
                  <a:pt x="41" y="141"/>
                </a:lnTo>
                <a:lnTo>
                  <a:pt x="43" y="141"/>
                </a:lnTo>
                <a:lnTo>
                  <a:pt x="45" y="140"/>
                </a:lnTo>
                <a:lnTo>
                  <a:pt x="47" y="140"/>
                </a:lnTo>
                <a:lnTo>
                  <a:pt x="115" y="116"/>
                </a:lnTo>
                <a:lnTo>
                  <a:pt x="112" y="108"/>
                </a:lnTo>
                <a:lnTo>
                  <a:pt x="44" y="132"/>
                </a:lnTo>
                <a:lnTo>
                  <a:pt x="42" y="132"/>
                </a:lnTo>
                <a:lnTo>
                  <a:pt x="39" y="132"/>
                </a:lnTo>
                <a:lnTo>
                  <a:pt x="38" y="132"/>
                </a:lnTo>
                <a:lnTo>
                  <a:pt x="36" y="132"/>
                </a:lnTo>
                <a:lnTo>
                  <a:pt x="34" y="130"/>
                </a:lnTo>
                <a:lnTo>
                  <a:pt x="32" y="129"/>
                </a:lnTo>
                <a:lnTo>
                  <a:pt x="31" y="128"/>
                </a:lnTo>
                <a:lnTo>
                  <a:pt x="30" y="125"/>
                </a:lnTo>
                <a:lnTo>
                  <a:pt x="30" y="124"/>
                </a:lnTo>
                <a:lnTo>
                  <a:pt x="30" y="121"/>
                </a:lnTo>
                <a:lnTo>
                  <a:pt x="30" y="119"/>
                </a:lnTo>
                <a:lnTo>
                  <a:pt x="31" y="116"/>
                </a:lnTo>
                <a:lnTo>
                  <a:pt x="32" y="115"/>
                </a:lnTo>
                <a:lnTo>
                  <a:pt x="34" y="112"/>
                </a:lnTo>
                <a:lnTo>
                  <a:pt x="36" y="112"/>
                </a:lnTo>
                <a:lnTo>
                  <a:pt x="38" y="110"/>
                </a:lnTo>
                <a:lnTo>
                  <a:pt x="105" y="88"/>
                </a:lnTo>
                <a:lnTo>
                  <a:pt x="103" y="80"/>
                </a:lnTo>
                <a:lnTo>
                  <a:pt x="36" y="102"/>
                </a:lnTo>
                <a:lnTo>
                  <a:pt x="34" y="103"/>
                </a:lnTo>
                <a:lnTo>
                  <a:pt x="32" y="104"/>
                </a:lnTo>
                <a:lnTo>
                  <a:pt x="30" y="105"/>
                </a:lnTo>
                <a:lnTo>
                  <a:pt x="29" y="107"/>
                </a:lnTo>
                <a:lnTo>
                  <a:pt x="27" y="108"/>
                </a:lnTo>
                <a:lnTo>
                  <a:pt x="26" y="109"/>
                </a:lnTo>
                <a:lnTo>
                  <a:pt x="25" y="112"/>
                </a:lnTo>
                <a:lnTo>
                  <a:pt x="24" y="113"/>
                </a:lnTo>
                <a:lnTo>
                  <a:pt x="23" y="115"/>
                </a:lnTo>
                <a:lnTo>
                  <a:pt x="22" y="117"/>
                </a:lnTo>
                <a:lnTo>
                  <a:pt x="22" y="119"/>
                </a:lnTo>
                <a:lnTo>
                  <a:pt x="22" y="120"/>
                </a:lnTo>
                <a:lnTo>
                  <a:pt x="22" y="124"/>
                </a:lnTo>
                <a:lnTo>
                  <a:pt x="23" y="128"/>
                </a:lnTo>
                <a:lnTo>
                  <a:pt x="23" y="128"/>
                </a:lnTo>
                <a:close/>
                <a:moveTo>
                  <a:pt x="110" y="122"/>
                </a:moveTo>
                <a:lnTo>
                  <a:pt x="116" y="119"/>
                </a:lnTo>
                <a:lnTo>
                  <a:pt x="130" y="151"/>
                </a:lnTo>
                <a:lnTo>
                  <a:pt x="123" y="153"/>
                </a:lnTo>
                <a:lnTo>
                  <a:pt x="118" y="141"/>
                </a:lnTo>
                <a:lnTo>
                  <a:pt x="42" y="172"/>
                </a:lnTo>
                <a:lnTo>
                  <a:pt x="38" y="164"/>
                </a:lnTo>
                <a:lnTo>
                  <a:pt x="114" y="133"/>
                </a:lnTo>
                <a:lnTo>
                  <a:pt x="110" y="122"/>
                </a:lnTo>
                <a:lnTo>
                  <a:pt x="110" y="122"/>
                </a:lnTo>
                <a:close/>
                <a:moveTo>
                  <a:pt x="73" y="232"/>
                </a:moveTo>
                <a:lnTo>
                  <a:pt x="153" y="190"/>
                </a:lnTo>
                <a:lnTo>
                  <a:pt x="149" y="183"/>
                </a:lnTo>
                <a:lnTo>
                  <a:pt x="115" y="200"/>
                </a:lnTo>
                <a:lnTo>
                  <a:pt x="103" y="177"/>
                </a:lnTo>
                <a:lnTo>
                  <a:pt x="137" y="163"/>
                </a:lnTo>
                <a:lnTo>
                  <a:pt x="133" y="155"/>
                </a:lnTo>
                <a:lnTo>
                  <a:pt x="50" y="192"/>
                </a:lnTo>
                <a:lnTo>
                  <a:pt x="54" y="200"/>
                </a:lnTo>
                <a:lnTo>
                  <a:pt x="95" y="180"/>
                </a:lnTo>
                <a:lnTo>
                  <a:pt x="108" y="204"/>
                </a:lnTo>
                <a:lnTo>
                  <a:pt x="69" y="225"/>
                </a:lnTo>
                <a:lnTo>
                  <a:pt x="73" y="232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51" name="iṩ1íḋé">
            <a:extLst>
              <a:ext uri="{FF2B5EF4-FFF2-40B4-BE49-F238E27FC236}">
                <a16:creationId xmlns:a16="http://schemas.microsoft.com/office/drawing/2014/main" id="{1C36AC04-F83F-4633-AD14-75C56FAE1AEF}"/>
              </a:ext>
            </a:extLst>
          </p:cNvPr>
          <p:cNvSpPr>
            <a:spLocks noGrp="1"/>
          </p:cNvSpPr>
          <p:nvPr/>
        </p:nvSpPr>
        <p:spPr>
          <a:xfrm>
            <a:off x="736920" y="883080"/>
            <a:ext cx="83160" cy="83880"/>
          </a:xfrm>
          <a:custGeom>
            <a:avLst/>
            <a:gdLst>
              <a:gd name="textAreaLeft" fmla="*/ 0 w 83160"/>
              <a:gd name="textAreaRight" fmla="*/ 83520 w 83160"/>
              <a:gd name="textAreaTop" fmla="*/ 0 h 83880"/>
              <a:gd name="textAreaBottom" fmla="*/ 84240 h 83880"/>
              <a:gd name="GluePoint1X" fmla="*/ 20 w 191"/>
              <a:gd name="GluePoint1Y" fmla="*/ 59 h 193"/>
              <a:gd name="GluePoint2X" fmla="*/ 13 w 191"/>
              <a:gd name="GluePoint2Y" fmla="*/ 60 h 193"/>
              <a:gd name="GluePoint3X" fmla="*/ 9 w 191"/>
              <a:gd name="GluePoint3Y" fmla="*/ 56 h 193"/>
              <a:gd name="GluePoint4X" fmla="*/ 8 w 191"/>
              <a:gd name="GluePoint4Y" fmla="*/ 50 h 193"/>
              <a:gd name="GluePoint5X" fmla="*/ 10 w 191"/>
              <a:gd name="GluePoint5Y" fmla="*/ 45 h 193"/>
              <a:gd name="GluePoint6X" fmla="*/ 14 w 191"/>
              <a:gd name="GluePoint6Y" fmla="*/ 39 h 193"/>
              <a:gd name="GluePoint7X" fmla="*/ 24 w 191"/>
              <a:gd name="GluePoint7Y" fmla="*/ 30 h 193"/>
              <a:gd name="GluePoint8X" fmla="*/ 38 w 191"/>
              <a:gd name="GluePoint8Y" fmla="*/ 19 h 193"/>
              <a:gd name="GluePoint9X" fmla="*/ 52 w 191"/>
              <a:gd name="GluePoint9Y" fmla="*/ 12 h 193"/>
              <a:gd name="GluePoint10X" fmla="*/ 60 w 191"/>
              <a:gd name="GluePoint10Y" fmla="*/ 10 h 193"/>
              <a:gd name="GluePoint11X" fmla="*/ 65 w 191"/>
              <a:gd name="GluePoint11Y" fmla="*/ 10 h 193"/>
              <a:gd name="GluePoint12X" fmla="*/ 69 w 191"/>
              <a:gd name="GluePoint12Y" fmla="*/ 12 h 193"/>
              <a:gd name="GluePoint13X" fmla="*/ 71 w 191"/>
              <a:gd name="GluePoint13Y" fmla="*/ 18 h 193"/>
              <a:gd name="GluePoint14X" fmla="*/ 69 w 191"/>
              <a:gd name="GluePoint14Y" fmla="*/ 24 h 193"/>
              <a:gd name="GluePoint15X" fmla="*/ 61 w 191"/>
              <a:gd name="GluePoint15Y" fmla="*/ 32 h 193"/>
              <a:gd name="GluePoint16X" fmla="*/ 69 w 191"/>
              <a:gd name="GluePoint16Y" fmla="*/ 36 h 193"/>
              <a:gd name="GluePoint17X" fmla="*/ 75 w 191"/>
              <a:gd name="GluePoint17Y" fmla="*/ 31 h 193"/>
              <a:gd name="GluePoint18X" fmla="*/ 77 w 191"/>
              <a:gd name="GluePoint18Y" fmla="*/ 25 h 193"/>
              <a:gd name="GluePoint19X" fmla="*/ 79 w 191"/>
              <a:gd name="GluePoint19Y" fmla="*/ 19 h 193"/>
              <a:gd name="GluePoint20X" fmla="*/ 78 w 191"/>
              <a:gd name="GluePoint20Y" fmla="*/ 13 h 193"/>
              <a:gd name="GluePoint21X" fmla="*/ 75 w 191"/>
              <a:gd name="GluePoint21Y" fmla="*/ 7 h 193"/>
              <a:gd name="GluePoint22X" fmla="*/ 71 w 191"/>
              <a:gd name="GluePoint22Y" fmla="*/ 3 h 193"/>
              <a:gd name="GluePoint23X" fmla="*/ 64 w 191"/>
              <a:gd name="GluePoint23Y" fmla="*/ 0 h 193"/>
              <a:gd name="GluePoint24X" fmla="*/ 55 w 191"/>
              <a:gd name="GluePoint24Y" fmla="*/ 2 h 193"/>
              <a:gd name="GluePoint25X" fmla="*/ 42 w 191"/>
              <a:gd name="GluePoint25Y" fmla="*/ 7 h 193"/>
              <a:gd name="GluePoint26X" fmla="*/ 29 w 191"/>
              <a:gd name="GluePoint26Y" fmla="*/ 16 h 193"/>
              <a:gd name="GluePoint27X" fmla="*/ 17 w 191"/>
              <a:gd name="GluePoint27Y" fmla="*/ 25 h 193"/>
              <a:gd name="GluePoint28X" fmla="*/ 8 w 191"/>
              <a:gd name="GluePoint28Y" fmla="*/ 35 h 193"/>
              <a:gd name="GluePoint29X" fmla="*/ 2 w 191"/>
              <a:gd name="GluePoint29Y" fmla="*/ 43 h 193"/>
              <a:gd name="GluePoint30X" fmla="*/ 0 w 191"/>
              <a:gd name="GluePoint30Y" fmla="*/ 51 h 193"/>
              <a:gd name="GluePoint31X" fmla="*/ 2 w 191"/>
              <a:gd name="GluePoint31Y" fmla="*/ 58 h 193"/>
              <a:gd name="GluePoint32X" fmla="*/ 5 w 191"/>
              <a:gd name="GluePoint32Y" fmla="*/ 64 h 193"/>
              <a:gd name="GluePoint33X" fmla="*/ 9 w 191"/>
              <a:gd name="GluePoint33Y" fmla="*/ 67 h 193"/>
              <a:gd name="GluePoint34X" fmla="*/ 14 w 191"/>
              <a:gd name="GluePoint34Y" fmla="*/ 69 h 193"/>
              <a:gd name="GluePoint35X" fmla="*/ 20 w 191"/>
              <a:gd name="GluePoint35Y" fmla="*/ 68 h 193"/>
              <a:gd name="GluePoint36X" fmla="*/ 28 w 191"/>
              <a:gd name="GluePoint36Y" fmla="*/ 65 h 193"/>
              <a:gd name="GluePoint37X" fmla="*/ 29 w 191"/>
              <a:gd name="GluePoint37Y" fmla="*/ 55 h 193"/>
              <a:gd name="GluePoint38X" fmla="*/ 43 w 191"/>
              <a:gd name="GluePoint38Y" fmla="*/ 107 h 193"/>
              <a:gd name="GluePoint39X" fmla="*/ 27 w 191"/>
              <a:gd name="GluePoint39Y" fmla="*/ 89 h 193"/>
              <a:gd name="GluePoint40X" fmla="*/ 97 w 191"/>
              <a:gd name="GluePoint40Y" fmla="*/ 33 h 193"/>
              <a:gd name="GluePoint41X" fmla="*/ 110 w 191"/>
              <a:gd name="GluePoint41Y" fmla="*/ 47 h 193"/>
              <a:gd name="GluePoint42X" fmla="*/ 48 w 191"/>
              <a:gd name="GluePoint42Y" fmla="*/ 112 h 193"/>
              <a:gd name="GluePoint43X" fmla="*/ 124 w 191"/>
              <a:gd name="GluePoint43Y" fmla="*/ 60 h 193"/>
              <a:gd name="GluePoint44X" fmla="*/ 64 w 191"/>
              <a:gd name="GluePoint44Y" fmla="*/ 127 h 193"/>
              <a:gd name="GluePoint45X" fmla="*/ 169 w 191"/>
              <a:gd name="GluePoint45Y" fmla="*/ 95 h 193"/>
              <a:gd name="GluePoint46X" fmla="*/ 149 w 191"/>
              <a:gd name="GluePoint46Y" fmla="*/ 82 h 193"/>
              <a:gd name="GluePoint47X" fmla="*/ 82 w 191"/>
              <a:gd name="GluePoint47Y" fmla="*/ 143 h 193"/>
              <a:gd name="GluePoint48X" fmla="*/ 99 w 191"/>
              <a:gd name="GluePoint48Y" fmla="*/ 156 h 193"/>
              <a:gd name="GluePoint49X" fmla="*/ 145 w 191"/>
              <a:gd name="GluePoint49Y" fmla="*/ 188 h 193"/>
              <a:gd name="GluePoint50X" fmla="*/ 182 w 191"/>
              <a:gd name="GluePoint50Y" fmla="*/ 105 h 193"/>
              <a:gd name="GluePoint51X" fmla="*/ 147 w 191"/>
              <a:gd name="GluePoint51Y" fmla="*/ 148 h 193"/>
              <a:gd name="GluePoint52X" fmla="*/ 153 w 191"/>
              <a:gd name="GluePoint52Y" fmla="*/ 143 h 193"/>
            </a:gdLst>
            <a:ahLst/>
            <a:cxnLst/>
            <a:rect l="textAreaLeft" t="textAreaTop" r="textAreaRight" b="textAreaBottom"/>
            <a:pathLst>
              <a:path w="191" h="193">
                <a:moveTo>
                  <a:pt x="29" y="55"/>
                </a:moveTo>
                <a:lnTo>
                  <a:pt x="24" y="57"/>
                </a:lnTo>
                <a:lnTo>
                  <a:pt x="20" y="59"/>
                </a:lnTo>
                <a:lnTo>
                  <a:pt x="17" y="60"/>
                </a:lnTo>
                <a:lnTo>
                  <a:pt x="15" y="60"/>
                </a:lnTo>
                <a:lnTo>
                  <a:pt x="13" y="60"/>
                </a:lnTo>
                <a:lnTo>
                  <a:pt x="12" y="59"/>
                </a:lnTo>
                <a:lnTo>
                  <a:pt x="10" y="58"/>
                </a:lnTo>
                <a:lnTo>
                  <a:pt x="9" y="56"/>
                </a:lnTo>
                <a:lnTo>
                  <a:pt x="8" y="54"/>
                </a:lnTo>
                <a:lnTo>
                  <a:pt x="8" y="51"/>
                </a:lnTo>
                <a:lnTo>
                  <a:pt x="8" y="50"/>
                </a:lnTo>
                <a:lnTo>
                  <a:pt x="8" y="48"/>
                </a:lnTo>
                <a:lnTo>
                  <a:pt x="9" y="47"/>
                </a:lnTo>
                <a:lnTo>
                  <a:pt x="10" y="45"/>
                </a:lnTo>
                <a:lnTo>
                  <a:pt x="11" y="43"/>
                </a:lnTo>
                <a:lnTo>
                  <a:pt x="12" y="42"/>
                </a:lnTo>
                <a:lnTo>
                  <a:pt x="14" y="39"/>
                </a:lnTo>
                <a:lnTo>
                  <a:pt x="16" y="37"/>
                </a:lnTo>
                <a:lnTo>
                  <a:pt x="20" y="33"/>
                </a:lnTo>
                <a:lnTo>
                  <a:pt x="24" y="30"/>
                </a:lnTo>
                <a:lnTo>
                  <a:pt x="28" y="27"/>
                </a:lnTo>
                <a:lnTo>
                  <a:pt x="33" y="23"/>
                </a:lnTo>
                <a:lnTo>
                  <a:pt x="38" y="19"/>
                </a:lnTo>
                <a:lnTo>
                  <a:pt x="43" y="17"/>
                </a:lnTo>
                <a:lnTo>
                  <a:pt x="48" y="15"/>
                </a:lnTo>
                <a:lnTo>
                  <a:pt x="52" y="12"/>
                </a:lnTo>
                <a:lnTo>
                  <a:pt x="56" y="11"/>
                </a:lnTo>
                <a:lnTo>
                  <a:pt x="58" y="10"/>
                </a:lnTo>
                <a:lnTo>
                  <a:pt x="60" y="10"/>
                </a:lnTo>
                <a:lnTo>
                  <a:pt x="61" y="9"/>
                </a:lnTo>
                <a:lnTo>
                  <a:pt x="64" y="9"/>
                </a:lnTo>
                <a:lnTo>
                  <a:pt x="65" y="10"/>
                </a:lnTo>
                <a:lnTo>
                  <a:pt x="66" y="10"/>
                </a:lnTo>
                <a:lnTo>
                  <a:pt x="67" y="11"/>
                </a:lnTo>
                <a:lnTo>
                  <a:pt x="69" y="12"/>
                </a:lnTo>
                <a:lnTo>
                  <a:pt x="70" y="14"/>
                </a:lnTo>
                <a:lnTo>
                  <a:pt x="71" y="16"/>
                </a:lnTo>
                <a:lnTo>
                  <a:pt x="71" y="18"/>
                </a:lnTo>
                <a:lnTo>
                  <a:pt x="71" y="19"/>
                </a:lnTo>
                <a:lnTo>
                  <a:pt x="71" y="22"/>
                </a:lnTo>
                <a:lnTo>
                  <a:pt x="69" y="24"/>
                </a:lnTo>
                <a:lnTo>
                  <a:pt x="68" y="27"/>
                </a:lnTo>
                <a:lnTo>
                  <a:pt x="65" y="29"/>
                </a:lnTo>
                <a:lnTo>
                  <a:pt x="61" y="32"/>
                </a:lnTo>
                <a:lnTo>
                  <a:pt x="65" y="39"/>
                </a:lnTo>
                <a:lnTo>
                  <a:pt x="67" y="38"/>
                </a:lnTo>
                <a:lnTo>
                  <a:pt x="69" y="36"/>
                </a:lnTo>
                <a:lnTo>
                  <a:pt x="71" y="35"/>
                </a:lnTo>
                <a:lnTo>
                  <a:pt x="73" y="33"/>
                </a:lnTo>
                <a:lnTo>
                  <a:pt x="75" y="31"/>
                </a:lnTo>
                <a:lnTo>
                  <a:pt x="76" y="29"/>
                </a:lnTo>
                <a:lnTo>
                  <a:pt x="77" y="27"/>
                </a:lnTo>
                <a:lnTo>
                  <a:pt x="77" y="25"/>
                </a:lnTo>
                <a:lnTo>
                  <a:pt x="78" y="23"/>
                </a:lnTo>
                <a:lnTo>
                  <a:pt x="79" y="21"/>
                </a:lnTo>
                <a:lnTo>
                  <a:pt x="79" y="19"/>
                </a:lnTo>
                <a:lnTo>
                  <a:pt x="79" y="17"/>
                </a:lnTo>
                <a:lnTo>
                  <a:pt x="78" y="15"/>
                </a:lnTo>
                <a:lnTo>
                  <a:pt x="78" y="13"/>
                </a:lnTo>
                <a:lnTo>
                  <a:pt x="77" y="11"/>
                </a:lnTo>
                <a:lnTo>
                  <a:pt x="77" y="9"/>
                </a:lnTo>
                <a:lnTo>
                  <a:pt x="75" y="7"/>
                </a:lnTo>
                <a:lnTo>
                  <a:pt x="74" y="5"/>
                </a:lnTo>
                <a:lnTo>
                  <a:pt x="73" y="3"/>
                </a:lnTo>
                <a:lnTo>
                  <a:pt x="71" y="3"/>
                </a:lnTo>
                <a:lnTo>
                  <a:pt x="69" y="1"/>
                </a:lnTo>
                <a:lnTo>
                  <a:pt x="66" y="1"/>
                </a:lnTo>
                <a:lnTo>
                  <a:pt x="64" y="0"/>
                </a:lnTo>
                <a:lnTo>
                  <a:pt x="61" y="0"/>
                </a:lnTo>
                <a:lnTo>
                  <a:pt x="58" y="1"/>
                </a:lnTo>
                <a:lnTo>
                  <a:pt x="55" y="2"/>
                </a:lnTo>
                <a:lnTo>
                  <a:pt x="51" y="3"/>
                </a:lnTo>
                <a:lnTo>
                  <a:pt x="47" y="5"/>
                </a:lnTo>
                <a:lnTo>
                  <a:pt x="42" y="7"/>
                </a:lnTo>
                <a:lnTo>
                  <a:pt x="38" y="10"/>
                </a:lnTo>
                <a:lnTo>
                  <a:pt x="34" y="13"/>
                </a:lnTo>
                <a:lnTo>
                  <a:pt x="29" y="16"/>
                </a:lnTo>
                <a:lnTo>
                  <a:pt x="24" y="19"/>
                </a:lnTo>
                <a:lnTo>
                  <a:pt x="20" y="22"/>
                </a:lnTo>
                <a:lnTo>
                  <a:pt x="17" y="25"/>
                </a:lnTo>
                <a:lnTo>
                  <a:pt x="13" y="29"/>
                </a:lnTo>
                <a:lnTo>
                  <a:pt x="10" y="32"/>
                </a:lnTo>
                <a:lnTo>
                  <a:pt x="8" y="35"/>
                </a:lnTo>
                <a:lnTo>
                  <a:pt x="5" y="38"/>
                </a:lnTo>
                <a:lnTo>
                  <a:pt x="4" y="41"/>
                </a:lnTo>
                <a:lnTo>
                  <a:pt x="2" y="43"/>
                </a:lnTo>
                <a:lnTo>
                  <a:pt x="1" y="46"/>
                </a:lnTo>
                <a:lnTo>
                  <a:pt x="0" y="48"/>
                </a:lnTo>
                <a:lnTo>
                  <a:pt x="0" y="51"/>
                </a:lnTo>
                <a:lnTo>
                  <a:pt x="0" y="53"/>
                </a:lnTo>
                <a:lnTo>
                  <a:pt x="0" y="55"/>
                </a:lnTo>
                <a:lnTo>
                  <a:pt x="2" y="58"/>
                </a:lnTo>
                <a:lnTo>
                  <a:pt x="3" y="60"/>
                </a:lnTo>
                <a:lnTo>
                  <a:pt x="4" y="63"/>
                </a:lnTo>
                <a:lnTo>
                  <a:pt x="5" y="64"/>
                </a:lnTo>
                <a:lnTo>
                  <a:pt x="6" y="66"/>
                </a:lnTo>
                <a:lnTo>
                  <a:pt x="8" y="67"/>
                </a:lnTo>
                <a:lnTo>
                  <a:pt x="9" y="67"/>
                </a:lnTo>
                <a:lnTo>
                  <a:pt x="11" y="68"/>
                </a:lnTo>
                <a:lnTo>
                  <a:pt x="12" y="69"/>
                </a:lnTo>
                <a:lnTo>
                  <a:pt x="14" y="69"/>
                </a:lnTo>
                <a:lnTo>
                  <a:pt x="16" y="69"/>
                </a:lnTo>
                <a:lnTo>
                  <a:pt x="19" y="69"/>
                </a:lnTo>
                <a:lnTo>
                  <a:pt x="20" y="68"/>
                </a:lnTo>
                <a:lnTo>
                  <a:pt x="23" y="67"/>
                </a:lnTo>
                <a:lnTo>
                  <a:pt x="25" y="67"/>
                </a:lnTo>
                <a:lnTo>
                  <a:pt x="28" y="65"/>
                </a:lnTo>
                <a:lnTo>
                  <a:pt x="30" y="63"/>
                </a:lnTo>
                <a:lnTo>
                  <a:pt x="33" y="62"/>
                </a:lnTo>
                <a:lnTo>
                  <a:pt x="29" y="55"/>
                </a:lnTo>
                <a:lnTo>
                  <a:pt x="29" y="55"/>
                </a:lnTo>
                <a:close/>
                <a:moveTo>
                  <a:pt x="48" y="112"/>
                </a:moveTo>
                <a:lnTo>
                  <a:pt x="43" y="107"/>
                </a:lnTo>
                <a:lnTo>
                  <a:pt x="78" y="76"/>
                </a:lnTo>
                <a:lnTo>
                  <a:pt x="64" y="59"/>
                </a:lnTo>
                <a:lnTo>
                  <a:pt x="27" y="89"/>
                </a:lnTo>
                <a:lnTo>
                  <a:pt x="21" y="83"/>
                </a:lnTo>
                <a:lnTo>
                  <a:pt x="91" y="27"/>
                </a:lnTo>
                <a:lnTo>
                  <a:pt x="97" y="33"/>
                </a:lnTo>
                <a:lnTo>
                  <a:pt x="70" y="54"/>
                </a:lnTo>
                <a:lnTo>
                  <a:pt x="84" y="71"/>
                </a:lnTo>
                <a:lnTo>
                  <a:pt x="110" y="47"/>
                </a:lnTo>
                <a:lnTo>
                  <a:pt x="116" y="53"/>
                </a:lnTo>
                <a:lnTo>
                  <a:pt x="48" y="112"/>
                </a:lnTo>
                <a:lnTo>
                  <a:pt x="48" y="112"/>
                </a:lnTo>
                <a:close/>
                <a:moveTo>
                  <a:pt x="64" y="127"/>
                </a:moveTo>
                <a:lnTo>
                  <a:pt x="58" y="121"/>
                </a:lnTo>
                <a:lnTo>
                  <a:pt x="124" y="60"/>
                </a:lnTo>
                <a:lnTo>
                  <a:pt x="130" y="66"/>
                </a:lnTo>
                <a:lnTo>
                  <a:pt x="64" y="127"/>
                </a:lnTo>
                <a:lnTo>
                  <a:pt x="64" y="127"/>
                </a:lnTo>
                <a:close/>
                <a:moveTo>
                  <a:pt x="99" y="156"/>
                </a:moveTo>
                <a:lnTo>
                  <a:pt x="105" y="161"/>
                </a:lnTo>
                <a:lnTo>
                  <a:pt x="169" y="95"/>
                </a:lnTo>
                <a:lnTo>
                  <a:pt x="163" y="91"/>
                </a:lnTo>
                <a:lnTo>
                  <a:pt x="122" y="131"/>
                </a:lnTo>
                <a:lnTo>
                  <a:pt x="149" y="82"/>
                </a:lnTo>
                <a:lnTo>
                  <a:pt x="139" y="74"/>
                </a:lnTo>
                <a:lnTo>
                  <a:pt x="75" y="136"/>
                </a:lnTo>
                <a:lnTo>
                  <a:pt x="82" y="143"/>
                </a:lnTo>
                <a:lnTo>
                  <a:pt x="137" y="86"/>
                </a:lnTo>
                <a:lnTo>
                  <a:pt x="99" y="156"/>
                </a:lnTo>
                <a:lnTo>
                  <a:pt x="99" y="156"/>
                </a:lnTo>
                <a:close/>
                <a:moveTo>
                  <a:pt x="147" y="148"/>
                </a:moveTo>
                <a:lnTo>
                  <a:pt x="160" y="159"/>
                </a:lnTo>
                <a:lnTo>
                  <a:pt x="145" y="188"/>
                </a:lnTo>
                <a:lnTo>
                  <a:pt x="153" y="193"/>
                </a:lnTo>
                <a:lnTo>
                  <a:pt x="191" y="111"/>
                </a:lnTo>
                <a:lnTo>
                  <a:pt x="182" y="105"/>
                </a:lnTo>
                <a:lnTo>
                  <a:pt x="115" y="168"/>
                </a:lnTo>
                <a:lnTo>
                  <a:pt x="121" y="173"/>
                </a:lnTo>
                <a:lnTo>
                  <a:pt x="147" y="148"/>
                </a:lnTo>
                <a:lnTo>
                  <a:pt x="147" y="148"/>
                </a:lnTo>
                <a:close/>
                <a:moveTo>
                  <a:pt x="163" y="151"/>
                </a:moveTo>
                <a:lnTo>
                  <a:pt x="153" y="143"/>
                </a:lnTo>
                <a:lnTo>
                  <a:pt x="178" y="119"/>
                </a:lnTo>
                <a:lnTo>
                  <a:pt x="163" y="15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9240" rIns="90000" bIns="39240" anchor="ctr">
            <a:noAutofit/>
          </a:bodyPr>
          <a:lstStyle/>
          <a:p>
            <a:endParaRPr/>
          </a:p>
        </p:txBody>
      </p:sp>
      <p:sp>
        <p:nvSpPr>
          <p:cNvPr id="552" name="ïś1ïḋe">
            <a:extLst>
              <a:ext uri="{FF2B5EF4-FFF2-40B4-BE49-F238E27FC236}">
                <a16:creationId xmlns:a16="http://schemas.microsoft.com/office/drawing/2014/main" id="{89C4D7B2-6C94-4BC7-A006-C9963AA3FAFB}"/>
              </a:ext>
            </a:extLst>
          </p:cNvPr>
          <p:cNvSpPr>
            <a:spLocks noGrp="1"/>
          </p:cNvSpPr>
          <p:nvPr/>
        </p:nvSpPr>
        <p:spPr>
          <a:xfrm>
            <a:off x="943920" y="915480"/>
            <a:ext cx="10440" cy="19800"/>
          </a:xfrm>
          <a:custGeom>
            <a:avLst/>
            <a:gdLst>
              <a:gd name="textAreaLeft" fmla="*/ 0 w 10440"/>
              <a:gd name="textAreaRight" fmla="*/ 10800 w 10440"/>
              <a:gd name="textAreaTop" fmla="*/ 0 h 19800"/>
              <a:gd name="textAreaBottom" fmla="*/ 20160 h 19800"/>
              <a:gd name="GluePoint1X" fmla="*/ 13 w 25"/>
              <a:gd name="GluePoint1Y" fmla="*/ 0 h 46"/>
              <a:gd name="GluePoint2X" fmla="*/ 20 w 25"/>
              <a:gd name="GluePoint2Y" fmla="*/ 29 h 46"/>
              <a:gd name="GluePoint3X" fmla="*/ 24 w 25"/>
              <a:gd name="GluePoint3Y" fmla="*/ 28 h 46"/>
              <a:gd name="GluePoint4X" fmla="*/ 25 w 25"/>
              <a:gd name="GluePoint4Y" fmla="*/ 32 h 46"/>
              <a:gd name="GluePoint5X" fmla="*/ 21 w 25"/>
              <a:gd name="GluePoint5Y" fmla="*/ 33 h 46"/>
              <a:gd name="GluePoint6X" fmla="*/ 24 w 25"/>
              <a:gd name="GluePoint6Y" fmla="*/ 45 h 46"/>
              <a:gd name="GluePoint7X" fmla="*/ 20 w 25"/>
              <a:gd name="GluePoint7Y" fmla="*/ 46 h 46"/>
              <a:gd name="GluePoint8X" fmla="*/ 17 w 25"/>
              <a:gd name="GluePoint8Y" fmla="*/ 33 h 46"/>
              <a:gd name="GluePoint9X" fmla="*/ 2 w 25"/>
              <a:gd name="GluePoint9Y" fmla="*/ 37 h 46"/>
              <a:gd name="GluePoint10X" fmla="*/ 0 w 25"/>
              <a:gd name="GluePoint10Y" fmla="*/ 33 h 46"/>
              <a:gd name="GluePoint11X" fmla="*/ 11 w 25"/>
              <a:gd name="GluePoint11Y" fmla="*/ 0 h 46"/>
              <a:gd name="GluePoint12X" fmla="*/ 13 w 25"/>
              <a:gd name="GluePoint12Y" fmla="*/ 0 h 46"/>
              <a:gd name="GluePoint13X" fmla="*/ 13 w 25"/>
              <a:gd name="GluePoint13Y" fmla="*/ 0 h 46"/>
              <a:gd name="GluePoint14X" fmla="*/ 16 w 25"/>
              <a:gd name="GluePoint14Y" fmla="*/ 29 h 46"/>
              <a:gd name="GluePoint15X" fmla="*/ 11 w 25"/>
              <a:gd name="GluePoint15Y" fmla="*/ 7 h 46"/>
              <a:gd name="GluePoint16X" fmla="*/ 3 w 25"/>
              <a:gd name="GluePoint16Y" fmla="*/ 33 h 46"/>
              <a:gd name="GluePoint17X" fmla="*/ 16 w 25"/>
              <a:gd name="GluePoint17Y" fmla="*/ 29 h 46"/>
            </a:gdLst>
            <a:ahLst/>
            <a:cxnLst/>
            <a:rect l="textAreaLeft" t="textAreaTop" r="textAreaRight" b="textAreaBottom"/>
            <a:pathLst>
              <a:path w="25" h="46">
                <a:moveTo>
                  <a:pt x="13" y="0"/>
                </a:moveTo>
                <a:lnTo>
                  <a:pt x="20" y="29"/>
                </a:lnTo>
                <a:lnTo>
                  <a:pt x="24" y="28"/>
                </a:lnTo>
                <a:lnTo>
                  <a:pt x="25" y="32"/>
                </a:lnTo>
                <a:lnTo>
                  <a:pt x="21" y="33"/>
                </a:lnTo>
                <a:lnTo>
                  <a:pt x="24" y="45"/>
                </a:lnTo>
                <a:lnTo>
                  <a:pt x="20" y="46"/>
                </a:lnTo>
                <a:lnTo>
                  <a:pt x="17" y="33"/>
                </a:lnTo>
                <a:lnTo>
                  <a:pt x="2" y="37"/>
                </a:lnTo>
                <a:lnTo>
                  <a:pt x="0" y="33"/>
                </a:lnTo>
                <a:lnTo>
                  <a:pt x="11" y="0"/>
                </a:lnTo>
                <a:lnTo>
                  <a:pt x="13" y="0"/>
                </a:lnTo>
                <a:lnTo>
                  <a:pt x="13" y="0"/>
                </a:lnTo>
                <a:close/>
                <a:moveTo>
                  <a:pt x="16" y="29"/>
                </a:moveTo>
                <a:lnTo>
                  <a:pt x="11" y="7"/>
                </a:lnTo>
                <a:lnTo>
                  <a:pt x="3" y="33"/>
                </a:lnTo>
                <a:lnTo>
                  <a:pt x="16" y="29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ctr">
            <a:noAutofit/>
          </a:bodyPr>
          <a:lstStyle/>
          <a:p>
            <a:endParaRPr/>
          </a:p>
        </p:txBody>
      </p:sp>
      <p:sp>
        <p:nvSpPr>
          <p:cNvPr id="553" name="ís1íďe">
            <a:extLst>
              <a:ext uri="{FF2B5EF4-FFF2-40B4-BE49-F238E27FC236}">
                <a16:creationId xmlns:a16="http://schemas.microsoft.com/office/drawing/2014/main" id="{26E7803E-5EC6-49AC-8F57-5F320D039D80}"/>
              </a:ext>
            </a:extLst>
          </p:cNvPr>
          <p:cNvSpPr>
            <a:spLocks noGrp="1"/>
          </p:cNvSpPr>
          <p:nvPr/>
        </p:nvSpPr>
        <p:spPr>
          <a:xfrm>
            <a:off x="882360" y="916560"/>
            <a:ext cx="10080" cy="19440"/>
          </a:xfrm>
          <a:custGeom>
            <a:avLst/>
            <a:gdLst>
              <a:gd name="textAreaLeft" fmla="*/ 0 w 10080"/>
              <a:gd name="textAreaRight" fmla="*/ 10440 w 10080"/>
              <a:gd name="textAreaTop" fmla="*/ 0 h 19440"/>
              <a:gd name="textAreaBottom" fmla="*/ 19800 h 19440"/>
              <a:gd name="GluePoint1X" fmla="*/ 16 w 24"/>
              <a:gd name="GluePoint1Y" fmla="*/ 10 h 45"/>
              <a:gd name="GluePoint2X" fmla="*/ 16 w 24"/>
              <a:gd name="GluePoint2Y" fmla="*/ 8 h 45"/>
              <a:gd name="GluePoint3X" fmla="*/ 16 w 24"/>
              <a:gd name="GluePoint3Y" fmla="*/ 7 h 45"/>
              <a:gd name="GluePoint4X" fmla="*/ 16 w 24"/>
              <a:gd name="GluePoint4Y" fmla="*/ 6 h 45"/>
              <a:gd name="GluePoint5X" fmla="*/ 15 w 24"/>
              <a:gd name="GluePoint5Y" fmla="*/ 5 h 45"/>
              <a:gd name="GluePoint6X" fmla="*/ 12 w 24"/>
              <a:gd name="GluePoint6Y" fmla="*/ 5 h 45"/>
              <a:gd name="GluePoint7X" fmla="*/ 9 w 24"/>
              <a:gd name="GluePoint7Y" fmla="*/ 5 h 45"/>
              <a:gd name="GluePoint8X" fmla="*/ 10 w 24"/>
              <a:gd name="GluePoint8Y" fmla="*/ 3 h 45"/>
              <a:gd name="GluePoint9X" fmla="*/ 13 w 24"/>
              <a:gd name="GluePoint9Y" fmla="*/ 3 h 45"/>
              <a:gd name="GluePoint10X" fmla="*/ 17 w 24"/>
              <a:gd name="GluePoint10Y" fmla="*/ 3 h 45"/>
              <a:gd name="GluePoint11X" fmla="*/ 20 w 24"/>
              <a:gd name="GluePoint11Y" fmla="*/ 2 h 45"/>
              <a:gd name="GluePoint12X" fmla="*/ 24 w 24"/>
              <a:gd name="GluePoint12Y" fmla="*/ 0 h 45"/>
              <a:gd name="GluePoint13X" fmla="*/ 14 w 24"/>
              <a:gd name="GluePoint13Y" fmla="*/ 39 h 45"/>
              <a:gd name="GluePoint14X" fmla="*/ 14 w 24"/>
              <a:gd name="GluePoint14Y" fmla="*/ 39 h 45"/>
              <a:gd name="GluePoint15X" fmla="*/ 14 w 24"/>
              <a:gd name="GluePoint15Y" fmla="*/ 40 h 45"/>
              <a:gd name="GluePoint16X" fmla="*/ 14 w 24"/>
              <a:gd name="GluePoint16Y" fmla="*/ 41 h 45"/>
              <a:gd name="GluePoint17X" fmla="*/ 14 w 24"/>
              <a:gd name="GluePoint17Y" fmla="*/ 42 h 45"/>
              <a:gd name="GluePoint18X" fmla="*/ 16 w 24"/>
              <a:gd name="GluePoint18Y" fmla="*/ 43 h 45"/>
              <a:gd name="GluePoint19X" fmla="*/ 18 w 24"/>
              <a:gd name="GluePoint19Y" fmla="*/ 43 h 45"/>
              <a:gd name="GluePoint20X" fmla="*/ 18 w 24"/>
              <a:gd name="GluePoint20Y" fmla="*/ 45 h 45"/>
              <a:gd name="GluePoint21X" fmla="*/ 0 w 24"/>
              <a:gd name="GluePoint21Y" fmla="*/ 40 h 45"/>
              <a:gd name="GluePoint22X" fmla="*/ 1 w 24"/>
              <a:gd name="GluePoint22Y" fmla="*/ 39 h 45"/>
              <a:gd name="GluePoint23X" fmla="*/ 4 w 24"/>
              <a:gd name="GluePoint23Y" fmla="*/ 39 h 45"/>
              <a:gd name="GluePoint24X" fmla="*/ 6 w 24"/>
              <a:gd name="GluePoint24Y" fmla="*/ 39 h 45"/>
              <a:gd name="GluePoint25X" fmla="*/ 7 w 24"/>
              <a:gd name="GluePoint25Y" fmla="*/ 39 h 45"/>
              <a:gd name="GluePoint26X" fmla="*/ 8 w 24"/>
              <a:gd name="GluePoint26Y" fmla="*/ 39 h 45"/>
              <a:gd name="GluePoint27X" fmla="*/ 8 w 24"/>
              <a:gd name="GluePoint27Y" fmla="*/ 39 h 45"/>
              <a:gd name="GluePoint28X" fmla="*/ 8 w 24"/>
              <a:gd name="GluePoint28Y" fmla="*/ 39 h 45"/>
              <a:gd name="GluePoint29X" fmla="*/ 16 w 24"/>
              <a:gd name="GluePoint29Y" fmla="*/ 10 h 45"/>
            </a:gdLst>
            <a:ahLst/>
            <a:cxnLst/>
            <a:rect l="textAreaLeft" t="textAreaTop" r="textAreaRight" b="textAreaBottom"/>
            <a:pathLst>
              <a:path w="24" h="45">
                <a:moveTo>
                  <a:pt x="16" y="10"/>
                </a:moveTo>
                <a:lnTo>
                  <a:pt x="16" y="8"/>
                </a:lnTo>
                <a:lnTo>
                  <a:pt x="16" y="7"/>
                </a:lnTo>
                <a:lnTo>
                  <a:pt x="16" y="6"/>
                </a:lnTo>
                <a:lnTo>
                  <a:pt x="15" y="5"/>
                </a:lnTo>
                <a:lnTo>
                  <a:pt x="12" y="5"/>
                </a:lnTo>
                <a:lnTo>
                  <a:pt x="9" y="5"/>
                </a:lnTo>
                <a:lnTo>
                  <a:pt x="10" y="3"/>
                </a:lnTo>
                <a:lnTo>
                  <a:pt x="13" y="3"/>
                </a:lnTo>
                <a:lnTo>
                  <a:pt x="17" y="3"/>
                </a:lnTo>
                <a:lnTo>
                  <a:pt x="20" y="2"/>
                </a:lnTo>
                <a:lnTo>
                  <a:pt x="24" y="0"/>
                </a:lnTo>
                <a:lnTo>
                  <a:pt x="14" y="39"/>
                </a:lnTo>
                <a:lnTo>
                  <a:pt x="14" y="39"/>
                </a:lnTo>
                <a:lnTo>
                  <a:pt x="14" y="40"/>
                </a:lnTo>
                <a:lnTo>
                  <a:pt x="14" y="41"/>
                </a:lnTo>
                <a:lnTo>
                  <a:pt x="14" y="42"/>
                </a:lnTo>
                <a:lnTo>
                  <a:pt x="16" y="43"/>
                </a:lnTo>
                <a:lnTo>
                  <a:pt x="18" y="43"/>
                </a:lnTo>
                <a:lnTo>
                  <a:pt x="18" y="45"/>
                </a:lnTo>
                <a:lnTo>
                  <a:pt x="0" y="40"/>
                </a:lnTo>
                <a:lnTo>
                  <a:pt x="1" y="39"/>
                </a:lnTo>
                <a:lnTo>
                  <a:pt x="4" y="39"/>
                </a:lnTo>
                <a:lnTo>
                  <a:pt x="6" y="39"/>
                </a:lnTo>
                <a:lnTo>
                  <a:pt x="7" y="39"/>
                </a:lnTo>
                <a:lnTo>
                  <a:pt x="8" y="39"/>
                </a:lnTo>
                <a:lnTo>
                  <a:pt x="8" y="39"/>
                </a:lnTo>
                <a:lnTo>
                  <a:pt x="8" y="39"/>
                </a:lnTo>
                <a:lnTo>
                  <a:pt x="16" y="10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554" name="i$ľide">
            <a:extLst>
              <a:ext uri="{FF2B5EF4-FFF2-40B4-BE49-F238E27FC236}">
                <a16:creationId xmlns:a16="http://schemas.microsoft.com/office/drawing/2014/main" id="{C07A1B4D-485E-4666-8731-20ECC382D3A5}"/>
              </a:ext>
            </a:extLst>
          </p:cNvPr>
          <p:cNvSpPr>
            <a:spLocks noGrp="1"/>
          </p:cNvSpPr>
          <p:nvPr/>
        </p:nvSpPr>
        <p:spPr>
          <a:xfrm>
            <a:off x="903240" y="917280"/>
            <a:ext cx="9720" cy="19440"/>
          </a:xfrm>
          <a:custGeom>
            <a:avLst/>
            <a:gdLst>
              <a:gd name="textAreaLeft" fmla="*/ 0 w 9720"/>
              <a:gd name="textAreaRight" fmla="*/ 10080 w 9720"/>
              <a:gd name="textAreaTop" fmla="*/ 0 h 19440"/>
              <a:gd name="textAreaBottom" fmla="*/ 19800 h 19440"/>
              <a:gd name="GluePoint1X" fmla="*/ 1 w 23"/>
              <a:gd name="GluePoint1Y" fmla="*/ 45 h 45"/>
              <a:gd name="GluePoint2X" fmla="*/ 6 w 23"/>
              <a:gd name="GluePoint2Y" fmla="*/ 42 h 45"/>
              <a:gd name="GluePoint3X" fmla="*/ 10 w 23"/>
              <a:gd name="GluePoint3Y" fmla="*/ 39 h 45"/>
              <a:gd name="GluePoint4X" fmla="*/ 14 w 23"/>
              <a:gd name="GluePoint4Y" fmla="*/ 33 h 45"/>
              <a:gd name="GluePoint5X" fmla="*/ 16 w 23"/>
              <a:gd name="GluePoint5Y" fmla="*/ 25 h 45"/>
              <a:gd name="GluePoint6X" fmla="*/ 12 w 23"/>
              <a:gd name="GluePoint6Y" fmla="*/ 28 h 45"/>
              <a:gd name="GluePoint7X" fmla="*/ 11 w 23"/>
              <a:gd name="GluePoint7Y" fmla="*/ 29 h 45"/>
              <a:gd name="GluePoint8X" fmla="*/ 8 w 23"/>
              <a:gd name="GluePoint8Y" fmla="*/ 29 h 45"/>
              <a:gd name="GluePoint9X" fmla="*/ 5 w 23"/>
              <a:gd name="GluePoint9Y" fmla="*/ 27 h 45"/>
              <a:gd name="GluePoint10X" fmla="*/ 3 w 23"/>
              <a:gd name="GluePoint10Y" fmla="*/ 24 h 45"/>
              <a:gd name="GluePoint11X" fmla="*/ 1 w 23"/>
              <a:gd name="GluePoint11Y" fmla="*/ 20 h 45"/>
              <a:gd name="GluePoint12X" fmla="*/ 0 w 23"/>
              <a:gd name="GluePoint12Y" fmla="*/ 14 h 45"/>
              <a:gd name="GluePoint13X" fmla="*/ 1 w 23"/>
              <a:gd name="GluePoint13Y" fmla="*/ 9 h 45"/>
              <a:gd name="GluePoint14X" fmla="*/ 4 w 23"/>
              <a:gd name="GluePoint14Y" fmla="*/ 5 h 45"/>
              <a:gd name="GluePoint15X" fmla="*/ 5 w 23"/>
              <a:gd name="GluePoint15Y" fmla="*/ 2 h 45"/>
              <a:gd name="GluePoint16X" fmla="*/ 8 w 23"/>
              <a:gd name="GluePoint16Y" fmla="*/ 1 h 45"/>
              <a:gd name="GluePoint17X" fmla="*/ 12 w 23"/>
              <a:gd name="GluePoint17Y" fmla="*/ 0 h 45"/>
              <a:gd name="GluePoint18X" fmla="*/ 14 w 23"/>
              <a:gd name="GluePoint18Y" fmla="*/ 0 h 45"/>
              <a:gd name="GluePoint19X" fmla="*/ 16 w 23"/>
              <a:gd name="GluePoint19Y" fmla="*/ 1 h 45"/>
              <a:gd name="GluePoint20X" fmla="*/ 20 w 23"/>
              <a:gd name="GluePoint20Y" fmla="*/ 6 h 45"/>
              <a:gd name="GluePoint21X" fmla="*/ 23 w 23"/>
              <a:gd name="GluePoint21Y" fmla="*/ 13 h 45"/>
              <a:gd name="GluePoint22X" fmla="*/ 23 w 23"/>
              <a:gd name="GluePoint22Y" fmla="*/ 21 h 45"/>
              <a:gd name="GluePoint23X" fmla="*/ 22 w 23"/>
              <a:gd name="GluePoint23Y" fmla="*/ 29 h 45"/>
              <a:gd name="GluePoint24X" fmla="*/ 20 w 23"/>
              <a:gd name="GluePoint24Y" fmla="*/ 33 h 45"/>
              <a:gd name="GluePoint25X" fmla="*/ 18 w 23"/>
              <a:gd name="GluePoint25Y" fmla="*/ 37 h 45"/>
              <a:gd name="GluePoint26X" fmla="*/ 15 w 23"/>
              <a:gd name="GluePoint26Y" fmla="*/ 40 h 45"/>
              <a:gd name="GluePoint27X" fmla="*/ 11 w 23"/>
              <a:gd name="GluePoint27Y" fmla="*/ 42 h 45"/>
              <a:gd name="GluePoint28X" fmla="*/ 7 w 23"/>
              <a:gd name="GluePoint28Y" fmla="*/ 45 h 45"/>
              <a:gd name="GluePoint29X" fmla="*/ 1 w 23"/>
              <a:gd name="GluePoint29Y" fmla="*/ 45 h 45"/>
              <a:gd name="GluePoint30X" fmla="*/ 16 w 23"/>
              <a:gd name="GluePoint30Y" fmla="*/ 7 h 45"/>
              <a:gd name="GluePoint31X" fmla="*/ 13 w 23"/>
              <a:gd name="GluePoint31Y" fmla="*/ 4 h 45"/>
              <a:gd name="GluePoint32X" fmla="*/ 12 w 23"/>
              <a:gd name="GluePoint32Y" fmla="*/ 3 h 45"/>
              <a:gd name="GluePoint33X" fmla="*/ 9 w 23"/>
              <a:gd name="GluePoint33Y" fmla="*/ 3 h 45"/>
              <a:gd name="GluePoint34X" fmla="*/ 8 w 23"/>
              <a:gd name="GluePoint34Y" fmla="*/ 4 h 45"/>
              <a:gd name="GluePoint35X" fmla="*/ 6 w 23"/>
              <a:gd name="GluePoint35Y" fmla="*/ 5 h 45"/>
              <a:gd name="GluePoint36X" fmla="*/ 5 w 23"/>
              <a:gd name="GluePoint36Y" fmla="*/ 9 h 45"/>
              <a:gd name="GluePoint37X" fmla="*/ 5 w 23"/>
              <a:gd name="GluePoint37Y" fmla="*/ 13 h 45"/>
              <a:gd name="GluePoint38X" fmla="*/ 5 w 23"/>
              <a:gd name="GluePoint38Y" fmla="*/ 21 h 45"/>
              <a:gd name="GluePoint39X" fmla="*/ 7 w 23"/>
              <a:gd name="GluePoint39Y" fmla="*/ 25 h 45"/>
              <a:gd name="GluePoint40X" fmla="*/ 8 w 23"/>
              <a:gd name="GluePoint40Y" fmla="*/ 25 h 45"/>
              <a:gd name="GluePoint41X" fmla="*/ 11 w 23"/>
              <a:gd name="GluePoint41Y" fmla="*/ 25 h 45"/>
              <a:gd name="GluePoint42X" fmla="*/ 15 w 23"/>
              <a:gd name="GluePoint42Y" fmla="*/ 24 h 45"/>
              <a:gd name="GluePoint43X" fmla="*/ 16 w 23"/>
              <a:gd name="GluePoint43Y" fmla="*/ 23 h 45"/>
              <a:gd name="GluePoint44X" fmla="*/ 17 w 23"/>
              <a:gd name="GluePoint44Y" fmla="*/ 21 h 45"/>
              <a:gd name="GluePoint45X" fmla="*/ 18 w 23"/>
              <a:gd name="GluePoint45Y" fmla="*/ 16 h 45"/>
              <a:gd name="GluePoint46X" fmla="*/ 17 w 23"/>
              <a:gd name="GluePoint46Y" fmla="*/ 11 h 45"/>
              <a:gd name="GluePoint47X" fmla="*/ 16 w 23"/>
              <a:gd name="GluePoint47Y" fmla="*/ 7 h 45"/>
            </a:gdLst>
            <a:ahLst/>
            <a:cxnLst/>
            <a:rect l="textAreaLeft" t="textAreaTop" r="textAreaRight" b="textAreaBottom"/>
            <a:pathLst>
              <a:path w="23" h="45">
                <a:moveTo>
                  <a:pt x="1" y="45"/>
                </a:moveTo>
                <a:lnTo>
                  <a:pt x="1" y="45"/>
                </a:lnTo>
                <a:lnTo>
                  <a:pt x="4" y="44"/>
                </a:lnTo>
                <a:lnTo>
                  <a:pt x="6" y="42"/>
                </a:lnTo>
                <a:lnTo>
                  <a:pt x="8" y="41"/>
                </a:lnTo>
                <a:lnTo>
                  <a:pt x="10" y="39"/>
                </a:lnTo>
                <a:lnTo>
                  <a:pt x="12" y="36"/>
                </a:lnTo>
                <a:lnTo>
                  <a:pt x="14" y="33"/>
                </a:lnTo>
                <a:lnTo>
                  <a:pt x="16" y="29"/>
                </a:lnTo>
                <a:lnTo>
                  <a:pt x="16" y="25"/>
                </a:lnTo>
                <a:lnTo>
                  <a:pt x="14" y="26"/>
                </a:lnTo>
                <a:lnTo>
                  <a:pt x="12" y="28"/>
                </a:lnTo>
                <a:lnTo>
                  <a:pt x="12" y="28"/>
                </a:lnTo>
                <a:lnTo>
                  <a:pt x="11" y="29"/>
                </a:lnTo>
                <a:lnTo>
                  <a:pt x="9" y="29"/>
                </a:lnTo>
                <a:lnTo>
                  <a:pt x="8" y="29"/>
                </a:lnTo>
                <a:lnTo>
                  <a:pt x="7" y="28"/>
                </a:lnTo>
                <a:lnTo>
                  <a:pt x="5" y="27"/>
                </a:lnTo>
                <a:lnTo>
                  <a:pt x="4" y="26"/>
                </a:lnTo>
                <a:lnTo>
                  <a:pt x="3" y="24"/>
                </a:lnTo>
                <a:lnTo>
                  <a:pt x="2" y="22"/>
                </a:lnTo>
                <a:lnTo>
                  <a:pt x="1" y="20"/>
                </a:lnTo>
                <a:lnTo>
                  <a:pt x="0" y="17"/>
                </a:lnTo>
                <a:lnTo>
                  <a:pt x="0" y="14"/>
                </a:lnTo>
                <a:lnTo>
                  <a:pt x="1" y="12"/>
                </a:lnTo>
                <a:lnTo>
                  <a:pt x="1" y="9"/>
                </a:lnTo>
                <a:lnTo>
                  <a:pt x="2" y="7"/>
                </a:lnTo>
                <a:lnTo>
                  <a:pt x="4" y="5"/>
                </a:lnTo>
                <a:lnTo>
                  <a:pt x="4" y="3"/>
                </a:lnTo>
                <a:lnTo>
                  <a:pt x="5" y="2"/>
                </a:lnTo>
                <a:lnTo>
                  <a:pt x="7" y="1"/>
                </a:lnTo>
                <a:lnTo>
                  <a:pt x="8" y="1"/>
                </a:lnTo>
                <a:lnTo>
                  <a:pt x="10" y="0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6" y="1"/>
                </a:lnTo>
                <a:lnTo>
                  <a:pt x="16" y="1"/>
                </a:lnTo>
                <a:lnTo>
                  <a:pt x="19" y="4"/>
                </a:lnTo>
                <a:lnTo>
                  <a:pt x="20" y="6"/>
                </a:lnTo>
                <a:lnTo>
                  <a:pt x="22" y="9"/>
                </a:lnTo>
                <a:lnTo>
                  <a:pt x="23" y="13"/>
                </a:lnTo>
                <a:lnTo>
                  <a:pt x="23" y="17"/>
                </a:lnTo>
                <a:lnTo>
                  <a:pt x="23" y="21"/>
                </a:lnTo>
                <a:lnTo>
                  <a:pt x="23" y="25"/>
                </a:lnTo>
                <a:lnTo>
                  <a:pt x="22" y="29"/>
                </a:lnTo>
                <a:lnTo>
                  <a:pt x="21" y="31"/>
                </a:lnTo>
                <a:lnTo>
                  <a:pt x="20" y="33"/>
                </a:lnTo>
                <a:lnTo>
                  <a:pt x="19" y="35"/>
                </a:lnTo>
                <a:lnTo>
                  <a:pt x="18" y="37"/>
                </a:lnTo>
                <a:lnTo>
                  <a:pt x="16" y="38"/>
                </a:lnTo>
                <a:lnTo>
                  <a:pt x="15" y="40"/>
                </a:lnTo>
                <a:lnTo>
                  <a:pt x="12" y="41"/>
                </a:lnTo>
                <a:lnTo>
                  <a:pt x="11" y="42"/>
                </a:lnTo>
                <a:lnTo>
                  <a:pt x="8" y="44"/>
                </a:lnTo>
                <a:lnTo>
                  <a:pt x="7" y="45"/>
                </a:lnTo>
                <a:lnTo>
                  <a:pt x="4" y="45"/>
                </a:lnTo>
                <a:lnTo>
                  <a:pt x="1" y="45"/>
                </a:lnTo>
                <a:lnTo>
                  <a:pt x="1" y="45"/>
                </a:lnTo>
                <a:close/>
                <a:moveTo>
                  <a:pt x="16" y="7"/>
                </a:moveTo>
                <a:lnTo>
                  <a:pt x="15" y="5"/>
                </a:lnTo>
                <a:lnTo>
                  <a:pt x="13" y="4"/>
                </a:lnTo>
                <a:lnTo>
                  <a:pt x="12" y="3"/>
                </a:lnTo>
                <a:lnTo>
                  <a:pt x="12" y="3"/>
                </a:lnTo>
                <a:lnTo>
                  <a:pt x="11" y="3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7" y="5"/>
                </a:lnTo>
                <a:lnTo>
                  <a:pt x="6" y="5"/>
                </a:lnTo>
                <a:lnTo>
                  <a:pt x="5" y="7"/>
                </a:lnTo>
                <a:lnTo>
                  <a:pt x="5" y="9"/>
                </a:lnTo>
                <a:lnTo>
                  <a:pt x="5" y="10"/>
                </a:lnTo>
                <a:lnTo>
                  <a:pt x="5" y="13"/>
                </a:lnTo>
                <a:lnTo>
                  <a:pt x="5" y="17"/>
                </a:lnTo>
                <a:lnTo>
                  <a:pt x="5" y="21"/>
                </a:lnTo>
                <a:lnTo>
                  <a:pt x="6" y="23"/>
                </a:lnTo>
                <a:lnTo>
                  <a:pt x="7" y="25"/>
                </a:lnTo>
                <a:lnTo>
                  <a:pt x="8" y="25"/>
                </a:lnTo>
                <a:lnTo>
                  <a:pt x="8" y="25"/>
                </a:lnTo>
                <a:lnTo>
                  <a:pt x="10" y="25"/>
                </a:lnTo>
                <a:lnTo>
                  <a:pt x="11" y="25"/>
                </a:lnTo>
                <a:lnTo>
                  <a:pt x="13" y="25"/>
                </a:lnTo>
                <a:lnTo>
                  <a:pt x="15" y="24"/>
                </a:lnTo>
                <a:lnTo>
                  <a:pt x="16" y="23"/>
                </a:lnTo>
                <a:lnTo>
                  <a:pt x="16" y="23"/>
                </a:lnTo>
                <a:lnTo>
                  <a:pt x="16" y="22"/>
                </a:lnTo>
                <a:lnTo>
                  <a:pt x="17" y="21"/>
                </a:lnTo>
                <a:lnTo>
                  <a:pt x="17" y="19"/>
                </a:lnTo>
                <a:lnTo>
                  <a:pt x="18" y="16"/>
                </a:lnTo>
                <a:lnTo>
                  <a:pt x="17" y="13"/>
                </a:lnTo>
                <a:lnTo>
                  <a:pt x="17" y="11"/>
                </a:lnTo>
                <a:lnTo>
                  <a:pt x="16" y="9"/>
                </a:lnTo>
                <a:lnTo>
                  <a:pt x="16" y="7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200" rIns="90000" bIns="-25200" anchor="ctr">
            <a:noAutofit/>
          </a:bodyPr>
          <a:lstStyle/>
          <a:p>
            <a:endParaRPr/>
          </a:p>
        </p:txBody>
      </p:sp>
      <p:sp>
        <p:nvSpPr>
          <p:cNvPr id="555" name="í$lïḓé">
            <a:extLst>
              <a:ext uri="{FF2B5EF4-FFF2-40B4-BE49-F238E27FC236}">
                <a16:creationId xmlns:a16="http://schemas.microsoft.com/office/drawing/2014/main" id="{BBFE98C3-2298-40F3-AEE4-1B2CA87E6AC6}"/>
              </a:ext>
            </a:extLst>
          </p:cNvPr>
          <p:cNvSpPr>
            <a:spLocks noGrp="1"/>
          </p:cNvSpPr>
          <p:nvPr/>
        </p:nvSpPr>
        <p:spPr>
          <a:xfrm>
            <a:off x="924480" y="916920"/>
            <a:ext cx="9360" cy="20160"/>
          </a:xfrm>
          <a:custGeom>
            <a:avLst/>
            <a:gdLst>
              <a:gd name="textAreaLeft" fmla="*/ 0 w 9360"/>
              <a:gd name="textAreaRight" fmla="*/ 9720 w 9360"/>
              <a:gd name="textAreaTop" fmla="*/ 0 h 20160"/>
              <a:gd name="textAreaBottom" fmla="*/ 20520 h 20160"/>
              <a:gd name="GluePoint1X" fmla="*/ 0 w 22"/>
              <a:gd name="GluePoint1Y" fmla="*/ 10 h 47"/>
              <a:gd name="GluePoint2X" fmla="*/ 1 w 22"/>
              <a:gd name="GluePoint2Y" fmla="*/ 6 h 47"/>
              <a:gd name="GluePoint3X" fmla="*/ 4 w 22"/>
              <a:gd name="GluePoint3Y" fmla="*/ 2 h 47"/>
              <a:gd name="GluePoint4X" fmla="*/ 8 w 22"/>
              <a:gd name="GluePoint4Y" fmla="*/ 1 h 47"/>
              <a:gd name="GluePoint5X" fmla="*/ 12 w 22"/>
              <a:gd name="GluePoint5Y" fmla="*/ 1 h 47"/>
              <a:gd name="GluePoint6X" fmla="*/ 16 w 22"/>
              <a:gd name="GluePoint6Y" fmla="*/ 2 h 47"/>
              <a:gd name="GluePoint7X" fmla="*/ 18 w 22"/>
              <a:gd name="GluePoint7Y" fmla="*/ 6 h 47"/>
              <a:gd name="GluePoint8X" fmla="*/ 20 w 22"/>
              <a:gd name="GluePoint8Y" fmla="*/ 10 h 47"/>
              <a:gd name="GluePoint9X" fmla="*/ 19 w 22"/>
              <a:gd name="GluePoint9Y" fmla="*/ 14 h 47"/>
              <a:gd name="GluePoint10X" fmla="*/ 16 w 22"/>
              <a:gd name="GluePoint10Y" fmla="*/ 18 h 47"/>
              <a:gd name="GluePoint11X" fmla="*/ 15 w 22"/>
              <a:gd name="GluePoint11Y" fmla="*/ 22 h 47"/>
              <a:gd name="GluePoint12X" fmla="*/ 17 w 22"/>
              <a:gd name="GluePoint12Y" fmla="*/ 24 h 47"/>
              <a:gd name="GluePoint13X" fmla="*/ 20 w 22"/>
              <a:gd name="GluePoint13Y" fmla="*/ 26 h 47"/>
              <a:gd name="GluePoint14X" fmla="*/ 21 w 22"/>
              <a:gd name="GluePoint14Y" fmla="*/ 29 h 47"/>
              <a:gd name="GluePoint15X" fmla="*/ 22 w 22"/>
              <a:gd name="GluePoint15Y" fmla="*/ 33 h 47"/>
              <a:gd name="GluePoint16X" fmla="*/ 21 w 22"/>
              <a:gd name="GluePoint16Y" fmla="*/ 38 h 47"/>
              <a:gd name="GluePoint17X" fmla="*/ 18 w 22"/>
              <a:gd name="GluePoint17Y" fmla="*/ 42 h 47"/>
              <a:gd name="GluePoint18X" fmla="*/ 14 w 22"/>
              <a:gd name="GluePoint18Y" fmla="*/ 46 h 47"/>
              <a:gd name="GluePoint19X" fmla="*/ 10 w 22"/>
              <a:gd name="GluePoint19Y" fmla="*/ 47 h 47"/>
              <a:gd name="GluePoint20X" fmla="*/ 6 w 22"/>
              <a:gd name="GluePoint20Y" fmla="*/ 47 h 47"/>
              <a:gd name="GluePoint21X" fmla="*/ 4 w 22"/>
              <a:gd name="GluePoint21Y" fmla="*/ 46 h 47"/>
              <a:gd name="GluePoint22X" fmla="*/ 1 w 22"/>
              <a:gd name="GluePoint22Y" fmla="*/ 45 h 47"/>
              <a:gd name="GluePoint23X" fmla="*/ 0 w 22"/>
              <a:gd name="GluePoint23Y" fmla="*/ 42 h 47"/>
              <a:gd name="GluePoint24X" fmla="*/ 1 w 22"/>
              <a:gd name="GluePoint24Y" fmla="*/ 40 h 47"/>
              <a:gd name="GluePoint25X" fmla="*/ 4 w 22"/>
              <a:gd name="GluePoint25Y" fmla="*/ 39 h 47"/>
              <a:gd name="GluePoint26X" fmla="*/ 5 w 22"/>
              <a:gd name="GluePoint26Y" fmla="*/ 40 h 47"/>
              <a:gd name="GluePoint27X" fmla="*/ 7 w 22"/>
              <a:gd name="GluePoint27Y" fmla="*/ 42 h 47"/>
              <a:gd name="GluePoint28X" fmla="*/ 9 w 22"/>
              <a:gd name="GluePoint28Y" fmla="*/ 43 h 47"/>
              <a:gd name="GluePoint29X" fmla="*/ 12 w 22"/>
              <a:gd name="GluePoint29Y" fmla="*/ 42 h 47"/>
              <a:gd name="GluePoint30X" fmla="*/ 14 w 22"/>
              <a:gd name="GluePoint30Y" fmla="*/ 41 h 47"/>
              <a:gd name="GluePoint31X" fmla="*/ 16 w 22"/>
              <a:gd name="GluePoint31Y" fmla="*/ 38 h 47"/>
              <a:gd name="GluePoint32X" fmla="*/ 17 w 22"/>
              <a:gd name="GluePoint32Y" fmla="*/ 36 h 47"/>
              <a:gd name="GluePoint33X" fmla="*/ 17 w 22"/>
              <a:gd name="GluePoint33Y" fmla="*/ 34 h 47"/>
              <a:gd name="GluePoint34X" fmla="*/ 17 w 22"/>
              <a:gd name="GluePoint34Y" fmla="*/ 30 h 47"/>
              <a:gd name="GluePoint35X" fmla="*/ 16 w 22"/>
              <a:gd name="GluePoint35Y" fmla="*/ 28 h 47"/>
              <a:gd name="GluePoint36X" fmla="*/ 13 w 22"/>
              <a:gd name="GluePoint36Y" fmla="*/ 26 h 47"/>
              <a:gd name="GluePoint37X" fmla="*/ 9 w 22"/>
              <a:gd name="GluePoint37Y" fmla="*/ 24 h 47"/>
              <a:gd name="GluePoint38X" fmla="*/ 6 w 22"/>
              <a:gd name="GluePoint38Y" fmla="*/ 22 h 47"/>
              <a:gd name="GluePoint39X" fmla="*/ 9 w 22"/>
              <a:gd name="GluePoint39Y" fmla="*/ 22 h 47"/>
              <a:gd name="GluePoint40X" fmla="*/ 12 w 22"/>
              <a:gd name="GluePoint40Y" fmla="*/ 19 h 47"/>
              <a:gd name="GluePoint41X" fmla="*/ 14 w 22"/>
              <a:gd name="GluePoint41Y" fmla="*/ 16 h 47"/>
              <a:gd name="GluePoint42X" fmla="*/ 14 w 22"/>
              <a:gd name="GluePoint42Y" fmla="*/ 13 h 47"/>
              <a:gd name="GluePoint43X" fmla="*/ 14 w 22"/>
              <a:gd name="GluePoint43Y" fmla="*/ 9 h 47"/>
              <a:gd name="GluePoint44X" fmla="*/ 12 w 22"/>
              <a:gd name="GluePoint44Y" fmla="*/ 6 h 47"/>
              <a:gd name="GluePoint45X" fmla="*/ 11 w 22"/>
              <a:gd name="GluePoint45Y" fmla="*/ 6 h 47"/>
              <a:gd name="GluePoint46X" fmla="*/ 8 w 22"/>
              <a:gd name="GluePoint46Y" fmla="*/ 5 h 47"/>
              <a:gd name="GluePoint47X" fmla="*/ 6 w 22"/>
              <a:gd name="GluePoint47Y" fmla="*/ 6 h 47"/>
              <a:gd name="GluePoint48X" fmla="*/ 4 w 22"/>
              <a:gd name="GluePoint48Y" fmla="*/ 6 h 47"/>
              <a:gd name="GluePoint49X" fmla="*/ 3 w 22"/>
              <a:gd name="GluePoint49Y" fmla="*/ 8 h 47"/>
              <a:gd name="GluePoint50X" fmla="*/ 2 w 22"/>
              <a:gd name="GluePoint50Y" fmla="*/ 11 h 47"/>
            </a:gdLst>
            <a:ahLst/>
            <a:cxnLst/>
            <a:rect l="textAreaLeft" t="textAreaTop" r="textAreaRight" b="textAreaBottom"/>
            <a:pathLst>
              <a:path w="22" h="47">
                <a:moveTo>
                  <a:pt x="0" y="11"/>
                </a:moveTo>
                <a:lnTo>
                  <a:pt x="0" y="10"/>
                </a:lnTo>
                <a:lnTo>
                  <a:pt x="1" y="8"/>
                </a:lnTo>
                <a:lnTo>
                  <a:pt x="1" y="6"/>
                </a:lnTo>
                <a:lnTo>
                  <a:pt x="3" y="5"/>
                </a:lnTo>
                <a:lnTo>
                  <a:pt x="4" y="2"/>
                </a:lnTo>
                <a:lnTo>
                  <a:pt x="6" y="2"/>
                </a:lnTo>
                <a:lnTo>
                  <a:pt x="8" y="1"/>
                </a:lnTo>
                <a:lnTo>
                  <a:pt x="10" y="0"/>
                </a:lnTo>
                <a:lnTo>
                  <a:pt x="12" y="1"/>
                </a:lnTo>
                <a:lnTo>
                  <a:pt x="14" y="2"/>
                </a:lnTo>
                <a:lnTo>
                  <a:pt x="16" y="2"/>
                </a:lnTo>
                <a:lnTo>
                  <a:pt x="17" y="4"/>
                </a:lnTo>
                <a:lnTo>
                  <a:pt x="18" y="6"/>
                </a:lnTo>
                <a:lnTo>
                  <a:pt x="19" y="8"/>
                </a:lnTo>
                <a:lnTo>
                  <a:pt x="20" y="10"/>
                </a:lnTo>
                <a:lnTo>
                  <a:pt x="20" y="12"/>
                </a:lnTo>
                <a:lnTo>
                  <a:pt x="19" y="14"/>
                </a:lnTo>
                <a:lnTo>
                  <a:pt x="17" y="17"/>
                </a:lnTo>
                <a:lnTo>
                  <a:pt x="16" y="18"/>
                </a:lnTo>
                <a:lnTo>
                  <a:pt x="13" y="21"/>
                </a:lnTo>
                <a:lnTo>
                  <a:pt x="15" y="22"/>
                </a:lnTo>
                <a:lnTo>
                  <a:pt x="16" y="22"/>
                </a:lnTo>
                <a:lnTo>
                  <a:pt x="17" y="24"/>
                </a:lnTo>
                <a:lnTo>
                  <a:pt x="19" y="25"/>
                </a:lnTo>
                <a:lnTo>
                  <a:pt x="20" y="26"/>
                </a:lnTo>
                <a:lnTo>
                  <a:pt x="20" y="27"/>
                </a:lnTo>
                <a:lnTo>
                  <a:pt x="21" y="29"/>
                </a:lnTo>
                <a:lnTo>
                  <a:pt x="21" y="30"/>
                </a:lnTo>
                <a:lnTo>
                  <a:pt x="22" y="33"/>
                </a:lnTo>
                <a:lnTo>
                  <a:pt x="22" y="35"/>
                </a:lnTo>
                <a:lnTo>
                  <a:pt x="21" y="38"/>
                </a:lnTo>
                <a:lnTo>
                  <a:pt x="20" y="40"/>
                </a:lnTo>
                <a:lnTo>
                  <a:pt x="18" y="42"/>
                </a:lnTo>
                <a:lnTo>
                  <a:pt x="16" y="44"/>
                </a:lnTo>
                <a:lnTo>
                  <a:pt x="14" y="46"/>
                </a:lnTo>
                <a:lnTo>
                  <a:pt x="12" y="46"/>
                </a:lnTo>
                <a:lnTo>
                  <a:pt x="10" y="47"/>
                </a:lnTo>
                <a:lnTo>
                  <a:pt x="7" y="47"/>
                </a:lnTo>
                <a:lnTo>
                  <a:pt x="6" y="47"/>
                </a:lnTo>
                <a:lnTo>
                  <a:pt x="4" y="46"/>
                </a:lnTo>
                <a:lnTo>
                  <a:pt x="4" y="46"/>
                </a:lnTo>
                <a:lnTo>
                  <a:pt x="2" y="46"/>
                </a:lnTo>
                <a:lnTo>
                  <a:pt x="1" y="45"/>
                </a:lnTo>
                <a:lnTo>
                  <a:pt x="0" y="44"/>
                </a:lnTo>
                <a:lnTo>
                  <a:pt x="0" y="42"/>
                </a:lnTo>
                <a:lnTo>
                  <a:pt x="0" y="41"/>
                </a:lnTo>
                <a:lnTo>
                  <a:pt x="1" y="40"/>
                </a:lnTo>
                <a:lnTo>
                  <a:pt x="3" y="39"/>
                </a:lnTo>
                <a:lnTo>
                  <a:pt x="4" y="39"/>
                </a:lnTo>
                <a:lnTo>
                  <a:pt x="4" y="39"/>
                </a:lnTo>
                <a:lnTo>
                  <a:pt x="5" y="40"/>
                </a:lnTo>
                <a:lnTo>
                  <a:pt x="6" y="41"/>
                </a:lnTo>
                <a:lnTo>
                  <a:pt x="7" y="42"/>
                </a:lnTo>
                <a:lnTo>
                  <a:pt x="8" y="43"/>
                </a:lnTo>
                <a:lnTo>
                  <a:pt x="9" y="43"/>
                </a:lnTo>
                <a:lnTo>
                  <a:pt x="11" y="43"/>
                </a:lnTo>
                <a:lnTo>
                  <a:pt x="12" y="42"/>
                </a:lnTo>
                <a:lnTo>
                  <a:pt x="13" y="42"/>
                </a:lnTo>
                <a:lnTo>
                  <a:pt x="14" y="41"/>
                </a:lnTo>
                <a:lnTo>
                  <a:pt x="16" y="40"/>
                </a:lnTo>
                <a:lnTo>
                  <a:pt x="16" y="38"/>
                </a:lnTo>
                <a:lnTo>
                  <a:pt x="17" y="38"/>
                </a:lnTo>
                <a:lnTo>
                  <a:pt x="17" y="36"/>
                </a:lnTo>
                <a:lnTo>
                  <a:pt x="17" y="34"/>
                </a:lnTo>
                <a:lnTo>
                  <a:pt x="17" y="34"/>
                </a:lnTo>
                <a:lnTo>
                  <a:pt x="17" y="32"/>
                </a:lnTo>
                <a:lnTo>
                  <a:pt x="17" y="30"/>
                </a:lnTo>
                <a:lnTo>
                  <a:pt x="16" y="29"/>
                </a:lnTo>
                <a:lnTo>
                  <a:pt x="16" y="28"/>
                </a:lnTo>
                <a:lnTo>
                  <a:pt x="15" y="26"/>
                </a:lnTo>
                <a:lnTo>
                  <a:pt x="13" y="26"/>
                </a:lnTo>
                <a:lnTo>
                  <a:pt x="12" y="24"/>
                </a:lnTo>
                <a:lnTo>
                  <a:pt x="9" y="24"/>
                </a:lnTo>
                <a:lnTo>
                  <a:pt x="6" y="24"/>
                </a:lnTo>
                <a:lnTo>
                  <a:pt x="6" y="22"/>
                </a:lnTo>
                <a:lnTo>
                  <a:pt x="8" y="22"/>
                </a:lnTo>
                <a:lnTo>
                  <a:pt x="9" y="22"/>
                </a:lnTo>
                <a:lnTo>
                  <a:pt x="10" y="21"/>
                </a:lnTo>
                <a:lnTo>
                  <a:pt x="12" y="19"/>
                </a:lnTo>
                <a:lnTo>
                  <a:pt x="13" y="18"/>
                </a:lnTo>
                <a:lnTo>
                  <a:pt x="14" y="16"/>
                </a:lnTo>
                <a:lnTo>
                  <a:pt x="14" y="14"/>
                </a:lnTo>
                <a:lnTo>
                  <a:pt x="14" y="13"/>
                </a:lnTo>
                <a:lnTo>
                  <a:pt x="14" y="10"/>
                </a:lnTo>
                <a:lnTo>
                  <a:pt x="14" y="9"/>
                </a:lnTo>
                <a:lnTo>
                  <a:pt x="13" y="8"/>
                </a:lnTo>
                <a:lnTo>
                  <a:pt x="12" y="6"/>
                </a:lnTo>
                <a:lnTo>
                  <a:pt x="12" y="6"/>
                </a:lnTo>
                <a:lnTo>
                  <a:pt x="11" y="6"/>
                </a:lnTo>
                <a:lnTo>
                  <a:pt x="10" y="5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4" y="6"/>
                </a:lnTo>
                <a:lnTo>
                  <a:pt x="4" y="6"/>
                </a:lnTo>
                <a:lnTo>
                  <a:pt x="4" y="7"/>
                </a:lnTo>
                <a:lnTo>
                  <a:pt x="3" y="8"/>
                </a:lnTo>
                <a:lnTo>
                  <a:pt x="3" y="10"/>
                </a:lnTo>
                <a:lnTo>
                  <a:pt x="2" y="11"/>
                </a:lnTo>
                <a:lnTo>
                  <a:pt x="0" y="11"/>
                </a:lnTo>
                <a:close/>
              </a:path>
            </a:pathLst>
          </a:custGeom>
          <a:solidFill>
            <a:srgbClr val="13398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480" rIns="90000" bIns="-24480" anchor="ctr">
            <a:noAutofit/>
          </a:bodyPr>
          <a:lstStyle/>
          <a:p>
            <a:endParaRPr/>
          </a:p>
        </p:txBody>
      </p:sp>
      <p:sp>
        <p:nvSpPr>
          <p:cNvPr id="557" name="ïṩḷïḋê">
            <a:extLst>
              <a:ext uri="{FF2B5EF4-FFF2-40B4-BE49-F238E27FC236}">
                <a16:creationId xmlns:a16="http://schemas.microsoft.com/office/drawing/2014/main" id="{660FC354-C6A4-4050-A780-9299DF4811A8}"/>
              </a:ext>
            </a:extLst>
          </p:cNvPr>
          <p:cNvSpPr>
            <a:spLocks noGrp="1"/>
          </p:cNvSpPr>
          <p:nvPr/>
        </p:nvSpPr>
        <p:spPr>
          <a:xfrm>
            <a:off x="2762640" y="554400"/>
            <a:ext cx="190800" cy="333360"/>
          </a:xfrm>
          <a:custGeom>
            <a:avLst/>
            <a:gdLst>
              <a:gd name="textAreaLeft" fmla="*/ 0 w 190800"/>
              <a:gd name="textAreaRight" fmla="*/ 191160 w 190800"/>
              <a:gd name="textAreaTop" fmla="*/ 0 h 333360"/>
              <a:gd name="textAreaBottom" fmla="*/ 333720 h 333360"/>
              <a:gd name="GluePoint1X" fmla="*/ 199 w 438"/>
              <a:gd name="GluePoint1Y" fmla="*/ 337 h 764"/>
              <a:gd name="GluePoint2X" fmla="*/ 183 w 438"/>
              <a:gd name="GluePoint2Y" fmla="*/ 308 h 764"/>
              <a:gd name="GluePoint3X" fmla="*/ 126 w 438"/>
              <a:gd name="GluePoint3Y" fmla="*/ 371 h 764"/>
              <a:gd name="GluePoint4X" fmla="*/ 78 w 438"/>
              <a:gd name="GluePoint4Y" fmla="*/ 348 h 764"/>
              <a:gd name="GluePoint5X" fmla="*/ 55 w 438"/>
              <a:gd name="GluePoint5Y" fmla="*/ 290 h 764"/>
              <a:gd name="GluePoint6X" fmla="*/ 103 w 438"/>
              <a:gd name="GluePoint6Y" fmla="*/ 283 h 764"/>
              <a:gd name="GluePoint7X" fmla="*/ 78 w 438"/>
              <a:gd name="GluePoint7Y" fmla="*/ 216 h 764"/>
              <a:gd name="GluePoint8X" fmla="*/ 83 w 438"/>
              <a:gd name="GluePoint8Y" fmla="*/ 183 h 764"/>
              <a:gd name="GluePoint9X" fmla="*/ 159 w 438"/>
              <a:gd name="GluePoint9Y" fmla="*/ 189 h 764"/>
              <a:gd name="GluePoint10X" fmla="*/ 233 w 438"/>
              <a:gd name="GluePoint10Y" fmla="*/ 120 h 764"/>
              <a:gd name="GluePoint11X" fmla="*/ 250 w 438"/>
              <a:gd name="GluePoint11Y" fmla="*/ 27 h 764"/>
              <a:gd name="GluePoint12X" fmla="*/ 319 w 438"/>
              <a:gd name="GluePoint12Y" fmla="*/ 21 h 764"/>
              <a:gd name="GluePoint13X" fmla="*/ 276 w 438"/>
              <a:gd name="GluePoint13Y" fmla="*/ 123 h 764"/>
              <a:gd name="GluePoint14X" fmla="*/ 255 w 438"/>
              <a:gd name="GluePoint14Y" fmla="*/ 180 h 764"/>
              <a:gd name="GluePoint15X" fmla="*/ 315 w 438"/>
              <a:gd name="GluePoint15Y" fmla="*/ 172 h 764"/>
              <a:gd name="GluePoint16X" fmla="*/ 409 w 438"/>
              <a:gd name="GluePoint16Y" fmla="*/ 132 h 764"/>
              <a:gd name="GluePoint17X" fmla="*/ 435 w 438"/>
              <a:gd name="GluePoint17Y" fmla="*/ 194 h 764"/>
              <a:gd name="GluePoint18X" fmla="*/ 396 w 438"/>
              <a:gd name="GluePoint18Y" fmla="*/ 231 h 764"/>
              <a:gd name="GluePoint19X" fmla="*/ 364 w 438"/>
              <a:gd name="GluePoint19Y" fmla="*/ 260 h 764"/>
              <a:gd name="GluePoint20X" fmla="*/ 321 w 438"/>
              <a:gd name="GluePoint20Y" fmla="*/ 307 h 764"/>
              <a:gd name="GluePoint21X" fmla="*/ 356 w 438"/>
              <a:gd name="GluePoint21Y" fmla="*/ 387 h 764"/>
              <a:gd name="GluePoint22X" fmla="*/ 292 w 438"/>
              <a:gd name="GluePoint22Y" fmla="*/ 434 h 764"/>
              <a:gd name="GluePoint23X" fmla="*/ 251 w 438"/>
              <a:gd name="GluePoint23Y" fmla="*/ 469 h 764"/>
              <a:gd name="GluePoint24X" fmla="*/ 225 w 438"/>
              <a:gd name="GluePoint24Y" fmla="*/ 504 h 764"/>
              <a:gd name="GluePoint25X" fmla="*/ 306 w 438"/>
              <a:gd name="GluePoint25Y" fmla="*/ 484 h 764"/>
              <a:gd name="GluePoint26X" fmla="*/ 326 w 438"/>
              <a:gd name="GluePoint26Y" fmla="*/ 532 h 764"/>
              <a:gd name="GluePoint27X" fmla="*/ 282 w 438"/>
              <a:gd name="GluePoint27Y" fmla="*/ 553 h 764"/>
              <a:gd name="GluePoint28X" fmla="*/ 243 w 438"/>
              <a:gd name="GluePoint28Y" fmla="*/ 541 h 764"/>
              <a:gd name="GluePoint29X" fmla="*/ 251 w 438"/>
              <a:gd name="GluePoint29Y" fmla="*/ 613 h 764"/>
              <a:gd name="GluePoint30X" fmla="*/ 263 w 438"/>
              <a:gd name="GluePoint30Y" fmla="*/ 691 h 764"/>
              <a:gd name="GluePoint31X" fmla="*/ 245 w 438"/>
              <a:gd name="GluePoint31Y" fmla="*/ 760 h 764"/>
              <a:gd name="GluePoint32X" fmla="*/ 196 w 438"/>
              <a:gd name="GluePoint32Y" fmla="*/ 749 h 764"/>
              <a:gd name="GluePoint33X" fmla="*/ 142 w 438"/>
              <a:gd name="GluePoint33Y" fmla="*/ 719 h 764"/>
              <a:gd name="GluePoint34X" fmla="*/ 207 w 438"/>
              <a:gd name="GluePoint34Y" fmla="*/ 700 h 764"/>
              <a:gd name="GluePoint35X" fmla="*/ 217 w 438"/>
              <a:gd name="GluePoint35Y" fmla="*/ 634 h 764"/>
              <a:gd name="GluePoint36X" fmla="*/ 163 w 438"/>
              <a:gd name="GluePoint36Y" fmla="*/ 584 h 764"/>
              <a:gd name="GluePoint37X" fmla="*/ 71 w 438"/>
              <a:gd name="GluePoint37Y" fmla="*/ 634 h 764"/>
              <a:gd name="GluePoint38X" fmla="*/ 3 w 438"/>
              <a:gd name="GluePoint38Y" fmla="*/ 622 h 764"/>
              <a:gd name="GluePoint39X" fmla="*/ 68 w 438"/>
              <a:gd name="GluePoint39Y" fmla="*/ 588 h 764"/>
              <a:gd name="GluePoint40X" fmla="*/ 151 w 438"/>
              <a:gd name="GluePoint40Y" fmla="*/ 536 h 764"/>
              <a:gd name="GluePoint41X" fmla="*/ 195 w 438"/>
              <a:gd name="GluePoint41Y" fmla="*/ 496 h 764"/>
              <a:gd name="GluePoint42X" fmla="*/ 262 w 438"/>
              <a:gd name="GluePoint42Y" fmla="*/ 432 h 764"/>
              <a:gd name="GluePoint43X" fmla="*/ 238 w 438"/>
              <a:gd name="GluePoint43Y" fmla="*/ 413 h 764"/>
              <a:gd name="GluePoint44X" fmla="*/ 176 w 438"/>
              <a:gd name="GluePoint44Y" fmla="*/ 445 h 764"/>
              <a:gd name="GluePoint45X" fmla="*/ 113 w 438"/>
              <a:gd name="GluePoint45Y" fmla="*/ 449 h 764"/>
              <a:gd name="GluePoint46X" fmla="*/ 213 w 438"/>
              <a:gd name="GluePoint46Y" fmla="*/ 395 h 764"/>
              <a:gd name="GluePoint47X" fmla="*/ 277 w 438"/>
              <a:gd name="GluePoint47Y" fmla="*/ 361 h 764"/>
              <a:gd name="GluePoint48X" fmla="*/ 300 w 438"/>
              <a:gd name="GluePoint48Y" fmla="*/ 303 h 764"/>
              <a:gd name="GluePoint49X" fmla="*/ 335 w 438"/>
              <a:gd name="GluePoint49Y" fmla="*/ 263 h 764"/>
              <a:gd name="GluePoint50X" fmla="*/ 368 w 438"/>
              <a:gd name="GluePoint50Y" fmla="*/ 191 h 764"/>
              <a:gd name="GluePoint51X" fmla="*/ 309 w 438"/>
              <a:gd name="GluePoint51Y" fmla="*/ 206 h 764"/>
              <a:gd name="GluePoint52X" fmla="*/ 313 w 438"/>
              <a:gd name="GluePoint52Y" fmla="*/ 245 h 764"/>
              <a:gd name="GluePoint53X" fmla="*/ 284 w 438"/>
              <a:gd name="GluePoint53Y" fmla="*/ 301 h 764"/>
              <a:gd name="GluePoint54X" fmla="*/ 243 w 438"/>
              <a:gd name="GluePoint54Y" fmla="*/ 356 h 764"/>
              <a:gd name="GluePoint55X" fmla="*/ 134 w 438"/>
              <a:gd name="GluePoint55Y" fmla="*/ 220 h 764"/>
              <a:gd name="GluePoint56X" fmla="*/ 131 w 438"/>
              <a:gd name="GluePoint56Y" fmla="*/ 279 h 764"/>
              <a:gd name="GluePoint57X" fmla="*/ 153 w 438"/>
              <a:gd name="GluePoint57Y" fmla="*/ 279 h 764"/>
              <a:gd name="GluePoint58X" fmla="*/ 167 w 438"/>
              <a:gd name="GluePoint58Y" fmla="*/ 224 h 764"/>
              <a:gd name="GluePoint59X" fmla="*/ 179 w 438"/>
              <a:gd name="GluePoint59Y" fmla="*/ 250 h 764"/>
              <a:gd name="GluePoint60X" fmla="*/ 226 w 438"/>
              <a:gd name="GluePoint60Y" fmla="*/ 228 h 764"/>
              <a:gd name="GluePoint61X" fmla="*/ 248 w 438"/>
              <a:gd name="GluePoint61Y" fmla="*/ 279 h 764"/>
              <a:gd name="GluePoint62X" fmla="*/ 274 w 438"/>
              <a:gd name="GluePoint62Y" fmla="*/ 254 h 764"/>
            </a:gdLst>
            <a:ahLst/>
            <a:cxnLst/>
            <a:rect l="textAreaLeft" t="textAreaTop" r="textAreaRight" b="textAreaBottom"/>
            <a:pathLst>
              <a:path w="438" h="764">
                <a:moveTo>
                  <a:pt x="244" y="325"/>
                </a:moveTo>
                <a:lnTo>
                  <a:pt x="239" y="324"/>
                </a:lnTo>
                <a:lnTo>
                  <a:pt x="235" y="324"/>
                </a:lnTo>
                <a:lnTo>
                  <a:pt x="231" y="323"/>
                </a:lnTo>
                <a:lnTo>
                  <a:pt x="227" y="321"/>
                </a:lnTo>
                <a:lnTo>
                  <a:pt x="223" y="320"/>
                </a:lnTo>
                <a:lnTo>
                  <a:pt x="219" y="320"/>
                </a:lnTo>
                <a:lnTo>
                  <a:pt x="216" y="320"/>
                </a:lnTo>
                <a:lnTo>
                  <a:pt x="214" y="320"/>
                </a:lnTo>
                <a:lnTo>
                  <a:pt x="211" y="320"/>
                </a:lnTo>
                <a:lnTo>
                  <a:pt x="209" y="320"/>
                </a:lnTo>
                <a:lnTo>
                  <a:pt x="209" y="323"/>
                </a:lnTo>
                <a:lnTo>
                  <a:pt x="208" y="325"/>
                </a:lnTo>
                <a:lnTo>
                  <a:pt x="207" y="328"/>
                </a:lnTo>
                <a:lnTo>
                  <a:pt x="206" y="330"/>
                </a:lnTo>
                <a:lnTo>
                  <a:pt x="204" y="332"/>
                </a:lnTo>
                <a:lnTo>
                  <a:pt x="203" y="334"/>
                </a:lnTo>
                <a:lnTo>
                  <a:pt x="201" y="336"/>
                </a:lnTo>
                <a:lnTo>
                  <a:pt x="199" y="337"/>
                </a:lnTo>
                <a:lnTo>
                  <a:pt x="195" y="341"/>
                </a:lnTo>
                <a:lnTo>
                  <a:pt x="189" y="343"/>
                </a:lnTo>
                <a:lnTo>
                  <a:pt x="184" y="345"/>
                </a:lnTo>
                <a:lnTo>
                  <a:pt x="179" y="347"/>
                </a:lnTo>
                <a:lnTo>
                  <a:pt x="178" y="344"/>
                </a:lnTo>
                <a:lnTo>
                  <a:pt x="177" y="341"/>
                </a:lnTo>
                <a:lnTo>
                  <a:pt x="176" y="340"/>
                </a:lnTo>
                <a:lnTo>
                  <a:pt x="175" y="339"/>
                </a:lnTo>
                <a:lnTo>
                  <a:pt x="175" y="337"/>
                </a:lnTo>
                <a:lnTo>
                  <a:pt x="175" y="335"/>
                </a:lnTo>
                <a:lnTo>
                  <a:pt x="177" y="332"/>
                </a:lnTo>
                <a:lnTo>
                  <a:pt x="179" y="330"/>
                </a:lnTo>
                <a:lnTo>
                  <a:pt x="181" y="327"/>
                </a:lnTo>
                <a:lnTo>
                  <a:pt x="183" y="323"/>
                </a:lnTo>
                <a:lnTo>
                  <a:pt x="184" y="320"/>
                </a:lnTo>
                <a:lnTo>
                  <a:pt x="185" y="316"/>
                </a:lnTo>
                <a:lnTo>
                  <a:pt x="186" y="312"/>
                </a:lnTo>
                <a:lnTo>
                  <a:pt x="186" y="309"/>
                </a:lnTo>
                <a:lnTo>
                  <a:pt x="183" y="308"/>
                </a:lnTo>
                <a:lnTo>
                  <a:pt x="179" y="307"/>
                </a:lnTo>
                <a:lnTo>
                  <a:pt x="175" y="307"/>
                </a:lnTo>
                <a:lnTo>
                  <a:pt x="170" y="306"/>
                </a:lnTo>
                <a:lnTo>
                  <a:pt x="169" y="308"/>
                </a:lnTo>
                <a:lnTo>
                  <a:pt x="168" y="311"/>
                </a:lnTo>
                <a:lnTo>
                  <a:pt x="167" y="312"/>
                </a:lnTo>
                <a:lnTo>
                  <a:pt x="167" y="314"/>
                </a:lnTo>
                <a:lnTo>
                  <a:pt x="163" y="317"/>
                </a:lnTo>
                <a:lnTo>
                  <a:pt x="161" y="320"/>
                </a:lnTo>
                <a:lnTo>
                  <a:pt x="155" y="326"/>
                </a:lnTo>
                <a:lnTo>
                  <a:pt x="149" y="332"/>
                </a:lnTo>
                <a:lnTo>
                  <a:pt x="147" y="335"/>
                </a:lnTo>
                <a:lnTo>
                  <a:pt x="144" y="339"/>
                </a:lnTo>
                <a:lnTo>
                  <a:pt x="142" y="343"/>
                </a:lnTo>
                <a:lnTo>
                  <a:pt x="140" y="347"/>
                </a:lnTo>
                <a:lnTo>
                  <a:pt x="135" y="355"/>
                </a:lnTo>
                <a:lnTo>
                  <a:pt x="131" y="363"/>
                </a:lnTo>
                <a:lnTo>
                  <a:pt x="128" y="367"/>
                </a:lnTo>
                <a:lnTo>
                  <a:pt x="126" y="371"/>
                </a:lnTo>
                <a:lnTo>
                  <a:pt x="122" y="374"/>
                </a:lnTo>
                <a:lnTo>
                  <a:pt x="119" y="376"/>
                </a:lnTo>
                <a:lnTo>
                  <a:pt x="116" y="378"/>
                </a:lnTo>
                <a:lnTo>
                  <a:pt x="115" y="379"/>
                </a:lnTo>
                <a:lnTo>
                  <a:pt x="112" y="380"/>
                </a:lnTo>
                <a:lnTo>
                  <a:pt x="110" y="380"/>
                </a:lnTo>
                <a:lnTo>
                  <a:pt x="107" y="380"/>
                </a:lnTo>
                <a:lnTo>
                  <a:pt x="105" y="381"/>
                </a:lnTo>
                <a:lnTo>
                  <a:pt x="102" y="381"/>
                </a:lnTo>
                <a:lnTo>
                  <a:pt x="99" y="380"/>
                </a:lnTo>
                <a:lnTo>
                  <a:pt x="97" y="376"/>
                </a:lnTo>
                <a:lnTo>
                  <a:pt x="95" y="373"/>
                </a:lnTo>
                <a:lnTo>
                  <a:pt x="93" y="369"/>
                </a:lnTo>
                <a:lnTo>
                  <a:pt x="91" y="365"/>
                </a:lnTo>
                <a:lnTo>
                  <a:pt x="87" y="364"/>
                </a:lnTo>
                <a:lnTo>
                  <a:pt x="84" y="363"/>
                </a:lnTo>
                <a:lnTo>
                  <a:pt x="82" y="358"/>
                </a:lnTo>
                <a:lnTo>
                  <a:pt x="79" y="354"/>
                </a:lnTo>
                <a:lnTo>
                  <a:pt x="78" y="348"/>
                </a:lnTo>
                <a:lnTo>
                  <a:pt x="76" y="344"/>
                </a:lnTo>
                <a:lnTo>
                  <a:pt x="75" y="339"/>
                </a:lnTo>
                <a:lnTo>
                  <a:pt x="73" y="334"/>
                </a:lnTo>
                <a:lnTo>
                  <a:pt x="72" y="332"/>
                </a:lnTo>
                <a:lnTo>
                  <a:pt x="71" y="329"/>
                </a:lnTo>
                <a:lnTo>
                  <a:pt x="70" y="328"/>
                </a:lnTo>
                <a:lnTo>
                  <a:pt x="68" y="325"/>
                </a:lnTo>
                <a:lnTo>
                  <a:pt x="64" y="321"/>
                </a:lnTo>
                <a:lnTo>
                  <a:pt x="60" y="317"/>
                </a:lnTo>
                <a:lnTo>
                  <a:pt x="55" y="314"/>
                </a:lnTo>
                <a:lnTo>
                  <a:pt x="51" y="310"/>
                </a:lnTo>
                <a:lnTo>
                  <a:pt x="51" y="305"/>
                </a:lnTo>
                <a:lnTo>
                  <a:pt x="51" y="300"/>
                </a:lnTo>
                <a:lnTo>
                  <a:pt x="51" y="298"/>
                </a:lnTo>
                <a:lnTo>
                  <a:pt x="51" y="296"/>
                </a:lnTo>
                <a:lnTo>
                  <a:pt x="52" y="295"/>
                </a:lnTo>
                <a:lnTo>
                  <a:pt x="53" y="292"/>
                </a:lnTo>
                <a:lnTo>
                  <a:pt x="54" y="291"/>
                </a:lnTo>
                <a:lnTo>
                  <a:pt x="55" y="290"/>
                </a:lnTo>
                <a:lnTo>
                  <a:pt x="57" y="288"/>
                </a:lnTo>
                <a:lnTo>
                  <a:pt x="59" y="287"/>
                </a:lnTo>
                <a:lnTo>
                  <a:pt x="61" y="287"/>
                </a:lnTo>
                <a:lnTo>
                  <a:pt x="63" y="286"/>
                </a:lnTo>
                <a:lnTo>
                  <a:pt x="66" y="286"/>
                </a:lnTo>
                <a:lnTo>
                  <a:pt x="69" y="286"/>
                </a:lnTo>
                <a:lnTo>
                  <a:pt x="71" y="288"/>
                </a:lnTo>
                <a:lnTo>
                  <a:pt x="73" y="291"/>
                </a:lnTo>
                <a:lnTo>
                  <a:pt x="76" y="292"/>
                </a:lnTo>
                <a:lnTo>
                  <a:pt x="79" y="294"/>
                </a:lnTo>
                <a:lnTo>
                  <a:pt x="83" y="295"/>
                </a:lnTo>
                <a:lnTo>
                  <a:pt x="87" y="296"/>
                </a:lnTo>
                <a:lnTo>
                  <a:pt x="91" y="296"/>
                </a:lnTo>
                <a:lnTo>
                  <a:pt x="95" y="297"/>
                </a:lnTo>
                <a:lnTo>
                  <a:pt x="97" y="295"/>
                </a:lnTo>
                <a:lnTo>
                  <a:pt x="99" y="292"/>
                </a:lnTo>
                <a:lnTo>
                  <a:pt x="101" y="290"/>
                </a:lnTo>
                <a:lnTo>
                  <a:pt x="102" y="287"/>
                </a:lnTo>
                <a:lnTo>
                  <a:pt x="103" y="283"/>
                </a:lnTo>
                <a:lnTo>
                  <a:pt x="103" y="279"/>
                </a:lnTo>
                <a:lnTo>
                  <a:pt x="103" y="276"/>
                </a:lnTo>
                <a:lnTo>
                  <a:pt x="103" y="272"/>
                </a:lnTo>
                <a:lnTo>
                  <a:pt x="103" y="268"/>
                </a:lnTo>
                <a:lnTo>
                  <a:pt x="102" y="265"/>
                </a:lnTo>
                <a:lnTo>
                  <a:pt x="101" y="261"/>
                </a:lnTo>
                <a:lnTo>
                  <a:pt x="100" y="257"/>
                </a:lnTo>
                <a:lnTo>
                  <a:pt x="98" y="254"/>
                </a:lnTo>
                <a:lnTo>
                  <a:pt x="96" y="250"/>
                </a:lnTo>
                <a:lnTo>
                  <a:pt x="95" y="247"/>
                </a:lnTo>
                <a:lnTo>
                  <a:pt x="92" y="243"/>
                </a:lnTo>
                <a:lnTo>
                  <a:pt x="91" y="240"/>
                </a:lnTo>
                <a:lnTo>
                  <a:pt x="88" y="237"/>
                </a:lnTo>
                <a:lnTo>
                  <a:pt x="88" y="233"/>
                </a:lnTo>
                <a:lnTo>
                  <a:pt x="87" y="229"/>
                </a:lnTo>
                <a:lnTo>
                  <a:pt x="87" y="224"/>
                </a:lnTo>
                <a:lnTo>
                  <a:pt x="87" y="220"/>
                </a:lnTo>
                <a:lnTo>
                  <a:pt x="82" y="219"/>
                </a:lnTo>
                <a:lnTo>
                  <a:pt x="78" y="216"/>
                </a:lnTo>
                <a:lnTo>
                  <a:pt x="75" y="215"/>
                </a:lnTo>
                <a:lnTo>
                  <a:pt x="74" y="211"/>
                </a:lnTo>
                <a:lnTo>
                  <a:pt x="71" y="207"/>
                </a:lnTo>
                <a:lnTo>
                  <a:pt x="68" y="203"/>
                </a:lnTo>
                <a:lnTo>
                  <a:pt x="65" y="199"/>
                </a:lnTo>
                <a:lnTo>
                  <a:pt x="63" y="195"/>
                </a:lnTo>
                <a:lnTo>
                  <a:pt x="61" y="191"/>
                </a:lnTo>
                <a:lnTo>
                  <a:pt x="61" y="188"/>
                </a:lnTo>
                <a:lnTo>
                  <a:pt x="62" y="185"/>
                </a:lnTo>
                <a:lnTo>
                  <a:pt x="63" y="183"/>
                </a:lnTo>
                <a:lnTo>
                  <a:pt x="67" y="182"/>
                </a:lnTo>
                <a:lnTo>
                  <a:pt x="69" y="180"/>
                </a:lnTo>
                <a:lnTo>
                  <a:pt x="70" y="179"/>
                </a:lnTo>
                <a:lnTo>
                  <a:pt x="72" y="179"/>
                </a:lnTo>
                <a:lnTo>
                  <a:pt x="74" y="179"/>
                </a:lnTo>
                <a:lnTo>
                  <a:pt x="76" y="178"/>
                </a:lnTo>
                <a:lnTo>
                  <a:pt x="79" y="179"/>
                </a:lnTo>
                <a:lnTo>
                  <a:pt x="81" y="181"/>
                </a:lnTo>
                <a:lnTo>
                  <a:pt x="83" y="183"/>
                </a:lnTo>
                <a:lnTo>
                  <a:pt x="86" y="184"/>
                </a:lnTo>
                <a:lnTo>
                  <a:pt x="89" y="187"/>
                </a:lnTo>
                <a:lnTo>
                  <a:pt x="93" y="192"/>
                </a:lnTo>
                <a:lnTo>
                  <a:pt x="96" y="196"/>
                </a:lnTo>
                <a:lnTo>
                  <a:pt x="100" y="200"/>
                </a:lnTo>
                <a:lnTo>
                  <a:pt x="103" y="202"/>
                </a:lnTo>
                <a:lnTo>
                  <a:pt x="105" y="203"/>
                </a:lnTo>
                <a:lnTo>
                  <a:pt x="107" y="205"/>
                </a:lnTo>
                <a:lnTo>
                  <a:pt x="111" y="206"/>
                </a:lnTo>
                <a:lnTo>
                  <a:pt x="112" y="207"/>
                </a:lnTo>
                <a:lnTo>
                  <a:pt x="115" y="207"/>
                </a:lnTo>
                <a:lnTo>
                  <a:pt x="117" y="206"/>
                </a:lnTo>
                <a:lnTo>
                  <a:pt x="119" y="206"/>
                </a:lnTo>
                <a:lnTo>
                  <a:pt x="126" y="203"/>
                </a:lnTo>
                <a:lnTo>
                  <a:pt x="131" y="201"/>
                </a:lnTo>
                <a:lnTo>
                  <a:pt x="143" y="195"/>
                </a:lnTo>
                <a:lnTo>
                  <a:pt x="150" y="191"/>
                </a:lnTo>
                <a:lnTo>
                  <a:pt x="155" y="190"/>
                </a:lnTo>
                <a:lnTo>
                  <a:pt x="159" y="189"/>
                </a:lnTo>
                <a:lnTo>
                  <a:pt x="163" y="189"/>
                </a:lnTo>
                <a:lnTo>
                  <a:pt x="167" y="188"/>
                </a:lnTo>
                <a:lnTo>
                  <a:pt x="172" y="185"/>
                </a:lnTo>
                <a:lnTo>
                  <a:pt x="176" y="181"/>
                </a:lnTo>
                <a:lnTo>
                  <a:pt x="185" y="178"/>
                </a:lnTo>
                <a:lnTo>
                  <a:pt x="192" y="175"/>
                </a:lnTo>
                <a:lnTo>
                  <a:pt x="196" y="174"/>
                </a:lnTo>
                <a:lnTo>
                  <a:pt x="199" y="172"/>
                </a:lnTo>
                <a:lnTo>
                  <a:pt x="203" y="170"/>
                </a:lnTo>
                <a:lnTo>
                  <a:pt x="207" y="167"/>
                </a:lnTo>
                <a:lnTo>
                  <a:pt x="209" y="165"/>
                </a:lnTo>
                <a:lnTo>
                  <a:pt x="211" y="163"/>
                </a:lnTo>
                <a:lnTo>
                  <a:pt x="212" y="160"/>
                </a:lnTo>
                <a:lnTo>
                  <a:pt x="214" y="157"/>
                </a:lnTo>
                <a:lnTo>
                  <a:pt x="216" y="151"/>
                </a:lnTo>
                <a:lnTo>
                  <a:pt x="219" y="144"/>
                </a:lnTo>
                <a:lnTo>
                  <a:pt x="223" y="136"/>
                </a:lnTo>
                <a:lnTo>
                  <a:pt x="228" y="128"/>
                </a:lnTo>
                <a:lnTo>
                  <a:pt x="233" y="120"/>
                </a:lnTo>
                <a:lnTo>
                  <a:pt x="239" y="111"/>
                </a:lnTo>
                <a:lnTo>
                  <a:pt x="244" y="103"/>
                </a:lnTo>
                <a:lnTo>
                  <a:pt x="250" y="95"/>
                </a:lnTo>
                <a:lnTo>
                  <a:pt x="255" y="87"/>
                </a:lnTo>
                <a:lnTo>
                  <a:pt x="260" y="79"/>
                </a:lnTo>
                <a:lnTo>
                  <a:pt x="261" y="77"/>
                </a:lnTo>
                <a:lnTo>
                  <a:pt x="262" y="75"/>
                </a:lnTo>
                <a:lnTo>
                  <a:pt x="263" y="72"/>
                </a:lnTo>
                <a:lnTo>
                  <a:pt x="262" y="69"/>
                </a:lnTo>
                <a:lnTo>
                  <a:pt x="262" y="67"/>
                </a:lnTo>
                <a:lnTo>
                  <a:pt x="261" y="63"/>
                </a:lnTo>
                <a:lnTo>
                  <a:pt x="260" y="60"/>
                </a:lnTo>
                <a:lnTo>
                  <a:pt x="259" y="58"/>
                </a:lnTo>
                <a:lnTo>
                  <a:pt x="257" y="52"/>
                </a:lnTo>
                <a:lnTo>
                  <a:pt x="255" y="47"/>
                </a:lnTo>
                <a:lnTo>
                  <a:pt x="252" y="44"/>
                </a:lnTo>
                <a:lnTo>
                  <a:pt x="251" y="41"/>
                </a:lnTo>
                <a:lnTo>
                  <a:pt x="251" y="37"/>
                </a:lnTo>
                <a:lnTo>
                  <a:pt x="250" y="27"/>
                </a:lnTo>
                <a:lnTo>
                  <a:pt x="249" y="16"/>
                </a:lnTo>
                <a:lnTo>
                  <a:pt x="248" y="9"/>
                </a:lnTo>
                <a:lnTo>
                  <a:pt x="250" y="9"/>
                </a:lnTo>
                <a:lnTo>
                  <a:pt x="251" y="8"/>
                </a:lnTo>
                <a:lnTo>
                  <a:pt x="252" y="7"/>
                </a:lnTo>
                <a:lnTo>
                  <a:pt x="254" y="6"/>
                </a:lnTo>
                <a:lnTo>
                  <a:pt x="255" y="3"/>
                </a:lnTo>
                <a:lnTo>
                  <a:pt x="257" y="1"/>
                </a:lnTo>
                <a:lnTo>
                  <a:pt x="265" y="0"/>
                </a:lnTo>
                <a:lnTo>
                  <a:pt x="272" y="1"/>
                </a:lnTo>
                <a:lnTo>
                  <a:pt x="280" y="2"/>
                </a:lnTo>
                <a:lnTo>
                  <a:pt x="286" y="3"/>
                </a:lnTo>
                <a:lnTo>
                  <a:pt x="292" y="4"/>
                </a:lnTo>
                <a:lnTo>
                  <a:pt x="297" y="6"/>
                </a:lnTo>
                <a:lnTo>
                  <a:pt x="302" y="8"/>
                </a:lnTo>
                <a:lnTo>
                  <a:pt x="307" y="11"/>
                </a:lnTo>
                <a:lnTo>
                  <a:pt x="311" y="14"/>
                </a:lnTo>
                <a:lnTo>
                  <a:pt x="315" y="17"/>
                </a:lnTo>
                <a:lnTo>
                  <a:pt x="319" y="21"/>
                </a:lnTo>
                <a:lnTo>
                  <a:pt x="323" y="25"/>
                </a:lnTo>
                <a:lnTo>
                  <a:pt x="331" y="34"/>
                </a:lnTo>
                <a:lnTo>
                  <a:pt x="339" y="43"/>
                </a:lnTo>
                <a:lnTo>
                  <a:pt x="338" y="50"/>
                </a:lnTo>
                <a:lnTo>
                  <a:pt x="336" y="55"/>
                </a:lnTo>
                <a:lnTo>
                  <a:pt x="334" y="60"/>
                </a:lnTo>
                <a:lnTo>
                  <a:pt x="332" y="65"/>
                </a:lnTo>
                <a:lnTo>
                  <a:pt x="328" y="69"/>
                </a:lnTo>
                <a:lnTo>
                  <a:pt x="324" y="73"/>
                </a:lnTo>
                <a:lnTo>
                  <a:pt x="321" y="77"/>
                </a:lnTo>
                <a:lnTo>
                  <a:pt x="317" y="81"/>
                </a:lnTo>
                <a:lnTo>
                  <a:pt x="309" y="87"/>
                </a:lnTo>
                <a:lnTo>
                  <a:pt x="301" y="95"/>
                </a:lnTo>
                <a:lnTo>
                  <a:pt x="297" y="98"/>
                </a:lnTo>
                <a:lnTo>
                  <a:pt x="293" y="102"/>
                </a:lnTo>
                <a:lnTo>
                  <a:pt x="289" y="105"/>
                </a:lnTo>
                <a:lnTo>
                  <a:pt x="286" y="109"/>
                </a:lnTo>
                <a:lnTo>
                  <a:pt x="280" y="116"/>
                </a:lnTo>
                <a:lnTo>
                  <a:pt x="276" y="123"/>
                </a:lnTo>
                <a:lnTo>
                  <a:pt x="273" y="127"/>
                </a:lnTo>
                <a:lnTo>
                  <a:pt x="271" y="130"/>
                </a:lnTo>
                <a:lnTo>
                  <a:pt x="267" y="133"/>
                </a:lnTo>
                <a:lnTo>
                  <a:pt x="265" y="136"/>
                </a:lnTo>
                <a:lnTo>
                  <a:pt x="255" y="143"/>
                </a:lnTo>
                <a:lnTo>
                  <a:pt x="246" y="151"/>
                </a:lnTo>
                <a:lnTo>
                  <a:pt x="243" y="153"/>
                </a:lnTo>
                <a:lnTo>
                  <a:pt x="242" y="155"/>
                </a:lnTo>
                <a:lnTo>
                  <a:pt x="239" y="158"/>
                </a:lnTo>
                <a:lnTo>
                  <a:pt x="238" y="160"/>
                </a:lnTo>
                <a:lnTo>
                  <a:pt x="237" y="163"/>
                </a:lnTo>
                <a:lnTo>
                  <a:pt x="235" y="166"/>
                </a:lnTo>
                <a:lnTo>
                  <a:pt x="235" y="169"/>
                </a:lnTo>
                <a:lnTo>
                  <a:pt x="235" y="172"/>
                </a:lnTo>
                <a:lnTo>
                  <a:pt x="237" y="175"/>
                </a:lnTo>
                <a:lnTo>
                  <a:pt x="239" y="177"/>
                </a:lnTo>
                <a:lnTo>
                  <a:pt x="244" y="178"/>
                </a:lnTo>
                <a:lnTo>
                  <a:pt x="250" y="179"/>
                </a:lnTo>
                <a:lnTo>
                  <a:pt x="255" y="180"/>
                </a:lnTo>
                <a:lnTo>
                  <a:pt x="260" y="181"/>
                </a:lnTo>
                <a:lnTo>
                  <a:pt x="263" y="183"/>
                </a:lnTo>
                <a:lnTo>
                  <a:pt x="265" y="185"/>
                </a:lnTo>
                <a:lnTo>
                  <a:pt x="267" y="186"/>
                </a:lnTo>
                <a:lnTo>
                  <a:pt x="268" y="187"/>
                </a:lnTo>
                <a:lnTo>
                  <a:pt x="270" y="187"/>
                </a:lnTo>
                <a:lnTo>
                  <a:pt x="272" y="188"/>
                </a:lnTo>
                <a:lnTo>
                  <a:pt x="274" y="189"/>
                </a:lnTo>
                <a:lnTo>
                  <a:pt x="277" y="189"/>
                </a:lnTo>
                <a:lnTo>
                  <a:pt x="280" y="189"/>
                </a:lnTo>
                <a:lnTo>
                  <a:pt x="282" y="189"/>
                </a:lnTo>
                <a:lnTo>
                  <a:pt x="285" y="188"/>
                </a:lnTo>
                <a:lnTo>
                  <a:pt x="288" y="187"/>
                </a:lnTo>
                <a:lnTo>
                  <a:pt x="291" y="187"/>
                </a:lnTo>
                <a:lnTo>
                  <a:pt x="293" y="185"/>
                </a:lnTo>
                <a:lnTo>
                  <a:pt x="299" y="183"/>
                </a:lnTo>
                <a:lnTo>
                  <a:pt x="304" y="179"/>
                </a:lnTo>
                <a:lnTo>
                  <a:pt x="309" y="176"/>
                </a:lnTo>
                <a:lnTo>
                  <a:pt x="315" y="172"/>
                </a:lnTo>
                <a:lnTo>
                  <a:pt x="325" y="165"/>
                </a:lnTo>
                <a:lnTo>
                  <a:pt x="335" y="157"/>
                </a:lnTo>
                <a:lnTo>
                  <a:pt x="339" y="154"/>
                </a:lnTo>
                <a:lnTo>
                  <a:pt x="344" y="151"/>
                </a:lnTo>
                <a:lnTo>
                  <a:pt x="347" y="148"/>
                </a:lnTo>
                <a:lnTo>
                  <a:pt x="351" y="146"/>
                </a:lnTo>
                <a:lnTo>
                  <a:pt x="355" y="145"/>
                </a:lnTo>
                <a:lnTo>
                  <a:pt x="359" y="144"/>
                </a:lnTo>
                <a:lnTo>
                  <a:pt x="364" y="143"/>
                </a:lnTo>
                <a:lnTo>
                  <a:pt x="367" y="142"/>
                </a:lnTo>
                <a:lnTo>
                  <a:pt x="378" y="136"/>
                </a:lnTo>
                <a:lnTo>
                  <a:pt x="388" y="131"/>
                </a:lnTo>
                <a:lnTo>
                  <a:pt x="391" y="130"/>
                </a:lnTo>
                <a:lnTo>
                  <a:pt x="394" y="129"/>
                </a:lnTo>
                <a:lnTo>
                  <a:pt x="396" y="128"/>
                </a:lnTo>
                <a:lnTo>
                  <a:pt x="400" y="128"/>
                </a:lnTo>
                <a:lnTo>
                  <a:pt x="403" y="129"/>
                </a:lnTo>
                <a:lnTo>
                  <a:pt x="406" y="131"/>
                </a:lnTo>
                <a:lnTo>
                  <a:pt x="409" y="132"/>
                </a:lnTo>
                <a:lnTo>
                  <a:pt x="413" y="135"/>
                </a:lnTo>
                <a:lnTo>
                  <a:pt x="416" y="137"/>
                </a:lnTo>
                <a:lnTo>
                  <a:pt x="418" y="140"/>
                </a:lnTo>
                <a:lnTo>
                  <a:pt x="420" y="143"/>
                </a:lnTo>
                <a:lnTo>
                  <a:pt x="424" y="146"/>
                </a:lnTo>
                <a:lnTo>
                  <a:pt x="426" y="150"/>
                </a:lnTo>
                <a:lnTo>
                  <a:pt x="428" y="154"/>
                </a:lnTo>
                <a:lnTo>
                  <a:pt x="431" y="158"/>
                </a:lnTo>
                <a:lnTo>
                  <a:pt x="433" y="162"/>
                </a:lnTo>
                <a:lnTo>
                  <a:pt x="435" y="167"/>
                </a:lnTo>
                <a:lnTo>
                  <a:pt x="436" y="171"/>
                </a:lnTo>
                <a:lnTo>
                  <a:pt x="437" y="176"/>
                </a:lnTo>
                <a:lnTo>
                  <a:pt x="438" y="180"/>
                </a:lnTo>
                <a:lnTo>
                  <a:pt x="437" y="183"/>
                </a:lnTo>
                <a:lnTo>
                  <a:pt x="437" y="185"/>
                </a:lnTo>
                <a:lnTo>
                  <a:pt x="437" y="187"/>
                </a:lnTo>
                <a:lnTo>
                  <a:pt x="436" y="189"/>
                </a:lnTo>
                <a:lnTo>
                  <a:pt x="436" y="191"/>
                </a:lnTo>
                <a:lnTo>
                  <a:pt x="435" y="194"/>
                </a:lnTo>
                <a:lnTo>
                  <a:pt x="434" y="196"/>
                </a:lnTo>
                <a:lnTo>
                  <a:pt x="432" y="198"/>
                </a:lnTo>
                <a:lnTo>
                  <a:pt x="430" y="200"/>
                </a:lnTo>
                <a:lnTo>
                  <a:pt x="428" y="202"/>
                </a:lnTo>
                <a:lnTo>
                  <a:pt x="425" y="203"/>
                </a:lnTo>
                <a:lnTo>
                  <a:pt x="422" y="205"/>
                </a:lnTo>
                <a:lnTo>
                  <a:pt x="419" y="207"/>
                </a:lnTo>
                <a:lnTo>
                  <a:pt x="416" y="208"/>
                </a:lnTo>
                <a:lnTo>
                  <a:pt x="413" y="210"/>
                </a:lnTo>
                <a:lnTo>
                  <a:pt x="411" y="211"/>
                </a:lnTo>
                <a:lnTo>
                  <a:pt x="409" y="214"/>
                </a:lnTo>
                <a:lnTo>
                  <a:pt x="408" y="216"/>
                </a:lnTo>
                <a:lnTo>
                  <a:pt x="406" y="219"/>
                </a:lnTo>
                <a:lnTo>
                  <a:pt x="404" y="221"/>
                </a:lnTo>
                <a:lnTo>
                  <a:pt x="403" y="223"/>
                </a:lnTo>
                <a:lnTo>
                  <a:pt x="401" y="226"/>
                </a:lnTo>
                <a:lnTo>
                  <a:pt x="400" y="228"/>
                </a:lnTo>
                <a:lnTo>
                  <a:pt x="397" y="230"/>
                </a:lnTo>
                <a:lnTo>
                  <a:pt x="396" y="231"/>
                </a:lnTo>
                <a:lnTo>
                  <a:pt x="394" y="231"/>
                </a:lnTo>
                <a:lnTo>
                  <a:pt x="392" y="231"/>
                </a:lnTo>
                <a:lnTo>
                  <a:pt x="390" y="231"/>
                </a:lnTo>
                <a:lnTo>
                  <a:pt x="388" y="232"/>
                </a:lnTo>
                <a:lnTo>
                  <a:pt x="387" y="233"/>
                </a:lnTo>
                <a:lnTo>
                  <a:pt x="385" y="234"/>
                </a:lnTo>
                <a:lnTo>
                  <a:pt x="384" y="235"/>
                </a:lnTo>
                <a:lnTo>
                  <a:pt x="384" y="237"/>
                </a:lnTo>
                <a:lnTo>
                  <a:pt x="384" y="239"/>
                </a:lnTo>
                <a:lnTo>
                  <a:pt x="381" y="242"/>
                </a:lnTo>
                <a:lnTo>
                  <a:pt x="379" y="243"/>
                </a:lnTo>
                <a:lnTo>
                  <a:pt x="376" y="246"/>
                </a:lnTo>
                <a:lnTo>
                  <a:pt x="374" y="247"/>
                </a:lnTo>
                <a:lnTo>
                  <a:pt x="372" y="249"/>
                </a:lnTo>
                <a:lnTo>
                  <a:pt x="368" y="251"/>
                </a:lnTo>
                <a:lnTo>
                  <a:pt x="367" y="253"/>
                </a:lnTo>
                <a:lnTo>
                  <a:pt x="364" y="255"/>
                </a:lnTo>
                <a:lnTo>
                  <a:pt x="364" y="258"/>
                </a:lnTo>
                <a:lnTo>
                  <a:pt x="364" y="260"/>
                </a:lnTo>
                <a:lnTo>
                  <a:pt x="362" y="263"/>
                </a:lnTo>
                <a:lnTo>
                  <a:pt x="359" y="267"/>
                </a:lnTo>
                <a:lnTo>
                  <a:pt x="356" y="269"/>
                </a:lnTo>
                <a:lnTo>
                  <a:pt x="352" y="271"/>
                </a:lnTo>
                <a:lnTo>
                  <a:pt x="345" y="276"/>
                </a:lnTo>
                <a:lnTo>
                  <a:pt x="339" y="281"/>
                </a:lnTo>
                <a:lnTo>
                  <a:pt x="338" y="282"/>
                </a:lnTo>
                <a:lnTo>
                  <a:pt x="337" y="283"/>
                </a:lnTo>
                <a:lnTo>
                  <a:pt x="336" y="285"/>
                </a:lnTo>
                <a:lnTo>
                  <a:pt x="336" y="287"/>
                </a:lnTo>
                <a:lnTo>
                  <a:pt x="336" y="291"/>
                </a:lnTo>
                <a:lnTo>
                  <a:pt x="335" y="294"/>
                </a:lnTo>
                <a:lnTo>
                  <a:pt x="333" y="295"/>
                </a:lnTo>
                <a:lnTo>
                  <a:pt x="332" y="296"/>
                </a:lnTo>
                <a:lnTo>
                  <a:pt x="331" y="298"/>
                </a:lnTo>
                <a:lnTo>
                  <a:pt x="329" y="299"/>
                </a:lnTo>
                <a:lnTo>
                  <a:pt x="326" y="300"/>
                </a:lnTo>
                <a:lnTo>
                  <a:pt x="324" y="303"/>
                </a:lnTo>
                <a:lnTo>
                  <a:pt x="321" y="307"/>
                </a:lnTo>
                <a:lnTo>
                  <a:pt x="319" y="314"/>
                </a:lnTo>
                <a:lnTo>
                  <a:pt x="316" y="322"/>
                </a:lnTo>
                <a:lnTo>
                  <a:pt x="314" y="326"/>
                </a:lnTo>
                <a:lnTo>
                  <a:pt x="323" y="331"/>
                </a:lnTo>
                <a:lnTo>
                  <a:pt x="332" y="336"/>
                </a:lnTo>
                <a:lnTo>
                  <a:pt x="336" y="337"/>
                </a:lnTo>
                <a:lnTo>
                  <a:pt x="340" y="340"/>
                </a:lnTo>
                <a:lnTo>
                  <a:pt x="343" y="343"/>
                </a:lnTo>
                <a:lnTo>
                  <a:pt x="347" y="346"/>
                </a:lnTo>
                <a:lnTo>
                  <a:pt x="350" y="349"/>
                </a:lnTo>
                <a:lnTo>
                  <a:pt x="352" y="352"/>
                </a:lnTo>
                <a:lnTo>
                  <a:pt x="355" y="356"/>
                </a:lnTo>
                <a:lnTo>
                  <a:pt x="356" y="361"/>
                </a:lnTo>
                <a:lnTo>
                  <a:pt x="358" y="365"/>
                </a:lnTo>
                <a:lnTo>
                  <a:pt x="360" y="371"/>
                </a:lnTo>
                <a:lnTo>
                  <a:pt x="360" y="376"/>
                </a:lnTo>
                <a:lnTo>
                  <a:pt x="360" y="383"/>
                </a:lnTo>
                <a:lnTo>
                  <a:pt x="358" y="384"/>
                </a:lnTo>
                <a:lnTo>
                  <a:pt x="356" y="387"/>
                </a:lnTo>
                <a:lnTo>
                  <a:pt x="354" y="389"/>
                </a:lnTo>
                <a:lnTo>
                  <a:pt x="352" y="391"/>
                </a:lnTo>
                <a:lnTo>
                  <a:pt x="350" y="396"/>
                </a:lnTo>
                <a:lnTo>
                  <a:pt x="346" y="400"/>
                </a:lnTo>
                <a:lnTo>
                  <a:pt x="342" y="401"/>
                </a:lnTo>
                <a:lnTo>
                  <a:pt x="337" y="402"/>
                </a:lnTo>
                <a:lnTo>
                  <a:pt x="334" y="407"/>
                </a:lnTo>
                <a:lnTo>
                  <a:pt x="330" y="412"/>
                </a:lnTo>
                <a:lnTo>
                  <a:pt x="328" y="412"/>
                </a:lnTo>
                <a:lnTo>
                  <a:pt x="326" y="413"/>
                </a:lnTo>
                <a:lnTo>
                  <a:pt x="324" y="414"/>
                </a:lnTo>
                <a:lnTo>
                  <a:pt x="322" y="415"/>
                </a:lnTo>
                <a:lnTo>
                  <a:pt x="317" y="416"/>
                </a:lnTo>
                <a:lnTo>
                  <a:pt x="313" y="418"/>
                </a:lnTo>
                <a:lnTo>
                  <a:pt x="309" y="423"/>
                </a:lnTo>
                <a:lnTo>
                  <a:pt x="306" y="428"/>
                </a:lnTo>
                <a:lnTo>
                  <a:pt x="300" y="430"/>
                </a:lnTo>
                <a:lnTo>
                  <a:pt x="296" y="433"/>
                </a:lnTo>
                <a:lnTo>
                  <a:pt x="292" y="434"/>
                </a:lnTo>
                <a:lnTo>
                  <a:pt x="291" y="436"/>
                </a:lnTo>
                <a:lnTo>
                  <a:pt x="288" y="437"/>
                </a:lnTo>
                <a:lnTo>
                  <a:pt x="286" y="439"/>
                </a:lnTo>
                <a:lnTo>
                  <a:pt x="283" y="442"/>
                </a:lnTo>
                <a:lnTo>
                  <a:pt x="280" y="446"/>
                </a:lnTo>
                <a:lnTo>
                  <a:pt x="279" y="448"/>
                </a:lnTo>
                <a:lnTo>
                  <a:pt x="277" y="450"/>
                </a:lnTo>
                <a:lnTo>
                  <a:pt x="276" y="452"/>
                </a:lnTo>
                <a:lnTo>
                  <a:pt x="274" y="452"/>
                </a:lnTo>
                <a:lnTo>
                  <a:pt x="272" y="453"/>
                </a:lnTo>
                <a:lnTo>
                  <a:pt x="268" y="453"/>
                </a:lnTo>
                <a:lnTo>
                  <a:pt x="266" y="456"/>
                </a:lnTo>
                <a:lnTo>
                  <a:pt x="263" y="460"/>
                </a:lnTo>
                <a:lnTo>
                  <a:pt x="262" y="462"/>
                </a:lnTo>
                <a:lnTo>
                  <a:pt x="261" y="464"/>
                </a:lnTo>
                <a:lnTo>
                  <a:pt x="259" y="465"/>
                </a:lnTo>
                <a:lnTo>
                  <a:pt x="258" y="467"/>
                </a:lnTo>
                <a:lnTo>
                  <a:pt x="254" y="468"/>
                </a:lnTo>
                <a:lnTo>
                  <a:pt x="251" y="469"/>
                </a:lnTo>
                <a:lnTo>
                  <a:pt x="250" y="470"/>
                </a:lnTo>
                <a:lnTo>
                  <a:pt x="248" y="472"/>
                </a:lnTo>
                <a:lnTo>
                  <a:pt x="247" y="475"/>
                </a:lnTo>
                <a:lnTo>
                  <a:pt x="244" y="476"/>
                </a:lnTo>
                <a:lnTo>
                  <a:pt x="243" y="478"/>
                </a:lnTo>
                <a:lnTo>
                  <a:pt x="240" y="480"/>
                </a:lnTo>
                <a:lnTo>
                  <a:pt x="235" y="482"/>
                </a:lnTo>
                <a:lnTo>
                  <a:pt x="231" y="484"/>
                </a:lnTo>
                <a:lnTo>
                  <a:pt x="229" y="486"/>
                </a:lnTo>
                <a:lnTo>
                  <a:pt x="227" y="488"/>
                </a:lnTo>
                <a:lnTo>
                  <a:pt x="225" y="489"/>
                </a:lnTo>
                <a:lnTo>
                  <a:pt x="223" y="492"/>
                </a:lnTo>
                <a:lnTo>
                  <a:pt x="222" y="494"/>
                </a:lnTo>
                <a:lnTo>
                  <a:pt x="221" y="496"/>
                </a:lnTo>
                <a:lnTo>
                  <a:pt x="221" y="500"/>
                </a:lnTo>
                <a:lnTo>
                  <a:pt x="221" y="504"/>
                </a:lnTo>
                <a:lnTo>
                  <a:pt x="222" y="504"/>
                </a:lnTo>
                <a:lnTo>
                  <a:pt x="224" y="504"/>
                </a:lnTo>
                <a:lnTo>
                  <a:pt x="225" y="504"/>
                </a:lnTo>
                <a:lnTo>
                  <a:pt x="227" y="504"/>
                </a:lnTo>
                <a:lnTo>
                  <a:pt x="229" y="504"/>
                </a:lnTo>
                <a:lnTo>
                  <a:pt x="232" y="504"/>
                </a:lnTo>
                <a:lnTo>
                  <a:pt x="239" y="502"/>
                </a:lnTo>
                <a:lnTo>
                  <a:pt x="246" y="500"/>
                </a:lnTo>
                <a:lnTo>
                  <a:pt x="259" y="494"/>
                </a:lnTo>
                <a:lnTo>
                  <a:pt x="267" y="490"/>
                </a:lnTo>
                <a:lnTo>
                  <a:pt x="272" y="489"/>
                </a:lnTo>
                <a:lnTo>
                  <a:pt x="276" y="488"/>
                </a:lnTo>
                <a:lnTo>
                  <a:pt x="280" y="488"/>
                </a:lnTo>
                <a:lnTo>
                  <a:pt x="284" y="488"/>
                </a:lnTo>
                <a:lnTo>
                  <a:pt x="287" y="487"/>
                </a:lnTo>
                <a:lnTo>
                  <a:pt x="290" y="485"/>
                </a:lnTo>
                <a:lnTo>
                  <a:pt x="292" y="485"/>
                </a:lnTo>
                <a:lnTo>
                  <a:pt x="296" y="484"/>
                </a:lnTo>
                <a:lnTo>
                  <a:pt x="298" y="484"/>
                </a:lnTo>
                <a:lnTo>
                  <a:pt x="301" y="484"/>
                </a:lnTo>
                <a:lnTo>
                  <a:pt x="304" y="484"/>
                </a:lnTo>
                <a:lnTo>
                  <a:pt x="306" y="484"/>
                </a:lnTo>
                <a:lnTo>
                  <a:pt x="308" y="485"/>
                </a:lnTo>
                <a:lnTo>
                  <a:pt x="311" y="485"/>
                </a:lnTo>
                <a:lnTo>
                  <a:pt x="313" y="486"/>
                </a:lnTo>
                <a:lnTo>
                  <a:pt x="315" y="487"/>
                </a:lnTo>
                <a:lnTo>
                  <a:pt x="320" y="489"/>
                </a:lnTo>
                <a:lnTo>
                  <a:pt x="323" y="492"/>
                </a:lnTo>
                <a:lnTo>
                  <a:pt x="327" y="495"/>
                </a:lnTo>
                <a:lnTo>
                  <a:pt x="330" y="499"/>
                </a:lnTo>
                <a:lnTo>
                  <a:pt x="332" y="502"/>
                </a:lnTo>
                <a:lnTo>
                  <a:pt x="335" y="506"/>
                </a:lnTo>
                <a:lnTo>
                  <a:pt x="337" y="511"/>
                </a:lnTo>
                <a:lnTo>
                  <a:pt x="339" y="515"/>
                </a:lnTo>
                <a:lnTo>
                  <a:pt x="340" y="520"/>
                </a:lnTo>
                <a:lnTo>
                  <a:pt x="342" y="524"/>
                </a:lnTo>
                <a:lnTo>
                  <a:pt x="338" y="528"/>
                </a:lnTo>
                <a:lnTo>
                  <a:pt x="335" y="532"/>
                </a:lnTo>
                <a:lnTo>
                  <a:pt x="332" y="532"/>
                </a:lnTo>
                <a:lnTo>
                  <a:pt x="328" y="532"/>
                </a:lnTo>
                <a:lnTo>
                  <a:pt x="326" y="532"/>
                </a:lnTo>
                <a:lnTo>
                  <a:pt x="323" y="532"/>
                </a:lnTo>
                <a:lnTo>
                  <a:pt x="319" y="533"/>
                </a:lnTo>
                <a:lnTo>
                  <a:pt x="315" y="536"/>
                </a:lnTo>
                <a:lnTo>
                  <a:pt x="311" y="539"/>
                </a:lnTo>
                <a:lnTo>
                  <a:pt x="307" y="541"/>
                </a:lnTo>
                <a:lnTo>
                  <a:pt x="304" y="541"/>
                </a:lnTo>
                <a:lnTo>
                  <a:pt x="302" y="541"/>
                </a:lnTo>
                <a:lnTo>
                  <a:pt x="300" y="542"/>
                </a:lnTo>
                <a:lnTo>
                  <a:pt x="297" y="542"/>
                </a:lnTo>
                <a:lnTo>
                  <a:pt x="296" y="542"/>
                </a:lnTo>
                <a:lnTo>
                  <a:pt x="293" y="542"/>
                </a:lnTo>
                <a:lnTo>
                  <a:pt x="292" y="542"/>
                </a:lnTo>
                <a:lnTo>
                  <a:pt x="290" y="543"/>
                </a:lnTo>
                <a:lnTo>
                  <a:pt x="290" y="544"/>
                </a:lnTo>
                <a:lnTo>
                  <a:pt x="290" y="545"/>
                </a:lnTo>
                <a:lnTo>
                  <a:pt x="289" y="546"/>
                </a:lnTo>
                <a:lnTo>
                  <a:pt x="288" y="548"/>
                </a:lnTo>
                <a:lnTo>
                  <a:pt x="285" y="550"/>
                </a:lnTo>
                <a:lnTo>
                  <a:pt x="282" y="553"/>
                </a:lnTo>
                <a:lnTo>
                  <a:pt x="278" y="556"/>
                </a:lnTo>
                <a:lnTo>
                  <a:pt x="274" y="558"/>
                </a:lnTo>
                <a:lnTo>
                  <a:pt x="271" y="559"/>
                </a:lnTo>
                <a:lnTo>
                  <a:pt x="267" y="560"/>
                </a:lnTo>
                <a:lnTo>
                  <a:pt x="267" y="559"/>
                </a:lnTo>
                <a:lnTo>
                  <a:pt x="267" y="558"/>
                </a:lnTo>
                <a:lnTo>
                  <a:pt x="264" y="556"/>
                </a:lnTo>
                <a:lnTo>
                  <a:pt x="261" y="552"/>
                </a:lnTo>
                <a:lnTo>
                  <a:pt x="260" y="551"/>
                </a:lnTo>
                <a:lnTo>
                  <a:pt x="260" y="549"/>
                </a:lnTo>
                <a:lnTo>
                  <a:pt x="260" y="548"/>
                </a:lnTo>
                <a:lnTo>
                  <a:pt x="261" y="546"/>
                </a:lnTo>
                <a:lnTo>
                  <a:pt x="261" y="545"/>
                </a:lnTo>
                <a:lnTo>
                  <a:pt x="261" y="544"/>
                </a:lnTo>
                <a:lnTo>
                  <a:pt x="261" y="542"/>
                </a:lnTo>
                <a:lnTo>
                  <a:pt x="260" y="541"/>
                </a:lnTo>
                <a:lnTo>
                  <a:pt x="255" y="541"/>
                </a:lnTo>
                <a:lnTo>
                  <a:pt x="248" y="541"/>
                </a:lnTo>
                <a:lnTo>
                  <a:pt x="243" y="541"/>
                </a:lnTo>
                <a:lnTo>
                  <a:pt x="237" y="541"/>
                </a:lnTo>
                <a:lnTo>
                  <a:pt x="235" y="543"/>
                </a:lnTo>
                <a:lnTo>
                  <a:pt x="235" y="546"/>
                </a:lnTo>
                <a:lnTo>
                  <a:pt x="235" y="548"/>
                </a:lnTo>
                <a:lnTo>
                  <a:pt x="235" y="551"/>
                </a:lnTo>
                <a:lnTo>
                  <a:pt x="235" y="553"/>
                </a:lnTo>
                <a:lnTo>
                  <a:pt x="235" y="556"/>
                </a:lnTo>
                <a:lnTo>
                  <a:pt x="236" y="561"/>
                </a:lnTo>
                <a:lnTo>
                  <a:pt x="239" y="567"/>
                </a:lnTo>
                <a:lnTo>
                  <a:pt x="243" y="576"/>
                </a:lnTo>
                <a:lnTo>
                  <a:pt x="247" y="586"/>
                </a:lnTo>
                <a:lnTo>
                  <a:pt x="247" y="589"/>
                </a:lnTo>
                <a:lnTo>
                  <a:pt x="248" y="593"/>
                </a:lnTo>
                <a:lnTo>
                  <a:pt x="248" y="596"/>
                </a:lnTo>
                <a:lnTo>
                  <a:pt x="248" y="600"/>
                </a:lnTo>
                <a:lnTo>
                  <a:pt x="248" y="603"/>
                </a:lnTo>
                <a:lnTo>
                  <a:pt x="249" y="606"/>
                </a:lnTo>
                <a:lnTo>
                  <a:pt x="250" y="609"/>
                </a:lnTo>
                <a:lnTo>
                  <a:pt x="251" y="613"/>
                </a:lnTo>
                <a:lnTo>
                  <a:pt x="253" y="616"/>
                </a:lnTo>
                <a:lnTo>
                  <a:pt x="255" y="618"/>
                </a:lnTo>
                <a:lnTo>
                  <a:pt x="256" y="620"/>
                </a:lnTo>
                <a:lnTo>
                  <a:pt x="257" y="622"/>
                </a:lnTo>
                <a:lnTo>
                  <a:pt x="257" y="624"/>
                </a:lnTo>
                <a:lnTo>
                  <a:pt x="257" y="625"/>
                </a:lnTo>
                <a:lnTo>
                  <a:pt x="257" y="628"/>
                </a:lnTo>
                <a:lnTo>
                  <a:pt x="257" y="629"/>
                </a:lnTo>
                <a:lnTo>
                  <a:pt x="257" y="632"/>
                </a:lnTo>
                <a:lnTo>
                  <a:pt x="258" y="634"/>
                </a:lnTo>
                <a:lnTo>
                  <a:pt x="261" y="639"/>
                </a:lnTo>
                <a:lnTo>
                  <a:pt x="263" y="643"/>
                </a:lnTo>
                <a:lnTo>
                  <a:pt x="265" y="645"/>
                </a:lnTo>
                <a:lnTo>
                  <a:pt x="265" y="648"/>
                </a:lnTo>
                <a:lnTo>
                  <a:pt x="266" y="652"/>
                </a:lnTo>
                <a:lnTo>
                  <a:pt x="266" y="657"/>
                </a:lnTo>
                <a:lnTo>
                  <a:pt x="266" y="668"/>
                </a:lnTo>
                <a:lnTo>
                  <a:pt x="265" y="679"/>
                </a:lnTo>
                <a:lnTo>
                  <a:pt x="263" y="691"/>
                </a:lnTo>
                <a:lnTo>
                  <a:pt x="263" y="700"/>
                </a:lnTo>
                <a:lnTo>
                  <a:pt x="261" y="708"/>
                </a:lnTo>
                <a:lnTo>
                  <a:pt x="260" y="713"/>
                </a:lnTo>
                <a:lnTo>
                  <a:pt x="259" y="716"/>
                </a:lnTo>
                <a:lnTo>
                  <a:pt x="259" y="720"/>
                </a:lnTo>
                <a:lnTo>
                  <a:pt x="259" y="723"/>
                </a:lnTo>
                <a:lnTo>
                  <a:pt x="259" y="727"/>
                </a:lnTo>
                <a:lnTo>
                  <a:pt x="258" y="732"/>
                </a:lnTo>
                <a:lnTo>
                  <a:pt x="258" y="739"/>
                </a:lnTo>
                <a:lnTo>
                  <a:pt x="258" y="741"/>
                </a:lnTo>
                <a:lnTo>
                  <a:pt x="257" y="744"/>
                </a:lnTo>
                <a:lnTo>
                  <a:pt x="257" y="747"/>
                </a:lnTo>
                <a:lnTo>
                  <a:pt x="256" y="749"/>
                </a:lnTo>
                <a:lnTo>
                  <a:pt x="255" y="752"/>
                </a:lnTo>
                <a:lnTo>
                  <a:pt x="254" y="754"/>
                </a:lnTo>
                <a:lnTo>
                  <a:pt x="251" y="756"/>
                </a:lnTo>
                <a:lnTo>
                  <a:pt x="249" y="758"/>
                </a:lnTo>
                <a:lnTo>
                  <a:pt x="247" y="760"/>
                </a:lnTo>
                <a:lnTo>
                  <a:pt x="245" y="760"/>
                </a:lnTo>
                <a:lnTo>
                  <a:pt x="243" y="762"/>
                </a:lnTo>
                <a:lnTo>
                  <a:pt x="239" y="763"/>
                </a:lnTo>
                <a:lnTo>
                  <a:pt x="236" y="764"/>
                </a:lnTo>
                <a:lnTo>
                  <a:pt x="233" y="764"/>
                </a:lnTo>
                <a:lnTo>
                  <a:pt x="230" y="764"/>
                </a:lnTo>
                <a:lnTo>
                  <a:pt x="226" y="764"/>
                </a:lnTo>
                <a:lnTo>
                  <a:pt x="223" y="763"/>
                </a:lnTo>
                <a:lnTo>
                  <a:pt x="219" y="763"/>
                </a:lnTo>
                <a:lnTo>
                  <a:pt x="216" y="762"/>
                </a:lnTo>
                <a:lnTo>
                  <a:pt x="213" y="761"/>
                </a:lnTo>
                <a:lnTo>
                  <a:pt x="210" y="760"/>
                </a:lnTo>
                <a:lnTo>
                  <a:pt x="207" y="760"/>
                </a:lnTo>
                <a:lnTo>
                  <a:pt x="205" y="758"/>
                </a:lnTo>
                <a:lnTo>
                  <a:pt x="203" y="757"/>
                </a:lnTo>
                <a:lnTo>
                  <a:pt x="201" y="756"/>
                </a:lnTo>
                <a:lnTo>
                  <a:pt x="200" y="754"/>
                </a:lnTo>
                <a:lnTo>
                  <a:pt x="199" y="752"/>
                </a:lnTo>
                <a:lnTo>
                  <a:pt x="197" y="751"/>
                </a:lnTo>
                <a:lnTo>
                  <a:pt x="196" y="749"/>
                </a:lnTo>
                <a:lnTo>
                  <a:pt x="195" y="748"/>
                </a:lnTo>
                <a:lnTo>
                  <a:pt x="193" y="746"/>
                </a:lnTo>
                <a:lnTo>
                  <a:pt x="191" y="745"/>
                </a:lnTo>
                <a:lnTo>
                  <a:pt x="187" y="744"/>
                </a:lnTo>
                <a:lnTo>
                  <a:pt x="182" y="742"/>
                </a:lnTo>
                <a:lnTo>
                  <a:pt x="177" y="740"/>
                </a:lnTo>
                <a:lnTo>
                  <a:pt x="172" y="740"/>
                </a:lnTo>
                <a:lnTo>
                  <a:pt x="168" y="738"/>
                </a:lnTo>
                <a:lnTo>
                  <a:pt x="163" y="736"/>
                </a:lnTo>
                <a:lnTo>
                  <a:pt x="162" y="736"/>
                </a:lnTo>
                <a:lnTo>
                  <a:pt x="159" y="734"/>
                </a:lnTo>
                <a:lnTo>
                  <a:pt x="158" y="733"/>
                </a:lnTo>
                <a:lnTo>
                  <a:pt x="156" y="732"/>
                </a:lnTo>
                <a:lnTo>
                  <a:pt x="151" y="728"/>
                </a:lnTo>
                <a:lnTo>
                  <a:pt x="146" y="724"/>
                </a:lnTo>
                <a:lnTo>
                  <a:pt x="144" y="723"/>
                </a:lnTo>
                <a:lnTo>
                  <a:pt x="143" y="721"/>
                </a:lnTo>
                <a:lnTo>
                  <a:pt x="143" y="720"/>
                </a:lnTo>
                <a:lnTo>
                  <a:pt x="142" y="719"/>
                </a:lnTo>
                <a:lnTo>
                  <a:pt x="142" y="717"/>
                </a:lnTo>
                <a:lnTo>
                  <a:pt x="142" y="716"/>
                </a:lnTo>
                <a:lnTo>
                  <a:pt x="143" y="716"/>
                </a:lnTo>
                <a:lnTo>
                  <a:pt x="144" y="714"/>
                </a:lnTo>
                <a:lnTo>
                  <a:pt x="145" y="713"/>
                </a:lnTo>
                <a:lnTo>
                  <a:pt x="147" y="712"/>
                </a:lnTo>
                <a:lnTo>
                  <a:pt x="149" y="712"/>
                </a:lnTo>
                <a:lnTo>
                  <a:pt x="151" y="711"/>
                </a:lnTo>
                <a:lnTo>
                  <a:pt x="159" y="709"/>
                </a:lnTo>
                <a:lnTo>
                  <a:pt x="166" y="708"/>
                </a:lnTo>
                <a:lnTo>
                  <a:pt x="179" y="706"/>
                </a:lnTo>
                <a:lnTo>
                  <a:pt x="188" y="705"/>
                </a:lnTo>
                <a:lnTo>
                  <a:pt x="191" y="705"/>
                </a:lnTo>
                <a:lnTo>
                  <a:pt x="195" y="705"/>
                </a:lnTo>
                <a:lnTo>
                  <a:pt x="199" y="705"/>
                </a:lnTo>
                <a:lnTo>
                  <a:pt x="202" y="705"/>
                </a:lnTo>
                <a:lnTo>
                  <a:pt x="203" y="704"/>
                </a:lnTo>
                <a:lnTo>
                  <a:pt x="206" y="702"/>
                </a:lnTo>
                <a:lnTo>
                  <a:pt x="207" y="700"/>
                </a:lnTo>
                <a:lnTo>
                  <a:pt x="210" y="697"/>
                </a:lnTo>
                <a:lnTo>
                  <a:pt x="212" y="695"/>
                </a:lnTo>
                <a:lnTo>
                  <a:pt x="214" y="693"/>
                </a:lnTo>
                <a:lnTo>
                  <a:pt x="215" y="692"/>
                </a:lnTo>
                <a:lnTo>
                  <a:pt x="217" y="692"/>
                </a:lnTo>
                <a:lnTo>
                  <a:pt x="217" y="688"/>
                </a:lnTo>
                <a:lnTo>
                  <a:pt x="217" y="684"/>
                </a:lnTo>
                <a:lnTo>
                  <a:pt x="218" y="679"/>
                </a:lnTo>
                <a:lnTo>
                  <a:pt x="219" y="675"/>
                </a:lnTo>
                <a:lnTo>
                  <a:pt x="221" y="665"/>
                </a:lnTo>
                <a:lnTo>
                  <a:pt x="223" y="657"/>
                </a:lnTo>
                <a:lnTo>
                  <a:pt x="223" y="655"/>
                </a:lnTo>
                <a:lnTo>
                  <a:pt x="224" y="653"/>
                </a:lnTo>
                <a:lnTo>
                  <a:pt x="224" y="652"/>
                </a:lnTo>
                <a:lnTo>
                  <a:pt x="224" y="649"/>
                </a:lnTo>
                <a:lnTo>
                  <a:pt x="223" y="647"/>
                </a:lnTo>
                <a:lnTo>
                  <a:pt x="222" y="644"/>
                </a:lnTo>
                <a:lnTo>
                  <a:pt x="219" y="638"/>
                </a:lnTo>
                <a:lnTo>
                  <a:pt x="217" y="634"/>
                </a:lnTo>
                <a:lnTo>
                  <a:pt x="217" y="628"/>
                </a:lnTo>
                <a:lnTo>
                  <a:pt x="217" y="622"/>
                </a:lnTo>
                <a:lnTo>
                  <a:pt x="217" y="616"/>
                </a:lnTo>
                <a:lnTo>
                  <a:pt x="217" y="611"/>
                </a:lnTo>
                <a:lnTo>
                  <a:pt x="214" y="602"/>
                </a:lnTo>
                <a:lnTo>
                  <a:pt x="211" y="592"/>
                </a:lnTo>
                <a:lnTo>
                  <a:pt x="211" y="587"/>
                </a:lnTo>
                <a:lnTo>
                  <a:pt x="209" y="582"/>
                </a:lnTo>
                <a:lnTo>
                  <a:pt x="208" y="578"/>
                </a:lnTo>
                <a:lnTo>
                  <a:pt x="207" y="574"/>
                </a:lnTo>
                <a:lnTo>
                  <a:pt x="201" y="573"/>
                </a:lnTo>
                <a:lnTo>
                  <a:pt x="196" y="573"/>
                </a:lnTo>
                <a:lnTo>
                  <a:pt x="191" y="574"/>
                </a:lnTo>
                <a:lnTo>
                  <a:pt x="186" y="575"/>
                </a:lnTo>
                <a:lnTo>
                  <a:pt x="181" y="576"/>
                </a:lnTo>
                <a:lnTo>
                  <a:pt x="178" y="576"/>
                </a:lnTo>
                <a:lnTo>
                  <a:pt x="174" y="578"/>
                </a:lnTo>
                <a:lnTo>
                  <a:pt x="170" y="580"/>
                </a:lnTo>
                <a:lnTo>
                  <a:pt x="163" y="584"/>
                </a:lnTo>
                <a:lnTo>
                  <a:pt x="155" y="589"/>
                </a:lnTo>
                <a:lnTo>
                  <a:pt x="149" y="594"/>
                </a:lnTo>
                <a:lnTo>
                  <a:pt x="143" y="599"/>
                </a:lnTo>
                <a:lnTo>
                  <a:pt x="140" y="600"/>
                </a:lnTo>
                <a:lnTo>
                  <a:pt x="138" y="600"/>
                </a:lnTo>
                <a:lnTo>
                  <a:pt x="135" y="601"/>
                </a:lnTo>
                <a:lnTo>
                  <a:pt x="133" y="602"/>
                </a:lnTo>
                <a:lnTo>
                  <a:pt x="131" y="602"/>
                </a:lnTo>
                <a:lnTo>
                  <a:pt x="128" y="603"/>
                </a:lnTo>
                <a:lnTo>
                  <a:pt x="126" y="604"/>
                </a:lnTo>
                <a:lnTo>
                  <a:pt x="123" y="605"/>
                </a:lnTo>
                <a:lnTo>
                  <a:pt x="119" y="609"/>
                </a:lnTo>
                <a:lnTo>
                  <a:pt x="115" y="612"/>
                </a:lnTo>
                <a:lnTo>
                  <a:pt x="108" y="616"/>
                </a:lnTo>
                <a:lnTo>
                  <a:pt x="102" y="620"/>
                </a:lnTo>
                <a:lnTo>
                  <a:pt x="95" y="624"/>
                </a:lnTo>
                <a:lnTo>
                  <a:pt x="87" y="628"/>
                </a:lnTo>
                <a:lnTo>
                  <a:pt x="79" y="631"/>
                </a:lnTo>
                <a:lnTo>
                  <a:pt x="71" y="634"/>
                </a:lnTo>
                <a:lnTo>
                  <a:pt x="62" y="637"/>
                </a:lnTo>
                <a:lnTo>
                  <a:pt x="54" y="640"/>
                </a:lnTo>
                <a:lnTo>
                  <a:pt x="45" y="641"/>
                </a:lnTo>
                <a:lnTo>
                  <a:pt x="36" y="642"/>
                </a:lnTo>
                <a:lnTo>
                  <a:pt x="32" y="643"/>
                </a:lnTo>
                <a:lnTo>
                  <a:pt x="28" y="643"/>
                </a:lnTo>
                <a:lnTo>
                  <a:pt x="24" y="643"/>
                </a:lnTo>
                <a:lnTo>
                  <a:pt x="20" y="643"/>
                </a:lnTo>
                <a:lnTo>
                  <a:pt x="16" y="642"/>
                </a:lnTo>
                <a:lnTo>
                  <a:pt x="13" y="641"/>
                </a:lnTo>
                <a:lnTo>
                  <a:pt x="9" y="641"/>
                </a:lnTo>
                <a:lnTo>
                  <a:pt x="5" y="640"/>
                </a:lnTo>
                <a:lnTo>
                  <a:pt x="3" y="636"/>
                </a:lnTo>
                <a:lnTo>
                  <a:pt x="3" y="633"/>
                </a:lnTo>
                <a:lnTo>
                  <a:pt x="2" y="632"/>
                </a:lnTo>
                <a:lnTo>
                  <a:pt x="1" y="629"/>
                </a:lnTo>
                <a:lnTo>
                  <a:pt x="1" y="628"/>
                </a:lnTo>
                <a:lnTo>
                  <a:pt x="0" y="625"/>
                </a:lnTo>
                <a:lnTo>
                  <a:pt x="3" y="622"/>
                </a:lnTo>
                <a:lnTo>
                  <a:pt x="5" y="618"/>
                </a:lnTo>
                <a:lnTo>
                  <a:pt x="7" y="615"/>
                </a:lnTo>
                <a:lnTo>
                  <a:pt x="10" y="611"/>
                </a:lnTo>
                <a:lnTo>
                  <a:pt x="15" y="610"/>
                </a:lnTo>
                <a:lnTo>
                  <a:pt x="21" y="608"/>
                </a:lnTo>
                <a:lnTo>
                  <a:pt x="27" y="606"/>
                </a:lnTo>
                <a:lnTo>
                  <a:pt x="32" y="603"/>
                </a:lnTo>
                <a:lnTo>
                  <a:pt x="37" y="600"/>
                </a:lnTo>
                <a:lnTo>
                  <a:pt x="42" y="597"/>
                </a:lnTo>
                <a:lnTo>
                  <a:pt x="47" y="595"/>
                </a:lnTo>
                <a:lnTo>
                  <a:pt x="51" y="592"/>
                </a:lnTo>
                <a:lnTo>
                  <a:pt x="53" y="591"/>
                </a:lnTo>
                <a:lnTo>
                  <a:pt x="55" y="590"/>
                </a:lnTo>
                <a:lnTo>
                  <a:pt x="57" y="589"/>
                </a:lnTo>
                <a:lnTo>
                  <a:pt x="59" y="589"/>
                </a:lnTo>
                <a:lnTo>
                  <a:pt x="62" y="589"/>
                </a:lnTo>
                <a:lnTo>
                  <a:pt x="64" y="589"/>
                </a:lnTo>
                <a:lnTo>
                  <a:pt x="67" y="588"/>
                </a:lnTo>
                <a:lnTo>
                  <a:pt x="68" y="588"/>
                </a:lnTo>
                <a:lnTo>
                  <a:pt x="73" y="584"/>
                </a:lnTo>
                <a:lnTo>
                  <a:pt x="78" y="579"/>
                </a:lnTo>
                <a:lnTo>
                  <a:pt x="83" y="575"/>
                </a:lnTo>
                <a:lnTo>
                  <a:pt x="87" y="572"/>
                </a:lnTo>
                <a:lnTo>
                  <a:pt x="93" y="568"/>
                </a:lnTo>
                <a:lnTo>
                  <a:pt x="99" y="566"/>
                </a:lnTo>
                <a:lnTo>
                  <a:pt x="105" y="564"/>
                </a:lnTo>
                <a:lnTo>
                  <a:pt x="111" y="561"/>
                </a:lnTo>
                <a:lnTo>
                  <a:pt x="117" y="560"/>
                </a:lnTo>
                <a:lnTo>
                  <a:pt x="123" y="557"/>
                </a:lnTo>
                <a:lnTo>
                  <a:pt x="129" y="555"/>
                </a:lnTo>
                <a:lnTo>
                  <a:pt x="135" y="552"/>
                </a:lnTo>
                <a:lnTo>
                  <a:pt x="136" y="550"/>
                </a:lnTo>
                <a:lnTo>
                  <a:pt x="138" y="548"/>
                </a:lnTo>
                <a:lnTo>
                  <a:pt x="139" y="547"/>
                </a:lnTo>
                <a:lnTo>
                  <a:pt x="141" y="545"/>
                </a:lnTo>
                <a:lnTo>
                  <a:pt x="143" y="541"/>
                </a:lnTo>
                <a:lnTo>
                  <a:pt x="147" y="539"/>
                </a:lnTo>
                <a:lnTo>
                  <a:pt x="151" y="536"/>
                </a:lnTo>
                <a:lnTo>
                  <a:pt x="156" y="534"/>
                </a:lnTo>
                <a:lnTo>
                  <a:pt x="163" y="532"/>
                </a:lnTo>
                <a:lnTo>
                  <a:pt x="170" y="529"/>
                </a:lnTo>
                <a:lnTo>
                  <a:pt x="176" y="526"/>
                </a:lnTo>
                <a:lnTo>
                  <a:pt x="183" y="524"/>
                </a:lnTo>
                <a:lnTo>
                  <a:pt x="185" y="523"/>
                </a:lnTo>
                <a:lnTo>
                  <a:pt x="187" y="521"/>
                </a:lnTo>
                <a:lnTo>
                  <a:pt x="189" y="520"/>
                </a:lnTo>
                <a:lnTo>
                  <a:pt x="191" y="518"/>
                </a:lnTo>
                <a:lnTo>
                  <a:pt x="191" y="516"/>
                </a:lnTo>
                <a:lnTo>
                  <a:pt x="191" y="514"/>
                </a:lnTo>
                <a:lnTo>
                  <a:pt x="191" y="512"/>
                </a:lnTo>
                <a:lnTo>
                  <a:pt x="191" y="509"/>
                </a:lnTo>
                <a:lnTo>
                  <a:pt x="192" y="507"/>
                </a:lnTo>
                <a:lnTo>
                  <a:pt x="192" y="504"/>
                </a:lnTo>
                <a:lnTo>
                  <a:pt x="192" y="502"/>
                </a:lnTo>
                <a:lnTo>
                  <a:pt x="193" y="500"/>
                </a:lnTo>
                <a:lnTo>
                  <a:pt x="194" y="498"/>
                </a:lnTo>
                <a:lnTo>
                  <a:pt x="195" y="496"/>
                </a:lnTo>
                <a:lnTo>
                  <a:pt x="196" y="496"/>
                </a:lnTo>
                <a:lnTo>
                  <a:pt x="197" y="494"/>
                </a:lnTo>
                <a:lnTo>
                  <a:pt x="199" y="492"/>
                </a:lnTo>
                <a:lnTo>
                  <a:pt x="203" y="490"/>
                </a:lnTo>
                <a:lnTo>
                  <a:pt x="206" y="488"/>
                </a:lnTo>
                <a:lnTo>
                  <a:pt x="208" y="487"/>
                </a:lnTo>
                <a:lnTo>
                  <a:pt x="211" y="484"/>
                </a:lnTo>
                <a:lnTo>
                  <a:pt x="213" y="483"/>
                </a:lnTo>
                <a:lnTo>
                  <a:pt x="218" y="476"/>
                </a:lnTo>
                <a:lnTo>
                  <a:pt x="222" y="469"/>
                </a:lnTo>
                <a:lnTo>
                  <a:pt x="226" y="464"/>
                </a:lnTo>
                <a:lnTo>
                  <a:pt x="231" y="457"/>
                </a:lnTo>
                <a:lnTo>
                  <a:pt x="234" y="454"/>
                </a:lnTo>
                <a:lnTo>
                  <a:pt x="236" y="452"/>
                </a:lnTo>
                <a:lnTo>
                  <a:pt x="239" y="449"/>
                </a:lnTo>
                <a:lnTo>
                  <a:pt x="243" y="447"/>
                </a:lnTo>
                <a:lnTo>
                  <a:pt x="249" y="442"/>
                </a:lnTo>
                <a:lnTo>
                  <a:pt x="255" y="437"/>
                </a:lnTo>
                <a:lnTo>
                  <a:pt x="262" y="432"/>
                </a:lnTo>
                <a:lnTo>
                  <a:pt x="267" y="426"/>
                </a:lnTo>
                <a:lnTo>
                  <a:pt x="270" y="424"/>
                </a:lnTo>
                <a:lnTo>
                  <a:pt x="272" y="420"/>
                </a:lnTo>
                <a:lnTo>
                  <a:pt x="275" y="417"/>
                </a:lnTo>
                <a:lnTo>
                  <a:pt x="276" y="413"/>
                </a:lnTo>
                <a:lnTo>
                  <a:pt x="276" y="408"/>
                </a:lnTo>
                <a:lnTo>
                  <a:pt x="276" y="404"/>
                </a:lnTo>
                <a:lnTo>
                  <a:pt x="272" y="403"/>
                </a:lnTo>
                <a:lnTo>
                  <a:pt x="267" y="402"/>
                </a:lnTo>
                <a:lnTo>
                  <a:pt x="263" y="402"/>
                </a:lnTo>
                <a:lnTo>
                  <a:pt x="256" y="402"/>
                </a:lnTo>
                <a:lnTo>
                  <a:pt x="256" y="402"/>
                </a:lnTo>
                <a:lnTo>
                  <a:pt x="255" y="402"/>
                </a:lnTo>
                <a:lnTo>
                  <a:pt x="253" y="405"/>
                </a:lnTo>
                <a:lnTo>
                  <a:pt x="250" y="408"/>
                </a:lnTo>
                <a:lnTo>
                  <a:pt x="247" y="411"/>
                </a:lnTo>
                <a:lnTo>
                  <a:pt x="244" y="413"/>
                </a:lnTo>
                <a:lnTo>
                  <a:pt x="241" y="413"/>
                </a:lnTo>
                <a:lnTo>
                  <a:pt x="238" y="413"/>
                </a:lnTo>
                <a:lnTo>
                  <a:pt x="235" y="413"/>
                </a:lnTo>
                <a:lnTo>
                  <a:pt x="231" y="413"/>
                </a:lnTo>
                <a:lnTo>
                  <a:pt x="225" y="416"/>
                </a:lnTo>
                <a:lnTo>
                  <a:pt x="218" y="420"/>
                </a:lnTo>
                <a:lnTo>
                  <a:pt x="211" y="424"/>
                </a:lnTo>
                <a:lnTo>
                  <a:pt x="205" y="428"/>
                </a:lnTo>
                <a:lnTo>
                  <a:pt x="203" y="428"/>
                </a:lnTo>
                <a:lnTo>
                  <a:pt x="200" y="428"/>
                </a:lnTo>
                <a:lnTo>
                  <a:pt x="198" y="429"/>
                </a:lnTo>
                <a:lnTo>
                  <a:pt x="196" y="429"/>
                </a:lnTo>
                <a:lnTo>
                  <a:pt x="194" y="429"/>
                </a:lnTo>
                <a:lnTo>
                  <a:pt x="192" y="430"/>
                </a:lnTo>
                <a:lnTo>
                  <a:pt x="190" y="430"/>
                </a:lnTo>
                <a:lnTo>
                  <a:pt x="188" y="432"/>
                </a:lnTo>
                <a:lnTo>
                  <a:pt x="186" y="434"/>
                </a:lnTo>
                <a:lnTo>
                  <a:pt x="183" y="437"/>
                </a:lnTo>
                <a:lnTo>
                  <a:pt x="181" y="440"/>
                </a:lnTo>
                <a:lnTo>
                  <a:pt x="179" y="443"/>
                </a:lnTo>
                <a:lnTo>
                  <a:pt x="176" y="445"/>
                </a:lnTo>
                <a:lnTo>
                  <a:pt x="174" y="448"/>
                </a:lnTo>
                <a:lnTo>
                  <a:pt x="171" y="451"/>
                </a:lnTo>
                <a:lnTo>
                  <a:pt x="167" y="452"/>
                </a:lnTo>
                <a:lnTo>
                  <a:pt x="163" y="452"/>
                </a:lnTo>
                <a:lnTo>
                  <a:pt x="157" y="452"/>
                </a:lnTo>
                <a:lnTo>
                  <a:pt x="151" y="452"/>
                </a:lnTo>
                <a:lnTo>
                  <a:pt x="147" y="452"/>
                </a:lnTo>
                <a:lnTo>
                  <a:pt x="142" y="454"/>
                </a:lnTo>
                <a:lnTo>
                  <a:pt x="136" y="456"/>
                </a:lnTo>
                <a:lnTo>
                  <a:pt x="133" y="456"/>
                </a:lnTo>
                <a:lnTo>
                  <a:pt x="131" y="456"/>
                </a:lnTo>
                <a:lnTo>
                  <a:pt x="127" y="456"/>
                </a:lnTo>
                <a:lnTo>
                  <a:pt x="125" y="456"/>
                </a:lnTo>
                <a:lnTo>
                  <a:pt x="122" y="456"/>
                </a:lnTo>
                <a:lnTo>
                  <a:pt x="120" y="456"/>
                </a:lnTo>
                <a:lnTo>
                  <a:pt x="118" y="455"/>
                </a:lnTo>
                <a:lnTo>
                  <a:pt x="115" y="453"/>
                </a:lnTo>
                <a:lnTo>
                  <a:pt x="114" y="452"/>
                </a:lnTo>
                <a:lnTo>
                  <a:pt x="113" y="449"/>
                </a:lnTo>
                <a:lnTo>
                  <a:pt x="112" y="447"/>
                </a:lnTo>
                <a:lnTo>
                  <a:pt x="111" y="443"/>
                </a:lnTo>
                <a:lnTo>
                  <a:pt x="122" y="439"/>
                </a:lnTo>
                <a:lnTo>
                  <a:pt x="132" y="435"/>
                </a:lnTo>
                <a:lnTo>
                  <a:pt x="142" y="430"/>
                </a:lnTo>
                <a:lnTo>
                  <a:pt x="151" y="425"/>
                </a:lnTo>
                <a:lnTo>
                  <a:pt x="161" y="420"/>
                </a:lnTo>
                <a:lnTo>
                  <a:pt x="171" y="415"/>
                </a:lnTo>
                <a:lnTo>
                  <a:pt x="179" y="409"/>
                </a:lnTo>
                <a:lnTo>
                  <a:pt x="188" y="404"/>
                </a:lnTo>
                <a:lnTo>
                  <a:pt x="191" y="403"/>
                </a:lnTo>
                <a:lnTo>
                  <a:pt x="192" y="402"/>
                </a:lnTo>
                <a:lnTo>
                  <a:pt x="195" y="402"/>
                </a:lnTo>
                <a:lnTo>
                  <a:pt x="198" y="401"/>
                </a:lnTo>
                <a:lnTo>
                  <a:pt x="200" y="401"/>
                </a:lnTo>
                <a:lnTo>
                  <a:pt x="202" y="400"/>
                </a:lnTo>
                <a:lnTo>
                  <a:pt x="204" y="400"/>
                </a:lnTo>
                <a:lnTo>
                  <a:pt x="207" y="399"/>
                </a:lnTo>
                <a:lnTo>
                  <a:pt x="213" y="395"/>
                </a:lnTo>
                <a:lnTo>
                  <a:pt x="219" y="389"/>
                </a:lnTo>
                <a:lnTo>
                  <a:pt x="222" y="387"/>
                </a:lnTo>
                <a:lnTo>
                  <a:pt x="226" y="384"/>
                </a:lnTo>
                <a:lnTo>
                  <a:pt x="229" y="383"/>
                </a:lnTo>
                <a:lnTo>
                  <a:pt x="232" y="380"/>
                </a:lnTo>
                <a:lnTo>
                  <a:pt x="235" y="380"/>
                </a:lnTo>
                <a:lnTo>
                  <a:pt x="239" y="380"/>
                </a:lnTo>
                <a:lnTo>
                  <a:pt x="241" y="379"/>
                </a:lnTo>
                <a:lnTo>
                  <a:pt x="244" y="378"/>
                </a:lnTo>
                <a:lnTo>
                  <a:pt x="250" y="376"/>
                </a:lnTo>
                <a:lnTo>
                  <a:pt x="255" y="372"/>
                </a:lnTo>
                <a:lnTo>
                  <a:pt x="259" y="368"/>
                </a:lnTo>
                <a:lnTo>
                  <a:pt x="265" y="364"/>
                </a:lnTo>
                <a:lnTo>
                  <a:pt x="267" y="364"/>
                </a:lnTo>
                <a:lnTo>
                  <a:pt x="268" y="363"/>
                </a:lnTo>
                <a:lnTo>
                  <a:pt x="271" y="363"/>
                </a:lnTo>
                <a:lnTo>
                  <a:pt x="273" y="363"/>
                </a:lnTo>
                <a:lnTo>
                  <a:pt x="276" y="362"/>
                </a:lnTo>
                <a:lnTo>
                  <a:pt x="277" y="361"/>
                </a:lnTo>
                <a:lnTo>
                  <a:pt x="280" y="361"/>
                </a:lnTo>
                <a:lnTo>
                  <a:pt x="280" y="360"/>
                </a:lnTo>
                <a:lnTo>
                  <a:pt x="283" y="357"/>
                </a:lnTo>
                <a:lnTo>
                  <a:pt x="284" y="353"/>
                </a:lnTo>
                <a:lnTo>
                  <a:pt x="285" y="349"/>
                </a:lnTo>
                <a:lnTo>
                  <a:pt x="287" y="344"/>
                </a:lnTo>
                <a:lnTo>
                  <a:pt x="288" y="336"/>
                </a:lnTo>
                <a:lnTo>
                  <a:pt x="290" y="328"/>
                </a:lnTo>
                <a:lnTo>
                  <a:pt x="290" y="327"/>
                </a:lnTo>
                <a:lnTo>
                  <a:pt x="290" y="325"/>
                </a:lnTo>
                <a:lnTo>
                  <a:pt x="292" y="324"/>
                </a:lnTo>
                <a:lnTo>
                  <a:pt x="292" y="323"/>
                </a:lnTo>
                <a:lnTo>
                  <a:pt x="293" y="321"/>
                </a:lnTo>
                <a:lnTo>
                  <a:pt x="294" y="320"/>
                </a:lnTo>
                <a:lnTo>
                  <a:pt x="295" y="317"/>
                </a:lnTo>
                <a:lnTo>
                  <a:pt x="296" y="313"/>
                </a:lnTo>
                <a:lnTo>
                  <a:pt x="297" y="310"/>
                </a:lnTo>
                <a:lnTo>
                  <a:pt x="298" y="308"/>
                </a:lnTo>
                <a:lnTo>
                  <a:pt x="300" y="303"/>
                </a:lnTo>
                <a:lnTo>
                  <a:pt x="302" y="301"/>
                </a:lnTo>
                <a:lnTo>
                  <a:pt x="305" y="298"/>
                </a:lnTo>
                <a:lnTo>
                  <a:pt x="308" y="295"/>
                </a:lnTo>
                <a:lnTo>
                  <a:pt x="312" y="292"/>
                </a:lnTo>
                <a:lnTo>
                  <a:pt x="316" y="290"/>
                </a:lnTo>
                <a:lnTo>
                  <a:pt x="317" y="287"/>
                </a:lnTo>
                <a:lnTo>
                  <a:pt x="318" y="286"/>
                </a:lnTo>
                <a:lnTo>
                  <a:pt x="319" y="283"/>
                </a:lnTo>
                <a:lnTo>
                  <a:pt x="320" y="282"/>
                </a:lnTo>
                <a:lnTo>
                  <a:pt x="321" y="278"/>
                </a:lnTo>
                <a:lnTo>
                  <a:pt x="323" y="274"/>
                </a:lnTo>
                <a:lnTo>
                  <a:pt x="324" y="272"/>
                </a:lnTo>
                <a:lnTo>
                  <a:pt x="325" y="271"/>
                </a:lnTo>
                <a:lnTo>
                  <a:pt x="326" y="271"/>
                </a:lnTo>
                <a:lnTo>
                  <a:pt x="328" y="270"/>
                </a:lnTo>
                <a:lnTo>
                  <a:pt x="330" y="268"/>
                </a:lnTo>
                <a:lnTo>
                  <a:pt x="332" y="267"/>
                </a:lnTo>
                <a:lnTo>
                  <a:pt x="333" y="265"/>
                </a:lnTo>
                <a:lnTo>
                  <a:pt x="335" y="263"/>
                </a:lnTo>
                <a:lnTo>
                  <a:pt x="336" y="262"/>
                </a:lnTo>
                <a:lnTo>
                  <a:pt x="336" y="259"/>
                </a:lnTo>
                <a:lnTo>
                  <a:pt x="336" y="257"/>
                </a:lnTo>
                <a:lnTo>
                  <a:pt x="337" y="255"/>
                </a:lnTo>
                <a:lnTo>
                  <a:pt x="338" y="253"/>
                </a:lnTo>
                <a:lnTo>
                  <a:pt x="339" y="251"/>
                </a:lnTo>
                <a:lnTo>
                  <a:pt x="344" y="244"/>
                </a:lnTo>
                <a:lnTo>
                  <a:pt x="348" y="239"/>
                </a:lnTo>
                <a:lnTo>
                  <a:pt x="353" y="231"/>
                </a:lnTo>
                <a:lnTo>
                  <a:pt x="358" y="225"/>
                </a:lnTo>
                <a:lnTo>
                  <a:pt x="360" y="222"/>
                </a:lnTo>
                <a:lnTo>
                  <a:pt x="363" y="218"/>
                </a:lnTo>
                <a:lnTo>
                  <a:pt x="365" y="215"/>
                </a:lnTo>
                <a:lnTo>
                  <a:pt x="367" y="211"/>
                </a:lnTo>
                <a:lnTo>
                  <a:pt x="368" y="206"/>
                </a:lnTo>
                <a:lnTo>
                  <a:pt x="368" y="202"/>
                </a:lnTo>
                <a:lnTo>
                  <a:pt x="369" y="198"/>
                </a:lnTo>
                <a:lnTo>
                  <a:pt x="369" y="192"/>
                </a:lnTo>
                <a:lnTo>
                  <a:pt x="368" y="191"/>
                </a:lnTo>
                <a:lnTo>
                  <a:pt x="366" y="189"/>
                </a:lnTo>
                <a:lnTo>
                  <a:pt x="362" y="189"/>
                </a:lnTo>
                <a:lnTo>
                  <a:pt x="358" y="188"/>
                </a:lnTo>
                <a:lnTo>
                  <a:pt x="354" y="189"/>
                </a:lnTo>
                <a:lnTo>
                  <a:pt x="352" y="189"/>
                </a:lnTo>
                <a:lnTo>
                  <a:pt x="348" y="190"/>
                </a:lnTo>
                <a:lnTo>
                  <a:pt x="345" y="191"/>
                </a:lnTo>
                <a:lnTo>
                  <a:pt x="342" y="191"/>
                </a:lnTo>
                <a:lnTo>
                  <a:pt x="340" y="193"/>
                </a:lnTo>
                <a:lnTo>
                  <a:pt x="334" y="195"/>
                </a:lnTo>
                <a:lnTo>
                  <a:pt x="328" y="198"/>
                </a:lnTo>
                <a:lnTo>
                  <a:pt x="324" y="199"/>
                </a:lnTo>
                <a:lnTo>
                  <a:pt x="321" y="199"/>
                </a:lnTo>
                <a:lnTo>
                  <a:pt x="317" y="200"/>
                </a:lnTo>
                <a:lnTo>
                  <a:pt x="313" y="200"/>
                </a:lnTo>
                <a:lnTo>
                  <a:pt x="312" y="202"/>
                </a:lnTo>
                <a:lnTo>
                  <a:pt x="312" y="203"/>
                </a:lnTo>
                <a:lnTo>
                  <a:pt x="311" y="204"/>
                </a:lnTo>
                <a:lnTo>
                  <a:pt x="309" y="206"/>
                </a:lnTo>
                <a:lnTo>
                  <a:pt x="307" y="207"/>
                </a:lnTo>
                <a:lnTo>
                  <a:pt x="304" y="210"/>
                </a:lnTo>
                <a:lnTo>
                  <a:pt x="301" y="211"/>
                </a:lnTo>
                <a:lnTo>
                  <a:pt x="299" y="213"/>
                </a:lnTo>
                <a:lnTo>
                  <a:pt x="298" y="215"/>
                </a:lnTo>
                <a:lnTo>
                  <a:pt x="297" y="215"/>
                </a:lnTo>
                <a:lnTo>
                  <a:pt x="296" y="216"/>
                </a:lnTo>
                <a:lnTo>
                  <a:pt x="296" y="218"/>
                </a:lnTo>
                <a:lnTo>
                  <a:pt x="296" y="219"/>
                </a:lnTo>
                <a:lnTo>
                  <a:pt x="296" y="222"/>
                </a:lnTo>
                <a:lnTo>
                  <a:pt x="296" y="224"/>
                </a:lnTo>
                <a:lnTo>
                  <a:pt x="298" y="226"/>
                </a:lnTo>
                <a:lnTo>
                  <a:pt x="301" y="230"/>
                </a:lnTo>
                <a:lnTo>
                  <a:pt x="305" y="234"/>
                </a:lnTo>
                <a:lnTo>
                  <a:pt x="308" y="236"/>
                </a:lnTo>
                <a:lnTo>
                  <a:pt x="309" y="238"/>
                </a:lnTo>
                <a:lnTo>
                  <a:pt x="312" y="240"/>
                </a:lnTo>
                <a:lnTo>
                  <a:pt x="312" y="243"/>
                </a:lnTo>
                <a:lnTo>
                  <a:pt x="313" y="245"/>
                </a:lnTo>
                <a:lnTo>
                  <a:pt x="314" y="247"/>
                </a:lnTo>
                <a:lnTo>
                  <a:pt x="314" y="250"/>
                </a:lnTo>
                <a:lnTo>
                  <a:pt x="313" y="253"/>
                </a:lnTo>
                <a:lnTo>
                  <a:pt x="312" y="256"/>
                </a:lnTo>
                <a:lnTo>
                  <a:pt x="309" y="259"/>
                </a:lnTo>
                <a:lnTo>
                  <a:pt x="307" y="262"/>
                </a:lnTo>
                <a:lnTo>
                  <a:pt x="304" y="265"/>
                </a:lnTo>
                <a:lnTo>
                  <a:pt x="303" y="268"/>
                </a:lnTo>
                <a:lnTo>
                  <a:pt x="301" y="275"/>
                </a:lnTo>
                <a:lnTo>
                  <a:pt x="300" y="281"/>
                </a:lnTo>
                <a:lnTo>
                  <a:pt x="297" y="286"/>
                </a:lnTo>
                <a:lnTo>
                  <a:pt x="296" y="287"/>
                </a:lnTo>
                <a:lnTo>
                  <a:pt x="295" y="289"/>
                </a:lnTo>
                <a:lnTo>
                  <a:pt x="293" y="291"/>
                </a:lnTo>
                <a:lnTo>
                  <a:pt x="292" y="292"/>
                </a:lnTo>
                <a:lnTo>
                  <a:pt x="288" y="295"/>
                </a:lnTo>
                <a:lnTo>
                  <a:pt x="286" y="298"/>
                </a:lnTo>
                <a:lnTo>
                  <a:pt x="285" y="299"/>
                </a:lnTo>
                <a:lnTo>
                  <a:pt x="284" y="301"/>
                </a:lnTo>
                <a:lnTo>
                  <a:pt x="284" y="303"/>
                </a:lnTo>
                <a:lnTo>
                  <a:pt x="284" y="305"/>
                </a:lnTo>
                <a:lnTo>
                  <a:pt x="284" y="307"/>
                </a:lnTo>
                <a:lnTo>
                  <a:pt x="283" y="308"/>
                </a:lnTo>
                <a:lnTo>
                  <a:pt x="282" y="310"/>
                </a:lnTo>
                <a:lnTo>
                  <a:pt x="282" y="312"/>
                </a:lnTo>
                <a:lnTo>
                  <a:pt x="277" y="315"/>
                </a:lnTo>
                <a:lnTo>
                  <a:pt x="273" y="319"/>
                </a:lnTo>
                <a:lnTo>
                  <a:pt x="268" y="322"/>
                </a:lnTo>
                <a:lnTo>
                  <a:pt x="265" y="325"/>
                </a:lnTo>
                <a:lnTo>
                  <a:pt x="264" y="328"/>
                </a:lnTo>
                <a:lnTo>
                  <a:pt x="263" y="332"/>
                </a:lnTo>
                <a:lnTo>
                  <a:pt x="263" y="336"/>
                </a:lnTo>
                <a:lnTo>
                  <a:pt x="263" y="339"/>
                </a:lnTo>
                <a:lnTo>
                  <a:pt x="259" y="344"/>
                </a:lnTo>
                <a:lnTo>
                  <a:pt x="254" y="348"/>
                </a:lnTo>
                <a:lnTo>
                  <a:pt x="248" y="353"/>
                </a:lnTo>
                <a:lnTo>
                  <a:pt x="244" y="357"/>
                </a:lnTo>
                <a:lnTo>
                  <a:pt x="243" y="356"/>
                </a:lnTo>
                <a:lnTo>
                  <a:pt x="241" y="356"/>
                </a:lnTo>
                <a:lnTo>
                  <a:pt x="239" y="355"/>
                </a:lnTo>
                <a:lnTo>
                  <a:pt x="239" y="353"/>
                </a:lnTo>
                <a:lnTo>
                  <a:pt x="238" y="352"/>
                </a:lnTo>
                <a:lnTo>
                  <a:pt x="238" y="348"/>
                </a:lnTo>
                <a:lnTo>
                  <a:pt x="240" y="343"/>
                </a:lnTo>
                <a:lnTo>
                  <a:pt x="243" y="337"/>
                </a:lnTo>
                <a:lnTo>
                  <a:pt x="243" y="335"/>
                </a:lnTo>
                <a:lnTo>
                  <a:pt x="243" y="332"/>
                </a:lnTo>
                <a:lnTo>
                  <a:pt x="244" y="329"/>
                </a:lnTo>
                <a:lnTo>
                  <a:pt x="244" y="325"/>
                </a:lnTo>
                <a:lnTo>
                  <a:pt x="244" y="325"/>
                </a:lnTo>
                <a:close/>
                <a:moveTo>
                  <a:pt x="147" y="217"/>
                </a:moveTo>
                <a:lnTo>
                  <a:pt x="146" y="218"/>
                </a:lnTo>
                <a:lnTo>
                  <a:pt x="144" y="219"/>
                </a:lnTo>
                <a:lnTo>
                  <a:pt x="143" y="219"/>
                </a:lnTo>
                <a:lnTo>
                  <a:pt x="141" y="219"/>
                </a:lnTo>
                <a:lnTo>
                  <a:pt x="137" y="220"/>
                </a:lnTo>
                <a:lnTo>
                  <a:pt x="134" y="220"/>
                </a:lnTo>
                <a:lnTo>
                  <a:pt x="132" y="220"/>
                </a:lnTo>
                <a:lnTo>
                  <a:pt x="130" y="221"/>
                </a:lnTo>
                <a:lnTo>
                  <a:pt x="128" y="222"/>
                </a:lnTo>
                <a:lnTo>
                  <a:pt x="127" y="223"/>
                </a:lnTo>
                <a:lnTo>
                  <a:pt x="125" y="224"/>
                </a:lnTo>
                <a:lnTo>
                  <a:pt x="124" y="226"/>
                </a:lnTo>
                <a:lnTo>
                  <a:pt x="123" y="227"/>
                </a:lnTo>
                <a:lnTo>
                  <a:pt x="121" y="230"/>
                </a:lnTo>
                <a:lnTo>
                  <a:pt x="121" y="231"/>
                </a:lnTo>
                <a:lnTo>
                  <a:pt x="120" y="233"/>
                </a:lnTo>
                <a:lnTo>
                  <a:pt x="120" y="235"/>
                </a:lnTo>
                <a:lnTo>
                  <a:pt x="120" y="236"/>
                </a:lnTo>
                <a:lnTo>
                  <a:pt x="120" y="241"/>
                </a:lnTo>
                <a:lnTo>
                  <a:pt x="122" y="246"/>
                </a:lnTo>
                <a:lnTo>
                  <a:pt x="123" y="251"/>
                </a:lnTo>
                <a:lnTo>
                  <a:pt x="124" y="256"/>
                </a:lnTo>
                <a:lnTo>
                  <a:pt x="126" y="263"/>
                </a:lnTo>
                <a:lnTo>
                  <a:pt x="127" y="268"/>
                </a:lnTo>
                <a:lnTo>
                  <a:pt x="131" y="279"/>
                </a:lnTo>
                <a:lnTo>
                  <a:pt x="135" y="288"/>
                </a:lnTo>
                <a:lnTo>
                  <a:pt x="137" y="292"/>
                </a:lnTo>
                <a:lnTo>
                  <a:pt x="139" y="295"/>
                </a:lnTo>
                <a:lnTo>
                  <a:pt x="139" y="297"/>
                </a:lnTo>
                <a:lnTo>
                  <a:pt x="140" y="298"/>
                </a:lnTo>
                <a:lnTo>
                  <a:pt x="142" y="299"/>
                </a:lnTo>
                <a:lnTo>
                  <a:pt x="143" y="299"/>
                </a:lnTo>
                <a:lnTo>
                  <a:pt x="145" y="299"/>
                </a:lnTo>
                <a:lnTo>
                  <a:pt x="147" y="298"/>
                </a:lnTo>
                <a:lnTo>
                  <a:pt x="148" y="297"/>
                </a:lnTo>
                <a:lnTo>
                  <a:pt x="150" y="296"/>
                </a:lnTo>
                <a:lnTo>
                  <a:pt x="151" y="295"/>
                </a:lnTo>
                <a:lnTo>
                  <a:pt x="152" y="294"/>
                </a:lnTo>
                <a:lnTo>
                  <a:pt x="155" y="291"/>
                </a:lnTo>
                <a:lnTo>
                  <a:pt x="157" y="287"/>
                </a:lnTo>
                <a:lnTo>
                  <a:pt x="156" y="284"/>
                </a:lnTo>
                <a:lnTo>
                  <a:pt x="155" y="282"/>
                </a:lnTo>
                <a:lnTo>
                  <a:pt x="154" y="280"/>
                </a:lnTo>
                <a:lnTo>
                  <a:pt x="153" y="279"/>
                </a:lnTo>
                <a:lnTo>
                  <a:pt x="151" y="277"/>
                </a:lnTo>
                <a:lnTo>
                  <a:pt x="150" y="276"/>
                </a:lnTo>
                <a:lnTo>
                  <a:pt x="147" y="275"/>
                </a:lnTo>
                <a:lnTo>
                  <a:pt x="144" y="274"/>
                </a:lnTo>
                <a:lnTo>
                  <a:pt x="144" y="271"/>
                </a:lnTo>
                <a:lnTo>
                  <a:pt x="144" y="267"/>
                </a:lnTo>
                <a:lnTo>
                  <a:pt x="145" y="263"/>
                </a:lnTo>
                <a:lnTo>
                  <a:pt x="146" y="260"/>
                </a:lnTo>
                <a:lnTo>
                  <a:pt x="147" y="256"/>
                </a:lnTo>
                <a:lnTo>
                  <a:pt x="148" y="253"/>
                </a:lnTo>
                <a:lnTo>
                  <a:pt x="150" y="250"/>
                </a:lnTo>
                <a:lnTo>
                  <a:pt x="151" y="247"/>
                </a:lnTo>
                <a:lnTo>
                  <a:pt x="153" y="243"/>
                </a:lnTo>
                <a:lnTo>
                  <a:pt x="155" y="241"/>
                </a:lnTo>
                <a:lnTo>
                  <a:pt x="157" y="238"/>
                </a:lnTo>
                <a:lnTo>
                  <a:pt x="159" y="235"/>
                </a:lnTo>
                <a:lnTo>
                  <a:pt x="163" y="231"/>
                </a:lnTo>
                <a:lnTo>
                  <a:pt x="167" y="227"/>
                </a:lnTo>
                <a:lnTo>
                  <a:pt x="167" y="224"/>
                </a:lnTo>
                <a:lnTo>
                  <a:pt x="167" y="221"/>
                </a:lnTo>
                <a:lnTo>
                  <a:pt x="163" y="219"/>
                </a:lnTo>
                <a:lnTo>
                  <a:pt x="159" y="219"/>
                </a:lnTo>
                <a:lnTo>
                  <a:pt x="155" y="218"/>
                </a:lnTo>
                <a:lnTo>
                  <a:pt x="154" y="217"/>
                </a:lnTo>
                <a:lnTo>
                  <a:pt x="151" y="217"/>
                </a:lnTo>
                <a:lnTo>
                  <a:pt x="147" y="217"/>
                </a:lnTo>
                <a:lnTo>
                  <a:pt x="147" y="217"/>
                </a:lnTo>
                <a:close/>
                <a:moveTo>
                  <a:pt x="195" y="216"/>
                </a:moveTo>
                <a:lnTo>
                  <a:pt x="193" y="220"/>
                </a:lnTo>
                <a:lnTo>
                  <a:pt x="191" y="224"/>
                </a:lnTo>
                <a:lnTo>
                  <a:pt x="188" y="227"/>
                </a:lnTo>
                <a:lnTo>
                  <a:pt x="185" y="231"/>
                </a:lnTo>
                <a:lnTo>
                  <a:pt x="183" y="235"/>
                </a:lnTo>
                <a:lnTo>
                  <a:pt x="181" y="240"/>
                </a:lnTo>
                <a:lnTo>
                  <a:pt x="180" y="243"/>
                </a:lnTo>
                <a:lnTo>
                  <a:pt x="179" y="245"/>
                </a:lnTo>
                <a:lnTo>
                  <a:pt x="179" y="247"/>
                </a:lnTo>
                <a:lnTo>
                  <a:pt x="179" y="250"/>
                </a:lnTo>
                <a:lnTo>
                  <a:pt x="180" y="252"/>
                </a:lnTo>
                <a:lnTo>
                  <a:pt x="182" y="253"/>
                </a:lnTo>
                <a:lnTo>
                  <a:pt x="185" y="254"/>
                </a:lnTo>
                <a:lnTo>
                  <a:pt x="188" y="254"/>
                </a:lnTo>
                <a:lnTo>
                  <a:pt x="192" y="254"/>
                </a:lnTo>
                <a:lnTo>
                  <a:pt x="195" y="253"/>
                </a:lnTo>
                <a:lnTo>
                  <a:pt x="199" y="252"/>
                </a:lnTo>
                <a:lnTo>
                  <a:pt x="202" y="251"/>
                </a:lnTo>
                <a:lnTo>
                  <a:pt x="205" y="250"/>
                </a:lnTo>
                <a:lnTo>
                  <a:pt x="208" y="248"/>
                </a:lnTo>
                <a:lnTo>
                  <a:pt x="211" y="247"/>
                </a:lnTo>
                <a:lnTo>
                  <a:pt x="214" y="244"/>
                </a:lnTo>
                <a:lnTo>
                  <a:pt x="217" y="242"/>
                </a:lnTo>
                <a:lnTo>
                  <a:pt x="219" y="240"/>
                </a:lnTo>
                <a:lnTo>
                  <a:pt x="221" y="238"/>
                </a:lnTo>
                <a:lnTo>
                  <a:pt x="223" y="235"/>
                </a:lnTo>
                <a:lnTo>
                  <a:pt x="224" y="233"/>
                </a:lnTo>
                <a:lnTo>
                  <a:pt x="226" y="231"/>
                </a:lnTo>
                <a:lnTo>
                  <a:pt x="226" y="228"/>
                </a:lnTo>
                <a:lnTo>
                  <a:pt x="225" y="226"/>
                </a:lnTo>
                <a:lnTo>
                  <a:pt x="219" y="222"/>
                </a:lnTo>
                <a:lnTo>
                  <a:pt x="213" y="219"/>
                </a:lnTo>
                <a:lnTo>
                  <a:pt x="209" y="218"/>
                </a:lnTo>
                <a:lnTo>
                  <a:pt x="205" y="217"/>
                </a:lnTo>
                <a:lnTo>
                  <a:pt x="201" y="216"/>
                </a:lnTo>
                <a:lnTo>
                  <a:pt x="195" y="216"/>
                </a:lnTo>
                <a:lnTo>
                  <a:pt x="195" y="216"/>
                </a:lnTo>
                <a:close/>
                <a:moveTo>
                  <a:pt x="256" y="238"/>
                </a:moveTo>
                <a:lnTo>
                  <a:pt x="253" y="241"/>
                </a:lnTo>
                <a:lnTo>
                  <a:pt x="249" y="244"/>
                </a:lnTo>
                <a:lnTo>
                  <a:pt x="248" y="246"/>
                </a:lnTo>
                <a:lnTo>
                  <a:pt x="248" y="248"/>
                </a:lnTo>
                <a:lnTo>
                  <a:pt x="247" y="250"/>
                </a:lnTo>
                <a:lnTo>
                  <a:pt x="247" y="253"/>
                </a:lnTo>
                <a:lnTo>
                  <a:pt x="247" y="259"/>
                </a:lnTo>
                <a:lnTo>
                  <a:pt x="247" y="267"/>
                </a:lnTo>
                <a:lnTo>
                  <a:pt x="247" y="273"/>
                </a:lnTo>
                <a:lnTo>
                  <a:pt x="248" y="279"/>
                </a:lnTo>
                <a:lnTo>
                  <a:pt x="249" y="282"/>
                </a:lnTo>
                <a:lnTo>
                  <a:pt x="250" y="283"/>
                </a:lnTo>
                <a:lnTo>
                  <a:pt x="250" y="285"/>
                </a:lnTo>
                <a:lnTo>
                  <a:pt x="251" y="286"/>
                </a:lnTo>
                <a:lnTo>
                  <a:pt x="251" y="287"/>
                </a:lnTo>
                <a:lnTo>
                  <a:pt x="252" y="288"/>
                </a:lnTo>
                <a:lnTo>
                  <a:pt x="253" y="288"/>
                </a:lnTo>
                <a:lnTo>
                  <a:pt x="255" y="288"/>
                </a:lnTo>
                <a:lnTo>
                  <a:pt x="257" y="288"/>
                </a:lnTo>
                <a:lnTo>
                  <a:pt x="260" y="288"/>
                </a:lnTo>
                <a:lnTo>
                  <a:pt x="263" y="288"/>
                </a:lnTo>
                <a:lnTo>
                  <a:pt x="267" y="288"/>
                </a:lnTo>
                <a:lnTo>
                  <a:pt x="269" y="283"/>
                </a:lnTo>
                <a:lnTo>
                  <a:pt x="272" y="278"/>
                </a:lnTo>
                <a:lnTo>
                  <a:pt x="273" y="271"/>
                </a:lnTo>
                <a:lnTo>
                  <a:pt x="274" y="264"/>
                </a:lnTo>
                <a:lnTo>
                  <a:pt x="274" y="260"/>
                </a:lnTo>
                <a:lnTo>
                  <a:pt x="274" y="257"/>
                </a:lnTo>
                <a:lnTo>
                  <a:pt x="274" y="254"/>
                </a:lnTo>
                <a:lnTo>
                  <a:pt x="273" y="251"/>
                </a:lnTo>
                <a:lnTo>
                  <a:pt x="272" y="248"/>
                </a:lnTo>
                <a:lnTo>
                  <a:pt x="271" y="246"/>
                </a:lnTo>
                <a:lnTo>
                  <a:pt x="269" y="243"/>
                </a:lnTo>
                <a:lnTo>
                  <a:pt x="267" y="242"/>
                </a:lnTo>
                <a:lnTo>
                  <a:pt x="266" y="241"/>
                </a:lnTo>
                <a:lnTo>
                  <a:pt x="265" y="240"/>
                </a:lnTo>
                <a:lnTo>
                  <a:pt x="263" y="239"/>
                </a:lnTo>
                <a:lnTo>
                  <a:pt x="263" y="239"/>
                </a:lnTo>
                <a:lnTo>
                  <a:pt x="259" y="238"/>
                </a:lnTo>
                <a:lnTo>
                  <a:pt x="256" y="23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58" name="iṧḻidè">
            <a:extLst>
              <a:ext uri="{FF2B5EF4-FFF2-40B4-BE49-F238E27FC236}">
                <a16:creationId xmlns:a16="http://schemas.microsoft.com/office/drawing/2014/main" id="{AF6DB5F2-C112-4761-ACE9-6B30184067DA}"/>
              </a:ext>
            </a:extLst>
          </p:cNvPr>
          <p:cNvSpPr>
            <a:spLocks noGrp="1"/>
          </p:cNvSpPr>
          <p:nvPr/>
        </p:nvSpPr>
        <p:spPr>
          <a:xfrm>
            <a:off x="1267200" y="528480"/>
            <a:ext cx="241560" cy="333000"/>
          </a:xfrm>
          <a:custGeom>
            <a:avLst/>
            <a:gdLst>
              <a:gd name="textAreaLeft" fmla="*/ 0 w 241560"/>
              <a:gd name="textAreaRight" fmla="*/ 241920 w 241560"/>
              <a:gd name="textAreaTop" fmla="*/ 0 h 333000"/>
              <a:gd name="textAreaBottom" fmla="*/ 333360 h 333000"/>
              <a:gd name="GluePoint1X" fmla="*/ 343 w 554"/>
              <a:gd name="GluePoint1Y" fmla="*/ 23 h 763"/>
              <a:gd name="GluePoint2X" fmla="*/ 345 w 554"/>
              <a:gd name="GluePoint2Y" fmla="*/ 54 h 763"/>
              <a:gd name="GluePoint3X" fmla="*/ 339 w 554"/>
              <a:gd name="GluePoint3Y" fmla="*/ 90 h 763"/>
              <a:gd name="GluePoint4X" fmla="*/ 392 w 554"/>
              <a:gd name="GluePoint4Y" fmla="*/ 84 h 763"/>
              <a:gd name="GluePoint5X" fmla="*/ 424 w 554"/>
              <a:gd name="GluePoint5Y" fmla="*/ 58 h 763"/>
              <a:gd name="GluePoint6X" fmla="*/ 480 w 554"/>
              <a:gd name="GluePoint6Y" fmla="*/ 3 h 763"/>
              <a:gd name="GluePoint7X" fmla="*/ 527 w 554"/>
              <a:gd name="GluePoint7Y" fmla="*/ 16 h 763"/>
              <a:gd name="GluePoint8X" fmla="*/ 493 w 554"/>
              <a:gd name="GluePoint8Y" fmla="*/ 52 h 763"/>
              <a:gd name="GluePoint9X" fmla="*/ 417 w 554"/>
              <a:gd name="GluePoint9Y" fmla="*/ 94 h 763"/>
              <a:gd name="GluePoint10X" fmla="*/ 333 w 554"/>
              <a:gd name="GluePoint10Y" fmla="*/ 134 h 763"/>
              <a:gd name="GluePoint11X" fmla="*/ 307 w 554"/>
              <a:gd name="GluePoint11Y" fmla="*/ 200 h 763"/>
              <a:gd name="GluePoint12X" fmla="*/ 328 w 554"/>
              <a:gd name="GluePoint12Y" fmla="*/ 242 h 763"/>
              <a:gd name="GluePoint13X" fmla="*/ 372 w 554"/>
              <a:gd name="GluePoint13Y" fmla="*/ 207 h 763"/>
              <a:gd name="GluePoint14X" fmla="*/ 435 w 554"/>
              <a:gd name="GluePoint14Y" fmla="*/ 164 h 763"/>
              <a:gd name="GluePoint15X" fmla="*/ 475 w 554"/>
              <a:gd name="GluePoint15Y" fmla="*/ 138 h 763"/>
              <a:gd name="GluePoint16X" fmla="*/ 519 w 554"/>
              <a:gd name="GluePoint16Y" fmla="*/ 155 h 763"/>
              <a:gd name="GluePoint17X" fmla="*/ 526 w 554"/>
              <a:gd name="GluePoint17Y" fmla="*/ 186 h 763"/>
              <a:gd name="GluePoint18X" fmla="*/ 460 w 554"/>
              <a:gd name="GluePoint18Y" fmla="*/ 211 h 763"/>
              <a:gd name="GluePoint19X" fmla="*/ 383 w 554"/>
              <a:gd name="GluePoint19Y" fmla="*/ 273 h 763"/>
              <a:gd name="GluePoint20X" fmla="*/ 363 w 554"/>
              <a:gd name="GluePoint20Y" fmla="*/ 342 h 763"/>
              <a:gd name="GluePoint21X" fmla="*/ 435 w 554"/>
              <a:gd name="GluePoint21Y" fmla="*/ 318 h 763"/>
              <a:gd name="GluePoint22X" fmla="*/ 511 w 554"/>
              <a:gd name="GluePoint22Y" fmla="*/ 278 h 763"/>
              <a:gd name="GluePoint23X" fmla="*/ 542 w 554"/>
              <a:gd name="GluePoint23Y" fmla="*/ 305 h 763"/>
              <a:gd name="GluePoint24X" fmla="*/ 472 w 554"/>
              <a:gd name="GluePoint24Y" fmla="*/ 329 h 763"/>
              <a:gd name="GluePoint25X" fmla="*/ 362 w 554"/>
              <a:gd name="GluePoint25Y" fmla="*/ 371 h 763"/>
              <a:gd name="GluePoint26X" fmla="*/ 337 w 554"/>
              <a:gd name="GluePoint26Y" fmla="*/ 461 h 763"/>
              <a:gd name="GluePoint27X" fmla="*/ 401 w 554"/>
              <a:gd name="GluePoint27Y" fmla="*/ 480 h 763"/>
              <a:gd name="GluePoint28X" fmla="*/ 381 w 554"/>
              <a:gd name="GluePoint28Y" fmla="*/ 527 h 763"/>
              <a:gd name="GluePoint29X" fmla="*/ 337 w 554"/>
              <a:gd name="GluePoint29Y" fmla="*/ 571 h 763"/>
              <a:gd name="GluePoint30X" fmla="*/ 343 w 554"/>
              <a:gd name="GluePoint30Y" fmla="*/ 648 h 763"/>
              <a:gd name="GluePoint31X" fmla="*/ 342 w 554"/>
              <a:gd name="GluePoint31Y" fmla="*/ 730 h 763"/>
              <a:gd name="GluePoint32X" fmla="*/ 315 w 554"/>
              <a:gd name="GluePoint32Y" fmla="*/ 757 h 763"/>
              <a:gd name="GluePoint33X" fmla="*/ 274 w 554"/>
              <a:gd name="GluePoint33Y" fmla="*/ 705 h 763"/>
              <a:gd name="GluePoint34X" fmla="*/ 296 w 554"/>
              <a:gd name="GluePoint34Y" fmla="*/ 659 h 763"/>
              <a:gd name="GluePoint35X" fmla="*/ 287 w 554"/>
              <a:gd name="GluePoint35Y" fmla="*/ 569 h 763"/>
              <a:gd name="GluePoint36X" fmla="*/ 244 w 554"/>
              <a:gd name="GluePoint36Y" fmla="*/ 604 h 763"/>
              <a:gd name="GluePoint37X" fmla="*/ 194 w 554"/>
              <a:gd name="GluePoint37Y" fmla="*/ 575 h 763"/>
              <a:gd name="GluePoint38X" fmla="*/ 264 w 554"/>
              <a:gd name="GluePoint38Y" fmla="*/ 522 h 763"/>
              <a:gd name="GluePoint39X" fmla="*/ 307 w 554"/>
              <a:gd name="GluePoint39Y" fmla="*/ 479 h 763"/>
              <a:gd name="GluePoint40X" fmla="*/ 307 w 554"/>
              <a:gd name="GluePoint40Y" fmla="*/ 394 h 763"/>
              <a:gd name="GluePoint41X" fmla="*/ 262 w 554"/>
              <a:gd name="GluePoint41Y" fmla="*/ 410 h 763"/>
              <a:gd name="GluePoint42X" fmla="*/ 227 w 554"/>
              <a:gd name="GluePoint42Y" fmla="*/ 430 h 763"/>
              <a:gd name="GluePoint43X" fmla="*/ 146 w 554"/>
              <a:gd name="GluePoint43Y" fmla="*/ 486 h 763"/>
              <a:gd name="GluePoint44X" fmla="*/ 106 w 554"/>
              <a:gd name="GluePoint44Y" fmla="*/ 535 h 763"/>
              <a:gd name="GluePoint45X" fmla="*/ 44 w 554"/>
              <a:gd name="GluePoint45Y" fmla="*/ 559 h 763"/>
              <a:gd name="GluePoint46X" fmla="*/ 1 w 554"/>
              <a:gd name="GluePoint46Y" fmla="*/ 526 h 763"/>
              <a:gd name="GluePoint47X" fmla="*/ 34 w 554"/>
              <a:gd name="GluePoint47Y" fmla="*/ 505 h 763"/>
              <a:gd name="GluePoint48X" fmla="*/ 62 w 554"/>
              <a:gd name="GluePoint48Y" fmla="*/ 488 h 763"/>
              <a:gd name="GluePoint49X" fmla="*/ 108 w 554"/>
              <a:gd name="GluePoint49Y" fmla="*/ 471 h 763"/>
              <a:gd name="GluePoint50X" fmla="*/ 160 w 554"/>
              <a:gd name="GluePoint50Y" fmla="*/ 442 h 763"/>
              <a:gd name="GluePoint51X" fmla="*/ 196 w 554"/>
              <a:gd name="GluePoint51Y" fmla="*/ 423 h 763"/>
              <a:gd name="GluePoint52X" fmla="*/ 294 w 554"/>
              <a:gd name="GluePoint52Y" fmla="*/ 376 h 763"/>
              <a:gd name="GluePoint53X" fmla="*/ 316 w 554"/>
              <a:gd name="GluePoint53Y" fmla="*/ 352 h 763"/>
              <a:gd name="GluePoint54X" fmla="*/ 309 w 554"/>
              <a:gd name="GluePoint54Y" fmla="*/ 274 h 763"/>
              <a:gd name="GluePoint55X" fmla="*/ 262 w 554"/>
              <a:gd name="GluePoint55Y" fmla="*/ 313 h 763"/>
              <a:gd name="GluePoint56X" fmla="*/ 206 w 554"/>
              <a:gd name="GluePoint56Y" fmla="*/ 336 h 763"/>
              <a:gd name="GluePoint57X" fmla="*/ 198 w 554"/>
              <a:gd name="GluePoint57Y" fmla="*/ 303 h 763"/>
              <a:gd name="GluePoint58X" fmla="*/ 263 w 554"/>
              <a:gd name="GluePoint58Y" fmla="*/ 250 h 763"/>
              <a:gd name="GluePoint59X" fmla="*/ 290 w 554"/>
              <a:gd name="GluePoint59Y" fmla="*/ 153 h 763"/>
              <a:gd name="GluePoint60X" fmla="*/ 268 w 554"/>
              <a:gd name="GluePoint60Y" fmla="*/ 129 h 763"/>
              <a:gd name="GluePoint61X" fmla="*/ 291 w 554"/>
              <a:gd name="GluePoint61Y" fmla="*/ 90 h 763"/>
              <a:gd name="GluePoint62X" fmla="*/ 288 w 554"/>
              <a:gd name="GluePoint62Y" fmla="*/ 40 h 763"/>
            </a:gdLst>
            <a:ahLst/>
            <a:cxnLst/>
            <a:rect l="textAreaLeft" t="textAreaTop" r="textAreaRight" b="textAreaBottom"/>
            <a:pathLst>
              <a:path w="554" h="763">
                <a:moveTo>
                  <a:pt x="303" y="20"/>
                </a:moveTo>
                <a:lnTo>
                  <a:pt x="306" y="20"/>
                </a:lnTo>
                <a:lnTo>
                  <a:pt x="308" y="20"/>
                </a:lnTo>
                <a:lnTo>
                  <a:pt x="308" y="18"/>
                </a:lnTo>
                <a:lnTo>
                  <a:pt x="309" y="17"/>
                </a:lnTo>
                <a:lnTo>
                  <a:pt x="310" y="14"/>
                </a:lnTo>
                <a:lnTo>
                  <a:pt x="312" y="13"/>
                </a:lnTo>
                <a:lnTo>
                  <a:pt x="314" y="12"/>
                </a:lnTo>
                <a:lnTo>
                  <a:pt x="316" y="11"/>
                </a:lnTo>
                <a:lnTo>
                  <a:pt x="319" y="10"/>
                </a:lnTo>
                <a:lnTo>
                  <a:pt x="322" y="10"/>
                </a:lnTo>
                <a:lnTo>
                  <a:pt x="326" y="10"/>
                </a:lnTo>
                <a:lnTo>
                  <a:pt x="329" y="10"/>
                </a:lnTo>
                <a:lnTo>
                  <a:pt x="335" y="15"/>
                </a:lnTo>
                <a:lnTo>
                  <a:pt x="342" y="22"/>
                </a:lnTo>
                <a:lnTo>
                  <a:pt x="343" y="23"/>
                </a:lnTo>
                <a:lnTo>
                  <a:pt x="345" y="25"/>
                </a:lnTo>
                <a:lnTo>
                  <a:pt x="346" y="26"/>
                </a:lnTo>
                <a:lnTo>
                  <a:pt x="347" y="28"/>
                </a:lnTo>
                <a:lnTo>
                  <a:pt x="347" y="30"/>
                </a:lnTo>
                <a:lnTo>
                  <a:pt x="348" y="33"/>
                </a:lnTo>
                <a:lnTo>
                  <a:pt x="347" y="34"/>
                </a:lnTo>
                <a:lnTo>
                  <a:pt x="347" y="37"/>
                </a:lnTo>
                <a:lnTo>
                  <a:pt x="347" y="39"/>
                </a:lnTo>
                <a:lnTo>
                  <a:pt x="348" y="42"/>
                </a:lnTo>
                <a:lnTo>
                  <a:pt x="348" y="44"/>
                </a:lnTo>
                <a:lnTo>
                  <a:pt x="347" y="46"/>
                </a:lnTo>
                <a:lnTo>
                  <a:pt x="347" y="48"/>
                </a:lnTo>
                <a:lnTo>
                  <a:pt x="347" y="50"/>
                </a:lnTo>
                <a:lnTo>
                  <a:pt x="346" y="51"/>
                </a:lnTo>
                <a:lnTo>
                  <a:pt x="345" y="52"/>
                </a:lnTo>
                <a:lnTo>
                  <a:pt x="345" y="54"/>
                </a:lnTo>
                <a:lnTo>
                  <a:pt x="345" y="54"/>
                </a:lnTo>
                <a:lnTo>
                  <a:pt x="345" y="55"/>
                </a:lnTo>
                <a:lnTo>
                  <a:pt x="345" y="57"/>
                </a:lnTo>
                <a:lnTo>
                  <a:pt x="345" y="58"/>
                </a:lnTo>
                <a:lnTo>
                  <a:pt x="346" y="61"/>
                </a:lnTo>
                <a:lnTo>
                  <a:pt x="346" y="63"/>
                </a:lnTo>
                <a:lnTo>
                  <a:pt x="347" y="66"/>
                </a:lnTo>
                <a:lnTo>
                  <a:pt x="346" y="67"/>
                </a:lnTo>
                <a:lnTo>
                  <a:pt x="346" y="70"/>
                </a:lnTo>
                <a:lnTo>
                  <a:pt x="345" y="71"/>
                </a:lnTo>
                <a:lnTo>
                  <a:pt x="344" y="74"/>
                </a:lnTo>
                <a:lnTo>
                  <a:pt x="343" y="77"/>
                </a:lnTo>
                <a:lnTo>
                  <a:pt x="340" y="80"/>
                </a:lnTo>
                <a:lnTo>
                  <a:pt x="340" y="83"/>
                </a:lnTo>
                <a:lnTo>
                  <a:pt x="339" y="86"/>
                </a:lnTo>
                <a:lnTo>
                  <a:pt x="339" y="90"/>
                </a:lnTo>
                <a:lnTo>
                  <a:pt x="339" y="94"/>
                </a:lnTo>
                <a:lnTo>
                  <a:pt x="340" y="101"/>
                </a:lnTo>
                <a:lnTo>
                  <a:pt x="340" y="106"/>
                </a:lnTo>
                <a:lnTo>
                  <a:pt x="343" y="106"/>
                </a:lnTo>
                <a:lnTo>
                  <a:pt x="347" y="106"/>
                </a:lnTo>
                <a:lnTo>
                  <a:pt x="350" y="106"/>
                </a:lnTo>
                <a:lnTo>
                  <a:pt x="352" y="106"/>
                </a:lnTo>
                <a:lnTo>
                  <a:pt x="357" y="102"/>
                </a:lnTo>
                <a:lnTo>
                  <a:pt x="366" y="96"/>
                </a:lnTo>
                <a:lnTo>
                  <a:pt x="375" y="90"/>
                </a:lnTo>
                <a:lnTo>
                  <a:pt x="380" y="87"/>
                </a:lnTo>
                <a:lnTo>
                  <a:pt x="383" y="86"/>
                </a:lnTo>
                <a:lnTo>
                  <a:pt x="387" y="86"/>
                </a:lnTo>
                <a:lnTo>
                  <a:pt x="389" y="85"/>
                </a:lnTo>
                <a:lnTo>
                  <a:pt x="391" y="85"/>
                </a:lnTo>
                <a:lnTo>
                  <a:pt x="392" y="84"/>
                </a:lnTo>
                <a:lnTo>
                  <a:pt x="394" y="83"/>
                </a:lnTo>
                <a:lnTo>
                  <a:pt x="396" y="81"/>
                </a:lnTo>
                <a:lnTo>
                  <a:pt x="398" y="79"/>
                </a:lnTo>
                <a:lnTo>
                  <a:pt x="399" y="77"/>
                </a:lnTo>
                <a:lnTo>
                  <a:pt x="401" y="74"/>
                </a:lnTo>
                <a:lnTo>
                  <a:pt x="403" y="72"/>
                </a:lnTo>
                <a:lnTo>
                  <a:pt x="404" y="70"/>
                </a:lnTo>
                <a:lnTo>
                  <a:pt x="407" y="68"/>
                </a:lnTo>
                <a:lnTo>
                  <a:pt x="408" y="66"/>
                </a:lnTo>
                <a:lnTo>
                  <a:pt x="411" y="64"/>
                </a:lnTo>
                <a:lnTo>
                  <a:pt x="415" y="63"/>
                </a:lnTo>
                <a:lnTo>
                  <a:pt x="417" y="62"/>
                </a:lnTo>
                <a:lnTo>
                  <a:pt x="419" y="62"/>
                </a:lnTo>
                <a:lnTo>
                  <a:pt x="420" y="61"/>
                </a:lnTo>
                <a:lnTo>
                  <a:pt x="422" y="60"/>
                </a:lnTo>
                <a:lnTo>
                  <a:pt x="424" y="58"/>
                </a:lnTo>
                <a:lnTo>
                  <a:pt x="427" y="55"/>
                </a:lnTo>
                <a:lnTo>
                  <a:pt x="428" y="53"/>
                </a:lnTo>
                <a:lnTo>
                  <a:pt x="431" y="50"/>
                </a:lnTo>
                <a:lnTo>
                  <a:pt x="434" y="46"/>
                </a:lnTo>
                <a:lnTo>
                  <a:pt x="439" y="41"/>
                </a:lnTo>
                <a:lnTo>
                  <a:pt x="443" y="38"/>
                </a:lnTo>
                <a:lnTo>
                  <a:pt x="447" y="37"/>
                </a:lnTo>
                <a:lnTo>
                  <a:pt x="451" y="33"/>
                </a:lnTo>
                <a:lnTo>
                  <a:pt x="455" y="29"/>
                </a:lnTo>
                <a:lnTo>
                  <a:pt x="459" y="24"/>
                </a:lnTo>
                <a:lnTo>
                  <a:pt x="463" y="20"/>
                </a:lnTo>
                <a:lnTo>
                  <a:pt x="466" y="15"/>
                </a:lnTo>
                <a:lnTo>
                  <a:pt x="470" y="11"/>
                </a:lnTo>
                <a:lnTo>
                  <a:pt x="474" y="7"/>
                </a:lnTo>
                <a:lnTo>
                  <a:pt x="478" y="4"/>
                </a:lnTo>
                <a:lnTo>
                  <a:pt x="480" y="3"/>
                </a:lnTo>
                <a:lnTo>
                  <a:pt x="483" y="2"/>
                </a:lnTo>
                <a:lnTo>
                  <a:pt x="486" y="1"/>
                </a:lnTo>
                <a:lnTo>
                  <a:pt x="488" y="0"/>
                </a:lnTo>
                <a:lnTo>
                  <a:pt x="491" y="0"/>
                </a:lnTo>
                <a:lnTo>
                  <a:pt x="493" y="0"/>
                </a:lnTo>
                <a:lnTo>
                  <a:pt x="496" y="0"/>
                </a:lnTo>
                <a:lnTo>
                  <a:pt x="499" y="1"/>
                </a:lnTo>
                <a:lnTo>
                  <a:pt x="503" y="2"/>
                </a:lnTo>
                <a:lnTo>
                  <a:pt x="508" y="5"/>
                </a:lnTo>
                <a:lnTo>
                  <a:pt x="513" y="8"/>
                </a:lnTo>
                <a:lnTo>
                  <a:pt x="517" y="10"/>
                </a:lnTo>
                <a:lnTo>
                  <a:pt x="520" y="13"/>
                </a:lnTo>
                <a:lnTo>
                  <a:pt x="523" y="14"/>
                </a:lnTo>
                <a:lnTo>
                  <a:pt x="525" y="14"/>
                </a:lnTo>
                <a:lnTo>
                  <a:pt x="526" y="15"/>
                </a:lnTo>
                <a:lnTo>
                  <a:pt x="527" y="16"/>
                </a:lnTo>
                <a:lnTo>
                  <a:pt x="528" y="18"/>
                </a:lnTo>
                <a:lnTo>
                  <a:pt x="529" y="19"/>
                </a:lnTo>
                <a:lnTo>
                  <a:pt x="530" y="21"/>
                </a:lnTo>
                <a:lnTo>
                  <a:pt x="530" y="22"/>
                </a:lnTo>
                <a:lnTo>
                  <a:pt x="530" y="24"/>
                </a:lnTo>
                <a:lnTo>
                  <a:pt x="529" y="26"/>
                </a:lnTo>
                <a:lnTo>
                  <a:pt x="529" y="27"/>
                </a:lnTo>
                <a:lnTo>
                  <a:pt x="527" y="29"/>
                </a:lnTo>
                <a:lnTo>
                  <a:pt x="527" y="30"/>
                </a:lnTo>
                <a:lnTo>
                  <a:pt x="525" y="33"/>
                </a:lnTo>
                <a:lnTo>
                  <a:pt x="522" y="36"/>
                </a:lnTo>
                <a:lnTo>
                  <a:pt x="519" y="38"/>
                </a:lnTo>
                <a:lnTo>
                  <a:pt x="515" y="41"/>
                </a:lnTo>
                <a:lnTo>
                  <a:pt x="507" y="46"/>
                </a:lnTo>
                <a:lnTo>
                  <a:pt x="499" y="49"/>
                </a:lnTo>
                <a:lnTo>
                  <a:pt x="493" y="52"/>
                </a:lnTo>
                <a:lnTo>
                  <a:pt x="488" y="54"/>
                </a:lnTo>
                <a:lnTo>
                  <a:pt x="481" y="59"/>
                </a:lnTo>
                <a:lnTo>
                  <a:pt x="474" y="64"/>
                </a:lnTo>
                <a:lnTo>
                  <a:pt x="467" y="69"/>
                </a:lnTo>
                <a:lnTo>
                  <a:pt x="459" y="74"/>
                </a:lnTo>
                <a:lnTo>
                  <a:pt x="457" y="77"/>
                </a:lnTo>
                <a:lnTo>
                  <a:pt x="454" y="80"/>
                </a:lnTo>
                <a:lnTo>
                  <a:pt x="450" y="82"/>
                </a:lnTo>
                <a:lnTo>
                  <a:pt x="446" y="83"/>
                </a:lnTo>
                <a:lnTo>
                  <a:pt x="441" y="85"/>
                </a:lnTo>
                <a:lnTo>
                  <a:pt x="437" y="86"/>
                </a:lnTo>
                <a:lnTo>
                  <a:pt x="432" y="87"/>
                </a:lnTo>
                <a:lnTo>
                  <a:pt x="427" y="89"/>
                </a:lnTo>
                <a:lnTo>
                  <a:pt x="423" y="90"/>
                </a:lnTo>
                <a:lnTo>
                  <a:pt x="420" y="92"/>
                </a:lnTo>
                <a:lnTo>
                  <a:pt x="417" y="94"/>
                </a:lnTo>
                <a:lnTo>
                  <a:pt x="415" y="97"/>
                </a:lnTo>
                <a:lnTo>
                  <a:pt x="411" y="99"/>
                </a:lnTo>
                <a:lnTo>
                  <a:pt x="408" y="102"/>
                </a:lnTo>
                <a:lnTo>
                  <a:pt x="405" y="102"/>
                </a:lnTo>
                <a:lnTo>
                  <a:pt x="402" y="102"/>
                </a:lnTo>
                <a:lnTo>
                  <a:pt x="398" y="103"/>
                </a:lnTo>
                <a:lnTo>
                  <a:pt x="395" y="104"/>
                </a:lnTo>
                <a:lnTo>
                  <a:pt x="387" y="108"/>
                </a:lnTo>
                <a:lnTo>
                  <a:pt x="379" y="113"/>
                </a:lnTo>
                <a:lnTo>
                  <a:pt x="371" y="117"/>
                </a:lnTo>
                <a:lnTo>
                  <a:pt x="363" y="122"/>
                </a:lnTo>
                <a:lnTo>
                  <a:pt x="355" y="126"/>
                </a:lnTo>
                <a:lnTo>
                  <a:pt x="347" y="130"/>
                </a:lnTo>
                <a:lnTo>
                  <a:pt x="343" y="131"/>
                </a:lnTo>
                <a:lnTo>
                  <a:pt x="338" y="132"/>
                </a:lnTo>
                <a:lnTo>
                  <a:pt x="333" y="134"/>
                </a:lnTo>
                <a:lnTo>
                  <a:pt x="327" y="134"/>
                </a:lnTo>
                <a:lnTo>
                  <a:pt x="325" y="142"/>
                </a:lnTo>
                <a:lnTo>
                  <a:pt x="322" y="149"/>
                </a:lnTo>
                <a:lnTo>
                  <a:pt x="318" y="155"/>
                </a:lnTo>
                <a:lnTo>
                  <a:pt x="315" y="162"/>
                </a:lnTo>
                <a:lnTo>
                  <a:pt x="314" y="163"/>
                </a:lnTo>
                <a:lnTo>
                  <a:pt x="314" y="166"/>
                </a:lnTo>
                <a:lnTo>
                  <a:pt x="313" y="169"/>
                </a:lnTo>
                <a:lnTo>
                  <a:pt x="312" y="173"/>
                </a:lnTo>
                <a:lnTo>
                  <a:pt x="312" y="176"/>
                </a:lnTo>
                <a:lnTo>
                  <a:pt x="310" y="180"/>
                </a:lnTo>
                <a:lnTo>
                  <a:pt x="310" y="184"/>
                </a:lnTo>
                <a:lnTo>
                  <a:pt x="308" y="187"/>
                </a:lnTo>
                <a:lnTo>
                  <a:pt x="307" y="191"/>
                </a:lnTo>
                <a:lnTo>
                  <a:pt x="307" y="195"/>
                </a:lnTo>
                <a:lnTo>
                  <a:pt x="307" y="200"/>
                </a:lnTo>
                <a:lnTo>
                  <a:pt x="307" y="203"/>
                </a:lnTo>
                <a:lnTo>
                  <a:pt x="305" y="209"/>
                </a:lnTo>
                <a:lnTo>
                  <a:pt x="303" y="214"/>
                </a:lnTo>
                <a:lnTo>
                  <a:pt x="302" y="219"/>
                </a:lnTo>
                <a:lnTo>
                  <a:pt x="301" y="224"/>
                </a:lnTo>
                <a:lnTo>
                  <a:pt x="299" y="230"/>
                </a:lnTo>
                <a:lnTo>
                  <a:pt x="299" y="237"/>
                </a:lnTo>
                <a:lnTo>
                  <a:pt x="298" y="242"/>
                </a:lnTo>
                <a:lnTo>
                  <a:pt x="299" y="250"/>
                </a:lnTo>
                <a:lnTo>
                  <a:pt x="301" y="250"/>
                </a:lnTo>
                <a:lnTo>
                  <a:pt x="302" y="251"/>
                </a:lnTo>
                <a:lnTo>
                  <a:pt x="304" y="251"/>
                </a:lnTo>
                <a:lnTo>
                  <a:pt x="307" y="251"/>
                </a:lnTo>
                <a:lnTo>
                  <a:pt x="316" y="248"/>
                </a:lnTo>
                <a:lnTo>
                  <a:pt x="324" y="244"/>
                </a:lnTo>
                <a:lnTo>
                  <a:pt x="328" y="242"/>
                </a:lnTo>
                <a:lnTo>
                  <a:pt x="331" y="240"/>
                </a:lnTo>
                <a:lnTo>
                  <a:pt x="335" y="238"/>
                </a:lnTo>
                <a:lnTo>
                  <a:pt x="338" y="236"/>
                </a:lnTo>
                <a:lnTo>
                  <a:pt x="341" y="233"/>
                </a:lnTo>
                <a:lnTo>
                  <a:pt x="343" y="230"/>
                </a:lnTo>
                <a:lnTo>
                  <a:pt x="346" y="227"/>
                </a:lnTo>
                <a:lnTo>
                  <a:pt x="348" y="224"/>
                </a:lnTo>
                <a:lnTo>
                  <a:pt x="351" y="221"/>
                </a:lnTo>
                <a:lnTo>
                  <a:pt x="353" y="217"/>
                </a:lnTo>
                <a:lnTo>
                  <a:pt x="355" y="213"/>
                </a:lnTo>
                <a:lnTo>
                  <a:pt x="357" y="208"/>
                </a:lnTo>
                <a:lnTo>
                  <a:pt x="360" y="208"/>
                </a:lnTo>
                <a:lnTo>
                  <a:pt x="363" y="207"/>
                </a:lnTo>
                <a:lnTo>
                  <a:pt x="364" y="206"/>
                </a:lnTo>
                <a:lnTo>
                  <a:pt x="367" y="205"/>
                </a:lnTo>
                <a:lnTo>
                  <a:pt x="372" y="207"/>
                </a:lnTo>
                <a:lnTo>
                  <a:pt x="378" y="211"/>
                </a:lnTo>
                <a:lnTo>
                  <a:pt x="381" y="213"/>
                </a:lnTo>
                <a:lnTo>
                  <a:pt x="385" y="214"/>
                </a:lnTo>
                <a:lnTo>
                  <a:pt x="387" y="214"/>
                </a:lnTo>
                <a:lnTo>
                  <a:pt x="389" y="214"/>
                </a:lnTo>
                <a:lnTo>
                  <a:pt x="391" y="213"/>
                </a:lnTo>
                <a:lnTo>
                  <a:pt x="394" y="213"/>
                </a:lnTo>
                <a:lnTo>
                  <a:pt x="395" y="211"/>
                </a:lnTo>
                <a:lnTo>
                  <a:pt x="398" y="210"/>
                </a:lnTo>
                <a:lnTo>
                  <a:pt x="400" y="207"/>
                </a:lnTo>
                <a:lnTo>
                  <a:pt x="403" y="204"/>
                </a:lnTo>
                <a:lnTo>
                  <a:pt x="410" y="197"/>
                </a:lnTo>
                <a:lnTo>
                  <a:pt x="417" y="188"/>
                </a:lnTo>
                <a:lnTo>
                  <a:pt x="424" y="179"/>
                </a:lnTo>
                <a:lnTo>
                  <a:pt x="431" y="170"/>
                </a:lnTo>
                <a:lnTo>
                  <a:pt x="435" y="164"/>
                </a:lnTo>
                <a:lnTo>
                  <a:pt x="439" y="159"/>
                </a:lnTo>
                <a:lnTo>
                  <a:pt x="442" y="150"/>
                </a:lnTo>
                <a:lnTo>
                  <a:pt x="444" y="141"/>
                </a:lnTo>
                <a:lnTo>
                  <a:pt x="446" y="137"/>
                </a:lnTo>
                <a:lnTo>
                  <a:pt x="447" y="134"/>
                </a:lnTo>
                <a:lnTo>
                  <a:pt x="448" y="131"/>
                </a:lnTo>
                <a:lnTo>
                  <a:pt x="450" y="130"/>
                </a:lnTo>
                <a:lnTo>
                  <a:pt x="451" y="128"/>
                </a:lnTo>
                <a:lnTo>
                  <a:pt x="454" y="126"/>
                </a:lnTo>
                <a:lnTo>
                  <a:pt x="457" y="127"/>
                </a:lnTo>
                <a:lnTo>
                  <a:pt x="461" y="127"/>
                </a:lnTo>
                <a:lnTo>
                  <a:pt x="465" y="128"/>
                </a:lnTo>
                <a:lnTo>
                  <a:pt x="469" y="129"/>
                </a:lnTo>
                <a:lnTo>
                  <a:pt x="471" y="132"/>
                </a:lnTo>
                <a:lnTo>
                  <a:pt x="473" y="134"/>
                </a:lnTo>
                <a:lnTo>
                  <a:pt x="475" y="138"/>
                </a:lnTo>
                <a:lnTo>
                  <a:pt x="478" y="140"/>
                </a:lnTo>
                <a:lnTo>
                  <a:pt x="478" y="144"/>
                </a:lnTo>
                <a:lnTo>
                  <a:pt x="479" y="147"/>
                </a:lnTo>
                <a:lnTo>
                  <a:pt x="479" y="151"/>
                </a:lnTo>
                <a:lnTo>
                  <a:pt x="478" y="155"/>
                </a:lnTo>
                <a:lnTo>
                  <a:pt x="478" y="162"/>
                </a:lnTo>
                <a:lnTo>
                  <a:pt x="478" y="168"/>
                </a:lnTo>
                <a:lnTo>
                  <a:pt x="480" y="169"/>
                </a:lnTo>
                <a:lnTo>
                  <a:pt x="483" y="170"/>
                </a:lnTo>
                <a:lnTo>
                  <a:pt x="486" y="168"/>
                </a:lnTo>
                <a:lnTo>
                  <a:pt x="491" y="166"/>
                </a:lnTo>
                <a:lnTo>
                  <a:pt x="498" y="162"/>
                </a:lnTo>
                <a:lnTo>
                  <a:pt x="506" y="159"/>
                </a:lnTo>
                <a:lnTo>
                  <a:pt x="511" y="158"/>
                </a:lnTo>
                <a:lnTo>
                  <a:pt x="515" y="156"/>
                </a:lnTo>
                <a:lnTo>
                  <a:pt x="519" y="155"/>
                </a:lnTo>
                <a:lnTo>
                  <a:pt x="523" y="154"/>
                </a:lnTo>
                <a:lnTo>
                  <a:pt x="527" y="154"/>
                </a:lnTo>
                <a:lnTo>
                  <a:pt x="531" y="154"/>
                </a:lnTo>
                <a:lnTo>
                  <a:pt x="535" y="154"/>
                </a:lnTo>
                <a:lnTo>
                  <a:pt x="537" y="155"/>
                </a:lnTo>
                <a:lnTo>
                  <a:pt x="539" y="156"/>
                </a:lnTo>
                <a:lnTo>
                  <a:pt x="542" y="158"/>
                </a:lnTo>
                <a:lnTo>
                  <a:pt x="544" y="159"/>
                </a:lnTo>
                <a:lnTo>
                  <a:pt x="547" y="162"/>
                </a:lnTo>
                <a:lnTo>
                  <a:pt x="548" y="164"/>
                </a:lnTo>
                <a:lnTo>
                  <a:pt x="550" y="166"/>
                </a:lnTo>
                <a:lnTo>
                  <a:pt x="551" y="170"/>
                </a:lnTo>
                <a:lnTo>
                  <a:pt x="551" y="174"/>
                </a:lnTo>
                <a:lnTo>
                  <a:pt x="542" y="178"/>
                </a:lnTo>
                <a:lnTo>
                  <a:pt x="531" y="183"/>
                </a:lnTo>
                <a:lnTo>
                  <a:pt x="526" y="186"/>
                </a:lnTo>
                <a:lnTo>
                  <a:pt x="521" y="189"/>
                </a:lnTo>
                <a:lnTo>
                  <a:pt x="516" y="191"/>
                </a:lnTo>
                <a:lnTo>
                  <a:pt x="512" y="194"/>
                </a:lnTo>
                <a:lnTo>
                  <a:pt x="511" y="195"/>
                </a:lnTo>
                <a:lnTo>
                  <a:pt x="509" y="196"/>
                </a:lnTo>
                <a:lnTo>
                  <a:pt x="507" y="196"/>
                </a:lnTo>
                <a:lnTo>
                  <a:pt x="504" y="196"/>
                </a:lnTo>
                <a:lnTo>
                  <a:pt x="502" y="195"/>
                </a:lnTo>
                <a:lnTo>
                  <a:pt x="499" y="195"/>
                </a:lnTo>
                <a:lnTo>
                  <a:pt x="498" y="196"/>
                </a:lnTo>
                <a:lnTo>
                  <a:pt x="495" y="196"/>
                </a:lnTo>
                <a:lnTo>
                  <a:pt x="488" y="200"/>
                </a:lnTo>
                <a:lnTo>
                  <a:pt x="479" y="203"/>
                </a:lnTo>
                <a:lnTo>
                  <a:pt x="471" y="207"/>
                </a:lnTo>
                <a:lnTo>
                  <a:pt x="464" y="210"/>
                </a:lnTo>
                <a:lnTo>
                  <a:pt x="460" y="211"/>
                </a:lnTo>
                <a:lnTo>
                  <a:pt x="455" y="212"/>
                </a:lnTo>
                <a:lnTo>
                  <a:pt x="451" y="213"/>
                </a:lnTo>
                <a:lnTo>
                  <a:pt x="446" y="213"/>
                </a:lnTo>
                <a:lnTo>
                  <a:pt x="439" y="215"/>
                </a:lnTo>
                <a:lnTo>
                  <a:pt x="431" y="219"/>
                </a:lnTo>
                <a:lnTo>
                  <a:pt x="427" y="221"/>
                </a:lnTo>
                <a:lnTo>
                  <a:pt x="423" y="223"/>
                </a:lnTo>
                <a:lnTo>
                  <a:pt x="419" y="225"/>
                </a:lnTo>
                <a:lnTo>
                  <a:pt x="417" y="226"/>
                </a:lnTo>
                <a:lnTo>
                  <a:pt x="413" y="230"/>
                </a:lnTo>
                <a:lnTo>
                  <a:pt x="409" y="234"/>
                </a:lnTo>
                <a:lnTo>
                  <a:pt x="405" y="238"/>
                </a:lnTo>
                <a:lnTo>
                  <a:pt x="402" y="243"/>
                </a:lnTo>
                <a:lnTo>
                  <a:pt x="395" y="253"/>
                </a:lnTo>
                <a:lnTo>
                  <a:pt x="389" y="263"/>
                </a:lnTo>
                <a:lnTo>
                  <a:pt x="383" y="273"/>
                </a:lnTo>
                <a:lnTo>
                  <a:pt x="378" y="282"/>
                </a:lnTo>
                <a:lnTo>
                  <a:pt x="375" y="287"/>
                </a:lnTo>
                <a:lnTo>
                  <a:pt x="371" y="291"/>
                </a:lnTo>
                <a:lnTo>
                  <a:pt x="368" y="295"/>
                </a:lnTo>
                <a:lnTo>
                  <a:pt x="364" y="298"/>
                </a:lnTo>
                <a:lnTo>
                  <a:pt x="363" y="303"/>
                </a:lnTo>
                <a:lnTo>
                  <a:pt x="363" y="309"/>
                </a:lnTo>
                <a:lnTo>
                  <a:pt x="362" y="314"/>
                </a:lnTo>
                <a:lnTo>
                  <a:pt x="361" y="320"/>
                </a:lnTo>
                <a:lnTo>
                  <a:pt x="359" y="326"/>
                </a:lnTo>
                <a:lnTo>
                  <a:pt x="359" y="332"/>
                </a:lnTo>
                <a:lnTo>
                  <a:pt x="359" y="334"/>
                </a:lnTo>
                <a:lnTo>
                  <a:pt x="359" y="337"/>
                </a:lnTo>
                <a:lnTo>
                  <a:pt x="359" y="338"/>
                </a:lnTo>
                <a:lnTo>
                  <a:pt x="360" y="340"/>
                </a:lnTo>
                <a:lnTo>
                  <a:pt x="363" y="342"/>
                </a:lnTo>
                <a:lnTo>
                  <a:pt x="364" y="345"/>
                </a:lnTo>
                <a:lnTo>
                  <a:pt x="367" y="345"/>
                </a:lnTo>
                <a:lnTo>
                  <a:pt x="371" y="344"/>
                </a:lnTo>
                <a:lnTo>
                  <a:pt x="374" y="343"/>
                </a:lnTo>
                <a:lnTo>
                  <a:pt x="378" y="342"/>
                </a:lnTo>
                <a:lnTo>
                  <a:pt x="383" y="340"/>
                </a:lnTo>
                <a:lnTo>
                  <a:pt x="390" y="337"/>
                </a:lnTo>
                <a:lnTo>
                  <a:pt x="401" y="330"/>
                </a:lnTo>
                <a:lnTo>
                  <a:pt x="411" y="324"/>
                </a:lnTo>
                <a:lnTo>
                  <a:pt x="415" y="322"/>
                </a:lnTo>
                <a:lnTo>
                  <a:pt x="418" y="322"/>
                </a:lnTo>
                <a:lnTo>
                  <a:pt x="422" y="321"/>
                </a:lnTo>
                <a:lnTo>
                  <a:pt x="425" y="320"/>
                </a:lnTo>
                <a:lnTo>
                  <a:pt x="428" y="320"/>
                </a:lnTo>
                <a:lnTo>
                  <a:pt x="431" y="318"/>
                </a:lnTo>
                <a:lnTo>
                  <a:pt x="435" y="318"/>
                </a:lnTo>
                <a:lnTo>
                  <a:pt x="439" y="316"/>
                </a:lnTo>
                <a:lnTo>
                  <a:pt x="442" y="314"/>
                </a:lnTo>
                <a:lnTo>
                  <a:pt x="446" y="312"/>
                </a:lnTo>
                <a:lnTo>
                  <a:pt x="450" y="310"/>
                </a:lnTo>
                <a:lnTo>
                  <a:pt x="454" y="308"/>
                </a:lnTo>
                <a:lnTo>
                  <a:pt x="457" y="307"/>
                </a:lnTo>
                <a:lnTo>
                  <a:pt x="461" y="306"/>
                </a:lnTo>
                <a:lnTo>
                  <a:pt x="464" y="306"/>
                </a:lnTo>
                <a:lnTo>
                  <a:pt x="468" y="306"/>
                </a:lnTo>
                <a:lnTo>
                  <a:pt x="478" y="299"/>
                </a:lnTo>
                <a:lnTo>
                  <a:pt x="487" y="293"/>
                </a:lnTo>
                <a:lnTo>
                  <a:pt x="498" y="286"/>
                </a:lnTo>
                <a:lnTo>
                  <a:pt x="507" y="279"/>
                </a:lnTo>
                <a:lnTo>
                  <a:pt x="508" y="279"/>
                </a:lnTo>
                <a:lnTo>
                  <a:pt x="510" y="278"/>
                </a:lnTo>
                <a:lnTo>
                  <a:pt x="511" y="278"/>
                </a:lnTo>
                <a:lnTo>
                  <a:pt x="514" y="278"/>
                </a:lnTo>
                <a:lnTo>
                  <a:pt x="519" y="278"/>
                </a:lnTo>
                <a:lnTo>
                  <a:pt x="523" y="278"/>
                </a:lnTo>
                <a:lnTo>
                  <a:pt x="534" y="279"/>
                </a:lnTo>
                <a:lnTo>
                  <a:pt x="543" y="279"/>
                </a:lnTo>
                <a:lnTo>
                  <a:pt x="543" y="281"/>
                </a:lnTo>
                <a:lnTo>
                  <a:pt x="544" y="282"/>
                </a:lnTo>
                <a:lnTo>
                  <a:pt x="546" y="283"/>
                </a:lnTo>
                <a:lnTo>
                  <a:pt x="547" y="285"/>
                </a:lnTo>
                <a:lnTo>
                  <a:pt x="551" y="287"/>
                </a:lnTo>
                <a:lnTo>
                  <a:pt x="554" y="289"/>
                </a:lnTo>
                <a:lnTo>
                  <a:pt x="554" y="292"/>
                </a:lnTo>
                <a:lnTo>
                  <a:pt x="554" y="296"/>
                </a:lnTo>
                <a:lnTo>
                  <a:pt x="550" y="298"/>
                </a:lnTo>
                <a:lnTo>
                  <a:pt x="546" y="302"/>
                </a:lnTo>
                <a:lnTo>
                  <a:pt x="542" y="305"/>
                </a:lnTo>
                <a:lnTo>
                  <a:pt x="538" y="308"/>
                </a:lnTo>
                <a:lnTo>
                  <a:pt x="533" y="309"/>
                </a:lnTo>
                <a:lnTo>
                  <a:pt x="528" y="310"/>
                </a:lnTo>
                <a:lnTo>
                  <a:pt x="524" y="311"/>
                </a:lnTo>
                <a:lnTo>
                  <a:pt x="519" y="312"/>
                </a:lnTo>
                <a:lnTo>
                  <a:pt x="516" y="314"/>
                </a:lnTo>
                <a:lnTo>
                  <a:pt x="513" y="315"/>
                </a:lnTo>
                <a:lnTo>
                  <a:pt x="511" y="318"/>
                </a:lnTo>
                <a:lnTo>
                  <a:pt x="508" y="319"/>
                </a:lnTo>
                <a:lnTo>
                  <a:pt x="504" y="319"/>
                </a:lnTo>
                <a:lnTo>
                  <a:pt x="501" y="319"/>
                </a:lnTo>
                <a:lnTo>
                  <a:pt x="495" y="322"/>
                </a:lnTo>
                <a:lnTo>
                  <a:pt x="488" y="324"/>
                </a:lnTo>
                <a:lnTo>
                  <a:pt x="481" y="327"/>
                </a:lnTo>
                <a:lnTo>
                  <a:pt x="475" y="329"/>
                </a:lnTo>
                <a:lnTo>
                  <a:pt x="472" y="329"/>
                </a:lnTo>
                <a:lnTo>
                  <a:pt x="470" y="329"/>
                </a:lnTo>
                <a:lnTo>
                  <a:pt x="467" y="329"/>
                </a:lnTo>
                <a:lnTo>
                  <a:pt x="464" y="329"/>
                </a:lnTo>
                <a:lnTo>
                  <a:pt x="454" y="334"/>
                </a:lnTo>
                <a:lnTo>
                  <a:pt x="443" y="341"/>
                </a:lnTo>
                <a:lnTo>
                  <a:pt x="431" y="346"/>
                </a:lnTo>
                <a:lnTo>
                  <a:pt x="420" y="351"/>
                </a:lnTo>
                <a:lnTo>
                  <a:pt x="411" y="354"/>
                </a:lnTo>
                <a:lnTo>
                  <a:pt x="402" y="357"/>
                </a:lnTo>
                <a:lnTo>
                  <a:pt x="392" y="359"/>
                </a:lnTo>
                <a:lnTo>
                  <a:pt x="383" y="362"/>
                </a:lnTo>
                <a:lnTo>
                  <a:pt x="378" y="363"/>
                </a:lnTo>
                <a:lnTo>
                  <a:pt x="374" y="365"/>
                </a:lnTo>
                <a:lnTo>
                  <a:pt x="370" y="367"/>
                </a:lnTo>
                <a:lnTo>
                  <a:pt x="365" y="368"/>
                </a:lnTo>
                <a:lnTo>
                  <a:pt x="362" y="371"/>
                </a:lnTo>
                <a:lnTo>
                  <a:pt x="358" y="373"/>
                </a:lnTo>
                <a:lnTo>
                  <a:pt x="355" y="375"/>
                </a:lnTo>
                <a:lnTo>
                  <a:pt x="352" y="379"/>
                </a:lnTo>
                <a:lnTo>
                  <a:pt x="351" y="382"/>
                </a:lnTo>
                <a:lnTo>
                  <a:pt x="349" y="385"/>
                </a:lnTo>
                <a:lnTo>
                  <a:pt x="347" y="390"/>
                </a:lnTo>
                <a:lnTo>
                  <a:pt x="346" y="395"/>
                </a:lnTo>
                <a:lnTo>
                  <a:pt x="344" y="405"/>
                </a:lnTo>
                <a:lnTo>
                  <a:pt x="343" y="416"/>
                </a:lnTo>
                <a:lnTo>
                  <a:pt x="343" y="427"/>
                </a:lnTo>
                <a:lnTo>
                  <a:pt x="341" y="439"/>
                </a:lnTo>
                <a:lnTo>
                  <a:pt x="340" y="444"/>
                </a:lnTo>
                <a:lnTo>
                  <a:pt x="339" y="449"/>
                </a:lnTo>
                <a:lnTo>
                  <a:pt x="339" y="453"/>
                </a:lnTo>
                <a:lnTo>
                  <a:pt x="337" y="457"/>
                </a:lnTo>
                <a:lnTo>
                  <a:pt x="337" y="461"/>
                </a:lnTo>
                <a:lnTo>
                  <a:pt x="337" y="465"/>
                </a:lnTo>
                <a:lnTo>
                  <a:pt x="337" y="469"/>
                </a:lnTo>
                <a:lnTo>
                  <a:pt x="336" y="473"/>
                </a:lnTo>
                <a:lnTo>
                  <a:pt x="339" y="476"/>
                </a:lnTo>
                <a:lnTo>
                  <a:pt x="340" y="479"/>
                </a:lnTo>
                <a:lnTo>
                  <a:pt x="346" y="479"/>
                </a:lnTo>
                <a:lnTo>
                  <a:pt x="353" y="479"/>
                </a:lnTo>
                <a:lnTo>
                  <a:pt x="362" y="477"/>
                </a:lnTo>
                <a:lnTo>
                  <a:pt x="371" y="476"/>
                </a:lnTo>
                <a:lnTo>
                  <a:pt x="379" y="475"/>
                </a:lnTo>
                <a:lnTo>
                  <a:pt x="387" y="475"/>
                </a:lnTo>
                <a:lnTo>
                  <a:pt x="390" y="475"/>
                </a:lnTo>
                <a:lnTo>
                  <a:pt x="393" y="475"/>
                </a:lnTo>
                <a:lnTo>
                  <a:pt x="395" y="476"/>
                </a:lnTo>
                <a:lnTo>
                  <a:pt x="397" y="477"/>
                </a:lnTo>
                <a:lnTo>
                  <a:pt x="401" y="480"/>
                </a:lnTo>
                <a:lnTo>
                  <a:pt x="405" y="483"/>
                </a:lnTo>
                <a:lnTo>
                  <a:pt x="410" y="487"/>
                </a:lnTo>
                <a:lnTo>
                  <a:pt x="415" y="490"/>
                </a:lnTo>
                <a:lnTo>
                  <a:pt x="415" y="493"/>
                </a:lnTo>
                <a:lnTo>
                  <a:pt x="415" y="495"/>
                </a:lnTo>
                <a:lnTo>
                  <a:pt x="415" y="497"/>
                </a:lnTo>
                <a:lnTo>
                  <a:pt x="414" y="499"/>
                </a:lnTo>
                <a:lnTo>
                  <a:pt x="413" y="502"/>
                </a:lnTo>
                <a:lnTo>
                  <a:pt x="412" y="503"/>
                </a:lnTo>
                <a:lnTo>
                  <a:pt x="411" y="506"/>
                </a:lnTo>
                <a:lnTo>
                  <a:pt x="410" y="507"/>
                </a:lnTo>
                <a:lnTo>
                  <a:pt x="407" y="511"/>
                </a:lnTo>
                <a:lnTo>
                  <a:pt x="404" y="513"/>
                </a:lnTo>
                <a:lnTo>
                  <a:pt x="401" y="516"/>
                </a:lnTo>
                <a:lnTo>
                  <a:pt x="397" y="519"/>
                </a:lnTo>
                <a:lnTo>
                  <a:pt x="381" y="527"/>
                </a:lnTo>
                <a:lnTo>
                  <a:pt x="367" y="535"/>
                </a:lnTo>
                <a:lnTo>
                  <a:pt x="361" y="535"/>
                </a:lnTo>
                <a:lnTo>
                  <a:pt x="357" y="535"/>
                </a:lnTo>
                <a:lnTo>
                  <a:pt x="351" y="538"/>
                </a:lnTo>
                <a:lnTo>
                  <a:pt x="345" y="541"/>
                </a:lnTo>
                <a:lnTo>
                  <a:pt x="342" y="543"/>
                </a:lnTo>
                <a:lnTo>
                  <a:pt x="339" y="544"/>
                </a:lnTo>
                <a:lnTo>
                  <a:pt x="337" y="547"/>
                </a:lnTo>
                <a:lnTo>
                  <a:pt x="335" y="549"/>
                </a:lnTo>
                <a:lnTo>
                  <a:pt x="334" y="551"/>
                </a:lnTo>
                <a:lnTo>
                  <a:pt x="334" y="553"/>
                </a:lnTo>
                <a:lnTo>
                  <a:pt x="333" y="555"/>
                </a:lnTo>
                <a:lnTo>
                  <a:pt x="334" y="557"/>
                </a:lnTo>
                <a:lnTo>
                  <a:pt x="335" y="561"/>
                </a:lnTo>
                <a:lnTo>
                  <a:pt x="335" y="566"/>
                </a:lnTo>
                <a:lnTo>
                  <a:pt x="337" y="571"/>
                </a:lnTo>
                <a:lnTo>
                  <a:pt x="337" y="575"/>
                </a:lnTo>
                <a:lnTo>
                  <a:pt x="337" y="578"/>
                </a:lnTo>
                <a:lnTo>
                  <a:pt x="337" y="581"/>
                </a:lnTo>
                <a:lnTo>
                  <a:pt x="337" y="583"/>
                </a:lnTo>
                <a:lnTo>
                  <a:pt x="336" y="586"/>
                </a:lnTo>
                <a:lnTo>
                  <a:pt x="335" y="589"/>
                </a:lnTo>
                <a:lnTo>
                  <a:pt x="335" y="591"/>
                </a:lnTo>
                <a:lnTo>
                  <a:pt x="335" y="595"/>
                </a:lnTo>
                <a:lnTo>
                  <a:pt x="335" y="597"/>
                </a:lnTo>
                <a:lnTo>
                  <a:pt x="335" y="603"/>
                </a:lnTo>
                <a:lnTo>
                  <a:pt x="335" y="609"/>
                </a:lnTo>
                <a:lnTo>
                  <a:pt x="338" y="621"/>
                </a:lnTo>
                <a:lnTo>
                  <a:pt x="340" y="631"/>
                </a:lnTo>
                <a:lnTo>
                  <a:pt x="341" y="635"/>
                </a:lnTo>
                <a:lnTo>
                  <a:pt x="342" y="641"/>
                </a:lnTo>
                <a:lnTo>
                  <a:pt x="343" y="648"/>
                </a:lnTo>
                <a:lnTo>
                  <a:pt x="343" y="655"/>
                </a:lnTo>
                <a:lnTo>
                  <a:pt x="343" y="671"/>
                </a:lnTo>
                <a:lnTo>
                  <a:pt x="343" y="680"/>
                </a:lnTo>
                <a:lnTo>
                  <a:pt x="342" y="683"/>
                </a:lnTo>
                <a:lnTo>
                  <a:pt x="342" y="687"/>
                </a:lnTo>
                <a:lnTo>
                  <a:pt x="341" y="690"/>
                </a:lnTo>
                <a:lnTo>
                  <a:pt x="340" y="693"/>
                </a:lnTo>
                <a:lnTo>
                  <a:pt x="343" y="699"/>
                </a:lnTo>
                <a:lnTo>
                  <a:pt x="343" y="704"/>
                </a:lnTo>
                <a:lnTo>
                  <a:pt x="344" y="707"/>
                </a:lnTo>
                <a:lnTo>
                  <a:pt x="344" y="710"/>
                </a:lnTo>
                <a:lnTo>
                  <a:pt x="343" y="713"/>
                </a:lnTo>
                <a:lnTo>
                  <a:pt x="343" y="716"/>
                </a:lnTo>
                <a:lnTo>
                  <a:pt x="342" y="721"/>
                </a:lnTo>
                <a:lnTo>
                  <a:pt x="342" y="726"/>
                </a:lnTo>
                <a:lnTo>
                  <a:pt x="342" y="730"/>
                </a:lnTo>
                <a:lnTo>
                  <a:pt x="342" y="735"/>
                </a:lnTo>
                <a:lnTo>
                  <a:pt x="342" y="743"/>
                </a:lnTo>
                <a:lnTo>
                  <a:pt x="342" y="750"/>
                </a:lnTo>
                <a:lnTo>
                  <a:pt x="341" y="753"/>
                </a:lnTo>
                <a:lnTo>
                  <a:pt x="340" y="755"/>
                </a:lnTo>
                <a:lnTo>
                  <a:pt x="339" y="757"/>
                </a:lnTo>
                <a:lnTo>
                  <a:pt x="339" y="758"/>
                </a:lnTo>
                <a:lnTo>
                  <a:pt x="338" y="759"/>
                </a:lnTo>
                <a:lnTo>
                  <a:pt x="337" y="759"/>
                </a:lnTo>
                <a:lnTo>
                  <a:pt x="335" y="760"/>
                </a:lnTo>
                <a:lnTo>
                  <a:pt x="334" y="761"/>
                </a:lnTo>
                <a:lnTo>
                  <a:pt x="332" y="762"/>
                </a:lnTo>
                <a:lnTo>
                  <a:pt x="330" y="762"/>
                </a:lnTo>
                <a:lnTo>
                  <a:pt x="326" y="763"/>
                </a:lnTo>
                <a:lnTo>
                  <a:pt x="319" y="763"/>
                </a:lnTo>
                <a:lnTo>
                  <a:pt x="315" y="757"/>
                </a:lnTo>
                <a:lnTo>
                  <a:pt x="312" y="751"/>
                </a:lnTo>
                <a:lnTo>
                  <a:pt x="309" y="744"/>
                </a:lnTo>
                <a:lnTo>
                  <a:pt x="306" y="736"/>
                </a:lnTo>
                <a:lnTo>
                  <a:pt x="302" y="736"/>
                </a:lnTo>
                <a:lnTo>
                  <a:pt x="299" y="736"/>
                </a:lnTo>
                <a:lnTo>
                  <a:pt x="296" y="737"/>
                </a:lnTo>
                <a:lnTo>
                  <a:pt x="292" y="737"/>
                </a:lnTo>
                <a:lnTo>
                  <a:pt x="290" y="734"/>
                </a:lnTo>
                <a:lnTo>
                  <a:pt x="290" y="730"/>
                </a:lnTo>
                <a:lnTo>
                  <a:pt x="288" y="726"/>
                </a:lnTo>
                <a:lnTo>
                  <a:pt x="287" y="723"/>
                </a:lnTo>
                <a:lnTo>
                  <a:pt x="281" y="716"/>
                </a:lnTo>
                <a:lnTo>
                  <a:pt x="276" y="711"/>
                </a:lnTo>
                <a:lnTo>
                  <a:pt x="275" y="709"/>
                </a:lnTo>
                <a:lnTo>
                  <a:pt x="274" y="707"/>
                </a:lnTo>
                <a:lnTo>
                  <a:pt x="274" y="705"/>
                </a:lnTo>
                <a:lnTo>
                  <a:pt x="273" y="703"/>
                </a:lnTo>
                <a:lnTo>
                  <a:pt x="272" y="700"/>
                </a:lnTo>
                <a:lnTo>
                  <a:pt x="272" y="697"/>
                </a:lnTo>
                <a:lnTo>
                  <a:pt x="272" y="694"/>
                </a:lnTo>
                <a:lnTo>
                  <a:pt x="271" y="690"/>
                </a:lnTo>
                <a:lnTo>
                  <a:pt x="275" y="688"/>
                </a:lnTo>
                <a:lnTo>
                  <a:pt x="278" y="686"/>
                </a:lnTo>
                <a:lnTo>
                  <a:pt x="281" y="684"/>
                </a:lnTo>
                <a:lnTo>
                  <a:pt x="283" y="682"/>
                </a:lnTo>
                <a:lnTo>
                  <a:pt x="286" y="679"/>
                </a:lnTo>
                <a:lnTo>
                  <a:pt x="288" y="676"/>
                </a:lnTo>
                <a:lnTo>
                  <a:pt x="290" y="673"/>
                </a:lnTo>
                <a:lnTo>
                  <a:pt x="292" y="670"/>
                </a:lnTo>
                <a:lnTo>
                  <a:pt x="294" y="667"/>
                </a:lnTo>
                <a:lnTo>
                  <a:pt x="295" y="663"/>
                </a:lnTo>
                <a:lnTo>
                  <a:pt x="296" y="659"/>
                </a:lnTo>
                <a:lnTo>
                  <a:pt x="298" y="656"/>
                </a:lnTo>
                <a:lnTo>
                  <a:pt x="299" y="648"/>
                </a:lnTo>
                <a:lnTo>
                  <a:pt x="301" y="640"/>
                </a:lnTo>
                <a:lnTo>
                  <a:pt x="302" y="632"/>
                </a:lnTo>
                <a:lnTo>
                  <a:pt x="302" y="623"/>
                </a:lnTo>
                <a:lnTo>
                  <a:pt x="302" y="615"/>
                </a:lnTo>
                <a:lnTo>
                  <a:pt x="302" y="606"/>
                </a:lnTo>
                <a:lnTo>
                  <a:pt x="301" y="589"/>
                </a:lnTo>
                <a:lnTo>
                  <a:pt x="299" y="572"/>
                </a:lnTo>
                <a:lnTo>
                  <a:pt x="298" y="571"/>
                </a:lnTo>
                <a:lnTo>
                  <a:pt x="296" y="571"/>
                </a:lnTo>
                <a:lnTo>
                  <a:pt x="295" y="571"/>
                </a:lnTo>
                <a:lnTo>
                  <a:pt x="292" y="570"/>
                </a:lnTo>
                <a:lnTo>
                  <a:pt x="290" y="569"/>
                </a:lnTo>
                <a:lnTo>
                  <a:pt x="289" y="569"/>
                </a:lnTo>
                <a:lnTo>
                  <a:pt x="287" y="569"/>
                </a:lnTo>
                <a:lnTo>
                  <a:pt x="286" y="569"/>
                </a:lnTo>
                <a:lnTo>
                  <a:pt x="283" y="569"/>
                </a:lnTo>
                <a:lnTo>
                  <a:pt x="282" y="569"/>
                </a:lnTo>
                <a:lnTo>
                  <a:pt x="280" y="570"/>
                </a:lnTo>
                <a:lnTo>
                  <a:pt x="278" y="571"/>
                </a:lnTo>
                <a:lnTo>
                  <a:pt x="274" y="572"/>
                </a:lnTo>
                <a:lnTo>
                  <a:pt x="270" y="575"/>
                </a:lnTo>
                <a:lnTo>
                  <a:pt x="266" y="578"/>
                </a:lnTo>
                <a:lnTo>
                  <a:pt x="262" y="581"/>
                </a:lnTo>
                <a:lnTo>
                  <a:pt x="259" y="584"/>
                </a:lnTo>
                <a:lnTo>
                  <a:pt x="256" y="588"/>
                </a:lnTo>
                <a:lnTo>
                  <a:pt x="253" y="591"/>
                </a:lnTo>
                <a:lnTo>
                  <a:pt x="250" y="595"/>
                </a:lnTo>
                <a:lnTo>
                  <a:pt x="247" y="599"/>
                </a:lnTo>
                <a:lnTo>
                  <a:pt x="246" y="602"/>
                </a:lnTo>
                <a:lnTo>
                  <a:pt x="244" y="604"/>
                </a:lnTo>
                <a:lnTo>
                  <a:pt x="243" y="607"/>
                </a:lnTo>
                <a:lnTo>
                  <a:pt x="238" y="607"/>
                </a:lnTo>
                <a:lnTo>
                  <a:pt x="234" y="607"/>
                </a:lnTo>
                <a:lnTo>
                  <a:pt x="229" y="607"/>
                </a:lnTo>
                <a:lnTo>
                  <a:pt x="225" y="607"/>
                </a:lnTo>
                <a:lnTo>
                  <a:pt x="216" y="606"/>
                </a:lnTo>
                <a:lnTo>
                  <a:pt x="206" y="605"/>
                </a:lnTo>
                <a:lnTo>
                  <a:pt x="206" y="602"/>
                </a:lnTo>
                <a:lnTo>
                  <a:pt x="204" y="599"/>
                </a:lnTo>
                <a:lnTo>
                  <a:pt x="202" y="597"/>
                </a:lnTo>
                <a:lnTo>
                  <a:pt x="200" y="595"/>
                </a:lnTo>
                <a:lnTo>
                  <a:pt x="196" y="591"/>
                </a:lnTo>
                <a:lnTo>
                  <a:pt x="192" y="587"/>
                </a:lnTo>
                <a:lnTo>
                  <a:pt x="192" y="583"/>
                </a:lnTo>
                <a:lnTo>
                  <a:pt x="193" y="579"/>
                </a:lnTo>
                <a:lnTo>
                  <a:pt x="194" y="575"/>
                </a:lnTo>
                <a:lnTo>
                  <a:pt x="194" y="571"/>
                </a:lnTo>
                <a:lnTo>
                  <a:pt x="196" y="568"/>
                </a:lnTo>
                <a:lnTo>
                  <a:pt x="198" y="565"/>
                </a:lnTo>
                <a:lnTo>
                  <a:pt x="200" y="562"/>
                </a:lnTo>
                <a:lnTo>
                  <a:pt x="202" y="559"/>
                </a:lnTo>
                <a:lnTo>
                  <a:pt x="205" y="556"/>
                </a:lnTo>
                <a:lnTo>
                  <a:pt x="207" y="554"/>
                </a:lnTo>
                <a:lnTo>
                  <a:pt x="210" y="551"/>
                </a:lnTo>
                <a:lnTo>
                  <a:pt x="214" y="548"/>
                </a:lnTo>
                <a:lnTo>
                  <a:pt x="220" y="544"/>
                </a:lnTo>
                <a:lnTo>
                  <a:pt x="226" y="539"/>
                </a:lnTo>
                <a:lnTo>
                  <a:pt x="234" y="535"/>
                </a:lnTo>
                <a:lnTo>
                  <a:pt x="242" y="532"/>
                </a:lnTo>
                <a:lnTo>
                  <a:pt x="249" y="529"/>
                </a:lnTo>
                <a:lnTo>
                  <a:pt x="257" y="526"/>
                </a:lnTo>
                <a:lnTo>
                  <a:pt x="264" y="522"/>
                </a:lnTo>
                <a:lnTo>
                  <a:pt x="270" y="519"/>
                </a:lnTo>
                <a:lnTo>
                  <a:pt x="277" y="515"/>
                </a:lnTo>
                <a:lnTo>
                  <a:pt x="282" y="511"/>
                </a:lnTo>
                <a:lnTo>
                  <a:pt x="286" y="509"/>
                </a:lnTo>
                <a:lnTo>
                  <a:pt x="290" y="507"/>
                </a:lnTo>
                <a:lnTo>
                  <a:pt x="294" y="507"/>
                </a:lnTo>
                <a:lnTo>
                  <a:pt x="297" y="506"/>
                </a:lnTo>
                <a:lnTo>
                  <a:pt x="300" y="503"/>
                </a:lnTo>
                <a:lnTo>
                  <a:pt x="303" y="502"/>
                </a:lnTo>
                <a:lnTo>
                  <a:pt x="304" y="501"/>
                </a:lnTo>
                <a:lnTo>
                  <a:pt x="306" y="499"/>
                </a:lnTo>
                <a:lnTo>
                  <a:pt x="306" y="498"/>
                </a:lnTo>
                <a:lnTo>
                  <a:pt x="308" y="495"/>
                </a:lnTo>
                <a:lnTo>
                  <a:pt x="307" y="491"/>
                </a:lnTo>
                <a:lnTo>
                  <a:pt x="307" y="485"/>
                </a:lnTo>
                <a:lnTo>
                  <a:pt x="307" y="479"/>
                </a:lnTo>
                <a:lnTo>
                  <a:pt x="307" y="475"/>
                </a:lnTo>
                <a:lnTo>
                  <a:pt x="309" y="465"/>
                </a:lnTo>
                <a:lnTo>
                  <a:pt x="310" y="453"/>
                </a:lnTo>
                <a:lnTo>
                  <a:pt x="312" y="447"/>
                </a:lnTo>
                <a:lnTo>
                  <a:pt x="312" y="439"/>
                </a:lnTo>
                <a:lnTo>
                  <a:pt x="313" y="433"/>
                </a:lnTo>
                <a:lnTo>
                  <a:pt x="314" y="426"/>
                </a:lnTo>
                <a:lnTo>
                  <a:pt x="314" y="419"/>
                </a:lnTo>
                <a:lnTo>
                  <a:pt x="314" y="413"/>
                </a:lnTo>
                <a:lnTo>
                  <a:pt x="313" y="407"/>
                </a:lnTo>
                <a:lnTo>
                  <a:pt x="312" y="403"/>
                </a:lnTo>
                <a:lnTo>
                  <a:pt x="311" y="400"/>
                </a:lnTo>
                <a:lnTo>
                  <a:pt x="310" y="398"/>
                </a:lnTo>
                <a:lnTo>
                  <a:pt x="309" y="396"/>
                </a:lnTo>
                <a:lnTo>
                  <a:pt x="308" y="395"/>
                </a:lnTo>
                <a:lnTo>
                  <a:pt x="307" y="394"/>
                </a:lnTo>
                <a:lnTo>
                  <a:pt x="305" y="392"/>
                </a:lnTo>
                <a:lnTo>
                  <a:pt x="304" y="392"/>
                </a:lnTo>
                <a:lnTo>
                  <a:pt x="302" y="391"/>
                </a:lnTo>
                <a:lnTo>
                  <a:pt x="301" y="392"/>
                </a:lnTo>
                <a:lnTo>
                  <a:pt x="299" y="393"/>
                </a:lnTo>
                <a:lnTo>
                  <a:pt x="298" y="393"/>
                </a:lnTo>
                <a:lnTo>
                  <a:pt x="296" y="393"/>
                </a:lnTo>
                <a:lnTo>
                  <a:pt x="294" y="393"/>
                </a:lnTo>
                <a:lnTo>
                  <a:pt x="293" y="393"/>
                </a:lnTo>
                <a:lnTo>
                  <a:pt x="291" y="393"/>
                </a:lnTo>
                <a:lnTo>
                  <a:pt x="290" y="394"/>
                </a:lnTo>
                <a:lnTo>
                  <a:pt x="283" y="398"/>
                </a:lnTo>
                <a:lnTo>
                  <a:pt x="278" y="402"/>
                </a:lnTo>
                <a:lnTo>
                  <a:pt x="272" y="406"/>
                </a:lnTo>
                <a:lnTo>
                  <a:pt x="266" y="410"/>
                </a:lnTo>
                <a:lnTo>
                  <a:pt x="262" y="410"/>
                </a:lnTo>
                <a:lnTo>
                  <a:pt x="257" y="410"/>
                </a:lnTo>
                <a:lnTo>
                  <a:pt x="255" y="411"/>
                </a:lnTo>
                <a:lnTo>
                  <a:pt x="254" y="411"/>
                </a:lnTo>
                <a:lnTo>
                  <a:pt x="253" y="413"/>
                </a:lnTo>
                <a:lnTo>
                  <a:pt x="252" y="415"/>
                </a:lnTo>
                <a:lnTo>
                  <a:pt x="250" y="417"/>
                </a:lnTo>
                <a:lnTo>
                  <a:pt x="248" y="419"/>
                </a:lnTo>
                <a:lnTo>
                  <a:pt x="246" y="420"/>
                </a:lnTo>
                <a:lnTo>
                  <a:pt x="244" y="422"/>
                </a:lnTo>
                <a:lnTo>
                  <a:pt x="242" y="423"/>
                </a:lnTo>
                <a:lnTo>
                  <a:pt x="239" y="423"/>
                </a:lnTo>
                <a:lnTo>
                  <a:pt x="237" y="424"/>
                </a:lnTo>
                <a:lnTo>
                  <a:pt x="234" y="424"/>
                </a:lnTo>
                <a:lnTo>
                  <a:pt x="232" y="426"/>
                </a:lnTo>
                <a:lnTo>
                  <a:pt x="230" y="427"/>
                </a:lnTo>
                <a:lnTo>
                  <a:pt x="227" y="430"/>
                </a:lnTo>
                <a:lnTo>
                  <a:pt x="225" y="433"/>
                </a:lnTo>
                <a:lnTo>
                  <a:pt x="222" y="435"/>
                </a:lnTo>
                <a:lnTo>
                  <a:pt x="218" y="435"/>
                </a:lnTo>
                <a:lnTo>
                  <a:pt x="216" y="435"/>
                </a:lnTo>
                <a:lnTo>
                  <a:pt x="214" y="436"/>
                </a:lnTo>
                <a:lnTo>
                  <a:pt x="213" y="437"/>
                </a:lnTo>
                <a:lnTo>
                  <a:pt x="211" y="437"/>
                </a:lnTo>
                <a:lnTo>
                  <a:pt x="202" y="444"/>
                </a:lnTo>
                <a:lnTo>
                  <a:pt x="192" y="452"/>
                </a:lnTo>
                <a:lnTo>
                  <a:pt x="183" y="460"/>
                </a:lnTo>
                <a:lnTo>
                  <a:pt x="174" y="468"/>
                </a:lnTo>
                <a:lnTo>
                  <a:pt x="171" y="468"/>
                </a:lnTo>
                <a:lnTo>
                  <a:pt x="169" y="468"/>
                </a:lnTo>
                <a:lnTo>
                  <a:pt x="163" y="472"/>
                </a:lnTo>
                <a:lnTo>
                  <a:pt x="155" y="479"/>
                </a:lnTo>
                <a:lnTo>
                  <a:pt x="146" y="486"/>
                </a:lnTo>
                <a:lnTo>
                  <a:pt x="141" y="491"/>
                </a:lnTo>
                <a:lnTo>
                  <a:pt x="140" y="492"/>
                </a:lnTo>
                <a:lnTo>
                  <a:pt x="139" y="494"/>
                </a:lnTo>
                <a:lnTo>
                  <a:pt x="138" y="496"/>
                </a:lnTo>
                <a:lnTo>
                  <a:pt x="138" y="498"/>
                </a:lnTo>
                <a:lnTo>
                  <a:pt x="137" y="500"/>
                </a:lnTo>
                <a:lnTo>
                  <a:pt x="136" y="502"/>
                </a:lnTo>
                <a:lnTo>
                  <a:pt x="136" y="504"/>
                </a:lnTo>
                <a:lnTo>
                  <a:pt x="134" y="506"/>
                </a:lnTo>
                <a:lnTo>
                  <a:pt x="131" y="511"/>
                </a:lnTo>
                <a:lnTo>
                  <a:pt x="127" y="515"/>
                </a:lnTo>
                <a:lnTo>
                  <a:pt x="124" y="519"/>
                </a:lnTo>
                <a:lnTo>
                  <a:pt x="120" y="524"/>
                </a:lnTo>
                <a:lnTo>
                  <a:pt x="116" y="528"/>
                </a:lnTo>
                <a:lnTo>
                  <a:pt x="111" y="531"/>
                </a:lnTo>
                <a:lnTo>
                  <a:pt x="106" y="535"/>
                </a:lnTo>
                <a:lnTo>
                  <a:pt x="102" y="539"/>
                </a:lnTo>
                <a:lnTo>
                  <a:pt x="99" y="541"/>
                </a:lnTo>
                <a:lnTo>
                  <a:pt x="96" y="543"/>
                </a:lnTo>
                <a:lnTo>
                  <a:pt x="93" y="543"/>
                </a:lnTo>
                <a:lnTo>
                  <a:pt x="90" y="544"/>
                </a:lnTo>
                <a:lnTo>
                  <a:pt x="82" y="546"/>
                </a:lnTo>
                <a:lnTo>
                  <a:pt x="75" y="547"/>
                </a:lnTo>
                <a:lnTo>
                  <a:pt x="67" y="547"/>
                </a:lnTo>
                <a:lnTo>
                  <a:pt x="60" y="548"/>
                </a:lnTo>
                <a:lnTo>
                  <a:pt x="58" y="549"/>
                </a:lnTo>
                <a:lnTo>
                  <a:pt x="54" y="550"/>
                </a:lnTo>
                <a:lnTo>
                  <a:pt x="52" y="551"/>
                </a:lnTo>
                <a:lnTo>
                  <a:pt x="50" y="552"/>
                </a:lnTo>
                <a:lnTo>
                  <a:pt x="50" y="555"/>
                </a:lnTo>
                <a:lnTo>
                  <a:pt x="49" y="559"/>
                </a:lnTo>
                <a:lnTo>
                  <a:pt x="44" y="559"/>
                </a:lnTo>
                <a:lnTo>
                  <a:pt x="39" y="559"/>
                </a:lnTo>
                <a:lnTo>
                  <a:pt x="34" y="559"/>
                </a:lnTo>
                <a:lnTo>
                  <a:pt x="28" y="558"/>
                </a:lnTo>
                <a:lnTo>
                  <a:pt x="22" y="556"/>
                </a:lnTo>
                <a:lnTo>
                  <a:pt x="18" y="554"/>
                </a:lnTo>
                <a:lnTo>
                  <a:pt x="16" y="553"/>
                </a:lnTo>
                <a:lnTo>
                  <a:pt x="14" y="551"/>
                </a:lnTo>
                <a:lnTo>
                  <a:pt x="13" y="550"/>
                </a:lnTo>
                <a:lnTo>
                  <a:pt x="12" y="549"/>
                </a:lnTo>
                <a:lnTo>
                  <a:pt x="10" y="547"/>
                </a:lnTo>
                <a:lnTo>
                  <a:pt x="9" y="545"/>
                </a:lnTo>
                <a:lnTo>
                  <a:pt x="7" y="541"/>
                </a:lnTo>
                <a:lnTo>
                  <a:pt x="5" y="537"/>
                </a:lnTo>
                <a:lnTo>
                  <a:pt x="3" y="533"/>
                </a:lnTo>
                <a:lnTo>
                  <a:pt x="2" y="529"/>
                </a:lnTo>
                <a:lnTo>
                  <a:pt x="1" y="526"/>
                </a:lnTo>
                <a:lnTo>
                  <a:pt x="0" y="523"/>
                </a:lnTo>
                <a:lnTo>
                  <a:pt x="3" y="522"/>
                </a:lnTo>
                <a:lnTo>
                  <a:pt x="6" y="520"/>
                </a:lnTo>
                <a:lnTo>
                  <a:pt x="9" y="518"/>
                </a:lnTo>
                <a:lnTo>
                  <a:pt x="12" y="516"/>
                </a:lnTo>
                <a:lnTo>
                  <a:pt x="16" y="516"/>
                </a:lnTo>
                <a:lnTo>
                  <a:pt x="21" y="516"/>
                </a:lnTo>
                <a:lnTo>
                  <a:pt x="22" y="515"/>
                </a:lnTo>
                <a:lnTo>
                  <a:pt x="23" y="514"/>
                </a:lnTo>
                <a:lnTo>
                  <a:pt x="25" y="512"/>
                </a:lnTo>
                <a:lnTo>
                  <a:pt x="26" y="511"/>
                </a:lnTo>
                <a:lnTo>
                  <a:pt x="26" y="509"/>
                </a:lnTo>
                <a:lnTo>
                  <a:pt x="27" y="507"/>
                </a:lnTo>
                <a:lnTo>
                  <a:pt x="29" y="506"/>
                </a:lnTo>
                <a:lnTo>
                  <a:pt x="30" y="505"/>
                </a:lnTo>
                <a:lnTo>
                  <a:pt x="34" y="505"/>
                </a:lnTo>
                <a:lnTo>
                  <a:pt x="37" y="505"/>
                </a:lnTo>
                <a:lnTo>
                  <a:pt x="38" y="503"/>
                </a:lnTo>
                <a:lnTo>
                  <a:pt x="39" y="500"/>
                </a:lnTo>
                <a:lnTo>
                  <a:pt x="41" y="499"/>
                </a:lnTo>
                <a:lnTo>
                  <a:pt x="42" y="499"/>
                </a:lnTo>
                <a:lnTo>
                  <a:pt x="44" y="499"/>
                </a:lnTo>
                <a:lnTo>
                  <a:pt x="46" y="499"/>
                </a:lnTo>
                <a:lnTo>
                  <a:pt x="48" y="499"/>
                </a:lnTo>
                <a:lnTo>
                  <a:pt x="50" y="499"/>
                </a:lnTo>
                <a:lnTo>
                  <a:pt x="51" y="499"/>
                </a:lnTo>
                <a:lnTo>
                  <a:pt x="53" y="498"/>
                </a:lnTo>
                <a:lnTo>
                  <a:pt x="55" y="495"/>
                </a:lnTo>
                <a:lnTo>
                  <a:pt x="58" y="491"/>
                </a:lnTo>
                <a:lnTo>
                  <a:pt x="58" y="490"/>
                </a:lnTo>
                <a:lnTo>
                  <a:pt x="60" y="489"/>
                </a:lnTo>
                <a:lnTo>
                  <a:pt x="62" y="488"/>
                </a:lnTo>
                <a:lnTo>
                  <a:pt x="63" y="488"/>
                </a:lnTo>
                <a:lnTo>
                  <a:pt x="66" y="487"/>
                </a:lnTo>
                <a:lnTo>
                  <a:pt x="70" y="487"/>
                </a:lnTo>
                <a:lnTo>
                  <a:pt x="74" y="487"/>
                </a:lnTo>
                <a:lnTo>
                  <a:pt x="78" y="486"/>
                </a:lnTo>
                <a:lnTo>
                  <a:pt x="81" y="485"/>
                </a:lnTo>
                <a:lnTo>
                  <a:pt x="84" y="484"/>
                </a:lnTo>
                <a:lnTo>
                  <a:pt x="86" y="482"/>
                </a:lnTo>
                <a:lnTo>
                  <a:pt x="89" y="479"/>
                </a:lnTo>
                <a:lnTo>
                  <a:pt x="92" y="476"/>
                </a:lnTo>
                <a:lnTo>
                  <a:pt x="94" y="475"/>
                </a:lnTo>
                <a:lnTo>
                  <a:pt x="97" y="474"/>
                </a:lnTo>
                <a:lnTo>
                  <a:pt x="99" y="473"/>
                </a:lnTo>
                <a:lnTo>
                  <a:pt x="102" y="472"/>
                </a:lnTo>
                <a:lnTo>
                  <a:pt x="105" y="471"/>
                </a:lnTo>
                <a:lnTo>
                  <a:pt x="108" y="471"/>
                </a:lnTo>
                <a:lnTo>
                  <a:pt x="111" y="471"/>
                </a:lnTo>
                <a:lnTo>
                  <a:pt x="114" y="469"/>
                </a:lnTo>
                <a:lnTo>
                  <a:pt x="116" y="468"/>
                </a:lnTo>
                <a:lnTo>
                  <a:pt x="117" y="466"/>
                </a:lnTo>
                <a:lnTo>
                  <a:pt x="118" y="463"/>
                </a:lnTo>
                <a:lnTo>
                  <a:pt x="122" y="462"/>
                </a:lnTo>
                <a:lnTo>
                  <a:pt x="126" y="461"/>
                </a:lnTo>
                <a:lnTo>
                  <a:pt x="130" y="459"/>
                </a:lnTo>
                <a:lnTo>
                  <a:pt x="134" y="459"/>
                </a:lnTo>
                <a:lnTo>
                  <a:pt x="138" y="457"/>
                </a:lnTo>
                <a:lnTo>
                  <a:pt x="141" y="455"/>
                </a:lnTo>
                <a:lnTo>
                  <a:pt x="144" y="453"/>
                </a:lnTo>
                <a:lnTo>
                  <a:pt x="146" y="451"/>
                </a:lnTo>
                <a:lnTo>
                  <a:pt x="152" y="447"/>
                </a:lnTo>
                <a:lnTo>
                  <a:pt x="158" y="443"/>
                </a:lnTo>
                <a:lnTo>
                  <a:pt x="160" y="442"/>
                </a:lnTo>
                <a:lnTo>
                  <a:pt x="162" y="441"/>
                </a:lnTo>
                <a:lnTo>
                  <a:pt x="164" y="441"/>
                </a:lnTo>
                <a:lnTo>
                  <a:pt x="166" y="441"/>
                </a:lnTo>
                <a:lnTo>
                  <a:pt x="168" y="441"/>
                </a:lnTo>
                <a:lnTo>
                  <a:pt x="170" y="441"/>
                </a:lnTo>
                <a:lnTo>
                  <a:pt x="171" y="440"/>
                </a:lnTo>
                <a:lnTo>
                  <a:pt x="174" y="439"/>
                </a:lnTo>
                <a:lnTo>
                  <a:pt x="175" y="435"/>
                </a:lnTo>
                <a:lnTo>
                  <a:pt x="178" y="431"/>
                </a:lnTo>
                <a:lnTo>
                  <a:pt x="179" y="430"/>
                </a:lnTo>
                <a:lnTo>
                  <a:pt x="181" y="430"/>
                </a:lnTo>
                <a:lnTo>
                  <a:pt x="182" y="429"/>
                </a:lnTo>
                <a:lnTo>
                  <a:pt x="183" y="429"/>
                </a:lnTo>
                <a:lnTo>
                  <a:pt x="186" y="428"/>
                </a:lnTo>
                <a:lnTo>
                  <a:pt x="189" y="427"/>
                </a:lnTo>
                <a:lnTo>
                  <a:pt x="196" y="423"/>
                </a:lnTo>
                <a:lnTo>
                  <a:pt x="203" y="417"/>
                </a:lnTo>
                <a:lnTo>
                  <a:pt x="206" y="415"/>
                </a:lnTo>
                <a:lnTo>
                  <a:pt x="210" y="411"/>
                </a:lnTo>
                <a:lnTo>
                  <a:pt x="214" y="409"/>
                </a:lnTo>
                <a:lnTo>
                  <a:pt x="217" y="407"/>
                </a:lnTo>
                <a:lnTo>
                  <a:pt x="226" y="403"/>
                </a:lnTo>
                <a:lnTo>
                  <a:pt x="234" y="400"/>
                </a:lnTo>
                <a:lnTo>
                  <a:pt x="242" y="397"/>
                </a:lnTo>
                <a:lnTo>
                  <a:pt x="251" y="395"/>
                </a:lnTo>
                <a:lnTo>
                  <a:pt x="260" y="391"/>
                </a:lnTo>
                <a:lnTo>
                  <a:pt x="268" y="387"/>
                </a:lnTo>
                <a:lnTo>
                  <a:pt x="276" y="383"/>
                </a:lnTo>
                <a:lnTo>
                  <a:pt x="285" y="379"/>
                </a:lnTo>
                <a:lnTo>
                  <a:pt x="287" y="378"/>
                </a:lnTo>
                <a:lnTo>
                  <a:pt x="290" y="377"/>
                </a:lnTo>
                <a:lnTo>
                  <a:pt x="294" y="376"/>
                </a:lnTo>
                <a:lnTo>
                  <a:pt x="298" y="375"/>
                </a:lnTo>
                <a:lnTo>
                  <a:pt x="302" y="374"/>
                </a:lnTo>
                <a:lnTo>
                  <a:pt x="306" y="372"/>
                </a:lnTo>
                <a:lnTo>
                  <a:pt x="307" y="371"/>
                </a:lnTo>
                <a:lnTo>
                  <a:pt x="309" y="371"/>
                </a:lnTo>
                <a:lnTo>
                  <a:pt x="310" y="370"/>
                </a:lnTo>
                <a:lnTo>
                  <a:pt x="310" y="368"/>
                </a:lnTo>
                <a:lnTo>
                  <a:pt x="312" y="367"/>
                </a:lnTo>
                <a:lnTo>
                  <a:pt x="313" y="367"/>
                </a:lnTo>
                <a:lnTo>
                  <a:pt x="314" y="366"/>
                </a:lnTo>
                <a:lnTo>
                  <a:pt x="314" y="365"/>
                </a:lnTo>
                <a:lnTo>
                  <a:pt x="315" y="362"/>
                </a:lnTo>
                <a:lnTo>
                  <a:pt x="316" y="361"/>
                </a:lnTo>
                <a:lnTo>
                  <a:pt x="316" y="358"/>
                </a:lnTo>
                <a:lnTo>
                  <a:pt x="316" y="355"/>
                </a:lnTo>
                <a:lnTo>
                  <a:pt x="316" y="352"/>
                </a:lnTo>
                <a:lnTo>
                  <a:pt x="318" y="350"/>
                </a:lnTo>
                <a:lnTo>
                  <a:pt x="319" y="344"/>
                </a:lnTo>
                <a:lnTo>
                  <a:pt x="322" y="335"/>
                </a:lnTo>
                <a:lnTo>
                  <a:pt x="325" y="324"/>
                </a:lnTo>
                <a:lnTo>
                  <a:pt x="328" y="311"/>
                </a:lnTo>
                <a:lnTo>
                  <a:pt x="330" y="299"/>
                </a:lnTo>
                <a:lnTo>
                  <a:pt x="333" y="288"/>
                </a:lnTo>
                <a:lnTo>
                  <a:pt x="334" y="283"/>
                </a:lnTo>
                <a:lnTo>
                  <a:pt x="334" y="279"/>
                </a:lnTo>
                <a:lnTo>
                  <a:pt x="334" y="276"/>
                </a:lnTo>
                <a:lnTo>
                  <a:pt x="333" y="274"/>
                </a:lnTo>
                <a:lnTo>
                  <a:pt x="330" y="271"/>
                </a:lnTo>
                <a:lnTo>
                  <a:pt x="327" y="270"/>
                </a:lnTo>
                <a:lnTo>
                  <a:pt x="320" y="270"/>
                </a:lnTo>
                <a:lnTo>
                  <a:pt x="314" y="272"/>
                </a:lnTo>
                <a:lnTo>
                  <a:pt x="309" y="274"/>
                </a:lnTo>
                <a:lnTo>
                  <a:pt x="304" y="276"/>
                </a:lnTo>
                <a:lnTo>
                  <a:pt x="300" y="278"/>
                </a:lnTo>
                <a:lnTo>
                  <a:pt x="297" y="281"/>
                </a:lnTo>
                <a:lnTo>
                  <a:pt x="294" y="283"/>
                </a:lnTo>
                <a:lnTo>
                  <a:pt x="291" y="286"/>
                </a:lnTo>
                <a:lnTo>
                  <a:pt x="287" y="292"/>
                </a:lnTo>
                <a:lnTo>
                  <a:pt x="282" y="300"/>
                </a:lnTo>
                <a:lnTo>
                  <a:pt x="281" y="304"/>
                </a:lnTo>
                <a:lnTo>
                  <a:pt x="278" y="308"/>
                </a:lnTo>
                <a:lnTo>
                  <a:pt x="275" y="313"/>
                </a:lnTo>
                <a:lnTo>
                  <a:pt x="271" y="318"/>
                </a:lnTo>
                <a:lnTo>
                  <a:pt x="270" y="318"/>
                </a:lnTo>
                <a:lnTo>
                  <a:pt x="267" y="316"/>
                </a:lnTo>
                <a:lnTo>
                  <a:pt x="266" y="315"/>
                </a:lnTo>
                <a:lnTo>
                  <a:pt x="264" y="314"/>
                </a:lnTo>
                <a:lnTo>
                  <a:pt x="262" y="313"/>
                </a:lnTo>
                <a:lnTo>
                  <a:pt x="259" y="311"/>
                </a:lnTo>
                <a:lnTo>
                  <a:pt x="254" y="311"/>
                </a:lnTo>
                <a:lnTo>
                  <a:pt x="249" y="311"/>
                </a:lnTo>
                <a:lnTo>
                  <a:pt x="244" y="312"/>
                </a:lnTo>
                <a:lnTo>
                  <a:pt x="238" y="312"/>
                </a:lnTo>
                <a:lnTo>
                  <a:pt x="237" y="315"/>
                </a:lnTo>
                <a:lnTo>
                  <a:pt x="234" y="318"/>
                </a:lnTo>
                <a:lnTo>
                  <a:pt x="231" y="322"/>
                </a:lnTo>
                <a:lnTo>
                  <a:pt x="227" y="326"/>
                </a:lnTo>
                <a:lnTo>
                  <a:pt x="223" y="329"/>
                </a:lnTo>
                <a:lnTo>
                  <a:pt x="220" y="331"/>
                </a:lnTo>
                <a:lnTo>
                  <a:pt x="216" y="334"/>
                </a:lnTo>
                <a:lnTo>
                  <a:pt x="213" y="335"/>
                </a:lnTo>
                <a:lnTo>
                  <a:pt x="211" y="336"/>
                </a:lnTo>
                <a:lnTo>
                  <a:pt x="209" y="336"/>
                </a:lnTo>
                <a:lnTo>
                  <a:pt x="206" y="336"/>
                </a:lnTo>
                <a:lnTo>
                  <a:pt x="204" y="336"/>
                </a:lnTo>
                <a:lnTo>
                  <a:pt x="199" y="335"/>
                </a:lnTo>
                <a:lnTo>
                  <a:pt x="195" y="335"/>
                </a:lnTo>
                <a:lnTo>
                  <a:pt x="191" y="331"/>
                </a:lnTo>
                <a:lnTo>
                  <a:pt x="186" y="327"/>
                </a:lnTo>
                <a:lnTo>
                  <a:pt x="185" y="326"/>
                </a:lnTo>
                <a:lnTo>
                  <a:pt x="183" y="323"/>
                </a:lnTo>
                <a:lnTo>
                  <a:pt x="182" y="322"/>
                </a:lnTo>
                <a:lnTo>
                  <a:pt x="182" y="320"/>
                </a:lnTo>
                <a:lnTo>
                  <a:pt x="182" y="318"/>
                </a:lnTo>
                <a:lnTo>
                  <a:pt x="181" y="316"/>
                </a:lnTo>
                <a:lnTo>
                  <a:pt x="185" y="314"/>
                </a:lnTo>
                <a:lnTo>
                  <a:pt x="188" y="311"/>
                </a:lnTo>
                <a:lnTo>
                  <a:pt x="191" y="309"/>
                </a:lnTo>
                <a:lnTo>
                  <a:pt x="194" y="306"/>
                </a:lnTo>
                <a:lnTo>
                  <a:pt x="198" y="303"/>
                </a:lnTo>
                <a:lnTo>
                  <a:pt x="201" y="300"/>
                </a:lnTo>
                <a:lnTo>
                  <a:pt x="205" y="298"/>
                </a:lnTo>
                <a:lnTo>
                  <a:pt x="208" y="296"/>
                </a:lnTo>
                <a:lnTo>
                  <a:pt x="212" y="296"/>
                </a:lnTo>
                <a:lnTo>
                  <a:pt x="215" y="296"/>
                </a:lnTo>
                <a:lnTo>
                  <a:pt x="221" y="294"/>
                </a:lnTo>
                <a:lnTo>
                  <a:pt x="227" y="290"/>
                </a:lnTo>
                <a:lnTo>
                  <a:pt x="233" y="287"/>
                </a:lnTo>
                <a:lnTo>
                  <a:pt x="238" y="285"/>
                </a:lnTo>
                <a:lnTo>
                  <a:pt x="242" y="282"/>
                </a:lnTo>
                <a:lnTo>
                  <a:pt x="247" y="279"/>
                </a:lnTo>
                <a:lnTo>
                  <a:pt x="253" y="276"/>
                </a:lnTo>
                <a:lnTo>
                  <a:pt x="254" y="275"/>
                </a:lnTo>
                <a:lnTo>
                  <a:pt x="258" y="267"/>
                </a:lnTo>
                <a:lnTo>
                  <a:pt x="261" y="259"/>
                </a:lnTo>
                <a:lnTo>
                  <a:pt x="263" y="250"/>
                </a:lnTo>
                <a:lnTo>
                  <a:pt x="266" y="242"/>
                </a:lnTo>
                <a:lnTo>
                  <a:pt x="268" y="234"/>
                </a:lnTo>
                <a:lnTo>
                  <a:pt x="270" y="225"/>
                </a:lnTo>
                <a:lnTo>
                  <a:pt x="273" y="216"/>
                </a:lnTo>
                <a:lnTo>
                  <a:pt x="276" y="208"/>
                </a:lnTo>
                <a:lnTo>
                  <a:pt x="277" y="204"/>
                </a:lnTo>
                <a:lnTo>
                  <a:pt x="280" y="198"/>
                </a:lnTo>
                <a:lnTo>
                  <a:pt x="282" y="190"/>
                </a:lnTo>
                <a:lnTo>
                  <a:pt x="286" y="181"/>
                </a:lnTo>
                <a:lnTo>
                  <a:pt x="288" y="172"/>
                </a:lnTo>
                <a:lnTo>
                  <a:pt x="290" y="165"/>
                </a:lnTo>
                <a:lnTo>
                  <a:pt x="291" y="161"/>
                </a:lnTo>
                <a:lnTo>
                  <a:pt x="291" y="158"/>
                </a:lnTo>
                <a:lnTo>
                  <a:pt x="291" y="156"/>
                </a:lnTo>
                <a:lnTo>
                  <a:pt x="291" y="154"/>
                </a:lnTo>
                <a:lnTo>
                  <a:pt x="290" y="153"/>
                </a:lnTo>
                <a:lnTo>
                  <a:pt x="289" y="150"/>
                </a:lnTo>
                <a:lnTo>
                  <a:pt x="285" y="151"/>
                </a:lnTo>
                <a:lnTo>
                  <a:pt x="282" y="150"/>
                </a:lnTo>
                <a:lnTo>
                  <a:pt x="279" y="150"/>
                </a:lnTo>
                <a:lnTo>
                  <a:pt x="276" y="149"/>
                </a:lnTo>
                <a:lnTo>
                  <a:pt x="274" y="148"/>
                </a:lnTo>
                <a:lnTo>
                  <a:pt x="270" y="146"/>
                </a:lnTo>
                <a:lnTo>
                  <a:pt x="268" y="146"/>
                </a:lnTo>
                <a:lnTo>
                  <a:pt x="264" y="146"/>
                </a:lnTo>
                <a:lnTo>
                  <a:pt x="262" y="141"/>
                </a:lnTo>
                <a:lnTo>
                  <a:pt x="261" y="138"/>
                </a:lnTo>
                <a:lnTo>
                  <a:pt x="261" y="136"/>
                </a:lnTo>
                <a:lnTo>
                  <a:pt x="261" y="134"/>
                </a:lnTo>
                <a:lnTo>
                  <a:pt x="261" y="132"/>
                </a:lnTo>
                <a:lnTo>
                  <a:pt x="262" y="129"/>
                </a:lnTo>
                <a:lnTo>
                  <a:pt x="268" y="129"/>
                </a:lnTo>
                <a:lnTo>
                  <a:pt x="274" y="128"/>
                </a:lnTo>
                <a:lnTo>
                  <a:pt x="278" y="127"/>
                </a:lnTo>
                <a:lnTo>
                  <a:pt x="281" y="127"/>
                </a:lnTo>
                <a:lnTo>
                  <a:pt x="285" y="126"/>
                </a:lnTo>
                <a:lnTo>
                  <a:pt x="288" y="125"/>
                </a:lnTo>
                <a:lnTo>
                  <a:pt x="292" y="122"/>
                </a:lnTo>
                <a:lnTo>
                  <a:pt x="297" y="120"/>
                </a:lnTo>
                <a:lnTo>
                  <a:pt x="298" y="114"/>
                </a:lnTo>
                <a:lnTo>
                  <a:pt x="299" y="107"/>
                </a:lnTo>
                <a:lnTo>
                  <a:pt x="299" y="103"/>
                </a:lnTo>
                <a:lnTo>
                  <a:pt x="299" y="100"/>
                </a:lnTo>
                <a:lnTo>
                  <a:pt x="299" y="98"/>
                </a:lnTo>
                <a:lnTo>
                  <a:pt x="298" y="98"/>
                </a:lnTo>
                <a:lnTo>
                  <a:pt x="298" y="96"/>
                </a:lnTo>
                <a:lnTo>
                  <a:pt x="297" y="94"/>
                </a:lnTo>
                <a:lnTo>
                  <a:pt x="291" y="90"/>
                </a:lnTo>
                <a:lnTo>
                  <a:pt x="285" y="84"/>
                </a:lnTo>
                <a:lnTo>
                  <a:pt x="282" y="82"/>
                </a:lnTo>
                <a:lnTo>
                  <a:pt x="281" y="81"/>
                </a:lnTo>
                <a:lnTo>
                  <a:pt x="280" y="79"/>
                </a:lnTo>
                <a:lnTo>
                  <a:pt x="278" y="77"/>
                </a:lnTo>
                <a:lnTo>
                  <a:pt x="278" y="75"/>
                </a:lnTo>
                <a:lnTo>
                  <a:pt x="278" y="73"/>
                </a:lnTo>
                <a:lnTo>
                  <a:pt x="278" y="70"/>
                </a:lnTo>
                <a:lnTo>
                  <a:pt x="278" y="68"/>
                </a:lnTo>
                <a:lnTo>
                  <a:pt x="279" y="62"/>
                </a:lnTo>
                <a:lnTo>
                  <a:pt x="281" y="56"/>
                </a:lnTo>
                <a:lnTo>
                  <a:pt x="282" y="52"/>
                </a:lnTo>
                <a:lnTo>
                  <a:pt x="283" y="49"/>
                </a:lnTo>
                <a:lnTo>
                  <a:pt x="285" y="46"/>
                </a:lnTo>
                <a:lnTo>
                  <a:pt x="286" y="43"/>
                </a:lnTo>
                <a:lnTo>
                  <a:pt x="288" y="40"/>
                </a:lnTo>
                <a:lnTo>
                  <a:pt x="290" y="38"/>
                </a:lnTo>
                <a:lnTo>
                  <a:pt x="293" y="35"/>
                </a:lnTo>
                <a:lnTo>
                  <a:pt x="296" y="33"/>
                </a:lnTo>
                <a:lnTo>
                  <a:pt x="298" y="30"/>
                </a:lnTo>
                <a:lnTo>
                  <a:pt x="301" y="27"/>
                </a:lnTo>
                <a:lnTo>
                  <a:pt x="302" y="26"/>
                </a:lnTo>
                <a:lnTo>
                  <a:pt x="302" y="24"/>
                </a:lnTo>
                <a:lnTo>
                  <a:pt x="303" y="22"/>
                </a:lnTo>
                <a:lnTo>
                  <a:pt x="303" y="2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59" name="íṥḷïďê">
            <a:extLst>
              <a:ext uri="{FF2B5EF4-FFF2-40B4-BE49-F238E27FC236}">
                <a16:creationId xmlns:a16="http://schemas.microsoft.com/office/drawing/2014/main" id="{F6F7BF5D-7A0B-40D9-94CE-A6B9FA7B564C}"/>
              </a:ext>
            </a:extLst>
          </p:cNvPr>
          <p:cNvSpPr>
            <a:spLocks noGrp="1"/>
          </p:cNvSpPr>
          <p:nvPr/>
        </p:nvSpPr>
        <p:spPr>
          <a:xfrm>
            <a:off x="1999080" y="588960"/>
            <a:ext cx="109440" cy="225360"/>
          </a:xfrm>
          <a:custGeom>
            <a:avLst/>
            <a:gdLst>
              <a:gd name="textAreaLeft" fmla="*/ 0 w 109440"/>
              <a:gd name="textAreaRight" fmla="*/ 109800 w 109440"/>
              <a:gd name="textAreaTop" fmla="*/ 0 h 225360"/>
              <a:gd name="textAreaBottom" fmla="*/ 225720 h 225360"/>
              <a:gd name="GluePoint1X" fmla="*/ 157 w 251"/>
              <a:gd name="GluePoint1Y" fmla="*/ 40 h 517"/>
              <a:gd name="GluePoint2X" fmla="*/ 205 w 251"/>
              <a:gd name="GluePoint2Y" fmla="*/ 1 h 517"/>
              <a:gd name="GluePoint3X" fmla="*/ 225 w 251"/>
              <a:gd name="GluePoint3Y" fmla="*/ 10 h 517"/>
              <a:gd name="GluePoint4X" fmla="*/ 250 w 251"/>
              <a:gd name="GluePoint4Y" fmla="*/ 44 h 517"/>
              <a:gd name="GluePoint5X" fmla="*/ 233 w 251"/>
              <a:gd name="GluePoint5Y" fmla="*/ 72 h 517"/>
              <a:gd name="GluePoint6X" fmla="*/ 202 w 251"/>
              <a:gd name="GluePoint6Y" fmla="*/ 123 h 517"/>
              <a:gd name="GluePoint7X" fmla="*/ 181 w 251"/>
              <a:gd name="GluePoint7Y" fmla="*/ 164 h 517"/>
              <a:gd name="GluePoint8X" fmla="*/ 150 w 251"/>
              <a:gd name="GluePoint8Y" fmla="*/ 222 h 517"/>
              <a:gd name="GluePoint9X" fmla="*/ 140 w 251"/>
              <a:gd name="GluePoint9Y" fmla="*/ 251 h 517"/>
              <a:gd name="GluePoint10X" fmla="*/ 110 w 251"/>
              <a:gd name="GluePoint10Y" fmla="*/ 275 h 517"/>
              <a:gd name="GluePoint11X" fmla="*/ 102 w 251"/>
              <a:gd name="GluePoint11Y" fmla="*/ 313 h 517"/>
              <a:gd name="GluePoint12X" fmla="*/ 118 w 251"/>
              <a:gd name="GluePoint12Y" fmla="*/ 347 h 517"/>
              <a:gd name="GluePoint13X" fmla="*/ 148 w 251"/>
              <a:gd name="GluePoint13Y" fmla="*/ 351 h 517"/>
              <a:gd name="GluePoint14X" fmla="*/ 153 w 251"/>
              <a:gd name="GluePoint14Y" fmla="*/ 371 h 517"/>
              <a:gd name="GluePoint15X" fmla="*/ 142 w 251"/>
              <a:gd name="GluePoint15Y" fmla="*/ 397 h 517"/>
              <a:gd name="GluePoint16X" fmla="*/ 125 w 251"/>
              <a:gd name="GluePoint16Y" fmla="*/ 409 h 517"/>
              <a:gd name="GluePoint17X" fmla="*/ 97 w 251"/>
              <a:gd name="GluePoint17Y" fmla="*/ 446 h 517"/>
              <a:gd name="GluePoint18X" fmla="*/ 99 w 251"/>
              <a:gd name="GluePoint18Y" fmla="*/ 463 h 517"/>
              <a:gd name="GluePoint19X" fmla="*/ 147 w 251"/>
              <a:gd name="GluePoint19Y" fmla="*/ 456 h 517"/>
              <a:gd name="GluePoint20X" fmla="*/ 174 w 251"/>
              <a:gd name="GluePoint20Y" fmla="*/ 454 h 517"/>
              <a:gd name="GluePoint21X" fmla="*/ 191 w 251"/>
              <a:gd name="GluePoint21Y" fmla="*/ 479 h 517"/>
              <a:gd name="GluePoint22X" fmla="*/ 175 w 251"/>
              <a:gd name="GluePoint22Y" fmla="*/ 497 h 517"/>
              <a:gd name="GluePoint23X" fmla="*/ 134 w 251"/>
              <a:gd name="GluePoint23Y" fmla="*/ 504 h 517"/>
              <a:gd name="GluePoint24X" fmla="*/ 85 w 251"/>
              <a:gd name="GluePoint24Y" fmla="*/ 517 h 517"/>
              <a:gd name="GluePoint25X" fmla="*/ 61 w 251"/>
              <a:gd name="GluePoint25Y" fmla="*/ 510 h 517"/>
              <a:gd name="GluePoint26X" fmla="*/ 50 w 251"/>
              <a:gd name="GluePoint26Y" fmla="*/ 497 h 517"/>
              <a:gd name="GluePoint27X" fmla="*/ 67 w 251"/>
              <a:gd name="GluePoint27Y" fmla="*/ 452 h 517"/>
              <a:gd name="GluePoint28X" fmla="*/ 78 w 251"/>
              <a:gd name="GluePoint28Y" fmla="*/ 420 h 517"/>
              <a:gd name="GluePoint29X" fmla="*/ 70 w 251"/>
              <a:gd name="GluePoint29Y" fmla="*/ 409 h 517"/>
              <a:gd name="GluePoint30X" fmla="*/ 50 w 251"/>
              <a:gd name="GluePoint30Y" fmla="*/ 388 h 517"/>
              <a:gd name="GluePoint31X" fmla="*/ 74 w 251"/>
              <a:gd name="GluePoint31Y" fmla="*/ 367 h 517"/>
              <a:gd name="GluePoint32X" fmla="*/ 65 w 251"/>
              <a:gd name="GluePoint32Y" fmla="*/ 313 h 517"/>
              <a:gd name="GluePoint33X" fmla="*/ 58 w 251"/>
              <a:gd name="GluePoint33Y" fmla="*/ 275 h 517"/>
              <a:gd name="GluePoint34X" fmla="*/ 86 w 251"/>
              <a:gd name="GluePoint34Y" fmla="*/ 238 h 517"/>
              <a:gd name="GluePoint35X" fmla="*/ 58 w 251"/>
              <a:gd name="GluePoint35Y" fmla="*/ 206 h 517"/>
              <a:gd name="GluePoint36X" fmla="*/ 82 w 251"/>
              <a:gd name="GluePoint36Y" fmla="*/ 191 h 517"/>
              <a:gd name="GluePoint37X" fmla="*/ 100 w 251"/>
              <a:gd name="GluePoint37Y" fmla="*/ 165 h 517"/>
              <a:gd name="GluePoint38X" fmla="*/ 105 w 251"/>
              <a:gd name="GluePoint38Y" fmla="*/ 126 h 517"/>
              <a:gd name="GluePoint39X" fmla="*/ 123 w 251"/>
              <a:gd name="GluePoint39Y" fmla="*/ 132 h 517"/>
              <a:gd name="GluePoint40X" fmla="*/ 118 w 251"/>
              <a:gd name="GluePoint40Y" fmla="*/ 165 h 517"/>
              <a:gd name="GluePoint41X" fmla="*/ 139 w 251"/>
              <a:gd name="GluePoint41Y" fmla="*/ 171 h 517"/>
              <a:gd name="GluePoint42X" fmla="*/ 181 w 251"/>
              <a:gd name="GluePoint42Y" fmla="*/ 106 h 517"/>
              <a:gd name="GluePoint43X" fmla="*/ 206 w 251"/>
              <a:gd name="GluePoint43Y" fmla="*/ 59 h 517"/>
              <a:gd name="GluePoint44X" fmla="*/ 167 w 251"/>
              <a:gd name="GluePoint44Y" fmla="*/ 50 h 517"/>
              <a:gd name="GluePoint45X" fmla="*/ 150 w 251"/>
              <a:gd name="GluePoint45Y" fmla="*/ 60 h 517"/>
              <a:gd name="GluePoint46X" fmla="*/ 126 w 251"/>
              <a:gd name="GluePoint46Y" fmla="*/ 77 h 517"/>
              <a:gd name="GluePoint47X" fmla="*/ 73 w 251"/>
              <a:gd name="GluePoint47Y" fmla="*/ 112 h 517"/>
              <a:gd name="GluePoint48X" fmla="*/ 46 w 251"/>
              <a:gd name="GluePoint48Y" fmla="*/ 136 h 517"/>
              <a:gd name="GluePoint49X" fmla="*/ 38 w 251"/>
              <a:gd name="GluePoint49Y" fmla="*/ 168 h 517"/>
              <a:gd name="GluePoint50X" fmla="*/ 27 w 251"/>
              <a:gd name="GluePoint50Y" fmla="*/ 230 h 517"/>
              <a:gd name="GluePoint51X" fmla="*/ 9 w 251"/>
              <a:gd name="GluePoint51Y" fmla="*/ 221 h 517"/>
              <a:gd name="GluePoint52X" fmla="*/ 9 w 251"/>
              <a:gd name="GluePoint52Y" fmla="*/ 167 h 517"/>
              <a:gd name="GluePoint53X" fmla="*/ 7 w 251"/>
              <a:gd name="GluePoint53Y" fmla="*/ 141 h 517"/>
              <a:gd name="GluePoint54X" fmla="*/ 2 w 251"/>
              <a:gd name="GluePoint54Y" fmla="*/ 114 h 517"/>
              <a:gd name="GluePoint55X" fmla="*/ 28 w 251"/>
              <a:gd name="GluePoint55Y" fmla="*/ 123 h 517"/>
              <a:gd name="GluePoint56X" fmla="*/ 51 w 251"/>
              <a:gd name="GluePoint56Y" fmla="*/ 116 h 517"/>
              <a:gd name="GluePoint57X" fmla="*/ 79 w 251"/>
              <a:gd name="GluePoint57Y" fmla="*/ 96 h 517"/>
              <a:gd name="GluePoint58X" fmla="*/ 110 w 251"/>
              <a:gd name="GluePoint58Y" fmla="*/ 75 h 517"/>
              <a:gd name="GluePoint59X" fmla="*/ 135 w 251"/>
              <a:gd name="GluePoint59Y" fmla="*/ 57 h 517"/>
            </a:gdLst>
            <a:ahLst/>
            <a:cxnLst/>
            <a:rect l="textAreaLeft" t="textAreaTop" r="textAreaRight" b="textAreaBottom"/>
            <a:pathLst>
              <a:path w="251" h="517">
                <a:moveTo>
                  <a:pt x="139" y="56"/>
                </a:moveTo>
                <a:lnTo>
                  <a:pt x="139" y="54"/>
                </a:lnTo>
                <a:lnTo>
                  <a:pt x="139" y="52"/>
                </a:lnTo>
                <a:lnTo>
                  <a:pt x="142" y="51"/>
                </a:lnTo>
                <a:lnTo>
                  <a:pt x="143" y="50"/>
                </a:lnTo>
                <a:lnTo>
                  <a:pt x="146" y="48"/>
                </a:lnTo>
                <a:lnTo>
                  <a:pt x="147" y="47"/>
                </a:lnTo>
                <a:lnTo>
                  <a:pt x="152" y="44"/>
                </a:lnTo>
                <a:lnTo>
                  <a:pt x="157" y="40"/>
                </a:lnTo>
                <a:lnTo>
                  <a:pt x="167" y="30"/>
                </a:lnTo>
                <a:lnTo>
                  <a:pt x="177" y="20"/>
                </a:lnTo>
                <a:lnTo>
                  <a:pt x="183" y="16"/>
                </a:lnTo>
                <a:lnTo>
                  <a:pt x="187" y="11"/>
                </a:lnTo>
                <a:lnTo>
                  <a:pt x="192" y="7"/>
                </a:lnTo>
                <a:lnTo>
                  <a:pt x="198" y="4"/>
                </a:lnTo>
                <a:lnTo>
                  <a:pt x="200" y="3"/>
                </a:lnTo>
                <a:lnTo>
                  <a:pt x="203" y="2"/>
                </a:lnTo>
                <a:lnTo>
                  <a:pt x="205" y="1"/>
                </a:lnTo>
                <a:lnTo>
                  <a:pt x="207" y="0"/>
                </a:lnTo>
                <a:lnTo>
                  <a:pt x="210" y="0"/>
                </a:lnTo>
                <a:lnTo>
                  <a:pt x="212" y="1"/>
                </a:lnTo>
                <a:lnTo>
                  <a:pt x="215" y="1"/>
                </a:lnTo>
                <a:lnTo>
                  <a:pt x="217" y="2"/>
                </a:lnTo>
                <a:lnTo>
                  <a:pt x="219" y="4"/>
                </a:lnTo>
                <a:lnTo>
                  <a:pt x="221" y="5"/>
                </a:lnTo>
                <a:lnTo>
                  <a:pt x="223" y="8"/>
                </a:lnTo>
                <a:lnTo>
                  <a:pt x="225" y="10"/>
                </a:lnTo>
                <a:lnTo>
                  <a:pt x="229" y="16"/>
                </a:lnTo>
                <a:lnTo>
                  <a:pt x="233" y="21"/>
                </a:lnTo>
                <a:lnTo>
                  <a:pt x="237" y="28"/>
                </a:lnTo>
                <a:lnTo>
                  <a:pt x="241" y="33"/>
                </a:lnTo>
                <a:lnTo>
                  <a:pt x="243" y="36"/>
                </a:lnTo>
                <a:lnTo>
                  <a:pt x="245" y="37"/>
                </a:lnTo>
                <a:lnTo>
                  <a:pt x="247" y="39"/>
                </a:lnTo>
                <a:lnTo>
                  <a:pt x="249" y="40"/>
                </a:lnTo>
                <a:lnTo>
                  <a:pt x="250" y="44"/>
                </a:lnTo>
                <a:lnTo>
                  <a:pt x="251" y="48"/>
                </a:lnTo>
                <a:lnTo>
                  <a:pt x="250" y="51"/>
                </a:lnTo>
                <a:lnTo>
                  <a:pt x="249" y="52"/>
                </a:lnTo>
                <a:lnTo>
                  <a:pt x="247" y="55"/>
                </a:lnTo>
                <a:lnTo>
                  <a:pt x="247" y="56"/>
                </a:lnTo>
                <a:lnTo>
                  <a:pt x="243" y="60"/>
                </a:lnTo>
                <a:lnTo>
                  <a:pt x="240" y="64"/>
                </a:lnTo>
                <a:lnTo>
                  <a:pt x="236" y="68"/>
                </a:lnTo>
                <a:lnTo>
                  <a:pt x="233" y="72"/>
                </a:lnTo>
                <a:lnTo>
                  <a:pt x="230" y="75"/>
                </a:lnTo>
                <a:lnTo>
                  <a:pt x="227" y="79"/>
                </a:lnTo>
                <a:lnTo>
                  <a:pt x="227" y="82"/>
                </a:lnTo>
                <a:lnTo>
                  <a:pt x="227" y="86"/>
                </a:lnTo>
                <a:lnTo>
                  <a:pt x="223" y="92"/>
                </a:lnTo>
                <a:lnTo>
                  <a:pt x="219" y="99"/>
                </a:lnTo>
                <a:lnTo>
                  <a:pt x="215" y="105"/>
                </a:lnTo>
                <a:lnTo>
                  <a:pt x="211" y="111"/>
                </a:lnTo>
                <a:lnTo>
                  <a:pt x="202" y="123"/>
                </a:lnTo>
                <a:lnTo>
                  <a:pt x="193" y="135"/>
                </a:lnTo>
                <a:lnTo>
                  <a:pt x="192" y="140"/>
                </a:lnTo>
                <a:lnTo>
                  <a:pt x="191" y="144"/>
                </a:lnTo>
                <a:lnTo>
                  <a:pt x="191" y="148"/>
                </a:lnTo>
                <a:lnTo>
                  <a:pt x="191" y="152"/>
                </a:lnTo>
                <a:lnTo>
                  <a:pt x="188" y="156"/>
                </a:lnTo>
                <a:lnTo>
                  <a:pt x="186" y="158"/>
                </a:lnTo>
                <a:lnTo>
                  <a:pt x="183" y="161"/>
                </a:lnTo>
                <a:lnTo>
                  <a:pt x="181" y="164"/>
                </a:lnTo>
                <a:lnTo>
                  <a:pt x="178" y="171"/>
                </a:lnTo>
                <a:lnTo>
                  <a:pt x="175" y="178"/>
                </a:lnTo>
                <a:lnTo>
                  <a:pt x="171" y="186"/>
                </a:lnTo>
                <a:lnTo>
                  <a:pt x="168" y="193"/>
                </a:lnTo>
                <a:lnTo>
                  <a:pt x="164" y="200"/>
                </a:lnTo>
                <a:lnTo>
                  <a:pt x="160" y="208"/>
                </a:lnTo>
                <a:lnTo>
                  <a:pt x="156" y="214"/>
                </a:lnTo>
                <a:lnTo>
                  <a:pt x="151" y="221"/>
                </a:lnTo>
                <a:lnTo>
                  <a:pt x="150" y="222"/>
                </a:lnTo>
                <a:lnTo>
                  <a:pt x="149" y="224"/>
                </a:lnTo>
                <a:lnTo>
                  <a:pt x="148" y="225"/>
                </a:lnTo>
                <a:lnTo>
                  <a:pt x="147" y="228"/>
                </a:lnTo>
                <a:lnTo>
                  <a:pt x="146" y="232"/>
                </a:lnTo>
                <a:lnTo>
                  <a:pt x="146" y="236"/>
                </a:lnTo>
                <a:lnTo>
                  <a:pt x="144" y="240"/>
                </a:lnTo>
                <a:lnTo>
                  <a:pt x="143" y="244"/>
                </a:lnTo>
                <a:lnTo>
                  <a:pt x="142" y="247"/>
                </a:lnTo>
                <a:lnTo>
                  <a:pt x="140" y="251"/>
                </a:lnTo>
                <a:lnTo>
                  <a:pt x="138" y="253"/>
                </a:lnTo>
                <a:lnTo>
                  <a:pt x="136" y="256"/>
                </a:lnTo>
                <a:lnTo>
                  <a:pt x="134" y="258"/>
                </a:lnTo>
                <a:lnTo>
                  <a:pt x="132" y="260"/>
                </a:lnTo>
                <a:lnTo>
                  <a:pt x="127" y="263"/>
                </a:lnTo>
                <a:lnTo>
                  <a:pt x="122" y="266"/>
                </a:lnTo>
                <a:lnTo>
                  <a:pt x="118" y="269"/>
                </a:lnTo>
                <a:lnTo>
                  <a:pt x="112" y="273"/>
                </a:lnTo>
                <a:lnTo>
                  <a:pt x="110" y="275"/>
                </a:lnTo>
                <a:lnTo>
                  <a:pt x="108" y="277"/>
                </a:lnTo>
                <a:lnTo>
                  <a:pt x="106" y="279"/>
                </a:lnTo>
                <a:lnTo>
                  <a:pt x="105" y="281"/>
                </a:lnTo>
                <a:lnTo>
                  <a:pt x="104" y="283"/>
                </a:lnTo>
                <a:lnTo>
                  <a:pt x="103" y="285"/>
                </a:lnTo>
                <a:lnTo>
                  <a:pt x="103" y="289"/>
                </a:lnTo>
                <a:lnTo>
                  <a:pt x="102" y="293"/>
                </a:lnTo>
                <a:lnTo>
                  <a:pt x="102" y="302"/>
                </a:lnTo>
                <a:lnTo>
                  <a:pt x="102" y="313"/>
                </a:lnTo>
                <a:lnTo>
                  <a:pt x="102" y="323"/>
                </a:lnTo>
                <a:lnTo>
                  <a:pt x="102" y="333"/>
                </a:lnTo>
                <a:lnTo>
                  <a:pt x="102" y="340"/>
                </a:lnTo>
                <a:lnTo>
                  <a:pt x="102" y="344"/>
                </a:lnTo>
                <a:lnTo>
                  <a:pt x="105" y="345"/>
                </a:lnTo>
                <a:lnTo>
                  <a:pt x="106" y="346"/>
                </a:lnTo>
                <a:lnTo>
                  <a:pt x="110" y="347"/>
                </a:lnTo>
                <a:lnTo>
                  <a:pt x="114" y="347"/>
                </a:lnTo>
                <a:lnTo>
                  <a:pt x="118" y="347"/>
                </a:lnTo>
                <a:lnTo>
                  <a:pt x="122" y="347"/>
                </a:lnTo>
                <a:lnTo>
                  <a:pt x="127" y="345"/>
                </a:lnTo>
                <a:lnTo>
                  <a:pt x="133" y="345"/>
                </a:lnTo>
                <a:lnTo>
                  <a:pt x="136" y="345"/>
                </a:lnTo>
                <a:lnTo>
                  <a:pt x="138" y="345"/>
                </a:lnTo>
                <a:lnTo>
                  <a:pt x="141" y="345"/>
                </a:lnTo>
                <a:lnTo>
                  <a:pt x="143" y="347"/>
                </a:lnTo>
                <a:lnTo>
                  <a:pt x="146" y="349"/>
                </a:lnTo>
                <a:lnTo>
                  <a:pt x="148" y="351"/>
                </a:lnTo>
                <a:lnTo>
                  <a:pt x="150" y="353"/>
                </a:lnTo>
                <a:lnTo>
                  <a:pt x="153" y="357"/>
                </a:lnTo>
                <a:lnTo>
                  <a:pt x="155" y="360"/>
                </a:lnTo>
                <a:lnTo>
                  <a:pt x="157" y="362"/>
                </a:lnTo>
                <a:lnTo>
                  <a:pt x="157" y="363"/>
                </a:lnTo>
                <a:lnTo>
                  <a:pt x="158" y="365"/>
                </a:lnTo>
                <a:lnTo>
                  <a:pt x="158" y="366"/>
                </a:lnTo>
                <a:lnTo>
                  <a:pt x="157" y="368"/>
                </a:lnTo>
                <a:lnTo>
                  <a:pt x="153" y="371"/>
                </a:lnTo>
                <a:lnTo>
                  <a:pt x="149" y="373"/>
                </a:lnTo>
                <a:lnTo>
                  <a:pt x="147" y="377"/>
                </a:lnTo>
                <a:lnTo>
                  <a:pt x="146" y="379"/>
                </a:lnTo>
                <a:lnTo>
                  <a:pt x="146" y="382"/>
                </a:lnTo>
                <a:lnTo>
                  <a:pt x="146" y="385"/>
                </a:lnTo>
                <a:lnTo>
                  <a:pt x="145" y="389"/>
                </a:lnTo>
                <a:lnTo>
                  <a:pt x="144" y="392"/>
                </a:lnTo>
                <a:lnTo>
                  <a:pt x="143" y="394"/>
                </a:lnTo>
                <a:lnTo>
                  <a:pt x="142" y="397"/>
                </a:lnTo>
                <a:lnTo>
                  <a:pt x="140" y="398"/>
                </a:lnTo>
                <a:lnTo>
                  <a:pt x="138" y="399"/>
                </a:lnTo>
                <a:lnTo>
                  <a:pt x="137" y="400"/>
                </a:lnTo>
                <a:lnTo>
                  <a:pt x="135" y="401"/>
                </a:lnTo>
                <a:lnTo>
                  <a:pt x="131" y="402"/>
                </a:lnTo>
                <a:lnTo>
                  <a:pt x="128" y="405"/>
                </a:lnTo>
                <a:lnTo>
                  <a:pt x="126" y="405"/>
                </a:lnTo>
                <a:lnTo>
                  <a:pt x="126" y="407"/>
                </a:lnTo>
                <a:lnTo>
                  <a:pt x="125" y="409"/>
                </a:lnTo>
                <a:lnTo>
                  <a:pt x="124" y="410"/>
                </a:lnTo>
                <a:lnTo>
                  <a:pt x="122" y="414"/>
                </a:lnTo>
                <a:lnTo>
                  <a:pt x="121" y="417"/>
                </a:lnTo>
                <a:lnTo>
                  <a:pt x="118" y="419"/>
                </a:lnTo>
                <a:lnTo>
                  <a:pt x="114" y="421"/>
                </a:lnTo>
                <a:lnTo>
                  <a:pt x="109" y="427"/>
                </a:lnTo>
                <a:lnTo>
                  <a:pt x="102" y="436"/>
                </a:lnTo>
                <a:lnTo>
                  <a:pt x="99" y="441"/>
                </a:lnTo>
                <a:lnTo>
                  <a:pt x="97" y="446"/>
                </a:lnTo>
                <a:lnTo>
                  <a:pt x="96" y="448"/>
                </a:lnTo>
                <a:lnTo>
                  <a:pt x="95" y="450"/>
                </a:lnTo>
                <a:lnTo>
                  <a:pt x="94" y="452"/>
                </a:lnTo>
                <a:lnTo>
                  <a:pt x="94" y="453"/>
                </a:lnTo>
                <a:lnTo>
                  <a:pt x="94" y="455"/>
                </a:lnTo>
                <a:lnTo>
                  <a:pt x="95" y="457"/>
                </a:lnTo>
                <a:lnTo>
                  <a:pt x="96" y="458"/>
                </a:lnTo>
                <a:lnTo>
                  <a:pt x="97" y="461"/>
                </a:lnTo>
                <a:lnTo>
                  <a:pt x="99" y="463"/>
                </a:lnTo>
                <a:lnTo>
                  <a:pt x="101" y="466"/>
                </a:lnTo>
                <a:lnTo>
                  <a:pt x="105" y="466"/>
                </a:lnTo>
                <a:lnTo>
                  <a:pt x="110" y="466"/>
                </a:lnTo>
                <a:lnTo>
                  <a:pt x="114" y="467"/>
                </a:lnTo>
                <a:lnTo>
                  <a:pt x="118" y="467"/>
                </a:lnTo>
                <a:lnTo>
                  <a:pt x="122" y="465"/>
                </a:lnTo>
                <a:lnTo>
                  <a:pt x="130" y="462"/>
                </a:lnTo>
                <a:lnTo>
                  <a:pt x="138" y="459"/>
                </a:lnTo>
                <a:lnTo>
                  <a:pt x="147" y="456"/>
                </a:lnTo>
                <a:lnTo>
                  <a:pt x="151" y="454"/>
                </a:lnTo>
                <a:lnTo>
                  <a:pt x="156" y="453"/>
                </a:lnTo>
                <a:lnTo>
                  <a:pt x="161" y="452"/>
                </a:lnTo>
                <a:lnTo>
                  <a:pt x="164" y="451"/>
                </a:lnTo>
                <a:lnTo>
                  <a:pt x="168" y="452"/>
                </a:lnTo>
                <a:lnTo>
                  <a:pt x="171" y="452"/>
                </a:lnTo>
                <a:lnTo>
                  <a:pt x="172" y="453"/>
                </a:lnTo>
                <a:lnTo>
                  <a:pt x="173" y="453"/>
                </a:lnTo>
                <a:lnTo>
                  <a:pt x="174" y="454"/>
                </a:lnTo>
                <a:lnTo>
                  <a:pt x="175" y="455"/>
                </a:lnTo>
                <a:lnTo>
                  <a:pt x="176" y="457"/>
                </a:lnTo>
                <a:lnTo>
                  <a:pt x="178" y="457"/>
                </a:lnTo>
                <a:lnTo>
                  <a:pt x="179" y="459"/>
                </a:lnTo>
                <a:lnTo>
                  <a:pt x="181" y="461"/>
                </a:lnTo>
                <a:lnTo>
                  <a:pt x="184" y="465"/>
                </a:lnTo>
                <a:lnTo>
                  <a:pt x="187" y="469"/>
                </a:lnTo>
                <a:lnTo>
                  <a:pt x="189" y="473"/>
                </a:lnTo>
                <a:lnTo>
                  <a:pt x="191" y="479"/>
                </a:lnTo>
                <a:lnTo>
                  <a:pt x="193" y="484"/>
                </a:lnTo>
                <a:lnTo>
                  <a:pt x="194" y="488"/>
                </a:lnTo>
                <a:lnTo>
                  <a:pt x="192" y="490"/>
                </a:lnTo>
                <a:lnTo>
                  <a:pt x="189" y="492"/>
                </a:lnTo>
                <a:lnTo>
                  <a:pt x="187" y="493"/>
                </a:lnTo>
                <a:lnTo>
                  <a:pt x="184" y="495"/>
                </a:lnTo>
                <a:lnTo>
                  <a:pt x="181" y="496"/>
                </a:lnTo>
                <a:lnTo>
                  <a:pt x="178" y="497"/>
                </a:lnTo>
                <a:lnTo>
                  <a:pt x="175" y="497"/>
                </a:lnTo>
                <a:lnTo>
                  <a:pt x="171" y="498"/>
                </a:lnTo>
                <a:lnTo>
                  <a:pt x="164" y="499"/>
                </a:lnTo>
                <a:lnTo>
                  <a:pt x="158" y="501"/>
                </a:lnTo>
                <a:lnTo>
                  <a:pt x="154" y="501"/>
                </a:lnTo>
                <a:lnTo>
                  <a:pt x="150" y="502"/>
                </a:lnTo>
                <a:lnTo>
                  <a:pt x="147" y="503"/>
                </a:lnTo>
                <a:lnTo>
                  <a:pt x="144" y="504"/>
                </a:lnTo>
                <a:lnTo>
                  <a:pt x="138" y="504"/>
                </a:lnTo>
                <a:lnTo>
                  <a:pt x="134" y="504"/>
                </a:lnTo>
                <a:lnTo>
                  <a:pt x="129" y="504"/>
                </a:lnTo>
                <a:lnTo>
                  <a:pt x="123" y="504"/>
                </a:lnTo>
                <a:lnTo>
                  <a:pt x="114" y="509"/>
                </a:lnTo>
                <a:lnTo>
                  <a:pt x="104" y="513"/>
                </a:lnTo>
                <a:lnTo>
                  <a:pt x="99" y="515"/>
                </a:lnTo>
                <a:lnTo>
                  <a:pt x="94" y="517"/>
                </a:lnTo>
                <a:lnTo>
                  <a:pt x="90" y="517"/>
                </a:lnTo>
                <a:lnTo>
                  <a:pt x="87" y="517"/>
                </a:lnTo>
                <a:lnTo>
                  <a:pt x="85" y="517"/>
                </a:lnTo>
                <a:lnTo>
                  <a:pt x="81" y="517"/>
                </a:lnTo>
                <a:lnTo>
                  <a:pt x="80" y="517"/>
                </a:lnTo>
                <a:lnTo>
                  <a:pt x="79" y="515"/>
                </a:lnTo>
                <a:lnTo>
                  <a:pt x="78" y="514"/>
                </a:lnTo>
                <a:lnTo>
                  <a:pt x="76" y="513"/>
                </a:lnTo>
                <a:lnTo>
                  <a:pt x="73" y="513"/>
                </a:lnTo>
                <a:lnTo>
                  <a:pt x="69" y="512"/>
                </a:lnTo>
                <a:lnTo>
                  <a:pt x="65" y="511"/>
                </a:lnTo>
                <a:lnTo>
                  <a:pt x="61" y="510"/>
                </a:lnTo>
                <a:lnTo>
                  <a:pt x="59" y="509"/>
                </a:lnTo>
                <a:lnTo>
                  <a:pt x="58" y="509"/>
                </a:lnTo>
                <a:lnTo>
                  <a:pt x="57" y="507"/>
                </a:lnTo>
                <a:lnTo>
                  <a:pt x="56" y="506"/>
                </a:lnTo>
                <a:lnTo>
                  <a:pt x="54" y="505"/>
                </a:lnTo>
                <a:lnTo>
                  <a:pt x="53" y="503"/>
                </a:lnTo>
                <a:lnTo>
                  <a:pt x="51" y="501"/>
                </a:lnTo>
                <a:lnTo>
                  <a:pt x="50" y="499"/>
                </a:lnTo>
                <a:lnTo>
                  <a:pt x="50" y="497"/>
                </a:lnTo>
                <a:lnTo>
                  <a:pt x="50" y="495"/>
                </a:lnTo>
                <a:lnTo>
                  <a:pt x="49" y="493"/>
                </a:lnTo>
                <a:lnTo>
                  <a:pt x="50" y="490"/>
                </a:lnTo>
                <a:lnTo>
                  <a:pt x="50" y="485"/>
                </a:lnTo>
                <a:lnTo>
                  <a:pt x="51" y="481"/>
                </a:lnTo>
                <a:lnTo>
                  <a:pt x="53" y="475"/>
                </a:lnTo>
                <a:lnTo>
                  <a:pt x="56" y="470"/>
                </a:lnTo>
                <a:lnTo>
                  <a:pt x="62" y="461"/>
                </a:lnTo>
                <a:lnTo>
                  <a:pt x="67" y="452"/>
                </a:lnTo>
                <a:lnTo>
                  <a:pt x="70" y="448"/>
                </a:lnTo>
                <a:lnTo>
                  <a:pt x="72" y="444"/>
                </a:lnTo>
                <a:lnTo>
                  <a:pt x="74" y="441"/>
                </a:lnTo>
                <a:lnTo>
                  <a:pt x="74" y="438"/>
                </a:lnTo>
                <a:lnTo>
                  <a:pt x="75" y="436"/>
                </a:lnTo>
                <a:lnTo>
                  <a:pt x="77" y="432"/>
                </a:lnTo>
                <a:lnTo>
                  <a:pt x="77" y="428"/>
                </a:lnTo>
                <a:lnTo>
                  <a:pt x="78" y="424"/>
                </a:lnTo>
                <a:lnTo>
                  <a:pt x="78" y="420"/>
                </a:lnTo>
                <a:lnTo>
                  <a:pt x="78" y="416"/>
                </a:lnTo>
                <a:lnTo>
                  <a:pt x="77" y="414"/>
                </a:lnTo>
                <a:lnTo>
                  <a:pt x="77" y="413"/>
                </a:lnTo>
                <a:lnTo>
                  <a:pt x="75" y="411"/>
                </a:lnTo>
                <a:lnTo>
                  <a:pt x="74" y="410"/>
                </a:lnTo>
                <a:lnTo>
                  <a:pt x="74" y="409"/>
                </a:lnTo>
                <a:lnTo>
                  <a:pt x="72" y="409"/>
                </a:lnTo>
                <a:lnTo>
                  <a:pt x="71" y="409"/>
                </a:lnTo>
                <a:lnTo>
                  <a:pt x="70" y="409"/>
                </a:lnTo>
                <a:lnTo>
                  <a:pt x="68" y="409"/>
                </a:lnTo>
                <a:lnTo>
                  <a:pt x="67" y="408"/>
                </a:lnTo>
                <a:lnTo>
                  <a:pt x="66" y="407"/>
                </a:lnTo>
                <a:lnTo>
                  <a:pt x="66" y="406"/>
                </a:lnTo>
                <a:lnTo>
                  <a:pt x="62" y="403"/>
                </a:lnTo>
                <a:lnTo>
                  <a:pt x="57" y="397"/>
                </a:lnTo>
                <a:lnTo>
                  <a:pt x="54" y="393"/>
                </a:lnTo>
                <a:lnTo>
                  <a:pt x="52" y="390"/>
                </a:lnTo>
                <a:lnTo>
                  <a:pt x="50" y="388"/>
                </a:lnTo>
                <a:lnTo>
                  <a:pt x="50" y="386"/>
                </a:lnTo>
                <a:lnTo>
                  <a:pt x="53" y="384"/>
                </a:lnTo>
                <a:lnTo>
                  <a:pt x="56" y="381"/>
                </a:lnTo>
                <a:lnTo>
                  <a:pt x="59" y="379"/>
                </a:lnTo>
                <a:lnTo>
                  <a:pt x="62" y="376"/>
                </a:lnTo>
                <a:lnTo>
                  <a:pt x="65" y="373"/>
                </a:lnTo>
                <a:lnTo>
                  <a:pt x="68" y="371"/>
                </a:lnTo>
                <a:lnTo>
                  <a:pt x="71" y="369"/>
                </a:lnTo>
                <a:lnTo>
                  <a:pt x="74" y="367"/>
                </a:lnTo>
                <a:lnTo>
                  <a:pt x="75" y="357"/>
                </a:lnTo>
                <a:lnTo>
                  <a:pt x="75" y="345"/>
                </a:lnTo>
                <a:lnTo>
                  <a:pt x="75" y="333"/>
                </a:lnTo>
                <a:lnTo>
                  <a:pt x="74" y="321"/>
                </a:lnTo>
                <a:lnTo>
                  <a:pt x="74" y="320"/>
                </a:lnTo>
                <a:lnTo>
                  <a:pt x="71" y="319"/>
                </a:lnTo>
                <a:lnTo>
                  <a:pt x="70" y="318"/>
                </a:lnTo>
                <a:lnTo>
                  <a:pt x="68" y="317"/>
                </a:lnTo>
                <a:lnTo>
                  <a:pt x="65" y="313"/>
                </a:lnTo>
                <a:lnTo>
                  <a:pt x="62" y="310"/>
                </a:lnTo>
                <a:lnTo>
                  <a:pt x="56" y="302"/>
                </a:lnTo>
                <a:lnTo>
                  <a:pt x="51" y="296"/>
                </a:lnTo>
                <a:lnTo>
                  <a:pt x="51" y="293"/>
                </a:lnTo>
                <a:lnTo>
                  <a:pt x="52" y="290"/>
                </a:lnTo>
                <a:lnTo>
                  <a:pt x="52" y="288"/>
                </a:lnTo>
                <a:lnTo>
                  <a:pt x="53" y="285"/>
                </a:lnTo>
                <a:lnTo>
                  <a:pt x="55" y="280"/>
                </a:lnTo>
                <a:lnTo>
                  <a:pt x="58" y="275"/>
                </a:lnTo>
                <a:lnTo>
                  <a:pt x="60" y="271"/>
                </a:lnTo>
                <a:lnTo>
                  <a:pt x="63" y="267"/>
                </a:lnTo>
                <a:lnTo>
                  <a:pt x="66" y="263"/>
                </a:lnTo>
                <a:lnTo>
                  <a:pt x="70" y="259"/>
                </a:lnTo>
                <a:lnTo>
                  <a:pt x="74" y="255"/>
                </a:lnTo>
                <a:lnTo>
                  <a:pt x="77" y="251"/>
                </a:lnTo>
                <a:lnTo>
                  <a:pt x="80" y="247"/>
                </a:lnTo>
                <a:lnTo>
                  <a:pt x="83" y="242"/>
                </a:lnTo>
                <a:lnTo>
                  <a:pt x="86" y="238"/>
                </a:lnTo>
                <a:lnTo>
                  <a:pt x="87" y="233"/>
                </a:lnTo>
                <a:lnTo>
                  <a:pt x="88" y="230"/>
                </a:lnTo>
                <a:lnTo>
                  <a:pt x="88" y="227"/>
                </a:lnTo>
                <a:lnTo>
                  <a:pt x="88" y="224"/>
                </a:lnTo>
                <a:lnTo>
                  <a:pt x="88" y="221"/>
                </a:lnTo>
                <a:lnTo>
                  <a:pt x="81" y="217"/>
                </a:lnTo>
                <a:lnTo>
                  <a:pt x="73" y="214"/>
                </a:lnTo>
                <a:lnTo>
                  <a:pt x="66" y="210"/>
                </a:lnTo>
                <a:lnTo>
                  <a:pt x="58" y="206"/>
                </a:lnTo>
                <a:lnTo>
                  <a:pt x="58" y="204"/>
                </a:lnTo>
                <a:lnTo>
                  <a:pt x="59" y="202"/>
                </a:lnTo>
                <a:lnTo>
                  <a:pt x="62" y="200"/>
                </a:lnTo>
                <a:lnTo>
                  <a:pt x="63" y="199"/>
                </a:lnTo>
                <a:lnTo>
                  <a:pt x="66" y="197"/>
                </a:lnTo>
                <a:lnTo>
                  <a:pt x="69" y="196"/>
                </a:lnTo>
                <a:lnTo>
                  <a:pt x="71" y="195"/>
                </a:lnTo>
                <a:lnTo>
                  <a:pt x="75" y="193"/>
                </a:lnTo>
                <a:lnTo>
                  <a:pt x="82" y="191"/>
                </a:lnTo>
                <a:lnTo>
                  <a:pt x="88" y="188"/>
                </a:lnTo>
                <a:lnTo>
                  <a:pt x="90" y="187"/>
                </a:lnTo>
                <a:lnTo>
                  <a:pt x="94" y="185"/>
                </a:lnTo>
                <a:lnTo>
                  <a:pt x="95" y="184"/>
                </a:lnTo>
                <a:lnTo>
                  <a:pt x="98" y="181"/>
                </a:lnTo>
                <a:lnTo>
                  <a:pt x="98" y="178"/>
                </a:lnTo>
                <a:lnTo>
                  <a:pt x="99" y="174"/>
                </a:lnTo>
                <a:lnTo>
                  <a:pt x="99" y="170"/>
                </a:lnTo>
                <a:lnTo>
                  <a:pt x="100" y="165"/>
                </a:lnTo>
                <a:lnTo>
                  <a:pt x="99" y="156"/>
                </a:lnTo>
                <a:lnTo>
                  <a:pt x="99" y="148"/>
                </a:lnTo>
                <a:lnTo>
                  <a:pt x="99" y="144"/>
                </a:lnTo>
                <a:lnTo>
                  <a:pt x="99" y="140"/>
                </a:lnTo>
                <a:lnTo>
                  <a:pt x="100" y="136"/>
                </a:lnTo>
                <a:lnTo>
                  <a:pt x="101" y="133"/>
                </a:lnTo>
                <a:lnTo>
                  <a:pt x="102" y="130"/>
                </a:lnTo>
                <a:lnTo>
                  <a:pt x="104" y="127"/>
                </a:lnTo>
                <a:lnTo>
                  <a:pt x="105" y="126"/>
                </a:lnTo>
                <a:lnTo>
                  <a:pt x="106" y="124"/>
                </a:lnTo>
                <a:lnTo>
                  <a:pt x="107" y="124"/>
                </a:lnTo>
                <a:lnTo>
                  <a:pt x="109" y="123"/>
                </a:lnTo>
                <a:lnTo>
                  <a:pt x="114" y="123"/>
                </a:lnTo>
                <a:lnTo>
                  <a:pt x="118" y="123"/>
                </a:lnTo>
                <a:lnTo>
                  <a:pt x="120" y="126"/>
                </a:lnTo>
                <a:lnTo>
                  <a:pt x="122" y="128"/>
                </a:lnTo>
                <a:lnTo>
                  <a:pt x="122" y="130"/>
                </a:lnTo>
                <a:lnTo>
                  <a:pt x="123" y="132"/>
                </a:lnTo>
                <a:lnTo>
                  <a:pt x="123" y="134"/>
                </a:lnTo>
                <a:lnTo>
                  <a:pt x="123" y="137"/>
                </a:lnTo>
                <a:lnTo>
                  <a:pt x="122" y="140"/>
                </a:lnTo>
                <a:lnTo>
                  <a:pt x="121" y="141"/>
                </a:lnTo>
                <a:lnTo>
                  <a:pt x="120" y="144"/>
                </a:lnTo>
                <a:lnTo>
                  <a:pt x="119" y="146"/>
                </a:lnTo>
                <a:lnTo>
                  <a:pt x="118" y="151"/>
                </a:lnTo>
                <a:lnTo>
                  <a:pt x="118" y="156"/>
                </a:lnTo>
                <a:lnTo>
                  <a:pt x="118" y="165"/>
                </a:lnTo>
                <a:lnTo>
                  <a:pt x="118" y="176"/>
                </a:lnTo>
                <a:lnTo>
                  <a:pt x="122" y="179"/>
                </a:lnTo>
                <a:lnTo>
                  <a:pt x="126" y="181"/>
                </a:lnTo>
                <a:lnTo>
                  <a:pt x="130" y="181"/>
                </a:lnTo>
                <a:lnTo>
                  <a:pt x="134" y="181"/>
                </a:lnTo>
                <a:lnTo>
                  <a:pt x="135" y="179"/>
                </a:lnTo>
                <a:lnTo>
                  <a:pt x="136" y="176"/>
                </a:lnTo>
                <a:lnTo>
                  <a:pt x="138" y="173"/>
                </a:lnTo>
                <a:lnTo>
                  <a:pt x="139" y="171"/>
                </a:lnTo>
                <a:lnTo>
                  <a:pt x="143" y="165"/>
                </a:lnTo>
                <a:lnTo>
                  <a:pt x="147" y="160"/>
                </a:lnTo>
                <a:lnTo>
                  <a:pt x="155" y="151"/>
                </a:lnTo>
                <a:lnTo>
                  <a:pt x="163" y="141"/>
                </a:lnTo>
                <a:lnTo>
                  <a:pt x="167" y="136"/>
                </a:lnTo>
                <a:lnTo>
                  <a:pt x="171" y="128"/>
                </a:lnTo>
                <a:lnTo>
                  <a:pt x="174" y="121"/>
                </a:lnTo>
                <a:lnTo>
                  <a:pt x="177" y="114"/>
                </a:lnTo>
                <a:lnTo>
                  <a:pt x="181" y="106"/>
                </a:lnTo>
                <a:lnTo>
                  <a:pt x="184" y="99"/>
                </a:lnTo>
                <a:lnTo>
                  <a:pt x="187" y="92"/>
                </a:lnTo>
                <a:lnTo>
                  <a:pt x="191" y="84"/>
                </a:lnTo>
                <a:lnTo>
                  <a:pt x="195" y="78"/>
                </a:lnTo>
                <a:lnTo>
                  <a:pt x="200" y="71"/>
                </a:lnTo>
                <a:lnTo>
                  <a:pt x="203" y="68"/>
                </a:lnTo>
                <a:lnTo>
                  <a:pt x="205" y="64"/>
                </a:lnTo>
                <a:lnTo>
                  <a:pt x="205" y="61"/>
                </a:lnTo>
                <a:lnTo>
                  <a:pt x="206" y="59"/>
                </a:lnTo>
                <a:lnTo>
                  <a:pt x="207" y="56"/>
                </a:lnTo>
                <a:lnTo>
                  <a:pt x="207" y="53"/>
                </a:lnTo>
                <a:lnTo>
                  <a:pt x="203" y="49"/>
                </a:lnTo>
                <a:lnTo>
                  <a:pt x="200" y="44"/>
                </a:lnTo>
                <a:lnTo>
                  <a:pt x="192" y="45"/>
                </a:lnTo>
                <a:lnTo>
                  <a:pt x="183" y="46"/>
                </a:lnTo>
                <a:lnTo>
                  <a:pt x="175" y="46"/>
                </a:lnTo>
                <a:lnTo>
                  <a:pt x="167" y="47"/>
                </a:lnTo>
                <a:lnTo>
                  <a:pt x="167" y="50"/>
                </a:lnTo>
                <a:lnTo>
                  <a:pt x="165" y="52"/>
                </a:lnTo>
                <a:lnTo>
                  <a:pt x="163" y="54"/>
                </a:lnTo>
                <a:lnTo>
                  <a:pt x="163" y="56"/>
                </a:lnTo>
                <a:lnTo>
                  <a:pt x="161" y="56"/>
                </a:lnTo>
                <a:lnTo>
                  <a:pt x="159" y="57"/>
                </a:lnTo>
                <a:lnTo>
                  <a:pt x="159" y="58"/>
                </a:lnTo>
                <a:lnTo>
                  <a:pt x="157" y="58"/>
                </a:lnTo>
                <a:lnTo>
                  <a:pt x="154" y="59"/>
                </a:lnTo>
                <a:lnTo>
                  <a:pt x="150" y="60"/>
                </a:lnTo>
                <a:lnTo>
                  <a:pt x="148" y="60"/>
                </a:lnTo>
                <a:lnTo>
                  <a:pt x="146" y="60"/>
                </a:lnTo>
                <a:lnTo>
                  <a:pt x="144" y="62"/>
                </a:lnTo>
                <a:lnTo>
                  <a:pt x="142" y="63"/>
                </a:lnTo>
                <a:lnTo>
                  <a:pt x="139" y="65"/>
                </a:lnTo>
                <a:lnTo>
                  <a:pt x="136" y="67"/>
                </a:lnTo>
                <a:lnTo>
                  <a:pt x="134" y="69"/>
                </a:lnTo>
                <a:lnTo>
                  <a:pt x="131" y="72"/>
                </a:lnTo>
                <a:lnTo>
                  <a:pt x="126" y="77"/>
                </a:lnTo>
                <a:lnTo>
                  <a:pt x="121" y="82"/>
                </a:lnTo>
                <a:lnTo>
                  <a:pt x="118" y="82"/>
                </a:lnTo>
                <a:lnTo>
                  <a:pt x="116" y="82"/>
                </a:lnTo>
                <a:lnTo>
                  <a:pt x="106" y="88"/>
                </a:lnTo>
                <a:lnTo>
                  <a:pt x="94" y="96"/>
                </a:lnTo>
                <a:lnTo>
                  <a:pt x="89" y="100"/>
                </a:lnTo>
                <a:lnTo>
                  <a:pt x="82" y="104"/>
                </a:lnTo>
                <a:lnTo>
                  <a:pt x="78" y="108"/>
                </a:lnTo>
                <a:lnTo>
                  <a:pt x="73" y="112"/>
                </a:lnTo>
                <a:lnTo>
                  <a:pt x="67" y="118"/>
                </a:lnTo>
                <a:lnTo>
                  <a:pt x="61" y="124"/>
                </a:lnTo>
                <a:lnTo>
                  <a:pt x="57" y="128"/>
                </a:lnTo>
                <a:lnTo>
                  <a:pt x="53" y="131"/>
                </a:lnTo>
                <a:lnTo>
                  <a:pt x="51" y="132"/>
                </a:lnTo>
                <a:lnTo>
                  <a:pt x="50" y="132"/>
                </a:lnTo>
                <a:lnTo>
                  <a:pt x="48" y="132"/>
                </a:lnTo>
                <a:lnTo>
                  <a:pt x="46" y="132"/>
                </a:lnTo>
                <a:lnTo>
                  <a:pt x="46" y="136"/>
                </a:lnTo>
                <a:lnTo>
                  <a:pt x="45" y="138"/>
                </a:lnTo>
                <a:lnTo>
                  <a:pt x="44" y="140"/>
                </a:lnTo>
                <a:lnTo>
                  <a:pt x="42" y="142"/>
                </a:lnTo>
                <a:lnTo>
                  <a:pt x="41" y="145"/>
                </a:lnTo>
                <a:lnTo>
                  <a:pt x="40" y="148"/>
                </a:lnTo>
                <a:lnTo>
                  <a:pt x="39" y="151"/>
                </a:lnTo>
                <a:lnTo>
                  <a:pt x="39" y="154"/>
                </a:lnTo>
                <a:lnTo>
                  <a:pt x="39" y="159"/>
                </a:lnTo>
                <a:lnTo>
                  <a:pt x="38" y="168"/>
                </a:lnTo>
                <a:lnTo>
                  <a:pt x="38" y="180"/>
                </a:lnTo>
                <a:lnTo>
                  <a:pt x="38" y="192"/>
                </a:lnTo>
                <a:lnTo>
                  <a:pt x="36" y="205"/>
                </a:lnTo>
                <a:lnTo>
                  <a:pt x="34" y="216"/>
                </a:lnTo>
                <a:lnTo>
                  <a:pt x="34" y="221"/>
                </a:lnTo>
                <a:lnTo>
                  <a:pt x="33" y="225"/>
                </a:lnTo>
                <a:lnTo>
                  <a:pt x="31" y="229"/>
                </a:lnTo>
                <a:lnTo>
                  <a:pt x="30" y="230"/>
                </a:lnTo>
                <a:lnTo>
                  <a:pt x="27" y="230"/>
                </a:lnTo>
                <a:lnTo>
                  <a:pt x="25" y="230"/>
                </a:lnTo>
                <a:lnTo>
                  <a:pt x="22" y="230"/>
                </a:lnTo>
                <a:lnTo>
                  <a:pt x="18" y="230"/>
                </a:lnTo>
                <a:lnTo>
                  <a:pt x="18" y="229"/>
                </a:lnTo>
                <a:lnTo>
                  <a:pt x="17" y="227"/>
                </a:lnTo>
                <a:lnTo>
                  <a:pt x="16" y="225"/>
                </a:lnTo>
                <a:lnTo>
                  <a:pt x="14" y="224"/>
                </a:lnTo>
                <a:lnTo>
                  <a:pt x="12" y="223"/>
                </a:lnTo>
                <a:lnTo>
                  <a:pt x="9" y="221"/>
                </a:lnTo>
                <a:lnTo>
                  <a:pt x="9" y="214"/>
                </a:lnTo>
                <a:lnTo>
                  <a:pt x="9" y="208"/>
                </a:lnTo>
                <a:lnTo>
                  <a:pt x="9" y="200"/>
                </a:lnTo>
                <a:lnTo>
                  <a:pt x="9" y="194"/>
                </a:lnTo>
                <a:lnTo>
                  <a:pt x="9" y="188"/>
                </a:lnTo>
                <a:lnTo>
                  <a:pt x="9" y="180"/>
                </a:lnTo>
                <a:lnTo>
                  <a:pt x="9" y="174"/>
                </a:lnTo>
                <a:lnTo>
                  <a:pt x="9" y="168"/>
                </a:lnTo>
                <a:lnTo>
                  <a:pt x="9" y="167"/>
                </a:lnTo>
                <a:lnTo>
                  <a:pt x="8" y="165"/>
                </a:lnTo>
                <a:lnTo>
                  <a:pt x="7" y="164"/>
                </a:lnTo>
                <a:lnTo>
                  <a:pt x="7" y="163"/>
                </a:lnTo>
                <a:lnTo>
                  <a:pt x="7" y="160"/>
                </a:lnTo>
                <a:lnTo>
                  <a:pt x="7" y="156"/>
                </a:lnTo>
                <a:lnTo>
                  <a:pt x="8" y="152"/>
                </a:lnTo>
                <a:lnTo>
                  <a:pt x="8" y="148"/>
                </a:lnTo>
                <a:lnTo>
                  <a:pt x="8" y="145"/>
                </a:lnTo>
                <a:lnTo>
                  <a:pt x="7" y="141"/>
                </a:lnTo>
                <a:lnTo>
                  <a:pt x="4" y="136"/>
                </a:lnTo>
                <a:lnTo>
                  <a:pt x="1" y="127"/>
                </a:lnTo>
                <a:lnTo>
                  <a:pt x="1" y="125"/>
                </a:lnTo>
                <a:lnTo>
                  <a:pt x="0" y="123"/>
                </a:lnTo>
                <a:lnTo>
                  <a:pt x="0" y="121"/>
                </a:lnTo>
                <a:lnTo>
                  <a:pt x="0" y="119"/>
                </a:lnTo>
                <a:lnTo>
                  <a:pt x="1" y="117"/>
                </a:lnTo>
                <a:lnTo>
                  <a:pt x="1" y="116"/>
                </a:lnTo>
                <a:lnTo>
                  <a:pt x="2" y="114"/>
                </a:lnTo>
                <a:lnTo>
                  <a:pt x="4" y="113"/>
                </a:lnTo>
                <a:lnTo>
                  <a:pt x="6" y="112"/>
                </a:lnTo>
                <a:lnTo>
                  <a:pt x="8" y="112"/>
                </a:lnTo>
                <a:lnTo>
                  <a:pt x="10" y="112"/>
                </a:lnTo>
                <a:lnTo>
                  <a:pt x="11" y="112"/>
                </a:lnTo>
                <a:lnTo>
                  <a:pt x="14" y="114"/>
                </a:lnTo>
                <a:lnTo>
                  <a:pt x="18" y="116"/>
                </a:lnTo>
                <a:lnTo>
                  <a:pt x="23" y="120"/>
                </a:lnTo>
                <a:lnTo>
                  <a:pt x="28" y="123"/>
                </a:lnTo>
                <a:lnTo>
                  <a:pt x="31" y="123"/>
                </a:lnTo>
                <a:lnTo>
                  <a:pt x="35" y="123"/>
                </a:lnTo>
                <a:lnTo>
                  <a:pt x="38" y="123"/>
                </a:lnTo>
                <a:lnTo>
                  <a:pt x="42" y="123"/>
                </a:lnTo>
                <a:lnTo>
                  <a:pt x="43" y="121"/>
                </a:lnTo>
                <a:lnTo>
                  <a:pt x="45" y="120"/>
                </a:lnTo>
                <a:lnTo>
                  <a:pt x="46" y="119"/>
                </a:lnTo>
                <a:lnTo>
                  <a:pt x="48" y="117"/>
                </a:lnTo>
                <a:lnTo>
                  <a:pt x="51" y="116"/>
                </a:lnTo>
                <a:lnTo>
                  <a:pt x="56" y="113"/>
                </a:lnTo>
                <a:lnTo>
                  <a:pt x="58" y="112"/>
                </a:lnTo>
                <a:lnTo>
                  <a:pt x="59" y="110"/>
                </a:lnTo>
                <a:lnTo>
                  <a:pt x="61" y="108"/>
                </a:lnTo>
                <a:lnTo>
                  <a:pt x="62" y="106"/>
                </a:lnTo>
                <a:lnTo>
                  <a:pt x="66" y="102"/>
                </a:lnTo>
                <a:lnTo>
                  <a:pt x="70" y="99"/>
                </a:lnTo>
                <a:lnTo>
                  <a:pt x="74" y="97"/>
                </a:lnTo>
                <a:lnTo>
                  <a:pt x="79" y="96"/>
                </a:lnTo>
                <a:lnTo>
                  <a:pt x="84" y="92"/>
                </a:lnTo>
                <a:lnTo>
                  <a:pt x="89" y="87"/>
                </a:lnTo>
                <a:lnTo>
                  <a:pt x="94" y="83"/>
                </a:lnTo>
                <a:lnTo>
                  <a:pt x="99" y="79"/>
                </a:lnTo>
                <a:lnTo>
                  <a:pt x="102" y="78"/>
                </a:lnTo>
                <a:lnTo>
                  <a:pt x="103" y="76"/>
                </a:lnTo>
                <a:lnTo>
                  <a:pt x="106" y="76"/>
                </a:lnTo>
                <a:lnTo>
                  <a:pt x="108" y="76"/>
                </a:lnTo>
                <a:lnTo>
                  <a:pt x="110" y="75"/>
                </a:lnTo>
                <a:lnTo>
                  <a:pt x="112" y="75"/>
                </a:lnTo>
                <a:lnTo>
                  <a:pt x="114" y="73"/>
                </a:lnTo>
                <a:lnTo>
                  <a:pt x="116" y="72"/>
                </a:lnTo>
                <a:lnTo>
                  <a:pt x="121" y="68"/>
                </a:lnTo>
                <a:lnTo>
                  <a:pt x="126" y="63"/>
                </a:lnTo>
                <a:lnTo>
                  <a:pt x="129" y="60"/>
                </a:lnTo>
                <a:lnTo>
                  <a:pt x="131" y="58"/>
                </a:lnTo>
                <a:lnTo>
                  <a:pt x="134" y="58"/>
                </a:lnTo>
                <a:lnTo>
                  <a:pt x="135" y="57"/>
                </a:lnTo>
                <a:lnTo>
                  <a:pt x="137" y="56"/>
                </a:lnTo>
                <a:lnTo>
                  <a:pt x="139" y="5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60" name="îşļïḑe">
            <a:extLst>
              <a:ext uri="{FF2B5EF4-FFF2-40B4-BE49-F238E27FC236}">
                <a16:creationId xmlns:a16="http://schemas.microsoft.com/office/drawing/2014/main" id="{2C968EAB-0616-4989-AA95-35F7A6FDBF72}"/>
              </a:ext>
            </a:extLst>
          </p:cNvPr>
          <p:cNvSpPr>
            <a:spLocks noGrp="1"/>
          </p:cNvSpPr>
          <p:nvPr/>
        </p:nvSpPr>
        <p:spPr>
          <a:xfrm>
            <a:off x="1920240" y="629640"/>
            <a:ext cx="60480" cy="165600"/>
          </a:xfrm>
          <a:custGeom>
            <a:avLst/>
            <a:gdLst>
              <a:gd name="textAreaLeft" fmla="*/ 0 w 60480"/>
              <a:gd name="textAreaRight" fmla="*/ 60840 w 60480"/>
              <a:gd name="textAreaTop" fmla="*/ 0 h 165600"/>
              <a:gd name="textAreaBottom" fmla="*/ 165960 h 165600"/>
              <a:gd name="GluePoint1X" fmla="*/ 127 w 139"/>
              <a:gd name="GluePoint1Y" fmla="*/ 2 h 380"/>
              <a:gd name="GluePoint2X" fmla="*/ 135 w 139"/>
              <a:gd name="GluePoint2Y" fmla="*/ 15 h 380"/>
              <a:gd name="GluePoint3X" fmla="*/ 135 w 139"/>
              <a:gd name="GluePoint3Y" fmla="*/ 22 h 380"/>
              <a:gd name="GluePoint4X" fmla="*/ 123 w 139"/>
              <a:gd name="GluePoint4Y" fmla="*/ 50 h 380"/>
              <a:gd name="GluePoint5X" fmla="*/ 113 w 139"/>
              <a:gd name="GluePoint5Y" fmla="*/ 73 h 380"/>
              <a:gd name="GluePoint6X" fmla="*/ 107 w 139"/>
              <a:gd name="GluePoint6Y" fmla="*/ 106 h 380"/>
              <a:gd name="GluePoint7X" fmla="*/ 101 w 139"/>
              <a:gd name="GluePoint7Y" fmla="*/ 145 h 380"/>
              <a:gd name="GluePoint8X" fmla="*/ 103 w 139"/>
              <a:gd name="GluePoint8Y" fmla="*/ 178 h 380"/>
              <a:gd name="GluePoint9X" fmla="*/ 110 w 139"/>
              <a:gd name="GluePoint9Y" fmla="*/ 184 h 380"/>
              <a:gd name="GluePoint10X" fmla="*/ 117 w 139"/>
              <a:gd name="GluePoint10Y" fmla="*/ 196 h 380"/>
              <a:gd name="GluePoint11X" fmla="*/ 127 w 139"/>
              <a:gd name="GluePoint11Y" fmla="*/ 198 h 380"/>
              <a:gd name="GluePoint12X" fmla="*/ 133 w 139"/>
              <a:gd name="GluePoint12Y" fmla="*/ 194 h 380"/>
              <a:gd name="GluePoint13X" fmla="*/ 139 w 139"/>
              <a:gd name="GluePoint13Y" fmla="*/ 199 h 380"/>
              <a:gd name="GluePoint14X" fmla="*/ 135 w 139"/>
              <a:gd name="GluePoint14Y" fmla="*/ 216 h 380"/>
              <a:gd name="GluePoint15X" fmla="*/ 127 w 139"/>
              <a:gd name="GluePoint15Y" fmla="*/ 240 h 380"/>
              <a:gd name="GluePoint16X" fmla="*/ 119 w 139"/>
              <a:gd name="GluePoint16Y" fmla="*/ 255 h 380"/>
              <a:gd name="GluePoint17X" fmla="*/ 119 w 139"/>
              <a:gd name="GluePoint17Y" fmla="*/ 260 h 380"/>
              <a:gd name="GluePoint18X" fmla="*/ 108 w 139"/>
              <a:gd name="GluePoint18Y" fmla="*/ 268 h 380"/>
              <a:gd name="GluePoint19X" fmla="*/ 104 w 139"/>
              <a:gd name="GluePoint19Y" fmla="*/ 279 h 380"/>
              <a:gd name="GluePoint20X" fmla="*/ 98 w 139"/>
              <a:gd name="GluePoint20Y" fmla="*/ 290 h 380"/>
              <a:gd name="GluePoint21X" fmla="*/ 93 w 139"/>
              <a:gd name="GluePoint21Y" fmla="*/ 300 h 380"/>
              <a:gd name="GluePoint22X" fmla="*/ 92 w 139"/>
              <a:gd name="GluePoint22Y" fmla="*/ 311 h 380"/>
              <a:gd name="GluePoint23X" fmla="*/ 81 w 139"/>
              <a:gd name="GluePoint23Y" fmla="*/ 332 h 380"/>
              <a:gd name="GluePoint24X" fmla="*/ 79 w 139"/>
              <a:gd name="GluePoint24Y" fmla="*/ 341 h 380"/>
              <a:gd name="GluePoint25X" fmla="*/ 77 w 139"/>
              <a:gd name="GluePoint25Y" fmla="*/ 352 h 380"/>
              <a:gd name="GluePoint26X" fmla="*/ 72 w 139"/>
              <a:gd name="GluePoint26Y" fmla="*/ 360 h 380"/>
              <a:gd name="GluePoint27X" fmla="*/ 63 w 139"/>
              <a:gd name="GluePoint27Y" fmla="*/ 370 h 380"/>
              <a:gd name="GluePoint28X" fmla="*/ 52 w 139"/>
              <a:gd name="GluePoint28Y" fmla="*/ 376 h 380"/>
              <a:gd name="GluePoint29X" fmla="*/ 39 w 139"/>
              <a:gd name="GluePoint29Y" fmla="*/ 380 h 380"/>
              <a:gd name="GluePoint30X" fmla="*/ 15 w 139"/>
              <a:gd name="GluePoint30Y" fmla="*/ 376 h 380"/>
              <a:gd name="GluePoint31X" fmla="*/ 7 w 139"/>
              <a:gd name="GluePoint31Y" fmla="*/ 365 h 380"/>
              <a:gd name="GluePoint32X" fmla="*/ 7 w 139"/>
              <a:gd name="GluePoint32Y" fmla="*/ 356 h 380"/>
              <a:gd name="GluePoint33X" fmla="*/ 14 w 139"/>
              <a:gd name="GluePoint33Y" fmla="*/ 344 h 380"/>
              <a:gd name="GluePoint34X" fmla="*/ 19 w 139"/>
              <a:gd name="GluePoint34Y" fmla="*/ 330 h 380"/>
              <a:gd name="GluePoint35X" fmla="*/ 25 w 139"/>
              <a:gd name="GluePoint35Y" fmla="*/ 319 h 380"/>
              <a:gd name="GluePoint36X" fmla="*/ 47 w 139"/>
              <a:gd name="GluePoint36Y" fmla="*/ 280 h 380"/>
              <a:gd name="GluePoint37X" fmla="*/ 56 w 139"/>
              <a:gd name="GluePoint37Y" fmla="*/ 256 h 380"/>
              <a:gd name="GluePoint38X" fmla="*/ 43 w 139"/>
              <a:gd name="GluePoint38Y" fmla="*/ 248 h 380"/>
              <a:gd name="GluePoint39X" fmla="*/ 31 w 139"/>
              <a:gd name="GluePoint39Y" fmla="*/ 247 h 380"/>
              <a:gd name="GluePoint40X" fmla="*/ 19 w 139"/>
              <a:gd name="GluePoint40Y" fmla="*/ 251 h 380"/>
              <a:gd name="GluePoint41X" fmla="*/ 6 w 139"/>
              <a:gd name="GluePoint41Y" fmla="*/ 247 h 380"/>
              <a:gd name="GluePoint42X" fmla="*/ 0 w 139"/>
              <a:gd name="GluePoint42Y" fmla="*/ 239 h 380"/>
              <a:gd name="GluePoint43X" fmla="*/ 11 w 139"/>
              <a:gd name="GluePoint43Y" fmla="*/ 225 h 380"/>
              <a:gd name="GluePoint44X" fmla="*/ 38 w 139"/>
              <a:gd name="GluePoint44Y" fmla="*/ 208 h 380"/>
              <a:gd name="GluePoint45X" fmla="*/ 55 w 139"/>
              <a:gd name="GluePoint45Y" fmla="*/ 196 h 380"/>
              <a:gd name="GluePoint46X" fmla="*/ 67 w 139"/>
              <a:gd name="GluePoint46Y" fmla="*/ 183 h 380"/>
              <a:gd name="GluePoint47X" fmla="*/ 67 w 139"/>
              <a:gd name="GluePoint47Y" fmla="*/ 167 h 380"/>
              <a:gd name="GluePoint48X" fmla="*/ 66 w 139"/>
              <a:gd name="GluePoint48Y" fmla="*/ 140 h 380"/>
              <a:gd name="GluePoint49X" fmla="*/ 69 w 139"/>
              <a:gd name="GluePoint49Y" fmla="*/ 124 h 380"/>
              <a:gd name="GluePoint50X" fmla="*/ 71 w 139"/>
              <a:gd name="GluePoint50Y" fmla="*/ 97 h 380"/>
              <a:gd name="GluePoint51X" fmla="*/ 71 w 139"/>
              <a:gd name="GluePoint51Y" fmla="*/ 85 h 380"/>
              <a:gd name="GluePoint52X" fmla="*/ 68 w 139"/>
              <a:gd name="GluePoint52Y" fmla="*/ 81 h 380"/>
              <a:gd name="GluePoint53X" fmla="*/ 56 w 139"/>
              <a:gd name="GluePoint53Y" fmla="*/ 79 h 380"/>
              <a:gd name="GluePoint54X" fmla="*/ 39 w 139"/>
              <a:gd name="GluePoint54Y" fmla="*/ 83 h 380"/>
              <a:gd name="GluePoint55X" fmla="*/ 24 w 139"/>
              <a:gd name="GluePoint55Y" fmla="*/ 83 h 380"/>
              <a:gd name="GluePoint56X" fmla="*/ 11 w 139"/>
              <a:gd name="GluePoint56Y" fmla="*/ 79 h 380"/>
              <a:gd name="GluePoint57X" fmla="*/ 1 w 139"/>
              <a:gd name="GluePoint57Y" fmla="*/ 70 h 380"/>
              <a:gd name="GluePoint58X" fmla="*/ 10 w 139"/>
              <a:gd name="GluePoint58Y" fmla="*/ 59 h 380"/>
              <a:gd name="GluePoint59X" fmla="*/ 36 w 139"/>
              <a:gd name="GluePoint59Y" fmla="*/ 46 h 380"/>
              <a:gd name="GluePoint60X" fmla="*/ 55 w 139"/>
              <a:gd name="GluePoint60Y" fmla="*/ 37 h 380"/>
              <a:gd name="GluePoint61X" fmla="*/ 68 w 139"/>
              <a:gd name="GluePoint61Y" fmla="*/ 25 h 380"/>
              <a:gd name="GluePoint62X" fmla="*/ 85 w 139"/>
              <a:gd name="GluePoint62Y" fmla="*/ 16 h 380"/>
              <a:gd name="GluePoint63X" fmla="*/ 111 w 139"/>
              <a:gd name="GluePoint63Y" fmla="*/ 5 h 380"/>
            </a:gdLst>
            <a:ahLst/>
            <a:cxnLst/>
            <a:rect l="textAreaLeft" t="textAreaTop" r="textAreaRight" b="textAreaBottom"/>
            <a:pathLst>
              <a:path w="139" h="380">
                <a:moveTo>
                  <a:pt x="117" y="0"/>
                </a:moveTo>
                <a:lnTo>
                  <a:pt x="121" y="0"/>
                </a:lnTo>
                <a:lnTo>
                  <a:pt x="124" y="1"/>
                </a:lnTo>
                <a:lnTo>
                  <a:pt x="127" y="2"/>
                </a:lnTo>
                <a:lnTo>
                  <a:pt x="131" y="3"/>
                </a:lnTo>
                <a:lnTo>
                  <a:pt x="132" y="7"/>
                </a:lnTo>
                <a:lnTo>
                  <a:pt x="135" y="11"/>
                </a:lnTo>
                <a:lnTo>
                  <a:pt x="135" y="15"/>
                </a:lnTo>
                <a:lnTo>
                  <a:pt x="135" y="17"/>
                </a:lnTo>
                <a:lnTo>
                  <a:pt x="135" y="19"/>
                </a:lnTo>
                <a:lnTo>
                  <a:pt x="135" y="20"/>
                </a:lnTo>
                <a:lnTo>
                  <a:pt x="135" y="22"/>
                </a:lnTo>
                <a:lnTo>
                  <a:pt x="135" y="23"/>
                </a:lnTo>
                <a:lnTo>
                  <a:pt x="131" y="34"/>
                </a:lnTo>
                <a:lnTo>
                  <a:pt x="125" y="44"/>
                </a:lnTo>
                <a:lnTo>
                  <a:pt x="123" y="50"/>
                </a:lnTo>
                <a:lnTo>
                  <a:pt x="120" y="55"/>
                </a:lnTo>
                <a:lnTo>
                  <a:pt x="117" y="60"/>
                </a:lnTo>
                <a:lnTo>
                  <a:pt x="114" y="65"/>
                </a:lnTo>
                <a:lnTo>
                  <a:pt x="113" y="73"/>
                </a:lnTo>
                <a:lnTo>
                  <a:pt x="111" y="81"/>
                </a:lnTo>
                <a:lnTo>
                  <a:pt x="111" y="89"/>
                </a:lnTo>
                <a:lnTo>
                  <a:pt x="110" y="97"/>
                </a:lnTo>
                <a:lnTo>
                  <a:pt x="107" y="106"/>
                </a:lnTo>
                <a:lnTo>
                  <a:pt x="105" y="115"/>
                </a:lnTo>
                <a:lnTo>
                  <a:pt x="103" y="125"/>
                </a:lnTo>
                <a:lnTo>
                  <a:pt x="102" y="135"/>
                </a:lnTo>
                <a:lnTo>
                  <a:pt x="101" y="145"/>
                </a:lnTo>
                <a:lnTo>
                  <a:pt x="100" y="156"/>
                </a:lnTo>
                <a:lnTo>
                  <a:pt x="100" y="166"/>
                </a:lnTo>
                <a:lnTo>
                  <a:pt x="100" y="176"/>
                </a:lnTo>
                <a:lnTo>
                  <a:pt x="103" y="178"/>
                </a:lnTo>
                <a:lnTo>
                  <a:pt x="104" y="179"/>
                </a:lnTo>
                <a:lnTo>
                  <a:pt x="106" y="180"/>
                </a:lnTo>
                <a:lnTo>
                  <a:pt x="107" y="181"/>
                </a:lnTo>
                <a:lnTo>
                  <a:pt x="110" y="184"/>
                </a:lnTo>
                <a:lnTo>
                  <a:pt x="111" y="187"/>
                </a:lnTo>
                <a:lnTo>
                  <a:pt x="113" y="190"/>
                </a:lnTo>
                <a:lnTo>
                  <a:pt x="115" y="193"/>
                </a:lnTo>
                <a:lnTo>
                  <a:pt x="117" y="196"/>
                </a:lnTo>
                <a:lnTo>
                  <a:pt x="119" y="200"/>
                </a:lnTo>
                <a:lnTo>
                  <a:pt x="123" y="200"/>
                </a:lnTo>
                <a:lnTo>
                  <a:pt x="125" y="199"/>
                </a:lnTo>
                <a:lnTo>
                  <a:pt x="127" y="198"/>
                </a:lnTo>
                <a:lnTo>
                  <a:pt x="128" y="197"/>
                </a:lnTo>
                <a:lnTo>
                  <a:pt x="130" y="196"/>
                </a:lnTo>
                <a:lnTo>
                  <a:pt x="131" y="195"/>
                </a:lnTo>
                <a:lnTo>
                  <a:pt x="133" y="194"/>
                </a:lnTo>
                <a:lnTo>
                  <a:pt x="135" y="193"/>
                </a:lnTo>
                <a:lnTo>
                  <a:pt x="138" y="195"/>
                </a:lnTo>
                <a:lnTo>
                  <a:pt x="139" y="196"/>
                </a:lnTo>
                <a:lnTo>
                  <a:pt x="139" y="199"/>
                </a:lnTo>
                <a:lnTo>
                  <a:pt x="139" y="202"/>
                </a:lnTo>
                <a:lnTo>
                  <a:pt x="139" y="205"/>
                </a:lnTo>
                <a:lnTo>
                  <a:pt x="138" y="208"/>
                </a:lnTo>
                <a:lnTo>
                  <a:pt x="135" y="216"/>
                </a:lnTo>
                <a:lnTo>
                  <a:pt x="134" y="222"/>
                </a:lnTo>
                <a:lnTo>
                  <a:pt x="131" y="228"/>
                </a:lnTo>
                <a:lnTo>
                  <a:pt x="128" y="235"/>
                </a:lnTo>
                <a:lnTo>
                  <a:pt x="127" y="240"/>
                </a:lnTo>
                <a:lnTo>
                  <a:pt x="124" y="244"/>
                </a:lnTo>
                <a:lnTo>
                  <a:pt x="123" y="247"/>
                </a:lnTo>
                <a:lnTo>
                  <a:pt x="120" y="252"/>
                </a:lnTo>
                <a:lnTo>
                  <a:pt x="119" y="255"/>
                </a:lnTo>
                <a:lnTo>
                  <a:pt x="119" y="257"/>
                </a:lnTo>
                <a:lnTo>
                  <a:pt x="119" y="258"/>
                </a:lnTo>
                <a:lnTo>
                  <a:pt x="119" y="259"/>
                </a:lnTo>
                <a:lnTo>
                  <a:pt x="119" y="260"/>
                </a:lnTo>
                <a:lnTo>
                  <a:pt x="119" y="260"/>
                </a:lnTo>
                <a:lnTo>
                  <a:pt x="115" y="263"/>
                </a:lnTo>
                <a:lnTo>
                  <a:pt x="111" y="265"/>
                </a:lnTo>
                <a:lnTo>
                  <a:pt x="108" y="268"/>
                </a:lnTo>
                <a:lnTo>
                  <a:pt x="105" y="271"/>
                </a:lnTo>
                <a:lnTo>
                  <a:pt x="105" y="274"/>
                </a:lnTo>
                <a:lnTo>
                  <a:pt x="104" y="276"/>
                </a:lnTo>
                <a:lnTo>
                  <a:pt x="104" y="279"/>
                </a:lnTo>
                <a:lnTo>
                  <a:pt x="104" y="281"/>
                </a:lnTo>
                <a:lnTo>
                  <a:pt x="103" y="284"/>
                </a:lnTo>
                <a:lnTo>
                  <a:pt x="100" y="287"/>
                </a:lnTo>
                <a:lnTo>
                  <a:pt x="98" y="290"/>
                </a:lnTo>
                <a:lnTo>
                  <a:pt x="95" y="292"/>
                </a:lnTo>
                <a:lnTo>
                  <a:pt x="95" y="295"/>
                </a:lnTo>
                <a:lnTo>
                  <a:pt x="94" y="297"/>
                </a:lnTo>
                <a:lnTo>
                  <a:pt x="93" y="300"/>
                </a:lnTo>
                <a:lnTo>
                  <a:pt x="93" y="303"/>
                </a:lnTo>
                <a:lnTo>
                  <a:pt x="93" y="305"/>
                </a:lnTo>
                <a:lnTo>
                  <a:pt x="93" y="308"/>
                </a:lnTo>
                <a:lnTo>
                  <a:pt x="92" y="311"/>
                </a:lnTo>
                <a:lnTo>
                  <a:pt x="91" y="313"/>
                </a:lnTo>
                <a:lnTo>
                  <a:pt x="87" y="322"/>
                </a:lnTo>
                <a:lnTo>
                  <a:pt x="82" y="329"/>
                </a:lnTo>
                <a:lnTo>
                  <a:pt x="81" y="332"/>
                </a:lnTo>
                <a:lnTo>
                  <a:pt x="80" y="334"/>
                </a:lnTo>
                <a:lnTo>
                  <a:pt x="80" y="336"/>
                </a:lnTo>
                <a:lnTo>
                  <a:pt x="79" y="338"/>
                </a:lnTo>
                <a:lnTo>
                  <a:pt x="79" y="341"/>
                </a:lnTo>
                <a:lnTo>
                  <a:pt x="79" y="344"/>
                </a:lnTo>
                <a:lnTo>
                  <a:pt x="79" y="348"/>
                </a:lnTo>
                <a:lnTo>
                  <a:pt x="79" y="352"/>
                </a:lnTo>
                <a:lnTo>
                  <a:pt x="77" y="352"/>
                </a:lnTo>
                <a:lnTo>
                  <a:pt x="75" y="354"/>
                </a:lnTo>
                <a:lnTo>
                  <a:pt x="75" y="355"/>
                </a:lnTo>
                <a:lnTo>
                  <a:pt x="74" y="356"/>
                </a:lnTo>
                <a:lnTo>
                  <a:pt x="72" y="360"/>
                </a:lnTo>
                <a:lnTo>
                  <a:pt x="70" y="363"/>
                </a:lnTo>
                <a:lnTo>
                  <a:pt x="68" y="365"/>
                </a:lnTo>
                <a:lnTo>
                  <a:pt x="66" y="368"/>
                </a:lnTo>
                <a:lnTo>
                  <a:pt x="63" y="370"/>
                </a:lnTo>
                <a:lnTo>
                  <a:pt x="61" y="372"/>
                </a:lnTo>
                <a:lnTo>
                  <a:pt x="58" y="373"/>
                </a:lnTo>
                <a:lnTo>
                  <a:pt x="55" y="375"/>
                </a:lnTo>
                <a:lnTo>
                  <a:pt x="52" y="376"/>
                </a:lnTo>
                <a:lnTo>
                  <a:pt x="49" y="377"/>
                </a:lnTo>
                <a:lnTo>
                  <a:pt x="46" y="378"/>
                </a:lnTo>
                <a:lnTo>
                  <a:pt x="43" y="379"/>
                </a:lnTo>
                <a:lnTo>
                  <a:pt x="39" y="380"/>
                </a:lnTo>
                <a:lnTo>
                  <a:pt x="35" y="380"/>
                </a:lnTo>
                <a:lnTo>
                  <a:pt x="27" y="380"/>
                </a:lnTo>
                <a:lnTo>
                  <a:pt x="17" y="380"/>
                </a:lnTo>
                <a:lnTo>
                  <a:pt x="15" y="376"/>
                </a:lnTo>
                <a:lnTo>
                  <a:pt x="11" y="372"/>
                </a:lnTo>
                <a:lnTo>
                  <a:pt x="10" y="370"/>
                </a:lnTo>
                <a:lnTo>
                  <a:pt x="8" y="368"/>
                </a:lnTo>
                <a:lnTo>
                  <a:pt x="7" y="365"/>
                </a:lnTo>
                <a:lnTo>
                  <a:pt x="7" y="362"/>
                </a:lnTo>
                <a:lnTo>
                  <a:pt x="7" y="360"/>
                </a:lnTo>
                <a:lnTo>
                  <a:pt x="7" y="359"/>
                </a:lnTo>
                <a:lnTo>
                  <a:pt x="7" y="356"/>
                </a:lnTo>
                <a:lnTo>
                  <a:pt x="7" y="355"/>
                </a:lnTo>
                <a:lnTo>
                  <a:pt x="8" y="352"/>
                </a:lnTo>
                <a:lnTo>
                  <a:pt x="10" y="348"/>
                </a:lnTo>
                <a:lnTo>
                  <a:pt x="14" y="344"/>
                </a:lnTo>
                <a:lnTo>
                  <a:pt x="17" y="339"/>
                </a:lnTo>
                <a:lnTo>
                  <a:pt x="19" y="336"/>
                </a:lnTo>
                <a:lnTo>
                  <a:pt x="19" y="332"/>
                </a:lnTo>
                <a:lnTo>
                  <a:pt x="19" y="330"/>
                </a:lnTo>
                <a:lnTo>
                  <a:pt x="19" y="328"/>
                </a:lnTo>
                <a:lnTo>
                  <a:pt x="20" y="327"/>
                </a:lnTo>
                <a:lnTo>
                  <a:pt x="21" y="325"/>
                </a:lnTo>
                <a:lnTo>
                  <a:pt x="25" y="319"/>
                </a:lnTo>
                <a:lnTo>
                  <a:pt x="31" y="310"/>
                </a:lnTo>
                <a:lnTo>
                  <a:pt x="36" y="300"/>
                </a:lnTo>
                <a:lnTo>
                  <a:pt x="42" y="290"/>
                </a:lnTo>
                <a:lnTo>
                  <a:pt x="47" y="280"/>
                </a:lnTo>
                <a:lnTo>
                  <a:pt x="52" y="269"/>
                </a:lnTo>
                <a:lnTo>
                  <a:pt x="54" y="265"/>
                </a:lnTo>
                <a:lnTo>
                  <a:pt x="55" y="260"/>
                </a:lnTo>
                <a:lnTo>
                  <a:pt x="56" y="256"/>
                </a:lnTo>
                <a:lnTo>
                  <a:pt x="56" y="253"/>
                </a:lnTo>
                <a:lnTo>
                  <a:pt x="51" y="251"/>
                </a:lnTo>
                <a:lnTo>
                  <a:pt x="45" y="248"/>
                </a:lnTo>
                <a:lnTo>
                  <a:pt x="43" y="248"/>
                </a:lnTo>
                <a:lnTo>
                  <a:pt x="39" y="247"/>
                </a:lnTo>
                <a:lnTo>
                  <a:pt x="36" y="246"/>
                </a:lnTo>
                <a:lnTo>
                  <a:pt x="34" y="246"/>
                </a:lnTo>
                <a:lnTo>
                  <a:pt x="31" y="247"/>
                </a:lnTo>
                <a:lnTo>
                  <a:pt x="28" y="248"/>
                </a:lnTo>
                <a:lnTo>
                  <a:pt x="26" y="249"/>
                </a:lnTo>
                <a:lnTo>
                  <a:pt x="23" y="250"/>
                </a:lnTo>
                <a:lnTo>
                  <a:pt x="19" y="251"/>
                </a:lnTo>
                <a:lnTo>
                  <a:pt x="15" y="251"/>
                </a:lnTo>
                <a:lnTo>
                  <a:pt x="11" y="251"/>
                </a:lnTo>
                <a:lnTo>
                  <a:pt x="7" y="251"/>
                </a:lnTo>
                <a:lnTo>
                  <a:pt x="6" y="247"/>
                </a:lnTo>
                <a:lnTo>
                  <a:pt x="3" y="244"/>
                </a:lnTo>
                <a:lnTo>
                  <a:pt x="3" y="243"/>
                </a:lnTo>
                <a:lnTo>
                  <a:pt x="1" y="241"/>
                </a:lnTo>
                <a:lnTo>
                  <a:pt x="0" y="239"/>
                </a:lnTo>
                <a:lnTo>
                  <a:pt x="0" y="236"/>
                </a:lnTo>
                <a:lnTo>
                  <a:pt x="3" y="232"/>
                </a:lnTo>
                <a:lnTo>
                  <a:pt x="7" y="228"/>
                </a:lnTo>
                <a:lnTo>
                  <a:pt x="11" y="225"/>
                </a:lnTo>
                <a:lnTo>
                  <a:pt x="15" y="222"/>
                </a:lnTo>
                <a:lnTo>
                  <a:pt x="23" y="216"/>
                </a:lnTo>
                <a:lnTo>
                  <a:pt x="33" y="211"/>
                </a:lnTo>
                <a:lnTo>
                  <a:pt x="38" y="208"/>
                </a:lnTo>
                <a:lnTo>
                  <a:pt x="43" y="206"/>
                </a:lnTo>
                <a:lnTo>
                  <a:pt x="47" y="203"/>
                </a:lnTo>
                <a:lnTo>
                  <a:pt x="51" y="200"/>
                </a:lnTo>
                <a:lnTo>
                  <a:pt x="55" y="196"/>
                </a:lnTo>
                <a:lnTo>
                  <a:pt x="59" y="193"/>
                </a:lnTo>
                <a:lnTo>
                  <a:pt x="62" y="189"/>
                </a:lnTo>
                <a:lnTo>
                  <a:pt x="65" y="185"/>
                </a:lnTo>
                <a:lnTo>
                  <a:pt x="67" y="183"/>
                </a:lnTo>
                <a:lnTo>
                  <a:pt x="67" y="180"/>
                </a:lnTo>
                <a:lnTo>
                  <a:pt x="67" y="176"/>
                </a:lnTo>
                <a:lnTo>
                  <a:pt x="68" y="174"/>
                </a:lnTo>
                <a:lnTo>
                  <a:pt x="67" y="167"/>
                </a:lnTo>
                <a:lnTo>
                  <a:pt x="67" y="159"/>
                </a:lnTo>
                <a:lnTo>
                  <a:pt x="67" y="152"/>
                </a:lnTo>
                <a:lnTo>
                  <a:pt x="66" y="143"/>
                </a:lnTo>
                <a:lnTo>
                  <a:pt x="66" y="140"/>
                </a:lnTo>
                <a:lnTo>
                  <a:pt x="67" y="136"/>
                </a:lnTo>
                <a:lnTo>
                  <a:pt x="67" y="131"/>
                </a:lnTo>
                <a:lnTo>
                  <a:pt x="68" y="128"/>
                </a:lnTo>
                <a:lnTo>
                  <a:pt x="69" y="124"/>
                </a:lnTo>
                <a:lnTo>
                  <a:pt x="69" y="119"/>
                </a:lnTo>
                <a:lnTo>
                  <a:pt x="70" y="111"/>
                </a:lnTo>
                <a:lnTo>
                  <a:pt x="71" y="104"/>
                </a:lnTo>
                <a:lnTo>
                  <a:pt x="71" y="97"/>
                </a:lnTo>
                <a:lnTo>
                  <a:pt x="71" y="91"/>
                </a:lnTo>
                <a:lnTo>
                  <a:pt x="71" y="88"/>
                </a:lnTo>
                <a:lnTo>
                  <a:pt x="71" y="87"/>
                </a:lnTo>
                <a:lnTo>
                  <a:pt x="71" y="85"/>
                </a:lnTo>
                <a:lnTo>
                  <a:pt x="70" y="84"/>
                </a:lnTo>
                <a:lnTo>
                  <a:pt x="70" y="83"/>
                </a:lnTo>
                <a:lnTo>
                  <a:pt x="69" y="82"/>
                </a:lnTo>
                <a:lnTo>
                  <a:pt x="68" y="81"/>
                </a:lnTo>
                <a:lnTo>
                  <a:pt x="67" y="80"/>
                </a:lnTo>
                <a:lnTo>
                  <a:pt x="65" y="79"/>
                </a:lnTo>
                <a:lnTo>
                  <a:pt x="63" y="79"/>
                </a:lnTo>
                <a:lnTo>
                  <a:pt x="56" y="79"/>
                </a:lnTo>
                <a:lnTo>
                  <a:pt x="50" y="79"/>
                </a:lnTo>
                <a:lnTo>
                  <a:pt x="47" y="80"/>
                </a:lnTo>
                <a:lnTo>
                  <a:pt x="43" y="82"/>
                </a:lnTo>
                <a:lnTo>
                  <a:pt x="39" y="83"/>
                </a:lnTo>
                <a:lnTo>
                  <a:pt x="36" y="83"/>
                </a:lnTo>
                <a:lnTo>
                  <a:pt x="32" y="83"/>
                </a:lnTo>
                <a:lnTo>
                  <a:pt x="28" y="83"/>
                </a:lnTo>
                <a:lnTo>
                  <a:pt x="24" y="83"/>
                </a:lnTo>
                <a:lnTo>
                  <a:pt x="21" y="83"/>
                </a:lnTo>
                <a:lnTo>
                  <a:pt x="17" y="82"/>
                </a:lnTo>
                <a:lnTo>
                  <a:pt x="14" y="80"/>
                </a:lnTo>
                <a:lnTo>
                  <a:pt x="11" y="79"/>
                </a:lnTo>
                <a:lnTo>
                  <a:pt x="8" y="77"/>
                </a:lnTo>
                <a:lnTo>
                  <a:pt x="5" y="75"/>
                </a:lnTo>
                <a:lnTo>
                  <a:pt x="3" y="72"/>
                </a:lnTo>
                <a:lnTo>
                  <a:pt x="1" y="70"/>
                </a:lnTo>
                <a:lnTo>
                  <a:pt x="0" y="67"/>
                </a:lnTo>
                <a:lnTo>
                  <a:pt x="3" y="63"/>
                </a:lnTo>
                <a:lnTo>
                  <a:pt x="7" y="61"/>
                </a:lnTo>
                <a:lnTo>
                  <a:pt x="10" y="59"/>
                </a:lnTo>
                <a:lnTo>
                  <a:pt x="14" y="57"/>
                </a:lnTo>
                <a:lnTo>
                  <a:pt x="21" y="53"/>
                </a:lnTo>
                <a:lnTo>
                  <a:pt x="28" y="49"/>
                </a:lnTo>
                <a:lnTo>
                  <a:pt x="36" y="46"/>
                </a:lnTo>
                <a:lnTo>
                  <a:pt x="44" y="43"/>
                </a:lnTo>
                <a:lnTo>
                  <a:pt x="47" y="41"/>
                </a:lnTo>
                <a:lnTo>
                  <a:pt x="51" y="39"/>
                </a:lnTo>
                <a:lnTo>
                  <a:pt x="55" y="37"/>
                </a:lnTo>
                <a:lnTo>
                  <a:pt x="59" y="35"/>
                </a:lnTo>
                <a:lnTo>
                  <a:pt x="62" y="31"/>
                </a:lnTo>
                <a:lnTo>
                  <a:pt x="66" y="27"/>
                </a:lnTo>
                <a:lnTo>
                  <a:pt x="68" y="25"/>
                </a:lnTo>
                <a:lnTo>
                  <a:pt x="71" y="23"/>
                </a:lnTo>
                <a:lnTo>
                  <a:pt x="72" y="22"/>
                </a:lnTo>
                <a:lnTo>
                  <a:pt x="75" y="20"/>
                </a:lnTo>
                <a:lnTo>
                  <a:pt x="85" y="16"/>
                </a:lnTo>
                <a:lnTo>
                  <a:pt x="97" y="11"/>
                </a:lnTo>
                <a:lnTo>
                  <a:pt x="103" y="9"/>
                </a:lnTo>
                <a:lnTo>
                  <a:pt x="108" y="6"/>
                </a:lnTo>
                <a:lnTo>
                  <a:pt x="111" y="5"/>
                </a:lnTo>
                <a:lnTo>
                  <a:pt x="113" y="3"/>
                </a:lnTo>
                <a:lnTo>
                  <a:pt x="115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61" name="isľiďe">
            <a:extLst>
              <a:ext uri="{FF2B5EF4-FFF2-40B4-BE49-F238E27FC236}">
                <a16:creationId xmlns:a16="http://schemas.microsoft.com/office/drawing/2014/main" id="{EBED666C-1CFF-4BD5-8EEE-C54CBCB80C25}"/>
              </a:ext>
            </a:extLst>
          </p:cNvPr>
          <p:cNvSpPr>
            <a:spLocks noGrp="1"/>
          </p:cNvSpPr>
          <p:nvPr/>
        </p:nvSpPr>
        <p:spPr>
          <a:xfrm>
            <a:off x="2196720" y="647280"/>
            <a:ext cx="173880" cy="149760"/>
          </a:xfrm>
          <a:custGeom>
            <a:avLst/>
            <a:gdLst>
              <a:gd name="textAreaLeft" fmla="*/ 0 w 173880"/>
              <a:gd name="textAreaRight" fmla="*/ 174240 w 173880"/>
              <a:gd name="textAreaTop" fmla="*/ 0 h 149760"/>
              <a:gd name="textAreaBottom" fmla="*/ 150120 h 149760"/>
              <a:gd name="GluePoint1X" fmla="*/ 172 w 399"/>
              <a:gd name="GluePoint1Y" fmla="*/ 38 h 344"/>
              <a:gd name="GluePoint2X" fmla="*/ 170 w 399"/>
              <a:gd name="GluePoint2Y" fmla="*/ 19 h 344"/>
              <a:gd name="GluePoint3X" fmla="*/ 178 w 399"/>
              <a:gd name="GluePoint3Y" fmla="*/ 12 h 344"/>
              <a:gd name="GluePoint4X" fmla="*/ 192 w 399"/>
              <a:gd name="GluePoint4Y" fmla="*/ 15 h 344"/>
              <a:gd name="GluePoint5X" fmla="*/ 233 w 399"/>
              <a:gd name="GluePoint5Y" fmla="*/ 14 h 344"/>
              <a:gd name="GluePoint6X" fmla="*/ 286 w 399"/>
              <a:gd name="GluePoint6Y" fmla="*/ 4 h 344"/>
              <a:gd name="GluePoint7X" fmla="*/ 330 w 399"/>
              <a:gd name="GluePoint7Y" fmla="*/ 2 h 344"/>
              <a:gd name="GluePoint8X" fmla="*/ 351 w 399"/>
              <a:gd name="GluePoint8Y" fmla="*/ 2 h 344"/>
              <a:gd name="GluePoint9X" fmla="*/ 374 w 399"/>
              <a:gd name="GluePoint9Y" fmla="*/ 3 h 344"/>
              <a:gd name="GluePoint10X" fmla="*/ 394 w 399"/>
              <a:gd name="GluePoint10Y" fmla="*/ 20 h 344"/>
              <a:gd name="GluePoint11X" fmla="*/ 398 w 399"/>
              <a:gd name="GluePoint11Y" fmla="*/ 33 h 344"/>
              <a:gd name="GluePoint12X" fmla="*/ 394 w 399"/>
              <a:gd name="GluePoint12Y" fmla="*/ 49 h 344"/>
              <a:gd name="GluePoint13X" fmla="*/ 384 w 399"/>
              <a:gd name="GluePoint13Y" fmla="*/ 65 h 344"/>
              <a:gd name="GluePoint14X" fmla="*/ 363 w 399"/>
              <a:gd name="GluePoint14Y" fmla="*/ 87 h 344"/>
              <a:gd name="GluePoint15X" fmla="*/ 327 w 399"/>
              <a:gd name="GluePoint15Y" fmla="*/ 126 h 344"/>
              <a:gd name="GluePoint16X" fmla="*/ 304 w 399"/>
              <a:gd name="GluePoint16Y" fmla="*/ 146 h 344"/>
              <a:gd name="GluePoint17X" fmla="*/ 292 w 399"/>
              <a:gd name="GluePoint17Y" fmla="*/ 163 h 344"/>
              <a:gd name="GluePoint18X" fmla="*/ 278 w 399"/>
              <a:gd name="GluePoint18Y" fmla="*/ 178 h 344"/>
              <a:gd name="GluePoint19X" fmla="*/ 268 w 399"/>
              <a:gd name="GluePoint19Y" fmla="*/ 181 h 344"/>
              <a:gd name="GluePoint20X" fmla="*/ 263 w 399"/>
              <a:gd name="GluePoint20Y" fmla="*/ 199 h 344"/>
              <a:gd name="GluePoint21X" fmla="*/ 277 w 399"/>
              <a:gd name="GluePoint21Y" fmla="*/ 213 h 344"/>
              <a:gd name="GluePoint22X" fmla="*/ 310 w 399"/>
              <a:gd name="GluePoint22Y" fmla="*/ 203 h 344"/>
              <a:gd name="GluePoint23X" fmla="*/ 325 w 399"/>
              <a:gd name="GluePoint23Y" fmla="*/ 204 h 344"/>
              <a:gd name="GluePoint24X" fmla="*/ 334 w 399"/>
              <a:gd name="GluePoint24Y" fmla="*/ 211 h 344"/>
              <a:gd name="GluePoint25X" fmla="*/ 337 w 399"/>
              <a:gd name="GluePoint25Y" fmla="*/ 226 h 344"/>
              <a:gd name="GluePoint26X" fmla="*/ 324 w 399"/>
              <a:gd name="GluePoint26Y" fmla="*/ 241 h 344"/>
              <a:gd name="GluePoint27X" fmla="*/ 286 w 399"/>
              <a:gd name="GluePoint27Y" fmla="*/ 254 h 344"/>
              <a:gd name="GluePoint28X" fmla="*/ 252 w 399"/>
              <a:gd name="GluePoint28Y" fmla="*/ 258 h 344"/>
              <a:gd name="GluePoint29X" fmla="*/ 213 w 399"/>
              <a:gd name="GluePoint29Y" fmla="*/ 267 h 344"/>
              <a:gd name="GluePoint30X" fmla="*/ 191 w 399"/>
              <a:gd name="GluePoint30Y" fmla="*/ 282 h 344"/>
              <a:gd name="GluePoint31X" fmla="*/ 177 w 399"/>
              <a:gd name="GluePoint31Y" fmla="*/ 285 h 344"/>
              <a:gd name="GluePoint32X" fmla="*/ 144 w 399"/>
              <a:gd name="GluePoint32Y" fmla="*/ 305 h 344"/>
              <a:gd name="GluePoint33X" fmla="*/ 134 w 399"/>
              <a:gd name="GluePoint33Y" fmla="*/ 307 h 344"/>
              <a:gd name="GluePoint34X" fmla="*/ 118 w 399"/>
              <a:gd name="GluePoint34Y" fmla="*/ 321 h 344"/>
              <a:gd name="GluePoint35X" fmla="*/ 103 w 399"/>
              <a:gd name="GluePoint35Y" fmla="*/ 335 h 344"/>
              <a:gd name="GluePoint36X" fmla="*/ 77 w 399"/>
              <a:gd name="GluePoint36Y" fmla="*/ 343 h 344"/>
              <a:gd name="GluePoint37X" fmla="*/ 48 w 399"/>
              <a:gd name="GluePoint37Y" fmla="*/ 339 h 344"/>
              <a:gd name="GluePoint38X" fmla="*/ 39 w 399"/>
              <a:gd name="GluePoint38Y" fmla="*/ 331 h 344"/>
              <a:gd name="GluePoint39X" fmla="*/ 23 w 399"/>
              <a:gd name="GluePoint39Y" fmla="*/ 331 h 344"/>
              <a:gd name="GluePoint40X" fmla="*/ 0 w 399"/>
              <a:gd name="GluePoint40Y" fmla="*/ 303 h 344"/>
              <a:gd name="GluePoint41X" fmla="*/ 9 w 399"/>
              <a:gd name="GluePoint41Y" fmla="*/ 286 h 344"/>
              <a:gd name="GluePoint42X" fmla="*/ 27 w 399"/>
              <a:gd name="GluePoint42Y" fmla="*/ 279 h 344"/>
              <a:gd name="GluePoint43X" fmla="*/ 40 w 399"/>
              <a:gd name="GluePoint43Y" fmla="*/ 282 h 344"/>
              <a:gd name="GluePoint44X" fmla="*/ 84 w 399"/>
              <a:gd name="GluePoint44Y" fmla="*/ 267 h 344"/>
              <a:gd name="GluePoint45X" fmla="*/ 132 w 399"/>
              <a:gd name="GluePoint45Y" fmla="*/ 247 h 344"/>
              <a:gd name="GluePoint46X" fmla="*/ 164 w 399"/>
              <a:gd name="GluePoint46Y" fmla="*/ 237 h 344"/>
              <a:gd name="GluePoint47X" fmla="*/ 193 w 399"/>
              <a:gd name="GluePoint47Y" fmla="*/ 216 h 344"/>
              <a:gd name="GluePoint48X" fmla="*/ 209 w 399"/>
              <a:gd name="GluePoint48Y" fmla="*/ 185 h 344"/>
              <a:gd name="GluePoint49X" fmla="*/ 241 w 399"/>
              <a:gd name="GluePoint49Y" fmla="*/ 147 h 344"/>
              <a:gd name="GluePoint50X" fmla="*/ 264 w 399"/>
              <a:gd name="GluePoint50Y" fmla="*/ 119 h 344"/>
              <a:gd name="GluePoint51X" fmla="*/ 300 w 399"/>
              <a:gd name="GluePoint51Y" fmla="*/ 82 h 344"/>
              <a:gd name="GluePoint52X" fmla="*/ 316 w 399"/>
              <a:gd name="GluePoint52Y" fmla="*/ 58 h 344"/>
              <a:gd name="GluePoint53X" fmla="*/ 305 w 399"/>
              <a:gd name="GluePoint53Y" fmla="*/ 46 h 344"/>
              <a:gd name="GluePoint54X" fmla="*/ 292 w 399"/>
              <a:gd name="GluePoint54Y" fmla="*/ 46 h 344"/>
              <a:gd name="GluePoint55X" fmla="*/ 268 w 399"/>
              <a:gd name="GluePoint55Y" fmla="*/ 49 h 344"/>
              <a:gd name="GluePoint56X" fmla="*/ 240 w 399"/>
              <a:gd name="GluePoint56Y" fmla="*/ 62 h 344"/>
              <a:gd name="GluePoint57X" fmla="*/ 204 w 399"/>
              <a:gd name="GluePoint57Y" fmla="*/ 78 h 344"/>
              <a:gd name="GluePoint58X" fmla="*/ 191 w 399"/>
              <a:gd name="GluePoint58Y" fmla="*/ 78 h 344"/>
            </a:gdLst>
            <a:ahLst/>
            <a:cxnLst/>
            <a:rect l="textAreaLeft" t="textAreaTop" r="textAreaRight" b="textAreaBottom"/>
            <a:pathLst>
              <a:path w="399" h="344">
                <a:moveTo>
                  <a:pt x="184" y="73"/>
                </a:moveTo>
                <a:lnTo>
                  <a:pt x="182" y="68"/>
                </a:lnTo>
                <a:lnTo>
                  <a:pt x="180" y="61"/>
                </a:lnTo>
                <a:lnTo>
                  <a:pt x="176" y="52"/>
                </a:lnTo>
                <a:lnTo>
                  <a:pt x="174" y="42"/>
                </a:lnTo>
                <a:lnTo>
                  <a:pt x="172" y="38"/>
                </a:lnTo>
                <a:lnTo>
                  <a:pt x="171" y="34"/>
                </a:lnTo>
                <a:lnTo>
                  <a:pt x="170" y="30"/>
                </a:lnTo>
                <a:lnTo>
                  <a:pt x="170" y="26"/>
                </a:lnTo>
                <a:lnTo>
                  <a:pt x="170" y="22"/>
                </a:lnTo>
                <a:lnTo>
                  <a:pt x="170" y="20"/>
                </a:lnTo>
                <a:lnTo>
                  <a:pt x="170" y="19"/>
                </a:lnTo>
                <a:lnTo>
                  <a:pt x="171" y="18"/>
                </a:lnTo>
                <a:lnTo>
                  <a:pt x="172" y="18"/>
                </a:lnTo>
                <a:lnTo>
                  <a:pt x="172" y="17"/>
                </a:lnTo>
                <a:lnTo>
                  <a:pt x="174" y="14"/>
                </a:lnTo>
                <a:lnTo>
                  <a:pt x="176" y="13"/>
                </a:lnTo>
                <a:lnTo>
                  <a:pt x="178" y="12"/>
                </a:lnTo>
                <a:lnTo>
                  <a:pt x="180" y="11"/>
                </a:lnTo>
                <a:lnTo>
                  <a:pt x="180" y="11"/>
                </a:lnTo>
                <a:lnTo>
                  <a:pt x="182" y="11"/>
                </a:lnTo>
                <a:lnTo>
                  <a:pt x="185" y="12"/>
                </a:lnTo>
                <a:lnTo>
                  <a:pt x="188" y="13"/>
                </a:lnTo>
                <a:lnTo>
                  <a:pt x="192" y="15"/>
                </a:lnTo>
                <a:lnTo>
                  <a:pt x="196" y="17"/>
                </a:lnTo>
                <a:lnTo>
                  <a:pt x="200" y="18"/>
                </a:lnTo>
                <a:lnTo>
                  <a:pt x="205" y="17"/>
                </a:lnTo>
                <a:lnTo>
                  <a:pt x="212" y="17"/>
                </a:lnTo>
                <a:lnTo>
                  <a:pt x="220" y="16"/>
                </a:lnTo>
                <a:lnTo>
                  <a:pt x="233" y="14"/>
                </a:lnTo>
                <a:lnTo>
                  <a:pt x="244" y="13"/>
                </a:lnTo>
                <a:lnTo>
                  <a:pt x="252" y="10"/>
                </a:lnTo>
                <a:lnTo>
                  <a:pt x="260" y="9"/>
                </a:lnTo>
                <a:lnTo>
                  <a:pt x="268" y="6"/>
                </a:lnTo>
                <a:lnTo>
                  <a:pt x="279" y="5"/>
                </a:lnTo>
                <a:lnTo>
                  <a:pt x="286" y="4"/>
                </a:lnTo>
                <a:lnTo>
                  <a:pt x="293" y="3"/>
                </a:lnTo>
                <a:lnTo>
                  <a:pt x="300" y="3"/>
                </a:lnTo>
                <a:lnTo>
                  <a:pt x="308" y="2"/>
                </a:lnTo>
                <a:lnTo>
                  <a:pt x="316" y="2"/>
                </a:lnTo>
                <a:lnTo>
                  <a:pt x="324" y="2"/>
                </a:lnTo>
                <a:lnTo>
                  <a:pt x="330" y="2"/>
                </a:lnTo>
                <a:lnTo>
                  <a:pt x="337" y="0"/>
                </a:lnTo>
                <a:lnTo>
                  <a:pt x="340" y="0"/>
                </a:lnTo>
                <a:lnTo>
                  <a:pt x="342" y="0"/>
                </a:lnTo>
                <a:lnTo>
                  <a:pt x="344" y="0"/>
                </a:lnTo>
                <a:lnTo>
                  <a:pt x="346" y="1"/>
                </a:lnTo>
                <a:lnTo>
                  <a:pt x="351" y="2"/>
                </a:lnTo>
                <a:lnTo>
                  <a:pt x="354" y="2"/>
                </a:lnTo>
                <a:lnTo>
                  <a:pt x="358" y="2"/>
                </a:lnTo>
                <a:lnTo>
                  <a:pt x="362" y="2"/>
                </a:lnTo>
                <a:lnTo>
                  <a:pt x="366" y="2"/>
                </a:lnTo>
                <a:lnTo>
                  <a:pt x="369" y="1"/>
                </a:lnTo>
                <a:lnTo>
                  <a:pt x="374" y="3"/>
                </a:lnTo>
                <a:lnTo>
                  <a:pt x="378" y="6"/>
                </a:lnTo>
                <a:lnTo>
                  <a:pt x="384" y="10"/>
                </a:lnTo>
                <a:lnTo>
                  <a:pt x="388" y="14"/>
                </a:lnTo>
                <a:lnTo>
                  <a:pt x="390" y="16"/>
                </a:lnTo>
                <a:lnTo>
                  <a:pt x="392" y="18"/>
                </a:lnTo>
                <a:lnTo>
                  <a:pt x="394" y="20"/>
                </a:lnTo>
                <a:lnTo>
                  <a:pt x="396" y="22"/>
                </a:lnTo>
                <a:lnTo>
                  <a:pt x="396" y="25"/>
                </a:lnTo>
                <a:lnTo>
                  <a:pt x="398" y="27"/>
                </a:lnTo>
                <a:lnTo>
                  <a:pt x="398" y="30"/>
                </a:lnTo>
                <a:lnTo>
                  <a:pt x="399" y="31"/>
                </a:lnTo>
                <a:lnTo>
                  <a:pt x="398" y="33"/>
                </a:lnTo>
                <a:lnTo>
                  <a:pt x="397" y="34"/>
                </a:lnTo>
                <a:lnTo>
                  <a:pt x="396" y="35"/>
                </a:lnTo>
                <a:lnTo>
                  <a:pt x="396" y="37"/>
                </a:lnTo>
                <a:lnTo>
                  <a:pt x="395" y="41"/>
                </a:lnTo>
                <a:lnTo>
                  <a:pt x="395" y="45"/>
                </a:lnTo>
                <a:lnTo>
                  <a:pt x="394" y="49"/>
                </a:lnTo>
                <a:lnTo>
                  <a:pt x="393" y="52"/>
                </a:lnTo>
                <a:lnTo>
                  <a:pt x="392" y="55"/>
                </a:lnTo>
                <a:lnTo>
                  <a:pt x="391" y="58"/>
                </a:lnTo>
                <a:lnTo>
                  <a:pt x="389" y="61"/>
                </a:lnTo>
                <a:lnTo>
                  <a:pt x="387" y="62"/>
                </a:lnTo>
                <a:lnTo>
                  <a:pt x="384" y="65"/>
                </a:lnTo>
                <a:lnTo>
                  <a:pt x="381" y="66"/>
                </a:lnTo>
                <a:lnTo>
                  <a:pt x="376" y="70"/>
                </a:lnTo>
                <a:lnTo>
                  <a:pt x="372" y="74"/>
                </a:lnTo>
                <a:lnTo>
                  <a:pt x="368" y="78"/>
                </a:lnTo>
                <a:lnTo>
                  <a:pt x="366" y="82"/>
                </a:lnTo>
                <a:lnTo>
                  <a:pt x="363" y="87"/>
                </a:lnTo>
                <a:lnTo>
                  <a:pt x="360" y="91"/>
                </a:lnTo>
                <a:lnTo>
                  <a:pt x="354" y="96"/>
                </a:lnTo>
                <a:lnTo>
                  <a:pt x="348" y="103"/>
                </a:lnTo>
                <a:lnTo>
                  <a:pt x="343" y="108"/>
                </a:lnTo>
                <a:lnTo>
                  <a:pt x="337" y="114"/>
                </a:lnTo>
                <a:lnTo>
                  <a:pt x="327" y="126"/>
                </a:lnTo>
                <a:lnTo>
                  <a:pt x="316" y="138"/>
                </a:lnTo>
                <a:lnTo>
                  <a:pt x="313" y="139"/>
                </a:lnTo>
                <a:lnTo>
                  <a:pt x="312" y="141"/>
                </a:lnTo>
                <a:lnTo>
                  <a:pt x="309" y="143"/>
                </a:lnTo>
                <a:lnTo>
                  <a:pt x="306" y="145"/>
                </a:lnTo>
                <a:lnTo>
                  <a:pt x="304" y="146"/>
                </a:lnTo>
                <a:lnTo>
                  <a:pt x="302" y="147"/>
                </a:lnTo>
                <a:lnTo>
                  <a:pt x="300" y="150"/>
                </a:lnTo>
                <a:lnTo>
                  <a:pt x="297" y="151"/>
                </a:lnTo>
                <a:lnTo>
                  <a:pt x="296" y="156"/>
                </a:lnTo>
                <a:lnTo>
                  <a:pt x="295" y="161"/>
                </a:lnTo>
                <a:lnTo>
                  <a:pt x="292" y="163"/>
                </a:lnTo>
                <a:lnTo>
                  <a:pt x="289" y="164"/>
                </a:lnTo>
                <a:lnTo>
                  <a:pt x="286" y="166"/>
                </a:lnTo>
                <a:lnTo>
                  <a:pt x="283" y="167"/>
                </a:lnTo>
                <a:lnTo>
                  <a:pt x="281" y="172"/>
                </a:lnTo>
                <a:lnTo>
                  <a:pt x="279" y="177"/>
                </a:lnTo>
                <a:lnTo>
                  <a:pt x="278" y="178"/>
                </a:lnTo>
                <a:lnTo>
                  <a:pt x="276" y="179"/>
                </a:lnTo>
                <a:lnTo>
                  <a:pt x="276" y="179"/>
                </a:lnTo>
                <a:lnTo>
                  <a:pt x="275" y="179"/>
                </a:lnTo>
                <a:lnTo>
                  <a:pt x="272" y="179"/>
                </a:lnTo>
                <a:lnTo>
                  <a:pt x="270" y="180"/>
                </a:lnTo>
                <a:lnTo>
                  <a:pt x="268" y="181"/>
                </a:lnTo>
                <a:lnTo>
                  <a:pt x="268" y="182"/>
                </a:lnTo>
                <a:lnTo>
                  <a:pt x="267" y="183"/>
                </a:lnTo>
                <a:lnTo>
                  <a:pt x="266" y="186"/>
                </a:lnTo>
                <a:lnTo>
                  <a:pt x="264" y="189"/>
                </a:lnTo>
                <a:lnTo>
                  <a:pt x="264" y="194"/>
                </a:lnTo>
                <a:lnTo>
                  <a:pt x="263" y="199"/>
                </a:lnTo>
                <a:lnTo>
                  <a:pt x="262" y="203"/>
                </a:lnTo>
                <a:lnTo>
                  <a:pt x="262" y="207"/>
                </a:lnTo>
                <a:lnTo>
                  <a:pt x="263" y="210"/>
                </a:lnTo>
                <a:lnTo>
                  <a:pt x="268" y="211"/>
                </a:lnTo>
                <a:lnTo>
                  <a:pt x="274" y="213"/>
                </a:lnTo>
                <a:lnTo>
                  <a:pt x="277" y="213"/>
                </a:lnTo>
                <a:lnTo>
                  <a:pt x="280" y="213"/>
                </a:lnTo>
                <a:lnTo>
                  <a:pt x="284" y="213"/>
                </a:lnTo>
                <a:lnTo>
                  <a:pt x="288" y="212"/>
                </a:lnTo>
                <a:lnTo>
                  <a:pt x="296" y="208"/>
                </a:lnTo>
                <a:lnTo>
                  <a:pt x="308" y="203"/>
                </a:lnTo>
                <a:lnTo>
                  <a:pt x="310" y="203"/>
                </a:lnTo>
                <a:lnTo>
                  <a:pt x="313" y="202"/>
                </a:lnTo>
                <a:lnTo>
                  <a:pt x="316" y="202"/>
                </a:lnTo>
                <a:lnTo>
                  <a:pt x="319" y="202"/>
                </a:lnTo>
                <a:lnTo>
                  <a:pt x="321" y="202"/>
                </a:lnTo>
                <a:lnTo>
                  <a:pt x="324" y="203"/>
                </a:lnTo>
                <a:lnTo>
                  <a:pt x="325" y="204"/>
                </a:lnTo>
                <a:lnTo>
                  <a:pt x="326" y="205"/>
                </a:lnTo>
                <a:lnTo>
                  <a:pt x="328" y="206"/>
                </a:lnTo>
                <a:lnTo>
                  <a:pt x="328" y="207"/>
                </a:lnTo>
                <a:lnTo>
                  <a:pt x="330" y="208"/>
                </a:lnTo>
                <a:lnTo>
                  <a:pt x="332" y="210"/>
                </a:lnTo>
                <a:lnTo>
                  <a:pt x="334" y="211"/>
                </a:lnTo>
                <a:lnTo>
                  <a:pt x="335" y="213"/>
                </a:lnTo>
                <a:lnTo>
                  <a:pt x="336" y="215"/>
                </a:lnTo>
                <a:lnTo>
                  <a:pt x="336" y="217"/>
                </a:lnTo>
                <a:lnTo>
                  <a:pt x="337" y="219"/>
                </a:lnTo>
                <a:lnTo>
                  <a:pt x="337" y="221"/>
                </a:lnTo>
                <a:lnTo>
                  <a:pt x="337" y="226"/>
                </a:lnTo>
                <a:lnTo>
                  <a:pt x="336" y="231"/>
                </a:lnTo>
                <a:lnTo>
                  <a:pt x="335" y="235"/>
                </a:lnTo>
                <a:lnTo>
                  <a:pt x="333" y="239"/>
                </a:lnTo>
                <a:lnTo>
                  <a:pt x="330" y="239"/>
                </a:lnTo>
                <a:lnTo>
                  <a:pt x="328" y="240"/>
                </a:lnTo>
                <a:lnTo>
                  <a:pt x="324" y="241"/>
                </a:lnTo>
                <a:lnTo>
                  <a:pt x="322" y="241"/>
                </a:lnTo>
                <a:lnTo>
                  <a:pt x="316" y="243"/>
                </a:lnTo>
                <a:lnTo>
                  <a:pt x="311" y="245"/>
                </a:lnTo>
                <a:lnTo>
                  <a:pt x="300" y="250"/>
                </a:lnTo>
                <a:lnTo>
                  <a:pt x="290" y="254"/>
                </a:lnTo>
                <a:lnTo>
                  <a:pt x="286" y="254"/>
                </a:lnTo>
                <a:lnTo>
                  <a:pt x="281" y="254"/>
                </a:lnTo>
                <a:lnTo>
                  <a:pt x="276" y="254"/>
                </a:lnTo>
                <a:lnTo>
                  <a:pt x="272" y="254"/>
                </a:lnTo>
                <a:lnTo>
                  <a:pt x="265" y="255"/>
                </a:lnTo>
                <a:lnTo>
                  <a:pt x="259" y="256"/>
                </a:lnTo>
                <a:lnTo>
                  <a:pt x="252" y="258"/>
                </a:lnTo>
                <a:lnTo>
                  <a:pt x="244" y="259"/>
                </a:lnTo>
                <a:lnTo>
                  <a:pt x="236" y="259"/>
                </a:lnTo>
                <a:lnTo>
                  <a:pt x="229" y="261"/>
                </a:lnTo>
                <a:lnTo>
                  <a:pt x="222" y="263"/>
                </a:lnTo>
                <a:lnTo>
                  <a:pt x="216" y="265"/>
                </a:lnTo>
                <a:lnTo>
                  <a:pt x="213" y="267"/>
                </a:lnTo>
                <a:lnTo>
                  <a:pt x="210" y="268"/>
                </a:lnTo>
                <a:lnTo>
                  <a:pt x="208" y="271"/>
                </a:lnTo>
                <a:lnTo>
                  <a:pt x="204" y="273"/>
                </a:lnTo>
                <a:lnTo>
                  <a:pt x="198" y="278"/>
                </a:lnTo>
                <a:lnTo>
                  <a:pt x="192" y="281"/>
                </a:lnTo>
                <a:lnTo>
                  <a:pt x="191" y="282"/>
                </a:lnTo>
                <a:lnTo>
                  <a:pt x="188" y="283"/>
                </a:lnTo>
                <a:lnTo>
                  <a:pt x="186" y="283"/>
                </a:lnTo>
                <a:lnTo>
                  <a:pt x="184" y="283"/>
                </a:lnTo>
                <a:lnTo>
                  <a:pt x="181" y="284"/>
                </a:lnTo>
                <a:lnTo>
                  <a:pt x="179" y="284"/>
                </a:lnTo>
                <a:lnTo>
                  <a:pt x="177" y="285"/>
                </a:lnTo>
                <a:lnTo>
                  <a:pt x="175" y="287"/>
                </a:lnTo>
                <a:lnTo>
                  <a:pt x="168" y="291"/>
                </a:lnTo>
                <a:lnTo>
                  <a:pt x="161" y="295"/>
                </a:lnTo>
                <a:lnTo>
                  <a:pt x="154" y="300"/>
                </a:lnTo>
                <a:lnTo>
                  <a:pt x="146" y="304"/>
                </a:lnTo>
                <a:lnTo>
                  <a:pt x="144" y="305"/>
                </a:lnTo>
                <a:lnTo>
                  <a:pt x="143" y="306"/>
                </a:lnTo>
                <a:lnTo>
                  <a:pt x="140" y="306"/>
                </a:lnTo>
                <a:lnTo>
                  <a:pt x="139" y="306"/>
                </a:lnTo>
                <a:lnTo>
                  <a:pt x="137" y="306"/>
                </a:lnTo>
                <a:lnTo>
                  <a:pt x="136" y="306"/>
                </a:lnTo>
                <a:lnTo>
                  <a:pt x="134" y="307"/>
                </a:lnTo>
                <a:lnTo>
                  <a:pt x="132" y="307"/>
                </a:lnTo>
                <a:lnTo>
                  <a:pt x="129" y="311"/>
                </a:lnTo>
                <a:lnTo>
                  <a:pt x="127" y="316"/>
                </a:lnTo>
                <a:lnTo>
                  <a:pt x="124" y="318"/>
                </a:lnTo>
                <a:lnTo>
                  <a:pt x="120" y="319"/>
                </a:lnTo>
                <a:lnTo>
                  <a:pt x="118" y="321"/>
                </a:lnTo>
                <a:lnTo>
                  <a:pt x="115" y="322"/>
                </a:lnTo>
                <a:lnTo>
                  <a:pt x="113" y="324"/>
                </a:lnTo>
                <a:lnTo>
                  <a:pt x="111" y="327"/>
                </a:lnTo>
                <a:lnTo>
                  <a:pt x="109" y="330"/>
                </a:lnTo>
                <a:lnTo>
                  <a:pt x="107" y="333"/>
                </a:lnTo>
                <a:lnTo>
                  <a:pt x="103" y="335"/>
                </a:lnTo>
                <a:lnTo>
                  <a:pt x="96" y="339"/>
                </a:lnTo>
                <a:lnTo>
                  <a:pt x="88" y="342"/>
                </a:lnTo>
                <a:lnTo>
                  <a:pt x="83" y="344"/>
                </a:lnTo>
                <a:lnTo>
                  <a:pt x="81" y="343"/>
                </a:lnTo>
                <a:lnTo>
                  <a:pt x="80" y="343"/>
                </a:lnTo>
                <a:lnTo>
                  <a:pt x="77" y="343"/>
                </a:lnTo>
                <a:lnTo>
                  <a:pt x="76" y="342"/>
                </a:lnTo>
                <a:lnTo>
                  <a:pt x="71" y="342"/>
                </a:lnTo>
                <a:lnTo>
                  <a:pt x="67" y="342"/>
                </a:lnTo>
                <a:lnTo>
                  <a:pt x="58" y="342"/>
                </a:lnTo>
                <a:lnTo>
                  <a:pt x="49" y="342"/>
                </a:lnTo>
                <a:lnTo>
                  <a:pt x="48" y="339"/>
                </a:lnTo>
                <a:lnTo>
                  <a:pt x="47" y="336"/>
                </a:lnTo>
                <a:lnTo>
                  <a:pt x="46" y="334"/>
                </a:lnTo>
                <a:lnTo>
                  <a:pt x="44" y="333"/>
                </a:lnTo>
                <a:lnTo>
                  <a:pt x="43" y="332"/>
                </a:lnTo>
                <a:lnTo>
                  <a:pt x="42" y="331"/>
                </a:lnTo>
                <a:lnTo>
                  <a:pt x="39" y="331"/>
                </a:lnTo>
                <a:lnTo>
                  <a:pt x="38" y="331"/>
                </a:lnTo>
                <a:lnTo>
                  <a:pt x="35" y="331"/>
                </a:lnTo>
                <a:lnTo>
                  <a:pt x="30" y="331"/>
                </a:lnTo>
                <a:lnTo>
                  <a:pt x="28" y="331"/>
                </a:lnTo>
                <a:lnTo>
                  <a:pt x="26" y="331"/>
                </a:lnTo>
                <a:lnTo>
                  <a:pt x="23" y="331"/>
                </a:lnTo>
                <a:lnTo>
                  <a:pt x="22" y="330"/>
                </a:lnTo>
                <a:lnTo>
                  <a:pt x="18" y="327"/>
                </a:lnTo>
                <a:lnTo>
                  <a:pt x="11" y="319"/>
                </a:lnTo>
                <a:lnTo>
                  <a:pt x="4" y="311"/>
                </a:lnTo>
                <a:lnTo>
                  <a:pt x="0" y="307"/>
                </a:lnTo>
                <a:lnTo>
                  <a:pt x="0" y="303"/>
                </a:lnTo>
                <a:lnTo>
                  <a:pt x="0" y="299"/>
                </a:lnTo>
                <a:lnTo>
                  <a:pt x="0" y="295"/>
                </a:lnTo>
                <a:lnTo>
                  <a:pt x="0" y="291"/>
                </a:lnTo>
                <a:lnTo>
                  <a:pt x="2" y="290"/>
                </a:lnTo>
                <a:lnTo>
                  <a:pt x="5" y="287"/>
                </a:lnTo>
                <a:lnTo>
                  <a:pt x="9" y="286"/>
                </a:lnTo>
                <a:lnTo>
                  <a:pt x="13" y="283"/>
                </a:lnTo>
                <a:lnTo>
                  <a:pt x="18" y="282"/>
                </a:lnTo>
                <a:lnTo>
                  <a:pt x="22" y="280"/>
                </a:lnTo>
                <a:lnTo>
                  <a:pt x="24" y="279"/>
                </a:lnTo>
                <a:lnTo>
                  <a:pt x="26" y="279"/>
                </a:lnTo>
                <a:lnTo>
                  <a:pt x="27" y="279"/>
                </a:lnTo>
                <a:lnTo>
                  <a:pt x="28" y="279"/>
                </a:lnTo>
                <a:lnTo>
                  <a:pt x="31" y="280"/>
                </a:lnTo>
                <a:lnTo>
                  <a:pt x="34" y="281"/>
                </a:lnTo>
                <a:lnTo>
                  <a:pt x="36" y="282"/>
                </a:lnTo>
                <a:lnTo>
                  <a:pt x="38" y="282"/>
                </a:lnTo>
                <a:lnTo>
                  <a:pt x="40" y="282"/>
                </a:lnTo>
                <a:lnTo>
                  <a:pt x="42" y="281"/>
                </a:lnTo>
                <a:lnTo>
                  <a:pt x="50" y="278"/>
                </a:lnTo>
                <a:lnTo>
                  <a:pt x="59" y="275"/>
                </a:lnTo>
                <a:lnTo>
                  <a:pt x="67" y="272"/>
                </a:lnTo>
                <a:lnTo>
                  <a:pt x="76" y="270"/>
                </a:lnTo>
                <a:lnTo>
                  <a:pt x="84" y="267"/>
                </a:lnTo>
                <a:lnTo>
                  <a:pt x="93" y="264"/>
                </a:lnTo>
                <a:lnTo>
                  <a:pt x="102" y="262"/>
                </a:lnTo>
                <a:lnTo>
                  <a:pt x="110" y="259"/>
                </a:lnTo>
                <a:lnTo>
                  <a:pt x="117" y="255"/>
                </a:lnTo>
                <a:lnTo>
                  <a:pt x="125" y="251"/>
                </a:lnTo>
                <a:lnTo>
                  <a:pt x="132" y="247"/>
                </a:lnTo>
                <a:lnTo>
                  <a:pt x="137" y="244"/>
                </a:lnTo>
                <a:lnTo>
                  <a:pt x="142" y="243"/>
                </a:lnTo>
                <a:lnTo>
                  <a:pt x="146" y="243"/>
                </a:lnTo>
                <a:lnTo>
                  <a:pt x="151" y="242"/>
                </a:lnTo>
                <a:lnTo>
                  <a:pt x="155" y="241"/>
                </a:lnTo>
                <a:lnTo>
                  <a:pt x="164" y="237"/>
                </a:lnTo>
                <a:lnTo>
                  <a:pt x="174" y="232"/>
                </a:lnTo>
                <a:lnTo>
                  <a:pt x="178" y="230"/>
                </a:lnTo>
                <a:lnTo>
                  <a:pt x="183" y="227"/>
                </a:lnTo>
                <a:lnTo>
                  <a:pt x="187" y="224"/>
                </a:lnTo>
                <a:lnTo>
                  <a:pt x="190" y="221"/>
                </a:lnTo>
                <a:lnTo>
                  <a:pt x="193" y="216"/>
                </a:lnTo>
                <a:lnTo>
                  <a:pt x="196" y="211"/>
                </a:lnTo>
                <a:lnTo>
                  <a:pt x="199" y="206"/>
                </a:lnTo>
                <a:lnTo>
                  <a:pt x="201" y="201"/>
                </a:lnTo>
                <a:lnTo>
                  <a:pt x="204" y="195"/>
                </a:lnTo>
                <a:lnTo>
                  <a:pt x="206" y="190"/>
                </a:lnTo>
                <a:lnTo>
                  <a:pt x="209" y="185"/>
                </a:lnTo>
                <a:lnTo>
                  <a:pt x="212" y="180"/>
                </a:lnTo>
                <a:lnTo>
                  <a:pt x="216" y="173"/>
                </a:lnTo>
                <a:lnTo>
                  <a:pt x="222" y="167"/>
                </a:lnTo>
                <a:lnTo>
                  <a:pt x="228" y="159"/>
                </a:lnTo>
                <a:lnTo>
                  <a:pt x="235" y="153"/>
                </a:lnTo>
                <a:lnTo>
                  <a:pt x="241" y="147"/>
                </a:lnTo>
                <a:lnTo>
                  <a:pt x="248" y="141"/>
                </a:lnTo>
                <a:lnTo>
                  <a:pt x="254" y="135"/>
                </a:lnTo>
                <a:lnTo>
                  <a:pt x="260" y="128"/>
                </a:lnTo>
                <a:lnTo>
                  <a:pt x="261" y="126"/>
                </a:lnTo>
                <a:lnTo>
                  <a:pt x="263" y="123"/>
                </a:lnTo>
                <a:lnTo>
                  <a:pt x="264" y="119"/>
                </a:lnTo>
                <a:lnTo>
                  <a:pt x="265" y="117"/>
                </a:lnTo>
                <a:lnTo>
                  <a:pt x="270" y="111"/>
                </a:lnTo>
                <a:lnTo>
                  <a:pt x="278" y="104"/>
                </a:lnTo>
                <a:lnTo>
                  <a:pt x="287" y="95"/>
                </a:lnTo>
                <a:lnTo>
                  <a:pt x="296" y="86"/>
                </a:lnTo>
                <a:lnTo>
                  <a:pt x="300" y="82"/>
                </a:lnTo>
                <a:lnTo>
                  <a:pt x="304" y="77"/>
                </a:lnTo>
                <a:lnTo>
                  <a:pt x="308" y="72"/>
                </a:lnTo>
                <a:lnTo>
                  <a:pt x="311" y="68"/>
                </a:lnTo>
                <a:lnTo>
                  <a:pt x="314" y="63"/>
                </a:lnTo>
                <a:lnTo>
                  <a:pt x="316" y="59"/>
                </a:lnTo>
                <a:lnTo>
                  <a:pt x="316" y="58"/>
                </a:lnTo>
                <a:lnTo>
                  <a:pt x="317" y="55"/>
                </a:lnTo>
                <a:lnTo>
                  <a:pt x="318" y="54"/>
                </a:lnTo>
                <a:lnTo>
                  <a:pt x="318" y="52"/>
                </a:lnTo>
                <a:lnTo>
                  <a:pt x="312" y="50"/>
                </a:lnTo>
                <a:lnTo>
                  <a:pt x="308" y="46"/>
                </a:lnTo>
                <a:lnTo>
                  <a:pt x="305" y="46"/>
                </a:lnTo>
                <a:lnTo>
                  <a:pt x="302" y="45"/>
                </a:lnTo>
                <a:lnTo>
                  <a:pt x="299" y="45"/>
                </a:lnTo>
                <a:lnTo>
                  <a:pt x="296" y="45"/>
                </a:lnTo>
                <a:lnTo>
                  <a:pt x="295" y="46"/>
                </a:lnTo>
                <a:lnTo>
                  <a:pt x="294" y="46"/>
                </a:lnTo>
                <a:lnTo>
                  <a:pt x="292" y="46"/>
                </a:lnTo>
                <a:lnTo>
                  <a:pt x="291" y="46"/>
                </a:lnTo>
                <a:lnTo>
                  <a:pt x="288" y="47"/>
                </a:lnTo>
                <a:lnTo>
                  <a:pt x="283" y="47"/>
                </a:lnTo>
                <a:lnTo>
                  <a:pt x="278" y="48"/>
                </a:lnTo>
                <a:lnTo>
                  <a:pt x="273" y="48"/>
                </a:lnTo>
                <a:lnTo>
                  <a:pt x="268" y="49"/>
                </a:lnTo>
                <a:lnTo>
                  <a:pt x="265" y="50"/>
                </a:lnTo>
                <a:lnTo>
                  <a:pt x="262" y="50"/>
                </a:lnTo>
                <a:lnTo>
                  <a:pt x="258" y="52"/>
                </a:lnTo>
                <a:lnTo>
                  <a:pt x="254" y="54"/>
                </a:lnTo>
                <a:lnTo>
                  <a:pt x="250" y="57"/>
                </a:lnTo>
                <a:lnTo>
                  <a:pt x="240" y="62"/>
                </a:lnTo>
                <a:lnTo>
                  <a:pt x="229" y="68"/>
                </a:lnTo>
                <a:lnTo>
                  <a:pt x="224" y="70"/>
                </a:lnTo>
                <a:lnTo>
                  <a:pt x="218" y="73"/>
                </a:lnTo>
                <a:lnTo>
                  <a:pt x="213" y="75"/>
                </a:lnTo>
                <a:lnTo>
                  <a:pt x="208" y="78"/>
                </a:lnTo>
                <a:lnTo>
                  <a:pt x="204" y="78"/>
                </a:lnTo>
                <a:lnTo>
                  <a:pt x="199" y="79"/>
                </a:lnTo>
                <a:lnTo>
                  <a:pt x="197" y="79"/>
                </a:lnTo>
                <a:lnTo>
                  <a:pt x="195" y="79"/>
                </a:lnTo>
                <a:lnTo>
                  <a:pt x="193" y="79"/>
                </a:lnTo>
                <a:lnTo>
                  <a:pt x="192" y="78"/>
                </a:lnTo>
                <a:lnTo>
                  <a:pt x="191" y="78"/>
                </a:lnTo>
                <a:lnTo>
                  <a:pt x="190" y="78"/>
                </a:lnTo>
                <a:lnTo>
                  <a:pt x="189" y="77"/>
                </a:lnTo>
                <a:lnTo>
                  <a:pt x="188" y="76"/>
                </a:lnTo>
                <a:lnTo>
                  <a:pt x="185" y="74"/>
                </a:lnTo>
                <a:lnTo>
                  <a:pt x="184" y="73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62" name="íSľîďê">
            <a:extLst>
              <a:ext uri="{FF2B5EF4-FFF2-40B4-BE49-F238E27FC236}">
                <a16:creationId xmlns:a16="http://schemas.microsoft.com/office/drawing/2014/main" id="{335B3C66-9E29-4552-89BE-00D609C2F8AD}"/>
              </a:ext>
            </a:extLst>
          </p:cNvPr>
          <p:cNvSpPr>
            <a:spLocks noGrp="1"/>
          </p:cNvSpPr>
          <p:nvPr/>
        </p:nvSpPr>
        <p:spPr>
          <a:xfrm>
            <a:off x="2446920" y="606240"/>
            <a:ext cx="164160" cy="220320"/>
          </a:xfrm>
          <a:custGeom>
            <a:avLst/>
            <a:gdLst>
              <a:gd name="textAreaLeft" fmla="*/ 0 w 164160"/>
              <a:gd name="textAreaRight" fmla="*/ 164520 w 164160"/>
              <a:gd name="textAreaTop" fmla="*/ 0 h 220320"/>
              <a:gd name="textAreaBottom" fmla="*/ 220680 h 220320"/>
              <a:gd name="GluePoint1X" fmla="*/ 311 w 377"/>
              <a:gd name="GluePoint1Y" fmla="*/ 8 h 505"/>
              <a:gd name="GluePoint2X" fmla="*/ 319 w 377"/>
              <a:gd name="GluePoint2Y" fmla="*/ 18 h 505"/>
              <a:gd name="GluePoint3X" fmla="*/ 333 w 377"/>
              <a:gd name="GluePoint3Y" fmla="*/ 28 h 505"/>
              <a:gd name="GluePoint4X" fmla="*/ 348 w 377"/>
              <a:gd name="GluePoint4Y" fmla="*/ 44 h 505"/>
              <a:gd name="GluePoint5X" fmla="*/ 343 w 377"/>
              <a:gd name="GluePoint5Y" fmla="*/ 72 h 505"/>
              <a:gd name="GluePoint6X" fmla="*/ 339 w 377"/>
              <a:gd name="GluePoint6Y" fmla="*/ 89 h 505"/>
              <a:gd name="GluePoint7X" fmla="*/ 343 w 377"/>
              <a:gd name="GluePoint7Y" fmla="*/ 113 h 505"/>
              <a:gd name="GluePoint8X" fmla="*/ 349 w 377"/>
              <a:gd name="GluePoint8Y" fmla="*/ 128 h 505"/>
              <a:gd name="GluePoint9X" fmla="*/ 366 w 377"/>
              <a:gd name="GluePoint9Y" fmla="*/ 130 h 505"/>
              <a:gd name="GluePoint10X" fmla="*/ 376 w 377"/>
              <a:gd name="GluePoint10Y" fmla="*/ 139 h 505"/>
              <a:gd name="GluePoint11X" fmla="*/ 377 w 377"/>
              <a:gd name="GluePoint11Y" fmla="*/ 151 h 505"/>
              <a:gd name="GluePoint12X" fmla="*/ 369 w 377"/>
              <a:gd name="GluePoint12Y" fmla="*/ 169 h 505"/>
              <a:gd name="GluePoint13X" fmla="*/ 339 w 377"/>
              <a:gd name="GluePoint13Y" fmla="*/ 189 h 505"/>
              <a:gd name="GluePoint14X" fmla="*/ 315 w 377"/>
              <a:gd name="GluePoint14Y" fmla="*/ 211 h 505"/>
              <a:gd name="GluePoint15X" fmla="*/ 301 w 377"/>
              <a:gd name="GluePoint15Y" fmla="*/ 235 h 505"/>
              <a:gd name="GluePoint16X" fmla="*/ 290 w 377"/>
              <a:gd name="GluePoint16Y" fmla="*/ 263 h 505"/>
              <a:gd name="GluePoint17X" fmla="*/ 270 w 377"/>
              <a:gd name="GluePoint17Y" fmla="*/ 293 h 505"/>
              <a:gd name="GluePoint18X" fmla="*/ 265 w 377"/>
              <a:gd name="GluePoint18Y" fmla="*/ 317 h 505"/>
              <a:gd name="GluePoint19X" fmla="*/ 245 w 377"/>
              <a:gd name="GluePoint19Y" fmla="*/ 339 h 505"/>
              <a:gd name="GluePoint20X" fmla="*/ 226 w 377"/>
              <a:gd name="GluePoint20Y" fmla="*/ 350 h 505"/>
              <a:gd name="GluePoint21X" fmla="*/ 210 w 377"/>
              <a:gd name="GluePoint21Y" fmla="*/ 374 h 505"/>
              <a:gd name="GluePoint22X" fmla="*/ 192 w 377"/>
              <a:gd name="GluePoint22Y" fmla="*/ 385 h 505"/>
              <a:gd name="GluePoint23X" fmla="*/ 179 w 377"/>
              <a:gd name="GluePoint23Y" fmla="*/ 392 h 505"/>
              <a:gd name="GluePoint24X" fmla="*/ 169 w 377"/>
              <a:gd name="GluePoint24Y" fmla="*/ 402 h 505"/>
              <a:gd name="GluePoint25X" fmla="*/ 159 w 377"/>
              <a:gd name="GluePoint25Y" fmla="*/ 405 h 505"/>
              <a:gd name="GluePoint26X" fmla="*/ 126 w 377"/>
              <a:gd name="GluePoint26Y" fmla="*/ 431 h 505"/>
              <a:gd name="GluePoint27X" fmla="*/ 101 w 377"/>
              <a:gd name="GluePoint27Y" fmla="*/ 442 h 505"/>
              <a:gd name="GluePoint28X" fmla="*/ 92 w 377"/>
              <a:gd name="GluePoint28Y" fmla="*/ 451 h 505"/>
              <a:gd name="GluePoint29X" fmla="*/ 79 w 377"/>
              <a:gd name="GluePoint29Y" fmla="*/ 456 h 505"/>
              <a:gd name="GluePoint30X" fmla="*/ 61 w 377"/>
              <a:gd name="GluePoint30Y" fmla="*/ 472 h 505"/>
              <a:gd name="GluePoint31X" fmla="*/ 49 w 377"/>
              <a:gd name="GluePoint31Y" fmla="*/ 478 h 505"/>
              <a:gd name="GluePoint32X" fmla="*/ 30 w 377"/>
              <a:gd name="GluePoint32Y" fmla="*/ 497 h 505"/>
              <a:gd name="GluePoint33X" fmla="*/ 9 w 377"/>
              <a:gd name="GluePoint33Y" fmla="*/ 505 h 505"/>
              <a:gd name="GluePoint34X" fmla="*/ 8 w 377"/>
              <a:gd name="GluePoint34Y" fmla="*/ 490 h 505"/>
              <a:gd name="GluePoint35X" fmla="*/ 38 w 377"/>
              <a:gd name="GluePoint35Y" fmla="*/ 465 h 505"/>
              <a:gd name="GluePoint36X" fmla="*/ 57 w 377"/>
              <a:gd name="GluePoint36Y" fmla="*/ 449 h 505"/>
              <a:gd name="GluePoint37X" fmla="*/ 81 w 377"/>
              <a:gd name="GluePoint37Y" fmla="*/ 433 h 505"/>
              <a:gd name="GluePoint38X" fmla="*/ 96 w 377"/>
              <a:gd name="GluePoint38Y" fmla="*/ 425 h 505"/>
              <a:gd name="GluePoint39X" fmla="*/ 112 w 377"/>
              <a:gd name="GluePoint39Y" fmla="*/ 413 h 505"/>
              <a:gd name="GluePoint40X" fmla="*/ 122 w 377"/>
              <a:gd name="GluePoint40Y" fmla="*/ 403 h 505"/>
              <a:gd name="GluePoint41X" fmla="*/ 141 w 377"/>
              <a:gd name="GluePoint41Y" fmla="*/ 387 h 505"/>
              <a:gd name="GluePoint42X" fmla="*/ 152 w 377"/>
              <a:gd name="GluePoint42Y" fmla="*/ 377 h 505"/>
              <a:gd name="GluePoint43X" fmla="*/ 191 w 377"/>
              <a:gd name="GluePoint43Y" fmla="*/ 346 h 505"/>
              <a:gd name="GluePoint44X" fmla="*/ 220 w 377"/>
              <a:gd name="GluePoint44Y" fmla="*/ 308 h 505"/>
              <a:gd name="GluePoint45X" fmla="*/ 228 w 377"/>
              <a:gd name="GluePoint45Y" fmla="*/ 284 h 505"/>
              <a:gd name="GluePoint46X" fmla="*/ 218 w 377"/>
              <a:gd name="GluePoint46Y" fmla="*/ 280 h 505"/>
              <a:gd name="GluePoint47X" fmla="*/ 193 w 377"/>
              <a:gd name="GluePoint47Y" fmla="*/ 289 h 505"/>
              <a:gd name="GluePoint48X" fmla="*/ 169 w 377"/>
              <a:gd name="GluePoint48Y" fmla="*/ 287 h 505"/>
              <a:gd name="GluePoint49X" fmla="*/ 149 w 377"/>
              <a:gd name="GluePoint49Y" fmla="*/ 277 h 505"/>
              <a:gd name="GluePoint50X" fmla="*/ 134 w 377"/>
              <a:gd name="GluePoint50Y" fmla="*/ 268 h 505"/>
              <a:gd name="GluePoint51X" fmla="*/ 132 w 377"/>
              <a:gd name="GluePoint51Y" fmla="*/ 258 h 505"/>
              <a:gd name="GluePoint52X" fmla="*/ 132 w 377"/>
              <a:gd name="GluePoint52Y" fmla="*/ 250 h 505"/>
              <a:gd name="GluePoint53X" fmla="*/ 152 w 377"/>
              <a:gd name="GluePoint53Y" fmla="*/ 234 h 505"/>
              <a:gd name="GluePoint54X" fmla="*/ 188 w 377"/>
              <a:gd name="GluePoint54Y" fmla="*/ 221 h 505"/>
              <a:gd name="GluePoint55X" fmla="*/ 207 w 377"/>
              <a:gd name="GluePoint55Y" fmla="*/ 212 h 505"/>
              <a:gd name="GluePoint56X" fmla="*/ 226 w 377"/>
              <a:gd name="GluePoint56Y" fmla="*/ 202 h 505"/>
              <a:gd name="GluePoint57X" fmla="*/ 248 w 377"/>
              <a:gd name="GluePoint57Y" fmla="*/ 193 h 505"/>
              <a:gd name="GluePoint58X" fmla="*/ 256 w 377"/>
              <a:gd name="GluePoint58Y" fmla="*/ 180 h 505"/>
              <a:gd name="GluePoint59X" fmla="*/ 273 w 377"/>
              <a:gd name="GluePoint59Y" fmla="*/ 171 h 505"/>
              <a:gd name="GluePoint60X" fmla="*/ 274 w 377"/>
              <a:gd name="GluePoint60Y" fmla="*/ 133 h 505"/>
              <a:gd name="GluePoint61X" fmla="*/ 279 w 377"/>
              <a:gd name="GluePoint61Y" fmla="*/ 83 h 505"/>
              <a:gd name="GluePoint62X" fmla="*/ 275 w 377"/>
              <a:gd name="GluePoint62Y" fmla="*/ 40 h 505"/>
              <a:gd name="GluePoint63X" fmla="*/ 280 w 377"/>
              <a:gd name="GluePoint63Y" fmla="*/ 7 h 505"/>
            </a:gdLst>
            <a:ahLst/>
            <a:cxnLst/>
            <a:rect l="textAreaLeft" t="textAreaTop" r="textAreaRight" b="textAreaBottom"/>
            <a:pathLst>
              <a:path w="377" h="505">
                <a:moveTo>
                  <a:pt x="289" y="0"/>
                </a:moveTo>
                <a:lnTo>
                  <a:pt x="294" y="1"/>
                </a:lnTo>
                <a:lnTo>
                  <a:pt x="302" y="3"/>
                </a:lnTo>
                <a:lnTo>
                  <a:pt x="305" y="4"/>
                </a:lnTo>
                <a:lnTo>
                  <a:pt x="309" y="6"/>
                </a:lnTo>
                <a:lnTo>
                  <a:pt x="311" y="8"/>
                </a:lnTo>
                <a:lnTo>
                  <a:pt x="313" y="9"/>
                </a:lnTo>
                <a:lnTo>
                  <a:pt x="315" y="11"/>
                </a:lnTo>
                <a:lnTo>
                  <a:pt x="316" y="12"/>
                </a:lnTo>
                <a:lnTo>
                  <a:pt x="317" y="14"/>
                </a:lnTo>
                <a:lnTo>
                  <a:pt x="317" y="16"/>
                </a:lnTo>
                <a:lnTo>
                  <a:pt x="319" y="18"/>
                </a:lnTo>
                <a:lnTo>
                  <a:pt x="320" y="20"/>
                </a:lnTo>
                <a:lnTo>
                  <a:pt x="321" y="22"/>
                </a:lnTo>
                <a:lnTo>
                  <a:pt x="322" y="23"/>
                </a:lnTo>
                <a:lnTo>
                  <a:pt x="326" y="25"/>
                </a:lnTo>
                <a:lnTo>
                  <a:pt x="329" y="27"/>
                </a:lnTo>
                <a:lnTo>
                  <a:pt x="333" y="28"/>
                </a:lnTo>
                <a:lnTo>
                  <a:pt x="336" y="29"/>
                </a:lnTo>
                <a:lnTo>
                  <a:pt x="339" y="31"/>
                </a:lnTo>
                <a:lnTo>
                  <a:pt x="342" y="32"/>
                </a:lnTo>
                <a:lnTo>
                  <a:pt x="345" y="35"/>
                </a:lnTo>
                <a:lnTo>
                  <a:pt x="348" y="38"/>
                </a:lnTo>
                <a:lnTo>
                  <a:pt x="348" y="44"/>
                </a:lnTo>
                <a:lnTo>
                  <a:pt x="348" y="50"/>
                </a:lnTo>
                <a:lnTo>
                  <a:pt x="347" y="55"/>
                </a:lnTo>
                <a:lnTo>
                  <a:pt x="346" y="60"/>
                </a:lnTo>
                <a:lnTo>
                  <a:pt x="345" y="64"/>
                </a:lnTo>
                <a:lnTo>
                  <a:pt x="345" y="68"/>
                </a:lnTo>
                <a:lnTo>
                  <a:pt x="343" y="72"/>
                </a:lnTo>
                <a:lnTo>
                  <a:pt x="341" y="76"/>
                </a:lnTo>
                <a:lnTo>
                  <a:pt x="341" y="77"/>
                </a:lnTo>
                <a:lnTo>
                  <a:pt x="340" y="79"/>
                </a:lnTo>
                <a:lnTo>
                  <a:pt x="340" y="81"/>
                </a:lnTo>
                <a:lnTo>
                  <a:pt x="340" y="84"/>
                </a:lnTo>
                <a:lnTo>
                  <a:pt x="339" y="89"/>
                </a:lnTo>
                <a:lnTo>
                  <a:pt x="340" y="95"/>
                </a:lnTo>
                <a:lnTo>
                  <a:pt x="340" y="100"/>
                </a:lnTo>
                <a:lnTo>
                  <a:pt x="341" y="105"/>
                </a:lnTo>
                <a:lnTo>
                  <a:pt x="341" y="108"/>
                </a:lnTo>
                <a:lnTo>
                  <a:pt x="343" y="111"/>
                </a:lnTo>
                <a:lnTo>
                  <a:pt x="343" y="113"/>
                </a:lnTo>
                <a:lnTo>
                  <a:pt x="342" y="117"/>
                </a:lnTo>
                <a:lnTo>
                  <a:pt x="341" y="121"/>
                </a:lnTo>
                <a:lnTo>
                  <a:pt x="341" y="124"/>
                </a:lnTo>
                <a:lnTo>
                  <a:pt x="344" y="126"/>
                </a:lnTo>
                <a:lnTo>
                  <a:pt x="346" y="128"/>
                </a:lnTo>
                <a:lnTo>
                  <a:pt x="349" y="128"/>
                </a:lnTo>
                <a:lnTo>
                  <a:pt x="351" y="129"/>
                </a:lnTo>
                <a:lnTo>
                  <a:pt x="354" y="129"/>
                </a:lnTo>
                <a:lnTo>
                  <a:pt x="357" y="130"/>
                </a:lnTo>
                <a:lnTo>
                  <a:pt x="361" y="130"/>
                </a:lnTo>
                <a:lnTo>
                  <a:pt x="366" y="130"/>
                </a:lnTo>
                <a:lnTo>
                  <a:pt x="366" y="130"/>
                </a:lnTo>
                <a:lnTo>
                  <a:pt x="367" y="130"/>
                </a:lnTo>
                <a:lnTo>
                  <a:pt x="369" y="132"/>
                </a:lnTo>
                <a:lnTo>
                  <a:pt x="373" y="135"/>
                </a:lnTo>
                <a:lnTo>
                  <a:pt x="374" y="136"/>
                </a:lnTo>
                <a:lnTo>
                  <a:pt x="375" y="137"/>
                </a:lnTo>
                <a:lnTo>
                  <a:pt x="376" y="139"/>
                </a:lnTo>
                <a:lnTo>
                  <a:pt x="376" y="141"/>
                </a:lnTo>
                <a:lnTo>
                  <a:pt x="377" y="142"/>
                </a:lnTo>
                <a:lnTo>
                  <a:pt x="377" y="144"/>
                </a:lnTo>
                <a:lnTo>
                  <a:pt x="377" y="145"/>
                </a:lnTo>
                <a:lnTo>
                  <a:pt x="377" y="147"/>
                </a:lnTo>
                <a:lnTo>
                  <a:pt x="377" y="151"/>
                </a:lnTo>
                <a:lnTo>
                  <a:pt x="376" y="155"/>
                </a:lnTo>
                <a:lnTo>
                  <a:pt x="375" y="159"/>
                </a:lnTo>
                <a:lnTo>
                  <a:pt x="373" y="162"/>
                </a:lnTo>
                <a:lnTo>
                  <a:pt x="373" y="165"/>
                </a:lnTo>
                <a:lnTo>
                  <a:pt x="371" y="167"/>
                </a:lnTo>
                <a:lnTo>
                  <a:pt x="369" y="169"/>
                </a:lnTo>
                <a:lnTo>
                  <a:pt x="367" y="172"/>
                </a:lnTo>
                <a:lnTo>
                  <a:pt x="365" y="173"/>
                </a:lnTo>
                <a:lnTo>
                  <a:pt x="361" y="176"/>
                </a:lnTo>
                <a:lnTo>
                  <a:pt x="357" y="179"/>
                </a:lnTo>
                <a:lnTo>
                  <a:pt x="350" y="182"/>
                </a:lnTo>
                <a:lnTo>
                  <a:pt x="339" y="189"/>
                </a:lnTo>
                <a:lnTo>
                  <a:pt x="328" y="195"/>
                </a:lnTo>
                <a:lnTo>
                  <a:pt x="325" y="197"/>
                </a:lnTo>
                <a:lnTo>
                  <a:pt x="322" y="199"/>
                </a:lnTo>
                <a:lnTo>
                  <a:pt x="321" y="201"/>
                </a:lnTo>
                <a:lnTo>
                  <a:pt x="318" y="205"/>
                </a:lnTo>
                <a:lnTo>
                  <a:pt x="315" y="211"/>
                </a:lnTo>
                <a:lnTo>
                  <a:pt x="311" y="216"/>
                </a:lnTo>
                <a:lnTo>
                  <a:pt x="309" y="220"/>
                </a:lnTo>
                <a:lnTo>
                  <a:pt x="309" y="224"/>
                </a:lnTo>
                <a:lnTo>
                  <a:pt x="308" y="228"/>
                </a:lnTo>
                <a:lnTo>
                  <a:pt x="306" y="232"/>
                </a:lnTo>
                <a:lnTo>
                  <a:pt x="301" y="235"/>
                </a:lnTo>
                <a:lnTo>
                  <a:pt x="297" y="238"/>
                </a:lnTo>
                <a:lnTo>
                  <a:pt x="297" y="242"/>
                </a:lnTo>
                <a:lnTo>
                  <a:pt x="296" y="247"/>
                </a:lnTo>
                <a:lnTo>
                  <a:pt x="295" y="251"/>
                </a:lnTo>
                <a:lnTo>
                  <a:pt x="294" y="255"/>
                </a:lnTo>
                <a:lnTo>
                  <a:pt x="290" y="263"/>
                </a:lnTo>
                <a:lnTo>
                  <a:pt x="285" y="272"/>
                </a:lnTo>
                <a:lnTo>
                  <a:pt x="279" y="280"/>
                </a:lnTo>
                <a:lnTo>
                  <a:pt x="273" y="287"/>
                </a:lnTo>
                <a:lnTo>
                  <a:pt x="273" y="289"/>
                </a:lnTo>
                <a:lnTo>
                  <a:pt x="271" y="291"/>
                </a:lnTo>
                <a:lnTo>
                  <a:pt x="270" y="293"/>
                </a:lnTo>
                <a:lnTo>
                  <a:pt x="269" y="295"/>
                </a:lnTo>
                <a:lnTo>
                  <a:pt x="269" y="300"/>
                </a:lnTo>
                <a:lnTo>
                  <a:pt x="268" y="305"/>
                </a:lnTo>
                <a:lnTo>
                  <a:pt x="267" y="309"/>
                </a:lnTo>
                <a:lnTo>
                  <a:pt x="265" y="314"/>
                </a:lnTo>
                <a:lnTo>
                  <a:pt x="265" y="317"/>
                </a:lnTo>
                <a:lnTo>
                  <a:pt x="264" y="318"/>
                </a:lnTo>
                <a:lnTo>
                  <a:pt x="263" y="320"/>
                </a:lnTo>
                <a:lnTo>
                  <a:pt x="262" y="322"/>
                </a:lnTo>
                <a:lnTo>
                  <a:pt x="259" y="325"/>
                </a:lnTo>
                <a:lnTo>
                  <a:pt x="252" y="333"/>
                </a:lnTo>
                <a:lnTo>
                  <a:pt x="245" y="339"/>
                </a:lnTo>
                <a:lnTo>
                  <a:pt x="241" y="343"/>
                </a:lnTo>
                <a:lnTo>
                  <a:pt x="236" y="345"/>
                </a:lnTo>
                <a:lnTo>
                  <a:pt x="232" y="345"/>
                </a:lnTo>
                <a:lnTo>
                  <a:pt x="230" y="347"/>
                </a:lnTo>
                <a:lnTo>
                  <a:pt x="228" y="349"/>
                </a:lnTo>
                <a:lnTo>
                  <a:pt x="226" y="350"/>
                </a:lnTo>
                <a:lnTo>
                  <a:pt x="224" y="353"/>
                </a:lnTo>
                <a:lnTo>
                  <a:pt x="222" y="357"/>
                </a:lnTo>
                <a:lnTo>
                  <a:pt x="219" y="361"/>
                </a:lnTo>
                <a:lnTo>
                  <a:pt x="216" y="366"/>
                </a:lnTo>
                <a:lnTo>
                  <a:pt x="213" y="370"/>
                </a:lnTo>
                <a:lnTo>
                  <a:pt x="210" y="374"/>
                </a:lnTo>
                <a:lnTo>
                  <a:pt x="207" y="378"/>
                </a:lnTo>
                <a:lnTo>
                  <a:pt x="203" y="379"/>
                </a:lnTo>
                <a:lnTo>
                  <a:pt x="200" y="381"/>
                </a:lnTo>
                <a:lnTo>
                  <a:pt x="196" y="381"/>
                </a:lnTo>
                <a:lnTo>
                  <a:pt x="192" y="382"/>
                </a:lnTo>
                <a:lnTo>
                  <a:pt x="192" y="385"/>
                </a:lnTo>
                <a:lnTo>
                  <a:pt x="191" y="387"/>
                </a:lnTo>
                <a:lnTo>
                  <a:pt x="187" y="387"/>
                </a:lnTo>
                <a:lnTo>
                  <a:pt x="183" y="387"/>
                </a:lnTo>
                <a:lnTo>
                  <a:pt x="181" y="389"/>
                </a:lnTo>
                <a:lnTo>
                  <a:pt x="180" y="390"/>
                </a:lnTo>
                <a:lnTo>
                  <a:pt x="179" y="392"/>
                </a:lnTo>
                <a:lnTo>
                  <a:pt x="177" y="394"/>
                </a:lnTo>
                <a:lnTo>
                  <a:pt x="176" y="396"/>
                </a:lnTo>
                <a:lnTo>
                  <a:pt x="174" y="398"/>
                </a:lnTo>
                <a:lnTo>
                  <a:pt x="172" y="400"/>
                </a:lnTo>
                <a:lnTo>
                  <a:pt x="171" y="401"/>
                </a:lnTo>
                <a:lnTo>
                  <a:pt x="169" y="402"/>
                </a:lnTo>
                <a:lnTo>
                  <a:pt x="168" y="403"/>
                </a:lnTo>
                <a:lnTo>
                  <a:pt x="166" y="403"/>
                </a:lnTo>
                <a:lnTo>
                  <a:pt x="164" y="404"/>
                </a:lnTo>
                <a:lnTo>
                  <a:pt x="163" y="404"/>
                </a:lnTo>
                <a:lnTo>
                  <a:pt x="161" y="404"/>
                </a:lnTo>
                <a:lnTo>
                  <a:pt x="159" y="405"/>
                </a:lnTo>
                <a:lnTo>
                  <a:pt x="157" y="405"/>
                </a:lnTo>
                <a:lnTo>
                  <a:pt x="152" y="411"/>
                </a:lnTo>
                <a:lnTo>
                  <a:pt x="144" y="417"/>
                </a:lnTo>
                <a:lnTo>
                  <a:pt x="137" y="422"/>
                </a:lnTo>
                <a:lnTo>
                  <a:pt x="129" y="429"/>
                </a:lnTo>
                <a:lnTo>
                  <a:pt x="126" y="431"/>
                </a:lnTo>
                <a:lnTo>
                  <a:pt x="122" y="434"/>
                </a:lnTo>
                <a:lnTo>
                  <a:pt x="117" y="437"/>
                </a:lnTo>
                <a:lnTo>
                  <a:pt x="113" y="439"/>
                </a:lnTo>
                <a:lnTo>
                  <a:pt x="109" y="441"/>
                </a:lnTo>
                <a:lnTo>
                  <a:pt x="105" y="441"/>
                </a:lnTo>
                <a:lnTo>
                  <a:pt x="101" y="442"/>
                </a:lnTo>
                <a:lnTo>
                  <a:pt x="97" y="443"/>
                </a:lnTo>
                <a:lnTo>
                  <a:pt x="96" y="445"/>
                </a:lnTo>
                <a:lnTo>
                  <a:pt x="96" y="447"/>
                </a:lnTo>
                <a:lnTo>
                  <a:pt x="95" y="449"/>
                </a:lnTo>
                <a:lnTo>
                  <a:pt x="94" y="450"/>
                </a:lnTo>
                <a:lnTo>
                  <a:pt x="92" y="451"/>
                </a:lnTo>
                <a:lnTo>
                  <a:pt x="91" y="452"/>
                </a:lnTo>
                <a:lnTo>
                  <a:pt x="89" y="453"/>
                </a:lnTo>
                <a:lnTo>
                  <a:pt x="88" y="453"/>
                </a:lnTo>
                <a:lnTo>
                  <a:pt x="84" y="454"/>
                </a:lnTo>
                <a:lnTo>
                  <a:pt x="81" y="455"/>
                </a:lnTo>
                <a:lnTo>
                  <a:pt x="79" y="456"/>
                </a:lnTo>
                <a:lnTo>
                  <a:pt x="77" y="457"/>
                </a:lnTo>
                <a:lnTo>
                  <a:pt x="76" y="457"/>
                </a:lnTo>
                <a:lnTo>
                  <a:pt x="74" y="459"/>
                </a:lnTo>
                <a:lnTo>
                  <a:pt x="70" y="463"/>
                </a:lnTo>
                <a:lnTo>
                  <a:pt x="66" y="467"/>
                </a:lnTo>
                <a:lnTo>
                  <a:pt x="61" y="472"/>
                </a:lnTo>
                <a:lnTo>
                  <a:pt x="57" y="476"/>
                </a:lnTo>
                <a:lnTo>
                  <a:pt x="56" y="477"/>
                </a:lnTo>
                <a:lnTo>
                  <a:pt x="54" y="477"/>
                </a:lnTo>
                <a:lnTo>
                  <a:pt x="52" y="477"/>
                </a:lnTo>
                <a:lnTo>
                  <a:pt x="51" y="478"/>
                </a:lnTo>
                <a:lnTo>
                  <a:pt x="49" y="478"/>
                </a:lnTo>
                <a:lnTo>
                  <a:pt x="48" y="479"/>
                </a:lnTo>
                <a:lnTo>
                  <a:pt x="46" y="480"/>
                </a:lnTo>
                <a:lnTo>
                  <a:pt x="45" y="481"/>
                </a:lnTo>
                <a:lnTo>
                  <a:pt x="40" y="487"/>
                </a:lnTo>
                <a:lnTo>
                  <a:pt x="33" y="494"/>
                </a:lnTo>
                <a:lnTo>
                  <a:pt x="30" y="497"/>
                </a:lnTo>
                <a:lnTo>
                  <a:pt x="28" y="501"/>
                </a:lnTo>
                <a:lnTo>
                  <a:pt x="24" y="503"/>
                </a:lnTo>
                <a:lnTo>
                  <a:pt x="21" y="505"/>
                </a:lnTo>
                <a:lnTo>
                  <a:pt x="16" y="505"/>
                </a:lnTo>
                <a:lnTo>
                  <a:pt x="12" y="505"/>
                </a:lnTo>
                <a:lnTo>
                  <a:pt x="9" y="505"/>
                </a:lnTo>
                <a:lnTo>
                  <a:pt x="5" y="505"/>
                </a:lnTo>
                <a:lnTo>
                  <a:pt x="3" y="502"/>
                </a:lnTo>
                <a:lnTo>
                  <a:pt x="0" y="500"/>
                </a:lnTo>
                <a:lnTo>
                  <a:pt x="0" y="498"/>
                </a:lnTo>
                <a:lnTo>
                  <a:pt x="0" y="496"/>
                </a:lnTo>
                <a:lnTo>
                  <a:pt x="8" y="490"/>
                </a:lnTo>
                <a:lnTo>
                  <a:pt x="15" y="483"/>
                </a:lnTo>
                <a:lnTo>
                  <a:pt x="21" y="477"/>
                </a:lnTo>
                <a:lnTo>
                  <a:pt x="28" y="470"/>
                </a:lnTo>
                <a:lnTo>
                  <a:pt x="31" y="469"/>
                </a:lnTo>
                <a:lnTo>
                  <a:pt x="35" y="466"/>
                </a:lnTo>
                <a:lnTo>
                  <a:pt x="38" y="465"/>
                </a:lnTo>
                <a:lnTo>
                  <a:pt x="41" y="463"/>
                </a:lnTo>
                <a:lnTo>
                  <a:pt x="44" y="461"/>
                </a:lnTo>
                <a:lnTo>
                  <a:pt x="48" y="459"/>
                </a:lnTo>
                <a:lnTo>
                  <a:pt x="51" y="457"/>
                </a:lnTo>
                <a:lnTo>
                  <a:pt x="53" y="454"/>
                </a:lnTo>
                <a:lnTo>
                  <a:pt x="57" y="449"/>
                </a:lnTo>
                <a:lnTo>
                  <a:pt x="60" y="445"/>
                </a:lnTo>
                <a:lnTo>
                  <a:pt x="64" y="444"/>
                </a:lnTo>
                <a:lnTo>
                  <a:pt x="70" y="443"/>
                </a:lnTo>
                <a:lnTo>
                  <a:pt x="73" y="440"/>
                </a:lnTo>
                <a:lnTo>
                  <a:pt x="77" y="436"/>
                </a:lnTo>
                <a:lnTo>
                  <a:pt x="81" y="433"/>
                </a:lnTo>
                <a:lnTo>
                  <a:pt x="85" y="429"/>
                </a:lnTo>
                <a:lnTo>
                  <a:pt x="89" y="429"/>
                </a:lnTo>
                <a:lnTo>
                  <a:pt x="93" y="429"/>
                </a:lnTo>
                <a:lnTo>
                  <a:pt x="94" y="428"/>
                </a:lnTo>
                <a:lnTo>
                  <a:pt x="96" y="426"/>
                </a:lnTo>
                <a:lnTo>
                  <a:pt x="96" y="425"/>
                </a:lnTo>
                <a:lnTo>
                  <a:pt x="98" y="423"/>
                </a:lnTo>
                <a:lnTo>
                  <a:pt x="100" y="420"/>
                </a:lnTo>
                <a:lnTo>
                  <a:pt x="104" y="417"/>
                </a:lnTo>
                <a:lnTo>
                  <a:pt x="107" y="417"/>
                </a:lnTo>
                <a:lnTo>
                  <a:pt x="111" y="415"/>
                </a:lnTo>
                <a:lnTo>
                  <a:pt x="112" y="413"/>
                </a:lnTo>
                <a:lnTo>
                  <a:pt x="115" y="412"/>
                </a:lnTo>
                <a:lnTo>
                  <a:pt x="116" y="410"/>
                </a:lnTo>
                <a:lnTo>
                  <a:pt x="117" y="408"/>
                </a:lnTo>
                <a:lnTo>
                  <a:pt x="119" y="406"/>
                </a:lnTo>
                <a:lnTo>
                  <a:pt x="120" y="404"/>
                </a:lnTo>
                <a:lnTo>
                  <a:pt x="122" y="403"/>
                </a:lnTo>
                <a:lnTo>
                  <a:pt x="124" y="401"/>
                </a:lnTo>
                <a:lnTo>
                  <a:pt x="128" y="399"/>
                </a:lnTo>
                <a:lnTo>
                  <a:pt x="132" y="396"/>
                </a:lnTo>
                <a:lnTo>
                  <a:pt x="136" y="393"/>
                </a:lnTo>
                <a:lnTo>
                  <a:pt x="140" y="389"/>
                </a:lnTo>
                <a:lnTo>
                  <a:pt x="141" y="387"/>
                </a:lnTo>
                <a:lnTo>
                  <a:pt x="142" y="385"/>
                </a:lnTo>
                <a:lnTo>
                  <a:pt x="143" y="383"/>
                </a:lnTo>
                <a:lnTo>
                  <a:pt x="144" y="382"/>
                </a:lnTo>
                <a:lnTo>
                  <a:pt x="144" y="381"/>
                </a:lnTo>
                <a:lnTo>
                  <a:pt x="145" y="381"/>
                </a:lnTo>
                <a:lnTo>
                  <a:pt x="152" y="377"/>
                </a:lnTo>
                <a:lnTo>
                  <a:pt x="158" y="372"/>
                </a:lnTo>
                <a:lnTo>
                  <a:pt x="164" y="368"/>
                </a:lnTo>
                <a:lnTo>
                  <a:pt x="171" y="363"/>
                </a:lnTo>
                <a:lnTo>
                  <a:pt x="178" y="357"/>
                </a:lnTo>
                <a:lnTo>
                  <a:pt x="184" y="352"/>
                </a:lnTo>
                <a:lnTo>
                  <a:pt x="191" y="346"/>
                </a:lnTo>
                <a:lnTo>
                  <a:pt x="197" y="340"/>
                </a:lnTo>
                <a:lnTo>
                  <a:pt x="204" y="333"/>
                </a:lnTo>
                <a:lnTo>
                  <a:pt x="209" y="326"/>
                </a:lnTo>
                <a:lnTo>
                  <a:pt x="214" y="319"/>
                </a:lnTo>
                <a:lnTo>
                  <a:pt x="218" y="312"/>
                </a:lnTo>
                <a:lnTo>
                  <a:pt x="220" y="308"/>
                </a:lnTo>
                <a:lnTo>
                  <a:pt x="222" y="304"/>
                </a:lnTo>
                <a:lnTo>
                  <a:pt x="224" y="300"/>
                </a:lnTo>
                <a:lnTo>
                  <a:pt x="225" y="296"/>
                </a:lnTo>
                <a:lnTo>
                  <a:pt x="227" y="293"/>
                </a:lnTo>
                <a:lnTo>
                  <a:pt x="228" y="289"/>
                </a:lnTo>
                <a:lnTo>
                  <a:pt x="228" y="284"/>
                </a:lnTo>
                <a:lnTo>
                  <a:pt x="229" y="280"/>
                </a:lnTo>
                <a:lnTo>
                  <a:pt x="228" y="280"/>
                </a:lnTo>
                <a:lnTo>
                  <a:pt x="228" y="278"/>
                </a:lnTo>
                <a:lnTo>
                  <a:pt x="224" y="279"/>
                </a:lnTo>
                <a:lnTo>
                  <a:pt x="220" y="279"/>
                </a:lnTo>
                <a:lnTo>
                  <a:pt x="218" y="280"/>
                </a:lnTo>
                <a:lnTo>
                  <a:pt x="216" y="281"/>
                </a:lnTo>
                <a:lnTo>
                  <a:pt x="211" y="283"/>
                </a:lnTo>
                <a:lnTo>
                  <a:pt x="207" y="285"/>
                </a:lnTo>
                <a:lnTo>
                  <a:pt x="202" y="286"/>
                </a:lnTo>
                <a:lnTo>
                  <a:pt x="198" y="288"/>
                </a:lnTo>
                <a:lnTo>
                  <a:pt x="193" y="289"/>
                </a:lnTo>
                <a:lnTo>
                  <a:pt x="189" y="289"/>
                </a:lnTo>
                <a:lnTo>
                  <a:pt x="185" y="289"/>
                </a:lnTo>
                <a:lnTo>
                  <a:pt x="181" y="289"/>
                </a:lnTo>
                <a:lnTo>
                  <a:pt x="177" y="289"/>
                </a:lnTo>
                <a:lnTo>
                  <a:pt x="173" y="289"/>
                </a:lnTo>
                <a:lnTo>
                  <a:pt x="169" y="287"/>
                </a:lnTo>
                <a:lnTo>
                  <a:pt x="166" y="286"/>
                </a:lnTo>
                <a:lnTo>
                  <a:pt x="162" y="285"/>
                </a:lnTo>
                <a:lnTo>
                  <a:pt x="159" y="283"/>
                </a:lnTo>
                <a:lnTo>
                  <a:pt x="156" y="281"/>
                </a:lnTo>
                <a:lnTo>
                  <a:pt x="152" y="280"/>
                </a:lnTo>
                <a:lnTo>
                  <a:pt x="149" y="277"/>
                </a:lnTo>
                <a:lnTo>
                  <a:pt x="146" y="276"/>
                </a:lnTo>
                <a:lnTo>
                  <a:pt x="141" y="273"/>
                </a:lnTo>
                <a:lnTo>
                  <a:pt x="136" y="270"/>
                </a:lnTo>
                <a:lnTo>
                  <a:pt x="136" y="269"/>
                </a:lnTo>
                <a:lnTo>
                  <a:pt x="135" y="269"/>
                </a:lnTo>
                <a:lnTo>
                  <a:pt x="134" y="268"/>
                </a:lnTo>
                <a:lnTo>
                  <a:pt x="133" y="266"/>
                </a:lnTo>
                <a:lnTo>
                  <a:pt x="133" y="265"/>
                </a:lnTo>
                <a:lnTo>
                  <a:pt x="132" y="264"/>
                </a:lnTo>
                <a:lnTo>
                  <a:pt x="132" y="261"/>
                </a:lnTo>
                <a:lnTo>
                  <a:pt x="132" y="259"/>
                </a:lnTo>
                <a:lnTo>
                  <a:pt x="132" y="258"/>
                </a:lnTo>
                <a:lnTo>
                  <a:pt x="131" y="257"/>
                </a:lnTo>
                <a:lnTo>
                  <a:pt x="131" y="255"/>
                </a:lnTo>
                <a:lnTo>
                  <a:pt x="131" y="254"/>
                </a:lnTo>
                <a:lnTo>
                  <a:pt x="131" y="253"/>
                </a:lnTo>
                <a:lnTo>
                  <a:pt x="132" y="252"/>
                </a:lnTo>
                <a:lnTo>
                  <a:pt x="132" y="250"/>
                </a:lnTo>
                <a:lnTo>
                  <a:pt x="132" y="249"/>
                </a:lnTo>
                <a:lnTo>
                  <a:pt x="135" y="246"/>
                </a:lnTo>
                <a:lnTo>
                  <a:pt x="138" y="244"/>
                </a:lnTo>
                <a:lnTo>
                  <a:pt x="141" y="241"/>
                </a:lnTo>
                <a:lnTo>
                  <a:pt x="144" y="239"/>
                </a:lnTo>
                <a:lnTo>
                  <a:pt x="152" y="234"/>
                </a:lnTo>
                <a:lnTo>
                  <a:pt x="160" y="230"/>
                </a:lnTo>
                <a:lnTo>
                  <a:pt x="167" y="227"/>
                </a:lnTo>
                <a:lnTo>
                  <a:pt x="172" y="225"/>
                </a:lnTo>
                <a:lnTo>
                  <a:pt x="177" y="224"/>
                </a:lnTo>
                <a:lnTo>
                  <a:pt x="183" y="222"/>
                </a:lnTo>
                <a:lnTo>
                  <a:pt x="188" y="221"/>
                </a:lnTo>
                <a:lnTo>
                  <a:pt x="195" y="220"/>
                </a:lnTo>
                <a:lnTo>
                  <a:pt x="198" y="219"/>
                </a:lnTo>
                <a:lnTo>
                  <a:pt x="200" y="217"/>
                </a:lnTo>
                <a:lnTo>
                  <a:pt x="203" y="216"/>
                </a:lnTo>
                <a:lnTo>
                  <a:pt x="205" y="213"/>
                </a:lnTo>
                <a:lnTo>
                  <a:pt x="207" y="212"/>
                </a:lnTo>
                <a:lnTo>
                  <a:pt x="209" y="209"/>
                </a:lnTo>
                <a:lnTo>
                  <a:pt x="212" y="208"/>
                </a:lnTo>
                <a:lnTo>
                  <a:pt x="215" y="206"/>
                </a:lnTo>
                <a:lnTo>
                  <a:pt x="218" y="205"/>
                </a:lnTo>
                <a:lnTo>
                  <a:pt x="222" y="204"/>
                </a:lnTo>
                <a:lnTo>
                  <a:pt x="226" y="202"/>
                </a:lnTo>
                <a:lnTo>
                  <a:pt x="230" y="201"/>
                </a:lnTo>
                <a:lnTo>
                  <a:pt x="235" y="200"/>
                </a:lnTo>
                <a:lnTo>
                  <a:pt x="239" y="198"/>
                </a:lnTo>
                <a:lnTo>
                  <a:pt x="242" y="197"/>
                </a:lnTo>
                <a:lnTo>
                  <a:pt x="246" y="195"/>
                </a:lnTo>
                <a:lnTo>
                  <a:pt x="248" y="193"/>
                </a:lnTo>
                <a:lnTo>
                  <a:pt x="249" y="191"/>
                </a:lnTo>
                <a:lnTo>
                  <a:pt x="250" y="189"/>
                </a:lnTo>
                <a:lnTo>
                  <a:pt x="252" y="187"/>
                </a:lnTo>
                <a:lnTo>
                  <a:pt x="253" y="184"/>
                </a:lnTo>
                <a:lnTo>
                  <a:pt x="254" y="182"/>
                </a:lnTo>
                <a:lnTo>
                  <a:pt x="256" y="180"/>
                </a:lnTo>
                <a:lnTo>
                  <a:pt x="257" y="179"/>
                </a:lnTo>
                <a:lnTo>
                  <a:pt x="261" y="176"/>
                </a:lnTo>
                <a:lnTo>
                  <a:pt x="266" y="175"/>
                </a:lnTo>
                <a:lnTo>
                  <a:pt x="269" y="173"/>
                </a:lnTo>
                <a:lnTo>
                  <a:pt x="270" y="172"/>
                </a:lnTo>
                <a:lnTo>
                  <a:pt x="273" y="171"/>
                </a:lnTo>
                <a:lnTo>
                  <a:pt x="273" y="169"/>
                </a:lnTo>
                <a:lnTo>
                  <a:pt x="273" y="160"/>
                </a:lnTo>
                <a:lnTo>
                  <a:pt x="273" y="152"/>
                </a:lnTo>
                <a:lnTo>
                  <a:pt x="273" y="144"/>
                </a:lnTo>
                <a:lnTo>
                  <a:pt x="273" y="136"/>
                </a:lnTo>
                <a:lnTo>
                  <a:pt x="274" y="133"/>
                </a:lnTo>
                <a:lnTo>
                  <a:pt x="275" y="127"/>
                </a:lnTo>
                <a:lnTo>
                  <a:pt x="276" y="118"/>
                </a:lnTo>
                <a:lnTo>
                  <a:pt x="277" y="108"/>
                </a:lnTo>
                <a:lnTo>
                  <a:pt x="278" y="98"/>
                </a:lnTo>
                <a:lnTo>
                  <a:pt x="279" y="90"/>
                </a:lnTo>
                <a:lnTo>
                  <a:pt x="279" y="83"/>
                </a:lnTo>
                <a:lnTo>
                  <a:pt x="279" y="79"/>
                </a:lnTo>
                <a:lnTo>
                  <a:pt x="278" y="76"/>
                </a:lnTo>
                <a:lnTo>
                  <a:pt x="278" y="70"/>
                </a:lnTo>
                <a:lnTo>
                  <a:pt x="277" y="60"/>
                </a:lnTo>
                <a:lnTo>
                  <a:pt x="276" y="50"/>
                </a:lnTo>
                <a:lnTo>
                  <a:pt x="275" y="40"/>
                </a:lnTo>
                <a:lnTo>
                  <a:pt x="274" y="31"/>
                </a:lnTo>
                <a:lnTo>
                  <a:pt x="274" y="24"/>
                </a:lnTo>
                <a:lnTo>
                  <a:pt x="273" y="22"/>
                </a:lnTo>
                <a:lnTo>
                  <a:pt x="276" y="17"/>
                </a:lnTo>
                <a:lnTo>
                  <a:pt x="277" y="12"/>
                </a:lnTo>
                <a:lnTo>
                  <a:pt x="280" y="7"/>
                </a:lnTo>
                <a:lnTo>
                  <a:pt x="281" y="1"/>
                </a:lnTo>
                <a:lnTo>
                  <a:pt x="285" y="2"/>
                </a:lnTo>
                <a:lnTo>
                  <a:pt x="286" y="1"/>
                </a:lnTo>
                <a:lnTo>
                  <a:pt x="287" y="1"/>
                </a:lnTo>
                <a:lnTo>
                  <a:pt x="289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63" name="íṩḷiḋe">
            <a:extLst>
              <a:ext uri="{FF2B5EF4-FFF2-40B4-BE49-F238E27FC236}">
                <a16:creationId xmlns:a16="http://schemas.microsoft.com/office/drawing/2014/main" id="{CA639A2A-E953-40D1-B7BB-64A0D7A1F1BA}"/>
              </a:ext>
            </a:extLst>
          </p:cNvPr>
          <p:cNvSpPr>
            <a:spLocks noGrp="1"/>
          </p:cNvSpPr>
          <p:nvPr/>
        </p:nvSpPr>
        <p:spPr>
          <a:xfrm>
            <a:off x="2581200" y="731520"/>
            <a:ext cx="68040" cy="63360"/>
          </a:xfrm>
          <a:custGeom>
            <a:avLst/>
            <a:gdLst>
              <a:gd name="textAreaLeft" fmla="*/ 0 w 68040"/>
              <a:gd name="textAreaRight" fmla="*/ 68400 w 68040"/>
              <a:gd name="textAreaTop" fmla="*/ 0 h 63360"/>
              <a:gd name="textAreaBottom" fmla="*/ 63720 h 63360"/>
              <a:gd name="GluePoint1X" fmla="*/ 5 w 157"/>
              <a:gd name="GluePoint1Y" fmla="*/ 0 h 146"/>
              <a:gd name="GluePoint2X" fmla="*/ 9 w 157"/>
              <a:gd name="GluePoint2Y" fmla="*/ 0 h 146"/>
              <a:gd name="GluePoint3X" fmla="*/ 11 w 157"/>
              <a:gd name="GluePoint3Y" fmla="*/ 2 h 146"/>
              <a:gd name="GluePoint4X" fmla="*/ 14 w 157"/>
              <a:gd name="GluePoint4Y" fmla="*/ 4 h 146"/>
              <a:gd name="GluePoint5X" fmla="*/ 17 w 157"/>
              <a:gd name="GluePoint5Y" fmla="*/ 7 h 146"/>
              <a:gd name="GluePoint6X" fmla="*/ 19 w 157"/>
              <a:gd name="GluePoint6Y" fmla="*/ 11 h 146"/>
              <a:gd name="GluePoint7X" fmla="*/ 27 w 157"/>
              <a:gd name="GluePoint7Y" fmla="*/ 19 h 146"/>
              <a:gd name="GluePoint8X" fmla="*/ 37 w 157"/>
              <a:gd name="GluePoint8Y" fmla="*/ 28 h 146"/>
              <a:gd name="GluePoint9X" fmla="*/ 45 w 157"/>
              <a:gd name="GluePoint9Y" fmla="*/ 38 h 146"/>
              <a:gd name="GluePoint10X" fmla="*/ 49 w 157"/>
              <a:gd name="GluePoint10Y" fmla="*/ 49 h 146"/>
              <a:gd name="GluePoint11X" fmla="*/ 54 w 157"/>
              <a:gd name="GluePoint11Y" fmla="*/ 56 h 146"/>
              <a:gd name="GluePoint12X" fmla="*/ 61 w 157"/>
              <a:gd name="GluePoint12Y" fmla="*/ 61 h 146"/>
              <a:gd name="GluePoint13X" fmla="*/ 64 w 157"/>
              <a:gd name="GluePoint13Y" fmla="*/ 66 h 146"/>
              <a:gd name="GluePoint14X" fmla="*/ 72 w 157"/>
              <a:gd name="GluePoint14Y" fmla="*/ 72 h 146"/>
              <a:gd name="GluePoint15X" fmla="*/ 85 w 157"/>
              <a:gd name="GluePoint15Y" fmla="*/ 81 h 146"/>
              <a:gd name="GluePoint16X" fmla="*/ 99 w 157"/>
              <a:gd name="GluePoint16Y" fmla="*/ 90 h 146"/>
              <a:gd name="GluePoint17X" fmla="*/ 113 w 157"/>
              <a:gd name="GluePoint17Y" fmla="*/ 98 h 146"/>
              <a:gd name="GluePoint18X" fmla="*/ 121 w 157"/>
              <a:gd name="GluePoint18Y" fmla="*/ 104 h 146"/>
              <a:gd name="GluePoint19X" fmla="*/ 124 w 157"/>
              <a:gd name="GluePoint19Y" fmla="*/ 104 h 146"/>
              <a:gd name="GluePoint20X" fmla="*/ 127 w 157"/>
              <a:gd name="GluePoint20Y" fmla="*/ 104 h 146"/>
              <a:gd name="GluePoint21X" fmla="*/ 131 w 157"/>
              <a:gd name="GluePoint21Y" fmla="*/ 104 h 146"/>
              <a:gd name="GluePoint22X" fmla="*/ 138 w 157"/>
              <a:gd name="GluePoint22Y" fmla="*/ 108 h 146"/>
              <a:gd name="GluePoint23X" fmla="*/ 148 w 157"/>
              <a:gd name="GluePoint23Y" fmla="*/ 114 h 146"/>
              <a:gd name="GluePoint24X" fmla="*/ 154 w 157"/>
              <a:gd name="GluePoint24Y" fmla="*/ 119 h 146"/>
              <a:gd name="GluePoint25X" fmla="*/ 157 w 157"/>
              <a:gd name="GluePoint25Y" fmla="*/ 125 h 146"/>
              <a:gd name="GluePoint26X" fmla="*/ 156 w 157"/>
              <a:gd name="GluePoint26Y" fmla="*/ 130 h 146"/>
              <a:gd name="GluePoint27X" fmla="*/ 155 w 157"/>
              <a:gd name="GluePoint27Y" fmla="*/ 135 h 146"/>
              <a:gd name="GluePoint28X" fmla="*/ 153 w 157"/>
              <a:gd name="GluePoint28Y" fmla="*/ 139 h 146"/>
              <a:gd name="GluePoint29X" fmla="*/ 149 w 157"/>
              <a:gd name="GluePoint29Y" fmla="*/ 141 h 146"/>
              <a:gd name="GluePoint30X" fmla="*/ 145 w 157"/>
              <a:gd name="GluePoint30Y" fmla="*/ 142 h 146"/>
              <a:gd name="GluePoint31X" fmla="*/ 136 w 157"/>
              <a:gd name="GluePoint31Y" fmla="*/ 142 h 146"/>
              <a:gd name="GluePoint32X" fmla="*/ 122 w 157"/>
              <a:gd name="GluePoint32Y" fmla="*/ 139 h 146"/>
              <a:gd name="GluePoint33X" fmla="*/ 112 w 157"/>
              <a:gd name="GluePoint33Y" fmla="*/ 137 h 146"/>
              <a:gd name="GluePoint34X" fmla="*/ 107 w 157"/>
              <a:gd name="GluePoint34Y" fmla="*/ 137 h 146"/>
              <a:gd name="GluePoint35X" fmla="*/ 104 w 157"/>
              <a:gd name="GluePoint35Y" fmla="*/ 138 h 146"/>
              <a:gd name="GluePoint36X" fmla="*/ 100 w 157"/>
              <a:gd name="GluePoint36Y" fmla="*/ 141 h 146"/>
              <a:gd name="GluePoint37X" fmla="*/ 94 w 157"/>
              <a:gd name="GluePoint37Y" fmla="*/ 144 h 146"/>
              <a:gd name="GluePoint38X" fmla="*/ 85 w 157"/>
              <a:gd name="GluePoint38Y" fmla="*/ 146 h 146"/>
              <a:gd name="GluePoint39X" fmla="*/ 76 w 157"/>
              <a:gd name="GluePoint39Y" fmla="*/ 146 h 146"/>
              <a:gd name="GluePoint40X" fmla="*/ 67 w 157"/>
              <a:gd name="GluePoint40Y" fmla="*/ 145 h 146"/>
              <a:gd name="GluePoint41X" fmla="*/ 61 w 157"/>
              <a:gd name="GluePoint41Y" fmla="*/ 140 h 146"/>
              <a:gd name="GluePoint42X" fmla="*/ 57 w 157"/>
              <a:gd name="GluePoint42Y" fmla="*/ 134 h 146"/>
              <a:gd name="GluePoint43X" fmla="*/ 51 w 157"/>
              <a:gd name="GluePoint43Y" fmla="*/ 128 h 146"/>
              <a:gd name="GluePoint44X" fmla="*/ 46 w 157"/>
              <a:gd name="GluePoint44Y" fmla="*/ 122 h 146"/>
              <a:gd name="GluePoint45X" fmla="*/ 41 w 157"/>
              <a:gd name="GluePoint45Y" fmla="*/ 115 h 146"/>
              <a:gd name="GluePoint46X" fmla="*/ 38 w 157"/>
              <a:gd name="GluePoint46Y" fmla="*/ 107 h 146"/>
              <a:gd name="GluePoint47X" fmla="*/ 33 w 157"/>
              <a:gd name="GluePoint47Y" fmla="*/ 93 h 146"/>
              <a:gd name="GluePoint48X" fmla="*/ 29 w 157"/>
              <a:gd name="GluePoint48Y" fmla="*/ 79 h 146"/>
              <a:gd name="GluePoint49X" fmla="*/ 25 w 157"/>
              <a:gd name="GluePoint49Y" fmla="*/ 70 h 146"/>
              <a:gd name="GluePoint50X" fmla="*/ 16 w 157"/>
              <a:gd name="GluePoint50Y" fmla="*/ 54 h 146"/>
              <a:gd name="GluePoint51X" fmla="*/ 7 w 157"/>
              <a:gd name="GluePoint51Y" fmla="*/ 38 h 146"/>
              <a:gd name="GluePoint52X" fmla="*/ 3 w 157"/>
              <a:gd name="GluePoint52Y" fmla="*/ 27 h 146"/>
              <a:gd name="GluePoint53X" fmla="*/ 0 w 157"/>
              <a:gd name="GluePoint53Y" fmla="*/ 17 h 146"/>
              <a:gd name="GluePoint54X" fmla="*/ 0 w 157"/>
              <a:gd name="GluePoint54Y" fmla="*/ 8 h 146"/>
              <a:gd name="GluePoint55X" fmla="*/ 0 w 157"/>
              <a:gd name="GluePoint55Y" fmla="*/ 3 h 146"/>
            </a:gdLst>
            <a:ahLst/>
            <a:cxnLst/>
            <a:rect l="textAreaLeft" t="textAreaTop" r="textAreaRight" b="textAreaBottom"/>
            <a:pathLst>
              <a:path w="157" h="146">
                <a:moveTo>
                  <a:pt x="1" y="0"/>
                </a:moveTo>
                <a:lnTo>
                  <a:pt x="5" y="0"/>
                </a:lnTo>
                <a:lnTo>
                  <a:pt x="8" y="0"/>
                </a:lnTo>
                <a:lnTo>
                  <a:pt x="9" y="0"/>
                </a:lnTo>
                <a:lnTo>
                  <a:pt x="10" y="1"/>
                </a:lnTo>
                <a:lnTo>
                  <a:pt x="11" y="2"/>
                </a:lnTo>
                <a:lnTo>
                  <a:pt x="13" y="3"/>
                </a:lnTo>
                <a:lnTo>
                  <a:pt x="14" y="4"/>
                </a:lnTo>
                <a:lnTo>
                  <a:pt x="15" y="6"/>
                </a:lnTo>
                <a:lnTo>
                  <a:pt x="17" y="7"/>
                </a:lnTo>
                <a:lnTo>
                  <a:pt x="17" y="8"/>
                </a:lnTo>
                <a:lnTo>
                  <a:pt x="19" y="11"/>
                </a:lnTo>
                <a:lnTo>
                  <a:pt x="21" y="14"/>
                </a:lnTo>
                <a:lnTo>
                  <a:pt x="27" y="19"/>
                </a:lnTo>
                <a:lnTo>
                  <a:pt x="33" y="24"/>
                </a:lnTo>
                <a:lnTo>
                  <a:pt x="37" y="28"/>
                </a:lnTo>
                <a:lnTo>
                  <a:pt x="42" y="33"/>
                </a:lnTo>
                <a:lnTo>
                  <a:pt x="45" y="38"/>
                </a:lnTo>
                <a:lnTo>
                  <a:pt x="47" y="43"/>
                </a:lnTo>
                <a:lnTo>
                  <a:pt x="49" y="49"/>
                </a:lnTo>
                <a:lnTo>
                  <a:pt x="51" y="54"/>
                </a:lnTo>
                <a:lnTo>
                  <a:pt x="54" y="56"/>
                </a:lnTo>
                <a:lnTo>
                  <a:pt x="57" y="58"/>
                </a:lnTo>
                <a:lnTo>
                  <a:pt x="61" y="61"/>
                </a:lnTo>
                <a:lnTo>
                  <a:pt x="63" y="63"/>
                </a:lnTo>
                <a:lnTo>
                  <a:pt x="64" y="66"/>
                </a:lnTo>
                <a:lnTo>
                  <a:pt x="65" y="68"/>
                </a:lnTo>
                <a:lnTo>
                  <a:pt x="72" y="72"/>
                </a:lnTo>
                <a:lnTo>
                  <a:pt x="78" y="77"/>
                </a:lnTo>
                <a:lnTo>
                  <a:pt x="85" y="81"/>
                </a:lnTo>
                <a:lnTo>
                  <a:pt x="92" y="85"/>
                </a:lnTo>
                <a:lnTo>
                  <a:pt x="99" y="90"/>
                </a:lnTo>
                <a:lnTo>
                  <a:pt x="106" y="94"/>
                </a:lnTo>
                <a:lnTo>
                  <a:pt x="113" y="98"/>
                </a:lnTo>
                <a:lnTo>
                  <a:pt x="119" y="102"/>
                </a:lnTo>
                <a:lnTo>
                  <a:pt x="121" y="104"/>
                </a:lnTo>
                <a:lnTo>
                  <a:pt x="122" y="104"/>
                </a:lnTo>
                <a:lnTo>
                  <a:pt x="124" y="104"/>
                </a:lnTo>
                <a:lnTo>
                  <a:pt x="125" y="104"/>
                </a:lnTo>
                <a:lnTo>
                  <a:pt x="127" y="104"/>
                </a:lnTo>
                <a:lnTo>
                  <a:pt x="129" y="104"/>
                </a:lnTo>
                <a:lnTo>
                  <a:pt x="131" y="104"/>
                </a:lnTo>
                <a:lnTo>
                  <a:pt x="133" y="105"/>
                </a:lnTo>
                <a:lnTo>
                  <a:pt x="138" y="108"/>
                </a:lnTo>
                <a:lnTo>
                  <a:pt x="145" y="113"/>
                </a:lnTo>
                <a:lnTo>
                  <a:pt x="148" y="114"/>
                </a:lnTo>
                <a:lnTo>
                  <a:pt x="151" y="117"/>
                </a:lnTo>
                <a:lnTo>
                  <a:pt x="154" y="119"/>
                </a:lnTo>
                <a:lnTo>
                  <a:pt x="156" y="122"/>
                </a:lnTo>
                <a:lnTo>
                  <a:pt x="157" y="125"/>
                </a:lnTo>
                <a:lnTo>
                  <a:pt x="157" y="128"/>
                </a:lnTo>
                <a:lnTo>
                  <a:pt x="156" y="130"/>
                </a:lnTo>
                <a:lnTo>
                  <a:pt x="156" y="133"/>
                </a:lnTo>
                <a:lnTo>
                  <a:pt x="155" y="135"/>
                </a:lnTo>
                <a:lnTo>
                  <a:pt x="154" y="137"/>
                </a:lnTo>
                <a:lnTo>
                  <a:pt x="153" y="139"/>
                </a:lnTo>
                <a:lnTo>
                  <a:pt x="151" y="140"/>
                </a:lnTo>
                <a:lnTo>
                  <a:pt x="149" y="141"/>
                </a:lnTo>
                <a:lnTo>
                  <a:pt x="147" y="142"/>
                </a:lnTo>
                <a:lnTo>
                  <a:pt x="145" y="142"/>
                </a:lnTo>
                <a:lnTo>
                  <a:pt x="142" y="142"/>
                </a:lnTo>
                <a:lnTo>
                  <a:pt x="136" y="142"/>
                </a:lnTo>
                <a:lnTo>
                  <a:pt x="129" y="141"/>
                </a:lnTo>
                <a:lnTo>
                  <a:pt x="122" y="139"/>
                </a:lnTo>
                <a:lnTo>
                  <a:pt x="117" y="138"/>
                </a:lnTo>
                <a:lnTo>
                  <a:pt x="112" y="137"/>
                </a:lnTo>
                <a:lnTo>
                  <a:pt x="109" y="136"/>
                </a:lnTo>
                <a:lnTo>
                  <a:pt x="107" y="137"/>
                </a:lnTo>
                <a:lnTo>
                  <a:pt x="105" y="137"/>
                </a:lnTo>
                <a:lnTo>
                  <a:pt x="104" y="138"/>
                </a:lnTo>
                <a:lnTo>
                  <a:pt x="103" y="139"/>
                </a:lnTo>
                <a:lnTo>
                  <a:pt x="100" y="141"/>
                </a:lnTo>
                <a:lnTo>
                  <a:pt x="98" y="142"/>
                </a:lnTo>
                <a:lnTo>
                  <a:pt x="94" y="144"/>
                </a:lnTo>
                <a:lnTo>
                  <a:pt x="90" y="145"/>
                </a:lnTo>
                <a:lnTo>
                  <a:pt x="85" y="146"/>
                </a:lnTo>
                <a:lnTo>
                  <a:pt x="81" y="146"/>
                </a:lnTo>
                <a:lnTo>
                  <a:pt x="76" y="146"/>
                </a:lnTo>
                <a:lnTo>
                  <a:pt x="72" y="146"/>
                </a:lnTo>
                <a:lnTo>
                  <a:pt x="67" y="145"/>
                </a:lnTo>
                <a:lnTo>
                  <a:pt x="63" y="144"/>
                </a:lnTo>
                <a:lnTo>
                  <a:pt x="61" y="140"/>
                </a:lnTo>
                <a:lnTo>
                  <a:pt x="59" y="136"/>
                </a:lnTo>
                <a:lnTo>
                  <a:pt x="57" y="134"/>
                </a:lnTo>
                <a:lnTo>
                  <a:pt x="54" y="130"/>
                </a:lnTo>
                <a:lnTo>
                  <a:pt x="51" y="128"/>
                </a:lnTo>
                <a:lnTo>
                  <a:pt x="49" y="125"/>
                </a:lnTo>
                <a:lnTo>
                  <a:pt x="46" y="122"/>
                </a:lnTo>
                <a:lnTo>
                  <a:pt x="44" y="118"/>
                </a:lnTo>
                <a:lnTo>
                  <a:pt x="41" y="115"/>
                </a:lnTo>
                <a:lnTo>
                  <a:pt x="40" y="111"/>
                </a:lnTo>
                <a:lnTo>
                  <a:pt x="38" y="107"/>
                </a:lnTo>
                <a:lnTo>
                  <a:pt x="37" y="102"/>
                </a:lnTo>
                <a:lnTo>
                  <a:pt x="33" y="93"/>
                </a:lnTo>
                <a:lnTo>
                  <a:pt x="31" y="84"/>
                </a:lnTo>
                <a:lnTo>
                  <a:pt x="29" y="79"/>
                </a:lnTo>
                <a:lnTo>
                  <a:pt x="27" y="74"/>
                </a:lnTo>
                <a:lnTo>
                  <a:pt x="25" y="70"/>
                </a:lnTo>
                <a:lnTo>
                  <a:pt x="21" y="65"/>
                </a:lnTo>
                <a:lnTo>
                  <a:pt x="16" y="54"/>
                </a:lnTo>
                <a:lnTo>
                  <a:pt x="9" y="44"/>
                </a:lnTo>
                <a:lnTo>
                  <a:pt x="7" y="38"/>
                </a:lnTo>
                <a:lnTo>
                  <a:pt x="5" y="33"/>
                </a:lnTo>
                <a:lnTo>
                  <a:pt x="3" y="27"/>
                </a:lnTo>
                <a:lnTo>
                  <a:pt x="1" y="22"/>
                </a:lnTo>
                <a:lnTo>
                  <a:pt x="0" y="17"/>
                </a:lnTo>
                <a:lnTo>
                  <a:pt x="0" y="11"/>
                </a:lnTo>
                <a:lnTo>
                  <a:pt x="0" y="8"/>
                </a:lnTo>
                <a:lnTo>
                  <a:pt x="0" y="6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720" rIns="90000" bIns="18720" anchor="ctr">
            <a:noAutofit/>
          </a:bodyPr>
          <a:lstStyle/>
          <a:p>
            <a:endParaRPr/>
          </a:p>
        </p:txBody>
      </p:sp>
      <p:sp>
        <p:nvSpPr>
          <p:cNvPr id="564" name="iš1iḑé">
            <a:extLst>
              <a:ext uri="{FF2B5EF4-FFF2-40B4-BE49-F238E27FC236}">
                <a16:creationId xmlns:a16="http://schemas.microsoft.com/office/drawing/2014/main" id="{90F5D115-E922-47CA-9A1D-80CC8A694A52}"/>
              </a:ext>
            </a:extLst>
          </p:cNvPr>
          <p:cNvSpPr>
            <a:spLocks noGrp="1"/>
          </p:cNvSpPr>
          <p:nvPr/>
        </p:nvSpPr>
        <p:spPr>
          <a:xfrm>
            <a:off x="1605960" y="568800"/>
            <a:ext cx="206280" cy="261720"/>
          </a:xfrm>
          <a:custGeom>
            <a:avLst/>
            <a:gdLst>
              <a:gd name="textAreaLeft" fmla="*/ 0 w 206280"/>
              <a:gd name="textAreaRight" fmla="*/ 206640 w 206280"/>
              <a:gd name="textAreaTop" fmla="*/ 0 h 261720"/>
              <a:gd name="textAreaBottom" fmla="*/ 262080 h 261720"/>
              <a:gd name="GluePoint1X" fmla="*/ 18 w 473"/>
              <a:gd name="GluePoint1Y" fmla="*/ 229 h 600"/>
              <a:gd name="GluePoint2X" fmla="*/ 1 w 473"/>
              <a:gd name="GluePoint2Y" fmla="*/ 209 h 600"/>
              <a:gd name="GluePoint3X" fmla="*/ 18 w 473"/>
              <a:gd name="GluePoint3Y" fmla="*/ 192 h 600"/>
              <a:gd name="GluePoint4X" fmla="*/ 62 w 473"/>
              <a:gd name="GluePoint4Y" fmla="*/ 187 h 600"/>
              <a:gd name="GluePoint5X" fmla="*/ 120 w 473"/>
              <a:gd name="GluePoint5Y" fmla="*/ 166 h 600"/>
              <a:gd name="GluePoint6X" fmla="*/ 197 w 473"/>
              <a:gd name="GluePoint6Y" fmla="*/ 132 h 600"/>
              <a:gd name="GluePoint7X" fmla="*/ 233 w 473"/>
              <a:gd name="GluePoint7Y" fmla="*/ 90 h 600"/>
              <a:gd name="GluePoint8X" fmla="*/ 246 w 473"/>
              <a:gd name="GluePoint8Y" fmla="*/ 42 h 600"/>
              <a:gd name="GluePoint9X" fmla="*/ 256 w 473"/>
              <a:gd name="GluePoint9Y" fmla="*/ 2 h 600"/>
              <a:gd name="GluePoint10X" fmla="*/ 289 w 473"/>
              <a:gd name="GluePoint10Y" fmla="*/ 38 h 600"/>
              <a:gd name="GluePoint11X" fmla="*/ 345 w 473"/>
              <a:gd name="GluePoint11Y" fmla="*/ 62 h 600"/>
              <a:gd name="GluePoint12X" fmla="*/ 350 w 473"/>
              <a:gd name="GluePoint12Y" fmla="*/ 83 h 600"/>
              <a:gd name="GluePoint13X" fmla="*/ 329 w 473"/>
              <a:gd name="GluePoint13Y" fmla="*/ 118 h 600"/>
              <a:gd name="GluePoint14X" fmla="*/ 276 w 473"/>
              <a:gd name="GluePoint14Y" fmla="*/ 146 h 600"/>
              <a:gd name="GluePoint15X" fmla="*/ 247 w 473"/>
              <a:gd name="GluePoint15Y" fmla="*/ 197 h 600"/>
              <a:gd name="GluePoint16X" fmla="*/ 195 w 473"/>
              <a:gd name="GluePoint16Y" fmla="*/ 260 h 600"/>
              <a:gd name="GluePoint17X" fmla="*/ 200 w 473"/>
              <a:gd name="GluePoint17Y" fmla="*/ 285 h 600"/>
              <a:gd name="GluePoint18X" fmla="*/ 242 w 473"/>
              <a:gd name="GluePoint18Y" fmla="*/ 261 h 600"/>
              <a:gd name="GluePoint19X" fmla="*/ 300 w 473"/>
              <a:gd name="GluePoint19Y" fmla="*/ 228 h 600"/>
              <a:gd name="GluePoint20X" fmla="*/ 388 w 473"/>
              <a:gd name="GluePoint20Y" fmla="*/ 162 h 600"/>
              <a:gd name="GluePoint21X" fmla="*/ 432 w 473"/>
              <a:gd name="GluePoint21Y" fmla="*/ 141 h 600"/>
              <a:gd name="GluePoint22X" fmla="*/ 473 w 473"/>
              <a:gd name="GluePoint22Y" fmla="*/ 158 h 600"/>
              <a:gd name="GluePoint23X" fmla="*/ 455 w 473"/>
              <a:gd name="GluePoint23Y" fmla="*/ 210 h 600"/>
              <a:gd name="GluePoint24X" fmla="*/ 440 w 473"/>
              <a:gd name="GluePoint24Y" fmla="*/ 283 h 600"/>
              <a:gd name="GluePoint25X" fmla="*/ 416 w 473"/>
              <a:gd name="GluePoint25Y" fmla="*/ 447 h 600"/>
              <a:gd name="GluePoint26X" fmla="*/ 408 w 473"/>
              <a:gd name="GluePoint26Y" fmla="*/ 524 h 600"/>
              <a:gd name="GluePoint27X" fmla="*/ 404 w 473"/>
              <a:gd name="GluePoint27Y" fmla="*/ 581 h 600"/>
              <a:gd name="GluePoint28X" fmla="*/ 382 w 473"/>
              <a:gd name="GluePoint28Y" fmla="*/ 600 h 600"/>
              <a:gd name="GluePoint29X" fmla="*/ 336 w 473"/>
              <a:gd name="GluePoint29Y" fmla="*/ 558 h 600"/>
              <a:gd name="GluePoint30X" fmla="*/ 307 w 473"/>
              <a:gd name="GluePoint30Y" fmla="*/ 535 h 600"/>
              <a:gd name="GluePoint31X" fmla="*/ 292 w 473"/>
              <a:gd name="GluePoint31Y" fmla="*/ 515 h 600"/>
              <a:gd name="GluePoint32X" fmla="*/ 302 w 473"/>
              <a:gd name="GluePoint32Y" fmla="*/ 501 h 600"/>
              <a:gd name="GluePoint33X" fmla="*/ 341 w 473"/>
              <a:gd name="GluePoint33Y" fmla="*/ 527 h 600"/>
              <a:gd name="GluePoint34X" fmla="*/ 371 w 473"/>
              <a:gd name="GluePoint34Y" fmla="*/ 515 h 600"/>
              <a:gd name="GluePoint35X" fmla="*/ 385 w 473"/>
              <a:gd name="GluePoint35Y" fmla="*/ 405 h 600"/>
              <a:gd name="GluePoint36X" fmla="*/ 389 w 473"/>
              <a:gd name="GluePoint36Y" fmla="*/ 351 h 600"/>
              <a:gd name="GluePoint37X" fmla="*/ 402 w 473"/>
              <a:gd name="GluePoint37Y" fmla="*/ 308 h 600"/>
              <a:gd name="GluePoint38X" fmla="*/ 415 w 473"/>
              <a:gd name="GluePoint38Y" fmla="*/ 246 h 600"/>
              <a:gd name="GluePoint39X" fmla="*/ 429 w 473"/>
              <a:gd name="GluePoint39Y" fmla="*/ 198 h 600"/>
              <a:gd name="GluePoint40X" fmla="*/ 430 w 473"/>
              <a:gd name="GluePoint40Y" fmla="*/ 166 h 600"/>
              <a:gd name="GluePoint41X" fmla="*/ 394 w 473"/>
              <a:gd name="GluePoint41Y" fmla="*/ 178 h 600"/>
              <a:gd name="GluePoint42X" fmla="*/ 356 w 473"/>
              <a:gd name="GluePoint42Y" fmla="*/ 220 h 600"/>
              <a:gd name="GluePoint43X" fmla="*/ 364 w 473"/>
              <a:gd name="GluePoint43Y" fmla="*/ 252 h 600"/>
              <a:gd name="GluePoint44X" fmla="*/ 334 w 473"/>
              <a:gd name="GluePoint44Y" fmla="*/ 279 h 600"/>
              <a:gd name="GluePoint45X" fmla="*/ 289 w 473"/>
              <a:gd name="GluePoint45Y" fmla="*/ 287 h 600"/>
              <a:gd name="GluePoint46X" fmla="*/ 256 w 473"/>
              <a:gd name="GluePoint46Y" fmla="*/ 303 h 600"/>
              <a:gd name="GluePoint47X" fmla="*/ 192 w 473"/>
              <a:gd name="GluePoint47Y" fmla="*/ 323 h 600"/>
              <a:gd name="GluePoint48X" fmla="*/ 157 w 473"/>
              <a:gd name="GluePoint48Y" fmla="*/ 348 h 600"/>
              <a:gd name="GluePoint49X" fmla="*/ 132 w 473"/>
              <a:gd name="GluePoint49Y" fmla="*/ 357 h 600"/>
              <a:gd name="GluePoint50X" fmla="*/ 107 w 473"/>
              <a:gd name="GluePoint50Y" fmla="*/ 354 h 600"/>
              <a:gd name="GluePoint51X" fmla="*/ 101 w 473"/>
              <a:gd name="GluePoint51Y" fmla="*/ 336 h 600"/>
              <a:gd name="GluePoint52X" fmla="*/ 148 w 473"/>
              <a:gd name="GluePoint52Y" fmla="*/ 318 h 600"/>
              <a:gd name="GluePoint53X" fmla="*/ 167 w 473"/>
              <a:gd name="GluePoint53Y" fmla="*/ 304 h 600"/>
              <a:gd name="GluePoint54X" fmla="*/ 168 w 473"/>
              <a:gd name="GluePoint54Y" fmla="*/ 263 h 600"/>
              <a:gd name="GluePoint55X" fmla="*/ 184 w 473"/>
              <a:gd name="GluePoint55Y" fmla="*/ 203 h 600"/>
              <a:gd name="GluePoint56X" fmla="*/ 159 w 473"/>
              <a:gd name="GluePoint56Y" fmla="*/ 206 h 600"/>
              <a:gd name="GluePoint57X" fmla="*/ 133 w 473"/>
              <a:gd name="GluePoint57Y" fmla="*/ 217 h 600"/>
              <a:gd name="GluePoint58X" fmla="*/ 83 w 473"/>
              <a:gd name="GluePoint58Y" fmla="*/ 248 h 600"/>
              <a:gd name="GluePoint59X" fmla="*/ 74 w 473"/>
              <a:gd name="GluePoint59Y" fmla="*/ 254 h 600"/>
              <a:gd name="GluePoint60X" fmla="*/ 46 w 473"/>
              <a:gd name="GluePoint60Y" fmla="*/ 255 h 600"/>
            </a:gdLst>
            <a:ahLst/>
            <a:cxnLst/>
            <a:rect l="textAreaLeft" t="textAreaTop" r="textAreaRight" b="textAreaBottom"/>
            <a:pathLst>
              <a:path w="473" h="600">
                <a:moveTo>
                  <a:pt x="40" y="250"/>
                </a:moveTo>
                <a:lnTo>
                  <a:pt x="39" y="249"/>
                </a:lnTo>
                <a:lnTo>
                  <a:pt x="35" y="244"/>
                </a:lnTo>
                <a:lnTo>
                  <a:pt x="32" y="241"/>
                </a:lnTo>
                <a:lnTo>
                  <a:pt x="28" y="238"/>
                </a:lnTo>
                <a:lnTo>
                  <a:pt x="26" y="235"/>
                </a:lnTo>
                <a:lnTo>
                  <a:pt x="24" y="234"/>
                </a:lnTo>
                <a:lnTo>
                  <a:pt x="21" y="233"/>
                </a:lnTo>
                <a:lnTo>
                  <a:pt x="20" y="232"/>
                </a:lnTo>
                <a:lnTo>
                  <a:pt x="19" y="230"/>
                </a:lnTo>
                <a:lnTo>
                  <a:pt x="18" y="229"/>
                </a:lnTo>
                <a:lnTo>
                  <a:pt x="16" y="226"/>
                </a:lnTo>
                <a:lnTo>
                  <a:pt x="15" y="222"/>
                </a:lnTo>
                <a:lnTo>
                  <a:pt x="12" y="220"/>
                </a:lnTo>
                <a:lnTo>
                  <a:pt x="10" y="218"/>
                </a:lnTo>
                <a:lnTo>
                  <a:pt x="8" y="216"/>
                </a:lnTo>
                <a:lnTo>
                  <a:pt x="5" y="215"/>
                </a:lnTo>
                <a:lnTo>
                  <a:pt x="4" y="214"/>
                </a:lnTo>
                <a:lnTo>
                  <a:pt x="4" y="213"/>
                </a:lnTo>
                <a:lnTo>
                  <a:pt x="3" y="211"/>
                </a:lnTo>
                <a:lnTo>
                  <a:pt x="2" y="210"/>
                </a:lnTo>
                <a:lnTo>
                  <a:pt x="1" y="209"/>
                </a:lnTo>
                <a:lnTo>
                  <a:pt x="1" y="206"/>
                </a:lnTo>
                <a:lnTo>
                  <a:pt x="0" y="204"/>
                </a:lnTo>
                <a:lnTo>
                  <a:pt x="0" y="202"/>
                </a:lnTo>
                <a:lnTo>
                  <a:pt x="4" y="199"/>
                </a:lnTo>
                <a:lnTo>
                  <a:pt x="6" y="197"/>
                </a:lnTo>
                <a:lnTo>
                  <a:pt x="7" y="196"/>
                </a:lnTo>
                <a:lnTo>
                  <a:pt x="8" y="194"/>
                </a:lnTo>
                <a:lnTo>
                  <a:pt x="10" y="194"/>
                </a:lnTo>
                <a:lnTo>
                  <a:pt x="12" y="193"/>
                </a:lnTo>
                <a:lnTo>
                  <a:pt x="15" y="193"/>
                </a:lnTo>
                <a:lnTo>
                  <a:pt x="18" y="192"/>
                </a:lnTo>
                <a:lnTo>
                  <a:pt x="21" y="191"/>
                </a:lnTo>
                <a:lnTo>
                  <a:pt x="24" y="191"/>
                </a:lnTo>
                <a:lnTo>
                  <a:pt x="30" y="191"/>
                </a:lnTo>
                <a:lnTo>
                  <a:pt x="36" y="191"/>
                </a:lnTo>
                <a:lnTo>
                  <a:pt x="42" y="191"/>
                </a:lnTo>
                <a:lnTo>
                  <a:pt x="48" y="191"/>
                </a:lnTo>
                <a:lnTo>
                  <a:pt x="50" y="190"/>
                </a:lnTo>
                <a:lnTo>
                  <a:pt x="53" y="190"/>
                </a:lnTo>
                <a:lnTo>
                  <a:pt x="56" y="189"/>
                </a:lnTo>
                <a:lnTo>
                  <a:pt x="58" y="187"/>
                </a:lnTo>
                <a:lnTo>
                  <a:pt x="62" y="187"/>
                </a:lnTo>
                <a:lnTo>
                  <a:pt x="65" y="187"/>
                </a:lnTo>
                <a:lnTo>
                  <a:pt x="71" y="185"/>
                </a:lnTo>
                <a:lnTo>
                  <a:pt x="76" y="182"/>
                </a:lnTo>
                <a:lnTo>
                  <a:pt x="84" y="179"/>
                </a:lnTo>
                <a:lnTo>
                  <a:pt x="89" y="176"/>
                </a:lnTo>
                <a:lnTo>
                  <a:pt x="92" y="176"/>
                </a:lnTo>
                <a:lnTo>
                  <a:pt x="95" y="176"/>
                </a:lnTo>
                <a:lnTo>
                  <a:pt x="98" y="176"/>
                </a:lnTo>
                <a:lnTo>
                  <a:pt x="100" y="176"/>
                </a:lnTo>
                <a:lnTo>
                  <a:pt x="110" y="171"/>
                </a:lnTo>
                <a:lnTo>
                  <a:pt x="120" y="166"/>
                </a:lnTo>
                <a:lnTo>
                  <a:pt x="130" y="162"/>
                </a:lnTo>
                <a:lnTo>
                  <a:pt x="141" y="157"/>
                </a:lnTo>
                <a:lnTo>
                  <a:pt x="151" y="152"/>
                </a:lnTo>
                <a:lnTo>
                  <a:pt x="161" y="147"/>
                </a:lnTo>
                <a:lnTo>
                  <a:pt x="166" y="145"/>
                </a:lnTo>
                <a:lnTo>
                  <a:pt x="171" y="142"/>
                </a:lnTo>
                <a:lnTo>
                  <a:pt x="175" y="139"/>
                </a:lnTo>
                <a:lnTo>
                  <a:pt x="179" y="137"/>
                </a:lnTo>
                <a:lnTo>
                  <a:pt x="184" y="137"/>
                </a:lnTo>
                <a:lnTo>
                  <a:pt x="188" y="137"/>
                </a:lnTo>
                <a:lnTo>
                  <a:pt x="197" y="132"/>
                </a:lnTo>
                <a:lnTo>
                  <a:pt x="209" y="124"/>
                </a:lnTo>
                <a:lnTo>
                  <a:pt x="216" y="121"/>
                </a:lnTo>
                <a:lnTo>
                  <a:pt x="220" y="117"/>
                </a:lnTo>
                <a:lnTo>
                  <a:pt x="225" y="114"/>
                </a:lnTo>
                <a:lnTo>
                  <a:pt x="228" y="111"/>
                </a:lnTo>
                <a:lnTo>
                  <a:pt x="229" y="108"/>
                </a:lnTo>
                <a:lnTo>
                  <a:pt x="231" y="105"/>
                </a:lnTo>
                <a:lnTo>
                  <a:pt x="232" y="101"/>
                </a:lnTo>
                <a:lnTo>
                  <a:pt x="232" y="97"/>
                </a:lnTo>
                <a:lnTo>
                  <a:pt x="232" y="94"/>
                </a:lnTo>
                <a:lnTo>
                  <a:pt x="233" y="90"/>
                </a:lnTo>
                <a:lnTo>
                  <a:pt x="233" y="86"/>
                </a:lnTo>
                <a:lnTo>
                  <a:pt x="235" y="82"/>
                </a:lnTo>
                <a:lnTo>
                  <a:pt x="237" y="79"/>
                </a:lnTo>
                <a:lnTo>
                  <a:pt x="238" y="74"/>
                </a:lnTo>
                <a:lnTo>
                  <a:pt x="240" y="70"/>
                </a:lnTo>
                <a:lnTo>
                  <a:pt x="241" y="66"/>
                </a:lnTo>
                <a:lnTo>
                  <a:pt x="243" y="62"/>
                </a:lnTo>
                <a:lnTo>
                  <a:pt x="244" y="58"/>
                </a:lnTo>
                <a:lnTo>
                  <a:pt x="244" y="52"/>
                </a:lnTo>
                <a:lnTo>
                  <a:pt x="245" y="48"/>
                </a:lnTo>
                <a:lnTo>
                  <a:pt x="246" y="42"/>
                </a:lnTo>
                <a:lnTo>
                  <a:pt x="246" y="38"/>
                </a:lnTo>
                <a:lnTo>
                  <a:pt x="247" y="33"/>
                </a:lnTo>
                <a:lnTo>
                  <a:pt x="247" y="28"/>
                </a:lnTo>
                <a:lnTo>
                  <a:pt x="246" y="23"/>
                </a:lnTo>
                <a:lnTo>
                  <a:pt x="246" y="18"/>
                </a:lnTo>
                <a:lnTo>
                  <a:pt x="245" y="14"/>
                </a:lnTo>
                <a:lnTo>
                  <a:pt x="244" y="10"/>
                </a:lnTo>
                <a:lnTo>
                  <a:pt x="248" y="4"/>
                </a:lnTo>
                <a:lnTo>
                  <a:pt x="253" y="0"/>
                </a:lnTo>
                <a:lnTo>
                  <a:pt x="254" y="1"/>
                </a:lnTo>
                <a:lnTo>
                  <a:pt x="256" y="2"/>
                </a:lnTo>
                <a:lnTo>
                  <a:pt x="256" y="4"/>
                </a:lnTo>
                <a:lnTo>
                  <a:pt x="259" y="6"/>
                </a:lnTo>
                <a:lnTo>
                  <a:pt x="264" y="9"/>
                </a:lnTo>
                <a:lnTo>
                  <a:pt x="268" y="13"/>
                </a:lnTo>
                <a:lnTo>
                  <a:pt x="273" y="16"/>
                </a:lnTo>
                <a:lnTo>
                  <a:pt x="279" y="19"/>
                </a:lnTo>
                <a:lnTo>
                  <a:pt x="283" y="22"/>
                </a:lnTo>
                <a:lnTo>
                  <a:pt x="286" y="25"/>
                </a:lnTo>
                <a:lnTo>
                  <a:pt x="287" y="30"/>
                </a:lnTo>
                <a:lnTo>
                  <a:pt x="288" y="34"/>
                </a:lnTo>
                <a:lnTo>
                  <a:pt x="289" y="38"/>
                </a:lnTo>
                <a:lnTo>
                  <a:pt x="290" y="42"/>
                </a:lnTo>
                <a:lnTo>
                  <a:pt x="294" y="47"/>
                </a:lnTo>
                <a:lnTo>
                  <a:pt x="300" y="56"/>
                </a:lnTo>
                <a:lnTo>
                  <a:pt x="305" y="64"/>
                </a:lnTo>
                <a:lnTo>
                  <a:pt x="309" y="70"/>
                </a:lnTo>
                <a:lnTo>
                  <a:pt x="315" y="70"/>
                </a:lnTo>
                <a:lnTo>
                  <a:pt x="320" y="69"/>
                </a:lnTo>
                <a:lnTo>
                  <a:pt x="325" y="68"/>
                </a:lnTo>
                <a:lnTo>
                  <a:pt x="329" y="67"/>
                </a:lnTo>
                <a:lnTo>
                  <a:pt x="337" y="64"/>
                </a:lnTo>
                <a:lnTo>
                  <a:pt x="345" y="62"/>
                </a:lnTo>
                <a:lnTo>
                  <a:pt x="346" y="63"/>
                </a:lnTo>
                <a:lnTo>
                  <a:pt x="347" y="65"/>
                </a:lnTo>
                <a:lnTo>
                  <a:pt x="348" y="66"/>
                </a:lnTo>
                <a:lnTo>
                  <a:pt x="349" y="67"/>
                </a:lnTo>
                <a:lnTo>
                  <a:pt x="351" y="69"/>
                </a:lnTo>
                <a:lnTo>
                  <a:pt x="353" y="71"/>
                </a:lnTo>
                <a:lnTo>
                  <a:pt x="353" y="74"/>
                </a:lnTo>
                <a:lnTo>
                  <a:pt x="353" y="76"/>
                </a:lnTo>
                <a:lnTo>
                  <a:pt x="353" y="78"/>
                </a:lnTo>
                <a:lnTo>
                  <a:pt x="353" y="82"/>
                </a:lnTo>
                <a:lnTo>
                  <a:pt x="350" y="83"/>
                </a:lnTo>
                <a:lnTo>
                  <a:pt x="347" y="85"/>
                </a:lnTo>
                <a:lnTo>
                  <a:pt x="345" y="87"/>
                </a:lnTo>
                <a:lnTo>
                  <a:pt x="343" y="90"/>
                </a:lnTo>
                <a:lnTo>
                  <a:pt x="341" y="93"/>
                </a:lnTo>
                <a:lnTo>
                  <a:pt x="340" y="95"/>
                </a:lnTo>
                <a:lnTo>
                  <a:pt x="339" y="98"/>
                </a:lnTo>
                <a:lnTo>
                  <a:pt x="337" y="102"/>
                </a:lnTo>
                <a:lnTo>
                  <a:pt x="336" y="107"/>
                </a:lnTo>
                <a:lnTo>
                  <a:pt x="333" y="113"/>
                </a:lnTo>
                <a:lnTo>
                  <a:pt x="331" y="116"/>
                </a:lnTo>
                <a:lnTo>
                  <a:pt x="329" y="118"/>
                </a:lnTo>
                <a:lnTo>
                  <a:pt x="328" y="121"/>
                </a:lnTo>
                <a:lnTo>
                  <a:pt x="325" y="122"/>
                </a:lnTo>
                <a:lnTo>
                  <a:pt x="319" y="126"/>
                </a:lnTo>
                <a:lnTo>
                  <a:pt x="309" y="132"/>
                </a:lnTo>
                <a:lnTo>
                  <a:pt x="300" y="138"/>
                </a:lnTo>
                <a:lnTo>
                  <a:pt x="293" y="141"/>
                </a:lnTo>
                <a:lnTo>
                  <a:pt x="288" y="142"/>
                </a:lnTo>
                <a:lnTo>
                  <a:pt x="284" y="144"/>
                </a:lnTo>
                <a:lnTo>
                  <a:pt x="281" y="145"/>
                </a:lnTo>
                <a:lnTo>
                  <a:pt x="279" y="145"/>
                </a:lnTo>
                <a:lnTo>
                  <a:pt x="276" y="146"/>
                </a:lnTo>
                <a:lnTo>
                  <a:pt x="274" y="148"/>
                </a:lnTo>
                <a:lnTo>
                  <a:pt x="272" y="151"/>
                </a:lnTo>
                <a:lnTo>
                  <a:pt x="268" y="155"/>
                </a:lnTo>
                <a:lnTo>
                  <a:pt x="265" y="160"/>
                </a:lnTo>
                <a:lnTo>
                  <a:pt x="261" y="166"/>
                </a:lnTo>
                <a:lnTo>
                  <a:pt x="255" y="178"/>
                </a:lnTo>
                <a:lnTo>
                  <a:pt x="250" y="186"/>
                </a:lnTo>
                <a:lnTo>
                  <a:pt x="248" y="189"/>
                </a:lnTo>
                <a:lnTo>
                  <a:pt x="248" y="191"/>
                </a:lnTo>
                <a:lnTo>
                  <a:pt x="248" y="194"/>
                </a:lnTo>
                <a:lnTo>
                  <a:pt x="247" y="197"/>
                </a:lnTo>
                <a:lnTo>
                  <a:pt x="244" y="201"/>
                </a:lnTo>
                <a:lnTo>
                  <a:pt x="240" y="206"/>
                </a:lnTo>
                <a:lnTo>
                  <a:pt x="236" y="210"/>
                </a:lnTo>
                <a:lnTo>
                  <a:pt x="231" y="214"/>
                </a:lnTo>
                <a:lnTo>
                  <a:pt x="221" y="224"/>
                </a:lnTo>
                <a:lnTo>
                  <a:pt x="212" y="234"/>
                </a:lnTo>
                <a:lnTo>
                  <a:pt x="208" y="240"/>
                </a:lnTo>
                <a:lnTo>
                  <a:pt x="203" y="246"/>
                </a:lnTo>
                <a:lnTo>
                  <a:pt x="200" y="251"/>
                </a:lnTo>
                <a:lnTo>
                  <a:pt x="196" y="257"/>
                </a:lnTo>
                <a:lnTo>
                  <a:pt x="195" y="260"/>
                </a:lnTo>
                <a:lnTo>
                  <a:pt x="193" y="263"/>
                </a:lnTo>
                <a:lnTo>
                  <a:pt x="192" y="266"/>
                </a:lnTo>
                <a:lnTo>
                  <a:pt x="191" y="269"/>
                </a:lnTo>
                <a:lnTo>
                  <a:pt x="190" y="273"/>
                </a:lnTo>
                <a:lnTo>
                  <a:pt x="189" y="275"/>
                </a:lnTo>
                <a:lnTo>
                  <a:pt x="189" y="279"/>
                </a:lnTo>
                <a:lnTo>
                  <a:pt x="189" y="282"/>
                </a:lnTo>
                <a:lnTo>
                  <a:pt x="191" y="283"/>
                </a:lnTo>
                <a:lnTo>
                  <a:pt x="192" y="285"/>
                </a:lnTo>
                <a:lnTo>
                  <a:pt x="196" y="285"/>
                </a:lnTo>
                <a:lnTo>
                  <a:pt x="200" y="285"/>
                </a:lnTo>
                <a:lnTo>
                  <a:pt x="203" y="284"/>
                </a:lnTo>
                <a:lnTo>
                  <a:pt x="206" y="284"/>
                </a:lnTo>
                <a:lnTo>
                  <a:pt x="212" y="282"/>
                </a:lnTo>
                <a:lnTo>
                  <a:pt x="217" y="280"/>
                </a:lnTo>
                <a:lnTo>
                  <a:pt x="222" y="278"/>
                </a:lnTo>
                <a:lnTo>
                  <a:pt x="227" y="275"/>
                </a:lnTo>
                <a:lnTo>
                  <a:pt x="231" y="272"/>
                </a:lnTo>
                <a:lnTo>
                  <a:pt x="235" y="269"/>
                </a:lnTo>
                <a:lnTo>
                  <a:pt x="237" y="265"/>
                </a:lnTo>
                <a:lnTo>
                  <a:pt x="240" y="262"/>
                </a:lnTo>
                <a:lnTo>
                  <a:pt x="242" y="261"/>
                </a:lnTo>
                <a:lnTo>
                  <a:pt x="244" y="261"/>
                </a:lnTo>
                <a:lnTo>
                  <a:pt x="245" y="261"/>
                </a:lnTo>
                <a:lnTo>
                  <a:pt x="247" y="261"/>
                </a:lnTo>
                <a:lnTo>
                  <a:pt x="248" y="261"/>
                </a:lnTo>
                <a:lnTo>
                  <a:pt x="250" y="261"/>
                </a:lnTo>
                <a:lnTo>
                  <a:pt x="252" y="260"/>
                </a:lnTo>
                <a:lnTo>
                  <a:pt x="253" y="259"/>
                </a:lnTo>
                <a:lnTo>
                  <a:pt x="265" y="252"/>
                </a:lnTo>
                <a:lnTo>
                  <a:pt x="276" y="244"/>
                </a:lnTo>
                <a:lnTo>
                  <a:pt x="288" y="236"/>
                </a:lnTo>
                <a:lnTo>
                  <a:pt x="300" y="228"/>
                </a:lnTo>
                <a:lnTo>
                  <a:pt x="312" y="221"/>
                </a:lnTo>
                <a:lnTo>
                  <a:pt x="323" y="213"/>
                </a:lnTo>
                <a:lnTo>
                  <a:pt x="336" y="206"/>
                </a:lnTo>
                <a:lnTo>
                  <a:pt x="348" y="198"/>
                </a:lnTo>
                <a:lnTo>
                  <a:pt x="353" y="195"/>
                </a:lnTo>
                <a:lnTo>
                  <a:pt x="357" y="192"/>
                </a:lnTo>
                <a:lnTo>
                  <a:pt x="362" y="188"/>
                </a:lnTo>
                <a:lnTo>
                  <a:pt x="367" y="183"/>
                </a:lnTo>
                <a:lnTo>
                  <a:pt x="377" y="174"/>
                </a:lnTo>
                <a:lnTo>
                  <a:pt x="385" y="166"/>
                </a:lnTo>
                <a:lnTo>
                  <a:pt x="388" y="162"/>
                </a:lnTo>
                <a:lnTo>
                  <a:pt x="390" y="158"/>
                </a:lnTo>
                <a:lnTo>
                  <a:pt x="393" y="155"/>
                </a:lnTo>
                <a:lnTo>
                  <a:pt x="397" y="153"/>
                </a:lnTo>
                <a:lnTo>
                  <a:pt x="401" y="151"/>
                </a:lnTo>
                <a:lnTo>
                  <a:pt x="405" y="150"/>
                </a:lnTo>
                <a:lnTo>
                  <a:pt x="409" y="147"/>
                </a:lnTo>
                <a:lnTo>
                  <a:pt x="413" y="146"/>
                </a:lnTo>
                <a:lnTo>
                  <a:pt x="418" y="145"/>
                </a:lnTo>
                <a:lnTo>
                  <a:pt x="423" y="143"/>
                </a:lnTo>
                <a:lnTo>
                  <a:pt x="427" y="142"/>
                </a:lnTo>
                <a:lnTo>
                  <a:pt x="432" y="141"/>
                </a:lnTo>
                <a:lnTo>
                  <a:pt x="437" y="141"/>
                </a:lnTo>
                <a:lnTo>
                  <a:pt x="442" y="140"/>
                </a:lnTo>
                <a:lnTo>
                  <a:pt x="448" y="139"/>
                </a:lnTo>
                <a:lnTo>
                  <a:pt x="453" y="139"/>
                </a:lnTo>
                <a:lnTo>
                  <a:pt x="458" y="139"/>
                </a:lnTo>
                <a:lnTo>
                  <a:pt x="464" y="139"/>
                </a:lnTo>
                <a:lnTo>
                  <a:pt x="467" y="145"/>
                </a:lnTo>
                <a:lnTo>
                  <a:pt x="471" y="150"/>
                </a:lnTo>
                <a:lnTo>
                  <a:pt x="472" y="152"/>
                </a:lnTo>
                <a:lnTo>
                  <a:pt x="473" y="155"/>
                </a:lnTo>
                <a:lnTo>
                  <a:pt x="473" y="158"/>
                </a:lnTo>
                <a:lnTo>
                  <a:pt x="473" y="162"/>
                </a:lnTo>
                <a:lnTo>
                  <a:pt x="470" y="166"/>
                </a:lnTo>
                <a:lnTo>
                  <a:pt x="468" y="169"/>
                </a:lnTo>
                <a:lnTo>
                  <a:pt x="466" y="172"/>
                </a:lnTo>
                <a:lnTo>
                  <a:pt x="464" y="176"/>
                </a:lnTo>
                <a:lnTo>
                  <a:pt x="463" y="180"/>
                </a:lnTo>
                <a:lnTo>
                  <a:pt x="461" y="184"/>
                </a:lnTo>
                <a:lnTo>
                  <a:pt x="460" y="188"/>
                </a:lnTo>
                <a:lnTo>
                  <a:pt x="459" y="192"/>
                </a:lnTo>
                <a:lnTo>
                  <a:pt x="457" y="201"/>
                </a:lnTo>
                <a:lnTo>
                  <a:pt x="455" y="210"/>
                </a:lnTo>
                <a:lnTo>
                  <a:pt x="454" y="214"/>
                </a:lnTo>
                <a:lnTo>
                  <a:pt x="453" y="217"/>
                </a:lnTo>
                <a:lnTo>
                  <a:pt x="452" y="221"/>
                </a:lnTo>
                <a:lnTo>
                  <a:pt x="450" y="224"/>
                </a:lnTo>
                <a:lnTo>
                  <a:pt x="450" y="229"/>
                </a:lnTo>
                <a:lnTo>
                  <a:pt x="450" y="233"/>
                </a:lnTo>
                <a:lnTo>
                  <a:pt x="450" y="237"/>
                </a:lnTo>
                <a:lnTo>
                  <a:pt x="450" y="241"/>
                </a:lnTo>
                <a:lnTo>
                  <a:pt x="446" y="254"/>
                </a:lnTo>
                <a:lnTo>
                  <a:pt x="443" y="268"/>
                </a:lnTo>
                <a:lnTo>
                  <a:pt x="440" y="283"/>
                </a:lnTo>
                <a:lnTo>
                  <a:pt x="437" y="297"/>
                </a:lnTo>
                <a:lnTo>
                  <a:pt x="434" y="311"/>
                </a:lnTo>
                <a:lnTo>
                  <a:pt x="432" y="327"/>
                </a:lnTo>
                <a:lnTo>
                  <a:pt x="429" y="341"/>
                </a:lnTo>
                <a:lnTo>
                  <a:pt x="428" y="356"/>
                </a:lnTo>
                <a:lnTo>
                  <a:pt x="425" y="371"/>
                </a:lnTo>
                <a:lnTo>
                  <a:pt x="424" y="387"/>
                </a:lnTo>
                <a:lnTo>
                  <a:pt x="421" y="402"/>
                </a:lnTo>
                <a:lnTo>
                  <a:pt x="420" y="417"/>
                </a:lnTo>
                <a:lnTo>
                  <a:pt x="417" y="432"/>
                </a:lnTo>
                <a:lnTo>
                  <a:pt x="416" y="447"/>
                </a:lnTo>
                <a:lnTo>
                  <a:pt x="413" y="462"/>
                </a:lnTo>
                <a:lnTo>
                  <a:pt x="410" y="477"/>
                </a:lnTo>
                <a:lnTo>
                  <a:pt x="411" y="480"/>
                </a:lnTo>
                <a:lnTo>
                  <a:pt x="411" y="483"/>
                </a:lnTo>
                <a:lnTo>
                  <a:pt x="411" y="487"/>
                </a:lnTo>
                <a:lnTo>
                  <a:pt x="412" y="491"/>
                </a:lnTo>
                <a:lnTo>
                  <a:pt x="410" y="498"/>
                </a:lnTo>
                <a:lnTo>
                  <a:pt x="409" y="504"/>
                </a:lnTo>
                <a:lnTo>
                  <a:pt x="409" y="511"/>
                </a:lnTo>
                <a:lnTo>
                  <a:pt x="409" y="518"/>
                </a:lnTo>
                <a:lnTo>
                  <a:pt x="408" y="524"/>
                </a:lnTo>
                <a:lnTo>
                  <a:pt x="408" y="531"/>
                </a:lnTo>
                <a:lnTo>
                  <a:pt x="406" y="536"/>
                </a:lnTo>
                <a:lnTo>
                  <a:pt x="405" y="542"/>
                </a:lnTo>
                <a:lnTo>
                  <a:pt x="405" y="545"/>
                </a:lnTo>
                <a:lnTo>
                  <a:pt x="405" y="548"/>
                </a:lnTo>
                <a:lnTo>
                  <a:pt x="405" y="551"/>
                </a:lnTo>
                <a:lnTo>
                  <a:pt x="404" y="555"/>
                </a:lnTo>
                <a:lnTo>
                  <a:pt x="404" y="562"/>
                </a:lnTo>
                <a:lnTo>
                  <a:pt x="405" y="568"/>
                </a:lnTo>
                <a:lnTo>
                  <a:pt x="405" y="575"/>
                </a:lnTo>
                <a:lnTo>
                  <a:pt x="404" y="581"/>
                </a:lnTo>
                <a:lnTo>
                  <a:pt x="403" y="584"/>
                </a:lnTo>
                <a:lnTo>
                  <a:pt x="402" y="587"/>
                </a:lnTo>
                <a:lnTo>
                  <a:pt x="401" y="590"/>
                </a:lnTo>
                <a:lnTo>
                  <a:pt x="400" y="592"/>
                </a:lnTo>
                <a:lnTo>
                  <a:pt x="398" y="594"/>
                </a:lnTo>
                <a:lnTo>
                  <a:pt x="397" y="595"/>
                </a:lnTo>
                <a:lnTo>
                  <a:pt x="394" y="596"/>
                </a:lnTo>
                <a:lnTo>
                  <a:pt x="391" y="598"/>
                </a:lnTo>
                <a:lnTo>
                  <a:pt x="389" y="599"/>
                </a:lnTo>
                <a:lnTo>
                  <a:pt x="385" y="599"/>
                </a:lnTo>
                <a:lnTo>
                  <a:pt x="382" y="600"/>
                </a:lnTo>
                <a:lnTo>
                  <a:pt x="380" y="600"/>
                </a:lnTo>
                <a:lnTo>
                  <a:pt x="376" y="594"/>
                </a:lnTo>
                <a:lnTo>
                  <a:pt x="372" y="588"/>
                </a:lnTo>
                <a:lnTo>
                  <a:pt x="367" y="583"/>
                </a:lnTo>
                <a:lnTo>
                  <a:pt x="362" y="579"/>
                </a:lnTo>
                <a:lnTo>
                  <a:pt x="357" y="575"/>
                </a:lnTo>
                <a:lnTo>
                  <a:pt x="352" y="570"/>
                </a:lnTo>
                <a:lnTo>
                  <a:pt x="346" y="566"/>
                </a:lnTo>
                <a:lnTo>
                  <a:pt x="340" y="562"/>
                </a:lnTo>
                <a:lnTo>
                  <a:pt x="337" y="560"/>
                </a:lnTo>
                <a:lnTo>
                  <a:pt x="336" y="558"/>
                </a:lnTo>
                <a:lnTo>
                  <a:pt x="334" y="555"/>
                </a:lnTo>
                <a:lnTo>
                  <a:pt x="333" y="553"/>
                </a:lnTo>
                <a:lnTo>
                  <a:pt x="331" y="551"/>
                </a:lnTo>
                <a:lnTo>
                  <a:pt x="329" y="549"/>
                </a:lnTo>
                <a:lnTo>
                  <a:pt x="327" y="547"/>
                </a:lnTo>
                <a:lnTo>
                  <a:pt x="325" y="545"/>
                </a:lnTo>
                <a:lnTo>
                  <a:pt x="323" y="543"/>
                </a:lnTo>
                <a:lnTo>
                  <a:pt x="319" y="541"/>
                </a:lnTo>
                <a:lnTo>
                  <a:pt x="315" y="539"/>
                </a:lnTo>
                <a:lnTo>
                  <a:pt x="311" y="537"/>
                </a:lnTo>
                <a:lnTo>
                  <a:pt x="307" y="535"/>
                </a:lnTo>
                <a:lnTo>
                  <a:pt x="303" y="533"/>
                </a:lnTo>
                <a:lnTo>
                  <a:pt x="300" y="531"/>
                </a:lnTo>
                <a:lnTo>
                  <a:pt x="297" y="529"/>
                </a:lnTo>
                <a:lnTo>
                  <a:pt x="296" y="527"/>
                </a:lnTo>
                <a:lnTo>
                  <a:pt x="296" y="526"/>
                </a:lnTo>
                <a:lnTo>
                  <a:pt x="296" y="524"/>
                </a:lnTo>
                <a:lnTo>
                  <a:pt x="295" y="522"/>
                </a:lnTo>
                <a:lnTo>
                  <a:pt x="295" y="520"/>
                </a:lnTo>
                <a:lnTo>
                  <a:pt x="294" y="519"/>
                </a:lnTo>
                <a:lnTo>
                  <a:pt x="293" y="516"/>
                </a:lnTo>
                <a:lnTo>
                  <a:pt x="292" y="515"/>
                </a:lnTo>
                <a:lnTo>
                  <a:pt x="288" y="511"/>
                </a:lnTo>
                <a:lnTo>
                  <a:pt x="283" y="507"/>
                </a:lnTo>
                <a:lnTo>
                  <a:pt x="283" y="503"/>
                </a:lnTo>
                <a:lnTo>
                  <a:pt x="283" y="501"/>
                </a:lnTo>
                <a:lnTo>
                  <a:pt x="286" y="499"/>
                </a:lnTo>
                <a:lnTo>
                  <a:pt x="289" y="496"/>
                </a:lnTo>
                <a:lnTo>
                  <a:pt x="293" y="496"/>
                </a:lnTo>
                <a:lnTo>
                  <a:pt x="297" y="496"/>
                </a:lnTo>
                <a:lnTo>
                  <a:pt x="299" y="498"/>
                </a:lnTo>
                <a:lnTo>
                  <a:pt x="300" y="499"/>
                </a:lnTo>
                <a:lnTo>
                  <a:pt x="302" y="501"/>
                </a:lnTo>
                <a:lnTo>
                  <a:pt x="304" y="503"/>
                </a:lnTo>
                <a:lnTo>
                  <a:pt x="308" y="504"/>
                </a:lnTo>
                <a:lnTo>
                  <a:pt x="312" y="507"/>
                </a:lnTo>
                <a:lnTo>
                  <a:pt x="315" y="508"/>
                </a:lnTo>
                <a:lnTo>
                  <a:pt x="319" y="511"/>
                </a:lnTo>
                <a:lnTo>
                  <a:pt x="324" y="512"/>
                </a:lnTo>
                <a:lnTo>
                  <a:pt x="328" y="515"/>
                </a:lnTo>
                <a:lnTo>
                  <a:pt x="332" y="519"/>
                </a:lnTo>
                <a:lnTo>
                  <a:pt x="336" y="523"/>
                </a:lnTo>
                <a:lnTo>
                  <a:pt x="338" y="526"/>
                </a:lnTo>
                <a:lnTo>
                  <a:pt x="341" y="527"/>
                </a:lnTo>
                <a:lnTo>
                  <a:pt x="343" y="530"/>
                </a:lnTo>
                <a:lnTo>
                  <a:pt x="345" y="531"/>
                </a:lnTo>
                <a:lnTo>
                  <a:pt x="349" y="531"/>
                </a:lnTo>
                <a:lnTo>
                  <a:pt x="353" y="531"/>
                </a:lnTo>
                <a:lnTo>
                  <a:pt x="357" y="531"/>
                </a:lnTo>
                <a:lnTo>
                  <a:pt x="361" y="531"/>
                </a:lnTo>
                <a:lnTo>
                  <a:pt x="364" y="528"/>
                </a:lnTo>
                <a:lnTo>
                  <a:pt x="365" y="525"/>
                </a:lnTo>
                <a:lnTo>
                  <a:pt x="367" y="522"/>
                </a:lnTo>
                <a:lnTo>
                  <a:pt x="369" y="518"/>
                </a:lnTo>
                <a:lnTo>
                  <a:pt x="371" y="515"/>
                </a:lnTo>
                <a:lnTo>
                  <a:pt x="372" y="511"/>
                </a:lnTo>
                <a:lnTo>
                  <a:pt x="373" y="507"/>
                </a:lnTo>
                <a:lnTo>
                  <a:pt x="374" y="503"/>
                </a:lnTo>
                <a:lnTo>
                  <a:pt x="377" y="493"/>
                </a:lnTo>
                <a:lnTo>
                  <a:pt x="378" y="484"/>
                </a:lnTo>
                <a:lnTo>
                  <a:pt x="379" y="475"/>
                </a:lnTo>
                <a:lnTo>
                  <a:pt x="380" y="465"/>
                </a:lnTo>
                <a:lnTo>
                  <a:pt x="382" y="444"/>
                </a:lnTo>
                <a:lnTo>
                  <a:pt x="383" y="424"/>
                </a:lnTo>
                <a:lnTo>
                  <a:pt x="384" y="415"/>
                </a:lnTo>
                <a:lnTo>
                  <a:pt x="385" y="405"/>
                </a:lnTo>
                <a:lnTo>
                  <a:pt x="385" y="396"/>
                </a:lnTo>
                <a:lnTo>
                  <a:pt x="386" y="387"/>
                </a:lnTo>
                <a:lnTo>
                  <a:pt x="386" y="381"/>
                </a:lnTo>
                <a:lnTo>
                  <a:pt x="386" y="375"/>
                </a:lnTo>
                <a:lnTo>
                  <a:pt x="386" y="369"/>
                </a:lnTo>
                <a:lnTo>
                  <a:pt x="385" y="362"/>
                </a:lnTo>
                <a:lnTo>
                  <a:pt x="387" y="359"/>
                </a:lnTo>
                <a:lnTo>
                  <a:pt x="388" y="356"/>
                </a:lnTo>
                <a:lnTo>
                  <a:pt x="389" y="355"/>
                </a:lnTo>
                <a:lnTo>
                  <a:pt x="389" y="353"/>
                </a:lnTo>
                <a:lnTo>
                  <a:pt x="389" y="351"/>
                </a:lnTo>
                <a:lnTo>
                  <a:pt x="389" y="348"/>
                </a:lnTo>
                <a:lnTo>
                  <a:pt x="389" y="345"/>
                </a:lnTo>
                <a:lnTo>
                  <a:pt x="389" y="341"/>
                </a:lnTo>
                <a:lnTo>
                  <a:pt x="388" y="338"/>
                </a:lnTo>
                <a:lnTo>
                  <a:pt x="388" y="334"/>
                </a:lnTo>
                <a:lnTo>
                  <a:pt x="389" y="331"/>
                </a:lnTo>
                <a:lnTo>
                  <a:pt x="391" y="327"/>
                </a:lnTo>
                <a:lnTo>
                  <a:pt x="393" y="324"/>
                </a:lnTo>
                <a:lnTo>
                  <a:pt x="395" y="321"/>
                </a:lnTo>
                <a:lnTo>
                  <a:pt x="398" y="315"/>
                </a:lnTo>
                <a:lnTo>
                  <a:pt x="402" y="308"/>
                </a:lnTo>
                <a:lnTo>
                  <a:pt x="402" y="303"/>
                </a:lnTo>
                <a:lnTo>
                  <a:pt x="402" y="299"/>
                </a:lnTo>
                <a:lnTo>
                  <a:pt x="404" y="293"/>
                </a:lnTo>
                <a:lnTo>
                  <a:pt x="405" y="287"/>
                </a:lnTo>
                <a:lnTo>
                  <a:pt x="406" y="280"/>
                </a:lnTo>
                <a:lnTo>
                  <a:pt x="408" y="275"/>
                </a:lnTo>
                <a:lnTo>
                  <a:pt x="409" y="268"/>
                </a:lnTo>
                <a:lnTo>
                  <a:pt x="409" y="262"/>
                </a:lnTo>
                <a:lnTo>
                  <a:pt x="412" y="255"/>
                </a:lnTo>
                <a:lnTo>
                  <a:pt x="413" y="249"/>
                </a:lnTo>
                <a:lnTo>
                  <a:pt x="415" y="246"/>
                </a:lnTo>
                <a:lnTo>
                  <a:pt x="416" y="244"/>
                </a:lnTo>
                <a:lnTo>
                  <a:pt x="417" y="242"/>
                </a:lnTo>
                <a:lnTo>
                  <a:pt x="419" y="239"/>
                </a:lnTo>
                <a:lnTo>
                  <a:pt x="421" y="237"/>
                </a:lnTo>
                <a:lnTo>
                  <a:pt x="423" y="234"/>
                </a:lnTo>
                <a:lnTo>
                  <a:pt x="424" y="232"/>
                </a:lnTo>
                <a:lnTo>
                  <a:pt x="425" y="230"/>
                </a:lnTo>
                <a:lnTo>
                  <a:pt x="426" y="222"/>
                </a:lnTo>
                <a:lnTo>
                  <a:pt x="427" y="214"/>
                </a:lnTo>
                <a:lnTo>
                  <a:pt x="429" y="206"/>
                </a:lnTo>
                <a:lnTo>
                  <a:pt x="429" y="198"/>
                </a:lnTo>
                <a:lnTo>
                  <a:pt x="432" y="190"/>
                </a:lnTo>
                <a:lnTo>
                  <a:pt x="434" y="183"/>
                </a:lnTo>
                <a:lnTo>
                  <a:pt x="436" y="180"/>
                </a:lnTo>
                <a:lnTo>
                  <a:pt x="437" y="176"/>
                </a:lnTo>
                <a:lnTo>
                  <a:pt x="437" y="172"/>
                </a:lnTo>
                <a:lnTo>
                  <a:pt x="437" y="167"/>
                </a:lnTo>
                <a:lnTo>
                  <a:pt x="435" y="167"/>
                </a:lnTo>
                <a:lnTo>
                  <a:pt x="434" y="167"/>
                </a:lnTo>
                <a:lnTo>
                  <a:pt x="433" y="166"/>
                </a:lnTo>
                <a:lnTo>
                  <a:pt x="432" y="166"/>
                </a:lnTo>
                <a:lnTo>
                  <a:pt x="430" y="166"/>
                </a:lnTo>
                <a:lnTo>
                  <a:pt x="429" y="166"/>
                </a:lnTo>
                <a:lnTo>
                  <a:pt x="425" y="166"/>
                </a:lnTo>
                <a:lnTo>
                  <a:pt x="421" y="166"/>
                </a:lnTo>
                <a:lnTo>
                  <a:pt x="417" y="167"/>
                </a:lnTo>
                <a:lnTo>
                  <a:pt x="413" y="167"/>
                </a:lnTo>
                <a:lnTo>
                  <a:pt x="410" y="169"/>
                </a:lnTo>
                <a:lnTo>
                  <a:pt x="409" y="169"/>
                </a:lnTo>
                <a:lnTo>
                  <a:pt x="405" y="171"/>
                </a:lnTo>
                <a:lnTo>
                  <a:pt x="401" y="173"/>
                </a:lnTo>
                <a:lnTo>
                  <a:pt x="397" y="176"/>
                </a:lnTo>
                <a:lnTo>
                  <a:pt x="394" y="178"/>
                </a:lnTo>
                <a:lnTo>
                  <a:pt x="388" y="185"/>
                </a:lnTo>
                <a:lnTo>
                  <a:pt x="381" y="191"/>
                </a:lnTo>
                <a:lnTo>
                  <a:pt x="374" y="198"/>
                </a:lnTo>
                <a:lnTo>
                  <a:pt x="369" y="203"/>
                </a:lnTo>
                <a:lnTo>
                  <a:pt x="365" y="206"/>
                </a:lnTo>
                <a:lnTo>
                  <a:pt x="362" y="208"/>
                </a:lnTo>
                <a:lnTo>
                  <a:pt x="359" y="210"/>
                </a:lnTo>
                <a:lnTo>
                  <a:pt x="356" y="211"/>
                </a:lnTo>
                <a:lnTo>
                  <a:pt x="356" y="214"/>
                </a:lnTo>
                <a:lnTo>
                  <a:pt x="356" y="217"/>
                </a:lnTo>
                <a:lnTo>
                  <a:pt x="356" y="220"/>
                </a:lnTo>
                <a:lnTo>
                  <a:pt x="357" y="222"/>
                </a:lnTo>
                <a:lnTo>
                  <a:pt x="358" y="226"/>
                </a:lnTo>
                <a:lnTo>
                  <a:pt x="361" y="230"/>
                </a:lnTo>
                <a:lnTo>
                  <a:pt x="363" y="235"/>
                </a:lnTo>
                <a:lnTo>
                  <a:pt x="365" y="239"/>
                </a:lnTo>
                <a:lnTo>
                  <a:pt x="365" y="242"/>
                </a:lnTo>
                <a:lnTo>
                  <a:pt x="366" y="244"/>
                </a:lnTo>
                <a:lnTo>
                  <a:pt x="367" y="247"/>
                </a:lnTo>
                <a:lnTo>
                  <a:pt x="367" y="250"/>
                </a:lnTo>
                <a:lnTo>
                  <a:pt x="365" y="251"/>
                </a:lnTo>
                <a:lnTo>
                  <a:pt x="364" y="252"/>
                </a:lnTo>
                <a:lnTo>
                  <a:pt x="361" y="254"/>
                </a:lnTo>
                <a:lnTo>
                  <a:pt x="360" y="255"/>
                </a:lnTo>
                <a:lnTo>
                  <a:pt x="357" y="258"/>
                </a:lnTo>
                <a:lnTo>
                  <a:pt x="354" y="262"/>
                </a:lnTo>
                <a:lnTo>
                  <a:pt x="352" y="266"/>
                </a:lnTo>
                <a:lnTo>
                  <a:pt x="349" y="270"/>
                </a:lnTo>
                <a:lnTo>
                  <a:pt x="345" y="273"/>
                </a:lnTo>
                <a:lnTo>
                  <a:pt x="342" y="275"/>
                </a:lnTo>
                <a:lnTo>
                  <a:pt x="340" y="277"/>
                </a:lnTo>
                <a:lnTo>
                  <a:pt x="337" y="278"/>
                </a:lnTo>
                <a:lnTo>
                  <a:pt x="334" y="279"/>
                </a:lnTo>
                <a:lnTo>
                  <a:pt x="332" y="279"/>
                </a:lnTo>
                <a:lnTo>
                  <a:pt x="325" y="279"/>
                </a:lnTo>
                <a:lnTo>
                  <a:pt x="320" y="279"/>
                </a:lnTo>
                <a:lnTo>
                  <a:pt x="313" y="279"/>
                </a:lnTo>
                <a:lnTo>
                  <a:pt x="307" y="279"/>
                </a:lnTo>
                <a:lnTo>
                  <a:pt x="304" y="279"/>
                </a:lnTo>
                <a:lnTo>
                  <a:pt x="301" y="280"/>
                </a:lnTo>
                <a:lnTo>
                  <a:pt x="298" y="280"/>
                </a:lnTo>
                <a:lnTo>
                  <a:pt x="296" y="282"/>
                </a:lnTo>
                <a:lnTo>
                  <a:pt x="292" y="284"/>
                </a:lnTo>
                <a:lnTo>
                  <a:pt x="289" y="287"/>
                </a:lnTo>
                <a:lnTo>
                  <a:pt x="284" y="290"/>
                </a:lnTo>
                <a:lnTo>
                  <a:pt x="278" y="291"/>
                </a:lnTo>
                <a:lnTo>
                  <a:pt x="275" y="293"/>
                </a:lnTo>
                <a:lnTo>
                  <a:pt x="272" y="294"/>
                </a:lnTo>
                <a:lnTo>
                  <a:pt x="269" y="295"/>
                </a:lnTo>
                <a:lnTo>
                  <a:pt x="267" y="297"/>
                </a:lnTo>
                <a:lnTo>
                  <a:pt x="266" y="299"/>
                </a:lnTo>
                <a:lnTo>
                  <a:pt x="265" y="302"/>
                </a:lnTo>
                <a:lnTo>
                  <a:pt x="262" y="303"/>
                </a:lnTo>
                <a:lnTo>
                  <a:pt x="259" y="303"/>
                </a:lnTo>
                <a:lnTo>
                  <a:pt x="256" y="303"/>
                </a:lnTo>
                <a:lnTo>
                  <a:pt x="253" y="304"/>
                </a:lnTo>
                <a:lnTo>
                  <a:pt x="243" y="311"/>
                </a:lnTo>
                <a:lnTo>
                  <a:pt x="233" y="319"/>
                </a:lnTo>
                <a:lnTo>
                  <a:pt x="228" y="323"/>
                </a:lnTo>
                <a:lnTo>
                  <a:pt x="224" y="327"/>
                </a:lnTo>
                <a:lnTo>
                  <a:pt x="219" y="331"/>
                </a:lnTo>
                <a:lnTo>
                  <a:pt x="215" y="336"/>
                </a:lnTo>
                <a:lnTo>
                  <a:pt x="208" y="331"/>
                </a:lnTo>
                <a:lnTo>
                  <a:pt x="200" y="327"/>
                </a:lnTo>
                <a:lnTo>
                  <a:pt x="196" y="325"/>
                </a:lnTo>
                <a:lnTo>
                  <a:pt x="192" y="323"/>
                </a:lnTo>
                <a:lnTo>
                  <a:pt x="189" y="323"/>
                </a:lnTo>
                <a:lnTo>
                  <a:pt x="187" y="323"/>
                </a:lnTo>
                <a:lnTo>
                  <a:pt x="184" y="323"/>
                </a:lnTo>
                <a:lnTo>
                  <a:pt x="181" y="323"/>
                </a:lnTo>
                <a:lnTo>
                  <a:pt x="180" y="324"/>
                </a:lnTo>
                <a:lnTo>
                  <a:pt x="179" y="327"/>
                </a:lnTo>
                <a:lnTo>
                  <a:pt x="176" y="329"/>
                </a:lnTo>
                <a:lnTo>
                  <a:pt x="174" y="332"/>
                </a:lnTo>
                <a:lnTo>
                  <a:pt x="169" y="338"/>
                </a:lnTo>
                <a:lnTo>
                  <a:pt x="164" y="343"/>
                </a:lnTo>
                <a:lnTo>
                  <a:pt x="157" y="348"/>
                </a:lnTo>
                <a:lnTo>
                  <a:pt x="151" y="353"/>
                </a:lnTo>
                <a:lnTo>
                  <a:pt x="148" y="355"/>
                </a:lnTo>
                <a:lnTo>
                  <a:pt x="146" y="357"/>
                </a:lnTo>
                <a:lnTo>
                  <a:pt x="143" y="358"/>
                </a:lnTo>
                <a:lnTo>
                  <a:pt x="141" y="359"/>
                </a:lnTo>
                <a:lnTo>
                  <a:pt x="140" y="360"/>
                </a:lnTo>
                <a:lnTo>
                  <a:pt x="138" y="360"/>
                </a:lnTo>
                <a:lnTo>
                  <a:pt x="137" y="359"/>
                </a:lnTo>
                <a:lnTo>
                  <a:pt x="136" y="359"/>
                </a:lnTo>
                <a:lnTo>
                  <a:pt x="134" y="358"/>
                </a:lnTo>
                <a:lnTo>
                  <a:pt x="132" y="357"/>
                </a:lnTo>
                <a:lnTo>
                  <a:pt x="129" y="356"/>
                </a:lnTo>
                <a:lnTo>
                  <a:pt x="126" y="356"/>
                </a:lnTo>
                <a:lnTo>
                  <a:pt x="124" y="356"/>
                </a:lnTo>
                <a:lnTo>
                  <a:pt x="121" y="356"/>
                </a:lnTo>
                <a:lnTo>
                  <a:pt x="117" y="356"/>
                </a:lnTo>
                <a:lnTo>
                  <a:pt x="114" y="356"/>
                </a:lnTo>
                <a:lnTo>
                  <a:pt x="113" y="356"/>
                </a:lnTo>
                <a:lnTo>
                  <a:pt x="112" y="356"/>
                </a:lnTo>
                <a:lnTo>
                  <a:pt x="110" y="356"/>
                </a:lnTo>
                <a:lnTo>
                  <a:pt x="108" y="355"/>
                </a:lnTo>
                <a:lnTo>
                  <a:pt x="107" y="354"/>
                </a:lnTo>
                <a:lnTo>
                  <a:pt x="105" y="352"/>
                </a:lnTo>
                <a:lnTo>
                  <a:pt x="103" y="351"/>
                </a:lnTo>
                <a:lnTo>
                  <a:pt x="100" y="347"/>
                </a:lnTo>
                <a:lnTo>
                  <a:pt x="98" y="346"/>
                </a:lnTo>
                <a:lnTo>
                  <a:pt x="97" y="345"/>
                </a:lnTo>
                <a:lnTo>
                  <a:pt x="96" y="345"/>
                </a:lnTo>
                <a:lnTo>
                  <a:pt x="96" y="343"/>
                </a:lnTo>
                <a:lnTo>
                  <a:pt x="96" y="343"/>
                </a:lnTo>
                <a:lnTo>
                  <a:pt x="96" y="340"/>
                </a:lnTo>
                <a:lnTo>
                  <a:pt x="98" y="339"/>
                </a:lnTo>
                <a:lnTo>
                  <a:pt x="101" y="336"/>
                </a:lnTo>
                <a:lnTo>
                  <a:pt x="104" y="334"/>
                </a:lnTo>
                <a:lnTo>
                  <a:pt x="107" y="331"/>
                </a:lnTo>
                <a:lnTo>
                  <a:pt x="111" y="330"/>
                </a:lnTo>
                <a:lnTo>
                  <a:pt x="115" y="328"/>
                </a:lnTo>
                <a:lnTo>
                  <a:pt x="119" y="327"/>
                </a:lnTo>
                <a:lnTo>
                  <a:pt x="122" y="325"/>
                </a:lnTo>
                <a:lnTo>
                  <a:pt x="131" y="323"/>
                </a:lnTo>
                <a:lnTo>
                  <a:pt x="138" y="320"/>
                </a:lnTo>
                <a:lnTo>
                  <a:pt x="141" y="319"/>
                </a:lnTo>
                <a:lnTo>
                  <a:pt x="144" y="319"/>
                </a:lnTo>
                <a:lnTo>
                  <a:pt x="148" y="318"/>
                </a:lnTo>
                <a:lnTo>
                  <a:pt x="152" y="318"/>
                </a:lnTo>
                <a:lnTo>
                  <a:pt x="155" y="317"/>
                </a:lnTo>
                <a:lnTo>
                  <a:pt x="158" y="316"/>
                </a:lnTo>
                <a:lnTo>
                  <a:pt x="160" y="315"/>
                </a:lnTo>
                <a:lnTo>
                  <a:pt x="160" y="315"/>
                </a:lnTo>
                <a:lnTo>
                  <a:pt x="162" y="315"/>
                </a:lnTo>
                <a:lnTo>
                  <a:pt x="163" y="314"/>
                </a:lnTo>
                <a:lnTo>
                  <a:pt x="165" y="311"/>
                </a:lnTo>
                <a:lnTo>
                  <a:pt x="166" y="309"/>
                </a:lnTo>
                <a:lnTo>
                  <a:pt x="167" y="307"/>
                </a:lnTo>
                <a:lnTo>
                  <a:pt x="167" y="304"/>
                </a:lnTo>
                <a:lnTo>
                  <a:pt x="167" y="303"/>
                </a:lnTo>
                <a:lnTo>
                  <a:pt x="167" y="299"/>
                </a:lnTo>
                <a:lnTo>
                  <a:pt x="167" y="297"/>
                </a:lnTo>
                <a:lnTo>
                  <a:pt x="166" y="295"/>
                </a:lnTo>
                <a:lnTo>
                  <a:pt x="165" y="288"/>
                </a:lnTo>
                <a:lnTo>
                  <a:pt x="164" y="283"/>
                </a:lnTo>
                <a:lnTo>
                  <a:pt x="164" y="279"/>
                </a:lnTo>
                <a:lnTo>
                  <a:pt x="164" y="276"/>
                </a:lnTo>
                <a:lnTo>
                  <a:pt x="164" y="274"/>
                </a:lnTo>
                <a:lnTo>
                  <a:pt x="165" y="270"/>
                </a:lnTo>
                <a:lnTo>
                  <a:pt x="168" y="263"/>
                </a:lnTo>
                <a:lnTo>
                  <a:pt x="172" y="254"/>
                </a:lnTo>
                <a:lnTo>
                  <a:pt x="176" y="246"/>
                </a:lnTo>
                <a:lnTo>
                  <a:pt x="180" y="238"/>
                </a:lnTo>
                <a:lnTo>
                  <a:pt x="184" y="230"/>
                </a:lnTo>
                <a:lnTo>
                  <a:pt x="188" y="221"/>
                </a:lnTo>
                <a:lnTo>
                  <a:pt x="189" y="217"/>
                </a:lnTo>
                <a:lnTo>
                  <a:pt x="190" y="214"/>
                </a:lnTo>
                <a:lnTo>
                  <a:pt x="191" y="210"/>
                </a:lnTo>
                <a:lnTo>
                  <a:pt x="191" y="206"/>
                </a:lnTo>
                <a:lnTo>
                  <a:pt x="188" y="205"/>
                </a:lnTo>
                <a:lnTo>
                  <a:pt x="184" y="203"/>
                </a:lnTo>
                <a:lnTo>
                  <a:pt x="182" y="201"/>
                </a:lnTo>
                <a:lnTo>
                  <a:pt x="179" y="200"/>
                </a:lnTo>
                <a:lnTo>
                  <a:pt x="178" y="199"/>
                </a:lnTo>
                <a:lnTo>
                  <a:pt x="176" y="199"/>
                </a:lnTo>
                <a:lnTo>
                  <a:pt x="175" y="199"/>
                </a:lnTo>
                <a:lnTo>
                  <a:pt x="174" y="199"/>
                </a:lnTo>
                <a:lnTo>
                  <a:pt x="172" y="200"/>
                </a:lnTo>
                <a:lnTo>
                  <a:pt x="169" y="201"/>
                </a:lnTo>
                <a:lnTo>
                  <a:pt x="166" y="204"/>
                </a:lnTo>
                <a:lnTo>
                  <a:pt x="163" y="206"/>
                </a:lnTo>
                <a:lnTo>
                  <a:pt x="159" y="206"/>
                </a:lnTo>
                <a:lnTo>
                  <a:pt x="155" y="207"/>
                </a:lnTo>
                <a:lnTo>
                  <a:pt x="151" y="208"/>
                </a:lnTo>
                <a:lnTo>
                  <a:pt x="147" y="209"/>
                </a:lnTo>
                <a:lnTo>
                  <a:pt x="144" y="212"/>
                </a:lnTo>
                <a:lnTo>
                  <a:pt x="142" y="216"/>
                </a:lnTo>
                <a:lnTo>
                  <a:pt x="140" y="217"/>
                </a:lnTo>
                <a:lnTo>
                  <a:pt x="139" y="217"/>
                </a:lnTo>
                <a:lnTo>
                  <a:pt x="138" y="217"/>
                </a:lnTo>
                <a:lnTo>
                  <a:pt x="136" y="217"/>
                </a:lnTo>
                <a:lnTo>
                  <a:pt x="135" y="217"/>
                </a:lnTo>
                <a:lnTo>
                  <a:pt x="133" y="217"/>
                </a:lnTo>
                <a:lnTo>
                  <a:pt x="132" y="217"/>
                </a:lnTo>
                <a:lnTo>
                  <a:pt x="130" y="218"/>
                </a:lnTo>
                <a:lnTo>
                  <a:pt x="115" y="229"/>
                </a:lnTo>
                <a:lnTo>
                  <a:pt x="106" y="235"/>
                </a:lnTo>
                <a:lnTo>
                  <a:pt x="101" y="238"/>
                </a:lnTo>
                <a:lnTo>
                  <a:pt x="100" y="239"/>
                </a:lnTo>
                <a:lnTo>
                  <a:pt x="96" y="241"/>
                </a:lnTo>
                <a:lnTo>
                  <a:pt x="92" y="243"/>
                </a:lnTo>
                <a:lnTo>
                  <a:pt x="90" y="243"/>
                </a:lnTo>
                <a:lnTo>
                  <a:pt x="87" y="246"/>
                </a:lnTo>
                <a:lnTo>
                  <a:pt x="83" y="248"/>
                </a:lnTo>
                <a:lnTo>
                  <a:pt x="79" y="250"/>
                </a:lnTo>
                <a:lnTo>
                  <a:pt x="80" y="250"/>
                </a:lnTo>
                <a:lnTo>
                  <a:pt x="80" y="250"/>
                </a:lnTo>
                <a:lnTo>
                  <a:pt x="80" y="251"/>
                </a:lnTo>
                <a:lnTo>
                  <a:pt x="79" y="251"/>
                </a:lnTo>
                <a:lnTo>
                  <a:pt x="78" y="252"/>
                </a:lnTo>
                <a:lnTo>
                  <a:pt x="77" y="253"/>
                </a:lnTo>
                <a:lnTo>
                  <a:pt x="76" y="254"/>
                </a:lnTo>
                <a:lnTo>
                  <a:pt x="75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74" y="254"/>
                </a:lnTo>
                <a:lnTo>
                  <a:pt x="69" y="255"/>
                </a:lnTo>
                <a:lnTo>
                  <a:pt x="64" y="257"/>
                </a:lnTo>
                <a:lnTo>
                  <a:pt x="63" y="257"/>
                </a:lnTo>
                <a:lnTo>
                  <a:pt x="58" y="257"/>
                </a:lnTo>
                <a:lnTo>
                  <a:pt x="53" y="258"/>
                </a:lnTo>
                <a:lnTo>
                  <a:pt x="52" y="257"/>
                </a:lnTo>
                <a:lnTo>
                  <a:pt x="50" y="257"/>
                </a:lnTo>
                <a:lnTo>
                  <a:pt x="48" y="256"/>
                </a:lnTo>
                <a:lnTo>
                  <a:pt x="46" y="255"/>
                </a:lnTo>
                <a:lnTo>
                  <a:pt x="44" y="254"/>
                </a:lnTo>
                <a:lnTo>
                  <a:pt x="42" y="252"/>
                </a:lnTo>
                <a:lnTo>
                  <a:pt x="40" y="25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65" name="iṣľíḍê">
            <a:extLst>
              <a:ext uri="{FF2B5EF4-FFF2-40B4-BE49-F238E27FC236}">
                <a16:creationId xmlns:a16="http://schemas.microsoft.com/office/drawing/2014/main" id="{EBC5BB11-A21A-4C36-AC35-ECBEB2F5C1B1}"/>
              </a:ext>
            </a:extLst>
          </p:cNvPr>
          <p:cNvSpPr>
            <a:spLocks noGrp="1"/>
          </p:cNvSpPr>
          <p:nvPr/>
        </p:nvSpPr>
        <p:spPr>
          <a:xfrm>
            <a:off x="1691640" y="722160"/>
            <a:ext cx="40320" cy="18720"/>
          </a:xfrm>
          <a:custGeom>
            <a:avLst/>
            <a:gdLst>
              <a:gd name="textAreaLeft" fmla="*/ 0 w 40320"/>
              <a:gd name="textAreaRight" fmla="*/ 40680 w 40320"/>
              <a:gd name="textAreaTop" fmla="*/ 0 h 18720"/>
              <a:gd name="textAreaBottom" fmla="*/ 19080 h 18720"/>
              <a:gd name="GluePoint1X" fmla="*/ 68 w 93"/>
              <a:gd name="GluePoint1Y" fmla="*/ 0 h 44"/>
              <a:gd name="GluePoint2X" fmla="*/ 70 w 93"/>
              <a:gd name="GluePoint2Y" fmla="*/ 0 h 44"/>
              <a:gd name="GluePoint3X" fmla="*/ 72 w 93"/>
              <a:gd name="GluePoint3Y" fmla="*/ 0 h 44"/>
              <a:gd name="GluePoint4X" fmla="*/ 75 w 93"/>
              <a:gd name="GluePoint4Y" fmla="*/ 1 h 44"/>
              <a:gd name="GluePoint5X" fmla="*/ 76 w 93"/>
              <a:gd name="GluePoint5Y" fmla="*/ 1 h 44"/>
              <a:gd name="GluePoint6X" fmla="*/ 79 w 93"/>
              <a:gd name="GluePoint6Y" fmla="*/ 3 h 44"/>
              <a:gd name="GluePoint7X" fmla="*/ 81 w 93"/>
              <a:gd name="GluePoint7Y" fmla="*/ 4 h 44"/>
              <a:gd name="GluePoint8X" fmla="*/ 83 w 93"/>
              <a:gd name="GluePoint8Y" fmla="*/ 5 h 44"/>
              <a:gd name="GluePoint9X" fmla="*/ 85 w 93"/>
              <a:gd name="GluePoint9Y" fmla="*/ 7 h 44"/>
              <a:gd name="GluePoint10X" fmla="*/ 87 w 93"/>
              <a:gd name="GluePoint10Y" fmla="*/ 8 h 44"/>
              <a:gd name="GluePoint11X" fmla="*/ 88 w 93"/>
              <a:gd name="GluePoint11Y" fmla="*/ 10 h 44"/>
              <a:gd name="GluePoint12X" fmla="*/ 89 w 93"/>
              <a:gd name="GluePoint12Y" fmla="*/ 12 h 44"/>
              <a:gd name="GluePoint13X" fmla="*/ 91 w 93"/>
              <a:gd name="GluePoint13Y" fmla="*/ 14 h 44"/>
              <a:gd name="GluePoint14X" fmla="*/ 92 w 93"/>
              <a:gd name="GluePoint14Y" fmla="*/ 16 h 44"/>
              <a:gd name="GluePoint15X" fmla="*/ 93 w 93"/>
              <a:gd name="GluePoint15Y" fmla="*/ 18 h 44"/>
              <a:gd name="GluePoint16X" fmla="*/ 93 w 93"/>
              <a:gd name="GluePoint16Y" fmla="*/ 20 h 44"/>
              <a:gd name="GluePoint17X" fmla="*/ 93 w 93"/>
              <a:gd name="GluePoint17Y" fmla="*/ 22 h 44"/>
              <a:gd name="GluePoint18X" fmla="*/ 91 w 93"/>
              <a:gd name="GluePoint18Y" fmla="*/ 25 h 44"/>
              <a:gd name="GluePoint19X" fmla="*/ 88 w 93"/>
              <a:gd name="GluePoint19Y" fmla="*/ 30 h 44"/>
              <a:gd name="GluePoint20X" fmla="*/ 86 w 93"/>
              <a:gd name="GluePoint20Y" fmla="*/ 32 h 44"/>
              <a:gd name="GluePoint21X" fmla="*/ 84 w 93"/>
              <a:gd name="GluePoint21Y" fmla="*/ 33 h 44"/>
              <a:gd name="GluePoint22X" fmla="*/ 83 w 93"/>
              <a:gd name="GluePoint22Y" fmla="*/ 35 h 44"/>
              <a:gd name="GluePoint23X" fmla="*/ 81 w 93"/>
              <a:gd name="GluePoint23Y" fmla="*/ 36 h 44"/>
              <a:gd name="GluePoint24X" fmla="*/ 78 w 93"/>
              <a:gd name="GluePoint24Y" fmla="*/ 38 h 44"/>
              <a:gd name="GluePoint25X" fmla="*/ 72 w 93"/>
              <a:gd name="GluePoint25Y" fmla="*/ 39 h 44"/>
              <a:gd name="GluePoint26X" fmla="*/ 65 w 93"/>
              <a:gd name="GluePoint26Y" fmla="*/ 40 h 44"/>
              <a:gd name="GluePoint27X" fmla="*/ 57 w 93"/>
              <a:gd name="GluePoint27Y" fmla="*/ 42 h 44"/>
              <a:gd name="GluePoint28X" fmla="*/ 49 w 93"/>
              <a:gd name="GluePoint28Y" fmla="*/ 43 h 44"/>
              <a:gd name="GluePoint29X" fmla="*/ 42 w 93"/>
              <a:gd name="GluePoint29Y" fmla="*/ 44 h 44"/>
              <a:gd name="GluePoint30X" fmla="*/ 37 w 93"/>
              <a:gd name="GluePoint30Y" fmla="*/ 44 h 44"/>
              <a:gd name="GluePoint31X" fmla="*/ 35 w 93"/>
              <a:gd name="GluePoint31Y" fmla="*/ 44 h 44"/>
              <a:gd name="GluePoint32X" fmla="*/ 31 w 93"/>
              <a:gd name="GluePoint32Y" fmla="*/ 39 h 44"/>
              <a:gd name="GluePoint33X" fmla="*/ 28 w 93"/>
              <a:gd name="GluePoint33Y" fmla="*/ 34 h 44"/>
              <a:gd name="GluePoint34X" fmla="*/ 23 w 93"/>
              <a:gd name="GluePoint34Y" fmla="*/ 32 h 44"/>
              <a:gd name="GluePoint35X" fmla="*/ 18 w 93"/>
              <a:gd name="GluePoint35Y" fmla="*/ 30 h 44"/>
              <a:gd name="GluePoint36X" fmla="*/ 14 w 93"/>
              <a:gd name="GluePoint36Y" fmla="*/ 29 h 44"/>
              <a:gd name="GluePoint37X" fmla="*/ 10 w 93"/>
              <a:gd name="GluePoint37Y" fmla="*/ 28 h 44"/>
              <a:gd name="GluePoint38X" fmla="*/ 8 w 93"/>
              <a:gd name="GluePoint38Y" fmla="*/ 27 h 44"/>
              <a:gd name="GluePoint39X" fmla="*/ 6 w 93"/>
              <a:gd name="GluePoint39Y" fmla="*/ 25 h 44"/>
              <a:gd name="GluePoint40X" fmla="*/ 5 w 93"/>
              <a:gd name="GluePoint40Y" fmla="*/ 24 h 44"/>
              <a:gd name="GluePoint41X" fmla="*/ 4 w 93"/>
              <a:gd name="GluePoint41Y" fmla="*/ 22 h 44"/>
              <a:gd name="GluePoint42X" fmla="*/ 2 w 93"/>
              <a:gd name="GluePoint42Y" fmla="*/ 20 h 44"/>
              <a:gd name="GluePoint43X" fmla="*/ 1 w 93"/>
              <a:gd name="GluePoint43Y" fmla="*/ 17 h 44"/>
              <a:gd name="GluePoint44X" fmla="*/ 0 w 93"/>
              <a:gd name="GluePoint44Y" fmla="*/ 15 h 44"/>
              <a:gd name="GluePoint45X" fmla="*/ 0 w 93"/>
              <a:gd name="GluePoint45Y" fmla="*/ 11 h 44"/>
              <a:gd name="GluePoint46X" fmla="*/ 4 w 93"/>
              <a:gd name="GluePoint46Y" fmla="*/ 9 h 44"/>
              <a:gd name="GluePoint47X" fmla="*/ 8 w 93"/>
              <a:gd name="GluePoint47Y" fmla="*/ 8 h 44"/>
              <a:gd name="GluePoint48X" fmla="*/ 12 w 93"/>
              <a:gd name="GluePoint48Y" fmla="*/ 7 h 44"/>
              <a:gd name="GluePoint49X" fmla="*/ 17 w 93"/>
              <a:gd name="GluePoint49Y" fmla="*/ 7 h 44"/>
              <a:gd name="GluePoint50X" fmla="*/ 28 w 93"/>
              <a:gd name="GluePoint50Y" fmla="*/ 6 h 44"/>
              <a:gd name="GluePoint51X" fmla="*/ 39 w 93"/>
              <a:gd name="GluePoint51Y" fmla="*/ 6 h 44"/>
              <a:gd name="GluePoint52X" fmla="*/ 40 w 93"/>
              <a:gd name="GluePoint52Y" fmla="*/ 5 h 44"/>
              <a:gd name="GluePoint53X" fmla="*/ 41 w 93"/>
              <a:gd name="GluePoint53Y" fmla="*/ 4 h 44"/>
              <a:gd name="GluePoint54X" fmla="*/ 43 w 93"/>
              <a:gd name="GluePoint54Y" fmla="*/ 3 h 44"/>
              <a:gd name="GluePoint55X" fmla="*/ 45 w 93"/>
              <a:gd name="GluePoint55Y" fmla="*/ 3 h 44"/>
              <a:gd name="GluePoint56X" fmla="*/ 48 w 93"/>
              <a:gd name="GluePoint56Y" fmla="*/ 2 h 44"/>
              <a:gd name="GluePoint57X" fmla="*/ 53 w 93"/>
              <a:gd name="GluePoint57Y" fmla="*/ 2 h 44"/>
              <a:gd name="GluePoint58X" fmla="*/ 58 w 93"/>
              <a:gd name="GluePoint58Y" fmla="*/ 3 h 44"/>
              <a:gd name="GluePoint59X" fmla="*/ 62 w 93"/>
              <a:gd name="GluePoint59Y" fmla="*/ 2 h 44"/>
              <a:gd name="GluePoint60X" fmla="*/ 64 w 93"/>
              <a:gd name="GluePoint60Y" fmla="*/ 2 h 44"/>
              <a:gd name="GluePoint61X" fmla="*/ 65 w 93"/>
              <a:gd name="GluePoint61Y" fmla="*/ 1 h 44"/>
              <a:gd name="GluePoint62X" fmla="*/ 67 w 93"/>
              <a:gd name="GluePoint62Y" fmla="*/ 0 h 44"/>
              <a:gd name="GluePoint63X" fmla="*/ 68 w 93"/>
              <a:gd name="GluePoint63Y" fmla="*/ 0 h 44"/>
            </a:gdLst>
            <a:ahLst/>
            <a:cxnLst/>
            <a:rect l="textAreaLeft" t="textAreaTop" r="textAreaRight" b="textAreaBottom"/>
            <a:pathLst>
              <a:path w="93" h="44">
                <a:moveTo>
                  <a:pt x="68" y="0"/>
                </a:moveTo>
                <a:lnTo>
                  <a:pt x="70" y="0"/>
                </a:lnTo>
                <a:lnTo>
                  <a:pt x="72" y="0"/>
                </a:lnTo>
                <a:lnTo>
                  <a:pt x="75" y="1"/>
                </a:lnTo>
                <a:lnTo>
                  <a:pt x="76" y="1"/>
                </a:lnTo>
                <a:lnTo>
                  <a:pt x="79" y="3"/>
                </a:lnTo>
                <a:lnTo>
                  <a:pt x="81" y="4"/>
                </a:lnTo>
                <a:lnTo>
                  <a:pt x="83" y="5"/>
                </a:lnTo>
                <a:lnTo>
                  <a:pt x="85" y="7"/>
                </a:lnTo>
                <a:lnTo>
                  <a:pt x="87" y="8"/>
                </a:lnTo>
                <a:lnTo>
                  <a:pt x="88" y="10"/>
                </a:lnTo>
                <a:lnTo>
                  <a:pt x="89" y="12"/>
                </a:lnTo>
                <a:lnTo>
                  <a:pt x="91" y="14"/>
                </a:lnTo>
                <a:lnTo>
                  <a:pt x="92" y="16"/>
                </a:lnTo>
                <a:lnTo>
                  <a:pt x="93" y="18"/>
                </a:lnTo>
                <a:lnTo>
                  <a:pt x="93" y="20"/>
                </a:lnTo>
                <a:lnTo>
                  <a:pt x="93" y="22"/>
                </a:lnTo>
                <a:lnTo>
                  <a:pt x="91" y="25"/>
                </a:lnTo>
                <a:lnTo>
                  <a:pt x="88" y="30"/>
                </a:lnTo>
                <a:lnTo>
                  <a:pt x="86" y="32"/>
                </a:lnTo>
                <a:lnTo>
                  <a:pt x="84" y="33"/>
                </a:lnTo>
                <a:lnTo>
                  <a:pt x="83" y="35"/>
                </a:lnTo>
                <a:lnTo>
                  <a:pt x="81" y="36"/>
                </a:lnTo>
                <a:lnTo>
                  <a:pt x="78" y="38"/>
                </a:lnTo>
                <a:lnTo>
                  <a:pt x="72" y="39"/>
                </a:lnTo>
                <a:lnTo>
                  <a:pt x="65" y="40"/>
                </a:lnTo>
                <a:lnTo>
                  <a:pt x="57" y="42"/>
                </a:lnTo>
                <a:lnTo>
                  <a:pt x="49" y="43"/>
                </a:lnTo>
                <a:lnTo>
                  <a:pt x="42" y="44"/>
                </a:lnTo>
                <a:lnTo>
                  <a:pt x="37" y="44"/>
                </a:lnTo>
                <a:lnTo>
                  <a:pt x="35" y="44"/>
                </a:lnTo>
                <a:lnTo>
                  <a:pt x="31" y="39"/>
                </a:lnTo>
                <a:lnTo>
                  <a:pt x="28" y="34"/>
                </a:lnTo>
                <a:lnTo>
                  <a:pt x="23" y="32"/>
                </a:lnTo>
                <a:lnTo>
                  <a:pt x="18" y="30"/>
                </a:lnTo>
                <a:lnTo>
                  <a:pt x="14" y="29"/>
                </a:lnTo>
                <a:lnTo>
                  <a:pt x="10" y="28"/>
                </a:lnTo>
                <a:lnTo>
                  <a:pt x="8" y="27"/>
                </a:lnTo>
                <a:lnTo>
                  <a:pt x="6" y="25"/>
                </a:lnTo>
                <a:lnTo>
                  <a:pt x="5" y="24"/>
                </a:lnTo>
                <a:lnTo>
                  <a:pt x="4" y="22"/>
                </a:lnTo>
                <a:lnTo>
                  <a:pt x="2" y="20"/>
                </a:lnTo>
                <a:lnTo>
                  <a:pt x="1" y="17"/>
                </a:lnTo>
                <a:lnTo>
                  <a:pt x="0" y="15"/>
                </a:lnTo>
                <a:lnTo>
                  <a:pt x="0" y="11"/>
                </a:lnTo>
                <a:lnTo>
                  <a:pt x="4" y="9"/>
                </a:lnTo>
                <a:lnTo>
                  <a:pt x="8" y="8"/>
                </a:lnTo>
                <a:lnTo>
                  <a:pt x="12" y="7"/>
                </a:lnTo>
                <a:lnTo>
                  <a:pt x="17" y="7"/>
                </a:lnTo>
                <a:lnTo>
                  <a:pt x="28" y="6"/>
                </a:lnTo>
                <a:lnTo>
                  <a:pt x="39" y="6"/>
                </a:lnTo>
                <a:lnTo>
                  <a:pt x="40" y="5"/>
                </a:lnTo>
                <a:lnTo>
                  <a:pt x="41" y="4"/>
                </a:lnTo>
                <a:lnTo>
                  <a:pt x="43" y="3"/>
                </a:lnTo>
                <a:lnTo>
                  <a:pt x="45" y="3"/>
                </a:lnTo>
                <a:lnTo>
                  <a:pt x="48" y="2"/>
                </a:lnTo>
                <a:lnTo>
                  <a:pt x="53" y="2"/>
                </a:lnTo>
                <a:lnTo>
                  <a:pt x="58" y="3"/>
                </a:lnTo>
                <a:lnTo>
                  <a:pt x="62" y="2"/>
                </a:lnTo>
                <a:lnTo>
                  <a:pt x="64" y="2"/>
                </a:lnTo>
                <a:lnTo>
                  <a:pt x="65" y="1"/>
                </a:lnTo>
                <a:lnTo>
                  <a:pt x="67" y="0"/>
                </a:lnTo>
                <a:lnTo>
                  <a:pt x="68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endParaRPr/>
          </a:p>
        </p:txBody>
      </p:sp>
      <p:sp>
        <p:nvSpPr>
          <p:cNvPr id="566" name="ïsḻîďe">
            <a:extLst>
              <a:ext uri="{FF2B5EF4-FFF2-40B4-BE49-F238E27FC236}">
                <a16:creationId xmlns:a16="http://schemas.microsoft.com/office/drawing/2014/main" id="{D242BA75-1D40-4174-A135-E5F9C2606256}"/>
              </a:ext>
            </a:extLst>
          </p:cNvPr>
          <p:cNvSpPr>
            <a:spLocks noGrp="1"/>
          </p:cNvSpPr>
          <p:nvPr/>
        </p:nvSpPr>
        <p:spPr>
          <a:xfrm>
            <a:off x="1624320" y="728640"/>
            <a:ext cx="24840" cy="77760"/>
          </a:xfrm>
          <a:custGeom>
            <a:avLst/>
            <a:gdLst>
              <a:gd name="textAreaLeft" fmla="*/ 0 w 24840"/>
              <a:gd name="textAreaRight" fmla="*/ 25200 w 24840"/>
              <a:gd name="textAreaTop" fmla="*/ 0 h 77760"/>
              <a:gd name="textAreaBottom" fmla="*/ 78120 h 77760"/>
              <a:gd name="GluePoint1X" fmla="*/ 28 w 58"/>
              <a:gd name="GluePoint1Y" fmla="*/ 1 h 179"/>
              <a:gd name="GluePoint2X" fmla="*/ 31 w 58"/>
              <a:gd name="GluePoint2Y" fmla="*/ 2 h 179"/>
              <a:gd name="GluePoint3X" fmla="*/ 33 w 58"/>
              <a:gd name="GluePoint3Y" fmla="*/ 6 h 179"/>
              <a:gd name="GluePoint4X" fmla="*/ 38 w 58"/>
              <a:gd name="GluePoint4Y" fmla="*/ 14 h 179"/>
              <a:gd name="GluePoint5X" fmla="*/ 43 w 58"/>
              <a:gd name="GluePoint5Y" fmla="*/ 22 h 179"/>
              <a:gd name="GluePoint6X" fmla="*/ 46 w 58"/>
              <a:gd name="GluePoint6Y" fmla="*/ 29 h 179"/>
              <a:gd name="GluePoint7X" fmla="*/ 47 w 58"/>
              <a:gd name="GluePoint7Y" fmla="*/ 40 h 179"/>
              <a:gd name="GluePoint8X" fmla="*/ 49 w 58"/>
              <a:gd name="GluePoint8Y" fmla="*/ 49 h 179"/>
              <a:gd name="GluePoint9X" fmla="*/ 49 w 58"/>
              <a:gd name="GluePoint9Y" fmla="*/ 55 h 179"/>
              <a:gd name="GluePoint10X" fmla="*/ 51 w 58"/>
              <a:gd name="GluePoint10Y" fmla="*/ 65 h 179"/>
              <a:gd name="GluePoint11X" fmla="*/ 55 w 58"/>
              <a:gd name="GluePoint11Y" fmla="*/ 79 h 179"/>
              <a:gd name="GluePoint12X" fmla="*/ 58 w 58"/>
              <a:gd name="GluePoint12Y" fmla="*/ 96 h 179"/>
              <a:gd name="GluePoint13X" fmla="*/ 58 w 58"/>
              <a:gd name="GluePoint13Y" fmla="*/ 113 h 179"/>
              <a:gd name="GluePoint14X" fmla="*/ 57 w 58"/>
              <a:gd name="GluePoint14Y" fmla="*/ 131 h 179"/>
              <a:gd name="GluePoint15X" fmla="*/ 54 w 58"/>
              <a:gd name="GluePoint15Y" fmla="*/ 148 h 179"/>
              <a:gd name="GluePoint16X" fmla="*/ 50 w 58"/>
              <a:gd name="GluePoint16Y" fmla="*/ 159 h 179"/>
              <a:gd name="GluePoint17X" fmla="*/ 46 w 58"/>
              <a:gd name="GluePoint17Y" fmla="*/ 166 h 179"/>
              <a:gd name="GluePoint18X" fmla="*/ 42 w 58"/>
              <a:gd name="GluePoint18Y" fmla="*/ 172 h 179"/>
              <a:gd name="GluePoint19X" fmla="*/ 38 w 58"/>
              <a:gd name="GluePoint19Y" fmla="*/ 177 h 179"/>
              <a:gd name="GluePoint20X" fmla="*/ 33 w 58"/>
              <a:gd name="GluePoint20Y" fmla="*/ 179 h 179"/>
              <a:gd name="GluePoint21X" fmla="*/ 27 w 58"/>
              <a:gd name="GluePoint21Y" fmla="*/ 179 h 179"/>
              <a:gd name="GluePoint22X" fmla="*/ 22 w 58"/>
              <a:gd name="GluePoint22Y" fmla="*/ 176 h 179"/>
              <a:gd name="GluePoint23X" fmla="*/ 16 w 58"/>
              <a:gd name="GluePoint23Y" fmla="*/ 170 h 179"/>
              <a:gd name="GluePoint24X" fmla="*/ 10 w 58"/>
              <a:gd name="GluePoint24Y" fmla="*/ 165 h 179"/>
              <a:gd name="GluePoint25X" fmla="*/ 5 w 58"/>
              <a:gd name="GluePoint25Y" fmla="*/ 159 h 179"/>
              <a:gd name="GluePoint26X" fmla="*/ 2 w 58"/>
              <a:gd name="GluePoint26Y" fmla="*/ 154 h 179"/>
              <a:gd name="GluePoint27X" fmla="*/ 1 w 58"/>
              <a:gd name="GluePoint27Y" fmla="*/ 151 h 179"/>
              <a:gd name="GluePoint28X" fmla="*/ 0 w 58"/>
              <a:gd name="GluePoint28Y" fmla="*/ 144 h 179"/>
              <a:gd name="GluePoint29X" fmla="*/ 2 w 58"/>
              <a:gd name="GluePoint29Y" fmla="*/ 131 h 179"/>
              <a:gd name="GluePoint30X" fmla="*/ 4 w 58"/>
              <a:gd name="GluePoint30Y" fmla="*/ 117 h 179"/>
              <a:gd name="GluePoint31X" fmla="*/ 10 w 58"/>
              <a:gd name="GluePoint31Y" fmla="*/ 96 h 179"/>
              <a:gd name="GluePoint32X" fmla="*/ 17 w 58"/>
              <a:gd name="GluePoint32Y" fmla="*/ 72 h 179"/>
              <a:gd name="GluePoint33X" fmla="*/ 20 w 58"/>
              <a:gd name="GluePoint33Y" fmla="*/ 61 h 179"/>
              <a:gd name="GluePoint34X" fmla="*/ 21 w 58"/>
              <a:gd name="GluePoint34Y" fmla="*/ 53 h 179"/>
              <a:gd name="GluePoint35X" fmla="*/ 19 w 58"/>
              <a:gd name="GluePoint35Y" fmla="*/ 39 h 179"/>
              <a:gd name="GluePoint36X" fmla="*/ 18 w 58"/>
              <a:gd name="GluePoint36Y" fmla="*/ 25 h 179"/>
              <a:gd name="GluePoint37X" fmla="*/ 17 w 58"/>
              <a:gd name="GluePoint37Y" fmla="*/ 17 h 179"/>
              <a:gd name="GluePoint38X" fmla="*/ 18 w 58"/>
              <a:gd name="GluePoint38Y" fmla="*/ 9 h 179"/>
              <a:gd name="GluePoint39X" fmla="*/ 18 w 58"/>
              <a:gd name="GluePoint39Y" fmla="*/ 5 h 179"/>
              <a:gd name="GluePoint40X" fmla="*/ 20 w 58"/>
              <a:gd name="GluePoint40Y" fmla="*/ 3 h 179"/>
              <a:gd name="GluePoint41X" fmla="*/ 22 w 58"/>
              <a:gd name="GluePoint41Y" fmla="*/ 1 h 179"/>
              <a:gd name="GluePoint42X" fmla="*/ 24 w 58"/>
              <a:gd name="GluePoint42Y" fmla="*/ 1 h 179"/>
            </a:gdLst>
            <a:ahLst/>
            <a:cxnLst/>
            <a:rect l="textAreaLeft" t="textAreaTop" r="textAreaRight" b="textAreaBottom"/>
            <a:pathLst>
              <a:path w="58" h="179">
                <a:moveTo>
                  <a:pt x="26" y="0"/>
                </a:moveTo>
                <a:lnTo>
                  <a:pt x="28" y="1"/>
                </a:lnTo>
                <a:lnTo>
                  <a:pt x="30" y="1"/>
                </a:lnTo>
                <a:lnTo>
                  <a:pt x="31" y="2"/>
                </a:lnTo>
                <a:lnTo>
                  <a:pt x="32" y="4"/>
                </a:lnTo>
                <a:lnTo>
                  <a:pt x="33" y="6"/>
                </a:lnTo>
                <a:lnTo>
                  <a:pt x="35" y="10"/>
                </a:lnTo>
                <a:lnTo>
                  <a:pt x="38" y="14"/>
                </a:lnTo>
                <a:lnTo>
                  <a:pt x="41" y="18"/>
                </a:lnTo>
                <a:lnTo>
                  <a:pt x="43" y="22"/>
                </a:lnTo>
                <a:lnTo>
                  <a:pt x="44" y="25"/>
                </a:lnTo>
                <a:lnTo>
                  <a:pt x="46" y="29"/>
                </a:lnTo>
                <a:lnTo>
                  <a:pt x="46" y="34"/>
                </a:lnTo>
                <a:lnTo>
                  <a:pt x="47" y="40"/>
                </a:lnTo>
                <a:lnTo>
                  <a:pt x="49" y="46"/>
                </a:lnTo>
                <a:lnTo>
                  <a:pt x="49" y="49"/>
                </a:lnTo>
                <a:lnTo>
                  <a:pt x="49" y="53"/>
                </a:lnTo>
                <a:lnTo>
                  <a:pt x="49" y="55"/>
                </a:lnTo>
                <a:lnTo>
                  <a:pt x="49" y="58"/>
                </a:lnTo>
                <a:lnTo>
                  <a:pt x="51" y="65"/>
                </a:lnTo>
                <a:lnTo>
                  <a:pt x="54" y="72"/>
                </a:lnTo>
                <a:lnTo>
                  <a:pt x="55" y="79"/>
                </a:lnTo>
                <a:lnTo>
                  <a:pt x="56" y="87"/>
                </a:lnTo>
                <a:lnTo>
                  <a:pt x="58" y="96"/>
                </a:lnTo>
                <a:lnTo>
                  <a:pt x="58" y="105"/>
                </a:lnTo>
                <a:lnTo>
                  <a:pt x="58" y="113"/>
                </a:lnTo>
                <a:lnTo>
                  <a:pt x="58" y="122"/>
                </a:lnTo>
                <a:lnTo>
                  <a:pt x="57" y="131"/>
                </a:lnTo>
                <a:lnTo>
                  <a:pt x="55" y="140"/>
                </a:lnTo>
                <a:lnTo>
                  <a:pt x="54" y="148"/>
                </a:lnTo>
                <a:lnTo>
                  <a:pt x="50" y="156"/>
                </a:lnTo>
                <a:lnTo>
                  <a:pt x="50" y="159"/>
                </a:lnTo>
                <a:lnTo>
                  <a:pt x="48" y="163"/>
                </a:lnTo>
                <a:lnTo>
                  <a:pt x="46" y="166"/>
                </a:lnTo>
                <a:lnTo>
                  <a:pt x="45" y="169"/>
                </a:lnTo>
                <a:lnTo>
                  <a:pt x="42" y="172"/>
                </a:lnTo>
                <a:lnTo>
                  <a:pt x="41" y="174"/>
                </a:lnTo>
                <a:lnTo>
                  <a:pt x="38" y="177"/>
                </a:lnTo>
                <a:lnTo>
                  <a:pt x="36" y="179"/>
                </a:lnTo>
                <a:lnTo>
                  <a:pt x="33" y="179"/>
                </a:lnTo>
                <a:lnTo>
                  <a:pt x="30" y="179"/>
                </a:lnTo>
                <a:lnTo>
                  <a:pt x="27" y="179"/>
                </a:lnTo>
                <a:lnTo>
                  <a:pt x="24" y="179"/>
                </a:lnTo>
                <a:lnTo>
                  <a:pt x="22" y="176"/>
                </a:lnTo>
                <a:lnTo>
                  <a:pt x="19" y="173"/>
                </a:lnTo>
                <a:lnTo>
                  <a:pt x="16" y="170"/>
                </a:lnTo>
                <a:lnTo>
                  <a:pt x="14" y="168"/>
                </a:lnTo>
                <a:lnTo>
                  <a:pt x="10" y="165"/>
                </a:lnTo>
                <a:lnTo>
                  <a:pt x="8" y="162"/>
                </a:lnTo>
                <a:lnTo>
                  <a:pt x="5" y="159"/>
                </a:lnTo>
                <a:lnTo>
                  <a:pt x="2" y="156"/>
                </a:lnTo>
                <a:lnTo>
                  <a:pt x="2" y="154"/>
                </a:lnTo>
                <a:lnTo>
                  <a:pt x="1" y="153"/>
                </a:lnTo>
                <a:lnTo>
                  <a:pt x="1" y="151"/>
                </a:lnTo>
                <a:lnTo>
                  <a:pt x="1" y="149"/>
                </a:lnTo>
                <a:lnTo>
                  <a:pt x="0" y="144"/>
                </a:lnTo>
                <a:lnTo>
                  <a:pt x="1" y="137"/>
                </a:lnTo>
                <a:lnTo>
                  <a:pt x="2" y="131"/>
                </a:lnTo>
                <a:lnTo>
                  <a:pt x="2" y="125"/>
                </a:lnTo>
                <a:lnTo>
                  <a:pt x="4" y="117"/>
                </a:lnTo>
                <a:lnTo>
                  <a:pt x="6" y="110"/>
                </a:lnTo>
                <a:lnTo>
                  <a:pt x="10" y="96"/>
                </a:lnTo>
                <a:lnTo>
                  <a:pt x="14" y="83"/>
                </a:lnTo>
                <a:lnTo>
                  <a:pt x="17" y="72"/>
                </a:lnTo>
                <a:lnTo>
                  <a:pt x="19" y="65"/>
                </a:lnTo>
                <a:lnTo>
                  <a:pt x="20" y="61"/>
                </a:lnTo>
                <a:lnTo>
                  <a:pt x="21" y="57"/>
                </a:lnTo>
                <a:lnTo>
                  <a:pt x="21" y="53"/>
                </a:lnTo>
                <a:lnTo>
                  <a:pt x="21" y="49"/>
                </a:lnTo>
                <a:lnTo>
                  <a:pt x="19" y="39"/>
                </a:lnTo>
                <a:lnTo>
                  <a:pt x="18" y="29"/>
                </a:lnTo>
                <a:lnTo>
                  <a:pt x="18" y="25"/>
                </a:lnTo>
                <a:lnTo>
                  <a:pt x="18" y="21"/>
                </a:lnTo>
                <a:lnTo>
                  <a:pt x="17" y="17"/>
                </a:lnTo>
                <a:lnTo>
                  <a:pt x="17" y="13"/>
                </a:lnTo>
                <a:lnTo>
                  <a:pt x="18" y="9"/>
                </a:lnTo>
                <a:lnTo>
                  <a:pt x="18" y="7"/>
                </a:lnTo>
                <a:lnTo>
                  <a:pt x="18" y="5"/>
                </a:lnTo>
                <a:lnTo>
                  <a:pt x="19" y="5"/>
                </a:lnTo>
                <a:lnTo>
                  <a:pt x="20" y="3"/>
                </a:lnTo>
                <a:lnTo>
                  <a:pt x="21" y="3"/>
                </a:lnTo>
                <a:lnTo>
                  <a:pt x="22" y="1"/>
                </a:lnTo>
                <a:lnTo>
                  <a:pt x="23" y="1"/>
                </a:lnTo>
                <a:lnTo>
                  <a:pt x="24" y="1"/>
                </a:lnTo>
                <a:lnTo>
                  <a:pt x="2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3120" rIns="90000" bIns="33120" anchor="ctr">
            <a:noAutofit/>
          </a:bodyPr>
          <a:lstStyle/>
          <a:p>
            <a:endParaRPr/>
          </a:p>
        </p:txBody>
      </p:sp>
      <p:sp>
        <p:nvSpPr>
          <p:cNvPr id="567" name="íşḻïḓe">
            <a:extLst>
              <a:ext uri="{FF2B5EF4-FFF2-40B4-BE49-F238E27FC236}">
                <a16:creationId xmlns:a16="http://schemas.microsoft.com/office/drawing/2014/main" id="{9BC829A7-CC0F-48A7-8F64-0146C57314E8}"/>
              </a:ext>
            </a:extLst>
          </p:cNvPr>
          <p:cNvSpPr>
            <a:spLocks noGrp="1"/>
          </p:cNvSpPr>
          <p:nvPr/>
        </p:nvSpPr>
        <p:spPr>
          <a:xfrm>
            <a:off x="1679760" y="746280"/>
            <a:ext cx="57600" cy="66960"/>
          </a:xfrm>
          <a:custGeom>
            <a:avLst/>
            <a:gdLst>
              <a:gd name="textAreaLeft" fmla="*/ 0 w 57600"/>
              <a:gd name="textAreaRight" fmla="*/ 57960 w 57600"/>
              <a:gd name="textAreaTop" fmla="*/ 0 h 66960"/>
              <a:gd name="textAreaBottom" fmla="*/ 67320 h 66960"/>
              <a:gd name="GluePoint1X" fmla="*/ 126 w 133"/>
              <a:gd name="GluePoint1Y" fmla="*/ 1 h 154"/>
              <a:gd name="GluePoint2X" fmla="*/ 133 w 133"/>
              <a:gd name="GluePoint2Y" fmla="*/ 5 h 154"/>
              <a:gd name="GluePoint3X" fmla="*/ 131 w 133"/>
              <a:gd name="GluePoint3Y" fmla="*/ 11 h 154"/>
              <a:gd name="GluePoint4X" fmla="*/ 125 w 133"/>
              <a:gd name="GluePoint4Y" fmla="*/ 23 h 154"/>
              <a:gd name="GluePoint5X" fmla="*/ 115 w 133"/>
              <a:gd name="GluePoint5Y" fmla="*/ 33 h 154"/>
              <a:gd name="GluePoint6X" fmla="*/ 96 w 133"/>
              <a:gd name="GluePoint6Y" fmla="*/ 49 h 154"/>
              <a:gd name="GluePoint7X" fmla="*/ 89 w 133"/>
              <a:gd name="GluePoint7Y" fmla="*/ 58 h 154"/>
              <a:gd name="GluePoint8X" fmla="*/ 89 w 133"/>
              <a:gd name="GluePoint8Y" fmla="*/ 67 h 154"/>
              <a:gd name="GluePoint9X" fmla="*/ 84 w 133"/>
              <a:gd name="GluePoint9Y" fmla="*/ 74 h 154"/>
              <a:gd name="GluePoint10X" fmla="*/ 85 w 133"/>
              <a:gd name="GluePoint10Y" fmla="*/ 85 h 154"/>
              <a:gd name="GluePoint11X" fmla="*/ 82 w 133"/>
              <a:gd name="GluePoint11Y" fmla="*/ 95 h 154"/>
              <a:gd name="GluePoint12X" fmla="*/ 80 w 133"/>
              <a:gd name="GluePoint12Y" fmla="*/ 108 h 154"/>
              <a:gd name="GluePoint13X" fmla="*/ 84 w 133"/>
              <a:gd name="GluePoint13Y" fmla="*/ 128 h 154"/>
              <a:gd name="GluePoint14X" fmla="*/ 86 w 133"/>
              <a:gd name="GluePoint14Y" fmla="*/ 139 h 154"/>
              <a:gd name="GluePoint15X" fmla="*/ 85 w 133"/>
              <a:gd name="GluePoint15Y" fmla="*/ 145 h 154"/>
              <a:gd name="GluePoint16X" fmla="*/ 83 w 133"/>
              <a:gd name="GluePoint16Y" fmla="*/ 149 h 154"/>
              <a:gd name="GluePoint17X" fmla="*/ 78 w 133"/>
              <a:gd name="GluePoint17Y" fmla="*/ 153 h 154"/>
              <a:gd name="GluePoint18X" fmla="*/ 71 w 133"/>
              <a:gd name="GluePoint18Y" fmla="*/ 154 h 154"/>
              <a:gd name="GluePoint19X" fmla="*/ 59 w 133"/>
              <a:gd name="GluePoint19Y" fmla="*/ 152 h 154"/>
              <a:gd name="GluePoint20X" fmla="*/ 51 w 133"/>
              <a:gd name="GluePoint20Y" fmla="*/ 149 h 154"/>
              <a:gd name="GluePoint21X" fmla="*/ 44 w 133"/>
              <a:gd name="GluePoint21Y" fmla="*/ 146 h 154"/>
              <a:gd name="GluePoint22X" fmla="*/ 39 w 133"/>
              <a:gd name="GluePoint22Y" fmla="*/ 141 h 154"/>
              <a:gd name="GluePoint23X" fmla="*/ 36 w 133"/>
              <a:gd name="GluePoint23Y" fmla="*/ 137 h 154"/>
              <a:gd name="GluePoint24X" fmla="*/ 34 w 133"/>
              <a:gd name="GluePoint24Y" fmla="*/ 123 h 154"/>
              <a:gd name="GluePoint25X" fmla="*/ 34 w 133"/>
              <a:gd name="GluePoint25Y" fmla="*/ 107 h 154"/>
              <a:gd name="GluePoint26X" fmla="*/ 33 w 133"/>
              <a:gd name="GluePoint26Y" fmla="*/ 83 h 154"/>
              <a:gd name="GluePoint27X" fmla="*/ 27 w 133"/>
              <a:gd name="GluePoint27Y" fmla="*/ 81 h 154"/>
              <a:gd name="GluePoint28X" fmla="*/ 18 w 133"/>
              <a:gd name="GluePoint28Y" fmla="*/ 85 h 154"/>
              <a:gd name="GluePoint29X" fmla="*/ 7 w 133"/>
              <a:gd name="GluePoint29Y" fmla="*/ 77 h 154"/>
              <a:gd name="GluePoint30X" fmla="*/ 1 w 133"/>
              <a:gd name="GluePoint30Y" fmla="*/ 69 h 154"/>
              <a:gd name="GluePoint31X" fmla="*/ 3 w 133"/>
              <a:gd name="GluePoint31Y" fmla="*/ 65 h 154"/>
              <a:gd name="GluePoint32X" fmla="*/ 8 w 133"/>
              <a:gd name="GluePoint32Y" fmla="*/ 61 h 154"/>
              <a:gd name="GluePoint33X" fmla="*/ 19 w 133"/>
              <a:gd name="GluePoint33Y" fmla="*/ 61 h 154"/>
              <a:gd name="GluePoint34X" fmla="*/ 27 w 133"/>
              <a:gd name="GluePoint34Y" fmla="*/ 60 h 154"/>
              <a:gd name="GluePoint35X" fmla="*/ 34 w 133"/>
              <a:gd name="GluePoint35Y" fmla="*/ 55 h 154"/>
              <a:gd name="GluePoint36X" fmla="*/ 40 w 133"/>
              <a:gd name="GluePoint36Y" fmla="*/ 46 h 154"/>
              <a:gd name="GluePoint37X" fmla="*/ 43 w 133"/>
              <a:gd name="GluePoint37Y" fmla="*/ 41 h 154"/>
              <a:gd name="GluePoint38X" fmla="*/ 43 w 133"/>
              <a:gd name="GluePoint38Y" fmla="*/ 28 h 154"/>
              <a:gd name="GluePoint39X" fmla="*/ 44 w 133"/>
              <a:gd name="GluePoint39Y" fmla="*/ 21 h 154"/>
              <a:gd name="GluePoint40X" fmla="*/ 48 w 133"/>
              <a:gd name="GluePoint40Y" fmla="*/ 17 h 154"/>
              <a:gd name="GluePoint41X" fmla="*/ 51 w 133"/>
              <a:gd name="GluePoint41Y" fmla="*/ 14 h 154"/>
              <a:gd name="GluePoint42X" fmla="*/ 59 w 133"/>
              <a:gd name="GluePoint42Y" fmla="*/ 15 h 154"/>
              <a:gd name="GluePoint43X" fmla="*/ 63 w 133"/>
              <a:gd name="GluePoint43Y" fmla="*/ 19 h 154"/>
              <a:gd name="GluePoint44X" fmla="*/ 75 w 133"/>
              <a:gd name="GluePoint44Y" fmla="*/ 25 h 154"/>
              <a:gd name="GluePoint45X" fmla="*/ 89 w 133"/>
              <a:gd name="GluePoint45Y" fmla="*/ 28 h 154"/>
              <a:gd name="GluePoint46X" fmla="*/ 99 w 133"/>
              <a:gd name="GluePoint46Y" fmla="*/ 17 h 154"/>
              <a:gd name="GluePoint47X" fmla="*/ 111 w 133"/>
              <a:gd name="GluePoint47Y" fmla="*/ 8 h 154"/>
              <a:gd name="GluePoint48X" fmla="*/ 116 w 133"/>
              <a:gd name="GluePoint48Y" fmla="*/ 2 h 154"/>
            </a:gdLst>
            <a:ahLst/>
            <a:cxnLst/>
            <a:rect l="textAreaLeft" t="textAreaTop" r="textAreaRight" b="textAreaBottom"/>
            <a:pathLst>
              <a:path w="133" h="154">
                <a:moveTo>
                  <a:pt x="117" y="0"/>
                </a:moveTo>
                <a:lnTo>
                  <a:pt x="122" y="0"/>
                </a:lnTo>
                <a:lnTo>
                  <a:pt x="126" y="1"/>
                </a:lnTo>
                <a:lnTo>
                  <a:pt x="130" y="1"/>
                </a:lnTo>
                <a:lnTo>
                  <a:pt x="133" y="2"/>
                </a:lnTo>
                <a:lnTo>
                  <a:pt x="133" y="5"/>
                </a:lnTo>
                <a:lnTo>
                  <a:pt x="133" y="7"/>
                </a:lnTo>
                <a:lnTo>
                  <a:pt x="132" y="9"/>
                </a:lnTo>
                <a:lnTo>
                  <a:pt x="131" y="11"/>
                </a:lnTo>
                <a:lnTo>
                  <a:pt x="130" y="15"/>
                </a:lnTo>
                <a:lnTo>
                  <a:pt x="127" y="19"/>
                </a:lnTo>
                <a:lnTo>
                  <a:pt x="125" y="23"/>
                </a:lnTo>
                <a:lnTo>
                  <a:pt x="122" y="27"/>
                </a:lnTo>
                <a:lnTo>
                  <a:pt x="119" y="30"/>
                </a:lnTo>
                <a:lnTo>
                  <a:pt x="115" y="33"/>
                </a:lnTo>
                <a:lnTo>
                  <a:pt x="107" y="40"/>
                </a:lnTo>
                <a:lnTo>
                  <a:pt x="99" y="45"/>
                </a:lnTo>
                <a:lnTo>
                  <a:pt x="96" y="49"/>
                </a:lnTo>
                <a:lnTo>
                  <a:pt x="94" y="52"/>
                </a:lnTo>
                <a:lnTo>
                  <a:pt x="91" y="55"/>
                </a:lnTo>
                <a:lnTo>
                  <a:pt x="89" y="58"/>
                </a:lnTo>
                <a:lnTo>
                  <a:pt x="89" y="61"/>
                </a:lnTo>
                <a:lnTo>
                  <a:pt x="89" y="64"/>
                </a:lnTo>
                <a:lnTo>
                  <a:pt x="89" y="67"/>
                </a:lnTo>
                <a:lnTo>
                  <a:pt x="89" y="69"/>
                </a:lnTo>
                <a:lnTo>
                  <a:pt x="87" y="72"/>
                </a:lnTo>
                <a:lnTo>
                  <a:pt x="84" y="74"/>
                </a:lnTo>
                <a:lnTo>
                  <a:pt x="85" y="78"/>
                </a:lnTo>
                <a:lnTo>
                  <a:pt x="85" y="81"/>
                </a:lnTo>
                <a:lnTo>
                  <a:pt x="85" y="85"/>
                </a:lnTo>
                <a:lnTo>
                  <a:pt x="86" y="89"/>
                </a:lnTo>
                <a:lnTo>
                  <a:pt x="83" y="92"/>
                </a:lnTo>
                <a:lnTo>
                  <a:pt x="82" y="95"/>
                </a:lnTo>
                <a:lnTo>
                  <a:pt x="81" y="99"/>
                </a:lnTo>
                <a:lnTo>
                  <a:pt x="80" y="104"/>
                </a:lnTo>
                <a:lnTo>
                  <a:pt x="80" y="108"/>
                </a:lnTo>
                <a:lnTo>
                  <a:pt x="81" y="112"/>
                </a:lnTo>
                <a:lnTo>
                  <a:pt x="83" y="121"/>
                </a:lnTo>
                <a:lnTo>
                  <a:pt x="84" y="128"/>
                </a:lnTo>
                <a:lnTo>
                  <a:pt x="85" y="132"/>
                </a:lnTo>
                <a:lnTo>
                  <a:pt x="86" y="136"/>
                </a:lnTo>
                <a:lnTo>
                  <a:pt x="86" y="139"/>
                </a:lnTo>
                <a:lnTo>
                  <a:pt x="86" y="142"/>
                </a:lnTo>
                <a:lnTo>
                  <a:pt x="85" y="144"/>
                </a:lnTo>
                <a:lnTo>
                  <a:pt x="85" y="145"/>
                </a:lnTo>
                <a:lnTo>
                  <a:pt x="84" y="146"/>
                </a:lnTo>
                <a:lnTo>
                  <a:pt x="83" y="148"/>
                </a:lnTo>
                <a:lnTo>
                  <a:pt x="83" y="149"/>
                </a:lnTo>
                <a:lnTo>
                  <a:pt x="81" y="150"/>
                </a:lnTo>
                <a:lnTo>
                  <a:pt x="79" y="152"/>
                </a:lnTo>
                <a:lnTo>
                  <a:pt x="78" y="153"/>
                </a:lnTo>
                <a:lnTo>
                  <a:pt x="75" y="153"/>
                </a:lnTo>
                <a:lnTo>
                  <a:pt x="73" y="154"/>
                </a:lnTo>
                <a:lnTo>
                  <a:pt x="71" y="154"/>
                </a:lnTo>
                <a:lnTo>
                  <a:pt x="69" y="154"/>
                </a:lnTo>
                <a:lnTo>
                  <a:pt x="64" y="153"/>
                </a:lnTo>
                <a:lnTo>
                  <a:pt x="59" y="152"/>
                </a:lnTo>
                <a:lnTo>
                  <a:pt x="56" y="151"/>
                </a:lnTo>
                <a:lnTo>
                  <a:pt x="54" y="150"/>
                </a:lnTo>
                <a:lnTo>
                  <a:pt x="51" y="149"/>
                </a:lnTo>
                <a:lnTo>
                  <a:pt x="48" y="149"/>
                </a:lnTo>
                <a:lnTo>
                  <a:pt x="46" y="148"/>
                </a:lnTo>
                <a:lnTo>
                  <a:pt x="44" y="146"/>
                </a:lnTo>
                <a:lnTo>
                  <a:pt x="43" y="145"/>
                </a:lnTo>
                <a:lnTo>
                  <a:pt x="41" y="143"/>
                </a:lnTo>
                <a:lnTo>
                  <a:pt x="39" y="141"/>
                </a:lnTo>
                <a:lnTo>
                  <a:pt x="39" y="140"/>
                </a:lnTo>
                <a:lnTo>
                  <a:pt x="37" y="138"/>
                </a:lnTo>
                <a:lnTo>
                  <a:pt x="36" y="137"/>
                </a:lnTo>
                <a:lnTo>
                  <a:pt x="35" y="132"/>
                </a:lnTo>
                <a:lnTo>
                  <a:pt x="35" y="128"/>
                </a:lnTo>
                <a:lnTo>
                  <a:pt x="34" y="123"/>
                </a:lnTo>
                <a:lnTo>
                  <a:pt x="34" y="118"/>
                </a:lnTo>
                <a:lnTo>
                  <a:pt x="34" y="113"/>
                </a:lnTo>
                <a:lnTo>
                  <a:pt x="34" y="107"/>
                </a:lnTo>
                <a:lnTo>
                  <a:pt x="35" y="96"/>
                </a:lnTo>
                <a:lnTo>
                  <a:pt x="35" y="84"/>
                </a:lnTo>
                <a:lnTo>
                  <a:pt x="33" y="83"/>
                </a:lnTo>
                <a:lnTo>
                  <a:pt x="31" y="82"/>
                </a:lnTo>
                <a:lnTo>
                  <a:pt x="30" y="81"/>
                </a:lnTo>
                <a:lnTo>
                  <a:pt x="27" y="81"/>
                </a:lnTo>
                <a:lnTo>
                  <a:pt x="23" y="82"/>
                </a:lnTo>
                <a:lnTo>
                  <a:pt x="21" y="84"/>
                </a:lnTo>
                <a:lnTo>
                  <a:pt x="18" y="85"/>
                </a:lnTo>
                <a:lnTo>
                  <a:pt x="15" y="85"/>
                </a:lnTo>
                <a:lnTo>
                  <a:pt x="11" y="81"/>
                </a:lnTo>
                <a:lnTo>
                  <a:pt x="7" y="77"/>
                </a:lnTo>
                <a:lnTo>
                  <a:pt x="4" y="75"/>
                </a:lnTo>
                <a:lnTo>
                  <a:pt x="3" y="73"/>
                </a:lnTo>
                <a:lnTo>
                  <a:pt x="1" y="69"/>
                </a:lnTo>
                <a:lnTo>
                  <a:pt x="0" y="67"/>
                </a:lnTo>
                <a:lnTo>
                  <a:pt x="2" y="66"/>
                </a:lnTo>
                <a:lnTo>
                  <a:pt x="3" y="65"/>
                </a:lnTo>
                <a:lnTo>
                  <a:pt x="5" y="65"/>
                </a:lnTo>
                <a:lnTo>
                  <a:pt x="6" y="64"/>
                </a:lnTo>
                <a:lnTo>
                  <a:pt x="8" y="61"/>
                </a:lnTo>
                <a:lnTo>
                  <a:pt x="11" y="61"/>
                </a:lnTo>
                <a:lnTo>
                  <a:pt x="15" y="61"/>
                </a:lnTo>
                <a:lnTo>
                  <a:pt x="19" y="61"/>
                </a:lnTo>
                <a:lnTo>
                  <a:pt x="22" y="61"/>
                </a:lnTo>
                <a:lnTo>
                  <a:pt x="26" y="61"/>
                </a:lnTo>
                <a:lnTo>
                  <a:pt x="27" y="60"/>
                </a:lnTo>
                <a:lnTo>
                  <a:pt x="30" y="58"/>
                </a:lnTo>
                <a:lnTo>
                  <a:pt x="31" y="57"/>
                </a:lnTo>
                <a:lnTo>
                  <a:pt x="34" y="55"/>
                </a:lnTo>
                <a:lnTo>
                  <a:pt x="37" y="51"/>
                </a:lnTo>
                <a:lnTo>
                  <a:pt x="40" y="48"/>
                </a:lnTo>
                <a:lnTo>
                  <a:pt x="40" y="46"/>
                </a:lnTo>
                <a:lnTo>
                  <a:pt x="41" y="45"/>
                </a:lnTo>
                <a:lnTo>
                  <a:pt x="42" y="42"/>
                </a:lnTo>
                <a:lnTo>
                  <a:pt x="43" y="41"/>
                </a:lnTo>
                <a:lnTo>
                  <a:pt x="43" y="36"/>
                </a:lnTo>
                <a:lnTo>
                  <a:pt x="43" y="32"/>
                </a:lnTo>
                <a:lnTo>
                  <a:pt x="43" y="28"/>
                </a:lnTo>
                <a:lnTo>
                  <a:pt x="43" y="24"/>
                </a:lnTo>
                <a:lnTo>
                  <a:pt x="43" y="22"/>
                </a:lnTo>
                <a:lnTo>
                  <a:pt x="44" y="21"/>
                </a:lnTo>
                <a:lnTo>
                  <a:pt x="46" y="19"/>
                </a:lnTo>
                <a:lnTo>
                  <a:pt x="47" y="18"/>
                </a:lnTo>
                <a:lnTo>
                  <a:pt x="48" y="17"/>
                </a:lnTo>
                <a:lnTo>
                  <a:pt x="49" y="16"/>
                </a:lnTo>
                <a:lnTo>
                  <a:pt x="50" y="15"/>
                </a:lnTo>
                <a:lnTo>
                  <a:pt x="51" y="14"/>
                </a:lnTo>
                <a:lnTo>
                  <a:pt x="55" y="13"/>
                </a:lnTo>
                <a:lnTo>
                  <a:pt x="59" y="13"/>
                </a:lnTo>
                <a:lnTo>
                  <a:pt x="59" y="15"/>
                </a:lnTo>
                <a:lnTo>
                  <a:pt x="61" y="16"/>
                </a:lnTo>
                <a:lnTo>
                  <a:pt x="62" y="17"/>
                </a:lnTo>
                <a:lnTo>
                  <a:pt x="63" y="19"/>
                </a:lnTo>
                <a:lnTo>
                  <a:pt x="67" y="21"/>
                </a:lnTo>
                <a:lnTo>
                  <a:pt x="71" y="23"/>
                </a:lnTo>
                <a:lnTo>
                  <a:pt x="75" y="25"/>
                </a:lnTo>
                <a:lnTo>
                  <a:pt x="80" y="26"/>
                </a:lnTo>
                <a:lnTo>
                  <a:pt x="85" y="27"/>
                </a:lnTo>
                <a:lnTo>
                  <a:pt x="89" y="28"/>
                </a:lnTo>
                <a:lnTo>
                  <a:pt x="91" y="24"/>
                </a:lnTo>
                <a:lnTo>
                  <a:pt x="95" y="21"/>
                </a:lnTo>
                <a:lnTo>
                  <a:pt x="99" y="17"/>
                </a:lnTo>
                <a:lnTo>
                  <a:pt x="103" y="15"/>
                </a:lnTo>
                <a:lnTo>
                  <a:pt x="107" y="11"/>
                </a:lnTo>
                <a:lnTo>
                  <a:pt x="111" y="8"/>
                </a:lnTo>
                <a:lnTo>
                  <a:pt x="113" y="6"/>
                </a:lnTo>
                <a:lnTo>
                  <a:pt x="115" y="4"/>
                </a:lnTo>
                <a:lnTo>
                  <a:pt x="116" y="2"/>
                </a:lnTo>
                <a:lnTo>
                  <a:pt x="11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320" rIns="90000" bIns="22320" anchor="ctr">
            <a:noAutofit/>
          </a:bodyPr>
          <a:lstStyle/>
          <a:p>
            <a:endParaRPr/>
          </a:p>
        </p:txBody>
      </p:sp>
      <p:sp>
        <p:nvSpPr>
          <p:cNvPr id="569" name="ïşļïḍè">
            <a:extLst>
              <a:ext uri="{FF2B5EF4-FFF2-40B4-BE49-F238E27FC236}">
                <a16:creationId xmlns:a16="http://schemas.microsoft.com/office/drawing/2014/main" id="{BF9D32C7-1E20-4305-B0C9-913A7579AA3D}"/>
              </a:ext>
            </a:extLst>
          </p:cNvPr>
          <p:cNvSpPr>
            <a:spLocks noGrp="1"/>
          </p:cNvSpPr>
          <p:nvPr/>
        </p:nvSpPr>
        <p:spPr>
          <a:xfrm>
            <a:off x="1317240" y="936000"/>
            <a:ext cx="38520" cy="64440"/>
          </a:xfrm>
          <a:custGeom>
            <a:avLst/>
            <a:gdLst>
              <a:gd name="textAreaLeft" fmla="*/ 0 w 38520"/>
              <a:gd name="textAreaRight" fmla="*/ 38880 w 38520"/>
              <a:gd name="textAreaTop" fmla="*/ 0 h 64440"/>
              <a:gd name="textAreaBottom" fmla="*/ 64800 h 64440"/>
              <a:gd name="GluePoint1X" fmla="*/ 87 w 89"/>
              <a:gd name="GluePoint1Y" fmla="*/ 91 h 148"/>
              <a:gd name="GluePoint2X" fmla="*/ 82 w 89"/>
              <a:gd name="GluePoint2Y" fmla="*/ 82 h 148"/>
              <a:gd name="GluePoint3X" fmla="*/ 74 w 89"/>
              <a:gd name="GluePoint3Y" fmla="*/ 74 h 148"/>
              <a:gd name="GluePoint4X" fmla="*/ 63 w 89"/>
              <a:gd name="GluePoint4Y" fmla="*/ 66 h 148"/>
              <a:gd name="GluePoint5X" fmla="*/ 51 w 89"/>
              <a:gd name="GluePoint5Y" fmla="*/ 58 h 148"/>
              <a:gd name="GluePoint6X" fmla="*/ 35 w 89"/>
              <a:gd name="GluePoint6Y" fmla="*/ 49 h 148"/>
              <a:gd name="GluePoint7X" fmla="*/ 27 w 89"/>
              <a:gd name="GluePoint7Y" fmla="*/ 40 h 148"/>
              <a:gd name="GluePoint8X" fmla="*/ 26 w 89"/>
              <a:gd name="GluePoint8Y" fmla="*/ 35 h 148"/>
              <a:gd name="GluePoint9X" fmla="*/ 26 w 89"/>
              <a:gd name="GluePoint9Y" fmla="*/ 29 h 148"/>
              <a:gd name="GluePoint10X" fmla="*/ 27 w 89"/>
              <a:gd name="GluePoint10Y" fmla="*/ 22 h 148"/>
              <a:gd name="GluePoint11X" fmla="*/ 31 w 89"/>
              <a:gd name="GluePoint11Y" fmla="*/ 18 h 148"/>
              <a:gd name="GluePoint12X" fmla="*/ 36 w 89"/>
              <a:gd name="GluePoint12Y" fmla="*/ 14 h 148"/>
              <a:gd name="GluePoint13X" fmla="*/ 43 w 89"/>
              <a:gd name="GluePoint13Y" fmla="*/ 13 h 148"/>
              <a:gd name="GluePoint14X" fmla="*/ 52 w 89"/>
              <a:gd name="GluePoint14Y" fmla="*/ 12 h 148"/>
              <a:gd name="GluePoint15X" fmla="*/ 63 w 89"/>
              <a:gd name="GluePoint15Y" fmla="*/ 17 h 148"/>
              <a:gd name="GluePoint16X" fmla="*/ 71 w 89"/>
              <a:gd name="GluePoint16Y" fmla="*/ 26 h 148"/>
              <a:gd name="GluePoint17X" fmla="*/ 75 w 89"/>
              <a:gd name="GluePoint17Y" fmla="*/ 29 h 148"/>
              <a:gd name="GluePoint18X" fmla="*/ 79 w 89"/>
              <a:gd name="GluePoint18Y" fmla="*/ 20 h 148"/>
              <a:gd name="GluePoint19X" fmla="*/ 82 w 89"/>
              <a:gd name="GluePoint19Y" fmla="*/ 12 h 148"/>
              <a:gd name="GluePoint20X" fmla="*/ 75 w 89"/>
              <a:gd name="GluePoint20Y" fmla="*/ 6 h 148"/>
              <a:gd name="GluePoint21X" fmla="*/ 63 w 89"/>
              <a:gd name="GluePoint21Y" fmla="*/ 2 h 148"/>
              <a:gd name="GluePoint22X" fmla="*/ 49 w 89"/>
              <a:gd name="GluePoint22Y" fmla="*/ 0 h 148"/>
              <a:gd name="GluePoint23X" fmla="*/ 33 w 89"/>
              <a:gd name="GluePoint23Y" fmla="*/ 2 h 148"/>
              <a:gd name="GluePoint24X" fmla="*/ 21 w 89"/>
              <a:gd name="GluePoint24Y" fmla="*/ 7 h 148"/>
              <a:gd name="GluePoint25X" fmla="*/ 11 w 89"/>
              <a:gd name="GluePoint25Y" fmla="*/ 15 h 148"/>
              <a:gd name="GluePoint26X" fmla="*/ 5 w 89"/>
              <a:gd name="GluePoint26Y" fmla="*/ 26 h 148"/>
              <a:gd name="GluePoint27X" fmla="*/ 1 w 89"/>
              <a:gd name="GluePoint27Y" fmla="*/ 39 h 148"/>
              <a:gd name="GluePoint28X" fmla="*/ 2 w 89"/>
              <a:gd name="GluePoint28Y" fmla="*/ 50 h 148"/>
              <a:gd name="GluePoint29X" fmla="*/ 5 w 89"/>
              <a:gd name="GluePoint29Y" fmla="*/ 61 h 148"/>
              <a:gd name="GluePoint30X" fmla="*/ 10 w 89"/>
              <a:gd name="GluePoint30Y" fmla="*/ 70 h 148"/>
              <a:gd name="GluePoint31X" fmla="*/ 18 w 89"/>
              <a:gd name="GluePoint31Y" fmla="*/ 78 h 148"/>
              <a:gd name="GluePoint32X" fmla="*/ 28 w 89"/>
              <a:gd name="GluePoint32Y" fmla="*/ 85 h 148"/>
              <a:gd name="GluePoint33X" fmla="*/ 43 w 89"/>
              <a:gd name="GluePoint33Y" fmla="*/ 92 h 148"/>
              <a:gd name="GluePoint34X" fmla="*/ 56 w 89"/>
              <a:gd name="GluePoint34Y" fmla="*/ 102 h 148"/>
              <a:gd name="GluePoint35X" fmla="*/ 60 w 89"/>
              <a:gd name="GluePoint35Y" fmla="*/ 107 h 148"/>
              <a:gd name="GluePoint36X" fmla="*/ 63 w 89"/>
              <a:gd name="GluePoint36Y" fmla="*/ 112 h 148"/>
              <a:gd name="GluePoint37X" fmla="*/ 63 w 89"/>
              <a:gd name="GluePoint37Y" fmla="*/ 119 h 148"/>
              <a:gd name="GluePoint38X" fmla="*/ 61 w 89"/>
              <a:gd name="GluePoint38Y" fmla="*/ 125 h 148"/>
              <a:gd name="GluePoint39X" fmla="*/ 58 w 89"/>
              <a:gd name="GluePoint39Y" fmla="*/ 130 h 148"/>
              <a:gd name="GluePoint40X" fmla="*/ 53 w 89"/>
              <a:gd name="GluePoint40Y" fmla="*/ 134 h 148"/>
              <a:gd name="GluePoint41X" fmla="*/ 47 w 89"/>
              <a:gd name="GluePoint41Y" fmla="*/ 136 h 148"/>
              <a:gd name="GluePoint42X" fmla="*/ 39 w 89"/>
              <a:gd name="GluePoint42Y" fmla="*/ 137 h 148"/>
              <a:gd name="GluePoint43X" fmla="*/ 31 w 89"/>
              <a:gd name="GluePoint43Y" fmla="*/ 136 h 148"/>
              <a:gd name="GluePoint44X" fmla="*/ 23 w 89"/>
              <a:gd name="GluePoint44Y" fmla="*/ 134 h 148"/>
              <a:gd name="GluePoint45X" fmla="*/ 18 w 89"/>
              <a:gd name="GluePoint45Y" fmla="*/ 130 h 148"/>
              <a:gd name="GluePoint46X" fmla="*/ 14 w 89"/>
              <a:gd name="GluePoint46Y" fmla="*/ 124 h 148"/>
              <a:gd name="GluePoint47X" fmla="*/ 11 w 89"/>
              <a:gd name="GluePoint47Y" fmla="*/ 117 h 148"/>
              <a:gd name="GluePoint48X" fmla="*/ 5 w 89"/>
              <a:gd name="GluePoint48Y" fmla="*/ 121 h 148"/>
              <a:gd name="GluePoint49X" fmla="*/ 0 w 89"/>
              <a:gd name="GluePoint49Y" fmla="*/ 141 h 148"/>
              <a:gd name="GluePoint50X" fmla="*/ 12 w 89"/>
              <a:gd name="GluePoint50Y" fmla="*/ 146 h 148"/>
              <a:gd name="GluePoint51X" fmla="*/ 25 w 89"/>
              <a:gd name="GluePoint51Y" fmla="*/ 147 h 148"/>
              <a:gd name="GluePoint52X" fmla="*/ 40 w 89"/>
              <a:gd name="GluePoint52Y" fmla="*/ 148 h 148"/>
              <a:gd name="GluePoint53X" fmla="*/ 57 w 89"/>
              <a:gd name="GluePoint53Y" fmla="*/ 145 h 148"/>
              <a:gd name="GluePoint54X" fmla="*/ 70 w 89"/>
              <a:gd name="GluePoint54Y" fmla="*/ 139 h 148"/>
              <a:gd name="GluePoint55X" fmla="*/ 80 w 89"/>
              <a:gd name="GluePoint55Y" fmla="*/ 130 h 148"/>
              <a:gd name="GluePoint56X" fmla="*/ 86 w 89"/>
              <a:gd name="GluePoint56Y" fmla="*/ 118 h 148"/>
              <a:gd name="GluePoint57X" fmla="*/ 89 w 89"/>
              <a:gd name="GluePoint57Y" fmla="*/ 103 h 148"/>
            </a:gdLst>
            <a:ahLst/>
            <a:cxnLst/>
            <a:rect l="textAreaLeft" t="textAreaTop" r="textAreaRight" b="textAreaBottom"/>
            <a:pathLst>
              <a:path w="89" h="148">
                <a:moveTo>
                  <a:pt x="88" y="97"/>
                </a:moveTo>
                <a:lnTo>
                  <a:pt x="87" y="94"/>
                </a:lnTo>
                <a:lnTo>
                  <a:pt x="87" y="91"/>
                </a:lnTo>
                <a:lnTo>
                  <a:pt x="85" y="88"/>
                </a:lnTo>
                <a:lnTo>
                  <a:pt x="83" y="85"/>
                </a:lnTo>
                <a:lnTo>
                  <a:pt x="82" y="82"/>
                </a:lnTo>
                <a:lnTo>
                  <a:pt x="79" y="79"/>
                </a:lnTo>
                <a:lnTo>
                  <a:pt x="77" y="77"/>
                </a:lnTo>
                <a:lnTo>
                  <a:pt x="74" y="74"/>
                </a:lnTo>
                <a:lnTo>
                  <a:pt x="71" y="71"/>
                </a:lnTo>
                <a:lnTo>
                  <a:pt x="67" y="69"/>
                </a:lnTo>
                <a:lnTo>
                  <a:pt x="63" y="66"/>
                </a:lnTo>
                <a:lnTo>
                  <a:pt x="59" y="63"/>
                </a:lnTo>
                <a:lnTo>
                  <a:pt x="55" y="61"/>
                </a:lnTo>
                <a:lnTo>
                  <a:pt x="51" y="58"/>
                </a:lnTo>
                <a:lnTo>
                  <a:pt x="45" y="55"/>
                </a:lnTo>
                <a:lnTo>
                  <a:pt x="40" y="52"/>
                </a:lnTo>
                <a:lnTo>
                  <a:pt x="35" y="49"/>
                </a:lnTo>
                <a:lnTo>
                  <a:pt x="32" y="46"/>
                </a:lnTo>
                <a:lnTo>
                  <a:pt x="29" y="42"/>
                </a:lnTo>
                <a:lnTo>
                  <a:pt x="27" y="40"/>
                </a:lnTo>
                <a:lnTo>
                  <a:pt x="27" y="38"/>
                </a:lnTo>
                <a:lnTo>
                  <a:pt x="26" y="36"/>
                </a:lnTo>
                <a:lnTo>
                  <a:pt x="26" y="35"/>
                </a:lnTo>
                <a:lnTo>
                  <a:pt x="26" y="34"/>
                </a:lnTo>
                <a:lnTo>
                  <a:pt x="26" y="30"/>
                </a:lnTo>
                <a:lnTo>
                  <a:pt x="26" y="29"/>
                </a:lnTo>
                <a:lnTo>
                  <a:pt x="27" y="26"/>
                </a:lnTo>
                <a:lnTo>
                  <a:pt x="27" y="25"/>
                </a:lnTo>
                <a:lnTo>
                  <a:pt x="27" y="22"/>
                </a:lnTo>
                <a:lnTo>
                  <a:pt x="29" y="21"/>
                </a:lnTo>
                <a:lnTo>
                  <a:pt x="30" y="19"/>
                </a:lnTo>
                <a:lnTo>
                  <a:pt x="31" y="18"/>
                </a:lnTo>
                <a:lnTo>
                  <a:pt x="33" y="17"/>
                </a:lnTo>
                <a:lnTo>
                  <a:pt x="35" y="15"/>
                </a:lnTo>
                <a:lnTo>
                  <a:pt x="36" y="14"/>
                </a:lnTo>
                <a:lnTo>
                  <a:pt x="39" y="14"/>
                </a:lnTo>
                <a:lnTo>
                  <a:pt x="40" y="13"/>
                </a:lnTo>
                <a:lnTo>
                  <a:pt x="43" y="13"/>
                </a:lnTo>
                <a:lnTo>
                  <a:pt x="46" y="12"/>
                </a:lnTo>
                <a:lnTo>
                  <a:pt x="48" y="12"/>
                </a:lnTo>
                <a:lnTo>
                  <a:pt x="52" y="12"/>
                </a:lnTo>
                <a:lnTo>
                  <a:pt x="56" y="14"/>
                </a:lnTo>
                <a:lnTo>
                  <a:pt x="59" y="14"/>
                </a:lnTo>
                <a:lnTo>
                  <a:pt x="63" y="17"/>
                </a:lnTo>
                <a:lnTo>
                  <a:pt x="66" y="19"/>
                </a:lnTo>
                <a:lnTo>
                  <a:pt x="68" y="22"/>
                </a:lnTo>
                <a:lnTo>
                  <a:pt x="71" y="26"/>
                </a:lnTo>
                <a:lnTo>
                  <a:pt x="73" y="30"/>
                </a:lnTo>
                <a:lnTo>
                  <a:pt x="75" y="30"/>
                </a:lnTo>
                <a:lnTo>
                  <a:pt x="75" y="29"/>
                </a:lnTo>
                <a:lnTo>
                  <a:pt x="77" y="26"/>
                </a:lnTo>
                <a:lnTo>
                  <a:pt x="77" y="24"/>
                </a:lnTo>
                <a:lnTo>
                  <a:pt x="79" y="20"/>
                </a:lnTo>
                <a:lnTo>
                  <a:pt x="79" y="18"/>
                </a:lnTo>
                <a:lnTo>
                  <a:pt x="81" y="14"/>
                </a:lnTo>
                <a:lnTo>
                  <a:pt x="82" y="12"/>
                </a:lnTo>
                <a:lnTo>
                  <a:pt x="83" y="10"/>
                </a:lnTo>
                <a:lnTo>
                  <a:pt x="79" y="8"/>
                </a:lnTo>
                <a:lnTo>
                  <a:pt x="75" y="6"/>
                </a:lnTo>
                <a:lnTo>
                  <a:pt x="71" y="4"/>
                </a:lnTo>
                <a:lnTo>
                  <a:pt x="67" y="2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9" y="0"/>
                </a:lnTo>
                <a:lnTo>
                  <a:pt x="43" y="1"/>
                </a:lnTo>
                <a:lnTo>
                  <a:pt x="38" y="1"/>
                </a:lnTo>
                <a:lnTo>
                  <a:pt x="33" y="2"/>
                </a:lnTo>
                <a:lnTo>
                  <a:pt x="29" y="3"/>
                </a:lnTo>
                <a:lnTo>
                  <a:pt x="25" y="6"/>
                </a:lnTo>
                <a:lnTo>
                  <a:pt x="21" y="7"/>
                </a:lnTo>
                <a:lnTo>
                  <a:pt x="17" y="10"/>
                </a:lnTo>
                <a:lnTo>
                  <a:pt x="14" y="12"/>
                </a:lnTo>
                <a:lnTo>
                  <a:pt x="11" y="15"/>
                </a:lnTo>
                <a:lnTo>
                  <a:pt x="8" y="18"/>
                </a:lnTo>
                <a:lnTo>
                  <a:pt x="7" y="22"/>
                </a:lnTo>
                <a:lnTo>
                  <a:pt x="5" y="26"/>
                </a:lnTo>
                <a:lnTo>
                  <a:pt x="3" y="30"/>
                </a:lnTo>
                <a:lnTo>
                  <a:pt x="3" y="34"/>
                </a:lnTo>
                <a:lnTo>
                  <a:pt x="1" y="39"/>
                </a:lnTo>
                <a:lnTo>
                  <a:pt x="1" y="44"/>
                </a:lnTo>
                <a:lnTo>
                  <a:pt x="1" y="47"/>
                </a:lnTo>
                <a:lnTo>
                  <a:pt x="2" y="50"/>
                </a:lnTo>
                <a:lnTo>
                  <a:pt x="3" y="54"/>
                </a:lnTo>
                <a:lnTo>
                  <a:pt x="3" y="58"/>
                </a:lnTo>
                <a:lnTo>
                  <a:pt x="5" y="61"/>
                </a:lnTo>
                <a:lnTo>
                  <a:pt x="6" y="64"/>
                </a:lnTo>
                <a:lnTo>
                  <a:pt x="8" y="66"/>
                </a:lnTo>
                <a:lnTo>
                  <a:pt x="10" y="70"/>
                </a:lnTo>
                <a:lnTo>
                  <a:pt x="12" y="72"/>
                </a:lnTo>
                <a:lnTo>
                  <a:pt x="15" y="75"/>
                </a:lnTo>
                <a:lnTo>
                  <a:pt x="18" y="78"/>
                </a:lnTo>
                <a:lnTo>
                  <a:pt x="21" y="80"/>
                </a:lnTo>
                <a:lnTo>
                  <a:pt x="24" y="82"/>
                </a:lnTo>
                <a:lnTo>
                  <a:pt x="28" y="85"/>
                </a:lnTo>
                <a:lnTo>
                  <a:pt x="32" y="86"/>
                </a:lnTo>
                <a:lnTo>
                  <a:pt x="36" y="89"/>
                </a:lnTo>
                <a:lnTo>
                  <a:pt x="43" y="92"/>
                </a:lnTo>
                <a:lnTo>
                  <a:pt x="48" y="95"/>
                </a:lnTo>
                <a:lnTo>
                  <a:pt x="53" y="99"/>
                </a:lnTo>
                <a:lnTo>
                  <a:pt x="56" y="102"/>
                </a:lnTo>
                <a:lnTo>
                  <a:pt x="58" y="103"/>
                </a:lnTo>
                <a:lnTo>
                  <a:pt x="59" y="105"/>
                </a:lnTo>
                <a:lnTo>
                  <a:pt x="60" y="107"/>
                </a:lnTo>
                <a:lnTo>
                  <a:pt x="62" y="109"/>
                </a:lnTo>
                <a:lnTo>
                  <a:pt x="62" y="111"/>
                </a:lnTo>
                <a:lnTo>
                  <a:pt x="63" y="112"/>
                </a:lnTo>
                <a:lnTo>
                  <a:pt x="63" y="114"/>
                </a:lnTo>
                <a:lnTo>
                  <a:pt x="63" y="115"/>
                </a:lnTo>
                <a:lnTo>
                  <a:pt x="63" y="119"/>
                </a:lnTo>
                <a:lnTo>
                  <a:pt x="63" y="121"/>
                </a:lnTo>
                <a:lnTo>
                  <a:pt x="62" y="123"/>
                </a:lnTo>
                <a:lnTo>
                  <a:pt x="61" y="125"/>
                </a:lnTo>
                <a:lnTo>
                  <a:pt x="60" y="127"/>
                </a:lnTo>
                <a:lnTo>
                  <a:pt x="59" y="128"/>
                </a:lnTo>
                <a:lnTo>
                  <a:pt x="58" y="130"/>
                </a:lnTo>
                <a:lnTo>
                  <a:pt x="56" y="131"/>
                </a:lnTo>
                <a:lnTo>
                  <a:pt x="55" y="132"/>
                </a:lnTo>
                <a:lnTo>
                  <a:pt x="53" y="134"/>
                </a:lnTo>
                <a:lnTo>
                  <a:pt x="51" y="135"/>
                </a:lnTo>
                <a:lnTo>
                  <a:pt x="49" y="135"/>
                </a:lnTo>
                <a:lnTo>
                  <a:pt x="47" y="136"/>
                </a:lnTo>
                <a:lnTo>
                  <a:pt x="44" y="136"/>
                </a:lnTo>
                <a:lnTo>
                  <a:pt x="42" y="137"/>
                </a:lnTo>
                <a:lnTo>
                  <a:pt x="39" y="137"/>
                </a:lnTo>
                <a:lnTo>
                  <a:pt x="36" y="137"/>
                </a:lnTo>
                <a:lnTo>
                  <a:pt x="33" y="136"/>
                </a:lnTo>
                <a:lnTo>
                  <a:pt x="31" y="136"/>
                </a:lnTo>
                <a:lnTo>
                  <a:pt x="28" y="135"/>
                </a:lnTo>
                <a:lnTo>
                  <a:pt x="26" y="135"/>
                </a:lnTo>
                <a:lnTo>
                  <a:pt x="23" y="134"/>
                </a:lnTo>
                <a:lnTo>
                  <a:pt x="21" y="132"/>
                </a:lnTo>
                <a:lnTo>
                  <a:pt x="19" y="131"/>
                </a:lnTo>
                <a:lnTo>
                  <a:pt x="18" y="130"/>
                </a:lnTo>
                <a:lnTo>
                  <a:pt x="16" y="128"/>
                </a:lnTo>
                <a:lnTo>
                  <a:pt x="15" y="126"/>
                </a:lnTo>
                <a:lnTo>
                  <a:pt x="14" y="124"/>
                </a:lnTo>
                <a:lnTo>
                  <a:pt x="12" y="122"/>
                </a:lnTo>
                <a:lnTo>
                  <a:pt x="11" y="119"/>
                </a:lnTo>
                <a:lnTo>
                  <a:pt x="11" y="117"/>
                </a:lnTo>
                <a:lnTo>
                  <a:pt x="10" y="114"/>
                </a:lnTo>
                <a:lnTo>
                  <a:pt x="6" y="114"/>
                </a:lnTo>
                <a:lnTo>
                  <a:pt x="5" y="121"/>
                </a:lnTo>
                <a:lnTo>
                  <a:pt x="3" y="128"/>
                </a:lnTo>
                <a:lnTo>
                  <a:pt x="3" y="135"/>
                </a:lnTo>
                <a:lnTo>
                  <a:pt x="0" y="141"/>
                </a:lnTo>
                <a:lnTo>
                  <a:pt x="4" y="143"/>
                </a:lnTo>
                <a:lnTo>
                  <a:pt x="8" y="144"/>
                </a:lnTo>
                <a:lnTo>
                  <a:pt x="12" y="146"/>
                </a:lnTo>
                <a:lnTo>
                  <a:pt x="17" y="147"/>
                </a:lnTo>
                <a:lnTo>
                  <a:pt x="21" y="147"/>
                </a:lnTo>
                <a:lnTo>
                  <a:pt x="25" y="147"/>
                </a:lnTo>
                <a:lnTo>
                  <a:pt x="29" y="148"/>
                </a:lnTo>
                <a:lnTo>
                  <a:pt x="34" y="148"/>
                </a:lnTo>
                <a:lnTo>
                  <a:pt x="40" y="148"/>
                </a:lnTo>
                <a:lnTo>
                  <a:pt x="46" y="147"/>
                </a:lnTo>
                <a:lnTo>
                  <a:pt x="51" y="146"/>
                </a:lnTo>
                <a:lnTo>
                  <a:pt x="57" y="145"/>
                </a:lnTo>
                <a:lnTo>
                  <a:pt x="62" y="143"/>
                </a:lnTo>
                <a:lnTo>
                  <a:pt x="66" y="141"/>
                </a:lnTo>
                <a:lnTo>
                  <a:pt x="70" y="139"/>
                </a:lnTo>
                <a:lnTo>
                  <a:pt x="74" y="136"/>
                </a:lnTo>
                <a:lnTo>
                  <a:pt x="77" y="133"/>
                </a:lnTo>
                <a:lnTo>
                  <a:pt x="80" y="130"/>
                </a:lnTo>
                <a:lnTo>
                  <a:pt x="83" y="127"/>
                </a:lnTo>
                <a:lnTo>
                  <a:pt x="84" y="123"/>
                </a:lnTo>
                <a:lnTo>
                  <a:pt x="86" y="118"/>
                </a:lnTo>
                <a:lnTo>
                  <a:pt x="87" y="114"/>
                </a:lnTo>
                <a:lnTo>
                  <a:pt x="88" y="109"/>
                </a:lnTo>
                <a:lnTo>
                  <a:pt x="89" y="103"/>
                </a:lnTo>
                <a:lnTo>
                  <a:pt x="89" y="100"/>
                </a:lnTo>
                <a:lnTo>
                  <a:pt x="88" y="9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570" name="ïśḷíḓé">
            <a:extLst>
              <a:ext uri="{FF2B5EF4-FFF2-40B4-BE49-F238E27FC236}">
                <a16:creationId xmlns:a16="http://schemas.microsoft.com/office/drawing/2014/main" id="{9D69A24F-C9DE-40B3-A4C6-219EBAE201AC}"/>
              </a:ext>
            </a:extLst>
          </p:cNvPr>
          <p:cNvSpPr>
            <a:spLocks noGrp="1"/>
          </p:cNvSpPr>
          <p:nvPr/>
        </p:nvSpPr>
        <p:spPr>
          <a:xfrm>
            <a:off x="136728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7 w 102"/>
              <a:gd name="GluePoint2Y" fmla="*/ 25 h 103"/>
              <a:gd name="GluePoint3X" fmla="*/ 92 w 102"/>
              <a:gd name="GluePoint3Y" fmla="*/ 17 h 103"/>
              <a:gd name="GluePoint4X" fmla="*/ 85 w 102"/>
              <a:gd name="GluePoint4Y" fmla="*/ 10 h 103"/>
              <a:gd name="GluePoint5X" fmla="*/ 77 w 102"/>
              <a:gd name="GluePoint5Y" fmla="*/ 6 h 103"/>
              <a:gd name="GluePoint6X" fmla="*/ 68 w 102"/>
              <a:gd name="GluePoint6Y" fmla="*/ 2 h 103"/>
              <a:gd name="GluePoint7X" fmla="*/ 57 w 102"/>
              <a:gd name="GluePoint7Y" fmla="*/ 1 h 103"/>
              <a:gd name="GluePoint8X" fmla="*/ 45 w 102"/>
              <a:gd name="GluePoint8Y" fmla="*/ 1 h 103"/>
              <a:gd name="GluePoint9X" fmla="*/ 34 w 102"/>
              <a:gd name="GluePoint9Y" fmla="*/ 2 h 103"/>
              <a:gd name="GluePoint10X" fmla="*/ 25 w 102"/>
              <a:gd name="GluePoint10Y" fmla="*/ 6 h 103"/>
              <a:gd name="GluePoint11X" fmla="*/ 17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2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2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7 w 102"/>
              <a:gd name="GluePoint20Y" fmla="*/ 94 h 103"/>
              <a:gd name="GluePoint21X" fmla="*/ 25 w 102"/>
              <a:gd name="GluePoint21Y" fmla="*/ 98 h 103"/>
              <a:gd name="GluePoint22X" fmla="*/ 34 w 102"/>
              <a:gd name="GluePoint22Y" fmla="*/ 102 h 103"/>
              <a:gd name="GluePoint23X" fmla="*/ 45 w 102"/>
              <a:gd name="GluePoint23Y" fmla="*/ 103 h 103"/>
              <a:gd name="GluePoint24X" fmla="*/ 57 w 102"/>
              <a:gd name="GluePoint24Y" fmla="*/ 103 h 103"/>
              <a:gd name="GluePoint25X" fmla="*/ 68 w 102"/>
              <a:gd name="GluePoint25Y" fmla="*/ 102 h 103"/>
              <a:gd name="GluePoint26X" fmla="*/ 77 w 102"/>
              <a:gd name="GluePoint26Y" fmla="*/ 98 h 103"/>
              <a:gd name="GluePoint27X" fmla="*/ 85 w 102"/>
              <a:gd name="GluePoint27Y" fmla="*/ 92 h 103"/>
              <a:gd name="GluePoint28X" fmla="*/ 92 w 102"/>
              <a:gd name="GluePoint28Y" fmla="*/ 86 h 103"/>
              <a:gd name="GluePoint29X" fmla="*/ 97 w 102"/>
              <a:gd name="GluePoint29Y" fmla="*/ 78 h 103"/>
              <a:gd name="GluePoint30X" fmla="*/ 100 w 102"/>
              <a:gd name="GluePoint30Y" fmla="*/ 68 h 103"/>
              <a:gd name="GluePoint31X" fmla="*/ 102 w 102"/>
              <a:gd name="GluePoint31Y" fmla="*/ 56 h 103"/>
              <a:gd name="GluePoint32X" fmla="*/ 102 w 102"/>
              <a:gd name="GluePoint32Y" fmla="*/ 44 h 103"/>
              <a:gd name="GluePoint33X" fmla="*/ 71 w 102"/>
              <a:gd name="GluePoint33Y" fmla="*/ 58 h 103"/>
              <a:gd name="GluePoint34X" fmla="*/ 69 w 102"/>
              <a:gd name="GluePoint34Y" fmla="*/ 72 h 103"/>
              <a:gd name="GluePoint35X" fmla="*/ 67 w 102"/>
              <a:gd name="GluePoint35Y" fmla="*/ 79 h 103"/>
              <a:gd name="GluePoint36X" fmla="*/ 65 w 102"/>
              <a:gd name="GluePoint36Y" fmla="*/ 86 h 103"/>
              <a:gd name="GluePoint37X" fmla="*/ 61 w 102"/>
              <a:gd name="GluePoint37Y" fmla="*/ 91 h 103"/>
              <a:gd name="GluePoint38X" fmla="*/ 57 w 102"/>
              <a:gd name="GluePoint38Y" fmla="*/ 94 h 103"/>
              <a:gd name="GluePoint39X" fmla="*/ 53 w 102"/>
              <a:gd name="GluePoint39Y" fmla="*/ 95 h 103"/>
              <a:gd name="GluePoint40X" fmla="*/ 49 w 102"/>
              <a:gd name="GluePoint40Y" fmla="*/ 95 h 103"/>
              <a:gd name="GluePoint41X" fmla="*/ 45 w 102"/>
              <a:gd name="GluePoint41Y" fmla="*/ 94 h 103"/>
              <a:gd name="GluePoint42X" fmla="*/ 41 w 102"/>
              <a:gd name="GluePoint42Y" fmla="*/ 91 h 103"/>
              <a:gd name="GluePoint43X" fmla="*/ 37 w 102"/>
              <a:gd name="GluePoint43Y" fmla="*/ 87 h 103"/>
              <a:gd name="GluePoint44X" fmla="*/ 35 w 102"/>
              <a:gd name="GluePoint44Y" fmla="*/ 83 h 103"/>
              <a:gd name="GluePoint45X" fmla="*/ 33 w 102"/>
              <a:gd name="GluePoint45Y" fmla="*/ 75 h 103"/>
              <a:gd name="GluePoint46X" fmla="*/ 32 w 102"/>
              <a:gd name="GluePoint46Y" fmla="*/ 68 h 103"/>
              <a:gd name="GluePoint47X" fmla="*/ 31 w 102"/>
              <a:gd name="GluePoint47Y" fmla="*/ 59 h 103"/>
              <a:gd name="GluePoint48X" fmla="*/ 31 w 102"/>
              <a:gd name="GluePoint48Y" fmla="*/ 49 h 103"/>
              <a:gd name="GluePoint49X" fmla="*/ 32 w 102"/>
              <a:gd name="GluePoint49Y" fmla="*/ 38 h 103"/>
              <a:gd name="GluePoint50X" fmla="*/ 33 w 102"/>
              <a:gd name="GluePoint50Y" fmla="*/ 30 h 103"/>
              <a:gd name="GluePoint51X" fmla="*/ 35 w 102"/>
              <a:gd name="GluePoint51Y" fmla="*/ 23 h 103"/>
              <a:gd name="GluePoint52X" fmla="*/ 37 w 102"/>
              <a:gd name="GluePoint52Y" fmla="*/ 18 h 103"/>
              <a:gd name="GluePoint53X" fmla="*/ 41 w 102"/>
              <a:gd name="GluePoint53Y" fmla="*/ 14 h 103"/>
              <a:gd name="GluePoint54X" fmla="*/ 45 w 102"/>
              <a:gd name="GluePoint54Y" fmla="*/ 10 h 103"/>
              <a:gd name="GluePoint55X" fmla="*/ 49 w 102"/>
              <a:gd name="GluePoint55Y" fmla="*/ 9 h 103"/>
              <a:gd name="GluePoint56X" fmla="*/ 54 w 102"/>
              <a:gd name="GluePoint56Y" fmla="*/ 9 h 103"/>
              <a:gd name="GluePoint57X" fmla="*/ 58 w 102"/>
              <a:gd name="GluePoint57Y" fmla="*/ 10 h 103"/>
              <a:gd name="GluePoint58X" fmla="*/ 62 w 102"/>
              <a:gd name="GluePoint58Y" fmla="*/ 13 h 103"/>
              <a:gd name="GluePoint59X" fmla="*/ 65 w 102"/>
              <a:gd name="GluePoint59Y" fmla="*/ 16 h 103"/>
              <a:gd name="GluePoint60X" fmla="*/ 68 w 102"/>
              <a:gd name="GluePoint60Y" fmla="*/ 22 h 103"/>
              <a:gd name="GluePoint61X" fmla="*/ 69 w 102"/>
              <a:gd name="GluePoint61Y" fmla="*/ 27 h 103"/>
              <a:gd name="GluePoint62X" fmla="*/ 71 w 102"/>
              <a:gd name="GluePoint62Y" fmla="*/ 38 h 103"/>
              <a:gd name="GluePoint63X" fmla="*/ 71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1" y="38"/>
                </a:moveTo>
                <a:lnTo>
                  <a:pt x="100" y="34"/>
                </a:lnTo>
                <a:lnTo>
                  <a:pt x="98" y="29"/>
                </a:lnTo>
                <a:lnTo>
                  <a:pt x="97" y="25"/>
                </a:lnTo>
                <a:lnTo>
                  <a:pt x="94" y="21"/>
                </a:lnTo>
                <a:lnTo>
                  <a:pt x="92" y="17"/>
                </a:lnTo>
                <a:lnTo>
                  <a:pt x="89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1" y="0"/>
                </a:lnTo>
                <a:lnTo>
                  <a:pt x="45" y="1"/>
                </a:lnTo>
                <a:lnTo>
                  <a:pt x="40" y="1"/>
                </a:lnTo>
                <a:lnTo>
                  <a:pt x="34" y="2"/>
                </a:lnTo>
                <a:lnTo>
                  <a:pt x="29" y="4"/>
                </a:lnTo>
                <a:lnTo>
                  <a:pt x="25" y="6"/>
                </a:lnTo>
                <a:lnTo>
                  <a:pt x="21" y="9"/>
                </a:lnTo>
                <a:lnTo>
                  <a:pt x="17" y="12"/>
                </a:lnTo>
                <a:lnTo>
                  <a:pt x="13" y="14"/>
                </a:lnTo>
                <a:lnTo>
                  <a:pt x="10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0" y="87"/>
                </a:lnTo>
                <a:lnTo>
                  <a:pt x="13" y="91"/>
                </a:lnTo>
                <a:lnTo>
                  <a:pt x="17" y="94"/>
                </a:lnTo>
                <a:lnTo>
                  <a:pt x="21" y="96"/>
                </a:lnTo>
                <a:lnTo>
                  <a:pt x="25" y="98"/>
                </a:lnTo>
                <a:lnTo>
                  <a:pt x="29" y="100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1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9" y="90"/>
                </a:lnTo>
                <a:lnTo>
                  <a:pt x="92" y="86"/>
                </a:lnTo>
                <a:lnTo>
                  <a:pt x="94" y="82"/>
                </a:lnTo>
                <a:lnTo>
                  <a:pt x="97" y="78"/>
                </a:lnTo>
                <a:lnTo>
                  <a:pt x="98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2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69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5" y="83"/>
                </a:lnTo>
                <a:lnTo>
                  <a:pt x="65" y="86"/>
                </a:lnTo>
                <a:lnTo>
                  <a:pt x="63" y="88"/>
                </a:lnTo>
                <a:lnTo>
                  <a:pt x="61" y="91"/>
                </a:lnTo>
                <a:lnTo>
                  <a:pt x="59" y="92"/>
                </a:lnTo>
                <a:lnTo>
                  <a:pt x="57" y="94"/>
                </a:lnTo>
                <a:lnTo>
                  <a:pt x="56" y="95"/>
                </a:lnTo>
                <a:lnTo>
                  <a:pt x="53" y="95"/>
                </a:lnTo>
                <a:lnTo>
                  <a:pt x="51" y="95"/>
                </a:lnTo>
                <a:lnTo>
                  <a:pt x="49" y="95"/>
                </a:lnTo>
                <a:lnTo>
                  <a:pt x="46" y="95"/>
                </a:lnTo>
                <a:lnTo>
                  <a:pt x="45" y="94"/>
                </a:lnTo>
                <a:lnTo>
                  <a:pt x="42" y="93"/>
                </a:lnTo>
                <a:lnTo>
                  <a:pt x="41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3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3" y="27"/>
                </a:lnTo>
                <a:lnTo>
                  <a:pt x="35" y="23"/>
                </a:lnTo>
                <a:lnTo>
                  <a:pt x="36" y="21"/>
                </a:lnTo>
                <a:lnTo>
                  <a:pt x="37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7" y="10"/>
                </a:lnTo>
                <a:lnTo>
                  <a:pt x="49" y="9"/>
                </a:lnTo>
                <a:lnTo>
                  <a:pt x="52" y="9"/>
                </a:lnTo>
                <a:lnTo>
                  <a:pt x="54" y="9"/>
                </a:lnTo>
                <a:lnTo>
                  <a:pt x="57" y="10"/>
                </a:lnTo>
                <a:lnTo>
                  <a:pt x="58" y="10"/>
                </a:lnTo>
                <a:lnTo>
                  <a:pt x="61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9" y="24"/>
                </a:lnTo>
                <a:lnTo>
                  <a:pt x="69" y="27"/>
                </a:lnTo>
                <a:lnTo>
                  <a:pt x="70" y="30"/>
                </a:lnTo>
                <a:lnTo>
                  <a:pt x="71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71" name="ïSļïďè">
            <a:extLst>
              <a:ext uri="{FF2B5EF4-FFF2-40B4-BE49-F238E27FC236}">
                <a16:creationId xmlns:a16="http://schemas.microsoft.com/office/drawing/2014/main" id="{2F81B0F4-66D8-462A-A78B-E416DFB14B02}"/>
              </a:ext>
            </a:extLst>
          </p:cNvPr>
          <p:cNvSpPr>
            <a:spLocks noGrp="1"/>
          </p:cNvSpPr>
          <p:nvPr/>
        </p:nvSpPr>
        <p:spPr>
          <a:xfrm>
            <a:off x="1423800" y="956160"/>
            <a:ext cx="41040" cy="43920"/>
          </a:xfrm>
          <a:custGeom>
            <a:avLst/>
            <a:gdLst>
              <a:gd name="textAreaLeft" fmla="*/ 0 w 41040"/>
              <a:gd name="textAreaRight" fmla="*/ 41400 w 41040"/>
              <a:gd name="textAreaTop" fmla="*/ 0 h 43920"/>
              <a:gd name="textAreaBottom" fmla="*/ 44280 h 43920"/>
              <a:gd name="GluePoint1X" fmla="*/ 84 w 95"/>
              <a:gd name="GluePoint1Y" fmla="*/ 0 h 101"/>
              <a:gd name="GluePoint2X" fmla="*/ 76 w 95"/>
              <a:gd name="GluePoint2Y" fmla="*/ 0 h 101"/>
              <a:gd name="GluePoint3X" fmla="*/ 69 w 95"/>
              <a:gd name="GluePoint3Y" fmla="*/ 0 h 101"/>
              <a:gd name="GluePoint4X" fmla="*/ 66 w 95"/>
              <a:gd name="GluePoint4Y" fmla="*/ 54 h 101"/>
              <a:gd name="GluePoint5X" fmla="*/ 66 w 95"/>
              <a:gd name="GluePoint5Y" fmla="*/ 62 h 101"/>
              <a:gd name="GluePoint6X" fmla="*/ 65 w 95"/>
              <a:gd name="GluePoint6Y" fmla="*/ 68 h 101"/>
              <a:gd name="GluePoint7X" fmla="*/ 64 w 95"/>
              <a:gd name="GluePoint7Y" fmla="*/ 73 h 101"/>
              <a:gd name="GluePoint8X" fmla="*/ 61 w 95"/>
              <a:gd name="GluePoint8Y" fmla="*/ 78 h 101"/>
              <a:gd name="GluePoint9X" fmla="*/ 59 w 95"/>
              <a:gd name="GluePoint9Y" fmla="*/ 81 h 101"/>
              <a:gd name="GluePoint10X" fmla="*/ 56 w 95"/>
              <a:gd name="GluePoint10Y" fmla="*/ 84 h 101"/>
              <a:gd name="GluePoint11X" fmla="*/ 52 w 95"/>
              <a:gd name="GluePoint11Y" fmla="*/ 85 h 101"/>
              <a:gd name="GluePoint12X" fmla="*/ 47 w 95"/>
              <a:gd name="GluePoint12Y" fmla="*/ 85 h 101"/>
              <a:gd name="GluePoint13X" fmla="*/ 43 w 95"/>
              <a:gd name="GluePoint13Y" fmla="*/ 85 h 101"/>
              <a:gd name="GluePoint14X" fmla="*/ 39 w 95"/>
              <a:gd name="GluePoint14Y" fmla="*/ 83 h 101"/>
              <a:gd name="GluePoint15X" fmla="*/ 35 w 95"/>
              <a:gd name="GluePoint15Y" fmla="*/ 80 h 101"/>
              <a:gd name="GluePoint16X" fmla="*/ 32 w 95"/>
              <a:gd name="GluePoint16Y" fmla="*/ 75 h 101"/>
              <a:gd name="GluePoint17X" fmla="*/ 31 w 95"/>
              <a:gd name="GluePoint17Y" fmla="*/ 68 h 101"/>
              <a:gd name="GluePoint18X" fmla="*/ 30 w 95"/>
              <a:gd name="GluePoint18Y" fmla="*/ 57 h 101"/>
              <a:gd name="GluePoint19X" fmla="*/ 26 w 95"/>
              <a:gd name="GluePoint19Y" fmla="*/ 0 h 101"/>
              <a:gd name="GluePoint20X" fmla="*/ 20 w 95"/>
              <a:gd name="GluePoint20Y" fmla="*/ 0 h 101"/>
              <a:gd name="GluePoint21X" fmla="*/ 12 w 95"/>
              <a:gd name="GluePoint21Y" fmla="*/ 0 h 101"/>
              <a:gd name="GluePoint22X" fmla="*/ 5 w 95"/>
              <a:gd name="GluePoint22Y" fmla="*/ 0 h 101"/>
              <a:gd name="GluePoint23X" fmla="*/ 2 w 95"/>
              <a:gd name="GluePoint23Y" fmla="*/ 57 h 101"/>
              <a:gd name="GluePoint24X" fmla="*/ 0 w 95"/>
              <a:gd name="GluePoint24Y" fmla="*/ 61 h 101"/>
              <a:gd name="GluePoint25X" fmla="*/ 1 w 95"/>
              <a:gd name="GluePoint25Y" fmla="*/ 71 h 101"/>
              <a:gd name="GluePoint26X" fmla="*/ 2 w 95"/>
              <a:gd name="GluePoint26Y" fmla="*/ 79 h 101"/>
              <a:gd name="GluePoint27X" fmla="*/ 4 w 95"/>
              <a:gd name="GluePoint27Y" fmla="*/ 85 h 101"/>
              <a:gd name="GluePoint28X" fmla="*/ 8 w 95"/>
              <a:gd name="GluePoint28Y" fmla="*/ 90 h 101"/>
              <a:gd name="GluePoint29X" fmla="*/ 12 w 95"/>
              <a:gd name="GluePoint29Y" fmla="*/ 95 h 101"/>
              <a:gd name="GluePoint30X" fmla="*/ 18 w 95"/>
              <a:gd name="GluePoint30Y" fmla="*/ 98 h 101"/>
              <a:gd name="GluePoint31X" fmla="*/ 26 w 95"/>
              <a:gd name="GluePoint31Y" fmla="*/ 101 h 101"/>
              <a:gd name="GluePoint32X" fmla="*/ 35 w 95"/>
              <a:gd name="GluePoint32Y" fmla="*/ 101 h 101"/>
              <a:gd name="GluePoint33X" fmla="*/ 43 w 95"/>
              <a:gd name="GluePoint33Y" fmla="*/ 101 h 101"/>
              <a:gd name="GluePoint34X" fmla="*/ 51 w 95"/>
              <a:gd name="GluePoint34Y" fmla="*/ 98 h 101"/>
              <a:gd name="GluePoint35X" fmla="*/ 59 w 95"/>
              <a:gd name="GluePoint35Y" fmla="*/ 93 h 101"/>
              <a:gd name="GluePoint36X" fmla="*/ 67 w 95"/>
              <a:gd name="GluePoint36Y" fmla="*/ 86 h 101"/>
              <a:gd name="GluePoint37X" fmla="*/ 70 w 95"/>
              <a:gd name="GluePoint37Y" fmla="*/ 100 h 101"/>
              <a:gd name="GluePoint38X" fmla="*/ 77 w 95"/>
              <a:gd name="GluePoint38Y" fmla="*/ 100 h 101"/>
              <a:gd name="GluePoint39X" fmla="*/ 84 w 95"/>
              <a:gd name="GluePoint39Y" fmla="*/ 100 h 101"/>
              <a:gd name="GluePoint40X" fmla="*/ 91 w 95"/>
              <a:gd name="GluePoint40Y" fmla="*/ 100 h 101"/>
              <a:gd name="GluePoint41X" fmla="*/ 95 w 95"/>
              <a:gd name="GluePoint41Y" fmla="*/ 0 h 101"/>
              <a:gd name="GluePoint42X" fmla="*/ 87 w 95"/>
              <a:gd name="GluePoint42Y" fmla="*/ 0 h 101"/>
            </a:gdLst>
            <a:ahLst/>
            <a:cxnLst/>
            <a:rect l="textAreaLeft" t="textAreaTop" r="textAreaRight" b="textAreaBottom"/>
            <a:pathLst>
              <a:path w="95" h="101">
                <a:moveTo>
                  <a:pt x="87" y="0"/>
                </a:moveTo>
                <a:lnTo>
                  <a:pt x="84" y="0"/>
                </a:lnTo>
                <a:lnTo>
                  <a:pt x="80" y="0"/>
                </a:lnTo>
                <a:lnTo>
                  <a:pt x="76" y="0"/>
                </a:lnTo>
                <a:lnTo>
                  <a:pt x="72" y="0"/>
                </a:lnTo>
                <a:lnTo>
                  <a:pt x="69" y="0"/>
                </a:lnTo>
                <a:lnTo>
                  <a:pt x="66" y="0"/>
                </a:lnTo>
                <a:lnTo>
                  <a:pt x="66" y="54"/>
                </a:lnTo>
                <a:lnTo>
                  <a:pt x="66" y="58"/>
                </a:lnTo>
                <a:lnTo>
                  <a:pt x="66" y="62"/>
                </a:lnTo>
                <a:lnTo>
                  <a:pt x="65" y="65"/>
                </a:lnTo>
                <a:lnTo>
                  <a:pt x="65" y="68"/>
                </a:lnTo>
                <a:lnTo>
                  <a:pt x="64" y="71"/>
                </a:lnTo>
                <a:lnTo>
                  <a:pt x="64" y="73"/>
                </a:lnTo>
                <a:lnTo>
                  <a:pt x="63" y="76"/>
                </a:lnTo>
                <a:lnTo>
                  <a:pt x="61" y="78"/>
                </a:lnTo>
                <a:lnTo>
                  <a:pt x="60" y="80"/>
                </a:lnTo>
                <a:lnTo>
                  <a:pt x="59" y="81"/>
                </a:lnTo>
                <a:lnTo>
                  <a:pt x="57" y="83"/>
                </a:lnTo>
                <a:lnTo>
                  <a:pt x="56" y="84"/>
                </a:lnTo>
                <a:lnTo>
                  <a:pt x="54" y="85"/>
                </a:lnTo>
                <a:lnTo>
                  <a:pt x="52" y="85"/>
                </a:lnTo>
                <a:lnTo>
                  <a:pt x="50" y="85"/>
                </a:lnTo>
                <a:lnTo>
                  <a:pt x="47" y="85"/>
                </a:lnTo>
                <a:lnTo>
                  <a:pt x="44" y="85"/>
                </a:lnTo>
                <a:lnTo>
                  <a:pt x="43" y="85"/>
                </a:lnTo>
                <a:lnTo>
                  <a:pt x="40" y="85"/>
                </a:lnTo>
                <a:lnTo>
                  <a:pt x="39" y="83"/>
                </a:lnTo>
                <a:lnTo>
                  <a:pt x="37" y="81"/>
                </a:lnTo>
                <a:lnTo>
                  <a:pt x="35" y="80"/>
                </a:lnTo>
                <a:lnTo>
                  <a:pt x="34" y="77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0" y="63"/>
                </a:lnTo>
                <a:lnTo>
                  <a:pt x="30" y="57"/>
                </a:lnTo>
                <a:lnTo>
                  <a:pt x="30" y="0"/>
                </a:lnTo>
                <a:lnTo>
                  <a:pt x="26" y="0"/>
                </a:lnTo>
                <a:lnTo>
                  <a:pt x="23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9" y="0"/>
                </a:lnTo>
                <a:lnTo>
                  <a:pt x="5" y="0"/>
                </a:lnTo>
                <a:lnTo>
                  <a:pt x="2" y="0"/>
                </a:lnTo>
                <a:lnTo>
                  <a:pt x="2" y="57"/>
                </a:lnTo>
                <a:lnTo>
                  <a:pt x="1" y="59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2" y="75"/>
                </a:lnTo>
                <a:lnTo>
                  <a:pt x="2" y="79"/>
                </a:lnTo>
                <a:lnTo>
                  <a:pt x="4" y="83"/>
                </a:lnTo>
                <a:lnTo>
                  <a:pt x="4" y="85"/>
                </a:lnTo>
                <a:lnTo>
                  <a:pt x="5" y="89"/>
                </a:lnTo>
                <a:lnTo>
                  <a:pt x="8" y="90"/>
                </a:lnTo>
                <a:lnTo>
                  <a:pt x="9" y="93"/>
                </a:lnTo>
                <a:lnTo>
                  <a:pt x="12" y="95"/>
                </a:lnTo>
                <a:lnTo>
                  <a:pt x="15" y="97"/>
                </a:lnTo>
                <a:lnTo>
                  <a:pt x="18" y="98"/>
                </a:lnTo>
                <a:lnTo>
                  <a:pt x="21" y="100"/>
                </a:lnTo>
                <a:lnTo>
                  <a:pt x="26" y="101"/>
                </a:lnTo>
                <a:lnTo>
                  <a:pt x="30" y="101"/>
                </a:lnTo>
                <a:lnTo>
                  <a:pt x="35" y="101"/>
                </a:lnTo>
                <a:lnTo>
                  <a:pt x="39" y="101"/>
                </a:lnTo>
                <a:lnTo>
                  <a:pt x="43" y="101"/>
                </a:lnTo>
                <a:lnTo>
                  <a:pt x="47" y="100"/>
                </a:lnTo>
                <a:lnTo>
                  <a:pt x="51" y="98"/>
                </a:lnTo>
                <a:lnTo>
                  <a:pt x="55" y="96"/>
                </a:lnTo>
                <a:lnTo>
                  <a:pt x="59" y="93"/>
                </a:lnTo>
                <a:lnTo>
                  <a:pt x="63" y="90"/>
                </a:lnTo>
                <a:lnTo>
                  <a:pt x="67" y="86"/>
                </a:lnTo>
                <a:lnTo>
                  <a:pt x="67" y="100"/>
                </a:lnTo>
                <a:lnTo>
                  <a:pt x="70" y="100"/>
                </a:lnTo>
                <a:lnTo>
                  <a:pt x="73" y="100"/>
                </a:lnTo>
                <a:lnTo>
                  <a:pt x="77" y="100"/>
                </a:lnTo>
                <a:lnTo>
                  <a:pt x="80" y="100"/>
                </a:lnTo>
                <a:lnTo>
                  <a:pt x="84" y="100"/>
                </a:lnTo>
                <a:lnTo>
                  <a:pt x="88" y="100"/>
                </a:lnTo>
                <a:lnTo>
                  <a:pt x="91" y="100"/>
                </a:lnTo>
                <a:lnTo>
                  <a:pt x="95" y="100"/>
                </a:lnTo>
                <a:lnTo>
                  <a:pt x="95" y="0"/>
                </a:lnTo>
                <a:lnTo>
                  <a:pt x="91" y="0"/>
                </a:lnTo>
                <a:lnTo>
                  <a:pt x="87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720" rIns="90000" bIns="-720" anchor="ctr">
            <a:noAutofit/>
          </a:bodyPr>
          <a:lstStyle/>
          <a:p>
            <a:endParaRPr/>
          </a:p>
        </p:txBody>
      </p:sp>
      <p:sp>
        <p:nvSpPr>
          <p:cNvPr id="572" name="îšļîḑê">
            <a:extLst>
              <a:ext uri="{FF2B5EF4-FFF2-40B4-BE49-F238E27FC236}">
                <a16:creationId xmlns:a16="http://schemas.microsoft.com/office/drawing/2014/main" id="{4D665D52-F201-45D9-81EE-F6BA814EEE9E}"/>
              </a:ext>
            </a:extLst>
          </p:cNvPr>
          <p:cNvSpPr>
            <a:spLocks noGrp="1"/>
          </p:cNvSpPr>
          <p:nvPr/>
        </p:nvSpPr>
        <p:spPr>
          <a:xfrm>
            <a:off x="147708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7 w 62"/>
              <a:gd name="GluePoint1Y" fmla="*/ 129 h 138"/>
              <a:gd name="GluePoint2X" fmla="*/ 54 w 62"/>
              <a:gd name="GluePoint2Y" fmla="*/ 129 h 138"/>
              <a:gd name="GluePoint3X" fmla="*/ 53 w 62"/>
              <a:gd name="GluePoint3Y" fmla="*/ 129 h 138"/>
              <a:gd name="GluePoint4X" fmla="*/ 50 w 62"/>
              <a:gd name="GluePoint4Y" fmla="*/ 129 h 138"/>
              <a:gd name="GluePoint5X" fmla="*/ 49 w 62"/>
              <a:gd name="GluePoint5Y" fmla="*/ 129 h 138"/>
              <a:gd name="GluePoint6X" fmla="*/ 47 w 62"/>
              <a:gd name="GluePoint6Y" fmla="*/ 128 h 138"/>
              <a:gd name="GluePoint7X" fmla="*/ 46 w 62"/>
              <a:gd name="GluePoint7Y" fmla="*/ 127 h 138"/>
              <a:gd name="GluePoint8X" fmla="*/ 45 w 62"/>
              <a:gd name="GluePoint8Y" fmla="*/ 126 h 138"/>
              <a:gd name="GluePoint9X" fmla="*/ 44 w 62"/>
              <a:gd name="GluePoint9Y" fmla="*/ 124 h 138"/>
              <a:gd name="GluePoint10X" fmla="*/ 43 w 62"/>
              <a:gd name="GluePoint10Y" fmla="*/ 122 h 138"/>
              <a:gd name="GluePoint11X" fmla="*/ 43 w 62"/>
              <a:gd name="GluePoint11Y" fmla="*/ 120 h 138"/>
              <a:gd name="GluePoint12X" fmla="*/ 42 w 62"/>
              <a:gd name="GluePoint12Y" fmla="*/ 118 h 138"/>
              <a:gd name="GluePoint13X" fmla="*/ 42 w 62"/>
              <a:gd name="GluePoint13Y" fmla="*/ 115 h 138"/>
              <a:gd name="GluePoint14X" fmla="*/ 42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0 w 62"/>
              <a:gd name="GluePoint18Y" fmla="*/ 47 h 138"/>
              <a:gd name="GluePoint19X" fmla="*/ 60 w 62"/>
              <a:gd name="GluePoint19Y" fmla="*/ 44 h 138"/>
              <a:gd name="GluePoint20X" fmla="*/ 60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5 w 62"/>
              <a:gd name="GluePoint24Y" fmla="*/ 4 h 138"/>
              <a:gd name="GluePoint25X" fmla="*/ 28 w 62"/>
              <a:gd name="GluePoint25Y" fmla="*/ 7 h 138"/>
              <a:gd name="GluePoint26X" fmla="*/ 21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0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4 w 62"/>
              <a:gd name="GluePoint38Y" fmla="*/ 118 h 138"/>
              <a:gd name="GluePoint39X" fmla="*/ 15 w 62"/>
              <a:gd name="GluePoint39Y" fmla="*/ 121 h 138"/>
              <a:gd name="GluePoint40X" fmla="*/ 16 w 62"/>
              <a:gd name="GluePoint40Y" fmla="*/ 123 h 138"/>
              <a:gd name="GluePoint41X" fmla="*/ 17 w 62"/>
              <a:gd name="GluePoint41Y" fmla="*/ 126 h 138"/>
              <a:gd name="GluePoint42X" fmla="*/ 18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8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7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59 w 62"/>
              <a:gd name="GluePoint59Y" fmla="*/ 128 h 138"/>
              <a:gd name="GluePoint60X" fmla="*/ 57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7" y="129"/>
                </a:moveTo>
                <a:lnTo>
                  <a:pt x="54" y="129"/>
                </a:lnTo>
                <a:lnTo>
                  <a:pt x="53" y="129"/>
                </a:lnTo>
                <a:lnTo>
                  <a:pt x="50" y="129"/>
                </a:lnTo>
                <a:lnTo>
                  <a:pt x="49" y="129"/>
                </a:lnTo>
                <a:lnTo>
                  <a:pt x="47" y="128"/>
                </a:lnTo>
                <a:lnTo>
                  <a:pt x="46" y="127"/>
                </a:lnTo>
                <a:lnTo>
                  <a:pt x="45" y="126"/>
                </a:lnTo>
                <a:lnTo>
                  <a:pt x="44" y="124"/>
                </a:lnTo>
                <a:lnTo>
                  <a:pt x="43" y="122"/>
                </a:lnTo>
                <a:lnTo>
                  <a:pt x="43" y="120"/>
                </a:lnTo>
                <a:lnTo>
                  <a:pt x="42" y="118"/>
                </a:lnTo>
                <a:lnTo>
                  <a:pt x="42" y="115"/>
                </a:lnTo>
                <a:lnTo>
                  <a:pt x="42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0" y="47"/>
                </a:lnTo>
                <a:lnTo>
                  <a:pt x="60" y="44"/>
                </a:lnTo>
                <a:lnTo>
                  <a:pt x="60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5" y="4"/>
                </a:lnTo>
                <a:lnTo>
                  <a:pt x="28" y="7"/>
                </a:lnTo>
                <a:lnTo>
                  <a:pt x="21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0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4" y="118"/>
                </a:lnTo>
                <a:lnTo>
                  <a:pt x="15" y="121"/>
                </a:lnTo>
                <a:lnTo>
                  <a:pt x="16" y="123"/>
                </a:lnTo>
                <a:lnTo>
                  <a:pt x="17" y="126"/>
                </a:lnTo>
                <a:lnTo>
                  <a:pt x="18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8" y="137"/>
                </a:lnTo>
                <a:lnTo>
                  <a:pt x="31" y="138"/>
                </a:lnTo>
                <a:lnTo>
                  <a:pt x="34" y="138"/>
                </a:lnTo>
                <a:lnTo>
                  <a:pt x="37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59" y="128"/>
                </a:lnTo>
                <a:lnTo>
                  <a:pt x="57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573" name="ïṧļîḓe">
            <a:extLst>
              <a:ext uri="{FF2B5EF4-FFF2-40B4-BE49-F238E27FC236}">
                <a16:creationId xmlns:a16="http://schemas.microsoft.com/office/drawing/2014/main" id="{62F0AD1D-4EB3-478D-AB77-F9DC3428E151}"/>
              </a:ext>
            </a:extLst>
          </p:cNvPr>
          <p:cNvSpPr>
            <a:spLocks noGrp="1"/>
          </p:cNvSpPr>
          <p:nvPr/>
        </p:nvSpPr>
        <p:spPr>
          <a:xfrm>
            <a:off x="151596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3 w 93"/>
              <a:gd name="GluePoint5Y" fmla="*/ 57 h 157"/>
              <a:gd name="GluePoint6X" fmla="*/ 67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8 w 93"/>
              <a:gd name="GluePoint11Y" fmla="*/ 71 h 157"/>
              <a:gd name="GluePoint12X" fmla="*/ 25 w 93"/>
              <a:gd name="GluePoint12Y" fmla="*/ 0 h 157"/>
              <a:gd name="GluePoint13X" fmla="*/ 17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1 w 93"/>
              <a:gd name="GluePoint20Y" fmla="*/ 157 h 157"/>
              <a:gd name="GluePoint21X" fmla="*/ 28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29 w 93"/>
              <a:gd name="GluePoint24Y" fmla="*/ 89 h 157"/>
              <a:gd name="GluePoint25X" fmla="*/ 30 w 93"/>
              <a:gd name="GluePoint25Y" fmla="*/ 84 h 157"/>
              <a:gd name="GluePoint26X" fmla="*/ 33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49 w 93"/>
              <a:gd name="GluePoint30Y" fmla="*/ 72 h 157"/>
              <a:gd name="GluePoint31X" fmla="*/ 53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1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4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5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1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1" y="79"/>
                </a:moveTo>
                <a:lnTo>
                  <a:pt x="90" y="75"/>
                </a:lnTo>
                <a:lnTo>
                  <a:pt x="89" y="73"/>
                </a:lnTo>
                <a:lnTo>
                  <a:pt x="88" y="69"/>
                </a:lnTo>
                <a:lnTo>
                  <a:pt x="85" y="67"/>
                </a:lnTo>
                <a:lnTo>
                  <a:pt x="84" y="65"/>
                </a:lnTo>
                <a:lnTo>
                  <a:pt x="81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7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8" y="71"/>
                </a:lnTo>
                <a:lnTo>
                  <a:pt x="28" y="0"/>
                </a:lnTo>
                <a:lnTo>
                  <a:pt x="25" y="0"/>
                </a:lnTo>
                <a:lnTo>
                  <a:pt x="21" y="1"/>
                </a:ln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1" y="157"/>
                </a:lnTo>
                <a:lnTo>
                  <a:pt x="25" y="157"/>
                </a:lnTo>
                <a:lnTo>
                  <a:pt x="28" y="157"/>
                </a:lnTo>
                <a:lnTo>
                  <a:pt x="28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7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49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7" y="75"/>
                </a:lnTo>
                <a:lnTo>
                  <a:pt x="57" y="77"/>
                </a:lnTo>
                <a:lnTo>
                  <a:pt x="59" y="78"/>
                </a:lnTo>
                <a:lnTo>
                  <a:pt x="60" y="81"/>
                </a:lnTo>
                <a:lnTo>
                  <a:pt x="61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1" y="157"/>
                </a:lnTo>
                <a:lnTo>
                  <a:pt x="85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lnTo>
                  <a:pt x="91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574" name="í$1idé">
            <a:extLst>
              <a:ext uri="{FF2B5EF4-FFF2-40B4-BE49-F238E27FC236}">
                <a16:creationId xmlns:a16="http://schemas.microsoft.com/office/drawing/2014/main" id="{D00121E5-A287-4EE8-ADB0-1CEE04671972}"/>
              </a:ext>
            </a:extLst>
          </p:cNvPr>
          <p:cNvSpPr>
            <a:spLocks noGrp="1"/>
          </p:cNvSpPr>
          <p:nvPr/>
        </p:nvSpPr>
        <p:spPr>
          <a:xfrm>
            <a:off x="1589400" y="936000"/>
            <a:ext cx="54720" cy="64440"/>
          </a:xfrm>
          <a:custGeom>
            <a:avLst/>
            <a:gdLst>
              <a:gd name="textAreaLeft" fmla="*/ 0 w 54720"/>
              <a:gd name="textAreaRight" fmla="*/ 55080 w 54720"/>
              <a:gd name="textAreaTop" fmla="*/ 0 h 64440"/>
              <a:gd name="textAreaBottom" fmla="*/ 64800 h 64440"/>
              <a:gd name="GluePoint1X" fmla="*/ 106 w 126"/>
              <a:gd name="GluePoint1Y" fmla="*/ 3 h 148"/>
              <a:gd name="GluePoint2X" fmla="*/ 89 w 126"/>
              <a:gd name="GluePoint2Y" fmla="*/ 0 h 148"/>
              <a:gd name="GluePoint3X" fmla="*/ 64 w 126"/>
              <a:gd name="GluePoint3Y" fmla="*/ 2 h 148"/>
              <a:gd name="GluePoint4X" fmla="*/ 51 w 126"/>
              <a:gd name="GluePoint4Y" fmla="*/ 5 h 148"/>
              <a:gd name="GluePoint5X" fmla="*/ 40 w 126"/>
              <a:gd name="GluePoint5Y" fmla="*/ 10 h 148"/>
              <a:gd name="GluePoint6X" fmla="*/ 30 w 126"/>
              <a:gd name="GluePoint6Y" fmla="*/ 15 h 148"/>
              <a:gd name="GluePoint7X" fmla="*/ 22 w 126"/>
              <a:gd name="GluePoint7Y" fmla="*/ 22 h 148"/>
              <a:gd name="GluePoint8X" fmla="*/ 14 w 126"/>
              <a:gd name="GluePoint8Y" fmla="*/ 30 h 148"/>
              <a:gd name="GluePoint9X" fmla="*/ 9 w 126"/>
              <a:gd name="GluePoint9Y" fmla="*/ 39 h 148"/>
              <a:gd name="GluePoint10X" fmla="*/ 5 w 126"/>
              <a:gd name="GluePoint10Y" fmla="*/ 50 h 148"/>
              <a:gd name="GluePoint11X" fmla="*/ 2 w 126"/>
              <a:gd name="GluePoint11Y" fmla="*/ 62 h 148"/>
              <a:gd name="GluePoint12X" fmla="*/ 0 w 126"/>
              <a:gd name="GluePoint12Y" fmla="*/ 74 h 148"/>
              <a:gd name="GluePoint13X" fmla="*/ 2 w 126"/>
              <a:gd name="GluePoint13Y" fmla="*/ 95 h 148"/>
              <a:gd name="GluePoint14X" fmla="*/ 5 w 126"/>
              <a:gd name="GluePoint14Y" fmla="*/ 105 h 148"/>
              <a:gd name="GluePoint15X" fmla="*/ 9 w 126"/>
              <a:gd name="GluePoint15Y" fmla="*/ 115 h 148"/>
              <a:gd name="GluePoint16X" fmla="*/ 14 w 126"/>
              <a:gd name="GluePoint16Y" fmla="*/ 123 h 148"/>
              <a:gd name="GluePoint17X" fmla="*/ 22 w 126"/>
              <a:gd name="GluePoint17Y" fmla="*/ 130 h 148"/>
              <a:gd name="GluePoint18X" fmla="*/ 29 w 126"/>
              <a:gd name="GluePoint18Y" fmla="*/ 136 h 148"/>
              <a:gd name="GluePoint19X" fmla="*/ 38 w 126"/>
              <a:gd name="GluePoint19Y" fmla="*/ 141 h 148"/>
              <a:gd name="GluePoint20X" fmla="*/ 53 w 126"/>
              <a:gd name="GluePoint20Y" fmla="*/ 146 h 148"/>
              <a:gd name="GluePoint21X" fmla="*/ 78 w 126"/>
              <a:gd name="GluePoint21Y" fmla="*/ 148 h 148"/>
              <a:gd name="GluePoint22X" fmla="*/ 94 w 126"/>
              <a:gd name="GluePoint22Y" fmla="*/ 147 h 148"/>
              <a:gd name="GluePoint23X" fmla="*/ 110 w 126"/>
              <a:gd name="GluePoint23Y" fmla="*/ 144 h 148"/>
              <a:gd name="GluePoint24X" fmla="*/ 124 w 126"/>
              <a:gd name="GluePoint24Y" fmla="*/ 123 h 148"/>
              <a:gd name="GluePoint25X" fmla="*/ 112 w 126"/>
              <a:gd name="GluePoint25Y" fmla="*/ 128 h 148"/>
              <a:gd name="GluePoint26X" fmla="*/ 98 w 126"/>
              <a:gd name="GluePoint26Y" fmla="*/ 135 h 148"/>
              <a:gd name="GluePoint27X" fmla="*/ 84 w 126"/>
              <a:gd name="GluePoint27Y" fmla="*/ 137 h 148"/>
              <a:gd name="GluePoint28X" fmla="*/ 68 w 126"/>
              <a:gd name="GluePoint28Y" fmla="*/ 135 h 148"/>
              <a:gd name="GluePoint29X" fmla="*/ 54 w 126"/>
              <a:gd name="GluePoint29Y" fmla="*/ 128 h 148"/>
              <a:gd name="GluePoint30X" fmla="*/ 45 w 126"/>
              <a:gd name="GluePoint30Y" fmla="*/ 117 h 148"/>
              <a:gd name="GluePoint31X" fmla="*/ 38 w 126"/>
              <a:gd name="GluePoint31Y" fmla="*/ 103 h 148"/>
              <a:gd name="GluePoint32X" fmla="*/ 34 w 126"/>
              <a:gd name="GluePoint32Y" fmla="*/ 84 h 148"/>
              <a:gd name="GluePoint33X" fmla="*/ 35 w 126"/>
              <a:gd name="GluePoint33Y" fmla="*/ 62 h 148"/>
              <a:gd name="GluePoint34X" fmla="*/ 40 w 126"/>
              <a:gd name="GluePoint34Y" fmla="*/ 43 h 148"/>
              <a:gd name="GluePoint35X" fmla="*/ 47 w 126"/>
              <a:gd name="GluePoint35Y" fmla="*/ 30 h 148"/>
              <a:gd name="GluePoint36X" fmla="*/ 58 w 126"/>
              <a:gd name="GluePoint36Y" fmla="*/ 19 h 148"/>
              <a:gd name="GluePoint37X" fmla="*/ 72 w 126"/>
              <a:gd name="GluePoint37Y" fmla="*/ 14 h 148"/>
              <a:gd name="GluePoint38X" fmla="*/ 88 w 126"/>
              <a:gd name="GluePoint38Y" fmla="*/ 13 h 148"/>
              <a:gd name="GluePoint39X" fmla="*/ 102 w 126"/>
              <a:gd name="GluePoint39Y" fmla="*/ 18 h 148"/>
              <a:gd name="GluePoint40X" fmla="*/ 114 w 126"/>
              <a:gd name="GluePoint40Y" fmla="*/ 27 h 148"/>
              <a:gd name="GluePoint41X" fmla="*/ 121 w 126"/>
              <a:gd name="GluePoint41Y" fmla="*/ 29 h 148"/>
              <a:gd name="GluePoint42X" fmla="*/ 123 w 126"/>
              <a:gd name="GluePoint42Y" fmla="*/ 17 h 148"/>
              <a:gd name="GluePoint43X" fmla="*/ 121 w 126"/>
              <a:gd name="GluePoint43Y" fmla="*/ 8 h 148"/>
            </a:gdLst>
            <a:ahLst/>
            <a:cxnLst/>
            <a:rect l="textAreaLeft" t="textAreaTop" r="textAreaRight" b="textAreaBottom"/>
            <a:pathLst>
              <a:path w="126" h="148">
                <a:moveTo>
                  <a:pt x="116" y="6"/>
                </a:moveTo>
                <a:lnTo>
                  <a:pt x="111" y="4"/>
                </a:lnTo>
                <a:lnTo>
                  <a:pt x="106" y="3"/>
                </a:lnTo>
                <a:lnTo>
                  <a:pt x="101" y="2"/>
                </a:lnTo>
                <a:lnTo>
                  <a:pt x="95" y="1"/>
                </a:lnTo>
                <a:lnTo>
                  <a:pt x="89" y="0"/>
                </a:lnTo>
                <a:lnTo>
                  <a:pt x="83" y="0"/>
                </a:lnTo>
                <a:lnTo>
                  <a:pt x="74" y="1"/>
                </a:lnTo>
                <a:lnTo>
                  <a:pt x="64" y="2"/>
                </a:lnTo>
                <a:lnTo>
                  <a:pt x="60" y="2"/>
                </a:lnTo>
                <a:lnTo>
                  <a:pt x="55" y="4"/>
                </a:lnTo>
                <a:lnTo>
                  <a:pt x="51" y="5"/>
                </a:lnTo>
                <a:lnTo>
                  <a:pt x="47" y="6"/>
                </a:lnTo>
                <a:lnTo>
                  <a:pt x="44" y="8"/>
                </a:lnTo>
                <a:lnTo>
                  <a:pt x="40" y="10"/>
                </a:lnTo>
                <a:lnTo>
                  <a:pt x="37" y="11"/>
                </a:lnTo>
                <a:lnTo>
                  <a:pt x="34" y="13"/>
                </a:lnTo>
                <a:lnTo>
                  <a:pt x="30" y="15"/>
                </a:lnTo>
                <a:lnTo>
                  <a:pt x="27" y="17"/>
                </a:lnTo>
                <a:lnTo>
                  <a:pt x="25" y="19"/>
                </a:lnTo>
                <a:lnTo>
                  <a:pt x="22" y="22"/>
                </a:lnTo>
                <a:lnTo>
                  <a:pt x="19" y="24"/>
                </a:lnTo>
                <a:lnTo>
                  <a:pt x="17" y="26"/>
                </a:lnTo>
                <a:lnTo>
                  <a:pt x="14" y="30"/>
                </a:lnTo>
                <a:lnTo>
                  <a:pt x="13" y="33"/>
                </a:lnTo>
                <a:lnTo>
                  <a:pt x="10" y="36"/>
                </a:lnTo>
                <a:lnTo>
                  <a:pt x="9" y="39"/>
                </a:lnTo>
                <a:lnTo>
                  <a:pt x="7" y="42"/>
                </a:lnTo>
                <a:lnTo>
                  <a:pt x="6" y="46"/>
                </a:lnTo>
                <a:lnTo>
                  <a:pt x="5" y="50"/>
                </a:lnTo>
                <a:lnTo>
                  <a:pt x="3" y="54"/>
                </a:lnTo>
                <a:lnTo>
                  <a:pt x="2" y="58"/>
                </a:lnTo>
                <a:lnTo>
                  <a:pt x="2" y="62"/>
                </a:lnTo>
                <a:lnTo>
                  <a:pt x="1" y="66"/>
                </a:lnTo>
                <a:lnTo>
                  <a:pt x="1" y="70"/>
                </a:lnTo>
                <a:lnTo>
                  <a:pt x="0" y="74"/>
                </a:lnTo>
                <a:lnTo>
                  <a:pt x="0" y="79"/>
                </a:lnTo>
                <a:lnTo>
                  <a:pt x="1" y="87"/>
                </a:lnTo>
                <a:lnTo>
                  <a:pt x="2" y="95"/>
                </a:lnTo>
                <a:lnTo>
                  <a:pt x="3" y="99"/>
                </a:lnTo>
                <a:lnTo>
                  <a:pt x="3" y="102"/>
                </a:lnTo>
                <a:lnTo>
                  <a:pt x="5" y="105"/>
                </a:lnTo>
                <a:lnTo>
                  <a:pt x="6" y="108"/>
                </a:lnTo>
                <a:lnTo>
                  <a:pt x="7" y="112"/>
                </a:lnTo>
                <a:lnTo>
                  <a:pt x="9" y="115"/>
                </a:lnTo>
                <a:lnTo>
                  <a:pt x="10" y="118"/>
                </a:lnTo>
                <a:lnTo>
                  <a:pt x="12" y="120"/>
                </a:lnTo>
                <a:lnTo>
                  <a:pt x="14" y="123"/>
                </a:lnTo>
                <a:lnTo>
                  <a:pt x="17" y="125"/>
                </a:lnTo>
                <a:lnTo>
                  <a:pt x="18" y="127"/>
                </a:lnTo>
                <a:lnTo>
                  <a:pt x="22" y="130"/>
                </a:lnTo>
                <a:lnTo>
                  <a:pt x="23" y="132"/>
                </a:lnTo>
                <a:lnTo>
                  <a:pt x="26" y="134"/>
                </a:lnTo>
                <a:lnTo>
                  <a:pt x="29" y="136"/>
                </a:lnTo>
                <a:lnTo>
                  <a:pt x="32" y="138"/>
                </a:lnTo>
                <a:lnTo>
                  <a:pt x="35" y="139"/>
                </a:lnTo>
                <a:lnTo>
                  <a:pt x="38" y="141"/>
                </a:lnTo>
                <a:lnTo>
                  <a:pt x="42" y="142"/>
                </a:lnTo>
                <a:lnTo>
                  <a:pt x="46" y="143"/>
                </a:lnTo>
                <a:lnTo>
                  <a:pt x="53" y="146"/>
                </a:lnTo>
                <a:lnTo>
                  <a:pt x="61" y="147"/>
                </a:lnTo>
                <a:lnTo>
                  <a:pt x="69" y="148"/>
                </a:lnTo>
                <a:lnTo>
                  <a:pt x="78" y="148"/>
                </a:lnTo>
                <a:lnTo>
                  <a:pt x="84" y="148"/>
                </a:lnTo>
                <a:lnTo>
                  <a:pt x="90" y="147"/>
                </a:lnTo>
                <a:lnTo>
                  <a:pt x="94" y="147"/>
                </a:lnTo>
                <a:lnTo>
                  <a:pt x="100" y="147"/>
                </a:lnTo>
                <a:lnTo>
                  <a:pt x="105" y="146"/>
                </a:lnTo>
                <a:lnTo>
                  <a:pt x="110" y="144"/>
                </a:lnTo>
                <a:lnTo>
                  <a:pt x="115" y="143"/>
                </a:lnTo>
                <a:lnTo>
                  <a:pt x="120" y="141"/>
                </a:lnTo>
                <a:lnTo>
                  <a:pt x="124" y="123"/>
                </a:lnTo>
                <a:lnTo>
                  <a:pt x="122" y="122"/>
                </a:lnTo>
                <a:lnTo>
                  <a:pt x="117" y="125"/>
                </a:lnTo>
                <a:lnTo>
                  <a:pt x="112" y="128"/>
                </a:lnTo>
                <a:lnTo>
                  <a:pt x="108" y="131"/>
                </a:lnTo>
                <a:lnTo>
                  <a:pt x="103" y="133"/>
                </a:lnTo>
                <a:lnTo>
                  <a:pt x="98" y="135"/>
                </a:lnTo>
                <a:lnTo>
                  <a:pt x="94" y="136"/>
                </a:lnTo>
                <a:lnTo>
                  <a:pt x="89" y="137"/>
                </a:lnTo>
                <a:lnTo>
                  <a:pt x="84" y="137"/>
                </a:lnTo>
                <a:lnTo>
                  <a:pt x="78" y="137"/>
                </a:lnTo>
                <a:lnTo>
                  <a:pt x="73" y="136"/>
                </a:lnTo>
                <a:lnTo>
                  <a:pt x="68" y="135"/>
                </a:lnTo>
                <a:lnTo>
                  <a:pt x="62" y="132"/>
                </a:lnTo>
                <a:lnTo>
                  <a:pt x="58" y="131"/>
                </a:lnTo>
                <a:lnTo>
                  <a:pt x="54" y="128"/>
                </a:lnTo>
                <a:lnTo>
                  <a:pt x="51" y="125"/>
                </a:lnTo>
                <a:lnTo>
                  <a:pt x="47" y="121"/>
                </a:lnTo>
                <a:lnTo>
                  <a:pt x="45" y="117"/>
                </a:lnTo>
                <a:lnTo>
                  <a:pt x="42" y="113"/>
                </a:lnTo>
                <a:lnTo>
                  <a:pt x="40" y="108"/>
                </a:lnTo>
                <a:lnTo>
                  <a:pt x="38" y="103"/>
                </a:lnTo>
                <a:lnTo>
                  <a:pt x="36" y="97"/>
                </a:lnTo>
                <a:lnTo>
                  <a:pt x="35" y="91"/>
                </a:lnTo>
                <a:lnTo>
                  <a:pt x="34" y="84"/>
                </a:lnTo>
                <a:lnTo>
                  <a:pt x="34" y="77"/>
                </a:lnTo>
                <a:lnTo>
                  <a:pt x="34" y="69"/>
                </a:lnTo>
                <a:lnTo>
                  <a:pt x="35" y="62"/>
                </a:lnTo>
                <a:lnTo>
                  <a:pt x="37" y="55"/>
                </a:lnTo>
                <a:lnTo>
                  <a:pt x="38" y="49"/>
                </a:lnTo>
                <a:lnTo>
                  <a:pt x="40" y="43"/>
                </a:lnTo>
                <a:lnTo>
                  <a:pt x="42" y="38"/>
                </a:lnTo>
                <a:lnTo>
                  <a:pt x="45" y="34"/>
                </a:lnTo>
                <a:lnTo>
                  <a:pt x="47" y="30"/>
                </a:lnTo>
                <a:lnTo>
                  <a:pt x="51" y="26"/>
                </a:lnTo>
                <a:lnTo>
                  <a:pt x="54" y="22"/>
                </a:lnTo>
                <a:lnTo>
                  <a:pt x="58" y="19"/>
                </a:lnTo>
                <a:lnTo>
                  <a:pt x="62" y="17"/>
                </a:lnTo>
                <a:lnTo>
                  <a:pt x="67" y="15"/>
                </a:lnTo>
                <a:lnTo>
                  <a:pt x="72" y="14"/>
                </a:lnTo>
                <a:lnTo>
                  <a:pt x="78" y="13"/>
                </a:lnTo>
                <a:lnTo>
                  <a:pt x="83" y="12"/>
                </a:lnTo>
                <a:lnTo>
                  <a:pt x="88" y="13"/>
                </a:lnTo>
                <a:lnTo>
                  <a:pt x="93" y="14"/>
                </a:lnTo>
                <a:lnTo>
                  <a:pt x="98" y="15"/>
                </a:lnTo>
                <a:lnTo>
                  <a:pt x="102" y="18"/>
                </a:lnTo>
                <a:lnTo>
                  <a:pt x="106" y="21"/>
                </a:lnTo>
                <a:lnTo>
                  <a:pt x="110" y="24"/>
                </a:lnTo>
                <a:lnTo>
                  <a:pt x="114" y="27"/>
                </a:lnTo>
                <a:lnTo>
                  <a:pt x="118" y="32"/>
                </a:lnTo>
                <a:lnTo>
                  <a:pt x="121" y="32"/>
                </a:lnTo>
                <a:lnTo>
                  <a:pt x="121" y="29"/>
                </a:lnTo>
                <a:lnTo>
                  <a:pt x="122" y="25"/>
                </a:lnTo>
                <a:lnTo>
                  <a:pt x="122" y="21"/>
                </a:lnTo>
                <a:lnTo>
                  <a:pt x="123" y="17"/>
                </a:lnTo>
                <a:lnTo>
                  <a:pt x="124" y="14"/>
                </a:lnTo>
                <a:lnTo>
                  <a:pt x="126" y="10"/>
                </a:lnTo>
                <a:lnTo>
                  <a:pt x="121" y="8"/>
                </a:lnTo>
                <a:lnTo>
                  <a:pt x="116" y="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800" rIns="90000" bIns="19800" anchor="ctr">
            <a:noAutofit/>
          </a:bodyPr>
          <a:lstStyle/>
          <a:p>
            <a:endParaRPr/>
          </a:p>
        </p:txBody>
      </p:sp>
      <p:sp>
        <p:nvSpPr>
          <p:cNvPr id="575" name="i$lïḍe">
            <a:extLst>
              <a:ext uri="{FF2B5EF4-FFF2-40B4-BE49-F238E27FC236}">
                <a16:creationId xmlns:a16="http://schemas.microsoft.com/office/drawing/2014/main" id="{77D9399C-8413-4242-85F3-56E9B83CA948}"/>
              </a:ext>
            </a:extLst>
          </p:cNvPr>
          <p:cNvSpPr>
            <a:spLocks noGrp="1"/>
          </p:cNvSpPr>
          <p:nvPr/>
        </p:nvSpPr>
        <p:spPr>
          <a:xfrm>
            <a:off x="165744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1 w 93"/>
              <a:gd name="GluePoint1Y" fmla="*/ 79 h 157"/>
              <a:gd name="GluePoint2X" fmla="*/ 90 w 93"/>
              <a:gd name="GluePoint2Y" fmla="*/ 73 h 157"/>
              <a:gd name="GluePoint3X" fmla="*/ 86 w 93"/>
              <a:gd name="GluePoint3Y" fmla="*/ 67 h 157"/>
              <a:gd name="GluePoint4X" fmla="*/ 82 w 93"/>
              <a:gd name="GluePoint4Y" fmla="*/ 62 h 157"/>
              <a:gd name="GluePoint5X" fmla="*/ 76 w 93"/>
              <a:gd name="GluePoint5Y" fmla="*/ 59 h 157"/>
              <a:gd name="GluePoint6X" fmla="*/ 70 w 93"/>
              <a:gd name="GluePoint6Y" fmla="*/ 56 h 157"/>
              <a:gd name="GluePoint7X" fmla="*/ 63 w 93"/>
              <a:gd name="GluePoint7Y" fmla="*/ 55 h 157"/>
              <a:gd name="GluePoint8X" fmla="*/ 55 w 93"/>
              <a:gd name="GluePoint8Y" fmla="*/ 55 h 157"/>
              <a:gd name="GluePoint9X" fmla="*/ 47 w 93"/>
              <a:gd name="GluePoint9Y" fmla="*/ 57 h 157"/>
              <a:gd name="GluePoint10X" fmla="*/ 39 w 93"/>
              <a:gd name="GluePoint10Y" fmla="*/ 61 h 157"/>
              <a:gd name="GluePoint11X" fmla="*/ 32 w 93"/>
              <a:gd name="GluePoint11Y" fmla="*/ 68 h 157"/>
              <a:gd name="GluePoint12X" fmla="*/ 29 w 93"/>
              <a:gd name="GluePoint12Y" fmla="*/ 0 h 157"/>
              <a:gd name="GluePoint13X" fmla="*/ 22 w 93"/>
              <a:gd name="GluePoint13Y" fmla="*/ 1 h 157"/>
              <a:gd name="GluePoint14X" fmla="*/ 14 w 93"/>
              <a:gd name="GluePoint14Y" fmla="*/ 1 h 157"/>
              <a:gd name="GluePoint15X" fmla="*/ 11 w 93"/>
              <a:gd name="GluePoint15Y" fmla="*/ 1 h 157"/>
              <a:gd name="GluePoint16X" fmla="*/ 7 w 93"/>
              <a:gd name="GluePoint16Y" fmla="*/ 1 h 157"/>
              <a:gd name="GluePoint17X" fmla="*/ 0 w 93"/>
              <a:gd name="GluePoint17Y" fmla="*/ 0 h 157"/>
              <a:gd name="GluePoint18X" fmla="*/ 3 w 93"/>
              <a:gd name="GluePoint18Y" fmla="*/ 157 h 157"/>
              <a:gd name="GluePoint19X" fmla="*/ 11 w 93"/>
              <a:gd name="GluePoint19Y" fmla="*/ 157 h 157"/>
              <a:gd name="GluePoint20X" fmla="*/ 18 w 93"/>
              <a:gd name="GluePoint20Y" fmla="*/ 157 h 157"/>
              <a:gd name="GluePoint21X" fmla="*/ 25 w 93"/>
              <a:gd name="GluePoint21Y" fmla="*/ 157 h 157"/>
              <a:gd name="GluePoint22X" fmla="*/ 29 w 93"/>
              <a:gd name="GluePoint22Y" fmla="*/ 110 h 157"/>
              <a:gd name="GluePoint23X" fmla="*/ 28 w 93"/>
              <a:gd name="GluePoint23Y" fmla="*/ 101 h 157"/>
              <a:gd name="GluePoint24X" fmla="*/ 29 w 93"/>
              <a:gd name="GluePoint24Y" fmla="*/ 93 h 157"/>
              <a:gd name="GluePoint25X" fmla="*/ 30 w 93"/>
              <a:gd name="GluePoint25Y" fmla="*/ 87 h 157"/>
              <a:gd name="GluePoint26X" fmla="*/ 32 w 93"/>
              <a:gd name="GluePoint26Y" fmla="*/ 81 h 157"/>
              <a:gd name="GluePoint27X" fmla="*/ 34 w 93"/>
              <a:gd name="GluePoint27Y" fmla="*/ 77 h 157"/>
              <a:gd name="GluePoint28X" fmla="*/ 38 w 93"/>
              <a:gd name="GluePoint28Y" fmla="*/ 74 h 157"/>
              <a:gd name="GluePoint29X" fmla="*/ 42 w 93"/>
              <a:gd name="GluePoint29Y" fmla="*/ 73 h 157"/>
              <a:gd name="GluePoint30X" fmla="*/ 47 w 93"/>
              <a:gd name="GluePoint30Y" fmla="*/ 72 h 157"/>
              <a:gd name="GluePoint31X" fmla="*/ 51 w 93"/>
              <a:gd name="GluePoint31Y" fmla="*/ 73 h 157"/>
              <a:gd name="GluePoint32X" fmla="*/ 55 w 93"/>
              <a:gd name="GluePoint32Y" fmla="*/ 74 h 157"/>
              <a:gd name="GluePoint33X" fmla="*/ 58 w 93"/>
              <a:gd name="GluePoint33Y" fmla="*/ 77 h 157"/>
              <a:gd name="GluePoint34X" fmla="*/ 60 w 93"/>
              <a:gd name="GluePoint34Y" fmla="*/ 81 h 157"/>
              <a:gd name="GluePoint35X" fmla="*/ 62 w 93"/>
              <a:gd name="GluePoint35Y" fmla="*/ 85 h 157"/>
              <a:gd name="GluePoint36X" fmla="*/ 64 w 93"/>
              <a:gd name="GluePoint36Y" fmla="*/ 91 h 157"/>
              <a:gd name="GluePoint37X" fmla="*/ 64 w 93"/>
              <a:gd name="GluePoint37Y" fmla="*/ 106 h 157"/>
              <a:gd name="GluePoint38X" fmla="*/ 67 w 93"/>
              <a:gd name="GluePoint38Y" fmla="*/ 157 h 157"/>
              <a:gd name="GluePoint39X" fmla="*/ 74 w 93"/>
              <a:gd name="GluePoint39Y" fmla="*/ 157 h 157"/>
              <a:gd name="GluePoint40X" fmla="*/ 82 w 93"/>
              <a:gd name="GluePoint40Y" fmla="*/ 157 h 157"/>
              <a:gd name="GluePoint41X" fmla="*/ 90 w 93"/>
              <a:gd name="GluePoint41Y" fmla="*/ 157 h 157"/>
              <a:gd name="GluePoint42X" fmla="*/ 93 w 93"/>
              <a:gd name="GluePoint42Y" fmla="*/ 91 h 157"/>
              <a:gd name="GluePoint43X" fmla="*/ 92 w 93"/>
              <a:gd name="GluePoint43Y" fmla="*/ 82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82"/>
                </a:moveTo>
                <a:lnTo>
                  <a:pt x="91" y="79"/>
                </a:ln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3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39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2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9" y="97"/>
                </a:lnTo>
                <a:lnTo>
                  <a:pt x="29" y="93"/>
                </a:lnTo>
                <a:lnTo>
                  <a:pt x="29" y="89"/>
                </a:lnTo>
                <a:lnTo>
                  <a:pt x="30" y="87"/>
                </a:lnTo>
                <a:lnTo>
                  <a:pt x="30" y="84"/>
                </a:lnTo>
                <a:lnTo>
                  <a:pt x="32" y="81"/>
                </a:lnTo>
                <a:lnTo>
                  <a:pt x="33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3" y="73"/>
                </a:lnTo>
                <a:lnTo>
                  <a:pt x="55" y="74"/>
                </a:lnTo>
                <a:lnTo>
                  <a:pt x="56" y="75"/>
                </a:lnTo>
                <a:lnTo>
                  <a:pt x="58" y="77"/>
                </a:lnTo>
                <a:lnTo>
                  <a:pt x="59" y="78"/>
                </a:lnTo>
                <a:lnTo>
                  <a:pt x="60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4" y="91"/>
                </a:lnTo>
                <a:lnTo>
                  <a:pt x="64" y="98"/>
                </a:lnTo>
                <a:lnTo>
                  <a:pt x="64" y="106"/>
                </a:lnTo>
                <a:lnTo>
                  <a:pt x="64" y="157"/>
                </a:lnTo>
                <a:lnTo>
                  <a:pt x="67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90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2" y="8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576" name="iṥľiḓê">
            <a:extLst>
              <a:ext uri="{FF2B5EF4-FFF2-40B4-BE49-F238E27FC236}">
                <a16:creationId xmlns:a16="http://schemas.microsoft.com/office/drawing/2014/main" id="{E097652A-826A-45D8-98D5-A45BBCC3231C}"/>
              </a:ext>
            </a:extLst>
          </p:cNvPr>
          <p:cNvSpPr>
            <a:spLocks noGrp="1"/>
          </p:cNvSpPr>
          <p:nvPr/>
        </p:nvSpPr>
        <p:spPr>
          <a:xfrm>
            <a:off x="1714320" y="956160"/>
            <a:ext cx="12240" cy="43200"/>
          </a:xfrm>
          <a:custGeom>
            <a:avLst/>
            <a:gdLst>
              <a:gd name="textAreaLeft" fmla="*/ 0 w 12240"/>
              <a:gd name="textAreaRight" fmla="*/ 12600 w 12240"/>
              <a:gd name="textAreaTop" fmla="*/ 0 h 43200"/>
              <a:gd name="textAreaBottom" fmla="*/ 43560 h 43200"/>
              <a:gd name="GluePoint1X" fmla="*/ 21 w 29"/>
              <a:gd name="GluePoint1Y" fmla="*/ 0 h 100"/>
              <a:gd name="GluePoint2X" fmla="*/ 18 w 29"/>
              <a:gd name="GluePoint2Y" fmla="*/ 0 h 100"/>
              <a:gd name="GluePoint3X" fmla="*/ 16 w 29"/>
              <a:gd name="GluePoint3Y" fmla="*/ 0 h 100"/>
              <a:gd name="GluePoint4X" fmla="*/ 12 w 29"/>
              <a:gd name="GluePoint4Y" fmla="*/ 0 h 100"/>
              <a:gd name="GluePoint5X" fmla="*/ 8 w 29"/>
              <a:gd name="GluePoint5Y" fmla="*/ 0 h 100"/>
              <a:gd name="GluePoint6X" fmla="*/ 4 w 29"/>
              <a:gd name="GluePoint6Y" fmla="*/ 0 h 100"/>
              <a:gd name="GluePoint7X" fmla="*/ 0 w 29"/>
              <a:gd name="GluePoint7Y" fmla="*/ 0 h 100"/>
              <a:gd name="GluePoint8X" fmla="*/ 0 w 29"/>
              <a:gd name="GluePoint8Y" fmla="*/ 100 h 100"/>
              <a:gd name="GluePoint9X" fmla="*/ 4 w 29"/>
              <a:gd name="GluePoint9Y" fmla="*/ 100 h 100"/>
              <a:gd name="GluePoint10X" fmla="*/ 8 w 29"/>
              <a:gd name="GluePoint10Y" fmla="*/ 100 h 100"/>
              <a:gd name="GluePoint11X" fmla="*/ 12 w 29"/>
              <a:gd name="GluePoint11Y" fmla="*/ 100 h 100"/>
              <a:gd name="GluePoint12X" fmla="*/ 16 w 29"/>
              <a:gd name="GluePoint12Y" fmla="*/ 100 h 100"/>
              <a:gd name="GluePoint13X" fmla="*/ 18 w 29"/>
              <a:gd name="GluePoint13Y" fmla="*/ 100 h 100"/>
              <a:gd name="GluePoint14X" fmla="*/ 21 w 29"/>
              <a:gd name="GluePoint14Y" fmla="*/ 100 h 100"/>
              <a:gd name="GluePoint15X" fmla="*/ 25 w 29"/>
              <a:gd name="GluePoint15Y" fmla="*/ 100 h 100"/>
              <a:gd name="GluePoint16X" fmla="*/ 29 w 29"/>
              <a:gd name="GluePoint16Y" fmla="*/ 100 h 100"/>
              <a:gd name="GluePoint17X" fmla="*/ 29 w 29"/>
              <a:gd name="GluePoint17Y" fmla="*/ 0 h 100"/>
              <a:gd name="GluePoint18X" fmla="*/ 25 w 29"/>
              <a:gd name="GluePoint18Y" fmla="*/ 0 h 100"/>
              <a:gd name="GluePoint19X" fmla="*/ 21 w 29"/>
              <a:gd name="GluePoint19Y" fmla="*/ 0 h 100"/>
            </a:gdLst>
            <a:ahLst/>
            <a:cxnLst/>
            <a:rect l="textAreaLeft" t="textAreaTop" r="textAreaRight" b="textAreaBottom"/>
            <a:pathLst>
              <a:path w="29" h="100">
                <a:moveTo>
                  <a:pt x="21" y="0"/>
                </a:moveTo>
                <a:lnTo>
                  <a:pt x="18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0" y="100"/>
                </a:lnTo>
                <a:lnTo>
                  <a:pt x="4" y="100"/>
                </a:lnTo>
                <a:lnTo>
                  <a:pt x="8" y="100"/>
                </a:lnTo>
                <a:lnTo>
                  <a:pt x="12" y="100"/>
                </a:lnTo>
                <a:lnTo>
                  <a:pt x="16" y="100"/>
                </a:lnTo>
                <a:lnTo>
                  <a:pt x="18" y="100"/>
                </a:lnTo>
                <a:lnTo>
                  <a:pt x="21" y="100"/>
                </a:lnTo>
                <a:lnTo>
                  <a:pt x="25" y="100"/>
                </a:lnTo>
                <a:lnTo>
                  <a:pt x="29" y="100"/>
                </a:lnTo>
                <a:lnTo>
                  <a:pt x="29" y="0"/>
                </a:lnTo>
                <a:lnTo>
                  <a:pt x="25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577" name="îŝ1îḋê">
            <a:extLst>
              <a:ext uri="{FF2B5EF4-FFF2-40B4-BE49-F238E27FC236}">
                <a16:creationId xmlns:a16="http://schemas.microsoft.com/office/drawing/2014/main" id="{86D4F374-3D08-428F-8378-5596B2E57717}"/>
              </a:ext>
            </a:extLst>
          </p:cNvPr>
          <p:cNvSpPr>
            <a:spLocks noGrp="1"/>
          </p:cNvSpPr>
          <p:nvPr/>
        </p:nvSpPr>
        <p:spPr>
          <a:xfrm>
            <a:off x="1713600" y="932040"/>
            <a:ext cx="14400" cy="13680"/>
          </a:xfrm>
          <a:custGeom>
            <a:avLst/>
            <a:gdLst>
              <a:gd name="textAreaLeft" fmla="*/ 0 w 14400"/>
              <a:gd name="textAreaRight" fmla="*/ 14760 w 14400"/>
              <a:gd name="textAreaTop" fmla="*/ 0 h 13680"/>
              <a:gd name="textAreaBottom" fmla="*/ 14040 h 13680"/>
              <a:gd name="GluePoint1X" fmla="*/ 32 w 34"/>
              <a:gd name="GluePoint1Y" fmla="*/ 10 h 32"/>
              <a:gd name="GluePoint2X" fmla="*/ 30 w 34"/>
              <a:gd name="GluePoint2Y" fmla="*/ 7 h 32"/>
              <a:gd name="GluePoint3X" fmla="*/ 28 w 34"/>
              <a:gd name="GluePoint3Y" fmla="*/ 5 h 32"/>
              <a:gd name="GluePoint4X" fmla="*/ 26 w 34"/>
              <a:gd name="GluePoint4Y" fmla="*/ 3 h 32"/>
              <a:gd name="GluePoint5X" fmla="*/ 23 w 34"/>
              <a:gd name="GluePoint5Y" fmla="*/ 2 h 32"/>
              <a:gd name="GluePoint6X" fmla="*/ 20 w 34"/>
              <a:gd name="GluePoint6Y" fmla="*/ 0 h 32"/>
              <a:gd name="GluePoint7X" fmla="*/ 16 w 34"/>
              <a:gd name="GluePoint7Y" fmla="*/ 0 h 32"/>
              <a:gd name="GluePoint8X" fmla="*/ 13 w 34"/>
              <a:gd name="GluePoint8Y" fmla="*/ 0 h 32"/>
              <a:gd name="GluePoint9X" fmla="*/ 10 w 34"/>
              <a:gd name="GluePoint9Y" fmla="*/ 2 h 32"/>
              <a:gd name="GluePoint10X" fmla="*/ 7 w 34"/>
              <a:gd name="GluePoint10Y" fmla="*/ 3 h 32"/>
              <a:gd name="GluePoint11X" fmla="*/ 5 w 34"/>
              <a:gd name="GluePoint11Y" fmla="*/ 5 h 32"/>
              <a:gd name="GluePoint12X" fmla="*/ 3 w 34"/>
              <a:gd name="GluePoint12Y" fmla="*/ 7 h 32"/>
              <a:gd name="GluePoint13X" fmla="*/ 2 w 34"/>
              <a:gd name="GluePoint13Y" fmla="*/ 10 h 32"/>
              <a:gd name="GluePoint14X" fmla="*/ 1 w 34"/>
              <a:gd name="GluePoint14Y" fmla="*/ 13 h 32"/>
              <a:gd name="GluePoint15X" fmla="*/ 0 w 34"/>
              <a:gd name="GluePoint15Y" fmla="*/ 16 h 32"/>
              <a:gd name="GluePoint16X" fmla="*/ 1 w 34"/>
              <a:gd name="GluePoint16Y" fmla="*/ 20 h 32"/>
              <a:gd name="GluePoint17X" fmla="*/ 2 w 34"/>
              <a:gd name="GluePoint17Y" fmla="*/ 23 h 32"/>
              <a:gd name="GluePoint18X" fmla="*/ 2 w 34"/>
              <a:gd name="GluePoint18Y" fmla="*/ 26 h 32"/>
              <a:gd name="GluePoint19X" fmla="*/ 5 w 34"/>
              <a:gd name="GluePoint19Y" fmla="*/ 28 h 32"/>
              <a:gd name="GluePoint20X" fmla="*/ 6 w 34"/>
              <a:gd name="GluePoint20Y" fmla="*/ 30 h 32"/>
              <a:gd name="GluePoint21X" fmla="*/ 10 w 34"/>
              <a:gd name="GluePoint21Y" fmla="*/ 31 h 32"/>
              <a:gd name="GluePoint22X" fmla="*/ 13 w 34"/>
              <a:gd name="GluePoint22Y" fmla="*/ 32 h 32"/>
              <a:gd name="GluePoint23X" fmla="*/ 16 w 34"/>
              <a:gd name="GluePoint23Y" fmla="*/ 32 h 32"/>
              <a:gd name="GluePoint24X" fmla="*/ 20 w 34"/>
              <a:gd name="GluePoint24Y" fmla="*/ 32 h 32"/>
              <a:gd name="GluePoint25X" fmla="*/ 23 w 34"/>
              <a:gd name="GluePoint25Y" fmla="*/ 31 h 32"/>
              <a:gd name="GluePoint26X" fmla="*/ 26 w 34"/>
              <a:gd name="GluePoint26Y" fmla="*/ 30 h 32"/>
              <a:gd name="GluePoint27X" fmla="*/ 28 w 34"/>
              <a:gd name="GluePoint27Y" fmla="*/ 27 h 32"/>
              <a:gd name="GluePoint28X" fmla="*/ 30 w 34"/>
              <a:gd name="GluePoint28Y" fmla="*/ 25 h 32"/>
              <a:gd name="GluePoint29X" fmla="*/ 32 w 34"/>
              <a:gd name="GluePoint29Y" fmla="*/ 23 h 32"/>
              <a:gd name="GluePoint30X" fmla="*/ 33 w 34"/>
              <a:gd name="GluePoint30Y" fmla="*/ 19 h 32"/>
              <a:gd name="GluePoint31X" fmla="*/ 34 w 34"/>
              <a:gd name="GluePoint31Y" fmla="*/ 16 h 32"/>
              <a:gd name="GluePoint32X" fmla="*/ 33 w 34"/>
              <a:gd name="GluePoint32Y" fmla="*/ 13 h 32"/>
              <a:gd name="GluePoint33X" fmla="*/ 32 w 34"/>
              <a:gd name="GluePoint33Y" fmla="*/ 10 h 32"/>
            </a:gdLst>
            <a:ahLst/>
            <a:cxnLst/>
            <a:rect l="textAreaLeft" t="textAreaTop" r="textAreaRight" b="textAreaBottom"/>
            <a:pathLst>
              <a:path w="34" h="32">
                <a:moveTo>
                  <a:pt x="32" y="10"/>
                </a:moveTo>
                <a:lnTo>
                  <a:pt x="30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1" y="20"/>
                </a:lnTo>
                <a:lnTo>
                  <a:pt x="2" y="23"/>
                </a:lnTo>
                <a:lnTo>
                  <a:pt x="2" y="26"/>
                </a:lnTo>
                <a:lnTo>
                  <a:pt x="5" y="28"/>
                </a:lnTo>
                <a:lnTo>
                  <a:pt x="6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0" y="25"/>
                </a:lnTo>
                <a:lnTo>
                  <a:pt x="32" y="23"/>
                </a:lnTo>
                <a:lnTo>
                  <a:pt x="33" y="19"/>
                </a:lnTo>
                <a:lnTo>
                  <a:pt x="34" y="16"/>
                </a:lnTo>
                <a:lnTo>
                  <a:pt x="33" y="13"/>
                </a:lnTo>
                <a:lnTo>
                  <a:pt x="32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578" name="íśľîdé">
            <a:extLst>
              <a:ext uri="{FF2B5EF4-FFF2-40B4-BE49-F238E27FC236}">
                <a16:creationId xmlns:a16="http://schemas.microsoft.com/office/drawing/2014/main" id="{CBAB2215-1E76-4BF1-A865-EDB6D1C68E0C}"/>
              </a:ext>
            </a:extLst>
          </p:cNvPr>
          <p:cNvSpPr>
            <a:spLocks noGrp="1"/>
          </p:cNvSpPr>
          <p:nvPr/>
        </p:nvSpPr>
        <p:spPr>
          <a:xfrm>
            <a:off x="174348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4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4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59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8" y="4"/>
                </a:lnTo>
                <a:lnTo>
                  <a:pt x="74" y="2"/>
                </a:lnTo>
                <a:lnTo>
                  <a:pt x="72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6" y="0"/>
                </a:lnTo>
                <a:lnTo>
                  <a:pt x="51" y="1"/>
                </a:lnTo>
                <a:lnTo>
                  <a:pt x="46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6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8" y="19"/>
                </a:lnTo>
                <a:lnTo>
                  <a:pt x="41" y="18"/>
                </a:lnTo>
                <a:lnTo>
                  <a:pt x="42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1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8" y="22"/>
                </a:lnTo>
                <a:lnTo>
                  <a:pt x="59" y="23"/>
                </a:lnTo>
                <a:lnTo>
                  <a:pt x="61" y="26"/>
                </a:lnTo>
                <a:lnTo>
                  <a:pt x="62" y="27"/>
                </a:lnTo>
                <a:lnTo>
                  <a:pt x="62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4" y="102"/>
                </a:lnTo>
                <a:lnTo>
                  <a:pt x="78" y="102"/>
                </a:lnTo>
                <a:lnTo>
                  <a:pt x="82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579" name="ïśļîḋé">
            <a:extLst>
              <a:ext uri="{FF2B5EF4-FFF2-40B4-BE49-F238E27FC236}">
                <a16:creationId xmlns:a16="http://schemas.microsoft.com/office/drawing/2014/main" id="{2E3612F0-AC7B-477F-820D-C451658AB352}"/>
              </a:ext>
            </a:extLst>
          </p:cNvPr>
          <p:cNvSpPr>
            <a:spLocks noGrp="1"/>
          </p:cNvSpPr>
          <p:nvPr/>
        </p:nvSpPr>
        <p:spPr>
          <a:xfrm>
            <a:off x="1796400" y="955440"/>
            <a:ext cx="41400" cy="44640"/>
          </a:xfrm>
          <a:custGeom>
            <a:avLst/>
            <a:gdLst>
              <a:gd name="textAreaLeft" fmla="*/ 0 w 41400"/>
              <a:gd name="textAreaRight" fmla="*/ 41760 w 41400"/>
              <a:gd name="textAreaTop" fmla="*/ 0 h 44640"/>
              <a:gd name="textAreaBottom" fmla="*/ 45000 h 44640"/>
              <a:gd name="GluePoint1X" fmla="*/ 88 w 96"/>
              <a:gd name="GluePoint1Y" fmla="*/ 93 h 103"/>
              <a:gd name="GluePoint2X" fmla="*/ 85 w 96"/>
              <a:gd name="GluePoint2Y" fmla="*/ 87 h 103"/>
              <a:gd name="GluePoint3X" fmla="*/ 85 w 96"/>
              <a:gd name="GluePoint3Y" fmla="*/ 25 h 103"/>
              <a:gd name="GluePoint4X" fmla="*/ 82 w 96"/>
              <a:gd name="GluePoint4Y" fmla="*/ 16 h 103"/>
              <a:gd name="GluePoint5X" fmla="*/ 77 w 96"/>
              <a:gd name="GluePoint5Y" fmla="*/ 10 h 103"/>
              <a:gd name="GluePoint6X" fmla="*/ 69 w 96"/>
              <a:gd name="GluePoint6Y" fmla="*/ 5 h 103"/>
              <a:gd name="GluePoint7X" fmla="*/ 59 w 96"/>
              <a:gd name="GluePoint7Y" fmla="*/ 2 h 103"/>
              <a:gd name="GluePoint8X" fmla="*/ 45 w 96"/>
              <a:gd name="GluePoint8Y" fmla="*/ 0 h 103"/>
              <a:gd name="GluePoint9X" fmla="*/ 29 w 96"/>
              <a:gd name="GluePoint9Y" fmla="*/ 2 h 103"/>
              <a:gd name="GluePoint10X" fmla="*/ 15 w 96"/>
              <a:gd name="GluePoint10Y" fmla="*/ 8 h 103"/>
              <a:gd name="GluePoint11X" fmla="*/ 9 w 96"/>
              <a:gd name="GluePoint11Y" fmla="*/ 26 h 103"/>
              <a:gd name="GluePoint12X" fmla="*/ 17 w 96"/>
              <a:gd name="GluePoint12Y" fmla="*/ 21 h 103"/>
              <a:gd name="GluePoint13X" fmla="*/ 25 w 96"/>
              <a:gd name="GluePoint13Y" fmla="*/ 15 h 103"/>
              <a:gd name="GluePoint14X" fmla="*/ 37 w 96"/>
              <a:gd name="GluePoint14Y" fmla="*/ 13 h 103"/>
              <a:gd name="GluePoint15X" fmla="*/ 48 w 96"/>
              <a:gd name="GluePoint15Y" fmla="*/ 17 h 103"/>
              <a:gd name="GluePoint16X" fmla="*/ 55 w 96"/>
              <a:gd name="GluePoint16Y" fmla="*/ 25 h 103"/>
              <a:gd name="GluePoint17X" fmla="*/ 57 w 96"/>
              <a:gd name="GluePoint17Y" fmla="*/ 34 h 103"/>
              <a:gd name="GluePoint18X" fmla="*/ 53 w 96"/>
              <a:gd name="GluePoint18Y" fmla="*/ 40 h 103"/>
              <a:gd name="GluePoint19X" fmla="*/ 46 w 96"/>
              <a:gd name="GluePoint19Y" fmla="*/ 44 h 103"/>
              <a:gd name="GluePoint20X" fmla="*/ 38 w 96"/>
              <a:gd name="GluePoint20Y" fmla="*/ 46 h 103"/>
              <a:gd name="GluePoint21X" fmla="*/ 24 w 96"/>
              <a:gd name="GluePoint21Y" fmla="*/ 49 h 103"/>
              <a:gd name="GluePoint22X" fmla="*/ 13 w 96"/>
              <a:gd name="GluePoint22Y" fmla="*/ 54 h 103"/>
              <a:gd name="GluePoint23X" fmla="*/ 5 w 96"/>
              <a:gd name="GluePoint23Y" fmla="*/ 59 h 103"/>
              <a:gd name="GluePoint24X" fmla="*/ 1 w 96"/>
              <a:gd name="GluePoint24Y" fmla="*/ 67 h 103"/>
              <a:gd name="GluePoint25X" fmla="*/ 0 w 96"/>
              <a:gd name="GluePoint25Y" fmla="*/ 75 h 103"/>
              <a:gd name="GluePoint26X" fmla="*/ 1 w 96"/>
              <a:gd name="GluePoint26Y" fmla="*/ 83 h 103"/>
              <a:gd name="GluePoint27X" fmla="*/ 3 w 96"/>
              <a:gd name="GluePoint27Y" fmla="*/ 91 h 103"/>
              <a:gd name="GluePoint28X" fmla="*/ 8 w 96"/>
              <a:gd name="GluePoint28Y" fmla="*/ 96 h 103"/>
              <a:gd name="GluePoint29X" fmla="*/ 14 w 96"/>
              <a:gd name="GluePoint29Y" fmla="*/ 100 h 103"/>
              <a:gd name="GluePoint30X" fmla="*/ 23 w 96"/>
              <a:gd name="GluePoint30Y" fmla="*/ 103 h 103"/>
              <a:gd name="GluePoint31X" fmla="*/ 34 w 96"/>
              <a:gd name="GluePoint31Y" fmla="*/ 103 h 103"/>
              <a:gd name="GluePoint32X" fmla="*/ 46 w 96"/>
              <a:gd name="GluePoint32Y" fmla="*/ 99 h 103"/>
              <a:gd name="GluePoint33X" fmla="*/ 54 w 96"/>
              <a:gd name="GluePoint33Y" fmla="*/ 93 h 103"/>
              <a:gd name="GluePoint34X" fmla="*/ 60 w 96"/>
              <a:gd name="GluePoint34Y" fmla="*/ 95 h 103"/>
              <a:gd name="GluePoint35X" fmla="*/ 67 w 96"/>
              <a:gd name="GluePoint35Y" fmla="*/ 102 h 103"/>
              <a:gd name="GluePoint36X" fmla="*/ 77 w 96"/>
              <a:gd name="GluePoint36Y" fmla="*/ 103 h 103"/>
              <a:gd name="GluePoint37X" fmla="*/ 88 w 96"/>
              <a:gd name="GluePoint37Y" fmla="*/ 103 h 103"/>
              <a:gd name="GluePoint38X" fmla="*/ 96 w 96"/>
              <a:gd name="GluePoint38Y" fmla="*/ 99 h 103"/>
              <a:gd name="GluePoint39X" fmla="*/ 91 w 96"/>
              <a:gd name="GluePoint39Y" fmla="*/ 95 h 103"/>
              <a:gd name="GluePoint40X" fmla="*/ 55 w 96"/>
              <a:gd name="GluePoint40Y" fmla="*/ 79 h 103"/>
              <a:gd name="GluePoint41X" fmla="*/ 53 w 96"/>
              <a:gd name="GluePoint41Y" fmla="*/ 85 h 103"/>
              <a:gd name="GluePoint42X" fmla="*/ 50 w 96"/>
              <a:gd name="GluePoint42Y" fmla="*/ 88 h 103"/>
              <a:gd name="GluePoint43X" fmla="*/ 45 w 96"/>
              <a:gd name="GluePoint43Y" fmla="*/ 91 h 103"/>
              <a:gd name="GluePoint44X" fmla="*/ 41 w 96"/>
              <a:gd name="GluePoint44Y" fmla="*/ 91 h 103"/>
              <a:gd name="GluePoint45X" fmla="*/ 33 w 96"/>
              <a:gd name="GluePoint45Y" fmla="*/ 89 h 103"/>
              <a:gd name="GluePoint46X" fmla="*/ 30 w 96"/>
              <a:gd name="GluePoint46Y" fmla="*/ 82 h 103"/>
              <a:gd name="GluePoint47X" fmla="*/ 29 w 96"/>
              <a:gd name="GluePoint47Y" fmla="*/ 71 h 103"/>
              <a:gd name="GluePoint48X" fmla="*/ 30 w 96"/>
              <a:gd name="GluePoint48Y" fmla="*/ 65 h 103"/>
              <a:gd name="GluePoint49X" fmla="*/ 34 w 96"/>
              <a:gd name="GluePoint49Y" fmla="*/ 59 h 103"/>
              <a:gd name="GluePoint50X" fmla="*/ 41 w 96"/>
              <a:gd name="GluePoint50Y" fmla="*/ 54 h 103"/>
              <a:gd name="GluePoint51X" fmla="*/ 54 w 96"/>
              <a:gd name="GluePoint51Y" fmla="*/ 50 h 103"/>
            </a:gdLst>
            <a:ahLst/>
            <a:cxnLst/>
            <a:rect l="textAreaLeft" t="textAreaTop" r="textAreaRight" b="textAreaBottom"/>
            <a:pathLst>
              <a:path w="96" h="103">
                <a:moveTo>
                  <a:pt x="91" y="95"/>
                </a:moveTo>
                <a:lnTo>
                  <a:pt x="89" y="94"/>
                </a:lnTo>
                <a:lnTo>
                  <a:pt x="88" y="93"/>
                </a:lnTo>
                <a:lnTo>
                  <a:pt x="87" y="91"/>
                </a:lnTo>
                <a:lnTo>
                  <a:pt x="86" y="90"/>
                </a:lnTo>
                <a:lnTo>
                  <a:pt x="85" y="87"/>
                </a:lnTo>
                <a:lnTo>
                  <a:pt x="85" y="85"/>
                </a:lnTo>
                <a:lnTo>
                  <a:pt x="85" y="27"/>
                </a:lnTo>
                <a:lnTo>
                  <a:pt x="85" y="25"/>
                </a:lnTo>
                <a:lnTo>
                  <a:pt x="85" y="22"/>
                </a:lnTo>
                <a:lnTo>
                  <a:pt x="84" y="19"/>
                </a:lnTo>
                <a:lnTo>
                  <a:pt x="82" y="16"/>
                </a:lnTo>
                <a:lnTo>
                  <a:pt x="81" y="14"/>
                </a:lnTo>
                <a:lnTo>
                  <a:pt x="79" y="12"/>
                </a:lnTo>
                <a:lnTo>
                  <a:pt x="77" y="10"/>
                </a:lnTo>
                <a:lnTo>
                  <a:pt x="75" y="8"/>
                </a:lnTo>
                <a:lnTo>
                  <a:pt x="72" y="6"/>
                </a:lnTo>
                <a:lnTo>
                  <a:pt x="69" y="5"/>
                </a:lnTo>
                <a:lnTo>
                  <a:pt x="66" y="4"/>
                </a:lnTo>
                <a:lnTo>
                  <a:pt x="62" y="2"/>
                </a:lnTo>
                <a:lnTo>
                  <a:pt x="59" y="2"/>
                </a:lnTo>
                <a:lnTo>
                  <a:pt x="54" y="1"/>
                </a:lnTo>
                <a:lnTo>
                  <a:pt x="50" y="0"/>
                </a:lnTo>
                <a:lnTo>
                  <a:pt x="45" y="0"/>
                </a:lnTo>
                <a:lnTo>
                  <a:pt x="40" y="0"/>
                </a:lnTo>
                <a:lnTo>
                  <a:pt x="34" y="1"/>
                </a:lnTo>
                <a:lnTo>
                  <a:pt x="29" y="2"/>
                </a:lnTo>
                <a:lnTo>
                  <a:pt x="24" y="4"/>
                </a:lnTo>
                <a:lnTo>
                  <a:pt x="20" y="6"/>
                </a:lnTo>
                <a:lnTo>
                  <a:pt x="15" y="8"/>
                </a:lnTo>
                <a:lnTo>
                  <a:pt x="11" y="10"/>
                </a:lnTo>
                <a:lnTo>
                  <a:pt x="7" y="14"/>
                </a:lnTo>
                <a:lnTo>
                  <a:pt x="9" y="26"/>
                </a:lnTo>
                <a:lnTo>
                  <a:pt x="11" y="26"/>
                </a:lnTo>
                <a:lnTo>
                  <a:pt x="14" y="23"/>
                </a:lnTo>
                <a:lnTo>
                  <a:pt x="17" y="21"/>
                </a:lnTo>
                <a:lnTo>
                  <a:pt x="20" y="18"/>
                </a:lnTo>
                <a:lnTo>
                  <a:pt x="22" y="17"/>
                </a:lnTo>
                <a:lnTo>
                  <a:pt x="25" y="15"/>
                </a:lnTo>
                <a:lnTo>
                  <a:pt x="29" y="14"/>
                </a:lnTo>
                <a:lnTo>
                  <a:pt x="33" y="14"/>
                </a:lnTo>
                <a:lnTo>
                  <a:pt x="37" y="13"/>
                </a:lnTo>
                <a:lnTo>
                  <a:pt x="41" y="14"/>
                </a:lnTo>
                <a:lnTo>
                  <a:pt x="45" y="15"/>
                </a:lnTo>
                <a:lnTo>
                  <a:pt x="48" y="17"/>
                </a:lnTo>
                <a:lnTo>
                  <a:pt x="50" y="19"/>
                </a:lnTo>
                <a:lnTo>
                  <a:pt x="53" y="22"/>
                </a:lnTo>
                <a:lnTo>
                  <a:pt x="55" y="25"/>
                </a:lnTo>
                <a:lnTo>
                  <a:pt x="56" y="28"/>
                </a:lnTo>
                <a:lnTo>
                  <a:pt x="57" y="32"/>
                </a:lnTo>
                <a:lnTo>
                  <a:pt x="57" y="34"/>
                </a:lnTo>
                <a:lnTo>
                  <a:pt x="56" y="36"/>
                </a:lnTo>
                <a:lnTo>
                  <a:pt x="55" y="38"/>
                </a:lnTo>
                <a:lnTo>
                  <a:pt x="53" y="40"/>
                </a:lnTo>
                <a:lnTo>
                  <a:pt x="52" y="42"/>
                </a:lnTo>
                <a:lnTo>
                  <a:pt x="49" y="42"/>
                </a:lnTo>
                <a:lnTo>
                  <a:pt x="46" y="44"/>
                </a:lnTo>
                <a:lnTo>
                  <a:pt x="42" y="45"/>
                </a:lnTo>
                <a:lnTo>
                  <a:pt x="40" y="46"/>
                </a:lnTo>
                <a:lnTo>
                  <a:pt x="38" y="46"/>
                </a:lnTo>
                <a:lnTo>
                  <a:pt x="33" y="47"/>
                </a:lnTo>
                <a:lnTo>
                  <a:pt x="29" y="47"/>
                </a:lnTo>
                <a:lnTo>
                  <a:pt x="24" y="49"/>
                </a:lnTo>
                <a:lnTo>
                  <a:pt x="20" y="51"/>
                </a:lnTo>
                <a:lnTo>
                  <a:pt x="17" y="52"/>
                </a:lnTo>
                <a:lnTo>
                  <a:pt x="13" y="54"/>
                </a:lnTo>
                <a:lnTo>
                  <a:pt x="10" y="55"/>
                </a:lnTo>
                <a:lnTo>
                  <a:pt x="8" y="57"/>
                </a:lnTo>
                <a:lnTo>
                  <a:pt x="5" y="59"/>
                </a:lnTo>
                <a:lnTo>
                  <a:pt x="4" y="62"/>
                </a:lnTo>
                <a:lnTo>
                  <a:pt x="2" y="64"/>
                </a:lnTo>
                <a:lnTo>
                  <a:pt x="1" y="67"/>
                </a:lnTo>
                <a:lnTo>
                  <a:pt x="0" y="69"/>
                </a:lnTo>
                <a:lnTo>
                  <a:pt x="0" y="71"/>
                </a:lnTo>
                <a:lnTo>
                  <a:pt x="0" y="75"/>
                </a:lnTo>
                <a:lnTo>
                  <a:pt x="0" y="78"/>
                </a:lnTo>
                <a:lnTo>
                  <a:pt x="0" y="81"/>
                </a:lnTo>
                <a:lnTo>
                  <a:pt x="1" y="83"/>
                </a:lnTo>
                <a:lnTo>
                  <a:pt x="1" y="86"/>
                </a:lnTo>
                <a:lnTo>
                  <a:pt x="2" y="88"/>
                </a:lnTo>
                <a:lnTo>
                  <a:pt x="3" y="91"/>
                </a:lnTo>
                <a:lnTo>
                  <a:pt x="5" y="93"/>
                </a:lnTo>
                <a:lnTo>
                  <a:pt x="6" y="95"/>
                </a:lnTo>
                <a:lnTo>
                  <a:pt x="8" y="96"/>
                </a:lnTo>
                <a:lnTo>
                  <a:pt x="9" y="98"/>
                </a:lnTo>
                <a:lnTo>
                  <a:pt x="12" y="99"/>
                </a:lnTo>
                <a:lnTo>
                  <a:pt x="14" y="100"/>
                </a:lnTo>
                <a:lnTo>
                  <a:pt x="17" y="102"/>
                </a:lnTo>
                <a:lnTo>
                  <a:pt x="20" y="103"/>
                </a:lnTo>
                <a:lnTo>
                  <a:pt x="23" y="103"/>
                </a:lnTo>
                <a:lnTo>
                  <a:pt x="26" y="103"/>
                </a:lnTo>
                <a:lnTo>
                  <a:pt x="30" y="103"/>
                </a:lnTo>
                <a:lnTo>
                  <a:pt x="34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99"/>
                </a:lnTo>
                <a:lnTo>
                  <a:pt x="49" y="98"/>
                </a:lnTo>
                <a:lnTo>
                  <a:pt x="52" y="95"/>
                </a:lnTo>
                <a:lnTo>
                  <a:pt x="54" y="93"/>
                </a:lnTo>
                <a:lnTo>
                  <a:pt x="57" y="90"/>
                </a:lnTo>
                <a:lnTo>
                  <a:pt x="58" y="93"/>
                </a:lnTo>
                <a:lnTo>
                  <a:pt x="60" y="95"/>
                </a:lnTo>
                <a:lnTo>
                  <a:pt x="62" y="98"/>
                </a:lnTo>
                <a:lnTo>
                  <a:pt x="65" y="99"/>
                </a:lnTo>
                <a:lnTo>
                  <a:pt x="67" y="102"/>
                </a:lnTo>
                <a:lnTo>
                  <a:pt x="70" y="103"/>
                </a:lnTo>
                <a:lnTo>
                  <a:pt x="73" y="103"/>
                </a:lnTo>
                <a:lnTo>
                  <a:pt x="77" y="103"/>
                </a:lnTo>
                <a:lnTo>
                  <a:pt x="80" y="103"/>
                </a:lnTo>
                <a:lnTo>
                  <a:pt x="84" y="103"/>
                </a:lnTo>
                <a:lnTo>
                  <a:pt x="88" y="103"/>
                </a:lnTo>
                <a:lnTo>
                  <a:pt x="93" y="102"/>
                </a:lnTo>
                <a:lnTo>
                  <a:pt x="94" y="100"/>
                </a:lnTo>
                <a:lnTo>
                  <a:pt x="96" y="99"/>
                </a:lnTo>
                <a:lnTo>
                  <a:pt x="96" y="95"/>
                </a:lnTo>
                <a:lnTo>
                  <a:pt x="93" y="95"/>
                </a:lnTo>
                <a:lnTo>
                  <a:pt x="91" y="95"/>
                </a:lnTo>
                <a:close/>
                <a:moveTo>
                  <a:pt x="57" y="68"/>
                </a:moveTo>
                <a:lnTo>
                  <a:pt x="57" y="74"/>
                </a:lnTo>
                <a:lnTo>
                  <a:pt x="55" y="79"/>
                </a:lnTo>
                <a:lnTo>
                  <a:pt x="55" y="81"/>
                </a:lnTo>
                <a:lnTo>
                  <a:pt x="53" y="83"/>
                </a:lnTo>
                <a:lnTo>
                  <a:pt x="53" y="85"/>
                </a:lnTo>
                <a:lnTo>
                  <a:pt x="52" y="87"/>
                </a:lnTo>
                <a:lnTo>
                  <a:pt x="51" y="87"/>
                </a:lnTo>
                <a:lnTo>
                  <a:pt x="50" y="88"/>
                </a:lnTo>
                <a:lnTo>
                  <a:pt x="49" y="90"/>
                </a:lnTo>
                <a:lnTo>
                  <a:pt x="47" y="91"/>
                </a:lnTo>
                <a:lnTo>
                  <a:pt x="45" y="91"/>
                </a:lnTo>
                <a:lnTo>
                  <a:pt x="45" y="91"/>
                </a:lnTo>
                <a:lnTo>
                  <a:pt x="42" y="91"/>
                </a:lnTo>
                <a:lnTo>
                  <a:pt x="41" y="91"/>
                </a:lnTo>
                <a:lnTo>
                  <a:pt x="38" y="91"/>
                </a:lnTo>
                <a:lnTo>
                  <a:pt x="36" y="91"/>
                </a:lnTo>
                <a:lnTo>
                  <a:pt x="33" y="89"/>
                </a:lnTo>
                <a:lnTo>
                  <a:pt x="32" y="87"/>
                </a:lnTo>
                <a:lnTo>
                  <a:pt x="31" y="85"/>
                </a:lnTo>
                <a:lnTo>
                  <a:pt x="30" y="82"/>
                </a:lnTo>
                <a:lnTo>
                  <a:pt x="29" y="79"/>
                </a:lnTo>
                <a:lnTo>
                  <a:pt x="29" y="75"/>
                </a:lnTo>
                <a:lnTo>
                  <a:pt x="29" y="71"/>
                </a:lnTo>
                <a:lnTo>
                  <a:pt x="29" y="70"/>
                </a:lnTo>
                <a:lnTo>
                  <a:pt x="29" y="67"/>
                </a:lnTo>
                <a:lnTo>
                  <a:pt x="30" y="65"/>
                </a:lnTo>
                <a:lnTo>
                  <a:pt x="31" y="63"/>
                </a:lnTo>
                <a:lnTo>
                  <a:pt x="33" y="61"/>
                </a:lnTo>
                <a:lnTo>
                  <a:pt x="34" y="59"/>
                </a:lnTo>
                <a:lnTo>
                  <a:pt x="36" y="57"/>
                </a:lnTo>
                <a:lnTo>
                  <a:pt x="38" y="55"/>
                </a:lnTo>
                <a:lnTo>
                  <a:pt x="41" y="54"/>
                </a:lnTo>
                <a:lnTo>
                  <a:pt x="45" y="52"/>
                </a:lnTo>
                <a:lnTo>
                  <a:pt x="50" y="51"/>
                </a:lnTo>
                <a:lnTo>
                  <a:pt x="54" y="50"/>
                </a:lnTo>
                <a:lnTo>
                  <a:pt x="57" y="48"/>
                </a:lnTo>
                <a:lnTo>
                  <a:pt x="57" y="6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80" name="îŝḻïḓé">
            <a:extLst>
              <a:ext uri="{FF2B5EF4-FFF2-40B4-BE49-F238E27FC236}">
                <a16:creationId xmlns:a16="http://schemas.microsoft.com/office/drawing/2014/main" id="{E46F275E-94CC-4452-913D-E03BA179DEAC}"/>
              </a:ext>
            </a:extLst>
          </p:cNvPr>
          <p:cNvSpPr>
            <a:spLocks noGrp="1"/>
          </p:cNvSpPr>
          <p:nvPr/>
        </p:nvSpPr>
        <p:spPr>
          <a:xfrm>
            <a:off x="1873440" y="937800"/>
            <a:ext cx="54720" cy="62640"/>
          </a:xfrm>
          <a:custGeom>
            <a:avLst/>
            <a:gdLst>
              <a:gd name="textAreaLeft" fmla="*/ 0 w 54720"/>
              <a:gd name="textAreaRight" fmla="*/ 55080 w 54720"/>
              <a:gd name="textAreaTop" fmla="*/ 0 h 62640"/>
              <a:gd name="textAreaBottom" fmla="*/ 63000 h 62640"/>
              <a:gd name="GluePoint1X" fmla="*/ 121 w 126"/>
              <a:gd name="GluePoint1Y" fmla="*/ 0 h 144"/>
              <a:gd name="GluePoint2X" fmla="*/ 113 w 126"/>
              <a:gd name="GluePoint2Y" fmla="*/ 0 h 144"/>
              <a:gd name="GluePoint3X" fmla="*/ 109 w 126"/>
              <a:gd name="GluePoint3Y" fmla="*/ 63 h 144"/>
              <a:gd name="GluePoint4X" fmla="*/ 107 w 126"/>
              <a:gd name="GluePoint4Y" fmla="*/ 91 h 144"/>
              <a:gd name="GluePoint5X" fmla="*/ 106 w 126"/>
              <a:gd name="GluePoint5Y" fmla="*/ 100 h 144"/>
              <a:gd name="GluePoint6X" fmla="*/ 105 w 126"/>
              <a:gd name="GluePoint6Y" fmla="*/ 107 h 144"/>
              <a:gd name="GluePoint7X" fmla="*/ 102 w 126"/>
              <a:gd name="GluePoint7Y" fmla="*/ 112 h 144"/>
              <a:gd name="GluePoint8X" fmla="*/ 98 w 126"/>
              <a:gd name="GluePoint8Y" fmla="*/ 118 h 144"/>
              <a:gd name="GluePoint9X" fmla="*/ 94 w 126"/>
              <a:gd name="GluePoint9Y" fmla="*/ 123 h 144"/>
              <a:gd name="GluePoint10X" fmla="*/ 90 w 126"/>
              <a:gd name="GluePoint10Y" fmla="*/ 126 h 144"/>
              <a:gd name="GluePoint11X" fmla="*/ 86 w 126"/>
              <a:gd name="GluePoint11Y" fmla="*/ 128 h 144"/>
              <a:gd name="GluePoint12X" fmla="*/ 80 w 126"/>
              <a:gd name="GluePoint12Y" fmla="*/ 131 h 144"/>
              <a:gd name="GluePoint13X" fmla="*/ 74 w 126"/>
              <a:gd name="GluePoint13Y" fmla="*/ 131 h 144"/>
              <a:gd name="GluePoint14X" fmla="*/ 68 w 126"/>
              <a:gd name="GluePoint14Y" fmla="*/ 131 h 144"/>
              <a:gd name="GluePoint15X" fmla="*/ 61 w 126"/>
              <a:gd name="GluePoint15Y" fmla="*/ 131 h 144"/>
              <a:gd name="GluePoint16X" fmla="*/ 54 w 126"/>
              <a:gd name="GluePoint16Y" fmla="*/ 130 h 144"/>
              <a:gd name="GluePoint17X" fmla="*/ 49 w 126"/>
              <a:gd name="GluePoint17Y" fmla="*/ 127 h 144"/>
              <a:gd name="GluePoint18X" fmla="*/ 45 w 126"/>
              <a:gd name="GluePoint18Y" fmla="*/ 123 h 144"/>
              <a:gd name="GluePoint19X" fmla="*/ 40 w 126"/>
              <a:gd name="GluePoint19Y" fmla="*/ 119 h 144"/>
              <a:gd name="GluePoint20X" fmla="*/ 37 w 126"/>
              <a:gd name="GluePoint20Y" fmla="*/ 113 h 144"/>
              <a:gd name="GluePoint21X" fmla="*/ 34 w 126"/>
              <a:gd name="GluePoint21Y" fmla="*/ 107 h 144"/>
              <a:gd name="GluePoint22X" fmla="*/ 33 w 126"/>
              <a:gd name="GluePoint22Y" fmla="*/ 99 h 144"/>
              <a:gd name="GluePoint23X" fmla="*/ 31 w 126"/>
              <a:gd name="GluePoint23Y" fmla="*/ 83 h 144"/>
              <a:gd name="GluePoint24X" fmla="*/ 31 w 126"/>
              <a:gd name="GluePoint24Y" fmla="*/ 58 h 144"/>
              <a:gd name="GluePoint25X" fmla="*/ 28 w 126"/>
              <a:gd name="GluePoint25Y" fmla="*/ 0 h 144"/>
              <a:gd name="GluePoint26X" fmla="*/ 21 w 126"/>
              <a:gd name="GluePoint26Y" fmla="*/ 1 h 144"/>
              <a:gd name="GluePoint27X" fmla="*/ 17 w 126"/>
              <a:gd name="GluePoint27Y" fmla="*/ 1 h 144"/>
              <a:gd name="GluePoint28X" fmla="*/ 13 w 126"/>
              <a:gd name="GluePoint28Y" fmla="*/ 1 h 144"/>
              <a:gd name="GluePoint29X" fmla="*/ 9 w 126"/>
              <a:gd name="GluePoint29Y" fmla="*/ 1 h 144"/>
              <a:gd name="GluePoint30X" fmla="*/ 3 w 126"/>
              <a:gd name="GluePoint30Y" fmla="*/ 0 h 144"/>
              <a:gd name="GluePoint31X" fmla="*/ 0 w 126"/>
              <a:gd name="GluePoint31Y" fmla="*/ 85 h 144"/>
              <a:gd name="GluePoint32X" fmla="*/ 1 w 126"/>
              <a:gd name="GluePoint32Y" fmla="*/ 99 h 144"/>
              <a:gd name="GluePoint33X" fmla="*/ 4 w 126"/>
              <a:gd name="GluePoint33Y" fmla="*/ 111 h 144"/>
              <a:gd name="GluePoint34X" fmla="*/ 6 w 126"/>
              <a:gd name="GluePoint34Y" fmla="*/ 119 h 144"/>
              <a:gd name="GluePoint35X" fmla="*/ 10 w 126"/>
              <a:gd name="GluePoint35Y" fmla="*/ 125 h 144"/>
              <a:gd name="GluePoint36X" fmla="*/ 16 w 126"/>
              <a:gd name="GluePoint36Y" fmla="*/ 131 h 144"/>
              <a:gd name="GluePoint37X" fmla="*/ 23 w 126"/>
              <a:gd name="GluePoint37Y" fmla="*/ 136 h 144"/>
              <a:gd name="GluePoint38X" fmla="*/ 31 w 126"/>
              <a:gd name="GluePoint38Y" fmla="*/ 139 h 144"/>
              <a:gd name="GluePoint39X" fmla="*/ 41 w 126"/>
              <a:gd name="GluePoint39Y" fmla="*/ 142 h 144"/>
              <a:gd name="GluePoint40X" fmla="*/ 52 w 126"/>
              <a:gd name="GluePoint40Y" fmla="*/ 143 h 144"/>
              <a:gd name="GluePoint41X" fmla="*/ 64 w 126"/>
              <a:gd name="GluePoint41Y" fmla="*/ 144 h 144"/>
              <a:gd name="GluePoint42X" fmla="*/ 74 w 126"/>
              <a:gd name="GluePoint42Y" fmla="*/ 143 h 144"/>
              <a:gd name="GluePoint43X" fmla="*/ 85 w 126"/>
              <a:gd name="GluePoint43Y" fmla="*/ 142 h 144"/>
              <a:gd name="GluePoint44X" fmla="*/ 94 w 126"/>
              <a:gd name="GluePoint44Y" fmla="*/ 139 h 144"/>
              <a:gd name="GluePoint45X" fmla="*/ 103 w 126"/>
              <a:gd name="GluePoint45Y" fmla="*/ 135 h 144"/>
              <a:gd name="GluePoint46X" fmla="*/ 109 w 126"/>
              <a:gd name="GluePoint46Y" fmla="*/ 131 h 144"/>
              <a:gd name="GluePoint47X" fmla="*/ 114 w 126"/>
              <a:gd name="GluePoint47Y" fmla="*/ 126 h 144"/>
              <a:gd name="GluePoint48X" fmla="*/ 118 w 126"/>
              <a:gd name="GluePoint48Y" fmla="*/ 119 h 144"/>
              <a:gd name="GluePoint49X" fmla="*/ 121 w 126"/>
              <a:gd name="GluePoint49Y" fmla="*/ 113 h 144"/>
              <a:gd name="GluePoint50X" fmla="*/ 123 w 126"/>
              <a:gd name="GluePoint50Y" fmla="*/ 104 h 144"/>
              <a:gd name="GluePoint51X" fmla="*/ 125 w 126"/>
              <a:gd name="GluePoint51Y" fmla="*/ 95 h 144"/>
              <a:gd name="GluePoint52X" fmla="*/ 126 w 126"/>
              <a:gd name="GluePoint52Y" fmla="*/ 86 h 144"/>
              <a:gd name="GluePoint53X" fmla="*/ 125 w 126"/>
              <a:gd name="GluePoint53Y" fmla="*/ 74 h 144"/>
            </a:gdLst>
            <a:ahLst/>
            <a:cxnLst/>
            <a:rect l="textAreaLeft" t="textAreaTop" r="textAreaRight" b="textAreaBottom"/>
            <a:pathLst>
              <a:path w="126" h="144">
                <a:moveTo>
                  <a:pt x="125" y="0"/>
                </a:moveTo>
                <a:lnTo>
                  <a:pt x="121" y="0"/>
                </a:lnTo>
                <a:lnTo>
                  <a:pt x="117" y="0"/>
                </a:lnTo>
                <a:lnTo>
                  <a:pt x="113" y="0"/>
                </a:lnTo>
                <a:lnTo>
                  <a:pt x="109" y="0"/>
                </a:lnTo>
                <a:lnTo>
                  <a:pt x="109" y="63"/>
                </a:lnTo>
                <a:lnTo>
                  <a:pt x="109" y="78"/>
                </a:lnTo>
                <a:lnTo>
                  <a:pt x="107" y="91"/>
                </a:lnTo>
                <a:lnTo>
                  <a:pt x="107" y="96"/>
                </a:lnTo>
                <a:lnTo>
                  <a:pt x="106" y="100"/>
                </a:lnTo>
                <a:lnTo>
                  <a:pt x="106" y="103"/>
                </a:lnTo>
                <a:lnTo>
                  <a:pt x="105" y="107"/>
                </a:lnTo>
                <a:lnTo>
                  <a:pt x="103" y="110"/>
                </a:lnTo>
                <a:lnTo>
                  <a:pt x="102" y="112"/>
                </a:lnTo>
                <a:lnTo>
                  <a:pt x="100" y="115"/>
                </a:lnTo>
                <a:lnTo>
                  <a:pt x="98" y="118"/>
                </a:lnTo>
                <a:lnTo>
                  <a:pt x="97" y="120"/>
                </a:lnTo>
                <a:lnTo>
                  <a:pt x="94" y="123"/>
                </a:lnTo>
                <a:lnTo>
                  <a:pt x="93" y="124"/>
                </a:lnTo>
                <a:lnTo>
                  <a:pt x="90" y="126"/>
                </a:lnTo>
                <a:lnTo>
                  <a:pt x="88" y="127"/>
                </a:lnTo>
                <a:lnTo>
                  <a:pt x="86" y="128"/>
                </a:lnTo>
                <a:lnTo>
                  <a:pt x="83" y="130"/>
                </a:lnTo>
                <a:lnTo>
                  <a:pt x="80" y="131"/>
                </a:lnTo>
                <a:lnTo>
                  <a:pt x="78" y="131"/>
                </a:lnTo>
                <a:lnTo>
                  <a:pt x="74" y="131"/>
                </a:lnTo>
                <a:lnTo>
                  <a:pt x="71" y="131"/>
                </a:lnTo>
                <a:lnTo>
                  <a:pt x="68" y="131"/>
                </a:lnTo>
                <a:lnTo>
                  <a:pt x="65" y="131"/>
                </a:lnTo>
                <a:lnTo>
                  <a:pt x="61" y="131"/>
                </a:lnTo>
                <a:lnTo>
                  <a:pt x="57" y="131"/>
                </a:lnTo>
                <a:lnTo>
                  <a:pt x="54" y="130"/>
                </a:lnTo>
                <a:lnTo>
                  <a:pt x="52" y="128"/>
                </a:lnTo>
                <a:lnTo>
                  <a:pt x="49" y="127"/>
                </a:lnTo>
                <a:lnTo>
                  <a:pt x="46" y="125"/>
                </a:lnTo>
                <a:lnTo>
                  <a:pt x="45" y="123"/>
                </a:lnTo>
                <a:lnTo>
                  <a:pt x="42" y="121"/>
                </a:lnTo>
                <a:lnTo>
                  <a:pt x="40" y="119"/>
                </a:lnTo>
                <a:lnTo>
                  <a:pt x="38" y="115"/>
                </a:lnTo>
                <a:lnTo>
                  <a:pt x="37" y="113"/>
                </a:lnTo>
                <a:lnTo>
                  <a:pt x="35" y="110"/>
                </a:lnTo>
                <a:lnTo>
                  <a:pt x="34" y="107"/>
                </a:lnTo>
                <a:lnTo>
                  <a:pt x="33" y="103"/>
                </a:lnTo>
                <a:lnTo>
                  <a:pt x="33" y="99"/>
                </a:lnTo>
                <a:lnTo>
                  <a:pt x="32" y="92"/>
                </a:lnTo>
                <a:lnTo>
                  <a:pt x="31" y="83"/>
                </a:lnTo>
                <a:lnTo>
                  <a:pt x="31" y="72"/>
                </a:lnTo>
                <a:lnTo>
                  <a:pt x="31" y="58"/>
                </a:lnTo>
                <a:lnTo>
                  <a:pt x="31" y="0"/>
                </a:lnTo>
                <a:lnTo>
                  <a:pt x="28" y="0"/>
                </a:lnTo>
                <a:lnTo>
                  <a:pt x="23" y="1"/>
                </a:lnTo>
                <a:lnTo>
                  <a:pt x="21" y="1"/>
                </a:lnTo>
                <a:lnTo>
                  <a:pt x="18" y="1"/>
                </a:lnTo>
                <a:lnTo>
                  <a:pt x="17" y="1"/>
                </a:lnTo>
                <a:lnTo>
                  <a:pt x="16" y="1"/>
                </a:lnTo>
                <a:lnTo>
                  <a:pt x="13" y="1"/>
                </a:lnTo>
                <a:lnTo>
                  <a:pt x="12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85"/>
                </a:lnTo>
                <a:lnTo>
                  <a:pt x="0" y="92"/>
                </a:lnTo>
                <a:lnTo>
                  <a:pt x="1" y="99"/>
                </a:lnTo>
                <a:lnTo>
                  <a:pt x="1" y="106"/>
                </a:lnTo>
                <a:lnTo>
                  <a:pt x="4" y="111"/>
                </a:lnTo>
                <a:lnTo>
                  <a:pt x="5" y="115"/>
                </a:lnTo>
                <a:lnTo>
                  <a:pt x="6" y="119"/>
                </a:lnTo>
                <a:lnTo>
                  <a:pt x="8" y="123"/>
                </a:lnTo>
                <a:lnTo>
                  <a:pt x="10" y="125"/>
                </a:lnTo>
                <a:lnTo>
                  <a:pt x="13" y="128"/>
                </a:lnTo>
                <a:lnTo>
                  <a:pt x="16" y="131"/>
                </a:lnTo>
                <a:lnTo>
                  <a:pt x="19" y="134"/>
                </a:lnTo>
                <a:lnTo>
                  <a:pt x="23" y="136"/>
                </a:lnTo>
                <a:lnTo>
                  <a:pt x="27" y="138"/>
                </a:lnTo>
                <a:lnTo>
                  <a:pt x="31" y="139"/>
                </a:lnTo>
                <a:lnTo>
                  <a:pt x="36" y="141"/>
                </a:lnTo>
                <a:lnTo>
                  <a:pt x="41" y="142"/>
                </a:lnTo>
                <a:lnTo>
                  <a:pt x="46" y="143"/>
                </a:lnTo>
                <a:lnTo>
                  <a:pt x="52" y="143"/>
                </a:lnTo>
                <a:lnTo>
                  <a:pt x="57" y="144"/>
                </a:lnTo>
                <a:lnTo>
                  <a:pt x="64" y="144"/>
                </a:lnTo>
                <a:lnTo>
                  <a:pt x="70" y="144"/>
                </a:lnTo>
                <a:lnTo>
                  <a:pt x="74" y="143"/>
                </a:lnTo>
                <a:lnTo>
                  <a:pt x="80" y="143"/>
                </a:lnTo>
                <a:lnTo>
                  <a:pt x="85" y="142"/>
                </a:lnTo>
                <a:lnTo>
                  <a:pt x="90" y="140"/>
                </a:lnTo>
                <a:lnTo>
                  <a:pt x="94" y="139"/>
                </a:lnTo>
                <a:lnTo>
                  <a:pt x="98" y="137"/>
                </a:lnTo>
                <a:lnTo>
                  <a:pt x="103" y="135"/>
                </a:lnTo>
                <a:lnTo>
                  <a:pt x="106" y="133"/>
                </a:lnTo>
                <a:lnTo>
                  <a:pt x="109" y="131"/>
                </a:lnTo>
                <a:lnTo>
                  <a:pt x="111" y="128"/>
                </a:lnTo>
                <a:lnTo>
                  <a:pt x="114" y="126"/>
                </a:lnTo>
                <a:lnTo>
                  <a:pt x="116" y="123"/>
                </a:lnTo>
                <a:lnTo>
                  <a:pt x="118" y="119"/>
                </a:lnTo>
                <a:lnTo>
                  <a:pt x="119" y="116"/>
                </a:lnTo>
                <a:lnTo>
                  <a:pt x="121" y="113"/>
                </a:lnTo>
                <a:lnTo>
                  <a:pt x="122" y="109"/>
                </a:lnTo>
                <a:lnTo>
                  <a:pt x="123" y="104"/>
                </a:lnTo>
                <a:lnTo>
                  <a:pt x="124" y="100"/>
                </a:lnTo>
                <a:lnTo>
                  <a:pt x="125" y="95"/>
                </a:lnTo>
                <a:lnTo>
                  <a:pt x="125" y="91"/>
                </a:lnTo>
                <a:lnTo>
                  <a:pt x="126" y="86"/>
                </a:lnTo>
                <a:lnTo>
                  <a:pt x="126" y="80"/>
                </a:lnTo>
                <a:lnTo>
                  <a:pt x="125" y="74"/>
                </a:lnTo>
                <a:lnTo>
                  <a:pt x="125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000" rIns="90000" bIns="18000" anchor="ctr">
            <a:noAutofit/>
          </a:bodyPr>
          <a:lstStyle/>
          <a:p>
            <a:endParaRPr/>
          </a:p>
        </p:txBody>
      </p:sp>
      <p:sp>
        <p:nvSpPr>
          <p:cNvPr id="581" name="iṧľîḑê">
            <a:extLst>
              <a:ext uri="{FF2B5EF4-FFF2-40B4-BE49-F238E27FC236}">
                <a16:creationId xmlns:a16="http://schemas.microsoft.com/office/drawing/2014/main" id="{B32531BA-2F46-4677-BEF2-217E5C058E14}"/>
              </a:ext>
            </a:extLst>
          </p:cNvPr>
          <p:cNvSpPr>
            <a:spLocks noGrp="1"/>
          </p:cNvSpPr>
          <p:nvPr/>
        </p:nvSpPr>
        <p:spPr>
          <a:xfrm>
            <a:off x="194616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5 w 93"/>
              <a:gd name="GluePoint3Y" fmla="*/ 10 h 102"/>
              <a:gd name="GluePoint4X" fmla="*/ 80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0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7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0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8 w 93"/>
              <a:gd name="GluePoint20Y" fmla="*/ 102 h 102"/>
              <a:gd name="GluePoint21X" fmla="*/ 28 w 93"/>
              <a:gd name="GluePoint21Y" fmla="*/ 51 h 102"/>
              <a:gd name="GluePoint22X" fmla="*/ 28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3 w 93"/>
              <a:gd name="GluePoint25Y" fmla="*/ 24 h 102"/>
              <a:gd name="GluePoint26X" fmla="*/ 37 w 93"/>
              <a:gd name="GluePoint26Y" fmla="*/ 21 h 102"/>
              <a:gd name="GluePoint27X" fmla="*/ 40 w 93"/>
              <a:gd name="GluePoint27Y" fmla="*/ 18 h 102"/>
              <a:gd name="GluePoint28X" fmla="*/ 44 w 93"/>
              <a:gd name="GluePoint28Y" fmla="*/ 18 h 102"/>
              <a:gd name="GluePoint29X" fmla="*/ 49 w 93"/>
              <a:gd name="GluePoint29Y" fmla="*/ 17 h 102"/>
              <a:gd name="GluePoint30X" fmla="*/ 53 w 93"/>
              <a:gd name="GluePoint30Y" fmla="*/ 18 h 102"/>
              <a:gd name="GluePoint31X" fmla="*/ 56 w 93"/>
              <a:gd name="GluePoint31Y" fmla="*/ 20 h 102"/>
              <a:gd name="GluePoint32X" fmla="*/ 59 w 93"/>
              <a:gd name="GluePoint32Y" fmla="*/ 23 h 102"/>
              <a:gd name="GluePoint33X" fmla="*/ 61 w 93"/>
              <a:gd name="GluePoint33Y" fmla="*/ 27 h 102"/>
              <a:gd name="GluePoint34X" fmla="*/ 63 w 93"/>
              <a:gd name="GluePoint34Y" fmla="*/ 33 h 102"/>
              <a:gd name="GluePoint35X" fmla="*/ 64 w 93"/>
              <a:gd name="GluePoint35Y" fmla="*/ 43 h 102"/>
              <a:gd name="GluePoint36X" fmla="*/ 64 w 93"/>
              <a:gd name="GluePoint36Y" fmla="*/ 102 h 102"/>
              <a:gd name="GluePoint37X" fmla="*/ 71 w 93"/>
              <a:gd name="GluePoint37Y" fmla="*/ 102 h 102"/>
              <a:gd name="GluePoint38X" fmla="*/ 78 w 93"/>
              <a:gd name="GluePoint38Y" fmla="*/ 102 h 102"/>
              <a:gd name="GluePoint39X" fmla="*/ 85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0" y="20"/>
                </a:lnTo>
                <a:lnTo>
                  <a:pt x="89" y="16"/>
                </a:lnTo>
                <a:lnTo>
                  <a:pt x="87" y="13"/>
                </a:lnTo>
                <a:lnTo>
                  <a:pt x="85" y="10"/>
                </a:lnTo>
                <a:lnTo>
                  <a:pt x="83" y="8"/>
                </a:lnTo>
                <a:lnTo>
                  <a:pt x="80" y="6"/>
                </a:lnTo>
                <a:lnTo>
                  <a:pt x="78" y="4"/>
                </a:lnTo>
                <a:lnTo>
                  <a:pt x="75" y="2"/>
                </a:lnTo>
                <a:lnTo>
                  <a:pt x="71" y="2"/>
                </a:lnTo>
                <a:lnTo>
                  <a:pt x="68" y="1"/>
                </a:lnTo>
                <a:lnTo>
                  <a:pt x="64" y="0"/>
                </a:lnTo>
                <a:lnTo>
                  <a:pt x="60" y="0"/>
                </a:lnTo>
                <a:lnTo>
                  <a:pt x="55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7" y="17"/>
                </a:lnTo>
                <a:lnTo>
                  <a:pt x="27" y="2"/>
                </a:lnTo>
                <a:lnTo>
                  <a:pt x="24" y="2"/>
                </a:lnTo>
                <a:lnTo>
                  <a:pt x="20" y="2"/>
                </a:lnTo>
                <a:lnTo>
                  <a:pt x="17" y="2"/>
                </a:lnTo>
                <a:lnTo>
                  <a:pt x="14" y="2"/>
                </a:lnTo>
                <a:lnTo>
                  <a:pt x="10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5" y="102"/>
                </a:lnTo>
                <a:lnTo>
                  <a:pt x="28" y="102"/>
                </a:lnTo>
                <a:lnTo>
                  <a:pt x="28" y="55"/>
                </a:lnTo>
                <a:lnTo>
                  <a:pt x="28" y="51"/>
                </a:lnTo>
                <a:lnTo>
                  <a:pt x="28" y="46"/>
                </a:lnTo>
                <a:lnTo>
                  <a:pt x="28" y="42"/>
                </a:lnTo>
                <a:lnTo>
                  <a:pt x="29" y="38"/>
                </a:lnTo>
                <a:lnTo>
                  <a:pt x="30" y="34"/>
                </a:lnTo>
                <a:lnTo>
                  <a:pt x="30" y="32"/>
                </a:lnTo>
                <a:lnTo>
                  <a:pt x="31" y="29"/>
                </a:lnTo>
                <a:lnTo>
                  <a:pt x="32" y="26"/>
                </a:lnTo>
                <a:lnTo>
                  <a:pt x="33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0" y="18"/>
                </a:lnTo>
                <a:lnTo>
                  <a:pt x="43" y="18"/>
                </a:lnTo>
                <a:lnTo>
                  <a:pt x="44" y="18"/>
                </a:lnTo>
                <a:lnTo>
                  <a:pt x="47" y="17"/>
                </a:lnTo>
                <a:lnTo>
                  <a:pt x="49" y="17"/>
                </a:lnTo>
                <a:lnTo>
                  <a:pt x="51" y="18"/>
                </a:lnTo>
                <a:lnTo>
                  <a:pt x="53" y="18"/>
                </a:lnTo>
                <a:lnTo>
                  <a:pt x="55" y="19"/>
                </a:lnTo>
                <a:lnTo>
                  <a:pt x="56" y="20"/>
                </a:lnTo>
                <a:lnTo>
                  <a:pt x="58" y="22"/>
                </a:lnTo>
                <a:lnTo>
                  <a:pt x="59" y="23"/>
                </a:lnTo>
                <a:lnTo>
                  <a:pt x="60" y="26"/>
                </a:lnTo>
                <a:lnTo>
                  <a:pt x="61" y="27"/>
                </a:lnTo>
                <a:lnTo>
                  <a:pt x="63" y="30"/>
                </a:lnTo>
                <a:lnTo>
                  <a:pt x="63" y="33"/>
                </a:lnTo>
                <a:lnTo>
                  <a:pt x="63" y="36"/>
                </a:lnTo>
                <a:lnTo>
                  <a:pt x="64" y="43"/>
                </a:lnTo>
                <a:lnTo>
                  <a:pt x="64" y="51"/>
                </a:lnTo>
                <a:lnTo>
                  <a:pt x="64" y="102"/>
                </a:lnTo>
                <a:lnTo>
                  <a:pt x="67" y="102"/>
                </a:lnTo>
                <a:lnTo>
                  <a:pt x="71" y="102"/>
                </a:lnTo>
                <a:lnTo>
                  <a:pt x="75" y="102"/>
                </a:lnTo>
                <a:lnTo>
                  <a:pt x="78" y="102"/>
                </a:lnTo>
                <a:lnTo>
                  <a:pt x="82" y="102"/>
                </a:lnTo>
                <a:lnTo>
                  <a:pt x="85" y="102"/>
                </a:lnTo>
                <a:lnTo>
                  <a:pt x="89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2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582" name="îŝ1îde">
            <a:extLst>
              <a:ext uri="{FF2B5EF4-FFF2-40B4-BE49-F238E27FC236}">
                <a16:creationId xmlns:a16="http://schemas.microsoft.com/office/drawing/2014/main" id="{75AB5DA8-1BDC-4096-815C-C37AC330AFB9}"/>
              </a:ext>
            </a:extLst>
          </p:cNvPr>
          <p:cNvSpPr>
            <a:spLocks noGrp="1"/>
          </p:cNvSpPr>
          <p:nvPr/>
        </p:nvSpPr>
        <p:spPr>
          <a:xfrm>
            <a:off x="200340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0 w 28"/>
              <a:gd name="GluePoint1Y" fmla="*/ 0 h 100"/>
              <a:gd name="GluePoint2X" fmla="*/ 17 w 28"/>
              <a:gd name="GluePoint2Y" fmla="*/ 0 h 100"/>
              <a:gd name="GluePoint3X" fmla="*/ 14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4 w 28"/>
              <a:gd name="GluePoint12Y" fmla="*/ 100 h 100"/>
              <a:gd name="GluePoint13X" fmla="*/ 17 w 28"/>
              <a:gd name="GluePoint13Y" fmla="*/ 100 h 100"/>
              <a:gd name="GluePoint14X" fmla="*/ 20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0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0" y="0"/>
                </a:moveTo>
                <a:lnTo>
                  <a:pt x="17" y="0"/>
                </a:lnTo>
                <a:lnTo>
                  <a:pt x="14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4" y="100"/>
                </a:lnTo>
                <a:lnTo>
                  <a:pt x="17" y="100"/>
                </a:lnTo>
                <a:lnTo>
                  <a:pt x="20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583" name="iṣḻiḓê">
            <a:extLst>
              <a:ext uri="{FF2B5EF4-FFF2-40B4-BE49-F238E27FC236}">
                <a16:creationId xmlns:a16="http://schemas.microsoft.com/office/drawing/2014/main" id="{500A5E86-13F3-44AC-9AB5-C372B28475D4}"/>
              </a:ext>
            </a:extLst>
          </p:cNvPr>
          <p:cNvSpPr>
            <a:spLocks noGrp="1"/>
          </p:cNvSpPr>
          <p:nvPr/>
        </p:nvSpPr>
        <p:spPr>
          <a:xfrm>
            <a:off x="200232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31 w 33"/>
              <a:gd name="GluePoint2Y" fmla="*/ 7 h 32"/>
              <a:gd name="GluePoint3X" fmla="*/ 28 w 33"/>
              <a:gd name="GluePoint3Y" fmla="*/ 5 h 32"/>
              <a:gd name="GluePoint4X" fmla="*/ 26 w 33"/>
              <a:gd name="GluePoint4Y" fmla="*/ 3 h 32"/>
              <a:gd name="GluePoint5X" fmla="*/ 23 w 33"/>
              <a:gd name="GluePoint5Y" fmla="*/ 2 h 32"/>
              <a:gd name="GluePoint6X" fmla="*/ 20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10 w 33"/>
              <a:gd name="GluePoint9Y" fmla="*/ 2 h 32"/>
              <a:gd name="GluePoint10X" fmla="*/ 7 w 33"/>
              <a:gd name="GluePoint10Y" fmla="*/ 3 h 32"/>
              <a:gd name="GluePoint11X" fmla="*/ 5 w 33"/>
              <a:gd name="GluePoint11Y" fmla="*/ 5 h 32"/>
              <a:gd name="GluePoint12X" fmla="*/ 3 w 33"/>
              <a:gd name="GluePoint12Y" fmla="*/ 7 h 32"/>
              <a:gd name="GluePoint13X" fmla="*/ 2 w 33"/>
              <a:gd name="GluePoint13Y" fmla="*/ 10 h 32"/>
              <a:gd name="GluePoint14X" fmla="*/ 1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2 w 33"/>
              <a:gd name="GluePoint17Y" fmla="*/ 23 h 32"/>
              <a:gd name="GluePoint18X" fmla="*/ 3 w 33"/>
              <a:gd name="GluePoint18Y" fmla="*/ 26 h 32"/>
              <a:gd name="GluePoint19X" fmla="*/ 4 w 33"/>
              <a:gd name="GluePoint19Y" fmla="*/ 28 h 32"/>
              <a:gd name="GluePoint20X" fmla="*/ 7 w 33"/>
              <a:gd name="GluePoint20Y" fmla="*/ 30 h 32"/>
              <a:gd name="GluePoint21X" fmla="*/ 10 w 33"/>
              <a:gd name="GluePoint21Y" fmla="*/ 31 h 32"/>
              <a:gd name="GluePoint22X" fmla="*/ 13 w 33"/>
              <a:gd name="GluePoint22Y" fmla="*/ 32 h 32"/>
              <a:gd name="GluePoint23X" fmla="*/ 16 w 33"/>
              <a:gd name="GluePoint23Y" fmla="*/ 32 h 32"/>
              <a:gd name="GluePoint24X" fmla="*/ 20 w 33"/>
              <a:gd name="GluePoint24Y" fmla="*/ 32 h 32"/>
              <a:gd name="GluePoint25X" fmla="*/ 23 w 33"/>
              <a:gd name="GluePoint25Y" fmla="*/ 31 h 32"/>
              <a:gd name="GluePoint26X" fmla="*/ 26 w 33"/>
              <a:gd name="GluePoint26Y" fmla="*/ 30 h 32"/>
              <a:gd name="GluePoint27X" fmla="*/ 28 w 33"/>
              <a:gd name="GluePoint27Y" fmla="*/ 27 h 32"/>
              <a:gd name="GluePoint28X" fmla="*/ 31 w 33"/>
              <a:gd name="GluePoint28Y" fmla="*/ 25 h 32"/>
              <a:gd name="GluePoint29X" fmla="*/ 31 w 33"/>
              <a:gd name="GluePoint29Y" fmla="*/ 23 h 32"/>
              <a:gd name="GluePoint30X" fmla="*/ 33 w 33"/>
              <a:gd name="GluePoint30Y" fmla="*/ 19 h 32"/>
              <a:gd name="GluePoint31X" fmla="*/ 33 w 33"/>
              <a:gd name="GluePoint31Y" fmla="*/ 16 h 32"/>
              <a:gd name="GluePoint32X" fmla="*/ 33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31" y="7"/>
                </a:lnTo>
                <a:lnTo>
                  <a:pt x="28" y="5"/>
                </a:lnTo>
                <a:lnTo>
                  <a:pt x="26" y="3"/>
                </a:lnTo>
                <a:lnTo>
                  <a:pt x="23" y="2"/>
                </a:lnTo>
                <a:lnTo>
                  <a:pt x="20" y="0"/>
                </a:lnTo>
                <a:lnTo>
                  <a:pt x="16" y="0"/>
                </a:lnTo>
                <a:lnTo>
                  <a:pt x="13" y="0"/>
                </a:lnTo>
                <a:lnTo>
                  <a:pt x="10" y="2"/>
                </a:lnTo>
                <a:lnTo>
                  <a:pt x="7" y="3"/>
                </a:lnTo>
                <a:lnTo>
                  <a:pt x="5" y="5"/>
                </a:lnTo>
                <a:lnTo>
                  <a:pt x="3" y="7"/>
                </a:lnTo>
                <a:lnTo>
                  <a:pt x="2" y="10"/>
                </a:lnTo>
                <a:lnTo>
                  <a:pt x="1" y="13"/>
                </a:lnTo>
                <a:lnTo>
                  <a:pt x="0" y="16"/>
                </a:lnTo>
                <a:lnTo>
                  <a:pt x="0" y="20"/>
                </a:lnTo>
                <a:lnTo>
                  <a:pt x="2" y="23"/>
                </a:lnTo>
                <a:lnTo>
                  <a:pt x="3" y="26"/>
                </a:lnTo>
                <a:lnTo>
                  <a:pt x="4" y="28"/>
                </a:lnTo>
                <a:lnTo>
                  <a:pt x="7" y="30"/>
                </a:lnTo>
                <a:lnTo>
                  <a:pt x="10" y="31"/>
                </a:lnTo>
                <a:lnTo>
                  <a:pt x="13" y="32"/>
                </a:lnTo>
                <a:lnTo>
                  <a:pt x="16" y="32"/>
                </a:lnTo>
                <a:lnTo>
                  <a:pt x="20" y="32"/>
                </a:lnTo>
                <a:lnTo>
                  <a:pt x="23" y="31"/>
                </a:lnTo>
                <a:lnTo>
                  <a:pt x="26" y="30"/>
                </a:lnTo>
                <a:lnTo>
                  <a:pt x="28" y="27"/>
                </a:lnTo>
                <a:lnTo>
                  <a:pt x="31" y="25"/>
                </a:lnTo>
                <a:lnTo>
                  <a:pt x="31" y="23"/>
                </a:lnTo>
                <a:lnTo>
                  <a:pt x="33" y="19"/>
                </a:lnTo>
                <a:lnTo>
                  <a:pt x="33" y="16"/>
                </a:lnTo>
                <a:lnTo>
                  <a:pt x="33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584" name="iṡ1îde">
            <a:extLst>
              <a:ext uri="{FF2B5EF4-FFF2-40B4-BE49-F238E27FC236}">
                <a16:creationId xmlns:a16="http://schemas.microsoft.com/office/drawing/2014/main" id="{D1D90D69-395A-4483-B8D1-943428247D77}"/>
              </a:ext>
            </a:extLst>
          </p:cNvPr>
          <p:cNvSpPr>
            <a:spLocks noGrp="1"/>
          </p:cNvSpPr>
          <p:nvPr/>
        </p:nvSpPr>
        <p:spPr>
          <a:xfrm>
            <a:off x="2028960" y="956160"/>
            <a:ext cx="42480" cy="43200"/>
          </a:xfrm>
          <a:custGeom>
            <a:avLst/>
            <a:gdLst>
              <a:gd name="textAreaLeft" fmla="*/ 0 w 42480"/>
              <a:gd name="textAreaRight" fmla="*/ 42840 w 42480"/>
              <a:gd name="textAreaTop" fmla="*/ 0 h 43200"/>
              <a:gd name="textAreaBottom" fmla="*/ 43560 h 43200"/>
              <a:gd name="GluePoint1X" fmla="*/ 91 w 98"/>
              <a:gd name="GluePoint1Y" fmla="*/ 0 h 100"/>
              <a:gd name="GluePoint2X" fmla="*/ 87 w 98"/>
              <a:gd name="GluePoint2Y" fmla="*/ 0 h 100"/>
              <a:gd name="GluePoint3X" fmla="*/ 82 w 98"/>
              <a:gd name="GluePoint3Y" fmla="*/ 0 h 100"/>
              <a:gd name="GluePoint4X" fmla="*/ 78 w 98"/>
              <a:gd name="GluePoint4Y" fmla="*/ 8 h 100"/>
              <a:gd name="GluePoint5X" fmla="*/ 71 w 98"/>
              <a:gd name="GluePoint5Y" fmla="*/ 28 h 100"/>
              <a:gd name="GluePoint6X" fmla="*/ 65 w 98"/>
              <a:gd name="GluePoint6Y" fmla="*/ 45 h 100"/>
              <a:gd name="GluePoint7X" fmla="*/ 58 w 98"/>
              <a:gd name="GluePoint7Y" fmla="*/ 64 h 100"/>
              <a:gd name="GluePoint8X" fmla="*/ 32 w 98"/>
              <a:gd name="GluePoint8Y" fmla="*/ 0 h 100"/>
              <a:gd name="GluePoint9X" fmla="*/ 24 w 98"/>
              <a:gd name="GluePoint9Y" fmla="*/ 0 h 100"/>
              <a:gd name="GluePoint10X" fmla="*/ 16 w 98"/>
              <a:gd name="GluePoint10Y" fmla="*/ 0 h 100"/>
              <a:gd name="GluePoint11X" fmla="*/ 8 w 98"/>
              <a:gd name="GluePoint11Y" fmla="*/ 0 h 100"/>
              <a:gd name="GluePoint12X" fmla="*/ 0 w 98"/>
              <a:gd name="GluePoint12Y" fmla="*/ 0 h 100"/>
              <a:gd name="GluePoint13X" fmla="*/ 6 w 98"/>
              <a:gd name="GluePoint13Y" fmla="*/ 17 h 100"/>
              <a:gd name="GluePoint14X" fmla="*/ 14 w 98"/>
              <a:gd name="GluePoint14Y" fmla="*/ 38 h 100"/>
              <a:gd name="GluePoint15X" fmla="*/ 22 w 98"/>
              <a:gd name="GluePoint15Y" fmla="*/ 61 h 100"/>
              <a:gd name="GluePoint16X" fmla="*/ 32 w 98"/>
              <a:gd name="GluePoint16Y" fmla="*/ 89 h 100"/>
              <a:gd name="GluePoint17X" fmla="*/ 34 w 98"/>
              <a:gd name="GluePoint17Y" fmla="*/ 95 h 100"/>
              <a:gd name="GluePoint18X" fmla="*/ 36 w 98"/>
              <a:gd name="GluePoint18Y" fmla="*/ 100 h 100"/>
              <a:gd name="GluePoint19X" fmla="*/ 42 w 98"/>
              <a:gd name="GluePoint19Y" fmla="*/ 100 h 100"/>
              <a:gd name="GluePoint20X" fmla="*/ 47 w 98"/>
              <a:gd name="GluePoint20Y" fmla="*/ 100 h 100"/>
              <a:gd name="GluePoint21X" fmla="*/ 52 w 98"/>
              <a:gd name="GluePoint21Y" fmla="*/ 100 h 100"/>
              <a:gd name="GluePoint22X" fmla="*/ 58 w 98"/>
              <a:gd name="GluePoint22Y" fmla="*/ 100 h 100"/>
              <a:gd name="GluePoint23X" fmla="*/ 62 w 98"/>
              <a:gd name="GluePoint23Y" fmla="*/ 88 h 100"/>
              <a:gd name="GluePoint24X" fmla="*/ 66 w 98"/>
              <a:gd name="GluePoint24Y" fmla="*/ 73 h 100"/>
              <a:gd name="GluePoint25X" fmla="*/ 74 w 98"/>
              <a:gd name="GluePoint25Y" fmla="*/ 57 h 100"/>
              <a:gd name="GluePoint26X" fmla="*/ 82 w 98"/>
              <a:gd name="GluePoint26Y" fmla="*/ 39 h 100"/>
              <a:gd name="GluePoint27X" fmla="*/ 85 w 98"/>
              <a:gd name="GluePoint27Y" fmla="*/ 29 h 100"/>
              <a:gd name="GluePoint28X" fmla="*/ 90 w 98"/>
              <a:gd name="GluePoint28Y" fmla="*/ 16 h 100"/>
              <a:gd name="GluePoint29X" fmla="*/ 96 w 98"/>
              <a:gd name="GluePoint29Y" fmla="*/ 4 h 100"/>
              <a:gd name="GluePoint30X" fmla="*/ 96 w 98"/>
              <a:gd name="GluePoint30Y" fmla="*/ 3 h 100"/>
              <a:gd name="GluePoint31X" fmla="*/ 98 w 98"/>
              <a:gd name="GluePoint31Y" fmla="*/ 1 h 100"/>
              <a:gd name="GluePoint32X" fmla="*/ 95 w 98"/>
              <a:gd name="GluePoint32Y" fmla="*/ 0 h 100"/>
            </a:gdLst>
            <a:ahLst/>
            <a:cxnLst/>
            <a:rect l="textAreaLeft" t="textAreaTop" r="textAreaRight" b="textAreaBottom"/>
            <a:pathLst>
              <a:path w="98" h="100">
                <a:moveTo>
                  <a:pt x="93" y="0"/>
                </a:moveTo>
                <a:lnTo>
                  <a:pt x="91" y="0"/>
                </a:lnTo>
                <a:lnTo>
                  <a:pt x="90" y="0"/>
                </a:lnTo>
                <a:lnTo>
                  <a:pt x="87" y="0"/>
                </a:lnTo>
                <a:lnTo>
                  <a:pt x="85" y="0"/>
                </a:lnTo>
                <a:lnTo>
                  <a:pt x="82" y="0"/>
                </a:lnTo>
                <a:lnTo>
                  <a:pt x="80" y="0"/>
                </a:lnTo>
                <a:lnTo>
                  <a:pt x="78" y="8"/>
                </a:lnTo>
                <a:lnTo>
                  <a:pt x="74" y="18"/>
                </a:lnTo>
                <a:lnTo>
                  <a:pt x="71" y="28"/>
                </a:lnTo>
                <a:lnTo>
                  <a:pt x="68" y="36"/>
                </a:lnTo>
                <a:lnTo>
                  <a:pt x="65" y="45"/>
                </a:lnTo>
                <a:lnTo>
                  <a:pt x="62" y="55"/>
                </a:lnTo>
                <a:lnTo>
                  <a:pt x="58" y="64"/>
                </a:lnTo>
                <a:lnTo>
                  <a:pt x="55" y="73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3" y="0"/>
                </a:lnTo>
                <a:lnTo>
                  <a:pt x="0" y="0"/>
                </a:lnTo>
                <a:lnTo>
                  <a:pt x="2" y="8"/>
                </a:lnTo>
                <a:lnTo>
                  <a:pt x="6" y="17"/>
                </a:lnTo>
                <a:lnTo>
                  <a:pt x="10" y="27"/>
                </a:lnTo>
                <a:lnTo>
                  <a:pt x="14" y="38"/>
                </a:lnTo>
                <a:lnTo>
                  <a:pt x="18" y="49"/>
                </a:lnTo>
                <a:lnTo>
                  <a:pt x="22" y="61"/>
                </a:lnTo>
                <a:lnTo>
                  <a:pt x="27" y="75"/>
                </a:lnTo>
                <a:lnTo>
                  <a:pt x="32" y="89"/>
                </a:lnTo>
                <a:lnTo>
                  <a:pt x="33" y="92"/>
                </a:lnTo>
                <a:lnTo>
                  <a:pt x="34" y="95"/>
                </a:lnTo>
                <a:lnTo>
                  <a:pt x="35" y="97"/>
                </a:lnTo>
                <a:lnTo>
                  <a:pt x="36" y="100"/>
                </a:lnTo>
                <a:lnTo>
                  <a:pt x="39" y="100"/>
                </a:lnTo>
                <a:lnTo>
                  <a:pt x="42" y="100"/>
                </a:lnTo>
                <a:lnTo>
                  <a:pt x="44" y="100"/>
                </a:lnTo>
                <a:lnTo>
                  <a:pt x="47" y="100"/>
                </a:lnTo>
                <a:lnTo>
                  <a:pt x="50" y="100"/>
                </a:lnTo>
                <a:lnTo>
                  <a:pt x="52" y="100"/>
                </a:lnTo>
                <a:lnTo>
                  <a:pt x="55" y="100"/>
                </a:lnTo>
                <a:lnTo>
                  <a:pt x="58" y="100"/>
                </a:lnTo>
                <a:lnTo>
                  <a:pt x="59" y="94"/>
                </a:lnTo>
                <a:lnTo>
                  <a:pt x="62" y="88"/>
                </a:lnTo>
                <a:lnTo>
                  <a:pt x="64" y="81"/>
                </a:lnTo>
                <a:lnTo>
                  <a:pt x="66" y="73"/>
                </a:lnTo>
                <a:lnTo>
                  <a:pt x="70" y="66"/>
                </a:lnTo>
                <a:lnTo>
                  <a:pt x="74" y="57"/>
                </a:lnTo>
                <a:lnTo>
                  <a:pt x="77" y="49"/>
                </a:lnTo>
                <a:lnTo>
                  <a:pt x="82" y="39"/>
                </a:lnTo>
                <a:lnTo>
                  <a:pt x="83" y="33"/>
                </a:lnTo>
                <a:lnTo>
                  <a:pt x="85" y="29"/>
                </a:lnTo>
                <a:lnTo>
                  <a:pt x="87" y="23"/>
                </a:lnTo>
                <a:lnTo>
                  <a:pt x="90" y="16"/>
                </a:lnTo>
                <a:lnTo>
                  <a:pt x="93" y="11"/>
                </a:lnTo>
                <a:lnTo>
                  <a:pt x="96" y="4"/>
                </a:lnTo>
                <a:lnTo>
                  <a:pt x="96" y="4"/>
                </a:lnTo>
                <a:lnTo>
                  <a:pt x="96" y="3"/>
                </a:lnTo>
                <a:lnTo>
                  <a:pt x="97" y="2"/>
                </a:lnTo>
                <a:lnTo>
                  <a:pt x="98" y="1"/>
                </a:lnTo>
                <a:lnTo>
                  <a:pt x="98" y="0"/>
                </a:lnTo>
                <a:lnTo>
                  <a:pt x="95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585" name="îṥľïḑê">
            <a:extLst>
              <a:ext uri="{FF2B5EF4-FFF2-40B4-BE49-F238E27FC236}">
                <a16:creationId xmlns:a16="http://schemas.microsoft.com/office/drawing/2014/main" id="{8EC1A0ED-D9B6-44BB-A5A2-EC84CB8E98C2}"/>
              </a:ext>
            </a:extLst>
          </p:cNvPr>
          <p:cNvSpPr>
            <a:spLocks noGrp="1"/>
          </p:cNvSpPr>
          <p:nvPr/>
        </p:nvSpPr>
        <p:spPr>
          <a:xfrm>
            <a:off x="208116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87 w 91"/>
              <a:gd name="GluePoint1Y" fmla="*/ 26 h 103"/>
              <a:gd name="GluePoint2X" fmla="*/ 83 w 91"/>
              <a:gd name="GluePoint2Y" fmla="*/ 18 h 103"/>
              <a:gd name="GluePoint3X" fmla="*/ 79 w 91"/>
              <a:gd name="GluePoint3Y" fmla="*/ 10 h 103"/>
              <a:gd name="GluePoint4X" fmla="*/ 71 w 91"/>
              <a:gd name="GluePoint4Y" fmla="*/ 6 h 103"/>
              <a:gd name="GluePoint5X" fmla="*/ 63 w 91"/>
              <a:gd name="GluePoint5Y" fmla="*/ 2 h 103"/>
              <a:gd name="GluePoint6X" fmla="*/ 54 w 91"/>
              <a:gd name="GluePoint6Y" fmla="*/ 0 h 103"/>
              <a:gd name="GluePoint7X" fmla="*/ 43 w 91"/>
              <a:gd name="GluePoint7Y" fmla="*/ 1 h 103"/>
              <a:gd name="GluePoint8X" fmla="*/ 32 w 91"/>
              <a:gd name="GluePoint8Y" fmla="*/ 2 h 103"/>
              <a:gd name="GluePoint9X" fmla="*/ 23 w 91"/>
              <a:gd name="GluePoint9Y" fmla="*/ 6 h 103"/>
              <a:gd name="GluePoint10X" fmla="*/ 15 w 91"/>
              <a:gd name="GluePoint10Y" fmla="*/ 10 h 103"/>
              <a:gd name="GluePoint11X" fmla="*/ 10 w 91"/>
              <a:gd name="GluePoint11Y" fmla="*/ 17 h 103"/>
              <a:gd name="GluePoint12X" fmla="*/ 5 w 91"/>
              <a:gd name="GluePoint12Y" fmla="*/ 25 h 103"/>
              <a:gd name="GluePoint13X" fmla="*/ 2 w 91"/>
              <a:gd name="GluePoint13Y" fmla="*/ 34 h 103"/>
              <a:gd name="GluePoint14X" fmla="*/ 0 w 91"/>
              <a:gd name="GluePoint14Y" fmla="*/ 44 h 103"/>
              <a:gd name="GluePoint15X" fmla="*/ 0 w 91"/>
              <a:gd name="GluePoint15Y" fmla="*/ 56 h 103"/>
              <a:gd name="GluePoint16X" fmla="*/ 2 w 91"/>
              <a:gd name="GluePoint16Y" fmla="*/ 68 h 103"/>
              <a:gd name="GluePoint17X" fmla="*/ 5 w 91"/>
              <a:gd name="GluePoint17Y" fmla="*/ 78 h 103"/>
              <a:gd name="GluePoint18X" fmla="*/ 10 w 91"/>
              <a:gd name="GluePoint18Y" fmla="*/ 86 h 103"/>
              <a:gd name="GluePoint19X" fmla="*/ 17 w 91"/>
              <a:gd name="GluePoint19Y" fmla="*/ 92 h 103"/>
              <a:gd name="GluePoint20X" fmla="*/ 25 w 91"/>
              <a:gd name="GluePoint20Y" fmla="*/ 98 h 103"/>
              <a:gd name="GluePoint21X" fmla="*/ 35 w 91"/>
              <a:gd name="GluePoint21Y" fmla="*/ 102 h 103"/>
              <a:gd name="GluePoint22X" fmla="*/ 46 w 91"/>
              <a:gd name="GluePoint22Y" fmla="*/ 103 h 103"/>
              <a:gd name="GluePoint23X" fmla="*/ 56 w 91"/>
              <a:gd name="GluePoint23Y" fmla="*/ 103 h 103"/>
              <a:gd name="GluePoint24X" fmla="*/ 64 w 91"/>
              <a:gd name="GluePoint24Y" fmla="*/ 102 h 103"/>
              <a:gd name="GluePoint25X" fmla="*/ 72 w 91"/>
              <a:gd name="GluePoint25Y" fmla="*/ 100 h 103"/>
              <a:gd name="GluePoint26X" fmla="*/ 79 w 91"/>
              <a:gd name="GluePoint26Y" fmla="*/ 97 h 103"/>
              <a:gd name="GluePoint27X" fmla="*/ 87 w 91"/>
              <a:gd name="GluePoint27Y" fmla="*/ 84 h 103"/>
              <a:gd name="GluePoint28X" fmla="*/ 81 w 91"/>
              <a:gd name="GluePoint28Y" fmla="*/ 84 h 103"/>
              <a:gd name="GluePoint29X" fmla="*/ 75 w 91"/>
              <a:gd name="GluePoint29Y" fmla="*/ 87 h 103"/>
              <a:gd name="GluePoint30X" fmla="*/ 69 w 91"/>
              <a:gd name="GluePoint30Y" fmla="*/ 91 h 103"/>
              <a:gd name="GluePoint31X" fmla="*/ 63 w 91"/>
              <a:gd name="GluePoint31Y" fmla="*/ 91 h 103"/>
              <a:gd name="GluePoint32X" fmla="*/ 56 w 91"/>
              <a:gd name="GluePoint32Y" fmla="*/ 91 h 103"/>
              <a:gd name="GluePoint33X" fmla="*/ 49 w 91"/>
              <a:gd name="GluePoint33Y" fmla="*/ 91 h 103"/>
              <a:gd name="GluePoint34X" fmla="*/ 43 w 91"/>
              <a:gd name="GluePoint34Y" fmla="*/ 87 h 103"/>
              <a:gd name="GluePoint35X" fmla="*/ 39 w 91"/>
              <a:gd name="GluePoint35Y" fmla="*/ 84 h 103"/>
              <a:gd name="GluePoint36X" fmla="*/ 35 w 91"/>
              <a:gd name="GluePoint36Y" fmla="*/ 79 h 103"/>
              <a:gd name="GluePoint37X" fmla="*/ 33 w 91"/>
              <a:gd name="GluePoint37Y" fmla="*/ 73 h 103"/>
              <a:gd name="GluePoint38X" fmla="*/ 31 w 91"/>
              <a:gd name="GluePoint38Y" fmla="*/ 66 h 103"/>
              <a:gd name="GluePoint39X" fmla="*/ 31 w 91"/>
              <a:gd name="GluePoint39Y" fmla="*/ 57 h 103"/>
              <a:gd name="GluePoint40X" fmla="*/ 91 w 91"/>
              <a:gd name="GluePoint40Y" fmla="*/ 52 h 103"/>
              <a:gd name="GluePoint41X" fmla="*/ 91 w 91"/>
              <a:gd name="GluePoint41Y" fmla="*/ 40 h 103"/>
              <a:gd name="GluePoint42X" fmla="*/ 89 w 91"/>
              <a:gd name="GluePoint42Y" fmla="*/ 30 h 103"/>
              <a:gd name="GluePoint43X" fmla="*/ 31 w 91"/>
              <a:gd name="GluePoint43Y" fmla="*/ 34 h 103"/>
              <a:gd name="GluePoint44X" fmla="*/ 32 w 91"/>
              <a:gd name="GluePoint44Y" fmla="*/ 26 h 103"/>
              <a:gd name="GluePoint45X" fmla="*/ 34 w 91"/>
              <a:gd name="GluePoint45Y" fmla="*/ 20 h 103"/>
              <a:gd name="GluePoint46X" fmla="*/ 36 w 91"/>
              <a:gd name="GluePoint46Y" fmla="*/ 16 h 103"/>
              <a:gd name="GluePoint47X" fmla="*/ 39 w 91"/>
              <a:gd name="GluePoint47Y" fmla="*/ 12 h 103"/>
              <a:gd name="GluePoint48X" fmla="*/ 42 w 91"/>
              <a:gd name="GluePoint48Y" fmla="*/ 10 h 103"/>
              <a:gd name="GluePoint49X" fmla="*/ 46 w 91"/>
              <a:gd name="GluePoint49Y" fmla="*/ 9 h 103"/>
              <a:gd name="GluePoint50X" fmla="*/ 50 w 91"/>
              <a:gd name="GluePoint50Y" fmla="*/ 9 h 103"/>
              <a:gd name="GluePoint51X" fmla="*/ 52 w 91"/>
              <a:gd name="GluePoint51Y" fmla="*/ 10 h 103"/>
              <a:gd name="GluePoint52X" fmla="*/ 55 w 91"/>
              <a:gd name="GluePoint52Y" fmla="*/ 12 h 103"/>
              <a:gd name="GluePoint53X" fmla="*/ 57 w 91"/>
              <a:gd name="GluePoint53Y" fmla="*/ 16 h 103"/>
              <a:gd name="GluePoint54X" fmla="*/ 59 w 91"/>
              <a:gd name="GluePoint54Y" fmla="*/ 22 h 103"/>
              <a:gd name="GluePoint55X" fmla="*/ 62 w 91"/>
              <a:gd name="GluePoint55Y" fmla="*/ 34 h 103"/>
              <a:gd name="GluePoint56X" fmla="*/ 31 w 91"/>
              <a:gd name="GluePoint56Y" fmla="*/ 42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89" y="30"/>
                </a:moveTo>
                <a:lnTo>
                  <a:pt x="87" y="26"/>
                </a:lnTo>
                <a:lnTo>
                  <a:pt x="86" y="21"/>
                </a:lnTo>
                <a:lnTo>
                  <a:pt x="83" y="18"/>
                </a:lnTo>
                <a:lnTo>
                  <a:pt x="81" y="14"/>
                </a:lnTo>
                <a:lnTo>
                  <a:pt x="79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9" y="1"/>
                </a:lnTo>
                <a:lnTo>
                  <a:pt x="54" y="0"/>
                </a:lnTo>
                <a:lnTo>
                  <a:pt x="48" y="0"/>
                </a:lnTo>
                <a:lnTo>
                  <a:pt x="43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5" y="10"/>
                </a:lnTo>
                <a:lnTo>
                  <a:pt x="13" y="14"/>
                </a:lnTo>
                <a:lnTo>
                  <a:pt x="10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7" y="82"/>
                </a:lnTo>
                <a:lnTo>
                  <a:pt x="10" y="86"/>
                </a:lnTo>
                <a:lnTo>
                  <a:pt x="14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30" y="99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9" y="97"/>
                </a:lnTo>
                <a:lnTo>
                  <a:pt x="82" y="95"/>
                </a:lnTo>
                <a:lnTo>
                  <a:pt x="87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6" y="91"/>
                </a:lnTo>
                <a:lnTo>
                  <a:pt x="63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7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5" y="79"/>
                </a:lnTo>
                <a:lnTo>
                  <a:pt x="34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1" y="57"/>
                </a:lnTo>
                <a:lnTo>
                  <a:pt x="31" y="52"/>
                </a:lnTo>
                <a:lnTo>
                  <a:pt x="91" y="52"/>
                </a:lnTo>
                <a:lnTo>
                  <a:pt x="91" y="46"/>
                </a:lnTo>
                <a:lnTo>
                  <a:pt x="91" y="40"/>
                </a:lnTo>
                <a:lnTo>
                  <a:pt x="90" y="34"/>
                </a:lnTo>
                <a:lnTo>
                  <a:pt x="89" y="30"/>
                </a:lnTo>
                <a:close/>
                <a:moveTo>
                  <a:pt x="31" y="42"/>
                </a:moveTo>
                <a:lnTo>
                  <a:pt x="31" y="34"/>
                </a:lnTo>
                <a:lnTo>
                  <a:pt x="32" y="28"/>
                </a:lnTo>
                <a:lnTo>
                  <a:pt x="32" y="26"/>
                </a:lnTo>
                <a:lnTo>
                  <a:pt x="33" y="22"/>
                </a:lnTo>
                <a:lnTo>
                  <a:pt x="34" y="20"/>
                </a:lnTo>
                <a:lnTo>
                  <a:pt x="35" y="18"/>
                </a:lnTo>
                <a:lnTo>
                  <a:pt x="36" y="16"/>
                </a:lnTo>
                <a:lnTo>
                  <a:pt x="38" y="14"/>
                </a:lnTo>
                <a:lnTo>
                  <a:pt x="39" y="12"/>
                </a:lnTo>
                <a:lnTo>
                  <a:pt x="40" y="11"/>
                </a:lnTo>
                <a:lnTo>
                  <a:pt x="42" y="10"/>
                </a:lnTo>
                <a:lnTo>
                  <a:pt x="44" y="10"/>
                </a:lnTo>
                <a:lnTo>
                  <a:pt x="46" y="9"/>
                </a:lnTo>
                <a:lnTo>
                  <a:pt x="48" y="9"/>
                </a:lnTo>
                <a:lnTo>
                  <a:pt x="50" y="9"/>
                </a:lnTo>
                <a:lnTo>
                  <a:pt x="51" y="10"/>
                </a:lnTo>
                <a:lnTo>
                  <a:pt x="52" y="10"/>
                </a:lnTo>
                <a:lnTo>
                  <a:pt x="54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8" y="18"/>
                </a:lnTo>
                <a:lnTo>
                  <a:pt x="59" y="22"/>
                </a:lnTo>
                <a:lnTo>
                  <a:pt x="61" y="28"/>
                </a:lnTo>
                <a:lnTo>
                  <a:pt x="62" y="34"/>
                </a:lnTo>
                <a:lnTo>
                  <a:pt x="62" y="42"/>
                </a:lnTo>
                <a:lnTo>
                  <a:pt x="31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86" name="iŝḻíḑè">
            <a:extLst>
              <a:ext uri="{FF2B5EF4-FFF2-40B4-BE49-F238E27FC236}">
                <a16:creationId xmlns:a16="http://schemas.microsoft.com/office/drawing/2014/main" id="{C2FDEB73-FE0D-4E67-9305-4643EF830128}"/>
              </a:ext>
            </a:extLst>
          </p:cNvPr>
          <p:cNvSpPr>
            <a:spLocks noGrp="1"/>
          </p:cNvSpPr>
          <p:nvPr/>
        </p:nvSpPr>
        <p:spPr>
          <a:xfrm>
            <a:off x="2134800" y="955440"/>
            <a:ext cx="26640" cy="44280"/>
          </a:xfrm>
          <a:custGeom>
            <a:avLst/>
            <a:gdLst>
              <a:gd name="textAreaLeft" fmla="*/ 0 w 26640"/>
              <a:gd name="textAreaRight" fmla="*/ 27000 w 26640"/>
              <a:gd name="textAreaTop" fmla="*/ 0 h 44280"/>
              <a:gd name="textAreaBottom" fmla="*/ 44640 h 44280"/>
              <a:gd name="GluePoint1X" fmla="*/ 56 w 62"/>
              <a:gd name="GluePoint1Y" fmla="*/ 0 h 102"/>
              <a:gd name="GluePoint2X" fmla="*/ 53 w 62"/>
              <a:gd name="GluePoint2Y" fmla="*/ 1 h 102"/>
              <a:gd name="GluePoint3X" fmla="*/ 50 w 62"/>
              <a:gd name="GluePoint3Y" fmla="*/ 2 h 102"/>
              <a:gd name="GluePoint4X" fmla="*/ 48 w 62"/>
              <a:gd name="GluePoint4Y" fmla="*/ 2 h 102"/>
              <a:gd name="GluePoint5X" fmla="*/ 45 w 62"/>
              <a:gd name="GluePoint5Y" fmla="*/ 4 h 102"/>
              <a:gd name="GluePoint6X" fmla="*/ 43 w 62"/>
              <a:gd name="GluePoint6Y" fmla="*/ 5 h 102"/>
              <a:gd name="GluePoint7X" fmla="*/ 40 w 62"/>
              <a:gd name="GluePoint7Y" fmla="*/ 6 h 102"/>
              <a:gd name="GluePoint8X" fmla="*/ 39 w 62"/>
              <a:gd name="GluePoint8Y" fmla="*/ 9 h 102"/>
              <a:gd name="GluePoint9X" fmla="*/ 36 w 62"/>
              <a:gd name="GluePoint9Y" fmla="*/ 10 h 102"/>
              <a:gd name="GluePoint10X" fmla="*/ 35 w 62"/>
              <a:gd name="GluePoint10Y" fmla="*/ 13 h 102"/>
              <a:gd name="GluePoint11X" fmla="*/ 33 w 62"/>
              <a:gd name="GluePoint11Y" fmla="*/ 16 h 102"/>
              <a:gd name="GluePoint12X" fmla="*/ 32 w 62"/>
              <a:gd name="GluePoint12Y" fmla="*/ 18 h 102"/>
              <a:gd name="GluePoint13X" fmla="*/ 30 w 62"/>
              <a:gd name="GluePoint13Y" fmla="*/ 22 h 102"/>
              <a:gd name="GluePoint14X" fmla="*/ 29 w 62"/>
              <a:gd name="GluePoint14Y" fmla="*/ 24 h 102"/>
              <a:gd name="GluePoint15X" fmla="*/ 28 w 62"/>
              <a:gd name="GluePoint15Y" fmla="*/ 27 h 102"/>
              <a:gd name="GluePoint16X" fmla="*/ 28 w 62"/>
              <a:gd name="GluePoint16Y" fmla="*/ 2 h 102"/>
              <a:gd name="GluePoint17X" fmla="*/ 24 w 62"/>
              <a:gd name="GluePoint17Y" fmla="*/ 2 h 102"/>
              <a:gd name="GluePoint18X" fmla="*/ 21 w 62"/>
              <a:gd name="GluePoint18Y" fmla="*/ 2 h 102"/>
              <a:gd name="GluePoint19X" fmla="*/ 18 w 62"/>
              <a:gd name="GluePoint19Y" fmla="*/ 2 h 102"/>
              <a:gd name="GluePoint20X" fmla="*/ 14 w 62"/>
              <a:gd name="GluePoint20Y" fmla="*/ 2 h 102"/>
              <a:gd name="GluePoint21X" fmla="*/ 11 w 62"/>
              <a:gd name="GluePoint21Y" fmla="*/ 2 h 102"/>
              <a:gd name="GluePoint22X" fmla="*/ 7 w 62"/>
              <a:gd name="GluePoint22Y" fmla="*/ 2 h 102"/>
              <a:gd name="GluePoint23X" fmla="*/ 3 w 62"/>
              <a:gd name="GluePoint23Y" fmla="*/ 2 h 102"/>
              <a:gd name="GluePoint24X" fmla="*/ 0 w 62"/>
              <a:gd name="GluePoint24Y" fmla="*/ 2 h 102"/>
              <a:gd name="GluePoint25X" fmla="*/ 0 w 62"/>
              <a:gd name="GluePoint25Y" fmla="*/ 102 h 102"/>
              <a:gd name="GluePoint26X" fmla="*/ 3 w 62"/>
              <a:gd name="GluePoint26Y" fmla="*/ 102 h 102"/>
              <a:gd name="GluePoint27X" fmla="*/ 7 w 62"/>
              <a:gd name="GluePoint27Y" fmla="*/ 102 h 102"/>
              <a:gd name="GluePoint28X" fmla="*/ 11 w 62"/>
              <a:gd name="GluePoint28Y" fmla="*/ 102 h 102"/>
              <a:gd name="GluePoint29X" fmla="*/ 14 w 62"/>
              <a:gd name="GluePoint29Y" fmla="*/ 102 h 102"/>
              <a:gd name="GluePoint30X" fmla="*/ 18 w 62"/>
              <a:gd name="GluePoint30Y" fmla="*/ 102 h 102"/>
              <a:gd name="GluePoint31X" fmla="*/ 21 w 62"/>
              <a:gd name="GluePoint31Y" fmla="*/ 102 h 102"/>
              <a:gd name="GluePoint32X" fmla="*/ 24 w 62"/>
              <a:gd name="GluePoint32Y" fmla="*/ 102 h 102"/>
              <a:gd name="GluePoint33X" fmla="*/ 28 w 62"/>
              <a:gd name="GluePoint33Y" fmla="*/ 102 h 102"/>
              <a:gd name="GluePoint34X" fmla="*/ 28 w 62"/>
              <a:gd name="GluePoint34Y" fmla="*/ 65 h 102"/>
              <a:gd name="GluePoint35X" fmla="*/ 28 w 62"/>
              <a:gd name="GluePoint35Y" fmla="*/ 57 h 102"/>
              <a:gd name="GluePoint36X" fmla="*/ 28 w 62"/>
              <a:gd name="GluePoint36Y" fmla="*/ 51 h 102"/>
              <a:gd name="GluePoint37X" fmla="*/ 28 w 62"/>
              <a:gd name="GluePoint37Y" fmla="*/ 45 h 102"/>
              <a:gd name="GluePoint38X" fmla="*/ 29 w 62"/>
              <a:gd name="GluePoint38Y" fmla="*/ 41 h 102"/>
              <a:gd name="GluePoint39X" fmla="*/ 31 w 62"/>
              <a:gd name="GluePoint39Y" fmla="*/ 38 h 102"/>
              <a:gd name="GluePoint40X" fmla="*/ 32 w 62"/>
              <a:gd name="GluePoint40Y" fmla="*/ 35 h 102"/>
              <a:gd name="GluePoint41X" fmla="*/ 34 w 62"/>
              <a:gd name="GluePoint41Y" fmla="*/ 33 h 102"/>
              <a:gd name="GluePoint42X" fmla="*/ 36 w 62"/>
              <a:gd name="GluePoint42Y" fmla="*/ 31 h 102"/>
              <a:gd name="GluePoint43X" fmla="*/ 39 w 62"/>
              <a:gd name="GluePoint43Y" fmla="*/ 29 h 102"/>
              <a:gd name="GluePoint44X" fmla="*/ 42 w 62"/>
              <a:gd name="GluePoint44Y" fmla="*/ 28 h 102"/>
              <a:gd name="GluePoint45X" fmla="*/ 45 w 62"/>
              <a:gd name="GluePoint45Y" fmla="*/ 27 h 102"/>
              <a:gd name="GluePoint46X" fmla="*/ 49 w 62"/>
              <a:gd name="GluePoint46Y" fmla="*/ 27 h 102"/>
              <a:gd name="GluePoint47X" fmla="*/ 52 w 62"/>
              <a:gd name="GluePoint47Y" fmla="*/ 27 h 102"/>
              <a:gd name="GluePoint48X" fmla="*/ 54 w 62"/>
              <a:gd name="GluePoint48Y" fmla="*/ 27 h 102"/>
              <a:gd name="GluePoint49X" fmla="*/ 57 w 62"/>
              <a:gd name="GluePoint49Y" fmla="*/ 29 h 102"/>
              <a:gd name="GluePoint50X" fmla="*/ 60 w 62"/>
              <a:gd name="GluePoint50Y" fmla="*/ 30 h 102"/>
              <a:gd name="GluePoint51X" fmla="*/ 61 w 62"/>
              <a:gd name="GluePoint51Y" fmla="*/ 29 h 102"/>
              <a:gd name="GluePoint52X" fmla="*/ 61 w 62"/>
              <a:gd name="GluePoint52Y" fmla="*/ 22 h 102"/>
              <a:gd name="GluePoint53X" fmla="*/ 61 w 62"/>
              <a:gd name="GluePoint53Y" fmla="*/ 14 h 102"/>
              <a:gd name="GluePoint54X" fmla="*/ 61 w 62"/>
              <a:gd name="GluePoint54Y" fmla="*/ 7 h 102"/>
              <a:gd name="GluePoint55X" fmla="*/ 62 w 62"/>
              <a:gd name="GluePoint55Y" fmla="*/ 0 h 102"/>
              <a:gd name="GluePoint56X" fmla="*/ 59 w 62"/>
              <a:gd name="GluePoint56Y" fmla="*/ 0 h 102"/>
              <a:gd name="GluePoint57X" fmla="*/ 56 w 62"/>
              <a:gd name="GluePoint57Y" fmla="*/ 0 h 102"/>
            </a:gdLst>
            <a:ahLst/>
            <a:cxnLst/>
            <a:rect l="textAreaLeft" t="textAreaTop" r="textAreaRight" b="textAreaBottom"/>
            <a:pathLst>
              <a:path w="62" h="102">
                <a:moveTo>
                  <a:pt x="56" y="0"/>
                </a:moveTo>
                <a:lnTo>
                  <a:pt x="53" y="1"/>
                </a:lnTo>
                <a:lnTo>
                  <a:pt x="50" y="2"/>
                </a:lnTo>
                <a:lnTo>
                  <a:pt x="48" y="2"/>
                </a:lnTo>
                <a:lnTo>
                  <a:pt x="45" y="4"/>
                </a:lnTo>
                <a:lnTo>
                  <a:pt x="43" y="5"/>
                </a:lnTo>
                <a:lnTo>
                  <a:pt x="40" y="6"/>
                </a:lnTo>
                <a:lnTo>
                  <a:pt x="39" y="9"/>
                </a:lnTo>
                <a:lnTo>
                  <a:pt x="36" y="10"/>
                </a:lnTo>
                <a:lnTo>
                  <a:pt x="35" y="13"/>
                </a:lnTo>
                <a:lnTo>
                  <a:pt x="33" y="16"/>
                </a:lnTo>
                <a:lnTo>
                  <a:pt x="32" y="18"/>
                </a:lnTo>
                <a:lnTo>
                  <a:pt x="30" y="22"/>
                </a:lnTo>
                <a:lnTo>
                  <a:pt x="29" y="24"/>
                </a:lnTo>
                <a:lnTo>
                  <a:pt x="28" y="2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8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3" y="102"/>
                </a:lnTo>
                <a:lnTo>
                  <a:pt x="7" y="102"/>
                </a:lnTo>
                <a:lnTo>
                  <a:pt x="11" y="102"/>
                </a:lnTo>
                <a:lnTo>
                  <a:pt x="14" y="102"/>
                </a:lnTo>
                <a:lnTo>
                  <a:pt x="18" y="102"/>
                </a:lnTo>
                <a:lnTo>
                  <a:pt x="21" y="102"/>
                </a:lnTo>
                <a:lnTo>
                  <a:pt x="24" y="102"/>
                </a:lnTo>
                <a:lnTo>
                  <a:pt x="28" y="102"/>
                </a:lnTo>
                <a:lnTo>
                  <a:pt x="28" y="65"/>
                </a:lnTo>
                <a:lnTo>
                  <a:pt x="28" y="57"/>
                </a:lnTo>
                <a:lnTo>
                  <a:pt x="28" y="51"/>
                </a:lnTo>
                <a:lnTo>
                  <a:pt x="28" y="45"/>
                </a:lnTo>
                <a:lnTo>
                  <a:pt x="29" y="41"/>
                </a:lnTo>
                <a:lnTo>
                  <a:pt x="31" y="38"/>
                </a:lnTo>
                <a:lnTo>
                  <a:pt x="32" y="35"/>
                </a:lnTo>
                <a:lnTo>
                  <a:pt x="34" y="33"/>
                </a:lnTo>
                <a:lnTo>
                  <a:pt x="36" y="31"/>
                </a:lnTo>
                <a:lnTo>
                  <a:pt x="39" y="29"/>
                </a:lnTo>
                <a:lnTo>
                  <a:pt x="42" y="28"/>
                </a:lnTo>
                <a:lnTo>
                  <a:pt x="45" y="27"/>
                </a:lnTo>
                <a:lnTo>
                  <a:pt x="49" y="27"/>
                </a:lnTo>
                <a:lnTo>
                  <a:pt x="52" y="27"/>
                </a:lnTo>
                <a:lnTo>
                  <a:pt x="54" y="27"/>
                </a:lnTo>
                <a:lnTo>
                  <a:pt x="57" y="29"/>
                </a:lnTo>
                <a:lnTo>
                  <a:pt x="60" y="30"/>
                </a:lnTo>
                <a:lnTo>
                  <a:pt x="61" y="29"/>
                </a:lnTo>
                <a:lnTo>
                  <a:pt x="61" y="22"/>
                </a:lnTo>
                <a:lnTo>
                  <a:pt x="61" y="14"/>
                </a:lnTo>
                <a:lnTo>
                  <a:pt x="61" y="7"/>
                </a:lnTo>
                <a:lnTo>
                  <a:pt x="62" y="0"/>
                </a:lnTo>
                <a:lnTo>
                  <a:pt x="59" y="0"/>
                </a:lnTo>
                <a:lnTo>
                  <a:pt x="5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587" name="íṧḷídè">
            <a:extLst>
              <a:ext uri="{FF2B5EF4-FFF2-40B4-BE49-F238E27FC236}">
                <a16:creationId xmlns:a16="http://schemas.microsoft.com/office/drawing/2014/main" id="{1FD40295-AEF2-4513-80B1-EE82BA43B3D3}"/>
              </a:ext>
            </a:extLst>
          </p:cNvPr>
          <p:cNvSpPr>
            <a:spLocks noGrp="1"/>
          </p:cNvSpPr>
          <p:nvPr/>
        </p:nvSpPr>
        <p:spPr>
          <a:xfrm>
            <a:off x="2171520" y="955440"/>
            <a:ext cx="29880" cy="44640"/>
          </a:xfrm>
          <a:custGeom>
            <a:avLst/>
            <a:gdLst>
              <a:gd name="textAreaLeft" fmla="*/ 0 w 29880"/>
              <a:gd name="textAreaRight" fmla="*/ 30240 w 29880"/>
              <a:gd name="textAreaTop" fmla="*/ 0 h 44640"/>
              <a:gd name="textAreaBottom" fmla="*/ 45000 h 44640"/>
              <a:gd name="GluePoint1X" fmla="*/ 67 w 69"/>
              <a:gd name="GluePoint1Y" fmla="*/ 59 h 103"/>
              <a:gd name="GluePoint2X" fmla="*/ 62 w 69"/>
              <a:gd name="GluePoint2Y" fmla="*/ 52 h 103"/>
              <a:gd name="GluePoint3X" fmla="*/ 55 w 69"/>
              <a:gd name="GluePoint3Y" fmla="*/ 47 h 103"/>
              <a:gd name="GluePoint4X" fmla="*/ 46 w 69"/>
              <a:gd name="GluePoint4Y" fmla="*/ 42 h 103"/>
              <a:gd name="GluePoint5X" fmla="*/ 34 w 69"/>
              <a:gd name="GluePoint5Y" fmla="*/ 37 h 103"/>
              <a:gd name="GluePoint6X" fmla="*/ 25 w 69"/>
              <a:gd name="GluePoint6Y" fmla="*/ 31 h 103"/>
              <a:gd name="GluePoint7X" fmla="*/ 21 w 69"/>
              <a:gd name="GluePoint7Y" fmla="*/ 25 h 103"/>
              <a:gd name="GluePoint8X" fmla="*/ 21 w 69"/>
              <a:gd name="GluePoint8Y" fmla="*/ 18 h 103"/>
              <a:gd name="GluePoint9X" fmla="*/ 27 w 69"/>
              <a:gd name="GluePoint9Y" fmla="*/ 13 h 103"/>
              <a:gd name="GluePoint10X" fmla="*/ 36 w 69"/>
              <a:gd name="GluePoint10Y" fmla="*/ 10 h 103"/>
              <a:gd name="GluePoint11X" fmla="*/ 45 w 69"/>
              <a:gd name="GluePoint11Y" fmla="*/ 14 h 103"/>
              <a:gd name="GluePoint12X" fmla="*/ 53 w 69"/>
              <a:gd name="GluePoint12Y" fmla="*/ 21 h 103"/>
              <a:gd name="GluePoint13X" fmla="*/ 61 w 69"/>
              <a:gd name="GluePoint13Y" fmla="*/ 27 h 103"/>
              <a:gd name="GluePoint14X" fmla="*/ 65 w 69"/>
              <a:gd name="GluePoint14Y" fmla="*/ 14 h 103"/>
              <a:gd name="GluePoint15X" fmla="*/ 60 w 69"/>
              <a:gd name="GluePoint15Y" fmla="*/ 6 h 103"/>
              <a:gd name="GluePoint16X" fmla="*/ 48 w 69"/>
              <a:gd name="GluePoint16Y" fmla="*/ 2 h 103"/>
              <a:gd name="GluePoint17X" fmla="*/ 36 w 69"/>
              <a:gd name="GluePoint17Y" fmla="*/ 0 h 103"/>
              <a:gd name="GluePoint18X" fmla="*/ 24 w 69"/>
              <a:gd name="GluePoint18Y" fmla="*/ 2 h 103"/>
              <a:gd name="GluePoint19X" fmla="*/ 15 w 69"/>
              <a:gd name="GluePoint19Y" fmla="*/ 6 h 103"/>
              <a:gd name="GluePoint20X" fmla="*/ 8 w 69"/>
              <a:gd name="GluePoint20Y" fmla="*/ 12 h 103"/>
              <a:gd name="GluePoint21X" fmla="*/ 3 w 69"/>
              <a:gd name="GluePoint21Y" fmla="*/ 20 h 103"/>
              <a:gd name="GluePoint22X" fmla="*/ 1 w 69"/>
              <a:gd name="GluePoint22Y" fmla="*/ 30 h 103"/>
              <a:gd name="GluePoint23X" fmla="*/ 1 w 69"/>
              <a:gd name="GluePoint23Y" fmla="*/ 38 h 103"/>
              <a:gd name="GluePoint24X" fmla="*/ 3 w 69"/>
              <a:gd name="GluePoint24Y" fmla="*/ 46 h 103"/>
              <a:gd name="GluePoint25X" fmla="*/ 8 w 69"/>
              <a:gd name="GluePoint25Y" fmla="*/ 52 h 103"/>
              <a:gd name="GluePoint26X" fmla="*/ 14 w 69"/>
              <a:gd name="GluePoint26Y" fmla="*/ 58 h 103"/>
              <a:gd name="GluePoint27X" fmla="*/ 23 w 69"/>
              <a:gd name="GluePoint27Y" fmla="*/ 63 h 103"/>
              <a:gd name="GluePoint28X" fmla="*/ 34 w 69"/>
              <a:gd name="GluePoint28Y" fmla="*/ 68 h 103"/>
              <a:gd name="GluePoint29X" fmla="*/ 44 w 69"/>
              <a:gd name="GluePoint29Y" fmla="*/ 74 h 103"/>
              <a:gd name="GluePoint30X" fmla="*/ 48 w 69"/>
              <a:gd name="GluePoint30Y" fmla="*/ 79 h 103"/>
              <a:gd name="GluePoint31X" fmla="*/ 47 w 69"/>
              <a:gd name="GluePoint31Y" fmla="*/ 87 h 103"/>
              <a:gd name="GluePoint32X" fmla="*/ 41 w 69"/>
              <a:gd name="GluePoint32Y" fmla="*/ 92 h 103"/>
              <a:gd name="GluePoint33X" fmla="*/ 32 w 69"/>
              <a:gd name="GluePoint33Y" fmla="*/ 95 h 103"/>
              <a:gd name="GluePoint34X" fmla="*/ 21 w 69"/>
              <a:gd name="GluePoint34Y" fmla="*/ 92 h 103"/>
              <a:gd name="GluePoint35X" fmla="*/ 12 w 69"/>
              <a:gd name="GluePoint35Y" fmla="*/ 85 h 103"/>
              <a:gd name="GluePoint36X" fmla="*/ 4 w 69"/>
              <a:gd name="GluePoint36Y" fmla="*/ 77 h 103"/>
              <a:gd name="GluePoint37X" fmla="*/ 1 w 69"/>
              <a:gd name="GluePoint37Y" fmla="*/ 92 h 103"/>
              <a:gd name="GluePoint38X" fmla="*/ 7 w 69"/>
              <a:gd name="GluePoint38Y" fmla="*/ 99 h 103"/>
              <a:gd name="GluePoint39X" fmla="*/ 17 w 69"/>
              <a:gd name="GluePoint39Y" fmla="*/ 103 h 103"/>
              <a:gd name="GluePoint40X" fmla="*/ 29 w 69"/>
              <a:gd name="GluePoint40Y" fmla="*/ 103 h 103"/>
              <a:gd name="GluePoint41X" fmla="*/ 42 w 69"/>
              <a:gd name="GluePoint41Y" fmla="*/ 102 h 103"/>
              <a:gd name="GluePoint42X" fmla="*/ 52 w 69"/>
              <a:gd name="GluePoint42Y" fmla="*/ 99 h 103"/>
              <a:gd name="GluePoint43X" fmla="*/ 60 w 69"/>
              <a:gd name="GluePoint43Y" fmla="*/ 93 h 103"/>
              <a:gd name="GluePoint44X" fmla="*/ 66 w 69"/>
              <a:gd name="GluePoint44Y" fmla="*/ 85 h 103"/>
              <a:gd name="GluePoint45X" fmla="*/ 69 w 69"/>
              <a:gd name="GluePoint45Y" fmla="*/ 75 h 103"/>
              <a:gd name="GluePoint46X" fmla="*/ 69 w 69"/>
              <a:gd name="GluePoint46Y" fmla="*/ 67 h 103"/>
            </a:gdLst>
            <a:ahLst/>
            <a:cxnLst/>
            <a:rect l="textAreaLeft" t="textAreaTop" r="textAreaRight" b="textAreaBottom"/>
            <a:pathLst>
              <a:path w="69" h="103">
                <a:moveTo>
                  <a:pt x="68" y="64"/>
                </a:moveTo>
                <a:lnTo>
                  <a:pt x="68" y="62"/>
                </a:lnTo>
                <a:lnTo>
                  <a:pt x="67" y="59"/>
                </a:lnTo>
                <a:lnTo>
                  <a:pt x="65" y="57"/>
                </a:lnTo>
                <a:lnTo>
                  <a:pt x="64" y="55"/>
                </a:lnTo>
                <a:lnTo>
                  <a:pt x="62" y="52"/>
                </a:lnTo>
                <a:lnTo>
                  <a:pt x="60" y="51"/>
                </a:lnTo>
                <a:lnTo>
                  <a:pt x="57" y="48"/>
                </a:lnTo>
                <a:lnTo>
                  <a:pt x="55" y="47"/>
                </a:lnTo>
                <a:lnTo>
                  <a:pt x="52" y="45"/>
                </a:lnTo>
                <a:lnTo>
                  <a:pt x="49" y="43"/>
                </a:lnTo>
                <a:lnTo>
                  <a:pt x="46" y="42"/>
                </a:lnTo>
                <a:lnTo>
                  <a:pt x="42" y="40"/>
                </a:lnTo>
                <a:lnTo>
                  <a:pt x="39" y="38"/>
                </a:lnTo>
                <a:lnTo>
                  <a:pt x="34" y="37"/>
                </a:lnTo>
                <a:lnTo>
                  <a:pt x="31" y="34"/>
                </a:lnTo>
                <a:lnTo>
                  <a:pt x="28" y="33"/>
                </a:lnTo>
                <a:lnTo>
                  <a:pt x="25" y="31"/>
                </a:lnTo>
                <a:lnTo>
                  <a:pt x="24" y="29"/>
                </a:lnTo>
                <a:lnTo>
                  <a:pt x="22" y="27"/>
                </a:lnTo>
                <a:lnTo>
                  <a:pt x="21" y="25"/>
                </a:lnTo>
                <a:lnTo>
                  <a:pt x="20" y="23"/>
                </a:lnTo>
                <a:lnTo>
                  <a:pt x="21" y="20"/>
                </a:lnTo>
                <a:lnTo>
                  <a:pt x="21" y="18"/>
                </a:lnTo>
                <a:lnTo>
                  <a:pt x="23" y="16"/>
                </a:lnTo>
                <a:lnTo>
                  <a:pt x="24" y="14"/>
                </a:lnTo>
                <a:lnTo>
                  <a:pt x="27" y="13"/>
                </a:lnTo>
                <a:lnTo>
                  <a:pt x="29" y="12"/>
                </a:lnTo>
                <a:lnTo>
                  <a:pt x="32" y="11"/>
                </a:lnTo>
                <a:lnTo>
                  <a:pt x="36" y="10"/>
                </a:lnTo>
                <a:lnTo>
                  <a:pt x="39" y="11"/>
                </a:lnTo>
                <a:lnTo>
                  <a:pt x="43" y="12"/>
                </a:lnTo>
                <a:lnTo>
                  <a:pt x="45" y="14"/>
                </a:lnTo>
                <a:lnTo>
                  <a:pt x="48" y="16"/>
                </a:lnTo>
                <a:lnTo>
                  <a:pt x="51" y="18"/>
                </a:lnTo>
                <a:lnTo>
                  <a:pt x="53" y="21"/>
                </a:lnTo>
                <a:lnTo>
                  <a:pt x="55" y="24"/>
                </a:lnTo>
                <a:lnTo>
                  <a:pt x="56" y="27"/>
                </a:lnTo>
                <a:lnTo>
                  <a:pt x="61" y="27"/>
                </a:lnTo>
                <a:lnTo>
                  <a:pt x="63" y="23"/>
                </a:lnTo>
                <a:lnTo>
                  <a:pt x="64" y="19"/>
                </a:lnTo>
                <a:lnTo>
                  <a:pt x="65" y="14"/>
                </a:lnTo>
                <a:lnTo>
                  <a:pt x="66" y="10"/>
                </a:lnTo>
                <a:lnTo>
                  <a:pt x="63" y="8"/>
                </a:lnTo>
                <a:lnTo>
                  <a:pt x="60" y="6"/>
                </a:lnTo>
                <a:lnTo>
                  <a:pt x="56" y="4"/>
                </a:lnTo>
                <a:lnTo>
                  <a:pt x="52" y="3"/>
                </a:lnTo>
                <a:lnTo>
                  <a:pt x="48" y="2"/>
                </a:lnTo>
                <a:lnTo>
                  <a:pt x="44" y="1"/>
                </a:lnTo>
                <a:lnTo>
                  <a:pt x="40" y="0"/>
                </a:lnTo>
                <a:lnTo>
                  <a:pt x="36" y="0"/>
                </a:lnTo>
                <a:lnTo>
                  <a:pt x="32" y="0"/>
                </a:lnTo>
                <a:lnTo>
                  <a:pt x="28" y="1"/>
                </a:lnTo>
                <a:lnTo>
                  <a:pt x="24" y="2"/>
                </a:lnTo>
                <a:lnTo>
                  <a:pt x="21" y="3"/>
                </a:lnTo>
                <a:lnTo>
                  <a:pt x="18" y="4"/>
                </a:lnTo>
                <a:lnTo>
                  <a:pt x="15" y="6"/>
                </a:lnTo>
                <a:lnTo>
                  <a:pt x="12" y="7"/>
                </a:lnTo>
                <a:lnTo>
                  <a:pt x="10" y="10"/>
                </a:lnTo>
                <a:lnTo>
                  <a:pt x="8" y="12"/>
                </a:lnTo>
                <a:lnTo>
                  <a:pt x="6" y="14"/>
                </a:lnTo>
                <a:lnTo>
                  <a:pt x="4" y="17"/>
                </a:lnTo>
                <a:lnTo>
                  <a:pt x="3" y="20"/>
                </a:lnTo>
                <a:lnTo>
                  <a:pt x="2" y="22"/>
                </a:lnTo>
                <a:lnTo>
                  <a:pt x="1" y="26"/>
                </a:lnTo>
                <a:lnTo>
                  <a:pt x="1" y="30"/>
                </a:lnTo>
                <a:lnTo>
                  <a:pt x="0" y="34"/>
                </a:lnTo>
                <a:lnTo>
                  <a:pt x="0" y="36"/>
                </a:lnTo>
                <a:lnTo>
                  <a:pt x="1" y="38"/>
                </a:lnTo>
                <a:lnTo>
                  <a:pt x="1" y="41"/>
                </a:lnTo>
                <a:lnTo>
                  <a:pt x="2" y="43"/>
                </a:lnTo>
                <a:lnTo>
                  <a:pt x="3" y="46"/>
                </a:lnTo>
                <a:lnTo>
                  <a:pt x="4" y="48"/>
                </a:lnTo>
                <a:lnTo>
                  <a:pt x="6" y="51"/>
                </a:lnTo>
                <a:lnTo>
                  <a:pt x="8" y="52"/>
                </a:lnTo>
                <a:lnTo>
                  <a:pt x="10" y="55"/>
                </a:lnTo>
                <a:lnTo>
                  <a:pt x="12" y="56"/>
                </a:lnTo>
                <a:lnTo>
                  <a:pt x="14" y="58"/>
                </a:lnTo>
                <a:lnTo>
                  <a:pt x="17" y="60"/>
                </a:lnTo>
                <a:lnTo>
                  <a:pt x="20" y="62"/>
                </a:lnTo>
                <a:lnTo>
                  <a:pt x="23" y="63"/>
                </a:lnTo>
                <a:lnTo>
                  <a:pt x="26" y="65"/>
                </a:lnTo>
                <a:lnTo>
                  <a:pt x="30" y="67"/>
                </a:lnTo>
                <a:lnTo>
                  <a:pt x="34" y="68"/>
                </a:lnTo>
                <a:lnTo>
                  <a:pt x="38" y="70"/>
                </a:lnTo>
                <a:lnTo>
                  <a:pt x="41" y="71"/>
                </a:lnTo>
                <a:lnTo>
                  <a:pt x="44" y="74"/>
                </a:lnTo>
                <a:lnTo>
                  <a:pt x="46" y="75"/>
                </a:lnTo>
                <a:lnTo>
                  <a:pt x="48" y="78"/>
                </a:lnTo>
                <a:lnTo>
                  <a:pt x="48" y="79"/>
                </a:lnTo>
                <a:lnTo>
                  <a:pt x="48" y="82"/>
                </a:lnTo>
                <a:lnTo>
                  <a:pt x="48" y="84"/>
                </a:lnTo>
                <a:lnTo>
                  <a:pt x="47" y="87"/>
                </a:lnTo>
                <a:lnTo>
                  <a:pt x="45" y="89"/>
                </a:lnTo>
                <a:lnTo>
                  <a:pt x="44" y="91"/>
                </a:lnTo>
                <a:lnTo>
                  <a:pt x="41" y="92"/>
                </a:lnTo>
                <a:lnTo>
                  <a:pt x="39" y="93"/>
                </a:lnTo>
                <a:lnTo>
                  <a:pt x="36" y="94"/>
                </a:lnTo>
                <a:lnTo>
                  <a:pt x="32" y="95"/>
                </a:lnTo>
                <a:lnTo>
                  <a:pt x="28" y="95"/>
                </a:lnTo>
                <a:lnTo>
                  <a:pt x="24" y="94"/>
                </a:lnTo>
                <a:lnTo>
                  <a:pt x="21" y="92"/>
                </a:lnTo>
                <a:lnTo>
                  <a:pt x="18" y="91"/>
                </a:lnTo>
                <a:lnTo>
                  <a:pt x="16" y="87"/>
                </a:lnTo>
                <a:lnTo>
                  <a:pt x="12" y="85"/>
                </a:lnTo>
                <a:lnTo>
                  <a:pt x="10" y="81"/>
                </a:lnTo>
                <a:lnTo>
                  <a:pt x="8" y="77"/>
                </a:lnTo>
                <a:lnTo>
                  <a:pt x="4" y="77"/>
                </a:lnTo>
                <a:lnTo>
                  <a:pt x="3" y="81"/>
                </a:lnTo>
                <a:lnTo>
                  <a:pt x="2" y="87"/>
                </a:lnTo>
                <a:lnTo>
                  <a:pt x="1" y="92"/>
                </a:lnTo>
                <a:lnTo>
                  <a:pt x="0" y="96"/>
                </a:lnTo>
                <a:lnTo>
                  <a:pt x="3" y="98"/>
                </a:lnTo>
                <a:lnTo>
                  <a:pt x="7" y="99"/>
                </a:lnTo>
                <a:lnTo>
                  <a:pt x="10" y="100"/>
                </a:lnTo>
                <a:lnTo>
                  <a:pt x="13" y="102"/>
                </a:lnTo>
                <a:lnTo>
                  <a:pt x="17" y="103"/>
                </a:lnTo>
                <a:lnTo>
                  <a:pt x="20" y="103"/>
                </a:lnTo>
                <a:lnTo>
                  <a:pt x="25" y="103"/>
                </a:lnTo>
                <a:lnTo>
                  <a:pt x="29" y="103"/>
                </a:lnTo>
                <a:lnTo>
                  <a:pt x="33" y="103"/>
                </a:lnTo>
                <a:lnTo>
                  <a:pt x="38" y="103"/>
                </a:lnTo>
                <a:lnTo>
                  <a:pt x="42" y="102"/>
                </a:lnTo>
                <a:lnTo>
                  <a:pt x="46" y="101"/>
                </a:lnTo>
                <a:lnTo>
                  <a:pt x="49" y="100"/>
                </a:lnTo>
                <a:lnTo>
                  <a:pt x="52" y="99"/>
                </a:lnTo>
                <a:lnTo>
                  <a:pt x="56" y="97"/>
                </a:lnTo>
                <a:lnTo>
                  <a:pt x="59" y="95"/>
                </a:lnTo>
                <a:lnTo>
                  <a:pt x="60" y="93"/>
                </a:lnTo>
                <a:lnTo>
                  <a:pt x="63" y="91"/>
                </a:lnTo>
                <a:lnTo>
                  <a:pt x="64" y="88"/>
                </a:lnTo>
                <a:lnTo>
                  <a:pt x="66" y="85"/>
                </a:lnTo>
                <a:lnTo>
                  <a:pt x="68" y="83"/>
                </a:lnTo>
                <a:lnTo>
                  <a:pt x="68" y="79"/>
                </a:lnTo>
                <a:lnTo>
                  <a:pt x="69" y="75"/>
                </a:lnTo>
                <a:lnTo>
                  <a:pt x="69" y="71"/>
                </a:lnTo>
                <a:lnTo>
                  <a:pt x="69" y="69"/>
                </a:lnTo>
                <a:lnTo>
                  <a:pt x="69" y="67"/>
                </a:lnTo>
                <a:lnTo>
                  <a:pt x="68" y="64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88" name="î$líḋé">
            <a:extLst>
              <a:ext uri="{FF2B5EF4-FFF2-40B4-BE49-F238E27FC236}">
                <a16:creationId xmlns:a16="http://schemas.microsoft.com/office/drawing/2014/main" id="{93592E19-5954-4B87-92D3-6D28A2A40104}"/>
              </a:ext>
            </a:extLst>
          </p:cNvPr>
          <p:cNvSpPr>
            <a:spLocks noGrp="1"/>
          </p:cNvSpPr>
          <p:nvPr/>
        </p:nvSpPr>
        <p:spPr>
          <a:xfrm>
            <a:off x="2215800" y="956160"/>
            <a:ext cx="11880" cy="43200"/>
          </a:xfrm>
          <a:custGeom>
            <a:avLst/>
            <a:gdLst>
              <a:gd name="textAreaLeft" fmla="*/ 0 w 11880"/>
              <a:gd name="textAreaRight" fmla="*/ 12240 w 11880"/>
              <a:gd name="textAreaTop" fmla="*/ 0 h 43200"/>
              <a:gd name="textAreaBottom" fmla="*/ 43560 h 43200"/>
              <a:gd name="GluePoint1X" fmla="*/ 21 w 28"/>
              <a:gd name="GluePoint1Y" fmla="*/ 0 h 100"/>
              <a:gd name="GluePoint2X" fmla="*/ 18 w 28"/>
              <a:gd name="GluePoint2Y" fmla="*/ 0 h 100"/>
              <a:gd name="GluePoint3X" fmla="*/ 15 w 28"/>
              <a:gd name="GluePoint3Y" fmla="*/ 0 h 100"/>
              <a:gd name="GluePoint4X" fmla="*/ 11 w 28"/>
              <a:gd name="GluePoint4Y" fmla="*/ 0 h 100"/>
              <a:gd name="GluePoint5X" fmla="*/ 7 w 28"/>
              <a:gd name="GluePoint5Y" fmla="*/ 0 h 100"/>
              <a:gd name="GluePoint6X" fmla="*/ 3 w 28"/>
              <a:gd name="GluePoint6Y" fmla="*/ 0 h 100"/>
              <a:gd name="GluePoint7X" fmla="*/ 0 w 28"/>
              <a:gd name="GluePoint7Y" fmla="*/ 0 h 100"/>
              <a:gd name="GluePoint8X" fmla="*/ 0 w 28"/>
              <a:gd name="GluePoint8Y" fmla="*/ 100 h 100"/>
              <a:gd name="GluePoint9X" fmla="*/ 3 w 28"/>
              <a:gd name="GluePoint9Y" fmla="*/ 100 h 100"/>
              <a:gd name="GluePoint10X" fmla="*/ 7 w 28"/>
              <a:gd name="GluePoint10Y" fmla="*/ 100 h 100"/>
              <a:gd name="GluePoint11X" fmla="*/ 11 w 28"/>
              <a:gd name="GluePoint11Y" fmla="*/ 100 h 100"/>
              <a:gd name="GluePoint12X" fmla="*/ 15 w 28"/>
              <a:gd name="GluePoint12Y" fmla="*/ 100 h 100"/>
              <a:gd name="GluePoint13X" fmla="*/ 18 w 28"/>
              <a:gd name="GluePoint13Y" fmla="*/ 100 h 100"/>
              <a:gd name="GluePoint14X" fmla="*/ 21 w 28"/>
              <a:gd name="GluePoint14Y" fmla="*/ 100 h 100"/>
              <a:gd name="GluePoint15X" fmla="*/ 24 w 28"/>
              <a:gd name="GluePoint15Y" fmla="*/ 100 h 100"/>
              <a:gd name="GluePoint16X" fmla="*/ 28 w 28"/>
              <a:gd name="GluePoint16Y" fmla="*/ 100 h 100"/>
              <a:gd name="GluePoint17X" fmla="*/ 28 w 28"/>
              <a:gd name="GluePoint17Y" fmla="*/ 0 h 100"/>
              <a:gd name="GluePoint18X" fmla="*/ 24 w 28"/>
              <a:gd name="GluePoint18Y" fmla="*/ 0 h 100"/>
              <a:gd name="GluePoint19X" fmla="*/ 21 w 28"/>
              <a:gd name="GluePoint19Y" fmla="*/ 0 h 100"/>
            </a:gdLst>
            <a:ahLst/>
            <a:cxnLst/>
            <a:rect l="textAreaLeft" t="textAreaTop" r="textAreaRight" b="textAreaBottom"/>
            <a:pathLst>
              <a:path w="28" h="100">
                <a:moveTo>
                  <a:pt x="21" y="0"/>
                </a:moveTo>
                <a:lnTo>
                  <a:pt x="18" y="0"/>
                </a:lnTo>
                <a:lnTo>
                  <a:pt x="15" y="0"/>
                </a:lnTo>
                <a:lnTo>
                  <a:pt x="11" y="0"/>
                </a:lnTo>
                <a:lnTo>
                  <a:pt x="7" y="0"/>
                </a:lnTo>
                <a:lnTo>
                  <a:pt x="3" y="0"/>
                </a:lnTo>
                <a:lnTo>
                  <a:pt x="0" y="0"/>
                </a:lnTo>
                <a:lnTo>
                  <a:pt x="0" y="100"/>
                </a:lnTo>
                <a:lnTo>
                  <a:pt x="3" y="100"/>
                </a:lnTo>
                <a:lnTo>
                  <a:pt x="7" y="100"/>
                </a:lnTo>
                <a:lnTo>
                  <a:pt x="11" y="100"/>
                </a:lnTo>
                <a:lnTo>
                  <a:pt x="15" y="100"/>
                </a:lnTo>
                <a:lnTo>
                  <a:pt x="18" y="100"/>
                </a:lnTo>
                <a:lnTo>
                  <a:pt x="21" y="100"/>
                </a:lnTo>
                <a:lnTo>
                  <a:pt x="24" y="100"/>
                </a:lnTo>
                <a:lnTo>
                  <a:pt x="28" y="100"/>
                </a:lnTo>
                <a:lnTo>
                  <a:pt x="28" y="0"/>
                </a:lnTo>
                <a:lnTo>
                  <a:pt x="24" y="0"/>
                </a:lnTo>
                <a:lnTo>
                  <a:pt x="21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440" rIns="90000" bIns="-1440" anchor="ctr">
            <a:noAutofit/>
          </a:bodyPr>
          <a:lstStyle/>
          <a:p>
            <a:endParaRPr/>
          </a:p>
        </p:txBody>
      </p:sp>
      <p:sp>
        <p:nvSpPr>
          <p:cNvPr id="589" name="îṩḻïḓè">
            <a:extLst>
              <a:ext uri="{FF2B5EF4-FFF2-40B4-BE49-F238E27FC236}">
                <a16:creationId xmlns:a16="http://schemas.microsoft.com/office/drawing/2014/main" id="{0EC19519-ABA1-49C9-8536-AC97BF69A07C}"/>
              </a:ext>
            </a:extLst>
          </p:cNvPr>
          <p:cNvSpPr>
            <a:spLocks noGrp="1"/>
          </p:cNvSpPr>
          <p:nvPr/>
        </p:nvSpPr>
        <p:spPr>
          <a:xfrm>
            <a:off x="2214720" y="932040"/>
            <a:ext cx="14040" cy="13680"/>
          </a:xfrm>
          <a:custGeom>
            <a:avLst/>
            <a:gdLst>
              <a:gd name="textAreaLeft" fmla="*/ 0 w 14040"/>
              <a:gd name="textAreaRight" fmla="*/ 14400 w 14040"/>
              <a:gd name="textAreaTop" fmla="*/ 0 h 13680"/>
              <a:gd name="textAreaBottom" fmla="*/ 14040 h 13680"/>
              <a:gd name="GluePoint1X" fmla="*/ 31 w 33"/>
              <a:gd name="GluePoint1Y" fmla="*/ 10 h 32"/>
              <a:gd name="GluePoint2X" fmla="*/ 29 w 33"/>
              <a:gd name="GluePoint2Y" fmla="*/ 7 h 32"/>
              <a:gd name="GluePoint3X" fmla="*/ 28 w 33"/>
              <a:gd name="GluePoint3Y" fmla="*/ 5 h 32"/>
              <a:gd name="GluePoint4X" fmla="*/ 25 w 33"/>
              <a:gd name="GluePoint4Y" fmla="*/ 3 h 32"/>
              <a:gd name="GluePoint5X" fmla="*/ 22 w 33"/>
              <a:gd name="GluePoint5Y" fmla="*/ 2 h 32"/>
              <a:gd name="GluePoint6X" fmla="*/ 19 w 33"/>
              <a:gd name="GluePoint6Y" fmla="*/ 0 h 32"/>
              <a:gd name="GluePoint7X" fmla="*/ 16 w 33"/>
              <a:gd name="GluePoint7Y" fmla="*/ 0 h 32"/>
              <a:gd name="GluePoint8X" fmla="*/ 13 w 33"/>
              <a:gd name="GluePoint8Y" fmla="*/ 0 h 32"/>
              <a:gd name="GluePoint9X" fmla="*/ 9 w 33"/>
              <a:gd name="GluePoint9Y" fmla="*/ 2 h 32"/>
              <a:gd name="GluePoint10X" fmla="*/ 6 w 33"/>
              <a:gd name="GluePoint10Y" fmla="*/ 3 h 32"/>
              <a:gd name="GluePoint11X" fmla="*/ 4 w 33"/>
              <a:gd name="GluePoint11Y" fmla="*/ 5 h 32"/>
              <a:gd name="GluePoint12X" fmla="*/ 2 w 33"/>
              <a:gd name="GluePoint12Y" fmla="*/ 7 h 32"/>
              <a:gd name="GluePoint13X" fmla="*/ 1 w 33"/>
              <a:gd name="GluePoint13Y" fmla="*/ 10 h 32"/>
              <a:gd name="GluePoint14X" fmla="*/ 0 w 33"/>
              <a:gd name="GluePoint14Y" fmla="*/ 13 h 32"/>
              <a:gd name="GluePoint15X" fmla="*/ 0 w 33"/>
              <a:gd name="GluePoint15Y" fmla="*/ 16 h 32"/>
              <a:gd name="GluePoint16X" fmla="*/ 0 w 33"/>
              <a:gd name="GluePoint16Y" fmla="*/ 20 h 32"/>
              <a:gd name="GluePoint17X" fmla="*/ 1 w 33"/>
              <a:gd name="GluePoint17Y" fmla="*/ 23 h 32"/>
              <a:gd name="GluePoint18X" fmla="*/ 2 w 33"/>
              <a:gd name="GluePoint18Y" fmla="*/ 26 h 32"/>
              <a:gd name="GluePoint19X" fmla="*/ 4 w 33"/>
              <a:gd name="GluePoint19Y" fmla="*/ 28 h 32"/>
              <a:gd name="GluePoint20X" fmla="*/ 6 w 33"/>
              <a:gd name="GluePoint20Y" fmla="*/ 30 h 32"/>
              <a:gd name="GluePoint21X" fmla="*/ 9 w 33"/>
              <a:gd name="GluePoint21Y" fmla="*/ 31 h 32"/>
              <a:gd name="GluePoint22X" fmla="*/ 12 w 33"/>
              <a:gd name="GluePoint22Y" fmla="*/ 32 h 32"/>
              <a:gd name="GluePoint23X" fmla="*/ 16 w 33"/>
              <a:gd name="GluePoint23Y" fmla="*/ 32 h 32"/>
              <a:gd name="GluePoint24X" fmla="*/ 19 w 33"/>
              <a:gd name="GluePoint24Y" fmla="*/ 32 h 32"/>
              <a:gd name="GluePoint25X" fmla="*/ 22 w 33"/>
              <a:gd name="GluePoint25Y" fmla="*/ 31 h 32"/>
              <a:gd name="GluePoint26X" fmla="*/ 25 w 33"/>
              <a:gd name="GluePoint26Y" fmla="*/ 30 h 32"/>
              <a:gd name="GluePoint27X" fmla="*/ 28 w 33"/>
              <a:gd name="GluePoint27Y" fmla="*/ 27 h 32"/>
              <a:gd name="GluePoint28X" fmla="*/ 29 w 33"/>
              <a:gd name="GluePoint28Y" fmla="*/ 25 h 32"/>
              <a:gd name="GluePoint29X" fmla="*/ 31 w 33"/>
              <a:gd name="GluePoint29Y" fmla="*/ 23 h 32"/>
              <a:gd name="GluePoint30X" fmla="*/ 32 w 33"/>
              <a:gd name="GluePoint30Y" fmla="*/ 19 h 32"/>
              <a:gd name="GluePoint31X" fmla="*/ 33 w 33"/>
              <a:gd name="GluePoint31Y" fmla="*/ 16 h 32"/>
              <a:gd name="GluePoint32X" fmla="*/ 32 w 33"/>
              <a:gd name="GluePoint32Y" fmla="*/ 13 h 32"/>
              <a:gd name="GluePoint33X" fmla="*/ 31 w 33"/>
              <a:gd name="GluePoint33Y" fmla="*/ 10 h 32"/>
            </a:gdLst>
            <a:ahLst/>
            <a:cxnLst/>
            <a:rect l="textAreaLeft" t="textAreaTop" r="textAreaRight" b="textAreaBottom"/>
            <a:pathLst>
              <a:path w="33" h="32">
                <a:moveTo>
                  <a:pt x="31" y="10"/>
                </a:moveTo>
                <a:lnTo>
                  <a:pt x="29" y="7"/>
                </a:lnTo>
                <a:lnTo>
                  <a:pt x="28" y="5"/>
                </a:lnTo>
                <a:lnTo>
                  <a:pt x="25" y="3"/>
                </a:lnTo>
                <a:lnTo>
                  <a:pt x="22" y="2"/>
                </a:lnTo>
                <a:lnTo>
                  <a:pt x="19" y="0"/>
                </a:lnTo>
                <a:lnTo>
                  <a:pt x="16" y="0"/>
                </a:lnTo>
                <a:lnTo>
                  <a:pt x="13" y="0"/>
                </a:lnTo>
                <a:lnTo>
                  <a:pt x="9" y="2"/>
                </a:lnTo>
                <a:lnTo>
                  <a:pt x="6" y="3"/>
                </a:lnTo>
                <a:lnTo>
                  <a:pt x="4" y="5"/>
                </a:lnTo>
                <a:lnTo>
                  <a:pt x="2" y="7"/>
                </a:lnTo>
                <a:lnTo>
                  <a:pt x="1" y="10"/>
                </a:lnTo>
                <a:lnTo>
                  <a:pt x="0" y="13"/>
                </a:lnTo>
                <a:lnTo>
                  <a:pt x="0" y="16"/>
                </a:lnTo>
                <a:lnTo>
                  <a:pt x="0" y="20"/>
                </a:lnTo>
                <a:lnTo>
                  <a:pt x="1" y="23"/>
                </a:lnTo>
                <a:lnTo>
                  <a:pt x="2" y="26"/>
                </a:lnTo>
                <a:lnTo>
                  <a:pt x="4" y="28"/>
                </a:lnTo>
                <a:lnTo>
                  <a:pt x="6" y="30"/>
                </a:lnTo>
                <a:lnTo>
                  <a:pt x="9" y="31"/>
                </a:lnTo>
                <a:lnTo>
                  <a:pt x="12" y="32"/>
                </a:lnTo>
                <a:lnTo>
                  <a:pt x="16" y="32"/>
                </a:lnTo>
                <a:lnTo>
                  <a:pt x="19" y="32"/>
                </a:lnTo>
                <a:lnTo>
                  <a:pt x="22" y="31"/>
                </a:lnTo>
                <a:lnTo>
                  <a:pt x="25" y="30"/>
                </a:lnTo>
                <a:lnTo>
                  <a:pt x="28" y="27"/>
                </a:lnTo>
                <a:lnTo>
                  <a:pt x="29" y="25"/>
                </a:lnTo>
                <a:lnTo>
                  <a:pt x="31" y="23"/>
                </a:lnTo>
                <a:lnTo>
                  <a:pt x="32" y="19"/>
                </a:lnTo>
                <a:lnTo>
                  <a:pt x="33" y="16"/>
                </a:lnTo>
                <a:lnTo>
                  <a:pt x="32" y="13"/>
                </a:lnTo>
                <a:lnTo>
                  <a:pt x="31" y="1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0960" rIns="90000" bIns="-30960" anchor="ctr">
            <a:noAutofit/>
          </a:bodyPr>
          <a:lstStyle/>
          <a:p>
            <a:endParaRPr/>
          </a:p>
        </p:txBody>
      </p:sp>
      <p:sp>
        <p:nvSpPr>
          <p:cNvPr id="590" name="îṥḷíde">
            <a:extLst>
              <a:ext uri="{FF2B5EF4-FFF2-40B4-BE49-F238E27FC236}">
                <a16:creationId xmlns:a16="http://schemas.microsoft.com/office/drawing/2014/main" id="{3F5F0547-48E6-4943-AC29-378A3B76609E}"/>
              </a:ext>
            </a:extLst>
          </p:cNvPr>
          <p:cNvSpPr>
            <a:spLocks noGrp="1"/>
          </p:cNvSpPr>
          <p:nvPr/>
        </p:nvSpPr>
        <p:spPr>
          <a:xfrm>
            <a:off x="2241000" y="939960"/>
            <a:ext cx="26640" cy="59760"/>
          </a:xfrm>
          <a:custGeom>
            <a:avLst/>
            <a:gdLst>
              <a:gd name="textAreaLeft" fmla="*/ 0 w 26640"/>
              <a:gd name="textAreaRight" fmla="*/ 27000 w 26640"/>
              <a:gd name="textAreaTop" fmla="*/ 0 h 59760"/>
              <a:gd name="textAreaBottom" fmla="*/ 60120 h 59760"/>
              <a:gd name="GluePoint1X" fmla="*/ 58 w 62"/>
              <a:gd name="GluePoint1Y" fmla="*/ 129 h 138"/>
              <a:gd name="GluePoint2X" fmla="*/ 55 w 62"/>
              <a:gd name="GluePoint2Y" fmla="*/ 129 h 138"/>
              <a:gd name="GluePoint3X" fmla="*/ 54 w 62"/>
              <a:gd name="GluePoint3Y" fmla="*/ 129 h 138"/>
              <a:gd name="GluePoint4X" fmla="*/ 51 w 62"/>
              <a:gd name="GluePoint4Y" fmla="*/ 129 h 138"/>
              <a:gd name="GluePoint5X" fmla="*/ 50 w 62"/>
              <a:gd name="GluePoint5Y" fmla="*/ 129 h 138"/>
              <a:gd name="GluePoint6X" fmla="*/ 48 w 62"/>
              <a:gd name="GluePoint6Y" fmla="*/ 128 h 138"/>
              <a:gd name="GluePoint7X" fmla="*/ 46 w 62"/>
              <a:gd name="GluePoint7Y" fmla="*/ 127 h 138"/>
              <a:gd name="GluePoint8X" fmla="*/ 46 w 62"/>
              <a:gd name="GluePoint8Y" fmla="*/ 126 h 138"/>
              <a:gd name="GluePoint9X" fmla="*/ 45 w 62"/>
              <a:gd name="GluePoint9Y" fmla="*/ 124 h 138"/>
              <a:gd name="GluePoint10X" fmla="*/ 44 w 62"/>
              <a:gd name="GluePoint10Y" fmla="*/ 122 h 138"/>
              <a:gd name="GluePoint11X" fmla="*/ 43 w 62"/>
              <a:gd name="GluePoint11Y" fmla="*/ 120 h 138"/>
              <a:gd name="GluePoint12X" fmla="*/ 43 w 62"/>
              <a:gd name="GluePoint12Y" fmla="*/ 118 h 138"/>
              <a:gd name="GluePoint13X" fmla="*/ 43 w 62"/>
              <a:gd name="GluePoint13Y" fmla="*/ 115 h 138"/>
              <a:gd name="GluePoint14X" fmla="*/ 43 w 62"/>
              <a:gd name="GluePoint14Y" fmla="*/ 112 h 138"/>
              <a:gd name="GluePoint15X" fmla="*/ 43 w 62"/>
              <a:gd name="GluePoint15Y" fmla="*/ 110 h 138"/>
              <a:gd name="GluePoint16X" fmla="*/ 43 w 62"/>
              <a:gd name="GluePoint16Y" fmla="*/ 50 h 138"/>
              <a:gd name="GluePoint17X" fmla="*/ 61 w 62"/>
              <a:gd name="GluePoint17Y" fmla="*/ 50 h 138"/>
              <a:gd name="GluePoint18X" fmla="*/ 61 w 62"/>
              <a:gd name="GluePoint18Y" fmla="*/ 47 h 138"/>
              <a:gd name="GluePoint19X" fmla="*/ 61 w 62"/>
              <a:gd name="GluePoint19Y" fmla="*/ 44 h 138"/>
              <a:gd name="GluePoint20X" fmla="*/ 61 w 62"/>
              <a:gd name="GluePoint20Y" fmla="*/ 40 h 138"/>
              <a:gd name="GluePoint21X" fmla="*/ 61 w 62"/>
              <a:gd name="GluePoint21Y" fmla="*/ 37 h 138"/>
              <a:gd name="GluePoint22X" fmla="*/ 43 w 62"/>
              <a:gd name="GluePoint22Y" fmla="*/ 37 h 138"/>
              <a:gd name="GluePoint23X" fmla="*/ 43 w 62"/>
              <a:gd name="GluePoint23Y" fmla="*/ 0 h 138"/>
              <a:gd name="GluePoint24X" fmla="*/ 36 w 62"/>
              <a:gd name="GluePoint24Y" fmla="*/ 4 h 138"/>
              <a:gd name="GluePoint25X" fmla="*/ 29 w 62"/>
              <a:gd name="GluePoint25Y" fmla="*/ 7 h 138"/>
              <a:gd name="GluePoint26X" fmla="*/ 22 w 62"/>
              <a:gd name="GluePoint26Y" fmla="*/ 10 h 138"/>
              <a:gd name="GluePoint27X" fmla="*/ 14 w 62"/>
              <a:gd name="GluePoint27Y" fmla="*/ 13 h 138"/>
              <a:gd name="GluePoint28X" fmla="*/ 14 w 62"/>
              <a:gd name="GluePoint28Y" fmla="*/ 37 h 138"/>
              <a:gd name="GluePoint29X" fmla="*/ 0 w 62"/>
              <a:gd name="GluePoint29Y" fmla="*/ 37 h 138"/>
              <a:gd name="GluePoint30X" fmla="*/ 0 w 62"/>
              <a:gd name="GluePoint30Y" fmla="*/ 40 h 138"/>
              <a:gd name="GluePoint31X" fmla="*/ 1 w 62"/>
              <a:gd name="GluePoint31Y" fmla="*/ 44 h 138"/>
              <a:gd name="GluePoint32X" fmla="*/ 0 w 62"/>
              <a:gd name="GluePoint32Y" fmla="*/ 47 h 138"/>
              <a:gd name="GluePoint33X" fmla="*/ 0 w 62"/>
              <a:gd name="GluePoint33Y" fmla="*/ 50 h 138"/>
              <a:gd name="GluePoint34X" fmla="*/ 14 w 62"/>
              <a:gd name="GluePoint34Y" fmla="*/ 50 h 138"/>
              <a:gd name="GluePoint35X" fmla="*/ 14 w 62"/>
              <a:gd name="GluePoint35Y" fmla="*/ 106 h 138"/>
              <a:gd name="GluePoint36X" fmla="*/ 14 w 62"/>
              <a:gd name="GluePoint36Y" fmla="*/ 110 h 138"/>
              <a:gd name="GluePoint37X" fmla="*/ 14 w 62"/>
              <a:gd name="GluePoint37Y" fmla="*/ 114 h 138"/>
              <a:gd name="GluePoint38X" fmla="*/ 15 w 62"/>
              <a:gd name="GluePoint38Y" fmla="*/ 118 h 138"/>
              <a:gd name="GluePoint39X" fmla="*/ 16 w 62"/>
              <a:gd name="GluePoint39Y" fmla="*/ 121 h 138"/>
              <a:gd name="GluePoint40X" fmla="*/ 17 w 62"/>
              <a:gd name="GluePoint40Y" fmla="*/ 123 h 138"/>
              <a:gd name="GluePoint41X" fmla="*/ 18 w 62"/>
              <a:gd name="GluePoint41Y" fmla="*/ 126 h 138"/>
              <a:gd name="GluePoint42X" fmla="*/ 19 w 62"/>
              <a:gd name="GluePoint42Y" fmla="*/ 129 h 138"/>
              <a:gd name="GluePoint43X" fmla="*/ 20 w 62"/>
              <a:gd name="GluePoint43Y" fmla="*/ 131 h 138"/>
              <a:gd name="GluePoint44X" fmla="*/ 22 w 62"/>
              <a:gd name="GluePoint44Y" fmla="*/ 133 h 138"/>
              <a:gd name="GluePoint45X" fmla="*/ 24 w 62"/>
              <a:gd name="GluePoint45Y" fmla="*/ 134 h 138"/>
              <a:gd name="GluePoint46X" fmla="*/ 26 w 62"/>
              <a:gd name="GluePoint46Y" fmla="*/ 136 h 138"/>
              <a:gd name="GluePoint47X" fmla="*/ 29 w 62"/>
              <a:gd name="GluePoint47Y" fmla="*/ 137 h 138"/>
              <a:gd name="GluePoint48X" fmla="*/ 31 w 62"/>
              <a:gd name="GluePoint48Y" fmla="*/ 138 h 138"/>
              <a:gd name="GluePoint49X" fmla="*/ 34 w 62"/>
              <a:gd name="GluePoint49Y" fmla="*/ 138 h 138"/>
              <a:gd name="GluePoint50X" fmla="*/ 38 w 62"/>
              <a:gd name="GluePoint50Y" fmla="*/ 138 h 138"/>
              <a:gd name="GluePoint51X" fmla="*/ 41 w 62"/>
              <a:gd name="GluePoint51Y" fmla="*/ 138 h 138"/>
              <a:gd name="GluePoint52X" fmla="*/ 43 w 62"/>
              <a:gd name="GluePoint52Y" fmla="*/ 138 h 138"/>
              <a:gd name="GluePoint53X" fmla="*/ 46 w 62"/>
              <a:gd name="GluePoint53Y" fmla="*/ 138 h 138"/>
              <a:gd name="GluePoint54X" fmla="*/ 50 w 62"/>
              <a:gd name="GluePoint54Y" fmla="*/ 138 h 138"/>
              <a:gd name="GluePoint55X" fmla="*/ 55 w 62"/>
              <a:gd name="GluePoint55Y" fmla="*/ 137 h 138"/>
              <a:gd name="GluePoint56X" fmla="*/ 59 w 62"/>
              <a:gd name="GluePoint56Y" fmla="*/ 137 h 138"/>
              <a:gd name="GluePoint57X" fmla="*/ 62 w 62"/>
              <a:gd name="GluePoint57Y" fmla="*/ 135 h 138"/>
              <a:gd name="GluePoint58X" fmla="*/ 62 w 62"/>
              <a:gd name="GluePoint58Y" fmla="*/ 127 h 138"/>
              <a:gd name="GluePoint59X" fmla="*/ 60 w 62"/>
              <a:gd name="GluePoint59Y" fmla="*/ 128 h 138"/>
              <a:gd name="GluePoint60X" fmla="*/ 58 w 62"/>
              <a:gd name="GluePoint60Y" fmla="*/ 129 h 138"/>
            </a:gdLst>
            <a:ahLst/>
            <a:cxnLst/>
            <a:rect l="textAreaLeft" t="textAreaTop" r="textAreaRight" b="textAreaBottom"/>
            <a:pathLst>
              <a:path w="62" h="138">
                <a:moveTo>
                  <a:pt x="58" y="129"/>
                </a:moveTo>
                <a:lnTo>
                  <a:pt x="55" y="129"/>
                </a:lnTo>
                <a:lnTo>
                  <a:pt x="54" y="129"/>
                </a:lnTo>
                <a:lnTo>
                  <a:pt x="51" y="129"/>
                </a:lnTo>
                <a:lnTo>
                  <a:pt x="50" y="129"/>
                </a:lnTo>
                <a:lnTo>
                  <a:pt x="48" y="128"/>
                </a:lnTo>
                <a:lnTo>
                  <a:pt x="46" y="127"/>
                </a:lnTo>
                <a:lnTo>
                  <a:pt x="46" y="126"/>
                </a:lnTo>
                <a:lnTo>
                  <a:pt x="45" y="124"/>
                </a:lnTo>
                <a:lnTo>
                  <a:pt x="44" y="122"/>
                </a:lnTo>
                <a:lnTo>
                  <a:pt x="43" y="120"/>
                </a:lnTo>
                <a:lnTo>
                  <a:pt x="43" y="118"/>
                </a:lnTo>
                <a:lnTo>
                  <a:pt x="43" y="115"/>
                </a:lnTo>
                <a:lnTo>
                  <a:pt x="43" y="112"/>
                </a:lnTo>
                <a:lnTo>
                  <a:pt x="43" y="110"/>
                </a:lnTo>
                <a:lnTo>
                  <a:pt x="43" y="50"/>
                </a:lnTo>
                <a:lnTo>
                  <a:pt x="61" y="50"/>
                </a:lnTo>
                <a:lnTo>
                  <a:pt x="61" y="47"/>
                </a:lnTo>
                <a:lnTo>
                  <a:pt x="61" y="44"/>
                </a:lnTo>
                <a:lnTo>
                  <a:pt x="61" y="40"/>
                </a:lnTo>
                <a:lnTo>
                  <a:pt x="61" y="37"/>
                </a:lnTo>
                <a:lnTo>
                  <a:pt x="43" y="37"/>
                </a:lnTo>
                <a:lnTo>
                  <a:pt x="43" y="0"/>
                </a:lnTo>
                <a:lnTo>
                  <a:pt x="36" y="4"/>
                </a:lnTo>
                <a:lnTo>
                  <a:pt x="29" y="7"/>
                </a:lnTo>
                <a:lnTo>
                  <a:pt x="22" y="10"/>
                </a:lnTo>
                <a:lnTo>
                  <a:pt x="14" y="13"/>
                </a:lnTo>
                <a:lnTo>
                  <a:pt x="14" y="37"/>
                </a:lnTo>
                <a:lnTo>
                  <a:pt x="0" y="37"/>
                </a:lnTo>
                <a:lnTo>
                  <a:pt x="0" y="40"/>
                </a:lnTo>
                <a:lnTo>
                  <a:pt x="1" y="44"/>
                </a:lnTo>
                <a:lnTo>
                  <a:pt x="0" y="47"/>
                </a:lnTo>
                <a:lnTo>
                  <a:pt x="0" y="50"/>
                </a:lnTo>
                <a:lnTo>
                  <a:pt x="14" y="50"/>
                </a:lnTo>
                <a:lnTo>
                  <a:pt x="14" y="106"/>
                </a:lnTo>
                <a:lnTo>
                  <a:pt x="14" y="110"/>
                </a:lnTo>
                <a:lnTo>
                  <a:pt x="14" y="114"/>
                </a:lnTo>
                <a:lnTo>
                  <a:pt x="15" y="118"/>
                </a:lnTo>
                <a:lnTo>
                  <a:pt x="16" y="121"/>
                </a:lnTo>
                <a:lnTo>
                  <a:pt x="17" y="123"/>
                </a:lnTo>
                <a:lnTo>
                  <a:pt x="18" y="126"/>
                </a:lnTo>
                <a:lnTo>
                  <a:pt x="19" y="129"/>
                </a:lnTo>
                <a:lnTo>
                  <a:pt x="20" y="131"/>
                </a:lnTo>
                <a:lnTo>
                  <a:pt x="22" y="133"/>
                </a:lnTo>
                <a:lnTo>
                  <a:pt x="24" y="134"/>
                </a:lnTo>
                <a:lnTo>
                  <a:pt x="26" y="136"/>
                </a:lnTo>
                <a:lnTo>
                  <a:pt x="29" y="137"/>
                </a:lnTo>
                <a:lnTo>
                  <a:pt x="31" y="138"/>
                </a:lnTo>
                <a:lnTo>
                  <a:pt x="34" y="138"/>
                </a:lnTo>
                <a:lnTo>
                  <a:pt x="38" y="138"/>
                </a:lnTo>
                <a:lnTo>
                  <a:pt x="41" y="138"/>
                </a:lnTo>
                <a:lnTo>
                  <a:pt x="43" y="138"/>
                </a:lnTo>
                <a:lnTo>
                  <a:pt x="46" y="138"/>
                </a:lnTo>
                <a:lnTo>
                  <a:pt x="50" y="138"/>
                </a:lnTo>
                <a:lnTo>
                  <a:pt x="55" y="137"/>
                </a:lnTo>
                <a:lnTo>
                  <a:pt x="59" y="137"/>
                </a:lnTo>
                <a:lnTo>
                  <a:pt x="62" y="135"/>
                </a:lnTo>
                <a:lnTo>
                  <a:pt x="62" y="127"/>
                </a:lnTo>
                <a:lnTo>
                  <a:pt x="60" y="128"/>
                </a:lnTo>
                <a:lnTo>
                  <a:pt x="58" y="12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5120" rIns="90000" bIns="15120" anchor="ctr">
            <a:noAutofit/>
          </a:bodyPr>
          <a:lstStyle/>
          <a:p>
            <a:endParaRPr/>
          </a:p>
        </p:txBody>
      </p:sp>
      <p:sp>
        <p:nvSpPr>
          <p:cNvPr id="591" name="îŝ1iḑè">
            <a:extLst>
              <a:ext uri="{FF2B5EF4-FFF2-40B4-BE49-F238E27FC236}">
                <a16:creationId xmlns:a16="http://schemas.microsoft.com/office/drawing/2014/main" id="{25E0C148-70F3-4C5B-B950-415ABFA5EED7}"/>
              </a:ext>
            </a:extLst>
          </p:cNvPr>
          <p:cNvSpPr>
            <a:spLocks noGrp="1"/>
          </p:cNvSpPr>
          <p:nvPr/>
        </p:nvSpPr>
        <p:spPr>
          <a:xfrm>
            <a:off x="2277000" y="956160"/>
            <a:ext cx="42120" cy="66600"/>
          </a:xfrm>
          <a:custGeom>
            <a:avLst/>
            <a:gdLst>
              <a:gd name="textAreaLeft" fmla="*/ 0 w 42120"/>
              <a:gd name="textAreaRight" fmla="*/ 42480 w 42120"/>
              <a:gd name="textAreaTop" fmla="*/ 0 h 66600"/>
              <a:gd name="textAreaBottom" fmla="*/ 66960 h 66600"/>
              <a:gd name="GluePoint1X" fmla="*/ 93 w 97"/>
              <a:gd name="GluePoint1Y" fmla="*/ 0 h 153"/>
              <a:gd name="GluePoint2X" fmla="*/ 91 w 97"/>
              <a:gd name="GluePoint2Y" fmla="*/ 0 h 153"/>
              <a:gd name="GluePoint3X" fmla="*/ 88 w 97"/>
              <a:gd name="GluePoint3Y" fmla="*/ 0 h 153"/>
              <a:gd name="GluePoint4X" fmla="*/ 87 w 97"/>
              <a:gd name="GluePoint4Y" fmla="*/ 0 h 153"/>
              <a:gd name="GluePoint5X" fmla="*/ 84 w 97"/>
              <a:gd name="GluePoint5Y" fmla="*/ 0 h 153"/>
              <a:gd name="GluePoint6X" fmla="*/ 83 w 97"/>
              <a:gd name="GluePoint6Y" fmla="*/ 0 h 153"/>
              <a:gd name="GluePoint7X" fmla="*/ 80 w 97"/>
              <a:gd name="GluePoint7Y" fmla="*/ 0 h 153"/>
              <a:gd name="GluePoint8X" fmla="*/ 76 w 97"/>
              <a:gd name="GluePoint8Y" fmla="*/ 11 h 153"/>
              <a:gd name="GluePoint9X" fmla="*/ 72 w 97"/>
              <a:gd name="GluePoint9Y" fmla="*/ 21 h 153"/>
              <a:gd name="GluePoint10X" fmla="*/ 68 w 97"/>
              <a:gd name="GluePoint10Y" fmla="*/ 32 h 153"/>
              <a:gd name="GluePoint11X" fmla="*/ 64 w 97"/>
              <a:gd name="GluePoint11Y" fmla="*/ 44 h 153"/>
              <a:gd name="GluePoint12X" fmla="*/ 56 w 97"/>
              <a:gd name="GluePoint12Y" fmla="*/ 65 h 153"/>
              <a:gd name="GluePoint13X" fmla="*/ 55 w 97"/>
              <a:gd name="GluePoint13Y" fmla="*/ 62 h 153"/>
              <a:gd name="GluePoint14X" fmla="*/ 53 w 97"/>
              <a:gd name="GluePoint14Y" fmla="*/ 59 h 153"/>
              <a:gd name="GluePoint15X" fmla="*/ 52 w 97"/>
              <a:gd name="GluePoint15Y" fmla="*/ 55 h 153"/>
              <a:gd name="GluePoint16X" fmla="*/ 49 w 97"/>
              <a:gd name="GluePoint16Y" fmla="*/ 50 h 153"/>
              <a:gd name="GluePoint17X" fmla="*/ 47 w 97"/>
              <a:gd name="GluePoint17Y" fmla="*/ 42 h 153"/>
              <a:gd name="GluePoint18X" fmla="*/ 44 w 97"/>
              <a:gd name="GluePoint18Y" fmla="*/ 35 h 153"/>
              <a:gd name="GluePoint19X" fmla="*/ 41 w 97"/>
              <a:gd name="GluePoint19Y" fmla="*/ 28 h 153"/>
              <a:gd name="GluePoint20X" fmla="*/ 39 w 97"/>
              <a:gd name="GluePoint20Y" fmla="*/ 21 h 153"/>
              <a:gd name="GluePoint21X" fmla="*/ 36 w 97"/>
              <a:gd name="GluePoint21Y" fmla="*/ 15 h 153"/>
              <a:gd name="GluePoint22X" fmla="*/ 35 w 97"/>
              <a:gd name="GluePoint22Y" fmla="*/ 9 h 153"/>
              <a:gd name="GluePoint23X" fmla="*/ 33 w 97"/>
              <a:gd name="GluePoint23Y" fmla="*/ 4 h 153"/>
              <a:gd name="GluePoint24X" fmla="*/ 32 w 97"/>
              <a:gd name="GluePoint24Y" fmla="*/ 0 h 153"/>
              <a:gd name="GluePoint25X" fmla="*/ 28 w 97"/>
              <a:gd name="GluePoint25Y" fmla="*/ 0 h 153"/>
              <a:gd name="GluePoint26X" fmla="*/ 24 w 97"/>
              <a:gd name="GluePoint26Y" fmla="*/ 0 h 153"/>
              <a:gd name="GluePoint27X" fmla="*/ 20 w 97"/>
              <a:gd name="GluePoint27Y" fmla="*/ 0 h 153"/>
              <a:gd name="GluePoint28X" fmla="*/ 16 w 97"/>
              <a:gd name="GluePoint28Y" fmla="*/ 0 h 153"/>
              <a:gd name="GluePoint29X" fmla="*/ 12 w 97"/>
              <a:gd name="GluePoint29Y" fmla="*/ 0 h 153"/>
              <a:gd name="GluePoint30X" fmla="*/ 8 w 97"/>
              <a:gd name="GluePoint30Y" fmla="*/ 0 h 153"/>
              <a:gd name="GluePoint31X" fmla="*/ 4 w 97"/>
              <a:gd name="GluePoint31Y" fmla="*/ 0 h 153"/>
              <a:gd name="GluePoint32X" fmla="*/ 0 w 97"/>
              <a:gd name="GluePoint32Y" fmla="*/ 0 h 153"/>
              <a:gd name="GluePoint33X" fmla="*/ 42 w 97"/>
              <a:gd name="GluePoint33Y" fmla="*/ 100 h 153"/>
              <a:gd name="GluePoint34X" fmla="*/ 16 w 97"/>
              <a:gd name="GluePoint34Y" fmla="*/ 153 h 153"/>
              <a:gd name="GluePoint35X" fmla="*/ 20 w 97"/>
              <a:gd name="GluePoint35Y" fmla="*/ 153 h 153"/>
              <a:gd name="GluePoint36X" fmla="*/ 24 w 97"/>
              <a:gd name="GluePoint36Y" fmla="*/ 153 h 153"/>
              <a:gd name="GluePoint37X" fmla="*/ 28 w 97"/>
              <a:gd name="GluePoint37Y" fmla="*/ 153 h 153"/>
              <a:gd name="GluePoint38X" fmla="*/ 33 w 97"/>
              <a:gd name="GluePoint38Y" fmla="*/ 153 h 153"/>
              <a:gd name="GluePoint39X" fmla="*/ 37 w 97"/>
              <a:gd name="GluePoint39Y" fmla="*/ 141 h 153"/>
              <a:gd name="GluePoint40X" fmla="*/ 41 w 97"/>
              <a:gd name="GluePoint40Y" fmla="*/ 130 h 153"/>
              <a:gd name="GluePoint41X" fmla="*/ 46 w 97"/>
              <a:gd name="GluePoint41Y" fmla="*/ 118 h 153"/>
              <a:gd name="GluePoint42X" fmla="*/ 52 w 97"/>
              <a:gd name="GluePoint42Y" fmla="*/ 105 h 153"/>
              <a:gd name="GluePoint43X" fmla="*/ 57 w 97"/>
              <a:gd name="GluePoint43Y" fmla="*/ 92 h 153"/>
              <a:gd name="GluePoint44X" fmla="*/ 63 w 97"/>
              <a:gd name="GluePoint44Y" fmla="*/ 77 h 153"/>
              <a:gd name="GluePoint45X" fmla="*/ 70 w 97"/>
              <a:gd name="GluePoint45Y" fmla="*/ 63 h 153"/>
              <a:gd name="GluePoint46X" fmla="*/ 76 w 97"/>
              <a:gd name="GluePoint46Y" fmla="*/ 48 h 153"/>
              <a:gd name="GluePoint47X" fmla="*/ 97 w 97"/>
              <a:gd name="GluePoint47Y" fmla="*/ 0 h 153"/>
              <a:gd name="GluePoint48X" fmla="*/ 96 w 97"/>
              <a:gd name="GluePoint48Y" fmla="*/ 0 h 153"/>
              <a:gd name="GluePoint49X" fmla="*/ 93 w 97"/>
              <a:gd name="GluePoint49Y" fmla="*/ 0 h 153"/>
            </a:gdLst>
            <a:ahLst/>
            <a:cxnLst/>
            <a:rect l="textAreaLeft" t="textAreaTop" r="textAreaRight" b="textAreaBottom"/>
            <a:pathLst>
              <a:path w="97" h="153">
                <a:moveTo>
                  <a:pt x="93" y="0"/>
                </a:moveTo>
                <a:lnTo>
                  <a:pt x="91" y="0"/>
                </a:lnTo>
                <a:lnTo>
                  <a:pt x="88" y="0"/>
                </a:lnTo>
                <a:lnTo>
                  <a:pt x="87" y="0"/>
                </a:lnTo>
                <a:lnTo>
                  <a:pt x="84" y="0"/>
                </a:lnTo>
                <a:lnTo>
                  <a:pt x="83" y="0"/>
                </a:lnTo>
                <a:lnTo>
                  <a:pt x="80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49" y="50"/>
                </a:lnTo>
                <a:lnTo>
                  <a:pt x="47" y="42"/>
                </a:lnTo>
                <a:lnTo>
                  <a:pt x="44" y="35"/>
                </a:lnTo>
                <a:lnTo>
                  <a:pt x="41" y="28"/>
                </a:lnTo>
                <a:lnTo>
                  <a:pt x="39" y="21"/>
                </a:lnTo>
                <a:lnTo>
                  <a:pt x="36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2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1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3" y="77"/>
                </a:lnTo>
                <a:lnTo>
                  <a:pt x="70" y="63"/>
                </a:lnTo>
                <a:lnTo>
                  <a:pt x="76" y="48"/>
                </a:lnTo>
                <a:lnTo>
                  <a:pt x="97" y="0"/>
                </a:lnTo>
                <a:lnTo>
                  <a:pt x="96" y="0"/>
                </a:lnTo>
                <a:lnTo>
                  <a:pt x="93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592" name="iş1îḓê">
            <a:extLst>
              <a:ext uri="{FF2B5EF4-FFF2-40B4-BE49-F238E27FC236}">
                <a16:creationId xmlns:a16="http://schemas.microsoft.com/office/drawing/2014/main" id="{2B7E3B55-3F43-448F-8F58-98797876122B}"/>
              </a:ext>
            </a:extLst>
          </p:cNvPr>
          <p:cNvSpPr>
            <a:spLocks noGrp="1"/>
          </p:cNvSpPr>
          <p:nvPr/>
        </p:nvSpPr>
        <p:spPr>
          <a:xfrm>
            <a:off x="2348640" y="955440"/>
            <a:ext cx="45000" cy="44640"/>
          </a:xfrm>
          <a:custGeom>
            <a:avLst/>
            <a:gdLst>
              <a:gd name="textAreaLeft" fmla="*/ 0 w 45000"/>
              <a:gd name="textAreaRight" fmla="*/ 45360 w 45000"/>
              <a:gd name="textAreaTop" fmla="*/ 0 h 44640"/>
              <a:gd name="textAreaBottom" fmla="*/ 45000 h 44640"/>
              <a:gd name="GluePoint1X" fmla="*/ 101 w 104"/>
              <a:gd name="GluePoint1Y" fmla="*/ 34 h 103"/>
              <a:gd name="GluePoint2X" fmla="*/ 97 w 104"/>
              <a:gd name="GluePoint2Y" fmla="*/ 25 h 103"/>
              <a:gd name="GluePoint3X" fmla="*/ 92 w 104"/>
              <a:gd name="GluePoint3Y" fmla="*/ 17 h 103"/>
              <a:gd name="GluePoint4X" fmla="*/ 86 w 104"/>
              <a:gd name="GluePoint4Y" fmla="*/ 10 h 103"/>
              <a:gd name="GluePoint5X" fmla="*/ 78 w 104"/>
              <a:gd name="GluePoint5Y" fmla="*/ 6 h 103"/>
              <a:gd name="GluePoint6X" fmla="*/ 68 w 104"/>
              <a:gd name="GluePoint6Y" fmla="*/ 2 h 103"/>
              <a:gd name="GluePoint7X" fmla="*/ 58 w 104"/>
              <a:gd name="GluePoint7Y" fmla="*/ 1 h 103"/>
              <a:gd name="GluePoint8X" fmla="*/ 46 w 104"/>
              <a:gd name="GluePoint8Y" fmla="*/ 1 h 103"/>
              <a:gd name="GluePoint9X" fmla="*/ 35 w 104"/>
              <a:gd name="GluePoint9Y" fmla="*/ 2 h 103"/>
              <a:gd name="GluePoint10X" fmla="*/ 26 w 104"/>
              <a:gd name="GluePoint10Y" fmla="*/ 6 h 103"/>
              <a:gd name="GluePoint11X" fmla="*/ 18 w 104"/>
              <a:gd name="GluePoint11Y" fmla="*/ 12 h 103"/>
              <a:gd name="GluePoint12X" fmla="*/ 12 w 104"/>
              <a:gd name="GluePoint12Y" fmla="*/ 18 h 103"/>
              <a:gd name="GluePoint13X" fmla="*/ 6 w 104"/>
              <a:gd name="GluePoint13Y" fmla="*/ 27 h 103"/>
              <a:gd name="GluePoint14X" fmla="*/ 3 w 104"/>
              <a:gd name="GluePoint14Y" fmla="*/ 37 h 103"/>
              <a:gd name="GluePoint15X" fmla="*/ 1 w 104"/>
              <a:gd name="GluePoint15Y" fmla="*/ 48 h 103"/>
              <a:gd name="GluePoint16X" fmla="*/ 1 w 104"/>
              <a:gd name="GluePoint16Y" fmla="*/ 61 h 103"/>
              <a:gd name="GluePoint17X" fmla="*/ 3 w 104"/>
              <a:gd name="GluePoint17Y" fmla="*/ 71 h 103"/>
              <a:gd name="GluePoint18X" fmla="*/ 6 w 104"/>
              <a:gd name="GluePoint18Y" fmla="*/ 80 h 103"/>
              <a:gd name="GluePoint19X" fmla="*/ 12 w 104"/>
              <a:gd name="GluePoint19Y" fmla="*/ 87 h 103"/>
              <a:gd name="GluePoint20X" fmla="*/ 18 w 104"/>
              <a:gd name="GluePoint20Y" fmla="*/ 94 h 103"/>
              <a:gd name="GluePoint21X" fmla="*/ 26 w 104"/>
              <a:gd name="GluePoint21Y" fmla="*/ 98 h 103"/>
              <a:gd name="GluePoint22X" fmla="*/ 35 w 104"/>
              <a:gd name="GluePoint22Y" fmla="*/ 102 h 103"/>
              <a:gd name="GluePoint23X" fmla="*/ 46 w 104"/>
              <a:gd name="GluePoint23Y" fmla="*/ 103 h 103"/>
              <a:gd name="GluePoint24X" fmla="*/ 58 w 104"/>
              <a:gd name="GluePoint24Y" fmla="*/ 103 h 103"/>
              <a:gd name="GluePoint25X" fmla="*/ 68 w 104"/>
              <a:gd name="GluePoint25Y" fmla="*/ 102 h 103"/>
              <a:gd name="GluePoint26X" fmla="*/ 78 w 104"/>
              <a:gd name="GluePoint26Y" fmla="*/ 98 h 103"/>
              <a:gd name="GluePoint27X" fmla="*/ 86 w 104"/>
              <a:gd name="GluePoint27Y" fmla="*/ 92 h 103"/>
              <a:gd name="GluePoint28X" fmla="*/ 92 w 104"/>
              <a:gd name="GluePoint28Y" fmla="*/ 86 h 103"/>
              <a:gd name="GluePoint29X" fmla="*/ 97 w 104"/>
              <a:gd name="GluePoint29Y" fmla="*/ 78 h 103"/>
              <a:gd name="GluePoint30X" fmla="*/ 101 w 104"/>
              <a:gd name="GluePoint30Y" fmla="*/ 68 h 103"/>
              <a:gd name="GluePoint31X" fmla="*/ 103 w 104"/>
              <a:gd name="GluePoint31Y" fmla="*/ 56 h 103"/>
              <a:gd name="GluePoint32X" fmla="*/ 103 w 104"/>
              <a:gd name="GluePoint32Y" fmla="*/ 44 h 103"/>
              <a:gd name="GluePoint33X" fmla="*/ 72 w 104"/>
              <a:gd name="GluePoint33Y" fmla="*/ 58 h 103"/>
              <a:gd name="GluePoint34X" fmla="*/ 70 w 104"/>
              <a:gd name="GluePoint34Y" fmla="*/ 72 h 103"/>
              <a:gd name="GluePoint35X" fmla="*/ 68 w 104"/>
              <a:gd name="GluePoint35Y" fmla="*/ 79 h 103"/>
              <a:gd name="GluePoint36X" fmla="*/ 65 w 104"/>
              <a:gd name="GluePoint36Y" fmla="*/ 86 h 103"/>
              <a:gd name="GluePoint37X" fmla="*/ 62 w 104"/>
              <a:gd name="GluePoint37Y" fmla="*/ 91 h 103"/>
              <a:gd name="GluePoint38X" fmla="*/ 58 w 104"/>
              <a:gd name="GluePoint38Y" fmla="*/ 94 h 103"/>
              <a:gd name="GluePoint39X" fmla="*/ 54 w 104"/>
              <a:gd name="GluePoint39Y" fmla="*/ 95 h 103"/>
              <a:gd name="GluePoint40X" fmla="*/ 49 w 104"/>
              <a:gd name="GluePoint40Y" fmla="*/ 95 h 103"/>
              <a:gd name="GluePoint41X" fmla="*/ 45 w 104"/>
              <a:gd name="GluePoint41Y" fmla="*/ 94 h 103"/>
              <a:gd name="GluePoint42X" fmla="*/ 41 w 104"/>
              <a:gd name="GluePoint42Y" fmla="*/ 91 h 103"/>
              <a:gd name="GluePoint43X" fmla="*/ 38 w 104"/>
              <a:gd name="GluePoint43Y" fmla="*/ 87 h 103"/>
              <a:gd name="GluePoint44X" fmla="*/ 36 w 104"/>
              <a:gd name="GluePoint44Y" fmla="*/ 83 h 103"/>
              <a:gd name="GluePoint45X" fmla="*/ 33 w 104"/>
              <a:gd name="GluePoint45Y" fmla="*/ 75 h 103"/>
              <a:gd name="GluePoint46X" fmla="*/ 32 w 104"/>
              <a:gd name="GluePoint46Y" fmla="*/ 68 h 103"/>
              <a:gd name="GluePoint47X" fmla="*/ 32 w 104"/>
              <a:gd name="GluePoint47Y" fmla="*/ 59 h 103"/>
              <a:gd name="GluePoint48X" fmla="*/ 32 w 104"/>
              <a:gd name="GluePoint48Y" fmla="*/ 49 h 103"/>
              <a:gd name="GluePoint49X" fmla="*/ 32 w 104"/>
              <a:gd name="GluePoint49Y" fmla="*/ 38 h 103"/>
              <a:gd name="GluePoint50X" fmla="*/ 33 w 104"/>
              <a:gd name="GluePoint50Y" fmla="*/ 30 h 103"/>
              <a:gd name="GluePoint51X" fmla="*/ 36 w 104"/>
              <a:gd name="GluePoint51Y" fmla="*/ 23 h 103"/>
              <a:gd name="GluePoint52X" fmla="*/ 38 w 104"/>
              <a:gd name="GluePoint52Y" fmla="*/ 18 h 103"/>
              <a:gd name="GluePoint53X" fmla="*/ 41 w 104"/>
              <a:gd name="GluePoint53Y" fmla="*/ 14 h 103"/>
              <a:gd name="GluePoint54X" fmla="*/ 46 w 104"/>
              <a:gd name="GluePoint54Y" fmla="*/ 10 h 103"/>
              <a:gd name="GluePoint55X" fmla="*/ 50 w 104"/>
              <a:gd name="GluePoint55Y" fmla="*/ 9 h 103"/>
              <a:gd name="GluePoint56X" fmla="*/ 55 w 104"/>
              <a:gd name="GluePoint56Y" fmla="*/ 9 h 103"/>
              <a:gd name="GluePoint57X" fmla="*/ 60 w 104"/>
              <a:gd name="GluePoint57Y" fmla="*/ 10 h 103"/>
              <a:gd name="GluePoint58X" fmla="*/ 63 w 104"/>
              <a:gd name="GluePoint58Y" fmla="*/ 13 h 103"/>
              <a:gd name="GluePoint59X" fmla="*/ 66 w 104"/>
              <a:gd name="GluePoint59Y" fmla="*/ 16 h 103"/>
              <a:gd name="GluePoint60X" fmla="*/ 68 w 104"/>
              <a:gd name="GluePoint60Y" fmla="*/ 22 h 103"/>
              <a:gd name="GluePoint61X" fmla="*/ 70 w 104"/>
              <a:gd name="GluePoint61Y" fmla="*/ 27 h 103"/>
              <a:gd name="GluePoint62X" fmla="*/ 72 w 104"/>
              <a:gd name="GluePoint62Y" fmla="*/ 38 h 103"/>
              <a:gd name="GluePoint63X" fmla="*/ 72 w 104"/>
              <a:gd name="GluePoint63Y" fmla="*/ 58 h 103"/>
            </a:gdLst>
            <a:ahLst/>
            <a:cxnLst/>
            <a:rect l="textAreaLeft" t="textAreaTop" r="textAreaRight" b="textAreaBottom"/>
            <a:pathLst>
              <a:path w="104" h="103">
                <a:moveTo>
                  <a:pt x="102" y="38"/>
                </a:moveTo>
                <a:lnTo>
                  <a:pt x="101" y="34"/>
                </a:lnTo>
                <a:lnTo>
                  <a:pt x="100" y="29"/>
                </a:lnTo>
                <a:lnTo>
                  <a:pt x="97" y="25"/>
                </a:lnTo>
                <a:lnTo>
                  <a:pt x="95" y="21"/>
                </a:lnTo>
                <a:lnTo>
                  <a:pt x="92" y="17"/>
                </a:lnTo>
                <a:lnTo>
                  <a:pt x="89" y="14"/>
                </a:lnTo>
                <a:lnTo>
                  <a:pt x="86" y="10"/>
                </a:lnTo>
                <a:lnTo>
                  <a:pt x="82" y="8"/>
                </a:lnTo>
                <a:lnTo>
                  <a:pt x="78" y="6"/>
                </a:lnTo>
                <a:lnTo>
                  <a:pt x="74" y="4"/>
                </a:lnTo>
                <a:lnTo>
                  <a:pt x="68" y="2"/>
                </a:lnTo>
                <a:lnTo>
                  <a:pt x="64" y="1"/>
                </a:lnTo>
                <a:lnTo>
                  <a:pt x="58" y="1"/>
                </a:lnTo>
                <a:lnTo>
                  <a:pt x="52" y="0"/>
                </a:lnTo>
                <a:lnTo>
                  <a:pt x="46" y="1"/>
                </a:lnTo>
                <a:lnTo>
                  <a:pt x="40" y="1"/>
                </a:lnTo>
                <a:lnTo>
                  <a:pt x="35" y="2"/>
                </a:lnTo>
                <a:lnTo>
                  <a:pt x="30" y="4"/>
                </a:lnTo>
                <a:lnTo>
                  <a:pt x="26" y="6"/>
                </a:lnTo>
                <a:lnTo>
                  <a:pt x="21" y="9"/>
                </a:lnTo>
                <a:lnTo>
                  <a:pt x="18" y="12"/>
                </a:lnTo>
                <a:lnTo>
                  <a:pt x="14" y="14"/>
                </a:lnTo>
                <a:lnTo>
                  <a:pt x="12" y="18"/>
                </a:lnTo>
                <a:lnTo>
                  <a:pt x="8" y="22"/>
                </a:lnTo>
                <a:lnTo>
                  <a:pt x="6" y="27"/>
                </a:lnTo>
                <a:lnTo>
                  <a:pt x="4" y="31"/>
                </a:lnTo>
                <a:lnTo>
                  <a:pt x="3" y="37"/>
                </a:lnTo>
                <a:lnTo>
                  <a:pt x="2" y="42"/>
                </a:lnTo>
                <a:lnTo>
                  <a:pt x="1" y="48"/>
                </a:lnTo>
                <a:lnTo>
                  <a:pt x="0" y="55"/>
                </a:lnTo>
                <a:lnTo>
                  <a:pt x="1" y="61"/>
                </a:lnTo>
                <a:lnTo>
                  <a:pt x="2" y="66"/>
                </a:lnTo>
                <a:lnTo>
                  <a:pt x="3" y="71"/>
                </a:lnTo>
                <a:lnTo>
                  <a:pt x="4" y="75"/>
                </a:lnTo>
                <a:lnTo>
                  <a:pt x="6" y="80"/>
                </a:lnTo>
                <a:lnTo>
                  <a:pt x="8" y="84"/>
                </a:lnTo>
                <a:lnTo>
                  <a:pt x="12" y="87"/>
                </a:lnTo>
                <a:lnTo>
                  <a:pt x="14" y="91"/>
                </a:lnTo>
                <a:lnTo>
                  <a:pt x="18" y="94"/>
                </a:lnTo>
                <a:lnTo>
                  <a:pt x="21" y="96"/>
                </a:lnTo>
                <a:lnTo>
                  <a:pt x="26" y="98"/>
                </a:lnTo>
                <a:lnTo>
                  <a:pt x="30" y="100"/>
                </a:lnTo>
                <a:lnTo>
                  <a:pt x="35" y="102"/>
                </a:lnTo>
                <a:lnTo>
                  <a:pt x="40" y="103"/>
                </a:lnTo>
                <a:lnTo>
                  <a:pt x="46" y="103"/>
                </a:lnTo>
                <a:lnTo>
                  <a:pt x="52" y="103"/>
                </a:lnTo>
                <a:lnTo>
                  <a:pt x="58" y="103"/>
                </a:lnTo>
                <a:lnTo>
                  <a:pt x="64" y="103"/>
                </a:lnTo>
                <a:lnTo>
                  <a:pt x="68" y="102"/>
                </a:lnTo>
                <a:lnTo>
                  <a:pt x="74" y="99"/>
                </a:lnTo>
                <a:lnTo>
                  <a:pt x="78" y="98"/>
                </a:lnTo>
                <a:lnTo>
                  <a:pt x="82" y="95"/>
                </a:lnTo>
                <a:lnTo>
                  <a:pt x="86" y="92"/>
                </a:lnTo>
                <a:lnTo>
                  <a:pt x="89" y="90"/>
                </a:lnTo>
                <a:lnTo>
                  <a:pt x="92" y="86"/>
                </a:lnTo>
                <a:lnTo>
                  <a:pt x="95" y="82"/>
                </a:lnTo>
                <a:lnTo>
                  <a:pt x="97" y="78"/>
                </a:lnTo>
                <a:lnTo>
                  <a:pt x="100" y="73"/>
                </a:lnTo>
                <a:lnTo>
                  <a:pt x="101" y="68"/>
                </a:lnTo>
                <a:lnTo>
                  <a:pt x="102" y="63"/>
                </a:lnTo>
                <a:lnTo>
                  <a:pt x="103" y="56"/>
                </a:lnTo>
                <a:lnTo>
                  <a:pt x="104" y="50"/>
                </a:lnTo>
                <a:lnTo>
                  <a:pt x="103" y="44"/>
                </a:lnTo>
                <a:lnTo>
                  <a:pt x="102" y="38"/>
                </a:lnTo>
                <a:close/>
                <a:moveTo>
                  <a:pt x="72" y="58"/>
                </a:moveTo>
                <a:lnTo>
                  <a:pt x="71" y="68"/>
                </a:lnTo>
                <a:lnTo>
                  <a:pt x="70" y="72"/>
                </a:lnTo>
                <a:lnTo>
                  <a:pt x="68" y="76"/>
                </a:lnTo>
                <a:lnTo>
                  <a:pt x="68" y="79"/>
                </a:lnTo>
                <a:lnTo>
                  <a:pt x="67" y="83"/>
                </a:lnTo>
                <a:lnTo>
                  <a:pt x="65" y="86"/>
                </a:lnTo>
                <a:lnTo>
                  <a:pt x="64" y="88"/>
                </a:lnTo>
                <a:lnTo>
                  <a:pt x="62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4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5" y="94"/>
                </a:lnTo>
                <a:lnTo>
                  <a:pt x="43" y="93"/>
                </a:lnTo>
                <a:lnTo>
                  <a:pt x="41" y="91"/>
                </a:lnTo>
                <a:lnTo>
                  <a:pt x="40" y="90"/>
                </a:lnTo>
                <a:lnTo>
                  <a:pt x="38" y="87"/>
                </a:lnTo>
                <a:lnTo>
                  <a:pt x="36" y="85"/>
                </a:lnTo>
                <a:lnTo>
                  <a:pt x="36" y="83"/>
                </a:lnTo>
                <a:lnTo>
                  <a:pt x="35" y="79"/>
                </a:lnTo>
                <a:lnTo>
                  <a:pt x="33" y="75"/>
                </a:lnTo>
                <a:lnTo>
                  <a:pt x="33" y="72"/>
                </a:lnTo>
                <a:lnTo>
                  <a:pt x="32" y="68"/>
                </a:lnTo>
                <a:lnTo>
                  <a:pt x="32" y="63"/>
                </a:lnTo>
                <a:lnTo>
                  <a:pt x="32" y="59"/>
                </a:lnTo>
                <a:lnTo>
                  <a:pt x="32" y="54"/>
                </a:lnTo>
                <a:lnTo>
                  <a:pt x="32" y="49"/>
                </a:lnTo>
                <a:lnTo>
                  <a:pt x="32" y="43"/>
                </a:lnTo>
                <a:lnTo>
                  <a:pt x="32" y="38"/>
                </a:lnTo>
                <a:lnTo>
                  <a:pt x="33" y="34"/>
                </a:lnTo>
                <a:lnTo>
                  <a:pt x="33" y="30"/>
                </a:lnTo>
                <a:lnTo>
                  <a:pt x="35" y="27"/>
                </a:lnTo>
                <a:lnTo>
                  <a:pt x="36" y="23"/>
                </a:lnTo>
                <a:lnTo>
                  <a:pt x="37" y="21"/>
                </a:lnTo>
                <a:lnTo>
                  <a:pt x="38" y="18"/>
                </a:lnTo>
                <a:lnTo>
                  <a:pt x="40" y="16"/>
                </a:lnTo>
                <a:lnTo>
                  <a:pt x="41" y="14"/>
                </a:lnTo>
                <a:lnTo>
                  <a:pt x="44" y="12"/>
                </a:lnTo>
                <a:lnTo>
                  <a:pt x="46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7" y="10"/>
                </a:lnTo>
                <a:lnTo>
                  <a:pt x="60" y="10"/>
                </a:lnTo>
                <a:lnTo>
                  <a:pt x="61" y="11"/>
                </a:lnTo>
                <a:lnTo>
                  <a:pt x="63" y="13"/>
                </a:lnTo>
                <a:lnTo>
                  <a:pt x="64" y="14"/>
                </a:lnTo>
                <a:lnTo>
                  <a:pt x="66" y="16"/>
                </a:lnTo>
                <a:lnTo>
                  <a:pt x="67" y="18"/>
                </a:lnTo>
                <a:lnTo>
                  <a:pt x="68" y="22"/>
                </a:lnTo>
                <a:lnTo>
                  <a:pt x="69" y="24"/>
                </a:lnTo>
                <a:lnTo>
                  <a:pt x="70" y="27"/>
                </a:lnTo>
                <a:lnTo>
                  <a:pt x="71" y="30"/>
                </a:lnTo>
                <a:lnTo>
                  <a:pt x="72" y="38"/>
                </a:lnTo>
                <a:lnTo>
                  <a:pt x="72" y="47"/>
                </a:lnTo>
                <a:lnTo>
                  <a:pt x="72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93" name="iṧlïdê">
            <a:extLst>
              <a:ext uri="{FF2B5EF4-FFF2-40B4-BE49-F238E27FC236}">
                <a16:creationId xmlns:a16="http://schemas.microsoft.com/office/drawing/2014/main" id="{3CA10C0F-8AC6-4321-BFF0-10FA64C81D24}"/>
              </a:ext>
            </a:extLst>
          </p:cNvPr>
          <p:cNvSpPr>
            <a:spLocks noGrp="1"/>
          </p:cNvSpPr>
          <p:nvPr/>
        </p:nvSpPr>
        <p:spPr>
          <a:xfrm>
            <a:off x="2402280" y="930960"/>
            <a:ext cx="30240" cy="68760"/>
          </a:xfrm>
          <a:custGeom>
            <a:avLst/>
            <a:gdLst>
              <a:gd name="textAreaLeft" fmla="*/ 0 w 30240"/>
              <a:gd name="textAreaRight" fmla="*/ 30600 w 30240"/>
              <a:gd name="textAreaTop" fmla="*/ 0 h 68760"/>
              <a:gd name="textAreaBottom" fmla="*/ 69120 h 68760"/>
              <a:gd name="GluePoint1X" fmla="*/ 70 w 70"/>
              <a:gd name="GluePoint1Y" fmla="*/ 2 h 158"/>
              <a:gd name="GluePoint2X" fmla="*/ 63 w 70"/>
              <a:gd name="GluePoint2Y" fmla="*/ 0 h 158"/>
              <a:gd name="GluePoint3X" fmla="*/ 56 w 70"/>
              <a:gd name="GluePoint3Y" fmla="*/ 1 h 158"/>
              <a:gd name="GluePoint4X" fmla="*/ 50 w 70"/>
              <a:gd name="GluePoint4Y" fmla="*/ 2 h 158"/>
              <a:gd name="GluePoint5X" fmla="*/ 44 w 70"/>
              <a:gd name="GluePoint5Y" fmla="*/ 4 h 158"/>
              <a:gd name="GluePoint6X" fmla="*/ 39 w 70"/>
              <a:gd name="GluePoint6Y" fmla="*/ 7 h 158"/>
              <a:gd name="GluePoint7X" fmla="*/ 34 w 70"/>
              <a:gd name="GluePoint7Y" fmla="*/ 11 h 158"/>
              <a:gd name="GluePoint8X" fmla="*/ 30 w 70"/>
              <a:gd name="GluePoint8Y" fmla="*/ 17 h 158"/>
              <a:gd name="GluePoint9X" fmla="*/ 27 w 70"/>
              <a:gd name="GluePoint9Y" fmla="*/ 23 h 158"/>
              <a:gd name="GluePoint10X" fmla="*/ 23 w 70"/>
              <a:gd name="GluePoint10Y" fmla="*/ 30 h 158"/>
              <a:gd name="GluePoint11X" fmla="*/ 20 w 70"/>
              <a:gd name="GluePoint11Y" fmla="*/ 38 h 158"/>
              <a:gd name="GluePoint12X" fmla="*/ 18 w 70"/>
              <a:gd name="GluePoint12Y" fmla="*/ 48 h 158"/>
              <a:gd name="GluePoint13X" fmla="*/ 16 w 70"/>
              <a:gd name="GluePoint13Y" fmla="*/ 58 h 158"/>
              <a:gd name="GluePoint14X" fmla="*/ 1 w 70"/>
              <a:gd name="GluePoint14Y" fmla="*/ 61 h 158"/>
              <a:gd name="GluePoint15X" fmla="*/ 1 w 70"/>
              <a:gd name="GluePoint15Y" fmla="*/ 68 h 158"/>
              <a:gd name="GluePoint16X" fmla="*/ 16 w 70"/>
              <a:gd name="GluePoint16Y" fmla="*/ 71 h 158"/>
              <a:gd name="GluePoint17X" fmla="*/ 19 w 70"/>
              <a:gd name="GluePoint17Y" fmla="*/ 158 h 158"/>
              <a:gd name="GluePoint18X" fmla="*/ 27 w 70"/>
              <a:gd name="GluePoint18Y" fmla="*/ 158 h 158"/>
              <a:gd name="GluePoint19X" fmla="*/ 34 w 70"/>
              <a:gd name="GluePoint19Y" fmla="*/ 158 h 158"/>
              <a:gd name="GluePoint20X" fmla="*/ 42 w 70"/>
              <a:gd name="GluePoint20Y" fmla="*/ 158 h 158"/>
              <a:gd name="GluePoint21X" fmla="*/ 46 w 70"/>
              <a:gd name="GluePoint21Y" fmla="*/ 71 h 158"/>
              <a:gd name="GluePoint22X" fmla="*/ 64 w 70"/>
              <a:gd name="GluePoint22Y" fmla="*/ 68 h 158"/>
              <a:gd name="GluePoint23X" fmla="*/ 64 w 70"/>
              <a:gd name="GluePoint23Y" fmla="*/ 61 h 158"/>
              <a:gd name="GluePoint24X" fmla="*/ 44 w 70"/>
              <a:gd name="GluePoint24Y" fmla="*/ 58 h 158"/>
              <a:gd name="GluePoint25X" fmla="*/ 40 w 70"/>
              <a:gd name="GluePoint25Y" fmla="*/ 50 h 158"/>
              <a:gd name="GluePoint26X" fmla="*/ 37 w 70"/>
              <a:gd name="GluePoint26Y" fmla="*/ 42 h 158"/>
              <a:gd name="GluePoint27X" fmla="*/ 35 w 70"/>
              <a:gd name="GluePoint27Y" fmla="*/ 36 h 158"/>
              <a:gd name="GluePoint28X" fmla="*/ 34 w 70"/>
              <a:gd name="GluePoint28Y" fmla="*/ 30 h 158"/>
              <a:gd name="GluePoint29X" fmla="*/ 35 w 70"/>
              <a:gd name="GluePoint29Y" fmla="*/ 27 h 158"/>
              <a:gd name="GluePoint30X" fmla="*/ 37 w 70"/>
              <a:gd name="GluePoint30Y" fmla="*/ 26 h 158"/>
              <a:gd name="GluePoint31X" fmla="*/ 38 w 70"/>
              <a:gd name="GluePoint31Y" fmla="*/ 25 h 158"/>
              <a:gd name="GluePoint32X" fmla="*/ 41 w 70"/>
              <a:gd name="GluePoint32Y" fmla="*/ 24 h 158"/>
              <a:gd name="GluePoint33X" fmla="*/ 48 w 70"/>
              <a:gd name="GluePoint33Y" fmla="*/ 23 h 158"/>
              <a:gd name="GluePoint34X" fmla="*/ 58 w 70"/>
              <a:gd name="GluePoint34Y" fmla="*/ 25 h 158"/>
              <a:gd name="GluePoint35X" fmla="*/ 66 w 70"/>
              <a:gd name="GluePoint35Y" fmla="*/ 29 h 158"/>
              <a:gd name="GluePoint36X" fmla="*/ 69 w 70"/>
              <a:gd name="GluePoint36Y" fmla="*/ 22 h 158"/>
              <a:gd name="GluePoint37X" fmla="*/ 70 w 70"/>
              <a:gd name="GluePoint37Y" fmla="*/ 8 h 158"/>
            </a:gdLst>
            <a:ahLst/>
            <a:cxnLst/>
            <a:rect l="textAreaLeft" t="textAreaTop" r="textAreaRight" b="textAreaBottom"/>
            <a:pathLst>
              <a:path w="70" h="158">
                <a:moveTo>
                  <a:pt x="70" y="8"/>
                </a:moveTo>
                <a:lnTo>
                  <a:pt x="70" y="2"/>
                </a:lnTo>
                <a:lnTo>
                  <a:pt x="66" y="1"/>
                </a:lnTo>
                <a:lnTo>
                  <a:pt x="63" y="0"/>
                </a:lnTo>
                <a:lnTo>
                  <a:pt x="59" y="0"/>
                </a:lnTo>
                <a:lnTo>
                  <a:pt x="56" y="1"/>
                </a:lnTo>
                <a:lnTo>
                  <a:pt x="53" y="1"/>
                </a:lnTo>
                <a:lnTo>
                  <a:pt x="50" y="2"/>
                </a:lnTo>
                <a:lnTo>
                  <a:pt x="47" y="2"/>
                </a:lnTo>
                <a:lnTo>
                  <a:pt x="44" y="4"/>
                </a:lnTo>
                <a:lnTo>
                  <a:pt x="42" y="6"/>
                </a:lnTo>
                <a:lnTo>
                  <a:pt x="39" y="7"/>
                </a:lnTo>
                <a:lnTo>
                  <a:pt x="37" y="9"/>
                </a:lnTo>
                <a:lnTo>
                  <a:pt x="34" y="11"/>
                </a:lnTo>
                <a:lnTo>
                  <a:pt x="33" y="14"/>
                </a:lnTo>
                <a:lnTo>
                  <a:pt x="30" y="17"/>
                </a:lnTo>
                <a:lnTo>
                  <a:pt x="29" y="20"/>
                </a:lnTo>
                <a:lnTo>
                  <a:pt x="27" y="23"/>
                </a:lnTo>
                <a:lnTo>
                  <a:pt x="25" y="27"/>
                </a:lnTo>
                <a:lnTo>
                  <a:pt x="23" y="30"/>
                </a:lnTo>
                <a:lnTo>
                  <a:pt x="22" y="34"/>
                </a:lnTo>
                <a:lnTo>
                  <a:pt x="20" y="38"/>
                </a:lnTo>
                <a:lnTo>
                  <a:pt x="18" y="43"/>
                </a:lnTo>
                <a:lnTo>
                  <a:pt x="18" y="48"/>
                </a:lnTo>
                <a:lnTo>
                  <a:pt x="17" y="53"/>
                </a:lnTo>
                <a:lnTo>
                  <a:pt x="16" y="58"/>
                </a:lnTo>
                <a:lnTo>
                  <a:pt x="0" y="58"/>
                </a:lnTo>
                <a:lnTo>
                  <a:pt x="1" y="61"/>
                </a:lnTo>
                <a:lnTo>
                  <a:pt x="1" y="65"/>
                </a:lnTo>
                <a:lnTo>
                  <a:pt x="1" y="68"/>
                </a:lnTo>
                <a:lnTo>
                  <a:pt x="0" y="71"/>
                </a:lnTo>
                <a:lnTo>
                  <a:pt x="16" y="71"/>
                </a:lnTo>
                <a:lnTo>
                  <a:pt x="16" y="158"/>
                </a:lnTo>
                <a:lnTo>
                  <a:pt x="19" y="158"/>
                </a:lnTo>
                <a:lnTo>
                  <a:pt x="23" y="158"/>
                </a:lnTo>
                <a:lnTo>
                  <a:pt x="27" y="158"/>
                </a:lnTo>
                <a:lnTo>
                  <a:pt x="30" y="158"/>
                </a:lnTo>
                <a:lnTo>
                  <a:pt x="34" y="158"/>
                </a:lnTo>
                <a:lnTo>
                  <a:pt x="38" y="158"/>
                </a:lnTo>
                <a:lnTo>
                  <a:pt x="42" y="158"/>
                </a:lnTo>
                <a:lnTo>
                  <a:pt x="46" y="158"/>
                </a:lnTo>
                <a:lnTo>
                  <a:pt x="46" y="71"/>
                </a:lnTo>
                <a:lnTo>
                  <a:pt x="65" y="71"/>
                </a:lnTo>
                <a:lnTo>
                  <a:pt x="64" y="68"/>
                </a:lnTo>
                <a:lnTo>
                  <a:pt x="64" y="65"/>
                </a:lnTo>
                <a:lnTo>
                  <a:pt x="64" y="61"/>
                </a:lnTo>
                <a:lnTo>
                  <a:pt x="65" y="58"/>
                </a:lnTo>
                <a:lnTo>
                  <a:pt x="44" y="58"/>
                </a:lnTo>
                <a:lnTo>
                  <a:pt x="42" y="54"/>
                </a:lnTo>
                <a:lnTo>
                  <a:pt x="40" y="50"/>
                </a:lnTo>
                <a:lnTo>
                  <a:pt x="38" y="46"/>
                </a:lnTo>
                <a:lnTo>
                  <a:pt x="37" y="42"/>
                </a:lnTo>
                <a:lnTo>
                  <a:pt x="36" y="39"/>
                </a:lnTo>
                <a:lnTo>
                  <a:pt x="35" y="36"/>
                </a:lnTo>
                <a:lnTo>
                  <a:pt x="35" y="33"/>
                </a:lnTo>
                <a:lnTo>
                  <a:pt x="34" y="30"/>
                </a:lnTo>
                <a:lnTo>
                  <a:pt x="35" y="29"/>
                </a:lnTo>
                <a:lnTo>
                  <a:pt x="35" y="27"/>
                </a:lnTo>
                <a:lnTo>
                  <a:pt x="36" y="26"/>
                </a:lnTo>
                <a:lnTo>
                  <a:pt x="37" y="26"/>
                </a:lnTo>
                <a:lnTo>
                  <a:pt x="38" y="26"/>
                </a:lnTo>
                <a:lnTo>
                  <a:pt x="38" y="25"/>
                </a:lnTo>
                <a:lnTo>
                  <a:pt x="39" y="24"/>
                </a:lnTo>
                <a:lnTo>
                  <a:pt x="41" y="24"/>
                </a:lnTo>
                <a:lnTo>
                  <a:pt x="44" y="23"/>
                </a:lnTo>
                <a:lnTo>
                  <a:pt x="48" y="23"/>
                </a:lnTo>
                <a:lnTo>
                  <a:pt x="53" y="24"/>
                </a:lnTo>
                <a:lnTo>
                  <a:pt x="58" y="25"/>
                </a:lnTo>
                <a:lnTo>
                  <a:pt x="62" y="27"/>
                </a:lnTo>
                <a:lnTo>
                  <a:pt x="66" y="29"/>
                </a:lnTo>
                <a:lnTo>
                  <a:pt x="70" y="28"/>
                </a:lnTo>
                <a:lnTo>
                  <a:pt x="69" y="22"/>
                </a:lnTo>
                <a:lnTo>
                  <a:pt x="69" y="14"/>
                </a:lnTo>
                <a:lnTo>
                  <a:pt x="70" y="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4120" rIns="90000" bIns="24120" anchor="ctr">
            <a:noAutofit/>
          </a:bodyPr>
          <a:lstStyle/>
          <a:p>
            <a:endParaRPr/>
          </a:p>
        </p:txBody>
      </p:sp>
      <p:sp>
        <p:nvSpPr>
          <p:cNvPr id="594" name="ïSlïḋe">
            <a:extLst>
              <a:ext uri="{FF2B5EF4-FFF2-40B4-BE49-F238E27FC236}">
                <a16:creationId xmlns:a16="http://schemas.microsoft.com/office/drawing/2014/main" id="{DEB7E101-0671-412C-BEBF-BF137495FD2C}"/>
              </a:ext>
            </a:extLst>
          </p:cNvPr>
          <p:cNvSpPr>
            <a:spLocks noGrp="1"/>
          </p:cNvSpPr>
          <p:nvPr/>
        </p:nvSpPr>
        <p:spPr>
          <a:xfrm>
            <a:off x="2457360" y="937800"/>
            <a:ext cx="46800" cy="61560"/>
          </a:xfrm>
          <a:custGeom>
            <a:avLst/>
            <a:gdLst>
              <a:gd name="textAreaLeft" fmla="*/ 0 w 46800"/>
              <a:gd name="textAreaRight" fmla="*/ 47160 w 46800"/>
              <a:gd name="textAreaTop" fmla="*/ 0 h 61560"/>
              <a:gd name="textAreaBottom" fmla="*/ 61920 h 61560"/>
              <a:gd name="GluePoint1X" fmla="*/ 107 w 108"/>
              <a:gd name="GluePoint1Y" fmla="*/ 2 h 142"/>
              <a:gd name="GluePoint2X" fmla="*/ 108 w 108"/>
              <a:gd name="GluePoint2Y" fmla="*/ 0 h 142"/>
              <a:gd name="GluePoint3X" fmla="*/ 0 w 108"/>
              <a:gd name="GluePoint3Y" fmla="*/ 0 h 142"/>
              <a:gd name="GluePoint4X" fmla="*/ 0 w 108"/>
              <a:gd name="GluePoint4Y" fmla="*/ 4 h 142"/>
              <a:gd name="GluePoint5X" fmla="*/ 1 w 108"/>
              <a:gd name="GluePoint5Y" fmla="*/ 8 h 142"/>
              <a:gd name="GluePoint6X" fmla="*/ 0 w 108"/>
              <a:gd name="GluePoint6Y" fmla="*/ 14 h 142"/>
              <a:gd name="GluePoint7X" fmla="*/ 0 w 108"/>
              <a:gd name="GluePoint7Y" fmla="*/ 17 h 142"/>
              <a:gd name="GluePoint8X" fmla="*/ 3 w 108"/>
              <a:gd name="GluePoint8Y" fmla="*/ 17 h 142"/>
              <a:gd name="GluePoint9X" fmla="*/ 7 w 108"/>
              <a:gd name="GluePoint9Y" fmla="*/ 17 h 142"/>
              <a:gd name="GluePoint10X" fmla="*/ 16 w 108"/>
              <a:gd name="GluePoint10Y" fmla="*/ 16 h 142"/>
              <a:gd name="GluePoint11X" fmla="*/ 25 w 108"/>
              <a:gd name="GluePoint11Y" fmla="*/ 15 h 142"/>
              <a:gd name="GluePoint12X" fmla="*/ 32 w 108"/>
              <a:gd name="GluePoint12Y" fmla="*/ 15 h 142"/>
              <a:gd name="GluePoint13X" fmla="*/ 39 w 108"/>
              <a:gd name="GluePoint13Y" fmla="*/ 14 h 142"/>
              <a:gd name="GluePoint14X" fmla="*/ 39 w 108"/>
              <a:gd name="GluePoint14Y" fmla="*/ 142 h 142"/>
              <a:gd name="GluePoint15X" fmla="*/ 43 w 108"/>
              <a:gd name="GluePoint15Y" fmla="*/ 142 h 142"/>
              <a:gd name="GluePoint16X" fmla="*/ 47 w 108"/>
              <a:gd name="GluePoint16Y" fmla="*/ 142 h 142"/>
              <a:gd name="GluePoint17X" fmla="*/ 51 w 108"/>
              <a:gd name="GluePoint17Y" fmla="*/ 142 h 142"/>
              <a:gd name="GluePoint18X" fmla="*/ 55 w 108"/>
              <a:gd name="GluePoint18Y" fmla="*/ 142 h 142"/>
              <a:gd name="GluePoint19X" fmla="*/ 58 w 108"/>
              <a:gd name="GluePoint19Y" fmla="*/ 142 h 142"/>
              <a:gd name="GluePoint20X" fmla="*/ 62 w 108"/>
              <a:gd name="GluePoint20Y" fmla="*/ 142 h 142"/>
              <a:gd name="GluePoint21X" fmla="*/ 66 w 108"/>
              <a:gd name="GluePoint21Y" fmla="*/ 142 h 142"/>
              <a:gd name="GluePoint22X" fmla="*/ 70 w 108"/>
              <a:gd name="GluePoint22Y" fmla="*/ 142 h 142"/>
              <a:gd name="GluePoint23X" fmla="*/ 70 w 108"/>
              <a:gd name="GluePoint23Y" fmla="*/ 14 h 142"/>
              <a:gd name="GluePoint24X" fmla="*/ 75 w 108"/>
              <a:gd name="GluePoint24Y" fmla="*/ 15 h 142"/>
              <a:gd name="GluePoint25X" fmla="*/ 81 w 108"/>
              <a:gd name="GluePoint25Y" fmla="*/ 15 h 142"/>
              <a:gd name="GluePoint26X" fmla="*/ 88 w 108"/>
              <a:gd name="GluePoint26Y" fmla="*/ 15 h 142"/>
              <a:gd name="GluePoint27X" fmla="*/ 96 w 108"/>
              <a:gd name="GluePoint27Y" fmla="*/ 16 h 142"/>
              <a:gd name="GluePoint28X" fmla="*/ 98 w 108"/>
              <a:gd name="GluePoint28Y" fmla="*/ 17 h 142"/>
              <a:gd name="GluePoint29X" fmla="*/ 101 w 108"/>
              <a:gd name="GluePoint29Y" fmla="*/ 17 h 142"/>
              <a:gd name="GluePoint30X" fmla="*/ 104 w 108"/>
              <a:gd name="GluePoint30Y" fmla="*/ 17 h 142"/>
              <a:gd name="GluePoint31X" fmla="*/ 108 w 108"/>
              <a:gd name="GluePoint31Y" fmla="*/ 17 h 142"/>
              <a:gd name="GluePoint32X" fmla="*/ 107 w 108"/>
              <a:gd name="GluePoint32Y" fmla="*/ 15 h 142"/>
              <a:gd name="GluePoint33X" fmla="*/ 107 w 108"/>
              <a:gd name="GluePoint33Y" fmla="*/ 14 h 142"/>
              <a:gd name="GluePoint34X" fmla="*/ 107 w 108"/>
              <a:gd name="GluePoint34Y" fmla="*/ 11 h 142"/>
              <a:gd name="GluePoint35X" fmla="*/ 107 w 108"/>
              <a:gd name="GluePoint35Y" fmla="*/ 8 h 142"/>
              <a:gd name="GluePoint36X" fmla="*/ 107 w 108"/>
              <a:gd name="GluePoint36Y" fmla="*/ 6 h 142"/>
              <a:gd name="GluePoint37X" fmla="*/ 107 w 108"/>
              <a:gd name="GluePoint37Y" fmla="*/ 4 h 142"/>
              <a:gd name="GluePoint38X" fmla="*/ 107 w 108"/>
              <a:gd name="GluePoint38Y" fmla="*/ 2 h 142"/>
            </a:gdLst>
            <a:ahLst/>
            <a:cxnLst/>
            <a:rect l="textAreaLeft" t="textAreaTop" r="textAreaRight" b="textAreaBottom"/>
            <a:pathLst>
              <a:path w="108" h="142">
                <a:moveTo>
                  <a:pt x="107" y="2"/>
                </a:moveTo>
                <a:lnTo>
                  <a:pt x="108" y="0"/>
                </a:lnTo>
                <a:lnTo>
                  <a:pt x="0" y="0"/>
                </a:lnTo>
                <a:lnTo>
                  <a:pt x="0" y="4"/>
                </a:lnTo>
                <a:lnTo>
                  <a:pt x="1" y="8"/>
                </a:lnTo>
                <a:lnTo>
                  <a:pt x="0" y="14"/>
                </a:lnTo>
                <a:lnTo>
                  <a:pt x="0" y="17"/>
                </a:lnTo>
                <a:lnTo>
                  <a:pt x="3" y="17"/>
                </a:lnTo>
                <a:lnTo>
                  <a:pt x="7" y="17"/>
                </a:lnTo>
                <a:lnTo>
                  <a:pt x="16" y="16"/>
                </a:lnTo>
                <a:lnTo>
                  <a:pt x="25" y="15"/>
                </a:lnTo>
                <a:lnTo>
                  <a:pt x="32" y="15"/>
                </a:lnTo>
                <a:lnTo>
                  <a:pt x="39" y="14"/>
                </a:lnTo>
                <a:lnTo>
                  <a:pt x="39" y="142"/>
                </a:lnTo>
                <a:lnTo>
                  <a:pt x="43" y="142"/>
                </a:lnTo>
                <a:lnTo>
                  <a:pt x="47" y="142"/>
                </a:lnTo>
                <a:lnTo>
                  <a:pt x="51" y="142"/>
                </a:lnTo>
                <a:lnTo>
                  <a:pt x="55" y="142"/>
                </a:lnTo>
                <a:lnTo>
                  <a:pt x="58" y="142"/>
                </a:lnTo>
                <a:lnTo>
                  <a:pt x="62" y="142"/>
                </a:lnTo>
                <a:lnTo>
                  <a:pt x="66" y="142"/>
                </a:lnTo>
                <a:lnTo>
                  <a:pt x="70" y="142"/>
                </a:lnTo>
                <a:lnTo>
                  <a:pt x="70" y="14"/>
                </a:lnTo>
                <a:lnTo>
                  <a:pt x="75" y="15"/>
                </a:lnTo>
                <a:lnTo>
                  <a:pt x="81" y="15"/>
                </a:lnTo>
                <a:lnTo>
                  <a:pt x="88" y="15"/>
                </a:lnTo>
                <a:lnTo>
                  <a:pt x="96" y="16"/>
                </a:lnTo>
                <a:lnTo>
                  <a:pt x="98" y="17"/>
                </a:lnTo>
                <a:lnTo>
                  <a:pt x="101" y="17"/>
                </a:lnTo>
                <a:lnTo>
                  <a:pt x="104" y="17"/>
                </a:lnTo>
                <a:lnTo>
                  <a:pt x="108" y="17"/>
                </a:lnTo>
                <a:lnTo>
                  <a:pt x="107" y="15"/>
                </a:lnTo>
                <a:lnTo>
                  <a:pt x="107" y="14"/>
                </a:lnTo>
                <a:lnTo>
                  <a:pt x="107" y="11"/>
                </a:lnTo>
                <a:lnTo>
                  <a:pt x="107" y="8"/>
                </a:lnTo>
                <a:lnTo>
                  <a:pt x="107" y="6"/>
                </a:lnTo>
                <a:lnTo>
                  <a:pt x="107" y="4"/>
                </a:lnTo>
                <a:lnTo>
                  <a:pt x="107" y="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6920" rIns="90000" bIns="16920" anchor="ctr">
            <a:noAutofit/>
          </a:bodyPr>
          <a:lstStyle/>
          <a:p>
            <a:endParaRPr/>
          </a:p>
        </p:txBody>
      </p:sp>
      <p:sp>
        <p:nvSpPr>
          <p:cNvPr id="595" name="iS1îḓê">
            <a:extLst>
              <a:ext uri="{FF2B5EF4-FFF2-40B4-BE49-F238E27FC236}">
                <a16:creationId xmlns:a16="http://schemas.microsoft.com/office/drawing/2014/main" id="{3F3901FC-EB8D-4ACE-9048-F55129113E8F}"/>
              </a:ext>
            </a:extLst>
          </p:cNvPr>
          <p:cNvSpPr>
            <a:spLocks noGrp="1"/>
          </p:cNvSpPr>
          <p:nvPr/>
        </p:nvSpPr>
        <p:spPr>
          <a:xfrm>
            <a:off x="2514600" y="955440"/>
            <a:ext cx="38880" cy="44640"/>
          </a:xfrm>
          <a:custGeom>
            <a:avLst/>
            <a:gdLst>
              <a:gd name="textAreaLeft" fmla="*/ 0 w 38880"/>
              <a:gd name="textAreaRight" fmla="*/ 39240 w 38880"/>
              <a:gd name="textAreaTop" fmla="*/ 0 h 44640"/>
              <a:gd name="textAreaBottom" fmla="*/ 45000 h 44640"/>
              <a:gd name="GluePoint1X" fmla="*/ 89 w 90"/>
              <a:gd name="GluePoint1Y" fmla="*/ 30 h 103"/>
              <a:gd name="GluePoint2X" fmla="*/ 85 w 90"/>
              <a:gd name="GluePoint2Y" fmla="*/ 21 h 103"/>
              <a:gd name="GluePoint3X" fmla="*/ 81 w 90"/>
              <a:gd name="GluePoint3Y" fmla="*/ 14 h 103"/>
              <a:gd name="GluePoint4X" fmla="*/ 75 w 90"/>
              <a:gd name="GluePoint4Y" fmla="*/ 8 h 103"/>
              <a:gd name="GluePoint5X" fmla="*/ 67 w 90"/>
              <a:gd name="GluePoint5Y" fmla="*/ 4 h 103"/>
              <a:gd name="GluePoint6X" fmla="*/ 58 w 90"/>
              <a:gd name="GluePoint6Y" fmla="*/ 1 h 103"/>
              <a:gd name="GluePoint7X" fmla="*/ 48 w 90"/>
              <a:gd name="GluePoint7Y" fmla="*/ 0 h 103"/>
              <a:gd name="GluePoint8X" fmla="*/ 37 w 90"/>
              <a:gd name="GluePoint8Y" fmla="*/ 1 h 103"/>
              <a:gd name="GluePoint9X" fmla="*/ 27 w 90"/>
              <a:gd name="GluePoint9Y" fmla="*/ 4 h 103"/>
              <a:gd name="GluePoint10X" fmla="*/ 19 w 90"/>
              <a:gd name="GluePoint10Y" fmla="*/ 8 h 103"/>
              <a:gd name="GluePoint11X" fmla="*/ 13 w 90"/>
              <a:gd name="GluePoint11Y" fmla="*/ 14 h 103"/>
              <a:gd name="GluePoint12X" fmla="*/ 7 w 90"/>
              <a:gd name="GluePoint12Y" fmla="*/ 21 h 103"/>
              <a:gd name="GluePoint13X" fmla="*/ 3 w 90"/>
              <a:gd name="GluePoint13Y" fmla="*/ 29 h 103"/>
              <a:gd name="GluePoint14X" fmla="*/ 1 w 90"/>
              <a:gd name="GluePoint14Y" fmla="*/ 38 h 103"/>
              <a:gd name="GluePoint15X" fmla="*/ 0 w 90"/>
              <a:gd name="GluePoint15Y" fmla="*/ 50 h 103"/>
              <a:gd name="GluePoint16X" fmla="*/ 1 w 90"/>
              <a:gd name="GluePoint16Y" fmla="*/ 63 h 103"/>
              <a:gd name="GluePoint17X" fmla="*/ 3 w 90"/>
              <a:gd name="GluePoint17Y" fmla="*/ 73 h 103"/>
              <a:gd name="GluePoint18X" fmla="*/ 8 w 90"/>
              <a:gd name="GluePoint18Y" fmla="*/ 82 h 103"/>
              <a:gd name="GluePoint19X" fmla="*/ 13 w 90"/>
              <a:gd name="GluePoint19Y" fmla="*/ 90 h 103"/>
              <a:gd name="GluePoint20X" fmla="*/ 21 w 90"/>
              <a:gd name="GluePoint20Y" fmla="*/ 95 h 103"/>
              <a:gd name="GluePoint21X" fmla="*/ 29 w 90"/>
              <a:gd name="GluePoint21Y" fmla="*/ 99 h 103"/>
              <a:gd name="GluePoint22X" fmla="*/ 40 w 90"/>
              <a:gd name="GluePoint22Y" fmla="*/ 103 h 103"/>
              <a:gd name="GluePoint23X" fmla="*/ 52 w 90"/>
              <a:gd name="GluePoint23Y" fmla="*/ 103 h 103"/>
              <a:gd name="GluePoint24X" fmla="*/ 60 w 90"/>
              <a:gd name="GluePoint24Y" fmla="*/ 103 h 103"/>
              <a:gd name="GluePoint25X" fmla="*/ 68 w 90"/>
              <a:gd name="GluePoint25Y" fmla="*/ 102 h 103"/>
              <a:gd name="GluePoint26X" fmla="*/ 75 w 90"/>
              <a:gd name="GluePoint26Y" fmla="*/ 99 h 103"/>
              <a:gd name="GluePoint27X" fmla="*/ 82 w 90"/>
              <a:gd name="GluePoint27Y" fmla="*/ 95 h 103"/>
              <a:gd name="GluePoint28X" fmla="*/ 84 w 90"/>
              <a:gd name="GluePoint28Y" fmla="*/ 82 h 103"/>
              <a:gd name="GluePoint29X" fmla="*/ 78 w 90"/>
              <a:gd name="GluePoint29Y" fmla="*/ 86 h 103"/>
              <a:gd name="GluePoint30X" fmla="*/ 72 w 90"/>
              <a:gd name="GluePoint30Y" fmla="*/ 89 h 103"/>
              <a:gd name="GluePoint31X" fmla="*/ 65 w 90"/>
              <a:gd name="GluePoint31Y" fmla="*/ 91 h 103"/>
              <a:gd name="GluePoint32X" fmla="*/ 59 w 90"/>
              <a:gd name="GluePoint32Y" fmla="*/ 91 h 103"/>
              <a:gd name="GluePoint33X" fmla="*/ 52 w 90"/>
              <a:gd name="GluePoint33Y" fmla="*/ 91 h 103"/>
              <a:gd name="GluePoint34X" fmla="*/ 46 w 90"/>
              <a:gd name="GluePoint34Y" fmla="*/ 89 h 103"/>
              <a:gd name="GluePoint35X" fmla="*/ 41 w 90"/>
              <a:gd name="GluePoint35Y" fmla="*/ 86 h 103"/>
              <a:gd name="GluePoint36X" fmla="*/ 37 w 90"/>
              <a:gd name="GluePoint36Y" fmla="*/ 82 h 103"/>
              <a:gd name="GluePoint37X" fmla="*/ 33 w 90"/>
              <a:gd name="GluePoint37Y" fmla="*/ 76 h 103"/>
              <a:gd name="GluePoint38X" fmla="*/ 32 w 90"/>
              <a:gd name="GluePoint38Y" fmla="*/ 70 h 103"/>
              <a:gd name="GluePoint39X" fmla="*/ 31 w 90"/>
              <a:gd name="GluePoint39Y" fmla="*/ 62 h 103"/>
              <a:gd name="GluePoint40X" fmla="*/ 30 w 90"/>
              <a:gd name="GluePoint40Y" fmla="*/ 52 h 103"/>
              <a:gd name="GluePoint41X" fmla="*/ 90 w 90"/>
              <a:gd name="GluePoint41Y" fmla="*/ 46 h 103"/>
              <a:gd name="GluePoint42X" fmla="*/ 89 w 90"/>
              <a:gd name="GluePoint42Y" fmla="*/ 34 h 103"/>
              <a:gd name="GluePoint43X" fmla="*/ 31 w 90"/>
              <a:gd name="GluePoint43Y" fmla="*/ 34 h 103"/>
              <a:gd name="GluePoint44X" fmla="*/ 33 w 90"/>
              <a:gd name="GluePoint44Y" fmla="*/ 26 h 103"/>
              <a:gd name="GluePoint45X" fmla="*/ 33 w 90"/>
              <a:gd name="GluePoint45Y" fmla="*/ 20 h 103"/>
              <a:gd name="GluePoint46X" fmla="*/ 36 w 90"/>
              <a:gd name="GluePoint46Y" fmla="*/ 16 h 103"/>
              <a:gd name="GluePoint47X" fmla="*/ 39 w 90"/>
              <a:gd name="GluePoint47Y" fmla="*/ 12 h 103"/>
              <a:gd name="GluePoint48X" fmla="*/ 42 w 90"/>
              <a:gd name="GluePoint48Y" fmla="*/ 10 h 103"/>
              <a:gd name="GluePoint49X" fmla="*/ 45 w 90"/>
              <a:gd name="GluePoint49Y" fmla="*/ 9 h 103"/>
              <a:gd name="GluePoint50X" fmla="*/ 49 w 90"/>
              <a:gd name="GluePoint50Y" fmla="*/ 9 h 103"/>
              <a:gd name="GluePoint51X" fmla="*/ 52 w 90"/>
              <a:gd name="GluePoint51Y" fmla="*/ 10 h 103"/>
              <a:gd name="GluePoint52X" fmla="*/ 55 w 90"/>
              <a:gd name="GluePoint52Y" fmla="*/ 12 h 103"/>
              <a:gd name="GluePoint53X" fmla="*/ 57 w 90"/>
              <a:gd name="GluePoint53Y" fmla="*/ 16 h 103"/>
              <a:gd name="GluePoint54X" fmla="*/ 60 w 90"/>
              <a:gd name="GluePoint54Y" fmla="*/ 22 h 103"/>
              <a:gd name="GluePoint55X" fmla="*/ 61 w 90"/>
              <a:gd name="GluePoint55Y" fmla="*/ 34 h 103"/>
              <a:gd name="GluePoint56X" fmla="*/ 30 w 90"/>
              <a:gd name="GluePoint56Y" fmla="*/ 42 h 103"/>
            </a:gdLst>
            <a:ahLst/>
            <a:cxnLst/>
            <a:rect l="textAreaLeft" t="textAreaTop" r="textAreaRight" b="textAreaBottom"/>
            <a:pathLst>
              <a:path w="90" h="103">
                <a:moveTo>
                  <a:pt x="89" y="34"/>
                </a:moveTo>
                <a:lnTo>
                  <a:pt x="89" y="30"/>
                </a:lnTo>
                <a:lnTo>
                  <a:pt x="87" y="26"/>
                </a:lnTo>
                <a:lnTo>
                  <a:pt x="85" y="21"/>
                </a:lnTo>
                <a:lnTo>
                  <a:pt x="83" y="18"/>
                </a:lnTo>
                <a:lnTo>
                  <a:pt x="81" y="14"/>
                </a:lnTo>
                <a:lnTo>
                  <a:pt x="78" y="10"/>
                </a:lnTo>
                <a:lnTo>
                  <a:pt x="75" y="8"/>
                </a:lnTo>
                <a:lnTo>
                  <a:pt x="71" y="6"/>
                </a:lnTo>
                <a:lnTo>
                  <a:pt x="67" y="4"/>
                </a:lnTo>
                <a:lnTo>
                  <a:pt x="63" y="2"/>
                </a:lnTo>
                <a:lnTo>
                  <a:pt x="58" y="1"/>
                </a:lnTo>
                <a:lnTo>
                  <a:pt x="53" y="0"/>
                </a:lnTo>
                <a:lnTo>
                  <a:pt x="48" y="0"/>
                </a:lnTo>
                <a:lnTo>
                  <a:pt x="42" y="1"/>
                </a:lnTo>
                <a:lnTo>
                  <a:pt x="37" y="1"/>
                </a:lnTo>
                <a:lnTo>
                  <a:pt x="32" y="2"/>
                </a:lnTo>
                <a:lnTo>
                  <a:pt x="27" y="4"/>
                </a:lnTo>
                <a:lnTo>
                  <a:pt x="23" y="6"/>
                </a:lnTo>
                <a:lnTo>
                  <a:pt x="19" y="8"/>
                </a:lnTo>
                <a:lnTo>
                  <a:pt x="16" y="10"/>
                </a:lnTo>
                <a:lnTo>
                  <a:pt x="13" y="14"/>
                </a:lnTo>
                <a:lnTo>
                  <a:pt x="9" y="17"/>
                </a:lnTo>
                <a:lnTo>
                  <a:pt x="7" y="21"/>
                </a:lnTo>
                <a:lnTo>
                  <a:pt x="5" y="25"/>
                </a:lnTo>
                <a:lnTo>
                  <a:pt x="3" y="29"/>
                </a:lnTo>
                <a:lnTo>
                  <a:pt x="2" y="34"/>
                </a:lnTo>
                <a:lnTo>
                  <a:pt x="1" y="38"/>
                </a:lnTo>
                <a:lnTo>
                  <a:pt x="0" y="44"/>
                </a:lnTo>
                <a:lnTo>
                  <a:pt x="0" y="50"/>
                </a:lnTo>
                <a:lnTo>
                  <a:pt x="0" y="56"/>
                </a:lnTo>
                <a:lnTo>
                  <a:pt x="1" y="63"/>
                </a:lnTo>
                <a:lnTo>
                  <a:pt x="2" y="68"/>
                </a:lnTo>
                <a:lnTo>
                  <a:pt x="3" y="73"/>
                </a:lnTo>
                <a:lnTo>
                  <a:pt x="5" y="78"/>
                </a:lnTo>
                <a:lnTo>
                  <a:pt x="8" y="82"/>
                </a:lnTo>
                <a:lnTo>
                  <a:pt x="10" y="86"/>
                </a:lnTo>
                <a:lnTo>
                  <a:pt x="13" y="90"/>
                </a:lnTo>
                <a:lnTo>
                  <a:pt x="17" y="92"/>
                </a:lnTo>
                <a:lnTo>
                  <a:pt x="21" y="95"/>
                </a:lnTo>
                <a:lnTo>
                  <a:pt x="25" y="98"/>
                </a:lnTo>
                <a:lnTo>
                  <a:pt x="29" y="99"/>
                </a:lnTo>
                <a:lnTo>
                  <a:pt x="34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6" y="103"/>
                </a:lnTo>
                <a:lnTo>
                  <a:pt x="60" y="103"/>
                </a:lnTo>
                <a:lnTo>
                  <a:pt x="64" y="102"/>
                </a:lnTo>
                <a:lnTo>
                  <a:pt x="68" y="102"/>
                </a:lnTo>
                <a:lnTo>
                  <a:pt x="72" y="100"/>
                </a:lnTo>
                <a:lnTo>
                  <a:pt x="75" y="99"/>
                </a:lnTo>
                <a:lnTo>
                  <a:pt x="78" y="97"/>
                </a:lnTo>
                <a:lnTo>
                  <a:pt x="82" y="95"/>
                </a:lnTo>
                <a:lnTo>
                  <a:pt x="86" y="84"/>
                </a:lnTo>
                <a:lnTo>
                  <a:pt x="84" y="82"/>
                </a:lnTo>
                <a:lnTo>
                  <a:pt x="81" y="84"/>
                </a:lnTo>
                <a:lnTo>
                  <a:pt x="78" y="86"/>
                </a:lnTo>
                <a:lnTo>
                  <a:pt x="75" y="87"/>
                </a:lnTo>
                <a:lnTo>
                  <a:pt x="72" y="89"/>
                </a:lnTo>
                <a:lnTo>
                  <a:pt x="69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6" y="91"/>
                </a:lnTo>
                <a:lnTo>
                  <a:pt x="52" y="91"/>
                </a:lnTo>
                <a:lnTo>
                  <a:pt x="49" y="91"/>
                </a:lnTo>
                <a:lnTo>
                  <a:pt x="46" y="89"/>
                </a:lnTo>
                <a:lnTo>
                  <a:pt x="43" y="87"/>
                </a:lnTo>
                <a:lnTo>
                  <a:pt x="41" y="86"/>
                </a:lnTo>
                <a:lnTo>
                  <a:pt x="39" y="84"/>
                </a:lnTo>
                <a:lnTo>
                  <a:pt x="37" y="82"/>
                </a:lnTo>
                <a:lnTo>
                  <a:pt x="36" y="79"/>
                </a:lnTo>
                <a:lnTo>
                  <a:pt x="33" y="76"/>
                </a:lnTo>
                <a:lnTo>
                  <a:pt x="33" y="73"/>
                </a:lnTo>
                <a:lnTo>
                  <a:pt x="32" y="70"/>
                </a:lnTo>
                <a:lnTo>
                  <a:pt x="31" y="66"/>
                </a:lnTo>
                <a:lnTo>
                  <a:pt x="31" y="62"/>
                </a:lnTo>
                <a:lnTo>
                  <a:pt x="30" y="57"/>
                </a:lnTo>
                <a:lnTo>
                  <a:pt x="30" y="52"/>
                </a:lnTo>
                <a:lnTo>
                  <a:pt x="90" y="52"/>
                </a:lnTo>
                <a:lnTo>
                  <a:pt x="90" y="46"/>
                </a:lnTo>
                <a:lnTo>
                  <a:pt x="90" y="40"/>
                </a:lnTo>
                <a:lnTo>
                  <a:pt x="89" y="34"/>
                </a:lnTo>
                <a:close/>
                <a:moveTo>
                  <a:pt x="30" y="42"/>
                </a:moveTo>
                <a:lnTo>
                  <a:pt x="31" y="34"/>
                </a:lnTo>
                <a:lnTo>
                  <a:pt x="32" y="28"/>
                </a:lnTo>
                <a:lnTo>
                  <a:pt x="33" y="26"/>
                </a:lnTo>
                <a:lnTo>
                  <a:pt x="33" y="22"/>
                </a:lnTo>
                <a:lnTo>
                  <a:pt x="33" y="20"/>
                </a:lnTo>
                <a:lnTo>
                  <a:pt x="35" y="18"/>
                </a:lnTo>
                <a:lnTo>
                  <a:pt x="36" y="16"/>
                </a:lnTo>
                <a:lnTo>
                  <a:pt x="37" y="14"/>
                </a:lnTo>
                <a:lnTo>
                  <a:pt x="39" y="12"/>
                </a:lnTo>
                <a:lnTo>
                  <a:pt x="41" y="11"/>
                </a:lnTo>
                <a:lnTo>
                  <a:pt x="42" y="10"/>
                </a:lnTo>
                <a:lnTo>
                  <a:pt x="44" y="10"/>
                </a:lnTo>
                <a:lnTo>
                  <a:pt x="45" y="9"/>
                </a:lnTo>
                <a:lnTo>
                  <a:pt x="48" y="9"/>
                </a:lnTo>
                <a:lnTo>
                  <a:pt x="49" y="9"/>
                </a:lnTo>
                <a:lnTo>
                  <a:pt x="51" y="10"/>
                </a:lnTo>
                <a:lnTo>
                  <a:pt x="52" y="10"/>
                </a:lnTo>
                <a:lnTo>
                  <a:pt x="53" y="11"/>
                </a:lnTo>
                <a:lnTo>
                  <a:pt x="55" y="12"/>
                </a:lnTo>
                <a:lnTo>
                  <a:pt x="56" y="14"/>
                </a:lnTo>
                <a:lnTo>
                  <a:pt x="57" y="16"/>
                </a:lnTo>
                <a:lnTo>
                  <a:pt x="57" y="18"/>
                </a:lnTo>
                <a:lnTo>
                  <a:pt x="60" y="22"/>
                </a:lnTo>
                <a:lnTo>
                  <a:pt x="61" y="28"/>
                </a:lnTo>
                <a:lnTo>
                  <a:pt x="61" y="34"/>
                </a:lnTo>
                <a:lnTo>
                  <a:pt x="61" y="42"/>
                </a:lnTo>
                <a:lnTo>
                  <a:pt x="30" y="4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96" name="îsḷîḓè">
            <a:extLst>
              <a:ext uri="{FF2B5EF4-FFF2-40B4-BE49-F238E27FC236}">
                <a16:creationId xmlns:a16="http://schemas.microsoft.com/office/drawing/2014/main" id="{B9E3209C-6279-4E40-A72D-64313E88C8AC}"/>
              </a:ext>
            </a:extLst>
          </p:cNvPr>
          <p:cNvSpPr>
            <a:spLocks noGrp="1"/>
          </p:cNvSpPr>
          <p:nvPr/>
        </p:nvSpPr>
        <p:spPr>
          <a:xfrm>
            <a:off x="2566080" y="955440"/>
            <a:ext cx="39240" cy="44640"/>
          </a:xfrm>
          <a:custGeom>
            <a:avLst/>
            <a:gdLst>
              <a:gd name="textAreaLeft" fmla="*/ 0 w 39240"/>
              <a:gd name="textAreaRight" fmla="*/ 39600 w 39240"/>
              <a:gd name="textAreaTop" fmla="*/ 0 h 44640"/>
              <a:gd name="textAreaBottom" fmla="*/ 45000 h 44640"/>
              <a:gd name="GluePoint1X" fmla="*/ 32 w 91"/>
              <a:gd name="GluePoint1Y" fmla="*/ 41 h 103"/>
              <a:gd name="GluePoint2X" fmla="*/ 33 w 91"/>
              <a:gd name="GluePoint2Y" fmla="*/ 33 h 103"/>
              <a:gd name="GluePoint3X" fmla="*/ 36 w 91"/>
              <a:gd name="GluePoint3Y" fmla="*/ 26 h 103"/>
              <a:gd name="GluePoint4X" fmla="*/ 38 w 91"/>
              <a:gd name="GluePoint4Y" fmla="*/ 20 h 103"/>
              <a:gd name="GluePoint5X" fmla="*/ 42 w 91"/>
              <a:gd name="GluePoint5Y" fmla="*/ 16 h 103"/>
              <a:gd name="GluePoint6X" fmla="*/ 46 w 91"/>
              <a:gd name="GluePoint6Y" fmla="*/ 12 h 103"/>
              <a:gd name="GluePoint7X" fmla="*/ 51 w 91"/>
              <a:gd name="GluePoint7Y" fmla="*/ 10 h 103"/>
              <a:gd name="GluePoint8X" fmla="*/ 56 w 91"/>
              <a:gd name="GluePoint8Y" fmla="*/ 9 h 103"/>
              <a:gd name="GluePoint9X" fmla="*/ 64 w 91"/>
              <a:gd name="GluePoint9Y" fmla="*/ 10 h 103"/>
              <a:gd name="GluePoint10X" fmla="*/ 68 w 91"/>
              <a:gd name="GluePoint10Y" fmla="*/ 13 h 103"/>
              <a:gd name="GluePoint11X" fmla="*/ 70 w 91"/>
              <a:gd name="GluePoint11Y" fmla="*/ 15 h 103"/>
              <a:gd name="GluePoint12X" fmla="*/ 75 w 91"/>
              <a:gd name="GluePoint12Y" fmla="*/ 22 h 103"/>
              <a:gd name="GluePoint13X" fmla="*/ 78 w 91"/>
              <a:gd name="GluePoint13Y" fmla="*/ 31 h 103"/>
              <a:gd name="GluePoint14X" fmla="*/ 91 w 91"/>
              <a:gd name="GluePoint14Y" fmla="*/ 9 h 103"/>
              <a:gd name="GluePoint15X" fmla="*/ 84 w 91"/>
              <a:gd name="GluePoint15Y" fmla="*/ 5 h 103"/>
              <a:gd name="GluePoint16X" fmla="*/ 75 w 91"/>
              <a:gd name="GluePoint16Y" fmla="*/ 2 h 103"/>
              <a:gd name="GluePoint17X" fmla="*/ 65 w 91"/>
              <a:gd name="GluePoint17Y" fmla="*/ 1 h 103"/>
              <a:gd name="GluePoint18X" fmla="*/ 55 w 91"/>
              <a:gd name="GluePoint18Y" fmla="*/ 0 h 103"/>
              <a:gd name="GluePoint19X" fmla="*/ 43 w 91"/>
              <a:gd name="GluePoint19Y" fmla="*/ 2 h 103"/>
              <a:gd name="GluePoint20X" fmla="*/ 32 w 91"/>
              <a:gd name="GluePoint20Y" fmla="*/ 5 h 103"/>
              <a:gd name="GluePoint21X" fmla="*/ 23 w 91"/>
              <a:gd name="GluePoint21Y" fmla="*/ 9 h 103"/>
              <a:gd name="GluePoint22X" fmla="*/ 15 w 91"/>
              <a:gd name="GluePoint22Y" fmla="*/ 15 h 103"/>
              <a:gd name="GluePoint23X" fmla="*/ 9 w 91"/>
              <a:gd name="GluePoint23Y" fmla="*/ 22 h 103"/>
              <a:gd name="GluePoint24X" fmla="*/ 4 w 91"/>
              <a:gd name="GluePoint24Y" fmla="*/ 31 h 103"/>
              <a:gd name="GluePoint25X" fmla="*/ 1 w 91"/>
              <a:gd name="GluePoint25Y" fmla="*/ 42 h 103"/>
              <a:gd name="GluePoint26X" fmla="*/ 0 w 91"/>
              <a:gd name="GluePoint26Y" fmla="*/ 54 h 103"/>
              <a:gd name="GluePoint27X" fmla="*/ 1 w 91"/>
              <a:gd name="GluePoint27Y" fmla="*/ 65 h 103"/>
              <a:gd name="GluePoint28X" fmla="*/ 4 w 91"/>
              <a:gd name="GluePoint28Y" fmla="*/ 75 h 103"/>
              <a:gd name="GluePoint29X" fmla="*/ 8 w 91"/>
              <a:gd name="GluePoint29Y" fmla="*/ 83 h 103"/>
              <a:gd name="GluePoint30X" fmla="*/ 14 w 91"/>
              <a:gd name="GluePoint30Y" fmla="*/ 91 h 103"/>
              <a:gd name="GluePoint31X" fmla="*/ 22 w 91"/>
              <a:gd name="GluePoint31Y" fmla="*/ 96 h 103"/>
              <a:gd name="GluePoint32X" fmla="*/ 32 w 91"/>
              <a:gd name="GluePoint32Y" fmla="*/ 100 h 103"/>
              <a:gd name="GluePoint33X" fmla="*/ 42 w 91"/>
              <a:gd name="GluePoint33Y" fmla="*/ 103 h 103"/>
              <a:gd name="GluePoint34X" fmla="*/ 55 w 91"/>
              <a:gd name="GluePoint34Y" fmla="*/ 103 h 103"/>
              <a:gd name="GluePoint35X" fmla="*/ 72 w 91"/>
              <a:gd name="GluePoint35Y" fmla="*/ 102 h 103"/>
              <a:gd name="GluePoint36X" fmla="*/ 77 w 91"/>
              <a:gd name="GluePoint36Y" fmla="*/ 99 h 103"/>
              <a:gd name="GluePoint37X" fmla="*/ 83 w 91"/>
              <a:gd name="GluePoint37Y" fmla="*/ 97 h 103"/>
              <a:gd name="GluePoint38X" fmla="*/ 84 w 91"/>
              <a:gd name="GluePoint38Y" fmla="*/ 82 h 103"/>
              <a:gd name="GluePoint39X" fmla="*/ 80 w 91"/>
              <a:gd name="GluePoint39Y" fmla="*/ 86 h 103"/>
              <a:gd name="GluePoint40X" fmla="*/ 74 w 91"/>
              <a:gd name="GluePoint40Y" fmla="*/ 89 h 103"/>
              <a:gd name="GluePoint41X" fmla="*/ 68 w 91"/>
              <a:gd name="GluePoint41Y" fmla="*/ 91 h 103"/>
              <a:gd name="GluePoint42X" fmla="*/ 62 w 91"/>
              <a:gd name="GluePoint42Y" fmla="*/ 91 h 103"/>
              <a:gd name="GluePoint43X" fmla="*/ 55 w 91"/>
              <a:gd name="GluePoint43Y" fmla="*/ 91 h 103"/>
              <a:gd name="GluePoint44X" fmla="*/ 48 w 91"/>
              <a:gd name="GluePoint44Y" fmla="*/ 89 h 103"/>
              <a:gd name="GluePoint45X" fmla="*/ 43 w 91"/>
              <a:gd name="GluePoint45Y" fmla="*/ 86 h 103"/>
              <a:gd name="GluePoint46X" fmla="*/ 38 w 91"/>
              <a:gd name="GluePoint46Y" fmla="*/ 81 h 103"/>
              <a:gd name="GluePoint47X" fmla="*/ 35 w 91"/>
              <a:gd name="GluePoint47Y" fmla="*/ 75 h 103"/>
              <a:gd name="GluePoint48X" fmla="*/ 32 w 91"/>
              <a:gd name="GluePoint48Y" fmla="*/ 68 h 103"/>
              <a:gd name="GluePoint49X" fmla="*/ 31 w 91"/>
              <a:gd name="GluePoint49Y" fmla="*/ 60 h 103"/>
              <a:gd name="GluePoint50X" fmla="*/ 31 w 91"/>
              <a:gd name="GluePoint50Y" fmla="*/ 51 h 103"/>
            </a:gdLst>
            <a:ahLst/>
            <a:cxnLst/>
            <a:rect l="textAreaLeft" t="textAreaTop" r="textAreaRight" b="textAreaBottom"/>
            <a:pathLst>
              <a:path w="91" h="103">
                <a:moveTo>
                  <a:pt x="31" y="46"/>
                </a:moveTo>
                <a:lnTo>
                  <a:pt x="32" y="41"/>
                </a:lnTo>
                <a:lnTo>
                  <a:pt x="32" y="37"/>
                </a:lnTo>
                <a:lnTo>
                  <a:pt x="33" y="33"/>
                </a:lnTo>
                <a:lnTo>
                  <a:pt x="34" y="29"/>
                </a:lnTo>
                <a:lnTo>
                  <a:pt x="36" y="26"/>
                </a:lnTo>
                <a:lnTo>
                  <a:pt x="36" y="23"/>
                </a:lnTo>
                <a:lnTo>
                  <a:pt x="38" y="20"/>
                </a:lnTo>
                <a:lnTo>
                  <a:pt x="40" y="18"/>
                </a:lnTo>
                <a:lnTo>
                  <a:pt x="42" y="16"/>
                </a:lnTo>
                <a:lnTo>
                  <a:pt x="44" y="14"/>
                </a:lnTo>
                <a:lnTo>
                  <a:pt x="46" y="12"/>
                </a:lnTo>
                <a:lnTo>
                  <a:pt x="48" y="10"/>
                </a:lnTo>
                <a:lnTo>
                  <a:pt x="51" y="10"/>
                </a:lnTo>
                <a:lnTo>
                  <a:pt x="53" y="9"/>
                </a:lnTo>
                <a:lnTo>
                  <a:pt x="56" y="9"/>
                </a:lnTo>
                <a:lnTo>
                  <a:pt x="60" y="10"/>
                </a:lnTo>
                <a:lnTo>
                  <a:pt x="64" y="10"/>
                </a:lnTo>
                <a:lnTo>
                  <a:pt x="66" y="12"/>
                </a:lnTo>
                <a:lnTo>
                  <a:pt x="68" y="13"/>
                </a:lnTo>
                <a:lnTo>
                  <a:pt x="68" y="14"/>
                </a:lnTo>
                <a:lnTo>
                  <a:pt x="70" y="15"/>
                </a:lnTo>
                <a:lnTo>
                  <a:pt x="72" y="18"/>
                </a:lnTo>
                <a:lnTo>
                  <a:pt x="75" y="22"/>
                </a:lnTo>
                <a:lnTo>
                  <a:pt x="76" y="26"/>
                </a:lnTo>
                <a:lnTo>
                  <a:pt x="78" y="31"/>
                </a:lnTo>
                <a:lnTo>
                  <a:pt x="83" y="31"/>
                </a:lnTo>
                <a:lnTo>
                  <a:pt x="91" y="9"/>
                </a:lnTo>
                <a:lnTo>
                  <a:pt x="88" y="7"/>
                </a:lnTo>
                <a:lnTo>
                  <a:pt x="84" y="5"/>
                </a:lnTo>
                <a:lnTo>
                  <a:pt x="79" y="4"/>
                </a:lnTo>
                <a:lnTo>
                  <a:pt x="75" y="2"/>
                </a:lnTo>
                <a:lnTo>
                  <a:pt x="70" y="2"/>
                </a:lnTo>
                <a:lnTo>
                  <a:pt x="65" y="1"/>
                </a:lnTo>
                <a:lnTo>
                  <a:pt x="60" y="0"/>
                </a:lnTo>
                <a:lnTo>
                  <a:pt x="55" y="0"/>
                </a:lnTo>
                <a:lnTo>
                  <a:pt x="48" y="1"/>
                </a:lnTo>
                <a:lnTo>
                  <a:pt x="43" y="2"/>
                </a:lnTo>
                <a:lnTo>
                  <a:pt x="37" y="3"/>
                </a:lnTo>
                <a:lnTo>
                  <a:pt x="32" y="5"/>
                </a:lnTo>
                <a:lnTo>
                  <a:pt x="27" y="6"/>
                </a:lnTo>
                <a:lnTo>
                  <a:pt x="23" y="9"/>
                </a:lnTo>
                <a:lnTo>
                  <a:pt x="19" y="12"/>
                </a:lnTo>
                <a:lnTo>
                  <a:pt x="15" y="15"/>
                </a:lnTo>
                <a:lnTo>
                  <a:pt x="12" y="18"/>
                </a:lnTo>
                <a:lnTo>
                  <a:pt x="9" y="22"/>
                </a:lnTo>
                <a:lnTo>
                  <a:pt x="7" y="27"/>
                </a:lnTo>
                <a:lnTo>
                  <a:pt x="4" y="31"/>
                </a:lnTo>
                <a:lnTo>
                  <a:pt x="3" y="36"/>
                </a:lnTo>
                <a:lnTo>
                  <a:pt x="1" y="42"/>
                </a:lnTo>
                <a:lnTo>
                  <a:pt x="1" y="47"/>
                </a:lnTo>
                <a:lnTo>
                  <a:pt x="0" y="54"/>
                </a:lnTo>
                <a:lnTo>
                  <a:pt x="0" y="60"/>
                </a:lnTo>
                <a:lnTo>
                  <a:pt x="1" y="65"/>
                </a:lnTo>
                <a:lnTo>
                  <a:pt x="3" y="71"/>
                </a:lnTo>
                <a:lnTo>
                  <a:pt x="4" y="75"/>
                </a:lnTo>
                <a:lnTo>
                  <a:pt x="6" y="79"/>
                </a:lnTo>
                <a:lnTo>
                  <a:pt x="8" y="83"/>
                </a:lnTo>
                <a:lnTo>
                  <a:pt x="11" y="87"/>
                </a:lnTo>
                <a:lnTo>
                  <a:pt x="14" y="91"/>
                </a:lnTo>
                <a:lnTo>
                  <a:pt x="18" y="94"/>
                </a:lnTo>
                <a:lnTo>
                  <a:pt x="22" y="96"/>
                </a:lnTo>
                <a:lnTo>
                  <a:pt x="27" y="98"/>
                </a:lnTo>
                <a:lnTo>
                  <a:pt x="32" y="100"/>
                </a:lnTo>
                <a:lnTo>
                  <a:pt x="36" y="102"/>
                </a:lnTo>
                <a:lnTo>
                  <a:pt x="42" y="103"/>
                </a:lnTo>
                <a:lnTo>
                  <a:pt x="48" y="103"/>
                </a:lnTo>
                <a:lnTo>
                  <a:pt x="55" y="103"/>
                </a:lnTo>
                <a:lnTo>
                  <a:pt x="64" y="103"/>
                </a:lnTo>
                <a:lnTo>
                  <a:pt x="72" y="102"/>
                </a:lnTo>
                <a:lnTo>
                  <a:pt x="75" y="100"/>
                </a:lnTo>
                <a:lnTo>
                  <a:pt x="77" y="99"/>
                </a:lnTo>
                <a:lnTo>
                  <a:pt x="80" y="99"/>
                </a:lnTo>
                <a:lnTo>
                  <a:pt x="83" y="97"/>
                </a:lnTo>
                <a:lnTo>
                  <a:pt x="88" y="84"/>
                </a:lnTo>
                <a:lnTo>
                  <a:pt x="84" y="82"/>
                </a:lnTo>
                <a:lnTo>
                  <a:pt x="82" y="84"/>
                </a:lnTo>
                <a:lnTo>
                  <a:pt x="80" y="86"/>
                </a:lnTo>
                <a:lnTo>
                  <a:pt x="77" y="87"/>
                </a:lnTo>
                <a:lnTo>
                  <a:pt x="74" y="89"/>
                </a:lnTo>
                <a:lnTo>
                  <a:pt x="72" y="91"/>
                </a:lnTo>
                <a:lnTo>
                  <a:pt x="68" y="91"/>
                </a:lnTo>
                <a:lnTo>
                  <a:pt x="65" y="91"/>
                </a:lnTo>
                <a:lnTo>
                  <a:pt x="62" y="91"/>
                </a:lnTo>
                <a:lnTo>
                  <a:pt x="59" y="91"/>
                </a:lnTo>
                <a:lnTo>
                  <a:pt x="55" y="91"/>
                </a:lnTo>
                <a:lnTo>
                  <a:pt x="52" y="90"/>
                </a:lnTo>
                <a:lnTo>
                  <a:pt x="48" y="89"/>
                </a:lnTo>
                <a:lnTo>
                  <a:pt x="46" y="87"/>
                </a:lnTo>
                <a:lnTo>
                  <a:pt x="43" y="86"/>
                </a:lnTo>
                <a:lnTo>
                  <a:pt x="40" y="83"/>
                </a:lnTo>
                <a:lnTo>
                  <a:pt x="38" y="81"/>
                </a:lnTo>
                <a:lnTo>
                  <a:pt x="36" y="79"/>
                </a:lnTo>
                <a:lnTo>
                  <a:pt x="35" y="75"/>
                </a:lnTo>
                <a:lnTo>
                  <a:pt x="33" y="72"/>
                </a:lnTo>
                <a:lnTo>
                  <a:pt x="32" y="68"/>
                </a:lnTo>
                <a:lnTo>
                  <a:pt x="32" y="64"/>
                </a:lnTo>
                <a:lnTo>
                  <a:pt x="31" y="60"/>
                </a:lnTo>
                <a:lnTo>
                  <a:pt x="31" y="55"/>
                </a:lnTo>
                <a:lnTo>
                  <a:pt x="31" y="51"/>
                </a:lnTo>
                <a:lnTo>
                  <a:pt x="31" y="46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597" name="iṩļiḍè">
            <a:extLst>
              <a:ext uri="{FF2B5EF4-FFF2-40B4-BE49-F238E27FC236}">
                <a16:creationId xmlns:a16="http://schemas.microsoft.com/office/drawing/2014/main" id="{A17BC5AD-BA11-4667-9C53-7C823D26DA34}"/>
              </a:ext>
            </a:extLst>
          </p:cNvPr>
          <p:cNvSpPr>
            <a:spLocks noGrp="1"/>
          </p:cNvSpPr>
          <p:nvPr/>
        </p:nvSpPr>
        <p:spPr>
          <a:xfrm>
            <a:off x="2617560" y="931320"/>
            <a:ext cx="40320" cy="68040"/>
          </a:xfrm>
          <a:custGeom>
            <a:avLst/>
            <a:gdLst>
              <a:gd name="textAreaLeft" fmla="*/ 0 w 40320"/>
              <a:gd name="textAreaRight" fmla="*/ 40680 w 40320"/>
              <a:gd name="textAreaTop" fmla="*/ 0 h 68040"/>
              <a:gd name="textAreaBottom" fmla="*/ 68400 h 68040"/>
              <a:gd name="GluePoint1X" fmla="*/ 90 w 93"/>
              <a:gd name="GluePoint1Y" fmla="*/ 75 h 157"/>
              <a:gd name="GluePoint2X" fmla="*/ 88 w 93"/>
              <a:gd name="GluePoint2Y" fmla="*/ 69 h 157"/>
              <a:gd name="GluePoint3X" fmla="*/ 84 w 93"/>
              <a:gd name="GluePoint3Y" fmla="*/ 65 h 157"/>
              <a:gd name="GluePoint4X" fmla="*/ 79 w 93"/>
              <a:gd name="GluePoint4Y" fmla="*/ 61 h 157"/>
              <a:gd name="GluePoint5X" fmla="*/ 74 w 93"/>
              <a:gd name="GluePoint5Y" fmla="*/ 57 h 157"/>
              <a:gd name="GluePoint6X" fmla="*/ 66 w 93"/>
              <a:gd name="GluePoint6Y" fmla="*/ 56 h 157"/>
              <a:gd name="GluePoint7X" fmla="*/ 59 w 93"/>
              <a:gd name="GluePoint7Y" fmla="*/ 55 h 157"/>
              <a:gd name="GluePoint8X" fmla="*/ 51 w 93"/>
              <a:gd name="GluePoint8Y" fmla="*/ 56 h 157"/>
              <a:gd name="GluePoint9X" fmla="*/ 43 w 93"/>
              <a:gd name="GluePoint9Y" fmla="*/ 60 h 157"/>
              <a:gd name="GluePoint10X" fmla="*/ 36 w 93"/>
              <a:gd name="GluePoint10Y" fmla="*/ 65 h 157"/>
              <a:gd name="GluePoint11X" fmla="*/ 29 w 93"/>
              <a:gd name="GluePoint11Y" fmla="*/ 71 h 157"/>
              <a:gd name="GluePoint12X" fmla="*/ 26 w 93"/>
              <a:gd name="GluePoint12Y" fmla="*/ 0 h 157"/>
              <a:gd name="GluePoint13X" fmla="*/ 18 w 93"/>
              <a:gd name="GluePoint13Y" fmla="*/ 1 h 157"/>
              <a:gd name="GluePoint14X" fmla="*/ 13 w 93"/>
              <a:gd name="GluePoint14Y" fmla="*/ 1 h 157"/>
              <a:gd name="GluePoint15X" fmla="*/ 9 w 93"/>
              <a:gd name="GluePoint15Y" fmla="*/ 1 h 157"/>
              <a:gd name="GluePoint16X" fmla="*/ 3 w 93"/>
              <a:gd name="GluePoint16Y" fmla="*/ 0 h 157"/>
              <a:gd name="GluePoint17X" fmla="*/ 0 w 93"/>
              <a:gd name="GluePoint17Y" fmla="*/ 157 h 157"/>
              <a:gd name="GluePoint18X" fmla="*/ 7 w 93"/>
              <a:gd name="GluePoint18Y" fmla="*/ 157 h 157"/>
              <a:gd name="GluePoint19X" fmla="*/ 14 w 93"/>
              <a:gd name="GluePoint19Y" fmla="*/ 157 h 157"/>
              <a:gd name="GluePoint20X" fmla="*/ 22 w 93"/>
              <a:gd name="GluePoint20Y" fmla="*/ 157 h 157"/>
              <a:gd name="GluePoint21X" fmla="*/ 29 w 93"/>
              <a:gd name="GluePoint21Y" fmla="*/ 157 h 157"/>
              <a:gd name="GluePoint22X" fmla="*/ 28 w 93"/>
              <a:gd name="GluePoint22Y" fmla="*/ 106 h 157"/>
              <a:gd name="GluePoint23X" fmla="*/ 28 w 93"/>
              <a:gd name="GluePoint23Y" fmla="*/ 97 h 157"/>
              <a:gd name="GluePoint24X" fmla="*/ 30 w 93"/>
              <a:gd name="GluePoint24Y" fmla="*/ 89 h 157"/>
              <a:gd name="GluePoint25X" fmla="*/ 31 w 93"/>
              <a:gd name="GluePoint25Y" fmla="*/ 84 h 157"/>
              <a:gd name="GluePoint26X" fmla="*/ 34 w 93"/>
              <a:gd name="GluePoint26Y" fmla="*/ 79 h 157"/>
              <a:gd name="GluePoint27X" fmla="*/ 36 w 93"/>
              <a:gd name="GluePoint27Y" fmla="*/ 76 h 157"/>
              <a:gd name="GluePoint28X" fmla="*/ 40 w 93"/>
              <a:gd name="GluePoint28Y" fmla="*/ 73 h 157"/>
              <a:gd name="GluePoint29X" fmla="*/ 45 w 93"/>
              <a:gd name="GluePoint29Y" fmla="*/ 73 h 157"/>
              <a:gd name="GluePoint30X" fmla="*/ 50 w 93"/>
              <a:gd name="GluePoint30Y" fmla="*/ 72 h 157"/>
              <a:gd name="GluePoint31X" fmla="*/ 54 w 93"/>
              <a:gd name="GluePoint31Y" fmla="*/ 73 h 157"/>
              <a:gd name="GluePoint32X" fmla="*/ 57 w 93"/>
              <a:gd name="GluePoint32Y" fmla="*/ 75 h 157"/>
              <a:gd name="GluePoint33X" fmla="*/ 59 w 93"/>
              <a:gd name="GluePoint33Y" fmla="*/ 78 h 157"/>
              <a:gd name="GluePoint34X" fmla="*/ 62 w 93"/>
              <a:gd name="GluePoint34Y" fmla="*/ 82 h 157"/>
              <a:gd name="GluePoint35X" fmla="*/ 63 w 93"/>
              <a:gd name="GluePoint35Y" fmla="*/ 88 h 157"/>
              <a:gd name="GluePoint36X" fmla="*/ 64 w 93"/>
              <a:gd name="GluePoint36Y" fmla="*/ 98 h 157"/>
              <a:gd name="GluePoint37X" fmla="*/ 65 w 93"/>
              <a:gd name="GluePoint37Y" fmla="*/ 157 h 157"/>
              <a:gd name="GluePoint38X" fmla="*/ 71 w 93"/>
              <a:gd name="GluePoint38Y" fmla="*/ 157 h 157"/>
              <a:gd name="GluePoint39X" fmla="*/ 78 w 93"/>
              <a:gd name="GluePoint39Y" fmla="*/ 157 h 157"/>
              <a:gd name="GluePoint40X" fmla="*/ 86 w 93"/>
              <a:gd name="GluePoint40Y" fmla="*/ 157 h 157"/>
              <a:gd name="GluePoint41X" fmla="*/ 93 w 93"/>
              <a:gd name="GluePoint41Y" fmla="*/ 157 h 157"/>
              <a:gd name="GluePoint42X" fmla="*/ 93 w 93"/>
              <a:gd name="GluePoint42Y" fmla="*/ 86 h 157"/>
              <a:gd name="GluePoint43X" fmla="*/ 92 w 93"/>
              <a:gd name="GluePoint43Y" fmla="*/ 79 h 157"/>
            </a:gdLst>
            <a:ahLst/>
            <a:cxnLst/>
            <a:rect l="textAreaLeft" t="textAreaTop" r="textAreaRight" b="textAreaBottom"/>
            <a:pathLst>
              <a:path w="93" h="157">
                <a:moveTo>
                  <a:pt x="92" y="79"/>
                </a:moveTo>
                <a:lnTo>
                  <a:pt x="90" y="75"/>
                </a:lnTo>
                <a:lnTo>
                  <a:pt x="90" y="73"/>
                </a:lnTo>
                <a:lnTo>
                  <a:pt x="88" y="69"/>
                </a:lnTo>
                <a:lnTo>
                  <a:pt x="86" y="67"/>
                </a:lnTo>
                <a:lnTo>
                  <a:pt x="84" y="65"/>
                </a:lnTo>
                <a:lnTo>
                  <a:pt x="82" y="62"/>
                </a:lnTo>
                <a:lnTo>
                  <a:pt x="79" y="61"/>
                </a:lnTo>
                <a:lnTo>
                  <a:pt x="76" y="59"/>
                </a:lnTo>
                <a:lnTo>
                  <a:pt x="74" y="57"/>
                </a:lnTo>
                <a:lnTo>
                  <a:pt x="70" y="56"/>
                </a:lnTo>
                <a:lnTo>
                  <a:pt x="66" y="56"/>
                </a:lnTo>
                <a:lnTo>
                  <a:pt x="63" y="55"/>
                </a:lnTo>
                <a:lnTo>
                  <a:pt x="59" y="55"/>
                </a:lnTo>
                <a:lnTo>
                  <a:pt x="55" y="55"/>
                </a:lnTo>
                <a:lnTo>
                  <a:pt x="51" y="56"/>
                </a:lnTo>
                <a:lnTo>
                  <a:pt x="47" y="57"/>
                </a:lnTo>
                <a:lnTo>
                  <a:pt x="43" y="60"/>
                </a:lnTo>
                <a:lnTo>
                  <a:pt x="40" y="61"/>
                </a:lnTo>
                <a:lnTo>
                  <a:pt x="36" y="65"/>
                </a:lnTo>
                <a:lnTo>
                  <a:pt x="32" y="68"/>
                </a:lnTo>
                <a:lnTo>
                  <a:pt x="29" y="71"/>
                </a:lnTo>
                <a:lnTo>
                  <a:pt x="29" y="0"/>
                </a:lnTo>
                <a:lnTo>
                  <a:pt x="26" y="0"/>
                </a:lnTo>
                <a:lnTo>
                  <a:pt x="22" y="1"/>
                </a:lnTo>
                <a:lnTo>
                  <a:pt x="18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8" y="157"/>
                </a:lnTo>
                <a:lnTo>
                  <a:pt x="22" y="157"/>
                </a:lnTo>
                <a:lnTo>
                  <a:pt x="25" y="157"/>
                </a:lnTo>
                <a:lnTo>
                  <a:pt x="29" y="157"/>
                </a:lnTo>
                <a:lnTo>
                  <a:pt x="29" y="110"/>
                </a:lnTo>
                <a:lnTo>
                  <a:pt x="28" y="106"/>
                </a:lnTo>
                <a:lnTo>
                  <a:pt x="28" y="101"/>
                </a:lnTo>
                <a:lnTo>
                  <a:pt x="28" y="97"/>
                </a:lnTo>
                <a:lnTo>
                  <a:pt x="29" y="93"/>
                </a:lnTo>
                <a:lnTo>
                  <a:pt x="30" y="89"/>
                </a:lnTo>
                <a:lnTo>
                  <a:pt x="30" y="87"/>
                </a:lnTo>
                <a:lnTo>
                  <a:pt x="31" y="84"/>
                </a:lnTo>
                <a:lnTo>
                  <a:pt x="32" y="81"/>
                </a:lnTo>
                <a:lnTo>
                  <a:pt x="34" y="79"/>
                </a:lnTo>
                <a:lnTo>
                  <a:pt x="34" y="77"/>
                </a:lnTo>
                <a:lnTo>
                  <a:pt x="36" y="76"/>
                </a:lnTo>
                <a:lnTo>
                  <a:pt x="38" y="74"/>
                </a:lnTo>
                <a:lnTo>
                  <a:pt x="40" y="73"/>
                </a:lnTo>
                <a:lnTo>
                  <a:pt x="42" y="73"/>
                </a:lnTo>
                <a:lnTo>
                  <a:pt x="45" y="73"/>
                </a:lnTo>
                <a:lnTo>
                  <a:pt x="47" y="72"/>
                </a:lnTo>
                <a:lnTo>
                  <a:pt x="50" y="72"/>
                </a:lnTo>
                <a:lnTo>
                  <a:pt x="51" y="73"/>
                </a:lnTo>
                <a:lnTo>
                  <a:pt x="54" y="73"/>
                </a:lnTo>
                <a:lnTo>
                  <a:pt x="55" y="74"/>
                </a:lnTo>
                <a:lnTo>
                  <a:pt x="57" y="75"/>
                </a:lnTo>
                <a:lnTo>
                  <a:pt x="58" y="77"/>
                </a:lnTo>
                <a:lnTo>
                  <a:pt x="59" y="78"/>
                </a:lnTo>
                <a:lnTo>
                  <a:pt x="61" y="81"/>
                </a:lnTo>
                <a:lnTo>
                  <a:pt x="62" y="82"/>
                </a:lnTo>
                <a:lnTo>
                  <a:pt x="62" y="85"/>
                </a:lnTo>
                <a:lnTo>
                  <a:pt x="63" y="88"/>
                </a:lnTo>
                <a:lnTo>
                  <a:pt x="63" y="91"/>
                </a:lnTo>
                <a:lnTo>
                  <a:pt x="64" y="98"/>
                </a:lnTo>
                <a:lnTo>
                  <a:pt x="65" y="106"/>
                </a:lnTo>
                <a:lnTo>
                  <a:pt x="65" y="157"/>
                </a:lnTo>
                <a:lnTo>
                  <a:pt x="68" y="157"/>
                </a:lnTo>
                <a:lnTo>
                  <a:pt x="71" y="157"/>
                </a:lnTo>
                <a:lnTo>
                  <a:pt x="74" y="157"/>
                </a:lnTo>
                <a:lnTo>
                  <a:pt x="78" y="157"/>
                </a:lnTo>
                <a:lnTo>
                  <a:pt x="82" y="157"/>
                </a:lnTo>
                <a:lnTo>
                  <a:pt x="86" y="157"/>
                </a:lnTo>
                <a:lnTo>
                  <a:pt x="89" y="157"/>
                </a:lnTo>
                <a:lnTo>
                  <a:pt x="93" y="157"/>
                </a:lnTo>
                <a:lnTo>
                  <a:pt x="93" y="91"/>
                </a:lnTo>
                <a:lnTo>
                  <a:pt x="93" y="86"/>
                </a:lnTo>
                <a:lnTo>
                  <a:pt x="93" y="82"/>
                </a:lnTo>
                <a:lnTo>
                  <a:pt x="92" y="79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598" name="íSļiḓê">
            <a:extLst>
              <a:ext uri="{FF2B5EF4-FFF2-40B4-BE49-F238E27FC236}">
                <a16:creationId xmlns:a16="http://schemas.microsoft.com/office/drawing/2014/main" id="{7F3ACCC5-1A76-49A6-A5D6-418A63AA5189}"/>
              </a:ext>
            </a:extLst>
          </p:cNvPr>
          <p:cNvSpPr>
            <a:spLocks noGrp="1"/>
          </p:cNvSpPr>
          <p:nvPr/>
        </p:nvSpPr>
        <p:spPr>
          <a:xfrm>
            <a:off x="2673000" y="955440"/>
            <a:ext cx="40320" cy="44280"/>
          </a:xfrm>
          <a:custGeom>
            <a:avLst/>
            <a:gdLst>
              <a:gd name="textAreaLeft" fmla="*/ 0 w 40320"/>
              <a:gd name="textAreaRight" fmla="*/ 40680 w 40320"/>
              <a:gd name="textAreaTop" fmla="*/ 0 h 44280"/>
              <a:gd name="textAreaBottom" fmla="*/ 44640 h 44280"/>
              <a:gd name="GluePoint1X" fmla="*/ 91 w 93"/>
              <a:gd name="GluePoint1Y" fmla="*/ 23 h 102"/>
              <a:gd name="GluePoint2X" fmla="*/ 89 w 93"/>
              <a:gd name="GluePoint2Y" fmla="*/ 16 h 102"/>
              <a:gd name="GluePoint3X" fmla="*/ 86 w 93"/>
              <a:gd name="GluePoint3Y" fmla="*/ 10 h 102"/>
              <a:gd name="GluePoint4X" fmla="*/ 81 w 93"/>
              <a:gd name="GluePoint4Y" fmla="*/ 6 h 102"/>
              <a:gd name="GluePoint5X" fmla="*/ 75 w 93"/>
              <a:gd name="GluePoint5Y" fmla="*/ 2 h 102"/>
              <a:gd name="GluePoint6X" fmla="*/ 68 w 93"/>
              <a:gd name="GluePoint6Y" fmla="*/ 1 h 102"/>
              <a:gd name="GluePoint7X" fmla="*/ 61 w 93"/>
              <a:gd name="GluePoint7Y" fmla="*/ 0 h 102"/>
              <a:gd name="GluePoint8X" fmla="*/ 51 w 93"/>
              <a:gd name="GluePoint8Y" fmla="*/ 1 h 102"/>
              <a:gd name="GluePoint9X" fmla="*/ 43 w 93"/>
              <a:gd name="GluePoint9Y" fmla="*/ 5 h 102"/>
              <a:gd name="GluePoint10X" fmla="*/ 35 w 93"/>
              <a:gd name="GluePoint10Y" fmla="*/ 10 h 102"/>
              <a:gd name="GluePoint11X" fmla="*/ 28 w 93"/>
              <a:gd name="GluePoint11Y" fmla="*/ 17 h 102"/>
              <a:gd name="GluePoint12X" fmla="*/ 24 w 93"/>
              <a:gd name="GluePoint12Y" fmla="*/ 2 h 102"/>
              <a:gd name="GluePoint13X" fmla="*/ 17 w 93"/>
              <a:gd name="GluePoint13Y" fmla="*/ 2 h 102"/>
              <a:gd name="GluePoint14X" fmla="*/ 11 w 93"/>
              <a:gd name="GluePoint14Y" fmla="*/ 2 h 102"/>
              <a:gd name="GluePoint15X" fmla="*/ 3 w 93"/>
              <a:gd name="GluePoint15Y" fmla="*/ 2 h 102"/>
              <a:gd name="GluePoint16X" fmla="*/ 0 w 93"/>
              <a:gd name="GluePoint16Y" fmla="*/ 102 h 102"/>
              <a:gd name="GluePoint17X" fmla="*/ 7 w 93"/>
              <a:gd name="GluePoint17Y" fmla="*/ 102 h 102"/>
              <a:gd name="GluePoint18X" fmla="*/ 15 w 93"/>
              <a:gd name="GluePoint18Y" fmla="*/ 102 h 102"/>
              <a:gd name="GluePoint19X" fmla="*/ 22 w 93"/>
              <a:gd name="GluePoint19Y" fmla="*/ 102 h 102"/>
              <a:gd name="GluePoint20X" fmla="*/ 29 w 93"/>
              <a:gd name="GluePoint20Y" fmla="*/ 102 h 102"/>
              <a:gd name="GluePoint21X" fmla="*/ 28 w 93"/>
              <a:gd name="GluePoint21Y" fmla="*/ 51 h 102"/>
              <a:gd name="GluePoint22X" fmla="*/ 29 w 93"/>
              <a:gd name="GluePoint22Y" fmla="*/ 42 h 102"/>
              <a:gd name="GluePoint23X" fmla="*/ 30 w 93"/>
              <a:gd name="GluePoint23Y" fmla="*/ 34 h 102"/>
              <a:gd name="GluePoint24X" fmla="*/ 31 w 93"/>
              <a:gd name="GluePoint24Y" fmla="*/ 29 h 102"/>
              <a:gd name="GluePoint25X" fmla="*/ 34 w 93"/>
              <a:gd name="GluePoint25Y" fmla="*/ 24 h 102"/>
              <a:gd name="GluePoint26X" fmla="*/ 37 w 93"/>
              <a:gd name="GluePoint26Y" fmla="*/ 21 h 102"/>
              <a:gd name="GluePoint27X" fmla="*/ 41 w 93"/>
              <a:gd name="GluePoint27Y" fmla="*/ 18 h 102"/>
              <a:gd name="GluePoint28X" fmla="*/ 45 w 93"/>
              <a:gd name="GluePoint28Y" fmla="*/ 18 h 102"/>
              <a:gd name="GluePoint29X" fmla="*/ 50 w 93"/>
              <a:gd name="GluePoint29Y" fmla="*/ 17 h 102"/>
              <a:gd name="GluePoint30X" fmla="*/ 54 w 93"/>
              <a:gd name="GluePoint30Y" fmla="*/ 18 h 102"/>
              <a:gd name="GluePoint31X" fmla="*/ 57 w 93"/>
              <a:gd name="GluePoint31Y" fmla="*/ 20 h 102"/>
              <a:gd name="GluePoint32X" fmla="*/ 60 w 93"/>
              <a:gd name="GluePoint32Y" fmla="*/ 23 h 102"/>
              <a:gd name="GluePoint33X" fmla="*/ 62 w 93"/>
              <a:gd name="GluePoint33Y" fmla="*/ 27 h 102"/>
              <a:gd name="GluePoint34X" fmla="*/ 63 w 93"/>
              <a:gd name="GluePoint34Y" fmla="*/ 33 h 102"/>
              <a:gd name="GluePoint35X" fmla="*/ 65 w 93"/>
              <a:gd name="GluePoint35Y" fmla="*/ 43 h 102"/>
              <a:gd name="GluePoint36X" fmla="*/ 65 w 93"/>
              <a:gd name="GluePoint36Y" fmla="*/ 102 h 102"/>
              <a:gd name="GluePoint37X" fmla="*/ 71 w 93"/>
              <a:gd name="GluePoint37Y" fmla="*/ 102 h 102"/>
              <a:gd name="GluePoint38X" fmla="*/ 79 w 93"/>
              <a:gd name="GluePoint38Y" fmla="*/ 102 h 102"/>
              <a:gd name="GluePoint39X" fmla="*/ 86 w 93"/>
              <a:gd name="GluePoint39Y" fmla="*/ 102 h 102"/>
              <a:gd name="GluePoint40X" fmla="*/ 93 w 93"/>
              <a:gd name="GluePoint40Y" fmla="*/ 102 h 102"/>
              <a:gd name="GluePoint41X" fmla="*/ 93 w 93"/>
              <a:gd name="GluePoint41Y" fmla="*/ 36 h 102"/>
              <a:gd name="GluePoint42X" fmla="*/ 92 w 93"/>
              <a:gd name="GluePoint42Y" fmla="*/ 27 h 102"/>
            </a:gdLst>
            <a:ahLst/>
            <a:cxnLst/>
            <a:rect l="textAreaLeft" t="textAreaTop" r="textAreaRight" b="textAreaBottom"/>
            <a:pathLst>
              <a:path w="93" h="102">
                <a:moveTo>
                  <a:pt x="92" y="27"/>
                </a:moveTo>
                <a:lnTo>
                  <a:pt x="91" y="23"/>
                </a:lnTo>
                <a:lnTo>
                  <a:pt x="91" y="20"/>
                </a:lnTo>
                <a:lnTo>
                  <a:pt x="89" y="16"/>
                </a:lnTo>
                <a:lnTo>
                  <a:pt x="87" y="13"/>
                </a:lnTo>
                <a:lnTo>
                  <a:pt x="86" y="10"/>
                </a:lnTo>
                <a:lnTo>
                  <a:pt x="83" y="8"/>
                </a:lnTo>
                <a:lnTo>
                  <a:pt x="81" y="6"/>
                </a:lnTo>
                <a:lnTo>
                  <a:pt x="79" y="4"/>
                </a:lnTo>
                <a:lnTo>
                  <a:pt x="75" y="2"/>
                </a:lnTo>
                <a:lnTo>
                  <a:pt x="72" y="2"/>
                </a:lnTo>
                <a:lnTo>
                  <a:pt x="68" y="1"/>
                </a:lnTo>
                <a:lnTo>
                  <a:pt x="65" y="0"/>
                </a:lnTo>
                <a:lnTo>
                  <a:pt x="61" y="0"/>
                </a:lnTo>
                <a:lnTo>
                  <a:pt x="56" y="0"/>
                </a:lnTo>
                <a:lnTo>
                  <a:pt x="51" y="1"/>
                </a:lnTo>
                <a:lnTo>
                  <a:pt x="47" y="3"/>
                </a:lnTo>
                <a:lnTo>
                  <a:pt x="43" y="5"/>
                </a:lnTo>
                <a:lnTo>
                  <a:pt x="39" y="7"/>
                </a:lnTo>
                <a:lnTo>
                  <a:pt x="35" y="10"/>
                </a:lnTo>
                <a:lnTo>
                  <a:pt x="31" y="14"/>
                </a:lnTo>
                <a:lnTo>
                  <a:pt x="28" y="17"/>
                </a:lnTo>
                <a:lnTo>
                  <a:pt x="28" y="2"/>
                </a:lnTo>
                <a:lnTo>
                  <a:pt x="24" y="2"/>
                </a:lnTo>
                <a:lnTo>
                  <a:pt x="21" y="2"/>
                </a:lnTo>
                <a:lnTo>
                  <a:pt x="17" y="2"/>
                </a:lnTo>
                <a:lnTo>
                  <a:pt x="14" y="2"/>
                </a:lnTo>
                <a:lnTo>
                  <a:pt x="11" y="2"/>
                </a:lnTo>
                <a:lnTo>
                  <a:pt x="7" y="2"/>
                </a:lnTo>
                <a:lnTo>
                  <a:pt x="3" y="2"/>
                </a:lnTo>
                <a:lnTo>
                  <a:pt x="0" y="2"/>
                </a:lnTo>
                <a:lnTo>
                  <a:pt x="0" y="102"/>
                </a:lnTo>
                <a:lnTo>
                  <a:pt x="4" y="102"/>
                </a:lnTo>
                <a:lnTo>
                  <a:pt x="7" y="102"/>
                </a:lnTo>
                <a:lnTo>
                  <a:pt x="11" y="102"/>
                </a:lnTo>
                <a:lnTo>
                  <a:pt x="15" y="102"/>
                </a:lnTo>
                <a:lnTo>
                  <a:pt x="19" y="102"/>
                </a:lnTo>
                <a:lnTo>
                  <a:pt x="22" y="102"/>
                </a:lnTo>
                <a:lnTo>
                  <a:pt x="26" y="102"/>
                </a:lnTo>
                <a:lnTo>
                  <a:pt x="29" y="102"/>
                </a:lnTo>
                <a:lnTo>
                  <a:pt x="29" y="55"/>
                </a:lnTo>
                <a:lnTo>
                  <a:pt x="28" y="51"/>
                </a:lnTo>
                <a:lnTo>
                  <a:pt x="29" y="46"/>
                </a:lnTo>
                <a:lnTo>
                  <a:pt x="29" y="42"/>
                </a:lnTo>
                <a:lnTo>
                  <a:pt x="29" y="38"/>
                </a:lnTo>
                <a:lnTo>
                  <a:pt x="30" y="34"/>
                </a:lnTo>
                <a:lnTo>
                  <a:pt x="31" y="32"/>
                </a:lnTo>
                <a:lnTo>
                  <a:pt x="31" y="29"/>
                </a:lnTo>
                <a:lnTo>
                  <a:pt x="33" y="26"/>
                </a:lnTo>
                <a:lnTo>
                  <a:pt x="34" y="24"/>
                </a:lnTo>
                <a:lnTo>
                  <a:pt x="35" y="22"/>
                </a:lnTo>
                <a:lnTo>
                  <a:pt x="37" y="21"/>
                </a:lnTo>
                <a:lnTo>
                  <a:pt x="39" y="19"/>
                </a:lnTo>
                <a:lnTo>
                  <a:pt x="41" y="18"/>
                </a:lnTo>
                <a:lnTo>
                  <a:pt x="43" y="18"/>
                </a:lnTo>
                <a:lnTo>
                  <a:pt x="45" y="18"/>
                </a:lnTo>
                <a:lnTo>
                  <a:pt x="47" y="17"/>
                </a:lnTo>
                <a:lnTo>
                  <a:pt x="50" y="17"/>
                </a:lnTo>
                <a:lnTo>
                  <a:pt x="52" y="18"/>
                </a:lnTo>
                <a:lnTo>
                  <a:pt x="54" y="18"/>
                </a:lnTo>
                <a:lnTo>
                  <a:pt x="55" y="19"/>
                </a:lnTo>
                <a:lnTo>
                  <a:pt x="57" y="20"/>
                </a:lnTo>
                <a:lnTo>
                  <a:pt x="59" y="22"/>
                </a:lnTo>
                <a:lnTo>
                  <a:pt x="60" y="23"/>
                </a:lnTo>
                <a:lnTo>
                  <a:pt x="61" y="26"/>
                </a:lnTo>
                <a:lnTo>
                  <a:pt x="62" y="27"/>
                </a:lnTo>
                <a:lnTo>
                  <a:pt x="63" y="30"/>
                </a:lnTo>
                <a:lnTo>
                  <a:pt x="63" y="33"/>
                </a:lnTo>
                <a:lnTo>
                  <a:pt x="64" y="36"/>
                </a:lnTo>
                <a:lnTo>
                  <a:pt x="65" y="43"/>
                </a:lnTo>
                <a:lnTo>
                  <a:pt x="65" y="51"/>
                </a:lnTo>
                <a:lnTo>
                  <a:pt x="65" y="102"/>
                </a:lnTo>
                <a:lnTo>
                  <a:pt x="68" y="102"/>
                </a:lnTo>
                <a:lnTo>
                  <a:pt x="71" y="102"/>
                </a:lnTo>
                <a:lnTo>
                  <a:pt x="75" y="102"/>
                </a:lnTo>
                <a:lnTo>
                  <a:pt x="79" y="102"/>
                </a:lnTo>
                <a:lnTo>
                  <a:pt x="83" y="102"/>
                </a:lnTo>
                <a:lnTo>
                  <a:pt x="86" y="102"/>
                </a:lnTo>
                <a:lnTo>
                  <a:pt x="90" y="102"/>
                </a:lnTo>
                <a:lnTo>
                  <a:pt x="93" y="102"/>
                </a:lnTo>
                <a:lnTo>
                  <a:pt x="93" y="42"/>
                </a:lnTo>
                <a:lnTo>
                  <a:pt x="93" y="36"/>
                </a:lnTo>
                <a:lnTo>
                  <a:pt x="93" y="32"/>
                </a:lnTo>
                <a:lnTo>
                  <a:pt x="92" y="27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60" rIns="90000" bIns="-360" anchor="ctr">
            <a:noAutofit/>
          </a:bodyPr>
          <a:lstStyle/>
          <a:p>
            <a:endParaRPr/>
          </a:p>
        </p:txBody>
      </p:sp>
      <p:sp>
        <p:nvSpPr>
          <p:cNvPr id="599" name="iṧļïḑe">
            <a:extLst>
              <a:ext uri="{FF2B5EF4-FFF2-40B4-BE49-F238E27FC236}">
                <a16:creationId xmlns:a16="http://schemas.microsoft.com/office/drawing/2014/main" id="{68D290B8-55F4-4428-BF35-F2DF54510A0F}"/>
              </a:ext>
            </a:extLst>
          </p:cNvPr>
          <p:cNvSpPr>
            <a:spLocks noGrp="1"/>
          </p:cNvSpPr>
          <p:nvPr/>
        </p:nvSpPr>
        <p:spPr>
          <a:xfrm>
            <a:off x="2727360" y="955440"/>
            <a:ext cx="44280" cy="44640"/>
          </a:xfrm>
          <a:custGeom>
            <a:avLst/>
            <a:gdLst>
              <a:gd name="textAreaLeft" fmla="*/ 0 w 44280"/>
              <a:gd name="textAreaRight" fmla="*/ 44640 w 44280"/>
              <a:gd name="textAreaTop" fmla="*/ 0 h 44640"/>
              <a:gd name="textAreaBottom" fmla="*/ 45000 h 44640"/>
              <a:gd name="GluePoint1X" fmla="*/ 100 w 102"/>
              <a:gd name="GluePoint1Y" fmla="*/ 34 h 103"/>
              <a:gd name="GluePoint2X" fmla="*/ 96 w 102"/>
              <a:gd name="GluePoint2Y" fmla="*/ 25 h 103"/>
              <a:gd name="GluePoint3X" fmla="*/ 91 w 102"/>
              <a:gd name="GluePoint3Y" fmla="*/ 17 h 103"/>
              <a:gd name="GluePoint4X" fmla="*/ 84 w 102"/>
              <a:gd name="GluePoint4Y" fmla="*/ 10 h 103"/>
              <a:gd name="GluePoint5X" fmla="*/ 76 w 102"/>
              <a:gd name="GluePoint5Y" fmla="*/ 6 h 103"/>
              <a:gd name="GluePoint6X" fmla="*/ 67 w 102"/>
              <a:gd name="GluePoint6Y" fmla="*/ 2 h 103"/>
              <a:gd name="GluePoint7X" fmla="*/ 56 w 102"/>
              <a:gd name="GluePoint7Y" fmla="*/ 1 h 103"/>
              <a:gd name="GluePoint8X" fmla="*/ 44 w 102"/>
              <a:gd name="GluePoint8Y" fmla="*/ 1 h 103"/>
              <a:gd name="GluePoint9X" fmla="*/ 33 w 102"/>
              <a:gd name="GluePoint9Y" fmla="*/ 2 h 103"/>
              <a:gd name="GluePoint10X" fmla="*/ 24 w 102"/>
              <a:gd name="GluePoint10Y" fmla="*/ 6 h 103"/>
              <a:gd name="GluePoint11X" fmla="*/ 16 w 102"/>
              <a:gd name="GluePoint11Y" fmla="*/ 12 h 103"/>
              <a:gd name="GluePoint12X" fmla="*/ 10 w 102"/>
              <a:gd name="GluePoint12Y" fmla="*/ 18 h 103"/>
              <a:gd name="GluePoint13X" fmla="*/ 5 w 102"/>
              <a:gd name="GluePoint13Y" fmla="*/ 27 h 103"/>
              <a:gd name="GluePoint14X" fmla="*/ 1 w 102"/>
              <a:gd name="GluePoint14Y" fmla="*/ 37 h 103"/>
              <a:gd name="GluePoint15X" fmla="*/ 0 w 102"/>
              <a:gd name="GluePoint15Y" fmla="*/ 48 h 103"/>
              <a:gd name="GluePoint16X" fmla="*/ 0 w 102"/>
              <a:gd name="GluePoint16Y" fmla="*/ 61 h 103"/>
              <a:gd name="GluePoint17X" fmla="*/ 1 w 102"/>
              <a:gd name="GluePoint17Y" fmla="*/ 71 h 103"/>
              <a:gd name="GluePoint18X" fmla="*/ 5 w 102"/>
              <a:gd name="GluePoint18Y" fmla="*/ 80 h 103"/>
              <a:gd name="GluePoint19X" fmla="*/ 10 w 102"/>
              <a:gd name="GluePoint19Y" fmla="*/ 87 h 103"/>
              <a:gd name="GluePoint20X" fmla="*/ 16 w 102"/>
              <a:gd name="GluePoint20Y" fmla="*/ 94 h 103"/>
              <a:gd name="GluePoint21X" fmla="*/ 24 w 102"/>
              <a:gd name="GluePoint21Y" fmla="*/ 98 h 103"/>
              <a:gd name="GluePoint22X" fmla="*/ 33 w 102"/>
              <a:gd name="GluePoint22Y" fmla="*/ 102 h 103"/>
              <a:gd name="GluePoint23X" fmla="*/ 44 w 102"/>
              <a:gd name="GluePoint23Y" fmla="*/ 103 h 103"/>
              <a:gd name="GluePoint24X" fmla="*/ 56 w 102"/>
              <a:gd name="GluePoint24Y" fmla="*/ 103 h 103"/>
              <a:gd name="GluePoint25X" fmla="*/ 67 w 102"/>
              <a:gd name="GluePoint25Y" fmla="*/ 102 h 103"/>
              <a:gd name="GluePoint26X" fmla="*/ 76 w 102"/>
              <a:gd name="GluePoint26Y" fmla="*/ 98 h 103"/>
              <a:gd name="GluePoint27X" fmla="*/ 84 w 102"/>
              <a:gd name="GluePoint27Y" fmla="*/ 92 h 103"/>
              <a:gd name="GluePoint28X" fmla="*/ 91 w 102"/>
              <a:gd name="GluePoint28Y" fmla="*/ 86 h 103"/>
              <a:gd name="GluePoint29X" fmla="*/ 96 w 102"/>
              <a:gd name="GluePoint29Y" fmla="*/ 78 h 103"/>
              <a:gd name="GluePoint30X" fmla="*/ 100 w 102"/>
              <a:gd name="GluePoint30Y" fmla="*/ 68 h 103"/>
              <a:gd name="GluePoint31X" fmla="*/ 101 w 102"/>
              <a:gd name="GluePoint31Y" fmla="*/ 56 h 103"/>
              <a:gd name="GluePoint32X" fmla="*/ 101 w 102"/>
              <a:gd name="GluePoint32Y" fmla="*/ 44 h 103"/>
              <a:gd name="GluePoint33X" fmla="*/ 70 w 102"/>
              <a:gd name="GluePoint33Y" fmla="*/ 58 h 103"/>
              <a:gd name="GluePoint34X" fmla="*/ 68 w 102"/>
              <a:gd name="GluePoint34Y" fmla="*/ 72 h 103"/>
              <a:gd name="GluePoint35X" fmla="*/ 66 w 102"/>
              <a:gd name="GluePoint35Y" fmla="*/ 79 h 103"/>
              <a:gd name="GluePoint36X" fmla="*/ 64 w 102"/>
              <a:gd name="GluePoint36Y" fmla="*/ 86 h 103"/>
              <a:gd name="GluePoint37X" fmla="*/ 60 w 102"/>
              <a:gd name="GluePoint37Y" fmla="*/ 91 h 103"/>
              <a:gd name="GluePoint38X" fmla="*/ 56 w 102"/>
              <a:gd name="GluePoint38Y" fmla="*/ 94 h 103"/>
              <a:gd name="GluePoint39X" fmla="*/ 53 w 102"/>
              <a:gd name="GluePoint39Y" fmla="*/ 95 h 103"/>
              <a:gd name="GluePoint40X" fmla="*/ 48 w 102"/>
              <a:gd name="GluePoint40Y" fmla="*/ 95 h 103"/>
              <a:gd name="GluePoint41X" fmla="*/ 44 w 102"/>
              <a:gd name="GluePoint41Y" fmla="*/ 94 h 103"/>
              <a:gd name="GluePoint42X" fmla="*/ 40 w 102"/>
              <a:gd name="GluePoint42Y" fmla="*/ 91 h 103"/>
              <a:gd name="GluePoint43X" fmla="*/ 36 w 102"/>
              <a:gd name="GluePoint43Y" fmla="*/ 87 h 103"/>
              <a:gd name="GluePoint44X" fmla="*/ 34 w 102"/>
              <a:gd name="GluePoint44Y" fmla="*/ 83 h 103"/>
              <a:gd name="GluePoint45X" fmla="*/ 32 w 102"/>
              <a:gd name="GluePoint45Y" fmla="*/ 75 h 103"/>
              <a:gd name="GluePoint46X" fmla="*/ 31 w 102"/>
              <a:gd name="GluePoint46Y" fmla="*/ 68 h 103"/>
              <a:gd name="GluePoint47X" fmla="*/ 30 w 102"/>
              <a:gd name="GluePoint47Y" fmla="*/ 59 h 103"/>
              <a:gd name="GluePoint48X" fmla="*/ 30 w 102"/>
              <a:gd name="GluePoint48Y" fmla="*/ 49 h 103"/>
              <a:gd name="GluePoint49X" fmla="*/ 31 w 102"/>
              <a:gd name="GluePoint49Y" fmla="*/ 38 h 103"/>
              <a:gd name="GluePoint50X" fmla="*/ 32 w 102"/>
              <a:gd name="GluePoint50Y" fmla="*/ 30 h 103"/>
              <a:gd name="GluePoint51X" fmla="*/ 34 w 102"/>
              <a:gd name="GluePoint51Y" fmla="*/ 23 h 103"/>
              <a:gd name="GluePoint52X" fmla="*/ 36 w 102"/>
              <a:gd name="GluePoint52Y" fmla="*/ 18 h 103"/>
              <a:gd name="GluePoint53X" fmla="*/ 40 w 102"/>
              <a:gd name="GluePoint53Y" fmla="*/ 14 h 103"/>
              <a:gd name="GluePoint54X" fmla="*/ 44 w 102"/>
              <a:gd name="GluePoint54Y" fmla="*/ 10 h 103"/>
              <a:gd name="GluePoint55X" fmla="*/ 48 w 102"/>
              <a:gd name="GluePoint55Y" fmla="*/ 9 h 103"/>
              <a:gd name="GluePoint56X" fmla="*/ 53 w 102"/>
              <a:gd name="GluePoint56Y" fmla="*/ 9 h 103"/>
              <a:gd name="GluePoint57X" fmla="*/ 58 w 102"/>
              <a:gd name="GluePoint57Y" fmla="*/ 10 h 103"/>
              <a:gd name="GluePoint58X" fmla="*/ 61 w 102"/>
              <a:gd name="GluePoint58Y" fmla="*/ 13 h 103"/>
              <a:gd name="GluePoint59X" fmla="*/ 64 w 102"/>
              <a:gd name="GluePoint59Y" fmla="*/ 16 h 103"/>
              <a:gd name="GluePoint60X" fmla="*/ 67 w 102"/>
              <a:gd name="GluePoint60Y" fmla="*/ 22 h 103"/>
              <a:gd name="GluePoint61X" fmla="*/ 68 w 102"/>
              <a:gd name="GluePoint61Y" fmla="*/ 27 h 103"/>
              <a:gd name="GluePoint62X" fmla="*/ 70 w 102"/>
              <a:gd name="GluePoint62Y" fmla="*/ 38 h 103"/>
              <a:gd name="GluePoint63X" fmla="*/ 70 w 102"/>
              <a:gd name="GluePoint63Y" fmla="*/ 58 h 103"/>
            </a:gdLst>
            <a:ahLst/>
            <a:cxnLst/>
            <a:rect l="textAreaLeft" t="textAreaTop" r="textAreaRight" b="textAreaBottom"/>
            <a:pathLst>
              <a:path w="102" h="103">
                <a:moveTo>
                  <a:pt x="100" y="38"/>
                </a:moveTo>
                <a:lnTo>
                  <a:pt x="100" y="34"/>
                </a:lnTo>
                <a:lnTo>
                  <a:pt x="97" y="29"/>
                </a:lnTo>
                <a:lnTo>
                  <a:pt x="96" y="25"/>
                </a:lnTo>
                <a:lnTo>
                  <a:pt x="93" y="21"/>
                </a:lnTo>
                <a:lnTo>
                  <a:pt x="91" y="17"/>
                </a:lnTo>
                <a:lnTo>
                  <a:pt x="88" y="14"/>
                </a:lnTo>
                <a:lnTo>
                  <a:pt x="84" y="10"/>
                </a:lnTo>
                <a:lnTo>
                  <a:pt x="80" y="8"/>
                </a:lnTo>
                <a:lnTo>
                  <a:pt x="76" y="6"/>
                </a:lnTo>
                <a:lnTo>
                  <a:pt x="72" y="4"/>
                </a:lnTo>
                <a:lnTo>
                  <a:pt x="67" y="2"/>
                </a:lnTo>
                <a:lnTo>
                  <a:pt x="62" y="1"/>
                </a:lnTo>
                <a:lnTo>
                  <a:pt x="56" y="1"/>
                </a:lnTo>
                <a:lnTo>
                  <a:pt x="51" y="0"/>
                </a:lnTo>
                <a:lnTo>
                  <a:pt x="44" y="1"/>
                </a:lnTo>
                <a:lnTo>
                  <a:pt x="39" y="1"/>
                </a:lnTo>
                <a:lnTo>
                  <a:pt x="33" y="2"/>
                </a:lnTo>
                <a:lnTo>
                  <a:pt x="28" y="4"/>
                </a:lnTo>
                <a:lnTo>
                  <a:pt x="24" y="6"/>
                </a:lnTo>
                <a:lnTo>
                  <a:pt x="20" y="9"/>
                </a:lnTo>
                <a:lnTo>
                  <a:pt x="16" y="12"/>
                </a:lnTo>
                <a:lnTo>
                  <a:pt x="12" y="14"/>
                </a:lnTo>
                <a:lnTo>
                  <a:pt x="10" y="18"/>
                </a:lnTo>
                <a:lnTo>
                  <a:pt x="7" y="22"/>
                </a:lnTo>
                <a:lnTo>
                  <a:pt x="5" y="27"/>
                </a:lnTo>
                <a:lnTo>
                  <a:pt x="3" y="31"/>
                </a:lnTo>
                <a:lnTo>
                  <a:pt x="1" y="37"/>
                </a:lnTo>
                <a:lnTo>
                  <a:pt x="0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0" y="66"/>
                </a:lnTo>
                <a:lnTo>
                  <a:pt x="1" y="71"/>
                </a:lnTo>
                <a:lnTo>
                  <a:pt x="3" y="75"/>
                </a:lnTo>
                <a:lnTo>
                  <a:pt x="5" y="80"/>
                </a:lnTo>
                <a:lnTo>
                  <a:pt x="7" y="84"/>
                </a:lnTo>
                <a:lnTo>
                  <a:pt x="10" y="87"/>
                </a:lnTo>
                <a:lnTo>
                  <a:pt x="12" y="91"/>
                </a:lnTo>
                <a:lnTo>
                  <a:pt x="16" y="94"/>
                </a:lnTo>
                <a:lnTo>
                  <a:pt x="20" y="96"/>
                </a:lnTo>
                <a:lnTo>
                  <a:pt x="24" y="98"/>
                </a:lnTo>
                <a:lnTo>
                  <a:pt x="28" y="100"/>
                </a:lnTo>
                <a:lnTo>
                  <a:pt x="33" y="102"/>
                </a:lnTo>
                <a:lnTo>
                  <a:pt x="39" y="103"/>
                </a:lnTo>
                <a:lnTo>
                  <a:pt x="44" y="103"/>
                </a:lnTo>
                <a:lnTo>
                  <a:pt x="51" y="103"/>
                </a:lnTo>
                <a:lnTo>
                  <a:pt x="56" y="103"/>
                </a:lnTo>
                <a:lnTo>
                  <a:pt x="62" y="103"/>
                </a:lnTo>
                <a:lnTo>
                  <a:pt x="67" y="102"/>
                </a:lnTo>
                <a:lnTo>
                  <a:pt x="72" y="99"/>
                </a:lnTo>
                <a:lnTo>
                  <a:pt x="76" y="98"/>
                </a:lnTo>
                <a:lnTo>
                  <a:pt x="80" y="95"/>
                </a:lnTo>
                <a:lnTo>
                  <a:pt x="84" y="92"/>
                </a:lnTo>
                <a:lnTo>
                  <a:pt x="88" y="90"/>
                </a:lnTo>
                <a:lnTo>
                  <a:pt x="91" y="86"/>
                </a:lnTo>
                <a:lnTo>
                  <a:pt x="93" y="82"/>
                </a:lnTo>
                <a:lnTo>
                  <a:pt x="96" y="78"/>
                </a:lnTo>
                <a:lnTo>
                  <a:pt x="97" y="73"/>
                </a:lnTo>
                <a:lnTo>
                  <a:pt x="100" y="68"/>
                </a:lnTo>
                <a:lnTo>
                  <a:pt x="100" y="63"/>
                </a:lnTo>
                <a:lnTo>
                  <a:pt x="101" y="56"/>
                </a:lnTo>
                <a:lnTo>
                  <a:pt x="102" y="50"/>
                </a:lnTo>
                <a:lnTo>
                  <a:pt x="101" y="44"/>
                </a:lnTo>
                <a:lnTo>
                  <a:pt x="100" y="38"/>
                </a:lnTo>
                <a:close/>
                <a:moveTo>
                  <a:pt x="70" y="58"/>
                </a:moveTo>
                <a:lnTo>
                  <a:pt x="69" y="68"/>
                </a:lnTo>
                <a:lnTo>
                  <a:pt x="68" y="72"/>
                </a:lnTo>
                <a:lnTo>
                  <a:pt x="68" y="76"/>
                </a:lnTo>
                <a:lnTo>
                  <a:pt x="66" y="79"/>
                </a:lnTo>
                <a:lnTo>
                  <a:pt x="65" y="83"/>
                </a:lnTo>
                <a:lnTo>
                  <a:pt x="64" y="86"/>
                </a:lnTo>
                <a:lnTo>
                  <a:pt x="62" y="88"/>
                </a:lnTo>
                <a:lnTo>
                  <a:pt x="60" y="91"/>
                </a:lnTo>
                <a:lnTo>
                  <a:pt x="59" y="92"/>
                </a:lnTo>
                <a:lnTo>
                  <a:pt x="56" y="94"/>
                </a:lnTo>
                <a:lnTo>
                  <a:pt x="55" y="95"/>
                </a:lnTo>
                <a:lnTo>
                  <a:pt x="53" y="95"/>
                </a:lnTo>
                <a:lnTo>
                  <a:pt x="51" y="95"/>
                </a:lnTo>
                <a:lnTo>
                  <a:pt x="48" y="95"/>
                </a:lnTo>
                <a:lnTo>
                  <a:pt x="45" y="95"/>
                </a:lnTo>
                <a:lnTo>
                  <a:pt x="44" y="94"/>
                </a:lnTo>
                <a:lnTo>
                  <a:pt x="41" y="93"/>
                </a:lnTo>
                <a:lnTo>
                  <a:pt x="40" y="91"/>
                </a:lnTo>
                <a:lnTo>
                  <a:pt x="38" y="90"/>
                </a:lnTo>
                <a:lnTo>
                  <a:pt x="36" y="87"/>
                </a:lnTo>
                <a:lnTo>
                  <a:pt x="35" y="85"/>
                </a:lnTo>
                <a:lnTo>
                  <a:pt x="34" y="83"/>
                </a:lnTo>
                <a:lnTo>
                  <a:pt x="32" y="79"/>
                </a:lnTo>
                <a:lnTo>
                  <a:pt x="32" y="75"/>
                </a:lnTo>
                <a:lnTo>
                  <a:pt x="32" y="72"/>
                </a:lnTo>
                <a:lnTo>
                  <a:pt x="31" y="68"/>
                </a:lnTo>
                <a:lnTo>
                  <a:pt x="31" y="63"/>
                </a:lnTo>
                <a:lnTo>
                  <a:pt x="30" y="59"/>
                </a:lnTo>
                <a:lnTo>
                  <a:pt x="30" y="54"/>
                </a:lnTo>
                <a:lnTo>
                  <a:pt x="30" y="49"/>
                </a:lnTo>
                <a:lnTo>
                  <a:pt x="31" y="43"/>
                </a:lnTo>
                <a:lnTo>
                  <a:pt x="31" y="38"/>
                </a:lnTo>
                <a:lnTo>
                  <a:pt x="32" y="34"/>
                </a:lnTo>
                <a:lnTo>
                  <a:pt x="32" y="30"/>
                </a:lnTo>
                <a:lnTo>
                  <a:pt x="33" y="27"/>
                </a:lnTo>
                <a:lnTo>
                  <a:pt x="34" y="23"/>
                </a:lnTo>
                <a:lnTo>
                  <a:pt x="36" y="21"/>
                </a:lnTo>
                <a:lnTo>
                  <a:pt x="36" y="18"/>
                </a:lnTo>
                <a:lnTo>
                  <a:pt x="38" y="16"/>
                </a:lnTo>
                <a:lnTo>
                  <a:pt x="40" y="14"/>
                </a:lnTo>
                <a:lnTo>
                  <a:pt x="42" y="12"/>
                </a:lnTo>
                <a:lnTo>
                  <a:pt x="44" y="10"/>
                </a:lnTo>
                <a:lnTo>
                  <a:pt x="46" y="10"/>
                </a:lnTo>
                <a:lnTo>
                  <a:pt x="48" y="9"/>
                </a:lnTo>
                <a:lnTo>
                  <a:pt x="51" y="9"/>
                </a:lnTo>
                <a:lnTo>
                  <a:pt x="53" y="9"/>
                </a:lnTo>
                <a:lnTo>
                  <a:pt x="56" y="10"/>
                </a:lnTo>
                <a:lnTo>
                  <a:pt x="58" y="10"/>
                </a:lnTo>
                <a:lnTo>
                  <a:pt x="60" y="11"/>
                </a:lnTo>
                <a:lnTo>
                  <a:pt x="61" y="13"/>
                </a:lnTo>
                <a:lnTo>
                  <a:pt x="63" y="14"/>
                </a:lnTo>
                <a:lnTo>
                  <a:pt x="64" y="16"/>
                </a:lnTo>
                <a:lnTo>
                  <a:pt x="66" y="18"/>
                </a:lnTo>
                <a:lnTo>
                  <a:pt x="67" y="22"/>
                </a:lnTo>
                <a:lnTo>
                  <a:pt x="68" y="24"/>
                </a:lnTo>
                <a:lnTo>
                  <a:pt x="68" y="27"/>
                </a:lnTo>
                <a:lnTo>
                  <a:pt x="69" y="30"/>
                </a:lnTo>
                <a:lnTo>
                  <a:pt x="70" y="38"/>
                </a:lnTo>
                <a:lnTo>
                  <a:pt x="71" y="47"/>
                </a:lnTo>
                <a:lnTo>
                  <a:pt x="70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600" name="ïṧļïdé">
            <a:extLst>
              <a:ext uri="{FF2B5EF4-FFF2-40B4-BE49-F238E27FC236}">
                <a16:creationId xmlns:a16="http://schemas.microsoft.com/office/drawing/2014/main" id="{EA122E30-9A88-4978-A633-2447BA9FFF79}"/>
              </a:ext>
            </a:extLst>
          </p:cNvPr>
          <p:cNvSpPr>
            <a:spLocks noGrp="1"/>
          </p:cNvSpPr>
          <p:nvPr/>
        </p:nvSpPr>
        <p:spPr>
          <a:xfrm>
            <a:off x="2786040" y="931320"/>
            <a:ext cx="11880" cy="68040"/>
          </a:xfrm>
          <a:custGeom>
            <a:avLst/>
            <a:gdLst>
              <a:gd name="textAreaLeft" fmla="*/ 0 w 11880"/>
              <a:gd name="textAreaRight" fmla="*/ 12240 w 11880"/>
              <a:gd name="textAreaTop" fmla="*/ 0 h 68040"/>
              <a:gd name="textAreaBottom" fmla="*/ 68400 h 68040"/>
              <a:gd name="GluePoint1X" fmla="*/ 20 w 28"/>
              <a:gd name="GluePoint1Y" fmla="*/ 1 h 157"/>
              <a:gd name="GluePoint2X" fmla="*/ 17 w 28"/>
              <a:gd name="GluePoint2Y" fmla="*/ 1 h 157"/>
              <a:gd name="GluePoint3X" fmla="*/ 14 w 28"/>
              <a:gd name="GluePoint3Y" fmla="*/ 1 h 157"/>
              <a:gd name="GluePoint4X" fmla="*/ 13 w 28"/>
              <a:gd name="GluePoint4Y" fmla="*/ 1 h 157"/>
              <a:gd name="GluePoint5X" fmla="*/ 11 w 28"/>
              <a:gd name="GluePoint5Y" fmla="*/ 1 h 157"/>
              <a:gd name="GluePoint6X" fmla="*/ 9 w 28"/>
              <a:gd name="GluePoint6Y" fmla="*/ 1 h 157"/>
              <a:gd name="GluePoint7X" fmla="*/ 7 w 28"/>
              <a:gd name="GluePoint7Y" fmla="*/ 1 h 157"/>
              <a:gd name="GluePoint8X" fmla="*/ 3 w 28"/>
              <a:gd name="GluePoint8Y" fmla="*/ 0 h 157"/>
              <a:gd name="GluePoint9X" fmla="*/ 0 w 28"/>
              <a:gd name="GluePoint9Y" fmla="*/ 0 h 157"/>
              <a:gd name="GluePoint10X" fmla="*/ 0 w 28"/>
              <a:gd name="GluePoint10Y" fmla="*/ 157 h 157"/>
              <a:gd name="GluePoint11X" fmla="*/ 3 w 28"/>
              <a:gd name="GluePoint11Y" fmla="*/ 157 h 157"/>
              <a:gd name="GluePoint12X" fmla="*/ 7 w 28"/>
              <a:gd name="GluePoint12Y" fmla="*/ 157 h 157"/>
              <a:gd name="GluePoint13X" fmla="*/ 11 w 28"/>
              <a:gd name="GluePoint13Y" fmla="*/ 157 h 157"/>
              <a:gd name="GluePoint14X" fmla="*/ 14 w 28"/>
              <a:gd name="GluePoint14Y" fmla="*/ 157 h 157"/>
              <a:gd name="GluePoint15X" fmla="*/ 17 w 28"/>
              <a:gd name="GluePoint15Y" fmla="*/ 157 h 157"/>
              <a:gd name="GluePoint16X" fmla="*/ 21 w 28"/>
              <a:gd name="GluePoint16Y" fmla="*/ 157 h 157"/>
              <a:gd name="GluePoint17X" fmla="*/ 24 w 28"/>
              <a:gd name="GluePoint17Y" fmla="*/ 157 h 157"/>
              <a:gd name="GluePoint18X" fmla="*/ 28 w 28"/>
              <a:gd name="GluePoint18Y" fmla="*/ 157 h 157"/>
              <a:gd name="GluePoint19X" fmla="*/ 28 w 28"/>
              <a:gd name="GluePoint19Y" fmla="*/ 0 h 157"/>
              <a:gd name="GluePoint20X" fmla="*/ 25 w 28"/>
              <a:gd name="GluePoint20Y" fmla="*/ 0 h 157"/>
              <a:gd name="GluePoint21X" fmla="*/ 20 w 28"/>
              <a:gd name="GluePoint21Y" fmla="*/ 1 h 157"/>
            </a:gdLst>
            <a:ahLst/>
            <a:cxnLst/>
            <a:rect l="textAreaLeft" t="textAreaTop" r="textAreaRight" b="textAreaBottom"/>
            <a:pathLst>
              <a:path w="28" h="157">
                <a:moveTo>
                  <a:pt x="20" y="1"/>
                </a:moveTo>
                <a:lnTo>
                  <a:pt x="17" y="1"/>
                </a:lnTo>
                <a:lnTo>
                  <a:pt x="14" y="1"/>
                </a:lnTo>
                <a:lnTo>
                  <a:pt x="13" y="1"/>
                </a:lnTo>
                <a:lnTo>
                  <a:pt x="11" y="1"/>
                </a:lnTo>
                <a:lnTo>
                  <a:pt x="9" y="1"/>
                </a:lnTo>
                <a:lnTo>
                  <a:pt x="7" y="1"/>
                </a:lnTo>
                <a:lnTo>
                  <a:pt x="3" y="0"/>
                </a:lnTo>
                <a:lnTo>
                  <a:pt x="0" y="0"/>
                </a:lnTo>
                <a:lnTo>
                  <a:pt x="0" y="157"/>
                </a:lnTo>
                <a:lnTo>
                  <a:pt x="3" y="157"/>
                </a:lnTo>
                <a:lnTo>
                  <a:pt x="7" y="157"/>
                </a:lnTo>
                <a:lnTo>
                  <a:pt x="11" y="157"/>
                </a:lnTo>
                <a:lnTo>
                  <a:pt x="14" y="157"/>
                </a:lnTo>
                <a:lnTo>
                  <a:pt x="17" y="157"/>
                </a:lnTo>
                <a:lnTo>
                  <a:pt x="21" y="157"/>
                </a:lnTo>
                <a:lnTo>
                  <a:pt x="24" y="157"/>
                </a:lnTo>
                <a:lnTo>
                  <a:pt x="28" y="157"/>
                </a:lnTo>
                <a:lnTo>
                  <a:pt x="28" y="0"/>
                </a:lnTo>
                <a:lnTo>
                  <a:pt x="25" y="0"/>
                </a:lnTo>
                <a:lnTo>
                  <a:pt x="20" y="1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400" rIns="90000" bIns="23400" anchor="ctr">
            <a:noAutofit/>
          </a:bodyPr>
          <a:lstStyle/>
          <a:p>
            <a:endParaRPr/>
          </a:p>
        </p:txBody>
      </p:sp>
      <p:sp>
        <p:nvSpPr>
          <p:cNvPr id="601" name="íṩliďé">
            <a:extLst>
              <a:ext uri="{FF2B5EF4-FFF2-40B4-BE49-F238E27FC236}">
                <a16:creationId xmlns:a16="http://schemas.microsoft.com/office/drawing/2014/main" id="{5411FBAD-684F-4A72-A87B-D2031631F194}"/>
              </a:ext>
            </a:extLst>
          </p:cNvPr>
          <p:cNvSpPr>
            <a:spLocks noGrp="1"/>
          </p:cNvSpPr>
          <p:nvPr/>
        </p:nvSpPr>
        <p:spPr>
          <a:xfrm>
            <a:off x="2812680" y="955440"/>
            <a:ext cx="44640" cy="44640"/>
          </a:xfrm>
          <a:custGeom>
            <a:avLst/>
            <a:gdLst>
              <a:gd name="textAreaLeft" fmla="*/ 0 w 44640"/>
              <a:gd name="textAreaRight" fmla="*/ 45000 w 44640"/>
              <a:gd name="textAreaTop" fmla="*/ 0 h 44640"/>
              <a:gd name="textAreaBottom" fmla="*/ 45000 h 44640"/>
              <a:gd name="GluePoint1X" fmla="*/ 100 w 103"/>
              <a:gd name="GluePoint1Y" fmla="*/ 34 h 103"/>
              <a:gd name="GluePoint2X" fmla="*/ 96 w 103"/>
              <a:gd name="GluePoint2Y" fmla="*/ 25 h 103"/>
              <a:gd name="GluePoint3X" fmla="*/ 92 w 103"/>
              <a:gd name="GluePoint3Y" fmla="*/ 17 h 103"/>
              <a:gd name="GluePoint4X" fmla="*/ 85 w 103"/>
              <a:gd name="GluePoint4Y" fmla="*/ 10 h 103"/>
              <a:gd name="GluePoint5X" fmla="*/ 77 w 103"/>
              <a:gd name="GluePoint5Y" fmla="*/ 6 h 103"/>
              <a:gd name="GluePoint6X" fmla="*/ 68 w 103"/>
              <a:gd name="GluePoint6Y" fmla="*/ 2 h 103"/>
              <a:gd name="GluePoint7X" fmla="*/ 57 w 103"/>
              <a:gd name="GluePoint7Y" fmla="*/ 1 h 103"/>
              <a:gd name="GluePoint8X" fmla="*/ 45 w 103"/>
              <a:gd name="GluePoint8Y" fmla="*/ 1 h 103"/>
              <a:gd name="GluePoint9X" fmla="*/ 35 w 103"/>
              <a:gd name="GluePoint9Y" fmla="*/ 2 h 103"/>
              <a:gd name="GluePoint10X" fmla="*/ 25 w 103"/>
              <a:gd name="GluePoint10Y" fmla="*/ 6 h 103"/>
              <a:gd name="GluePoint11X" fmla="*/ 17 w 103"/>
              <a:gd name="GluePoint11Y" fmla="*/ 12 h 103"/>
              <a:gd name="GluePoint12X" fmla="*/ 11 w 103"/>
              <a:gd name="GluePoint12Y" fmla="*/ 18 h 103"/>
              <a:gd name="GluePoint13X" fmla="*/ 5 w 103"/>
              <a:gd name="GluePoint13Y" fmla="*/ 27 h 103"/>
              <a:gd name="GluePoint14X" fmla="*/ 2 w 103"/>
              <a:gd name="GluePoint14Y" fmla="*/ 37 h 103"/>
              <a:gd name="GluePoint15X" fmla="*/ 0 w 103"/>
              <a:gd name="GluePoint15Y" fmla="*/ 48 h 103"/>
              <a:gd name="GluePoint16X" fmla="*/ 0 w 103"/>
              <a:gd name="GluePoint16Y" fmla="*/ 61 h 103"/>
              <a:gd name="GluePoint17X" fmla="*/ 2 w 103"/>
              <a:gd name="GluePoint17Y" fmla="*/ 71 h 103"/>
              <a:gd name="GluePoint18X" fmla="*/ 5 w 103"/>
              <a:gd name="GluePoint18Y" fmla="*/ 80 h 103"/>
              <a:gd name="GluePoint19X" fmla="*/ 11 w 103"/>
              <a:gd name="GluePoint19Y" fmla="*/ 87 h 103"/>
              <a:gd name="GluePoint20X" fmla="*/ 17 w 103"/>
              <a:gd name="GluePoint20Y" fmla="*/ 94 h 103"/>
              <a:gd name="GluePoint21X" fmla="*/ 25 w 103"/>
              <a:gd name="GluePoint21Y" fmla="*/ 98 h 103"/>
              <a:gd name="GluePoint22X" fmla="*/ 35 w 103"/>
              <a:gd name="GluePoint22Y" fmla="*/ 102 h 103"/>
              <a:gd name="GluePoint23X" fmla="*/ 45 w 103"/>
              <a:gd name="GluePoint23Y" fmla="*/ 103 h 103"/>
              <a:gd name="GluePoint24X" fmla="*/ 57 w 103"/>
              <a:gd name="GluePoint24Y" fmla="*/ 103 h 103"/>
              <a:gd name="GluePoint25X" fmla="*/ 68 w 103"/>
              <a:gd name="GluePoint25Y" fmla="*/ 102 h 103"/>
              <a:gd name="GluePoint26X" fmla="*/ 77 w 103"/>
              <a:gd name="GluePoint26Y" fmla="*/ 98 h 103"/>
              <a:gd name="GluePoint27X" fmla="*/ 85 w 103"/>
              <a:gd name="GluePoint27Y" fmla="*/ 92 h 103"/>
              <a:gd name="GluePoint28X" fmla="*/ 92 w 103"/>
              <a:gd name="GluePoint28Y" fmla="*/ 86 h 103"/>
              <a:gd name="GluePoint29X" fmla="*/ 96 w 103"/>
              <a:gd name="GluePoint29Y" fmla="*/ 78 h 103"/>
              <a:gd name="GluePoint30X" fmla="*/ 100 w 103"/>
              <a:gd name="GluePoint30Y" fmla="*/ 68 h 103"/>
              <a:gd name="GluePoint31X" fmla="*/ 102 w 103"/>
              <a:gd name="GluePoint31Y" fmla="*/ 56 h 103"/>
              <a:gd name="GluePoint32X" fmla="*/ 102 w 103"/>
              <a:gd name="GluePoint32Y" fmla="*/ 44 h 103"/>
              <a:gd name="GluePoint33X" fmla="*/ 71 w 103"/>
              <a:gd name="GluePoint33Y" fmla="*/ 58 h 103"/>
              <a:gd name="GluePoint34X" fmla="*/ 69 w 103"/>
              <a:gd name="GluePoint34Y" fmla="*/ 72 h 103"/>
              <a:gd name="GluePoint35X" fmla="*/ 67 w 103"/>
              <a:gd name="GluePoint35Y" fmla="*/ 79 h 103"/>
              <a:gd name="GluePoint36X" fmla="*/ 64 w 103"/>
              <a:gd name="GluePoint36Y" fmla="*/ 86 h 103"/>
              <a:gd name="GluePoint37X" fmla="*/ 61 w 103"/>
              <a:gd name="GluePoint37Y" fmla="*/ 91 h 103"/>
              <a:gd name="GluePoint38X" fmla="*/ 58 w 103"/>
              <a:gd name="GluePoint38Y" fmla="*/ 94 h 103"/>
              <a:gd name="GluePoint39X" fmla="*/ 53 w 103"/>
              <a:gd name="GluePoint39Y" fmla="*/ 95 h 103"/>
              <a:gd name="GluePoint40X" fmla="*/ 49 w 103"/>
              <a:gd name="GluePoint40Y" fmla="*/ 95 h 103"/>
              <a:gd name="GluePoint41X" fmla="*/ 44 w 103"/>
              <a:gd name="GluePoint41Y" fmla="*/ 94 h 103"/>
              <a:gd name="GluePoint42X" fmla="*/ 40 w 103"/>
              <a:gd name="GluePoint42Y" fmla="*/ 91 h 103"/>
              <a:gd name="GluePoint43X" fmla="*/ 37 w 103"/>
              <a:gd name="GluePoint43Y" fmla="*/ 87 h 103"/>
              <a:gd name="GluePoint44X" fmla="*/ 35 w 103"/>
              <a:gd name="GluePoint44Y" fmla="*/ 83 h 103"/>
              <a:gd name="GluePoint45X" fmla="*/ 33 w 103"/>
              <a:gd name="GluePoint45Y" fmla="*/ 75 h 103"/>
              <a:gd name="GluePoint46X" fmla="*/ 32 w 103"/>
              <a:gd name="GluePoint46Y" fmla="*/ 68 h 103"/>
              <a:gd name="GluePoint47X" fmla="*/ 31 w 103"/>
              <a:gd name="GluePoint47Y" fmla="*/ 59 h 103"/>
              <a:gd name="GluePoint48X" fmla="*/ 31 w 103"/>
              <a:gd name="GluePoint48Y" fmla="*/ 49 h 103"/>
              <a:gd name="GluePoint49X" fmla="*/ 32 w 103"/>
              <a:gd name="GluePoint49Y" fmla="*/ 38 h 103"/>
              <a:gd name="GluePoint50X" fmla="*/ 33 w 103"/>
              <a:gd name="GluePoint50Y" fmla="*/ 30 h 103"/>
              <a:gd name="GluePoint51X" fmla="*/ 35 w 103"/>
              <a:gd name="GluePoint51Y" fmla="*/ 23 h 103"/>
              <a:gd name="GluePoint52X" fmla="*/ 38 w 103"/>
              <a:gd name="GluePoint52Y" fmla="*/ 18 h 103"/>
              <a:gd name="GluePoint53X" fmla="*/ 41 w 103"/>
              <a:gd name="GluePoint53Y" fmla="*/ 14 h 103"/>
              <a:gd name="GluePoint54X" fmla="*/ 45 w 103"/>
              <a:gd name="GluePoint54Y" fmla="*/ 10 h 103"/>
              <a:gd name="GluePoint55X" fmla="*/ 50 w 103"/>
              <a:gd name="GluePoint55Y" fmla="*/ 9 h 103"/>
              <a:gd name="GluePoint56X" fmla="*/ 55 w 103"/>
              <a:gd name="GluePoint56Y" fmla="*/ 9 h 103"/>
              <a:gd name="GluePoint57X" fmla="*/ 59 w 103"/>
              <a:gd name="GluePoint57Y" fmla="*/ 10 h 103"/>
              <a:gd name="GluePoint58X" fmla="*/ 62 w 103"/>
              <a:gd name="GluePoint58Y" fmla="*/ 13 h 103"/>
              <a:gd name="GluePoint59X" fmla="*/ 65 w 103"/>
              <a:gd name="GluePoint59Y" fmla="*/ 16 h 103"/>
              <a:gd name="GluePoint60X" fmla="*/ 68 w 103"/>
              <a:gd name="GluePoint60Y" fmla="*/ 22 h 103"/>
              <a:gd name="GluePoint61X" fmla="*/ 69 w 103"/>
              <a:gd name="GluePoint61Y" fmla="*/ 27 h 103"/>
              <a:gd name="GluePoint62X" fmla="*/ 72 w 103"/>
              <a:gd name="GluePoint62Y" fmla="*/ 38 h 103"/>
              <a:gd name="GluePoint63X" fmla="*/ 71 w 103"/>
              <a:gd name="GluePoint63Y" fmla="*/ 58 h 103"/>
            </a:gdLst>
            <a:ahLst/>
            <a:cxnLst/>
            <a:rect l="textAreaLeft" t="textAreaTop" r="textAreaRight" b="textAreaBottom"/>
            <a:pathLst>
              <a:path w="103" h="103">
                <a:moveTo>
                  <a:pt x="101" y="38"/>
                </a:moveTo>
                <a:lnTo>
                  <a:pt x="100" y="34"/>
                </a:lnTo>
                <a:lnTo>
                  <a:pt x="99" y="29"/>
                </a:lnTo>
                <a:lnTo>
                  <a:pt x="96" y="25"/>
                </a:lnTo>
                <a:lnTo>
                  <a:pt x="94" y="21"/>
                </a:lnTo>
                <a:lnTo>
                  <a:pt x="92" y="17"/>
                </a:lnTo>
                <a:lnTo>
                  <a:pt x="88" y="14"/>
                </a:lnTo>
                <a:lnTo>
                  <a:pt x="85" y="10"/>
                </a:lnTo>
                <a:lnTo>
                  <a:pt x="81" y="8"/>
                </a:lnTo>
                <a:lnTo>
                  <a:pt x="77" y="6"/>
                </a:lnTo>
                <a:lnTo>
                  <a:pt x="73" y="4"/>
                </a:lnTo>
                <a:lnTo>
                  <a:pt x="68" y="2"/>
                </a:lnTo>
                <a:lnTo>
                  <a:pt x="63" y="1"/>
                </a:lnTo>
                <a:lnTo>
                  <a:pt x="57" y="1"/>
                </a:lnTo>
                <a:lnTo>
                  <a:pt x="52" y="0"/>
                </a:lnTo>
                <a:lnTo>
                  <a:pt x="45" y="1"/>
                </a:lnTo>
                <a:lnTo>
                  <a:pt x="40" y="1"/>
                </a:lnTo>
                <a:lnTo>
                  <a:pt x="35" y="2"/>
                </a:lnTo>
                <a:lnTo>
                  <a:pt x="29" y="4"/>
                </a:lnTo>
                <a:lnTo>
                  <a:pt x="25" y="6"/>
                </a:lnTo>
                <a:lnTo>
                  <a:pt x="20" y="9"/>
                </a:lnTo>
                <a:lnTo>
                  <a:pt x="17" y="12"/>
                </a:lnTo>
                <a:lnTo>
                  <a:pt x="14" y="14"/>
                </a:lnTo>
                <a:lnTo>
                  <a:pt x="11" y="18"/>
                </a:lnTo>
                <a:lnTo>
                  <a:pt x="8" y="22"/>
                </a:lnTo>
                <a:lnTo>
                  <a:pt x="5" y="27"/>
                </a:lnTo>
                <a:lnTo>
                  <a:pt x="4" y="31"/>
                </a:lnTo>
                <a:lnTo>
                  <a:pt x="2" y="37"/>
                </a:lnTo>
                <a:lnTo>
                  <a:pt x="1" y="42"/>
                </a:lnTo>
                <a:lnTo>
                  <a:pt x="0" y="48"/>
                </a:lnTo>
                <a:lnTo>
                  <a:pt x="0" y="55"/>
                </a:lnTo>
                <a:lnTo>
                  <a:pt x="0" y="61"/>
                </a:lnTo>
                <a:lnTo>
                  <a:pt x="1" y="66"/>
                </a:lnTo>
                <a:lnTo>
                  <a:pt x="2" y="71"/>
                </a:lnTo>
                <a:lnTo>
                  <a:pt x="4" y="75"/>
                </a:lnTo>
                <a:lnTo>
                  <a:pt x="5" y="80"/>
                </a:lnTo>
                <a:lnTo>
                  <a:pt x="8" y="84"/>
                </a:lnTo>
                <a:lnTo>
                  <a:pt x="11" y="87"/>
                </a:lnTo>
                <a:lnTo>
                  <a:pt x="14" y="91"/>
                </a:lnTo>
                <a:lnTo>
                  <a:pt x="17" y="94"/>
                </a:lnTo>
                <a:lnTo>
                  <a:pt x="20" y="96"/>
                </a:lnTo>
                <a:lnTo>
                  <a:pt x="25" y="98"/>
                </a:lnTo>
                <a:lnTo>
                  <a:pt x="29" y="100"/>
                </a:lnTo>
                <a:lnTo>
                  <a:pt x="35" y="102"/>
                </a:lnTo>
                <a:lnTo>
                  <a:pt x="40" y="103"/>
                </a:lnTo>
                <a:lnTo>
                  <a:pt x="45" y="103"/>
                </a:lnTo>
                <a:lnTo>
                  <a:pt x="52" y="103"/>
                </a:lnTo>
                <a:lnTo>
                  <a:pt x="57" y="103"/>
                </a:lnTo>
                <a:lnTo>
                  <a:pt x="63" y="103"/>
                </a:lnTo>
                <a:lnTo>
                  <a:pt x="68" y="102"/>
                </a:lnTo>
                <a:lnTo>
                  <a:pt x="73" y="99"/>
                </a:lnTo>
                <a:lnTo>
                  <a:pt x="77" y="98"/>
                </a:lnTo>
                <a:lnTo>
                  <a:pt x="81" y="95"/>
                </a:lnTo>
                <a:lnTo>
                  <a:pt x="85" y="92"/>
                </a:lnTo>
                <a:lnTo>
                  <a:pt x="88" y="90"/>
                </a:lnTo>
                <a:lnTo>
                  <a:pt x="92" y="86"/>
                </a:lnTo>
                <a:lnTo>
                  <a:pt x="94" y="82"/>
                </a:lnTo>
                <a:lnTo>
                  <a:pt x="96" y="78"/>
                </a:lnTo>
                <a:lnTo>
                  <a:pt x="99" y="73"/>
                </a:lnTo>
                <a:lnTo>
                  <a:pt x="100" y="68"/>
                </a:lnTo>
                <a:lnTo>
                  <a:pt x="101" y="63"/>
                </a:lnTo>
                <a:lnTo>
                  <a:pt x="102" y="56"/>
                </a:lnTo>
                <a:lnTo>
                  <a:pt x="103" y="50"/>
                </a:lnTo>
                <a:lnTo>
                  <a:pt x="102" y="44"/>
                </a:lnTo>
                <a:lnTo>
                  <a:pt x="101" y="38"/>
                </a:lnTo>
                <a:close/>
                <a:moveTo>
                  <a:pt x="71" y="58"/>
                </a:moveTo>
                <a:lnTo>
                  <a:pt x="70" y="68"/>
                </a:lnTo>
                <a:lnTo>
                  <a:pt x="69" y="72"/>
                </a:lnTo>
                <a:lnTo>
                  <a:pt x="68" y="76"/>
                </a:lnTo>
                <a:lnTo>
                  <a:pt x="67" y="79"/>
                </a:lnTo>
                <a:lnTo>
                  <a:pt x="66" y="83"/>
                </a:lnTo>
                <a:lnTo>
                  <a:pt x="64" y="86"/>
                </a:lnTo>
                <a:lnTo>
                  <a:pt x="63" y="88"/>
                </a:lnTo>
                <a:lnTo>
                  <a:pt x="61" y="91"/>
                </a:lnTo>
                <a:lnTo>
                  <a:pt x="60" y="92"/>
                </a:lnTo>
                <a:lnTo>
                  <a:pt x="58" y="94"/>
                </a:lnTo>
                <a:lnTo>
                  <a:pt x="56" y="95"/>
                </a:lnTo>
                <a:lnTo>
                  <a:pt x="53" y="95"/>
                </a:lnTo>
                <a:lnTo>
                  <a:pt x="52" y="95"/>
                </a:lnTo>
                <a:lnTo>
                  <a:pt x="49" y="95"/>
                </a:lnTo>
                <a:lnTo>
                  <a:pt x="47" y="95"/>
                </a:lnTo>
                <a:lnTo>
                  <a:pt x="44" y="94"/>
                </a:lnTo>
                <a:lnTo>
                  <a:pt x="42" y="93"/>
                </a:lnTo>
                <a:lnTo>
                  <a:pt x="40" y="91"/>
                </a:lnTo>
                <a:lnTo>
                  <a:pt x="39" y="90"/>
                </a:lnTo>
                <a:lnTo>
                  <a:pt x="37" y="87"/>
                </a:lnTo>
                <a:lnTo>
                  <a:pt x="36" y="85"/>
                </a:lnTo>
                <a:lnTo>
                  <a:pt x="35" y="83"/>
                </a:lnTo>
                <a:lnTo>
                  <a:pt x="34" y="79"/>
                </a:lnTo>
                <a:lnTo>
                  <a:pt x="33" y="75"/>
                </a:lnTo>
                <a:lnTo>
                  <a:pt x="32" y="72"/>
                </a:lnTo>
                <a:lnTo>
                  <a:pt x="32" y="68"/>
                </a:lnTo>
                <a:lnTo>
                  <a:pt x="31" y="63"/>
                </a:lnTo>
                <a:lnTo>
                  <a:pt x="31" y="59"/>
                </a:lnTo>
                <a:lnTo>
                  <a:pt x="31" y="54"/>
                </a:lnTo>
                <a:lnTo>
                  <a:pt x="31" y="49"/>
                </a:lnTo>
                <a:lnTo>
                  <a:pt x="31" y="43"/>
                </a:lnTo>
                <a:lnTo>
                  <a:pt x="32" y="38"/>
                </a:lnTo>
                <a:lnTo>
                  <a:pt x="32" y="34"/>
                </a:lnTo>
                <a:lnTo>
                  <a:pt x="33" y="30"/>
                </a:lnTo>
                <a:lnTo>
                  <a:pt x="34" y="27"/>
                </a:lnTo>
                <a:lnTo>
                  <a:pt x="35" y="23"/>
                </a:lnTo>
                <a:lnTo>
                  <a:pt x="36" y="21"/>
                </a:lnTo>
                <a:lnTo>
                  <a:pt x="38" y="18"/>
                </a:lnTo>
                <a:lnTo>
                  <a:pt x="39" y="16"/>
                </a:lnTo>
                <a:lnTo>
                  <a:pt x="41" y="14"/>
                </a:lnTo>
                <a:lnTo>
                  <a:pt x="43" y="12"/>
                </a:lnTo>
                <a:lnTo>
                  <a:pt x="45" y="10"/>
                </a:lnTo>
                <a:lnTo>
                  <a:pt x="48" y="10"/>
                </a:lnTo>
                <a:lnTo>
                  <a:pt x="50" y="9"/>
                </a:lnTo>
                <a:lnTo>
                  <a:pt x="52" y="9"/>
                </a:lnTo>
                <a:lnTo>
                  <a:pt x="55" y="9"/>
                </a:lnTo>
                <a:lnTo>
                  <a:pt x="56" y="10"/>
                </a:lnTo>
                <a:lnTo>
                  <a:pt x="59" y="10"/>
                </a:lnTo>
                <a:lnTo>
                  <a:pt x="60" y="11"/>
                </a:lnTo>
                <a:lnTo>
                  <a:pt x="62" y="13"/>
                </a:lnTo>
                <a:lnTo>
                  <a:pt x="64" y="14"/>
                </a:lnTo>
                <a:lnTo>
                  <a:pt x="65" y="16"/>
                </a:lnTo>
                <a:lnTo>
                  <a:pt x="66" y="18"/>
                </a:lnTo>
                <a:lnTo>
                  <a:pt x="68" y="22"/>
                </a:lnTo>
                <a:lnTo>
                  <a:pt x="68" y="24"/>
                </a:lnTo>
                <a:lnTo>
                  <a:pt x="69" y="27"/>
                </a:lnTo>
                <a:lnTo>
                  <a:pt x="70" y="30"/>
                </a:lnTo>
                <a:lnTo>
                  <a:pt x="72" y="38"/>
                </a:lnTo>
                <a:lnTo>
                  <a:pt x="72" y="47"/>
                </a:lnTo>
                <a:lnTo>
                  <a:pt x="71" y="58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ctr">
            <a:noAutofit/>
          </a:bodyPr>
          <a:lstStyle/>
          <a:p>
            <a:endParaRPr/>
          </a:p>
        </p:txBody>
      </p:sp>
      <p:sp>
        <p:nvSpPr>
          <p:cNvPr id="602" name="iṩ1ïḑé">
            <a:extLst>
              <a:ext uri="{FF2B5EF4-FFF2-40B4-BE49-F238E27FC236}">
                <a16:creationId xmlns:a16="http://schemas.microsoft.com/office/drawing/2014/main" id="{EDF38131-FC49-4966-B233-575C9FD8E0E3}"/>
              </a:ext>
            </a:extLst>
          </p:cNvPr>
          <p:cNvSpPr>
            <a:spLocks noGrp="1"/>
          </p:cNvSpPr>
          <p:nvPr/>
        </p:nvSpPr>
        <p:spPr>
          <a:xfrm>
            <a:off x="2868480" y="955440"/>
            <a:ext cx="41400" cy="67680"/>
          </a:xfrm>
          <a:custGeom>
            <a:avLst/>
            <a:gdLst>
              <a:gd name="textAreaLeft" fmla="*/ 0 w 41400"/>
              <a:gd name="textAreaRight" fmla="*/ 41760 w 41400"/>
              <a:gd name="textAreaTop" fmla="*/ 0 h 67680"/>
              <a:gd name="textAreaBottom" fmla="*/ 68040 h 67680"/>
              <a:gd name="GluePoint1X" fmla="*/ 90 w 96"/>
              <a:gd name="GluePoint1Y" fmla="*/ 95 h 156"/>
              <a:gd name="GluePoint2X" fmla="*/ 79 w 96"/>
              <a:gd name="GluePoint2Y" fmla="*/ 88 h 156"/>
              <a:gd name="GluePoint3X" fmla="*/ 48 w 96"/>
              <a:gd name="GluePoint3Y" fmla="*/ 85 h 156"/>
              <a:gd name="GluePoint4X" fmla="*/ 34 w 96"/>
              <a:gd name="GluePoint4Y" fmla="*/ 82 h 156"/>
              <a:gd name="GluePoint5X" fmla="*/ 30 w 96"/>
              <a:gd name="GluePoint5Y" fmla="*/ 75 h 156"/>
              <a:gd name="GluePoint6X" fmla="*/ 33 w 96"/>
              <a:gd name="GluePoint6Y" fmla="*/ 70 h 156"/>
              <a:gd name="GluePoint7X" fmla="*/ 41 w 96"/>
              <a:gd name="GluePoint7Y" fmla="*/ 67 h 156"/>
              <a:gd name="GluePoint8X" fmla="*/ 57 w 96"/>
              <a:gd name="GluePoint8Y" fmla="*/ 66 h 156"/>
              <a:gd name="GluePoint9X" fmla="*/ 74 w 96"/>
              <a:gd name="GluePoint9Y" fmla="*/ 58 h 156"/>
              <a:gd name="GluePoint10X" fmla="*/ 84 w 96"/>
              <a:gd name="GluePoint10Y" fmla="*/ 44 h 156"/>
              <a:gd name="GluePoint11X" fmla="*/ 86 w 96"/>
              <a:gd name="GluePoint11Y" fmla="*/ 26 h 156"/>
              <a:gd name="GluePoint12X" fmla="*/ 78 w 96"/>
              <a:gd name="GluePoint12Y" fmla="*/ 12 h 156"/>
              <a:gd name="GluePoint13X" fmla="*/ 64 w 96"/>
              <a:gd name="GluePoint13Y" fmla="*/ 1 h 156"/>
              <a:gd name="GluePoint14X" fmla="*/ 48 w 96"/>
              <a:gd name="GluePoint14Y" fmla="*/ 0 h 156"/>
              <a:gd name="GluePoint15X" fmla="*/ 23 w 96"/>
              <a:gd name="GluePoint15Y" fmla="*/ 3 h 156"/>
              <a:gd name="GluePoint16X" fmla="*/ 7 w 96"/>
              <a:gd name="GluePoint16Y" fmla="*/ 12 h 156"/>
              <a:gd name="GluePoint17X" fmla="*/ 1 w 96"/>
              <a:gd name="GluePoint17Y" fmla="*/ 28 h 156"/>
              <a:gd name="GluePoint18X" fmla="*/ 2 w 96"/>
              <a:gd name="GluePoint18Y" fmla="*/ 44 h 156"/>
              <a:gd name="GluePoint19X" fmla="*/ 9 w 96"/>
              <a:gd name="GluePoint19Y" fmla="*/ 56 h 156"/>
              <a:gd name="GluePoint20X" fmla="*/ 21 w 96"/>
              <a:gd name="GluePoint20Y" fmla="*/ 63 h 156"/>
              <a:gd name="GluePoint21X" fmla="*/ 17 w 96"/>
              <a:gd name="GluePoint21Y" fmla="*/ 70 h 156"/>
              <a:gd name="GluePoint22X" fmla="*/ 8 w 96"/>
              <a:gd name="GluePoint22Y" fmla="*/ 84 h 156"/>
              <a:gd name="GluePoint23X" fmla="*/ 10 w 96"/>
              <a:gd name="GluePoint23Y" fmla="*/ 97 h 156"/>
              <a:gd name="GluePoint24X" fmla="*/ 20 w 96"/>
              <a:gd name="GluePoint24Y" fmla="*/ 103 h 156"/>
              <a:gd name="GluePoint25X" fmla="*/ 4 w 96"/>
              <a:gd name="GluePoint25Y" fmla="*/ 113 h 156"/>
              <a:gd name="GluePoint26X" fmla="*/ 0 w 96"/>
              <a:gd name="GluePoint26Y" fmla="*/ 131 h 156"/>
              <a:gd name="GluePoint27X" fmla="*/ 6 w 96"/>
              <a:gd name="GluePoint27Y" fmla="*/ 144 h 156"/>
              <a:gd name="GluePoint28X" fmla="*/ 20 w 96"/>
              <a:gd name="GluePoint28Y" fmla="*/ 152 h 156"/>
              <a:gd name="GluePoint29X" fmla="*/ 42 w 96"/>
              <a:gd name="GluePoint29Y" fmla="*/ 156 h 156"/>
              <a:gd name="GluePoint30X" fmla="*/ 70 w 96"/>
              <a:gd name="GluePoint30Y" fmla="*/ 150 h 156"/>
              <a:gd name="GluePoint31X" fmla="*/ 87 w 96"/>
              <a:gd name="GluePoint31Y" fmla="*/ 137 h 156"/>
              <a:gd name="GluePoint32X" fmla="*/ 95 w 96"/>
              <a:gd name="GluePoint32Y" fmla="*/ 116 h 156"/>
              <a:gd name="GluePoint33X" fmla="*/ 30 w 96"/>
              <a:gd name="GluePoint33Y" fmla="*/ 29 h 156"/>
              <a:gd name="GluePoint34X" fmla="*/ 34 w 96"/>
              <a:gd name="GluePoint34Y" fmla="*/ 14 h 156"/>
              <a:gd name="GluePoint35X" fmla="*/ 40 w 96"/>
              <a:gd name="GluePoint35Y" fmla="*/ 9 h 156"/>
              <a:gd name="GluePoint36X" fmla="*/ 47 w 96"/>
              <a:gd name="GluePoint36Y" fmla="*/ 8 h 156"/>
              <a:gd name="GluePoint37X" fmla="*/ 53 w 96"/>
              <a:gd name="GluePoint37Y" fmla="*/ 12 h 156"/>
              <a:gd name="GluePoint38X" fmla="*/ 58 w 96"/>
              <a:gd name="GluePoint38Y" fmla="*/ 31 h 156"/>
              <a:gd name="GluePoint39X" fmla="*/ 53 w 96"/>
              <a:gd name="GluePoint39Y" fmla="*/ 55 h 156"/>
              <a:gd name="GluePoint40X" fmla="*/ 47 w 96"/>
              <a:gd name="GluePoint40Y" fmla="*/ 59 h 156"/>
              <a:gd name="GluePoint41X" fmla="*/ 39 w 96"/>
              <a:gd name="GluePoint41Y" fmla="*/ 59 h 156"/>
              <a:gd name="GluePoint42X" fmla="*/ 34 w 96"/>
              <a:gd name="GluePoint42Y" fmla="*/ 54 h 156"/>
              <a:gd name="GluePoint43X" fmla="*/ 30 w 96"/>
              <a:gd name="GluePoint43Y" fmla="*/ 29 h 156"/>
              <a:gd name="GluePoint44X" fmla="*/ 70 w 96"/>
              <a:gd name="GluePoint44Y" fmla="*/ 131 h 156"/>
              <a:gd name="GluePoint45X" fmla="*/ 64 w 96"/>
              <a:gd name="GluePoint45Y" fmla="*/ 140 h 156"/>
              <a:gd name="GluePoint46X" fmla="*/ 54 w 96"/>
              <a:gd name="GluePoint46Y" fmla="*/ 146 h 156"/>
              <a:gd name="GluePoint47X" fmla="*/ 41 w 96"/>
              <a:gd name="GluePoint47Y" fmla="*/ 146 h 156"/>
              <a:gd name="GluePoint48X" fmla="*/ 28 w 96"/>
              <a:gd name="GluePoint48Y" fmla="*/ 142 h 156"/>
              <a:gd name="GluePoint49X" fmla="*/ 21 w 96"/>
              <a:gd name="GluePoint49Y" fmla="*/ 133 h 156"/>
              <a:gd name="GluePoint50X" fmla="*/ 18 w 96"/>
              <a:gd name="GluePoint50Y" fmla="*/ 121 h 156"/>
              <a:gd name="GluePoint51X" fmla="*/ 20 w 96"/>
              <a:gd name="GluePoint51Y" fmla="*/ 112 h 156"/>
              <a:gd name="GluePoint52X" fmla="*/ 25 w 96"/>
              <a:gd name="GluePoint52Y" fmla="*/ 107 h 156"/>
              <a:gd name="GluePoint53X" fmla="*/ 42 w 96"/>
              <a:gd name="GluePoint53Y" fmla="*/ 103 h 156"/>
              <a:gd name="GluePoint54X" fmla="*/ 58 w 96"/>
              <a:gd name="GluePoint54Y" fmla="*/ 105 h 156"/>
              <a:gd name="GluePoint55X" fmla="*/ 68 w 96"/>
              <a:gd name="GluePoint55Y" fmla="*/ 111 h 156"/>
              <a:gd name="GluePoint56X" fmla="*/ 72 w 96"/>
              <a:gd name="GluePoint56Y" fmla="*/ 122 h 156"/>
            </a:gdLst>
            <a:ahLst/>
            <a:cxnLst/>
            <a:rect l="textAreaLeft" t="textAreaTop" r="textAreaRight" b="textAreaBottom"/>
            <a:pathLst>
              <a:path w="96" h="156">
                <a:moveTo>
                  <a:pt x="95" y="103"/>
                </a:moveTo>
                <a:lnTo>
                  <a:pt x="94" y="101"/>
                </a:lnTo>
                <a:lnTo>
                  <a:pt x="93" y="99"/>
                </a:lnTo>
                <a:lnTo>
                  <a:pt x="91" y="96"/>
                </a:lnTo>
                <a:lnTo>
                  <a:pt x="90" y="95"/>
                </a:lnTo>
                <a:lnTo>
                  <a:pt x="88" y="93"/>
                </a:lnTo>
                <a:lnTo>
                  <a:pt x="86" y="91"/>
                </a:lnTo>
                <a:lnTo>
                  <a:pt x="84" y="91"/>
                </a:lnTo>
                <a:lnTo>
                  <a:pt x="82" y="89"/>
                </a:lnTo>
                <a:lnTo>
                  <a:pt x="79" y="88"/>
                </a:lnTo>
                <a:lnTo>
                  <a:pt x="76" y="87"/>
                </a:lnTo>
                <a:lnTo>
                  <a:pt x="73" y="87"/>
                </a:lnTo>
                <a:lnTo>
                  <a:pt x="70" y="86"/>
                </a:lnTo>
                <a:lnTo>
                  <a:pt x="66" y="86"/>
                </a:lnTo>
                <a:lnTo>
                  <a:pt x="48" y="85"/>
                </a:lnTo>
                <a:lnTo>
                  <a:pt x="43" y="85"/>
                </a:lnTo>
                <a:lnTo>
                  <a:pt x="40" y="85"/>
                </a:lnTo>
                <a:lnTo>
                  <a:pt x="37" y="84"/>
                </a:lnTo>
                <a:lnTo>
                  <a:pt x="34" y="83"/>
                </a:lnTo>
                <a:lnTo>
                  <a:pt x="34" y="82"/>
                </a:lnTo>
                <a:lnTo>
                  <a:pt x="33" y="81"/>
                </a:lnTo>
                <a:lnTo>
                  <a:pt x="32" y="80"/>
                </a:lnTo>
                <a:lnTo>
                  <a:pt x="31" y="79"/>
                </a:lnTo>
                <a:lnTo>
                  <a:pt x="30" y="77"/>
                </a:lnTo>
                <a:lnTo>
                  <a:pt x="30" y="75"/>
                </a:lnTo>
                <a:lnTo>
                  <a:pt x="30" y="74"/>
                </a:lnTo>
                <a:lnTo>
                  <a:pt x="30" y="72"/>
                </a:lnTo>
                <a:lnTo>
                  <a:pt x="31" y="71"/>
                </a:lnTo>
                <a:lnTo>
                  <a:pt x="32" y="70"/>
                </a:lnTo>
                <a:lnTo>
                  <a:pt x="33" y="70"/>
                </a:lnTo>
                <a:lnTo>
                  <a:pt x="33" y="68"/>
                </a:lnTo>
                <a:lnTo>
                  <a:pt x="34" y="68"/>
                </a:lnTo>
                <a:lnTo>
                  <a:pt x="35" y="67"/>
                </a:lnTo>
                <a:lnTo>
                  <a:pt x="38" y="67"/>
                </a:lnTo>
                <a:lnTo>
                  <a:pt x="41" y="67"/>
                </a:lnTo>
                <a:lnTo>
                  <a:pt x="42" y="67"/>
                </a:lnTo>
                <a:lnTo>
                  <a:pt x="42" y="67"/>
                </a:lnTo>
                <a:lnTo>
                  <a:pt x="47" y="67"/>
                </a:lnTo>
                <a:lnTo>
                  <a:pt x="52" y="67"/>
                </a:lnTo>
                <a:lnTo>
                  <a:pt x="57" y="66"/>
                </a:lnTo>
                <a:lnTo>
                  <a:pt x="61" y="64"/>
                </a:lnTo>
                <a:lnTo>
                  <a:pt x="65" y="63"/>
                </a:lnTo>
                <a:lnTo>
                  <a:pt x="68" y="62"/>
                </a:lnTo>
                <a:lnTo>
                  <a:pt x="71" y="60"/>
                </a:lnTo>
                <a:lnTo>
                  <a:pt x="74" y="58"/>
                </a:lnTo>
                <a:lnTo>
                  <a:pt x="77" y="55"/>
                </a:lnTo>
                <a:lnTo>
                  <a:pt x="79" y="53"/>
                </a:lnTo>
                <a:lnTo>
                  <a:pt x="81" y="51"/>
                </a:lnTo>
                <a:lnTo>
                  <a:pt x="82" y="47"/>
                </a:lnTo>
                <a:lnTo>
                  <a:pt x="84" y="44"/>
                </a:lnTo>
                <a:lnTo>
                  <a:pt x="85" y="40"/>
                </a:lnTo>
                <a:lnTo>
                  <a:pt x="86" y="37"/>
                </a:lnTo>
                <a:lnTo>
                  <a:pt x="86" y="33"/>
                </a:lnTo>
                <a:lnTo>
                  <a:pt x="86" y="29"/>
                </a:lnTo>
                <a:lnTo>
                  <a:pt x="86" y="26"/>
                </a:lnTo>
                <a:lnTo>
                  <a:pt x="85" y="23"/>
                </a:lnTo>
                <a:lnTo>
                  <a:pt x="84" y="20"/>
                </a:lnTo>
                <a:lnTo>
                  <a:pt x="82" y="17"/>
                </a:lnTo>
                <a:lnTo>
                  <a:pt x="80" y="14"/>
                </a:lnTo>
                <a:lnTo>
                  <a:pt x="78" y="12"/>
                </a:lnTo>
                <a:lnTo>
                  <a:pt x="75" y="10"/>
                </a:lnTo>
                <a:lnTo>
                  <a:pt x="94" y="10"/>
                </a:lnTo>
                <a:lnTo>
                  <a:pt x="94" y="1"/>
                </a:lnTo>
                <a:lnTo>
                  <a:pt x="70" y="1"/>
                </a:lnTo>
                <a:lnTo>
                  <a:pt x="64" y="1"/>
                </a:lnTo>
                <a:lnTo>
                  <a:pt x="59" y="1"/>
                </a:lnTo>
                <a:lnTo>
                  <a:pt x="57" y="1"/>
                </a:lnTo>
                <a:lnTo>
                  <a:pt x="54" y="0"/>
                </a:lnTo>
                <a:lnTo>
                  <a:pt x="51" y="0"/>
                </a:lnTo>
                <a:lnTo>
                  <a:pt x="48" y="0"/>
                </a:lnTo>
                <a:lnTo>
                  <a:pt x="42" y="0"/>
                </a:lnTo>
                <a:lnTo>
                  <a:pt x="37" y="1"/>
                </a:lnTo>
                <a:lnTo>
                  <a:pt x="32" y="1"/>
                </a:lnTo>
                <a:lnTo>
                  <a:pt x="27" y="2"/>
                </a:lnTo>
                <a:lnTo>
                  <a:pt x="23" y="3"/>
                </a:lnTo>
                <a:lnTo>
                  <a:pt x="19" y="5"/>
                </a:lnTo>
                <a:lnTo>
                  <a:pt x="15" y="6"/>
                </a:lnTo>
                <a:lnTo>
                  <a:pt x="13" y="8"/>
                </a:lnTo>
                <a:lnTo>
                  <a:pt x="10" y="10"/>
                </a:lnTo>
                <a:lnTo>
                  <a:pt x="7" y="12"/>
                </a:lnTo>
                <a:lnTo>
                  <a:pt x="5" y="15"/>
                </a:lnTo>
                <a:lnTo>
                  <a:pt x="4" y="18"/>
                </a:lnTo>
                <a:lnTo>
                  <a:pt x="2" y="21"/>
                </a:lnTo>
                <a:lnTo>
                  <a:pt x="1" y="24"/>
                </a:lnTo>
                <a:lnTo>
                  <a:pt x="1" y="28"/>
                </a:lnTo>
                <a:lnTo>
                  <a:pt x="1" y="32"/>
                </a:lnTo>
                <a:lnTo>
                  <a:pt x="1" y="35"/>
                </a:lnTo>
                <a:lnTo>
                  <a:pt x="1" y="38"/>
                </a:lnTo>
                <a:lnTo>
                  <a:pt x="2" y="42"/>
                </a:lnTo>
                <a:lnTo>
                  <a:pt x="2" y="44"/>
                </a:lnTo>
                <a:lnTo>
                  <a:pt x="3" y="47"/>
                </a:lnTo>
                <a:lnTo>
                  <a:pt x="5" y="50"/>
                </a:lnTo>
                <a:lnTo>
                  <a:pt x="6" y="52"/>
                </a:lnTo>
                <a:lnTo>
                  <a:pt x="7" y="54"/>
                </a:lnTo>
                <a:lnTo>
                  <a:pt x="9" y="56"/>
                </a:lnTo>
                <a:lnTo>
                  <a:pt x="11" y="58"/>
                </a:lnTo>
                <a:lnTo>
                  <a:pt x="13" y="59"/>
                </a:lnTo>
                <a:lnTo>
                  <a:pt x="15" y="61"/>
                </a:lnTo>
                <a:lnTo>
                  <a:pt x="18" y="63"/>
                </a:lnTo>
                <a:lnTo>
                  <a:pt x="21" y="63"/>
                </a:lnTo>
                <a:lnTo>
                  <a:pt x="24" y="64"/>
                </a:lnTo>
                <a:lnTo>
                  <a:pt x="27" y="65"/>
                </a:lnTo>
                <a:lnTo>
                  <a:pt x="24" y="67"/>
                </a:lnTo>
                <a:lnTo>
                  <a:pt x="21" y="68"/>
                </a:lnTo>
                <a:lnTo>
                  <a:pt x="17" y="70"/>
                </a:lnTo>
                <a:lnTo>
                  <a:pt x="14" y="72"/>
                </a:lnTo>
                <a:lnTo>
                  <a:pt x="12" y="75"/>
                </a:lnTo>
                <a:lnTo>
                  <a:pt x="10" y="78"/>
                </a:lnTo>
                <a:lnTo>
                  <a:pt x="9" y="81"/>
                </a:lnTo>
                <a:lnTo>
                  <a:pt x="8" y="84"/>
                </a:lnTo>
                <a:lnTo>
                  <a:pt x="8" y="87"/>
                </a:lnTo>
                <a:lnTo>
                  <a:pt x="8" y="91"/>
                </a:lnTo>
                <a:lnTo>
                  <a:pt x="9" y="93"/>
                </a:lnTo>
                <a:lnTo>
                  <a:pt x="9" y="95"/>
                </a:lnTo>
                <a:lnTo>
                  <a:pt x="10" y="97"/>
                </a:lnTo>
                <a:lnTo>
                  <a:pt x="12" y="99"/>
                </a:lnTo>
                <a:lnTo>
                  <a:pt x="13" y="100"/>
                </a:lnTo>
                <a:lnTo>
                  <a:pt x="16" y="102"/>
                </a:lnTo>
                <a:lnTo>
                  <a:pt x="18" y="102"/>
                </a:lnTo>
                <a:lnTo>
                  <a:pt x="20" y="103"/>
                </a:lnTo>
                <a:lnTo>
                  <a:pt x="17" y="104"/>
                </a:lnTo>
                <a:lnTo>
                  <a:pt x="13" y="106"/>
                </a:lnTo>
                <a:lnTo>
                  <a:pt x="9" y="108"/>
                </a:lnTo>
                <a:lnTo>
                  <a:pt x="6" y="111"/>
                </a:lnTo>
                <a:lnTo>
                  <a:pt x="4" y="113"/>
                </a:lnTo>
                <a:lnTo>
                  <a:pt x="2" y="116"/>
                </a:lnTo>
                <a:lnTo>
                  <a:pt x="1" y="120"/>
                </a:lnTo>
                <a:lnTo>
                  <a:pt x="0" y="123"/>
                </a:lnTo>
                <a:lnTo>
                  <a:pt x="0" y="128"/>
                </a:lnTo>
                <a:lnTo>
                  <a:pt x="0" y="131"/>
                </a:lnTo>
                <a:lnTo>
                  <a:pt x="1" y="135"/>
                </a:lnTo>
                <a:lnTo>
                  <a:pt x="1" y="137"/>
                </a:lnTo>
                <a:lnTo>
                  <a:pt x="2" y="139"/>
                </a:lnTo>
                <a:lnTo>
                  <a:pt x="4" y="142"/>
                </a:lnTo>
                <a:lnTo>
                  <a:pt x="6" y="144"/>
                </a:lnTo>
                <a:lnTo>
                  <a:pt x="8" y="146"/>
                </a:lnTo>
                <a:lnTo>
                  <a:pt x="10" y="147"/>
                </a:lnTo>
                <a:lnTo>
                  <a:pt x="13" y="150"/>
                </a:lnTo>
                <a:lnTo>
                  <a:pt x="16" y="151"/>
                </a:lnTo>
                <a:lnTo>
                  <a:pt x="20" y="152"/>
                </a:lnTo>
                <a:lnTo>
                  <a:pt x="23" y="153"/>
                </a:lnTo>
                <a:lnTo>
                  <a:pt x="27" y="155"/>
                </a:lnTo>
                <a:lnTo>
                  <a:pt x="32" y="155"/>
                </a:lnTo>
                <a:lnTo>
                  <a:pt x="36" y="155"/>
                </a:lnTo>
                <a:lnTo>
                  <a:pt x="42" y="156"/>
                </a:lnTo>
                <a:lnTo>
                  <a:pt x="47" y="155"/>
                </a:lnTo>
                <a:lnTo>
                  <a:pt x="54" y="155"/>
                </a:lnTo>
                <a:lnTo>
                  <a:pt x="59" y="153"/>
                </a:lnTo>
                <a:lnTo>
                  <a:pt x="64" y="151"/>
                </a:lnTo>
                <a:lnTo>
                  <a:pt x="70" y="150"/>
                </a:lnTo>
                <a:lnTo>
                  <a:pt x="74" y="148"/>
                </a:lnTo>
                <a:lnTo>
                  <a:pt x="78" y="146"/>
                </a:lnTo>
                <a:lnTo>
                  <a:pt x="81" y="143"/>
                </a:lnTo>
                <a:lnTo>
                  <a:pt x="84" y="140"/>
                </a:lnTo>
                <a:lnTo>
                  <a:pt x="87" y="137"/>
                </a:lnTo>
                <a:lnTo>
                  <a:pt x="90" y="133"/>
                </a:lnTo>
                <a:lnTo>
                  <a:pt x="91" y="129"/>
                </a:lnTo>
                <a:lnTo>
                  <a:pt x="94" y="126"/>
                </a:lnTo>
                <a:lnTo>
                  <a:pt x="94" y="121"/>
                </a:lnTo>
                <a:lnTo>
                  <a:pt x="95" y="116"/>
                </a:lnTo>
                <a:lnTo>
                  <a:pt x="96" y="111"/>
                </a:lnTo>
                <a:lnTo>
                  <a:pt x="96" y="108"/>
                </a:lnTo>
                <a:lnTo>
                  <a:pt x="95" y="105"/>
                </a:lnTo>
                <a:lnTo>
                  <a:pt x="95" y="103"/>
                </a:lnTo>
                <a:close/>
                <a:moveTo>
                  <a:pt x="30" y="29"/>
                </a:moveTo>
                <a:lnTo>
                  <a:pt x="31" y="23"/>
                </a:lnTo>
                <a:lnTo>
                  <a:pt x="32" y="21"/>
                </a:lnTo>
                <a:lnTo>
                  <a:pt x="32" y="18"/>
                </a:lnTo>
                <a:lnTo>
                  <a:pt x="33" y="16"/>
                </a:lnTo>
                <a:lnTo>
                  <a:pt x="34" y="14"/>
                </a:lnTo>
                <a:lnTo>
                  <a:pt x="34" y="13"/>
                </a:lnTo>
                <a:lnTo>
                  <a:pt x="36" y="11"/>
                </a:lnTo>
                <a:lnTo>
                  <a:pt x="37" y="10"/>
                </a:lnTo>
                <a:lnTo>
                  <a:pt x="38" y="10"/>
                </a:lnTo>
                <a:lnTo>
                  <a:pt x="40" y="9"/>
                </a:lnTo>
                <a:lnTo>
                  <a:pt x="42" y="8"/>
                </a:lnTo>
                <a:lnTo>
                  <a:pt x="43" y="7"/>
                </a:lnTo>
                <a:lnTo>
                  <a:pt x="45" y="7"/>
                </a:lnTo>
                <a:lnTo>
                  <a:pt x="46" y="7"/>
                </a:lnTo>
                <a:lnTo>
                  <a:pt x="47" y="8"/>
                </a:lnTo>
                <a:lnTo>
                  <a:pt x="49" y="9"/>
                </a:lnTo>
                <a:lnTo>
                  <a:pt x="50" y="9"/>
                </a:lnTo>
                <a:lnTo>
                  <a:pt x="51" y="10"/>
                </a:lnTo>
                <a:lnTo>
                  <a:pt x="52" y="11"/>
                </a:lnTo>
                <a:lnTo>
                  <a:pt x="53" y="12"/>
                </a:lnTo>
                <a:lnTo>
                  <a:pt x="54" y="14"/>
                </a:lnTo>
                <a:lnTo>
                  <a:pt x="55" y="17"/>
                </a:lnTo>
                <a:lnTo>
                  <a:pt x="56" y="21"/>
                </a:lnTo>
                <a:lnTo>
                  <a:pt x="58" y="26"/>
                </a:lnTo>
                <a:lnTo>
                  <a:pt x="58" y="31"/>
                </a:lnTo>
                <a:lnTo>
                  <a:pt x="58" y="38"/>
                </a:lnTo>
                <a:lnTo>
                  <a:pt x="57" y="43"/>
                </a:lnTo>
                <a:lnTo>
                  <a:pt x="56" y="48"/>
                </a:lnTo>
                <a:lnTo>
                  <a:pt x="54" y="52"/>
                </a:lnTo>
                <a:lnTo>
                  <a:pt x="53" y="55"/>
                </a:lnTo>
                <a:lnTo>
                  <a:pt x="52" y="55"/>
                </a:lnTo>
                <a:lnTo>
                  <a:pt x="51" y="57"/>
                </a:lnTo>
                <a:lnTo>
                  <a:pt x="50" y="58"/>
                </a:lnTo>
                <a:lnTo>
                  <a:pt x="49" y="59"/>
                </a:lnTo>
                <a:lnTo>
                  <a:pt x="47" y="59"/>
                </a:lnTo>
                <a:lnTo>
                  <a:pt x="46" y="59"/>
                </a:lnTo>
                <a:lnTo>
                  <a:pt x="44" y="59"/>
                </a:lnTo>
                <a:lnTo>
                  <a:pt x="42" y="59"/>
                </a:lnTo>
                <a:lnTo>
                  <a:pt x="41" y="59"/>
                </a:lnTo>
                <a:lnTo>
                  <a:pt x="39" y="59"/>
                </a:lnTo>
                <a:lnTo>
                  <a:pt x="38" y="58"/>
                </a:lnTo>
                <a:lnTo>
                  <a:pt x="37" y="57"/>
                </a:lnTo>
                <a:lnTo>
                  <a:pt x="36" y="56"/>
                </a:lnTo>
                <a:lnTo>
                  <a:pt x="35" y="55"/>
                </a:lnTo>
                <a:lnTo>
                  <a:pt x="34" y="54"/>
                </a:lnTo>
                <a:lnTo>
                  <a:pt x="33" y="50"/>
                </a:lnTo>
                <a:lnTo>
                  <a:pt x="32" y="46"/>
                </a:lnTo>
                <a:lnTo>
                  <a:pt x="31" y="41"/>
                </a:lnTo>
                <a:lnTo>
                  <a:pt x="30" y="35"/>
                </a:lnTo>
                <a:lnTo>
                  <a:pt x="30" y="29"/>
                </a:lnTo>
                <a:close/>
                <a:moveTo>
                  <a:pt x="72" y="122"/>
                </a:moveTo>
                <a:lnTo>
                  <a:pt x="72" y="124"/>
                </a:lnTo>
                <a:lnTo>
                  <a:pt x="72" y="127"/>
                </a:lnTo>
                <a:lnTo>
                  <a:pt x="71" y="129"/>
                </a:lnTo>
                <a:lnTo>
                  <a:pt x="70" y="131"/>
                </a:lnTo>
                <a:lnTo>
                  <a:pt x="70" y="133"/>
                </a:lnTo>
                <a:lnTo>
                  <a:pt x="69" y="135"/>
                </a:lnTo>
                <a:lnTo>
                  <a:pt x="67" y="137"/>
                </a:lnTo>
                <a:lnTo>
                  <a:pt x="66" y="139"/>
                </a:lnTo>
                <a:lnTo>
                  <a:pt x="64" y="140"/>
                </a:lnTo>
                <a:lnTo>
                  <a:pt x="62" y="142"/>
                </a:lnTo>
                <a:lnTo>
                  <a:pt x="61" y="143"/>
                </a:lnTo>
                <a:lnTo>
                  <a:pt x="59" y="143"/>
                </a:lnTo>
                <a:lnTo>
                  <a:pt x="57" y="144"/>
                </a:lnTo>
                <a:lnTo>
                  <a:pt x="54" y="146"/>
                </a:lnTo>
                <a:lnTo>
                  <a:pt x="52" y="146"/>
                </a:lnTo>
                <a:lnTo>
                  <a:pt x="50" y="147"/>
                </a:lnTo>
                <a:lnTo>
                  <a:pt x="47" y="147"/>
                </a:lnTo>
                <a:lnTo>
                  <a:pt x="43" y="147"/>
                </a:lnTo>
                <a:lnTo>
                  <a:pt x="41" y="146"/>
                </a:lnTo>
                <a:lnTo>
                  <a:pt x="38" y="146"/>
                </a:lnTo>
                <a:lnTo>
                  <a:pt x="35" y="145"/>
                </a:lnTo>
                <a:lnTo>
                  <a:pt x="32" y="144"/>
                </a:lnTo>
                <a:lnTo>
                  <a:pt x="30" y="143"/>
                </a:lnTo>
                <a:lnTo>
                  <a:pt x="28" y="142"/>
                </a:lnTo>
                <a:lnTo>
                  <a:pt x="26" y="140"/>
                </a:lnTo>
                <a:lnTo>
                  <a:pt x="25" y="139"/>
                </a:lnTo>
                <a:lnTo>
                  <a:pt x="23" y="137"/>
                </a:lnTo>
                <a:lnTo>
                  <a:pt x="21" y="135"/>
                </a:lnTo>
                <a:lnTo>
                  <a:pt x="21" y="133"/>
                </a:lnTo>
                <a:lnTo>
                  <a:pt x="20" y="131"/>
                </a:lnTo>
                <a:lnTo>
                  <a:pt x="19" y="128"/>
                </a:lnTo>
                <a:lnTo>
                  <a:pt x="18" y="126"/>
                </a:lnTo>
                <a:lnTo>
                  <a:pt x="18" y="123"/>
                </a:lnTo>
                <a:lnTo>
                  <a:pt x="18" y="121"/>
                </a:lnTo>
                <a:lnTo>
                  <a:pt x="18" y="119"/>
                </a:lnTo>
                <a:lnTo>
                  <a:pt x="18" y="118"/>
                </a:lnTo>
                <a:lnTo>
                  <a:pt x="19" y="116"/>
                </a:lnTo>
                <a:lnTo>
                  <a:pt x="19" y="115"/>
                </a:lnTo>
                <a:lnTo>
                  <a:pt x="20" y="112"/>
                </a:lnTo>
                <a:lnTo>
                  <a:pt x="21" y="111"/>
                </a:lnTo>
                <a:lnTo>
                  <a:pt x="21" y="110"/>
                </a:lnTo>
                <a:lnTo>
                  <a:pt x="22" y="109"/>
                </a:lnTo>
                <a:lnTo>
                  <a:pt x="23" y="107"/>
                </a:lnTo>
                <a:lnTo>
                  <a:pt x="25" y="107"/>
                </a:lnTo>
                <a:lnTo>
                  <a:pt x="26" y="106"/>
                </a:lnTo>
                <a:lnTo>
                  <a:pt x="29" y="105"/>
                </a:lnTo>
                <a:lnTo>
                  <a:pt x="33" y="104"/>
                </a:lnTo>
                <a:lnTo>
                  <a:pt x="37" y="103"/>
                </a:lnTo>
                <a:lnTo>
                  <a:pt x="42" y="103"/>
                </a:lnTo>
                <a:lnTo>
                  <a:pt x="46" y="103"/>
                </a:lnTo>
                <a:lnTo>
                  <a:pt x="49" y="103"/>
                </a:lnTo>
                <a:lnTo>
                  <a:pt x="52" y="104"/>
                </a:lnTo>
                <a:lnTo>
                  <a:pt x="55" y="104"/>
                </a:lnTo>
                <a:lnTo>
                  <a:pt x="58" y="105"/>
                </a:lnTo>
                <a:lnTo>
                  <a:pt x="61" y="106"/>
                </a:lnTo>
                <a:lnTo>
                  <a:pt x="63" y="107"/>
                </a:lnTo>
                <a:lnTo>
                  <a:pt x="65" y="108"/>
                </a:lnTo>
                <a:lnTo>
                  <a:pt x="67" y="109"/>
                </a:lnTo>
                <a:lnTo>
                  <a:pt x="68" y="111"/>
                </a:lnTo>
                <a:lnTo>
                  <a:pt x="70" y="112"/>
                </a:lnTo>
                <a:lnTo>
                  <a:pt x="71" y="115"/>
                </a:lnTo>
                <a:lnTo>
                  <a:pt x="71" y="117"/>
                </a:lnTo>
                <a:lnTo>
                  <a:pt x="72" y="119"/>
                </a:lnTo>
                <a:lnTo>
                  <a:pt x="72" y="122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040" rIns="90000" bIns="23040" anchor="ctr">
            <a:noAutofit/>
          </a:bodyPr>
          <a:lstStyle/>
          <a:p>
            <a:endParaRPr/>
          </a:p>
        </p:txBody>
      </p:sp>
      <p:sp>
        <p:nvSpPr>
          <p:cNvPr id="603" name="iṧḷïḍe">
            <a:extLst>
              <a:ext uri="{FF2B5EF4-FFF2-40B4-BE49-F238E27FC236}">
                <a16:creationId xmlns:a16="http://schemas.microsoft.com/office/drawing/2014/main" id="{39A705BE-E38F-4ACC-94DD-779F215D0026}"/>
              </a:ext>
            </a:extLst>
          </p:cNvPr>
          <p:cNvSpPr>
            <a:spLocks noGrp="1"/>
          </p:cNvSpPr>
          <p:nvPr/>
        </p:nvSpPr>
        <p:spPr>
          <a:xfrm>
            <a:off x="2918160" y="956160"/>
            <a:ext cx="42480" cy="66600"/>
          </a:xfrm>
          <a:custGeom>
            <a:avLst/>
            <a:gdLst>
              <a:gd name="textAreaLeft" fmla="*/ 0 w 42480"/>
              <a:gd name="textAreaRight" fmla="*/ 42840 w 42480"/>
              <a:gd name="textAreaTop" fmla="*/ 0 h 66600"/>
              <a:gd name="textAreaBottom" fmla="*/ 66960 h 66600"/>
              <a:gd name="GluePoint1X" fmla="*/ 96 w 98"/>
              <a:gd name="GluePoint1Y" fmla="*/ 0 h 153"/>
              <a:gd name="GluePoint2X" fmla="*/ 93 w 98"/>
              <a:gd name="GluePoint2Y" fmla="*/ 0 h 153"/>
              <a:gd name="GluePoint3X" fmla="*/ 91 w 98"/>
              <a:gd name="GluePoint3Y" fmla="*/ 0 h 153"/>
              <a:gd name="GluePoint4X" fmla="*/ 89 w 98"/>
              <a:gd name="GluePoint4Y" fmla="*/ 0 h 153"/>
              <a:gd name="GluePoint5X" fmla="*/ 87 w 98"/>
              <a:gd name="GluePoint5Y" fmla="*/ 0 h 153"/>
              <a:gd name="GluePoint6X" fmla="*/ 85 w 98"/>
              <a:gd name="GluePoint6Y" fmla="*/ 0 h 153"/>
              <a:gd name="GluePoint7X" fmla="*/ 83 w 98"/>
              <a:gd name="GluePoint7Y" fmla="*/ 0 h 153"/>
              <a:gd name="GluePoint8X" fmla="*/ 81 w 98"/>
              <a:gd name="GluePoint8Y" fmla="*/ 0 h 153"/>
              <a:gd name="GluePoint9X" fmla="*/ 76 w 98"/>
              <a:gd name="GluePoint9Y" fmla="*/ 11 h 153"/>
              <a:gd name="GluePoint10X" fmla="*/ 72 w 98"/>
              <a:gd name="GluePoint10Y" fmla="*/ 21 h 153"/>
              <a:gd name="GluePoint11X" fmla="*/ 68 w 98"/>
              <a:gd name="GluePoint11Y" fmla="*/ 32 h 153"/>
              <a:gd name="GluePoint12X" fmla="*/ 64 w 98"/>
              <a:gd name="GluePoint12Y" fmla="*/ 44 h 153"/>
              <a:gd name="GluePoint13X" fmla="*/ 56 w 98"/>
              <a:gd name="GluePoint13Y" fmla="*/ 65 h 153"/>
              <a:gd name="GluePoint14X" fmla="*/ 55 w 98"/>
              <a:gd name="GluePoint14Y" fmla="*/ 62 h 153"/>
              <a:gd name="GluePoint15X" fmla="*/ 53 w 98"/>
              <a:gd name="GluePoint15Y" fmla="*/ 59 h 153"/>
              <a:gd name="GluePoint16X" fmla="*/ 52 w 98"/>
              <a:gd name="GluePoint16Y" fmla="*/ 55 h 153"/>
              <a:gd name="GluePoint17X" fmla="*/ 50 w 98"/>
              <a:gd name="GluePoint17Y" fmla="*/ 50 h 153"/>
              <a:gd name="GluePoint18X" fmla="*/ 47 w 98"/>
              <a:gd name="GluePoint18Y" fmla="*/ 42 h 153"/>
              <a:gd name="GluePoint19X" fmla="*/ 44 w 98"/>
              <a:gd name="GluePoint19Y" fmla="*/ 35 h 153"/>
              <a:gd name="GluePoint20X" fmla="*/ 42 w 98"/>
              <a:gd name="GluePoint20Y" fmla="*/ 28 h 153"/>
              <a:gd name="GluePoint21X" fmla="*/ 39 w 98"/>
              <a:gd name="GluePoint21Y" fmla="*/ 21 h 153"/>
              <a:gd name="GluePoint22X" fmla="*/ 37 w 98"/>
              <a:gd name="GluePoint22Y" fmla="*/ 15 h 153"/>
              <a:gd name="GluePoint23X" fmla="*/ 35 w 98"/>
              <a:gd name="GluePoint23Y" fmla="*/ 9 h 153"/>
              <a:gd name="GluePoint24X" fmla="*/ 33 w 98"/>
              <a:gd name="GluePoint24Y" fmla="*/ 4 h 153"/>
              <a:gd name="GluePoint25X" fmla="*/ 32 w 98"/>
              <a:gd name="GluePoint25Y" fmla="*/ 0 h 153"/>
              <a:gd name="GluePoint26X" fmla="*/ 28 w 98"/>
              <a:gd name="GluePoint26Y" fmla="*/ 0 h 153"/>
              <a:gd name="GluePoint27X" fmla="*/ 24 w 98"/>
              <a:gd name="GluePoint27Y" fmla="*/ 0 h 153"/>
              <a:gd name="GluePoint28X" fmla="*/ 20 w 98"/>
              <a:gd name="GluePoint28Y" fmla="*/ 0 h 153"/>
              <a:gd name="GluePoint29X" fmla="*/ 16 w 98"/>
              <a:gd name="GluePoint29Y" fmla="*/ 0 h 153"/>
              <a:gd name="GluePoint30X" fmla="*/ 12 w 98"/>
              <a:gd name="GluePoint30Y" fmla="*/ 0 h 153"/>
              <a:gd name="GluePoint31X" fmla="*/ 8 w 98"/>
              <a:gd name="GluePoint31Y" fmla="*/ 0 h 153"/>
              <a:gd name="GluePoint32X" fmla="*/ 4 w 98"/>
              <a:gd name="GluePoint32Y" fmla="*/ 0 h 153"/>
              <a:gd name="GluePoint33X" fmla="*/ 0 w 98"/>
              <a:gd name="GluePoint33Y" fmla="*/ 0 h 153"/>
              <a:gd name="GluePoint34X" fmla="*/ 43 w 98"/>
              <a:gd name="GluePoint34Y" fmla="*/ 100 h 153"/>
              <a:gd name="GluePoint35X" fmla="*/ 16 w 98"/>
              <a:gd name="GluePoint35Y" fmla="*/ 153 h 153"/>
              <a:gd name="GluePoint36X" fmla="*/ 20 w 98"/>
              <a:gd name="GluePoint36Y" fmla="*/ 153 h 153"/>
              <a:gd name="GluePoint37X" fmla="*/ 24 w 98"/>
              <a:gd name="GluePoint37Y" fmla="*/ 153 h 153"/>
              <a:gd name="GluePoint38X" fmla="*/ 28 w 98"/>
              <a:gd name="GluePoint38Y" fmla="*/ 153 h 153"/>
              <a:gd name="GluePoint39X" fmla="*/ 33 w 98"/>
              <a:gd name="GluePoint39Y" fmla="*/ 153 h 153"/>
              <a:gd name="GluePoint40X" fmla="*/ 37 w 98"/>
              <a:gd name="GluePoint40Y" fmla="*/ 141 h 153"/>
              <a:gd name="GluePoint41X" fmla="*/ 42 w 98"/>
              <a:gd name="GluePoint41Y" fmla="*/ 130 h 153"/>
              <a:gd name="GluePoint42X" fmla="*/ 46 w 98"/>
              <a:gd name="GluePoint42Y" fmla="*/ 118 h 153"/>
              <a:gd name="GluePoint43X" fmla="*/ 52 w 98"/>
              <a:gd name="GluePoint43Y" fmla="*/ 105 h 153"/>
              <a:gd name="GluePoint44X" fmla="*/ 57 w 98"/>
              <a:gd name="GluePoint44Y" fmla="*/ 92 h 153"/>
              <a:gd name="GluePoint45X" fmla="*/ 64 w 98"/>
              <a:gd name="GluePoint45Y" fmla="*/ 77 h 153"/>
              <a:gd name="GluePoint46X" fmla="*/ 70 w 98"/>
              <a:gd name="GluePoint46Y" fmla="*/ 63 h 153"/>
              <a:gd name="GluePoint47X" fmla="*/ 76 w 98"/>
              <a:gd name="GluePoint47Y" fmla="*/ 48 h 153"/>
              <a:gd name="GluePoint48X" fmla="*/ 98 w 98"/>
              <a:gd name="GluePoint48Y" fmla="*/ 0 h 153"/>
              <a:gd name="GluePoint49X" fmla="*/ 96 w 98"/>
              <a:gd name="GluePoint49Y" fmla="*/ 0 h 153"/>
            </a:gdLst>
            <a:ahLst/>
            <a:cxnLst/>
            <a:rect l="textAreaLeft" t="textAreaTop" r="textAreaRight" b="textAreaBottom"/>
            <a:pathLst>
              <a:path w="98" h="153">
                <a:moveTo>
                  <a:pt x="96" y="0"/>
                </a:moveTo>
                <a:lnTo>
                  <a:pt x="93" y="0"/>
                </a:lnTo>
                <a:lnTo>
                  <a:pt x="91" y="0"/>
                </a:lnTo>
                <a:lnTo>
                  <a:pt x="89" y="0"/>
                </a:lnTo>
                <a:lnTo>
                  <a:pt x="87" y="0"/>
                </a:lnTo>
                <a:lnTo>
                  <a:pt x="85" y="0"/>
                </a:lnTo>
                <a:lnTo>
                  <a:pt x="83" y="0"/>
                </a:lnTo>
                <a:lnTo>
                  <a:pt x="81" y="0"/>
                </a:lnTo>
                <a:lnTo>
                  <a:pt x="76" y="11"/>
                </a:lnTo>
                <a:lnTo>
                  <a:pt x="72" y="21"/>
                </a:lnTo>
                <a:lnTo>
                  <a:pt x="68" y="32"/>
                </a:lnTo>
                <a:lnTo>
                  <a:pt x="64" y="44"/>
                </a:lnTo>
                <a:lnTo>
                  <a:pt x="56" y="65"/>
                </a:lnTo>
                <a:lnTo>
                  <a:pt x="55" y="62"/>
                </a:lnTo>
                <a:lnTo>
                  <a:pt x="53" y="59"/>
                </a:lnTo>
                <a:lnTo>
                  <a:pt x="52" y="55"/>
                </a:lnTo>
                <a:lnTo>
                  <a:pt x="50" y="50"/>
                </a:lnTo>
                <a:lnTo>
                  <a:pt x="47" y="42"/>
                </a:lnTo>
                <a:lnTo>
                  <a:pt x="44" y="35"/>
                </a:lnTo>
                <a:lnTo>
                  <a:pt x="42" y="28"/>
                </a:lnTo>
                <a:lnTo>
                  <a:pt x="39" y="21"/>
                </a:lnTo>
                <a:lnTo>
                  <a:pt x="37" y="15"/>
                </a:lnTo>
                <a:lnTo>
                  <a:pt x="35" y="9"/>
                </a:lnTo>
                <a:lnTo>
                  <a:pt x="33" y="4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0"/>
                </a:lnTo>
                <a:lnTo>
                  <a:pt x="16" y="0"/>
                </a:lnTo>
                <a:lnTo>
                  <a:pt x="12" y="0"/>
                </a:lnTo>
                <a:lnTo>
                  <a:pt x="8" y="0"/>
                </a:lnTo>
                <a:lnTo>
                  <a:pt x="4" y="0"/>
                </a:lnTo>
                <a:lnTo>
                  <a:pt x="0" y="0"/>
                </a:lnTo>
                <a:lnTo>
                  <a:pt x="43" y="100"/>
                </a:lnTo>
                <a:lnTo>
                  <a:pt x="16" y="153"/>
                </a:lnTo>
                <a:lnTo>
                  <a:pt x="20" y="153"/>
                </a:lnTo>
                <a:lnTo>
                  <a:pt x="24" y="153"/>
                </a:lnTo>
                <a:lnTo>
                  <a:pt x="28" y="153"/>
                </a:lnTo>
                <a:lnTo>
                  <a:pt x="33" y="153"/>
                </a:lnTo>
                <a:lnTo>
                  <a:pt x="37" y="141"/>
                </a:lnTo>
                <a:lnTo>
                  <a:pt x="42" y="130"/>
                </a:lnTo>
                <a:lnTo>
                  <a:pt x="46" y="118"/>
                </a:lnTo>
                <a:lnTo>
                  <a:pt x="52" y="105"/>
                </a:lnTo>
                <a:lnTo>
                  <a:pt x="57" y="92"/>
                </a:lnTo>
                <a:lnTo>
                  <a:pt x="64" y="77"/>
                </a:lnTo>
                <a:lnTo>
                  <a:pt x="70" y="63"/>
                </a:lnTo>
                <a:lnTo>
                  <a:pt x="76" y="48"/>
                </a:lnTo>
                <a:lnTo>
                  <a:pt x="98" y="0"/>
                </a:lnTo>
                <a:lnTo>
                  <a:pt x="96" y="0"/>
                </a:lnTo>
                <a:close/>
              </a:path>
            </a:pathLst>
          </a:custGeom>
          <a:solidFill>
            <a:srgbClr val="00468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960" rIns="90000" bIns="21960" anchor="ctr">
            <a:noAutofit/>
          </a:bodyPr>
          <a:lstStyle/>
          <a:p>
            <a:endParaRPr/>
          </a:p>
        </p:txBody>
      </p:sp>
      <p:sp>
        <p:nvSpPr>
          <p:cNvPr id="604" name="PlaceHolder 3">
            <a:extLst>
              <a:ext uri="{FF2B5EF4-FFF2-40B4-BE49-F238E27FC236}">
                <a16:creationId xmlns:a16="http://schemas.microsoft.com/office/drawing/2014/main" id="{C470C393-79C2-4D86-9DB5-9EEEB258806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60240" y="1929600"/>
            <a:ext cx="1656000" cy="159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15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15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05" name="PlaceHolder 4">
            <a:extLst>
              <a:ext uri="{FF2B5EF4-FFF2-40B4-BE49-F238E27FC236}">
                <a16:creationId xmlns:a16="http://schemas.microsoft.com/office/drawing/2014/main" id="{E27A7D69-2D6D-4F15-BE13-71201A4C7BD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60240" y="3462840"/>
            <a:ext cx="6886800" cy="56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8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8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编辑母版文本样式</a:t>
            </a:r>
          </a:p>
        </p:txBody>
      </p:sp>
      <p:sp>
        <p:nvSpPr>
          <p:cNvPr id="606" name="PlaceHolder 5">
            <a:extLst>
              <a:ext uri="{FF2B5EF4-FFF2-40B4-BE49-F238E27FC236}">
                <a16:creationId xmlns:a16="http://schemas.microsoft.com/office/drawing/2014/main" id="{EB3C3A58-BE02-42BC-9414-C9DD1D930EC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60240" y="4082760"/>
            <a:ext cx="6886800" cy="393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/>
          </a:p>
        </p:txBody>
      </p:sp>
      <p:sp>
        <p:nvSpPr>
          <p:cNvPr id="607" name="PlaceHolder 6">
            <a:extLst>
              <a:ext uri="{FF2B5EF4-FFF2-40B4-BE49-F238E27FC236}">
                <a16:creationId xmlns:a16="http://schemas.microsoft.com/office/drawing/2014/main" id="{99CF807A-6BEC-4B7C-8EC9-F8A018EBA66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  <a:lvl2pPr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4572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9144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3716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18288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>
            <a:extLst>
              <a:ext uri="{FF2B5EF4-FFF2-40B4-BE49-F238E27FC236}">
                <a16:creationId xmlns:a16="http://schemas.microsoft.com/office/drawing/2014/main" id="{614B1E25-B968-4755-9B69-3BF95B971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609" name="PlaceHolder 2">
            <a:extLst>
              <a:ext uri="{FF2B5EF4-FFF2-40B4-BE49-F238E27FC236}">
                <a16:creationId xmlns:a16="http://schemas.microsoft.com/office/drawing/2014/main" id="{1F54951A-9DE8-48D2-9EF5-E42CE10F1BF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4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6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6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4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6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6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矩形 1">
            <a:extLst>
              <a:ext uri="{FF2B5EF4-FFF2-40B4-BE49-F238E27FC236}">
                <a16:creationId xmlns:a16="http://schemas.microsoft.com/office/drawing/2014/main" id="{4AFEC325-336C-489C-BA2F-A338FA93F3F2}"/>
              </a:ext>
            </a:extLst>
          </p:cNvPr>
          <p:cNvSpPr>
            <a:spLocks noGrp="1"/>
          </p:cNvSpPr>
          <p:nvPr/>
        </p:nvSpPr>
        <p:spPr>
          <a:xfrm>
            <a:off x="572400" y="780480"/>
            <a:ext cx="11046960" cy="5296680"/>
          </a:xfrm>
          <a:prstGeom prst="rect">
            <a:avLst/>
          </a:prstGeom>
          <a:solidFill>
            <a:srgbClr val="FFFFFF"/>
          </a:solidFill>
          <a:ln w="28440">
            <a:solidFill>
              <a:schemeClr val="dk1">
                <a:lumMod val="75000"/>
                <a:lumOff val="25000"/>
              </a:schemeClr>
            </a:solidFill>
          </a:ln>
          <a:effectLst>
            <a:outerShdw dist="101314" dir="2700000" rotWithShape="0">
              <a:srgbClr val="00000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680" tIns="24840" rIns="49680" bIns="24840" anchor="ctr">
            <a:noAutofit/>
          </a:bodyPr>
          <a:lstStyle/>
          <a:p>
            <a:endParaRPr/>
          </a:p>
        </p:txBody>
      </p:sp>
      <p:sp>
        <p:nvSpPr>
          <p:cNvPr id="612" name="直角三角形 3">
            <a:extLst>
              <a:ext uri="{FF2B5EF4-FFF2-40B4-BE49-F238E27FC236}">
                <a16:creationId xmlns:a16="http://schemas.microsoft.com/office/drawing/2014/main" id="{13E78CAE-9BE7-4CF5-9291-31CA4147EA98}"/>
              </a:ext>
            </a:extLst>
          </p:cNvPr>
          <p:cNvSpPr>
            <a:spLocks noGrp="1"/>
          </p:cNvSpPr>
          <p:nvPr/>
        </p:nvSpPr>
        <p:spPr>
          <a:xfrm flipH="1">
            <a:off x="1168920" y="576360"/>
            <a:ext cx="141120" cy="190440"/>
          </a:xfrm>
          <a:prstGeom prst="rtTriangle">
            <a:avLst/>
          </a:prstGeom>
          <a:solidFill>
            <a:srgbClr val="656B6E"/>
          </a:solidFill>
          <a:ln w="28440">
            <a:solidFill>
              <a:schemeClr val="dk1">
                <a:lumMod val="75000"/>
                <a:lumOff val="25000"/>
              </a:schemeClr>
            </a:solidFill>
          </a:ln>
          <a:effectLst>
            <a:outerShdw dist="63130" dir="2700000" rotWithShape="0">
              <a:srgbClr val="00000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680" tIns="24840" rIns="49680" bIns="24840" anchor="ctr">
            <a:noAutofit/>
          </a:bodyPr>
          <a:lstStyle/>
          <a:p>
            <a:endParaRPr/>
          </a:p>
        </p:txBody>
      </p:sp>
      <p:sp>
        <p:nvSpPr>
          <p:cNvPr id="613" name="矩形 4">
            <a:extLst>
              <a:ext uri="{FF2B5EF4-FFF2-40B4-BE49-F238E27FC236}">
                <a16:creationId xmlns:a16="http://schemas.microsoft.com/office/drawing/2014/main" id="{48AB731A-F558-4E0B-BCD9-8CB0DAE12B2D}"/>
              </a:ext>
            </a:extLst>
          </p:cNvPr>
          <p:cNvSpPr>
            <a:spLocks noGrp="1"/>
          </p:cNvSpPr>
          <p:nvPr/>
        </p:nvSpPr>
        <p:spPr>
          <a:xfrm>
            <a:off x="1320120" y="547560"/>
            <a:ext cx="2377800" cy="810720"/>
          </a:xfrm>
          <a:prstGeom prst="rect">
            <a:avLst/>
          </a:prstGeom>
          <a:solidFill>
            <a:srgbClr val="808C94"/>
          </a:solidFill>
          <a:ln w="28440">
            <a:solidFill>
              <a:schemeClr val="dk1">
                <a:lumMod val="75000"/>
                <a:lumOff val="25000"/>
              </a:schemeClr>
            </a:solidFill>
          </a:ln>
          <a:effectLst>
            <a:outerShdw dist="63130" dir="2700000" rotWithShape="0">
              <a:srgbClr val="000000">
                <a:alpha val="2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9680" tIns="24840" rIns="49680" bIns="24840" anchor="ctr">
            <a:noAutofit/>
          </a:bodyPr>
          <a:lstStyle/>
          <a:p>
            <a:endParaRPr/>
          </a:p>
        </p:txBody>
      </p:sp>
      <p:sp>
        <p:nvSpPr>
          <p:cNvPr id="616" name="Freeform 51">
            <a:extLst>
              <a:ext uri="{FF2B5EF4-FFF2-40B4-BE49-F238E27FC236}">
                <a16:creationId xmlns:a16="http://schemas.microsoft.com/office/drawing/2014/main" id="{70014B03-879B-4E29-BA8E-487394AF68A2}"/>
              </a:ext>
            </a:extLst>
          </p:cNvPr>
          <p:cNvSpPr>
            <a:spLocks noGrp="1"/>
          </p:cNvSpPr>
          <p:nvPr/>
        </p:nvSpPr>
        <p:spPr>
          <a:xfrm>
            <a:off x="5137920" y="6396120"/>
            <a:ext cx="152280" cy="255600"/>
          </a:xfrm>
          <a:custGeom>
            <a:avLst/>
            <a:gdLst>
              <a:gd name="textAreaLeft" fmla="*/ 0 w 152280"/>
              <a:gd name="textAreaRight" fmla="*/ 152640 w 152280"/>
              <a:gd name="textAreaTop" fmla="*/ 0 h 255600"/>
              <a:gd name="textAreaBottom" fmla="*/ 255960 h 255600"/>
              <a:gd name="GluePoint1X" fmla="*/ 83 w 83"/>
              <a:gd name="GluePoint1Y" fmla="*/ 46 h 139"/>
              <a:gd name="GluePoint2X" fmla="*/ 50 w 83"/>
              <a:gd name="GluePoint2Y" fmla="*/ 46 h 139"/>
              <a:gd name="GluePoint3X" fmla="*/ 50 w 83"/>
              <a:gd name="GluePoint3Y" fmla="*/ 0 h 139"/>
              <a:gd name="GluePoint4X" fmla="*/ 33 w 83"/>
              <a:gd name="GluePoint4Y" fmla="*/ 0 h 139"/>
              <a:gd name="GluePoint5X" fmla="*/ 33 w 83"/>
              <a:gd name="GluePoint5Y" fmla="*/ 46 h 139"/>
              <a:gd name="GluePoint6X" fmla="*/ 0 w 83"/>
              <a:gd name="GluePoint6Y" fmla="*/ 46 h 139"/>
              <a:gd name="GluePoint7X" fmla="*/ 0 w 83"/>
              <a:gd name="GluePoint7Y" fmla="*/ 62 h 139"/>
              <a:gd name="GluePoint8X" fmla="*/ 33 w 83"/>
              <a:gd name="GluePoint8Y" fmla="*/ 62 h 139"/>
              <a:gd name="GluePoint9X" fmla="*/ 33 w 83"/>
              <a:gd name="GluePoint9Y" fmla="*/ 139 h 139"/>
              <a:gd name="GluePoint10X" fmla="*/ 50 w 83"/>
              <a:gd name="GluePoint10Y" fmla="*/ 139 h 139"/>
              <a:gd name="GluePoint11X" fmla="*/ 50 w 83"/>
              <a:gd name="GluePoint11Y" fmla="*/ 62 h 139"/>
              <a:gd name="GluePoint12X" fmla="*/ 83 w 83"/>
              <a:gd name="GluePoint12Y" fmla="*/ 62 h 139"/>
              <a:gd name="GluePoint13X" fmla="*/ 83 w 83"/>
              <a:gd name="GluePoint13Y" fmla="*/ 46 h 139"/>
            </a:gdLst>
            <a:ahLst/>
            <a:cxnLst/>
            <a:rect l="textAreaLeft" t="textAreaTop" r="textAreaRight" b="textAreaBottom"/>
            <a:pathLst>
              <a:path w="83" h="139">
                <a:moveTo>
                  <a:pt x="83" y="46"/>
                </a:moveTo>
                <a:lnTo>
                  <a:pt x="50" y="46"/>
                </a:lnTo>
                <a:lnTo>
                  <a:pt x="50" y="0"/>
                </a:lnTo>
                <a:lnTo>
                  <a:pt x="33" y="0"/>
                </a:lnTo>
                <a:lnTo>
                  <a:pt x="33" y="46"/>
                </a:lnTo>
                <a:lnTo>
                  <a:pt x="0" y="46"/>
                </a:lnTo>
                <a:lnTo>
                  <a:pt x="0" y="62"/>
                </a:lnTo>
                <a:lnTo>
                  <a:pt x="33" y="62"/>
                </a:lnTo>
                <a:lnTo>
                  <a:pt x="33" y="139"/>
                </a:lnTo>
                <a:lnTo>
                  <a:pt x="50" y="139"/>
                </a:lnTo>
                <a:lnTo>
                  <a:pt x="50" y="62"/>
                </a:lnTo>
                <a:lnTo>
                  <a:pt x="83" y="62"/>
                </a:lnTo>
                <a:lnTo>
                  <a:pt x="83" y="46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617" name="Freeform 52">
            <a:extLst>
              <a:ext uri="{FF2B5EF4-FFF2-40B4-BE49-F238E27FC236}">
                <a16:creationId xmlns:a16="http://schemas.microsoft.com/office/drawing/2014/main" id="{B18105F3-0E47-4B9C-AD42-47AD776D1CBC}"/>
              </a:ext>
            </a:extLst>
          </p:cNvPr>
          <p:cNvSpPr>
            <a:spLocks noGrp="1"/>
          </p:cNvSpPr>
          <p:nvPr/>
        </p:nvSpPr>
        <p:spPr>
          <a:xfrm>
            <a:off x="5031000" y="6397920"/>
            <a:ext cx="91800" cy="253440"/>
          </a:xfrm>
          <a:custGeom>
            <a:avLst/>
            <a:gdLst>
              <a:gd name="textAreaLeft" fmla="*/ 0 w 91800"/>
              <a:gd name="textAreaRight" fmla="*/ 92160 w 91800"/>
              <a:gd name="textAreaTop" fmla="*/ 0 h 253440"/>
              <a:gd name="textAreaBottom" fmla="*/ 253800 h 253440"/>
              <a:gd name="GluePoint1X" fmla="*/ 0 w 50"/>
              <a:gd name="GluePoint1Y" fmla="*/ 0 h 138"/>
              <a:gd name="GluePoint2X" fmla="*/ 0 w 50"/>
              <a:gd name="GluePoint2Y" fmla="*/ 13 h 138"/>
              <a:gd name="GluePoint3X" fmla="*/ 0 w 50"/>
              <a:gd name="GluePoint3Y" fmla="*/ 124 h 138"/>
              <a:gd name="GluePoint4X" fmla="*/ 0 w 50"/>
              <a:gd name="GluePoint4Y" fmla="*/ 138 h 138"/>
              <a:gd name="GluePoint5X" fmla="*/ 14 w 50"/>
              <a:gd name="GluePoint5Y" fmla="*/ 138 h 138"/>
              <a:gd name="GluePoint6X" fmla="*/ 35 w 50"/>
              <a:gd name="GluePoint6Y" fmla="*/ 138 h 138"/>
              <a:gd name="GluePoint7X" fmla="*/ 50 w 50"/>
              <a:gd name="GluePoint7Y" fmla="*/ 138 h 138"/>
              <a:gd name="GluePoint8X" fmla="*/ 50 w 50"/>
              <a:gd name="GluePoint8Y" fmla="*/ 124 h 138"/>
              <a:gd name="GluePoint9X" fmla="*/ 50 w 50"/>
              <a:gd name="GluePoint9Y" fmla="*/ 13 h 138"/>
              <a:gd name="GluePoint10X" fmla="*/ 50 w 50"/>
              <a:gd name="GluePoint10Y" fmla="*/ 0 h 138"/>
              <a:gd name="GluePoint11X" fmla="*/ 50 w 50"/>
              <a:gd name="GluePoint11Y" fmla="*/ 0 h 138"/>
              <a:gd name="GluePoint12X" fmla="*/ 0 w 50"/>
              <a:gd name="GluePoint12Y" fmla="*/ 0 h 138"/>
              <a:gd name="GluePoint13X" fmla="*/ 0 w 50"/>
              <a:gd name="GluePoint13Y" fmla="*/ 0 h 138"/>
              <a:gd name="GluePoint14X" fmla="*/ 35 w 50"/>
              <a:gd name="GluePoint14Y" fmla="*/ 124 h 138"/>
              <a:gd name="GluePoint15X" fmla="*/ 14 w 50"/>
              <a:gd name="GluePoint15Y" fmla="*/ 124 h 138"/>
              <a:gd name="GluePoint16X" fmla="*/ 14 w 50"/>
              <a:gd name="GluePoint16Y" fmla="*/ 13 h 138"/>
              <a:gd name="GluePoint17X" fmla="*/ 35 w 50"/>
              <a:gd name="GluePoint17Y" fmla="*/ 13 h 138"/>
              <a:gd name="GluePoint18X" fmla="*/ 35 w 50"/>
              <a:gd name="GluePoint18Y" fmla="*/ 124 h 138"/>
            </a:gdLst>
            <a:ahLst/>
            <a:cxnLst/>
            <a:rect l="textAreaLeft" t="textAreaTop" r="textAreaRight" b="textAreaBottom"/>
            <a:pathLst>
              <a:path w="50" h="138">
                <a:moveTo>
                  <a:pt x="0" y="0"/>
                </a:moveTo>
                <a:lnTo>
                  <a:pt x="0" y="13"/>
                </a:lnTo>
                <a:lnTo>
                  <a:pt x="0" y="124"/>
                </a:lnTo>
                <a:lnTo>
                  <a:pt x="0" y="138"/>
                </a:lnTo>
                <a:lnTo>
                  <a:pt x="14" y="138"/>
                </a:lnTo>
                <a:lnTo>
                  <a:pt x="35" y="138"/>
                </a:lnTo>
                <a:lnTo>
                  <a:pt x="50" y="138"/>
                </a:lnTo>
                <a:lnTo>
                  <a:pt x="50" y="124"/>
                </a:lnTo>
                <a:lnTo>
                  <a:pt x="50" y="13"/>
                </a:lnTo>
                <a:lnTo>
                  <a:pt x="50" y="0"/>
                </a:lnTo>
                <a:lnTo>
                  <a:pt x="5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35" y="124"/>
                </a:moveTo>
                <a:lnTo>
                  <a:pt x="14" y="124"/>
                </a:lnTo>
                <a:lnTo>
                  <a:pt x="14" y="13"/>
                </a:lnTo>
                <a:lnTo>
                  <a:pt x="35" y="13"/>
                </a:lnTo>
                <a:lnTo>
                  <a:pt x="35" y="124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618" name="Freeform 53">
            <a:extLst>
              <a:ext uri="{FF2B5EF4-FFF2-40B4-BE49-F238E27FC236}">
                <a16:creationId xmlns:a16="http://schemas.microsoft.com/office/drawing/2014/main" id="{6F93BAC0-119D-4901-8F33-4459E2170184}"/>
              </a:ext>
            </a:extLst>
          </p:cNvPr>
          <p:cNvSpPr>
            <a:spLocks noGrp="1"/>
          </p:cNvSpPr>
          <p:nvPr/>
        </p:nvSpPr>
        <p:spPr>
          <a:xfrm>
            <a:off x="5137920" y="6396120"/>
            <a:ext cx="152280" cy="255600"/>
          </a:xfrm>
          <a:custGeom>
            <a:avLst/>
            <a:gdLst>
              <a:gd name="textAreaLeft" fmla="*/ 0 w 152280"/>
              <a:gd name="textAreaRight" fmla="*/ 152640 w 152280"/>
              <a:gd name="textAreaTop" fmla="*/ 0 h 255600"/>
              <a:gd name="textAreaBottom" fmla="*/ 255960 h 255600"/>
              <a:gd name="GluePoint1X" fmla="*/ 83 w 83"/>
              <a:gd name="GluePoint1Y" fmla="*/ 46 h 139"/>
              <a:gd name="GluePoint2X" fmla="*/ 50 w 83"/>
              <a:gd name="GluePoint2Y" fmla="*/ 46 h 139"/>
              <a:gd name="GluePoint3X" fmla="*/ 50 w 83"/>
              <a:gd name="GluePoint3Y" fmla="*/ 0 h 139"/>
              <a:gd name="GluePoint4X" fmla="*/ 33 w 83"/>
              <a:gd name="GluePoint4Y" fmla="*/ 0 h 139"/>
              <a:gd name="GluePoint5X" fmla="*/ 33 w 83"/>
              <a:gd name="GluePoint5Y" fmla="*/ 46 h 139"/>
              <a:gd name="GluePoint6X" fmla="*/ 0 w 83"/>
              <a:gd name="GluePoint6Y" fmla="*/ 46 h 139"/>
              <a:gd name="GluePoint7X" fmla="*/ 0 w 83"/>
              <a:gd name="GluePoint7Y" fmla="*/ 62 h 139"/>
              <a:gd name="GluePoint8X" fmla="*/ 33 w 83"/>
              <a:gd name="GluePoint8Y" fmla="*/ 62 h 139"/>
              <a:gd name="GluePoint9X" fmla="*/ 33 w 83"/>
              <a:gd name="GluePoint9Y" fmla="*/ 139 h 139"/>
              <a:gd name="GluePoint10X" fmla="*/ 50 w 83"/>
              <a:gd name="GluePoint10Y" fmla="*/ 139 h 139"/>
              <a:gd name="GluePoint11X" fmla="*/ 50 w 83"/>
              <a:gd name="GluePoint11Y" fmla="*/ 62 h 139"/>
              <a:gd name="GluePoint12X" fmla="*/ 83 w 83"/>
              <a:gd name="GluePoint12Y" fmla="*/ 62 h 139"/>
              <a:gd name="GluePoint13X" fmla="*/ 83 w 83"/>
              <a:gd name="GluePoint13Y" fmla="*/ 46 h 139"/>
            </a:gdLst>
            <a:ahLst/>
            <a:cxnLst/>
            <a:rect l="textAreaLeft" t="textAreaTop" r="textAreaRight" b="textAreaBottom"/>
            <a:pathLst>
              <a:path w="83" h="139">
                <a:moveTo>
                  <a:pt x="83" y="46"/>
                </a:moveTo>
                <a:lnTo>
                  <a:pt x="50" y="46"/>
                </a:lnTo>
                <a:lnTo>
                  <a:pt x="50" y="0"/>
                </a:lnTo>
                <a:lnTo>
                  <a:pt x="33" y="0"/>
                </a:lnTo>
                <a:lnTo>
                  <a:pt x="33" y="46"/>
                </a:lnTo>
                <a:lnTo>
                  <a:pt x="0" y="46"/>
                </a:lnTo>
                <a:lnTo>
                  <a:pt x="0" y="62"/>
                </a:lnTo>
                <a:lnTo>
                  <a:pt x="33" y="62"/>
                </a:lnTo>
                <a:lnTo>
                  <a:pt x="33" y="139"/>
                </a:lnTo>
                <a:lnTo>
                  <a:pt x="50" y="139"/>
                </a:lnTo>
                <a:lnTo>
                  <a:pt x="50" y="62"/>
                </a:lnTo>
                <a:lnTo>
                  <a:pt x="83" y="62"/>
                </a:lnTo>
                <a:lnTo>
                  <a:pt x="83" y="46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619" name="Freeform 54">
            <a:extLst>
              <a:ext uri="{FF2B5EF4-FFF2-40B4-BE49-F238E27FC236}">
                <a16:creationId xmlns:a16="http://schemas.microsoft.com/office/drawing/2014/main" id="{386D582C-4BC4-4541-91C5-0E7CD1E55A16}"/>
              </a:ext>
            </a:extLst>
          </p:cNvPr>
          <p:cNvSpPr>
            <a:spLocks noGrp="1"/>
          </p:cNvSpPr>
          <p:nvPr/>
        </p:nvSpPr>
        <p:spPr>
          <a:xfrm>
            <a:off x="5031000" y="6397920"/>
            <a:ext cx="91800" cy="253440"/>
          </a:xfrm>
          <a:custGeom>
            <a:avLst/>
            <a:gdLst>
              <a:gd name="textAreaLeft" fmla="*/ 0 w 91800"/>
              <a:gd name="textAreaRight" fmla="*/ 92160 w 91800"/>
              <a:gd name="textAreaTop" fmla="*/ 0 h 253440"/>
              <a:gd name="textAreaBottom" fmla="*/ 253800 h 253440"/>
              <a:gd name="GluePoint1X" fmla="*/ 0 w 50"/>
              <a:gd name="GluePoint1Y" fmla="*/ 0 h 138"/>
              <a:gd name="GluePoint2X" fmla="*/ 0 w 50"/>
              <a:gd name="GluePoint2Y" fmla="*/ 13 h 138"/>
              <a:gd name="GluePoint3X" fmla="*/ 0 w 50"/>
              <a:gd name="GluePoint3Y" fmla="*/ 124 h 138"/>
              <a:gd name="GluePoint4X" fmla="*/ 0 w 50"/>
              <a:gd name="GluePoint4Y" fmla="*/ 138 h 138"/>
              <a:gd name="GluePoint5X" fmla="*/ 14 w 50"/>
              <a:gd name="GluePoint5Y" fmla="*/ 138 h 138"/>
              <a:gd name="GluePoint6X" fmla="*/ 35 w 50"/>
              <a:gd name="GluePoint6Y" fmla="*/ 138 h 138"/>
              <a:gd name="GluePoint7X" fmla="*/ 50 w 50"/>
              <a:gd name="GluePoint7Y" fmla="*/ 138 h 138"/>
              <a:gd name="GluePoint8X" fmla="*/ 50 w 50"/>
              <a:gd name="GluePoint8Y" fmla="*/ 124 h 138"/>
              <a:gd name="GluePoint9X" fmla="*/ 50 w 50"/>
              <a:gd name="GluePoint9Y" fmla="*/ 13 h 138"/>
              <a:gd name="GluePoint10X" fmla="*/ 50 w 50"/>
              <a:gd name="GluePoint10Y" fmla="*/ 0 h 138"/>
              <a:gd name="GluePoint11X" fmla="*/ 50 w 50"/>
              <a:gd name="GluePoint11Y" fmla="*/ 0 h 138"/>
              <a:gd name="GluePoint12X" fmla="*/ 0 w 50"/>
              <a:gd name="GluePoint12Y" fmla="*/ 0 h 138"/>
              <a:gd name="GluePoint13X" fmla="*/ 0 w 50"/>
              <a:gd name="GluePoint13Y" fmla="*/ 0 h 138"/>
              <a:gd name="GluePoint14X" fmla="*/ 35 w 50"/>
              <a:gd name="GluePoint14Y" fmla="*/ 124 h 138"/>
              <a:gd name="GluePoint15X" fmla="*/ 14 w 50"/>
              <a:gd name="GluePoint15Y" fmla="*/ 124 h 138"/>
              <a:gd name="GluePoint16X" fmla="*/ 14 w 50"/>
              <a:gd name="GluePoint16Y" fmla="*/ 13 h 138"/>
              <a:gd name="GluePoint17X" fmla="*/ 35 w 50"/>
              <a:gd name="GluePoint17Y" fmla="*/ 13 h 138"/>
              <a:gd name="GluePoint18X" fmla="*/ 35 w 50"/>
              <a:gd name="GluePoint18Y" fmla="*/ 124 h 138"/>
            </a:gdLst>
            <a:ahLst/>
            <a:cxnLst/>
            <a:rect l="textAreaLeft" t="textAreaTop" r="textAreaRight" b="textAreaBottom"/>
            <a:pathLst>
              <a:path w="50" h="138">
                <a:moveTo>
                  <a:pt x="0" y="0"/>
                </a:moveTo>
                <a:lnTo>
                  <a:pt x="0" y="13"/>
                </a:lnTo>
                <a:lnTo>
                  <a:pt x="0" y="124"/>
                </a:lnTo>
                <a:lnTo>
                  <a:pt x="0" y="138"/>
                </a:lnTo>
                <a:lnTo>
                  <a:pt x="14" y="138"/>
                </a:lnTo>
                <a:lnTo>
                  <a:pt x="35" y="138"/>
                </a:lnTo>
                <a:lnTo>
                  <a:pt x="50" y="138"/>
                </a:lnTo>
                <a:lnTo>
                  <a:pt x="50" y="124"/>
                </a:lnTo>
                <a:lnTo>
                  <a:pt x="50" y="13"/>
                </a:lnTo>
                <a:lnTo>
                  <a:pt x="50" y="0"/>
                </a:lnTo>
                <a:lnTo>
                  <a:pt x="50" y="0"/>
                </a:lnTo>
                <a:lnTo>
                  <a:pt x="0" y="0"/>
                </a:lnTo>
                <a:lnTo>
                  <a:pt x="0" y="0"/>
                </a:lnTo>
                <a:close/>
                <a:moveTo>
                  <a:pt x="35" y="124"/>
                </a:moveTo>
                <a:lnTo>
                  <a:pt x="14" y="124"/>
                </a:lnTo>
                <a:lnTo>
                  <a:pt x="14" y="13"/>
                </a:lnTo>
                <a:lnTo>
                  <a:pt x="35" y="13"/>
                </a:lnTo>
                <a:lnTo>
                  <a:pt x="35" y="124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620" name="Freeform 55">
            <a:extLst>
              <a:ext uri="{FF2B5EF4-FFF2-40B4-BE49-F238E27FC236}">
                <a16:creationId xmlns:a16="http://schemas.microsoft.com/office/drawing/2014/main" id="{29A52737-28F3-4484-8867-7A98D49A0CF6}"/>
              </a:ext>
            </a:extLst>
          </p:cNvPr>
          <p:cNvSpPr>
            <a:spLocks noGrp="1"/>
          </p:cNvSpPr>
          <p:nvPr/>
        </p:nvSpPr>
        <p:spPr>
          <a:xfrm>
            <a:off x="4813920" y="6397920"/>
            <a:ext cx="108360" cy="253440"/>
          </a:xfrm>
          <a:custGeom>
            <a:avLst/>
            <a:gdLst>
              <a:gd name="textAreaLeft" fmla="*/ 0 w 108360"/>
              <a:gd name="textAreaRight" fmla="*/ 108720 w 108360"/>
              <a:gd name="textAreaTop" fmla="*/ 0 h 253440"/>
              <a:gd name="textAreaBottom" fmla="*/ 253800 h 253440"/>
              <a:gd name="GluePoint1X" fmla="*/ 59 w 59"/>
              <a:gd name="GluePoint1Y" fmla="*/ 93 h 138"/>
              <a:gd name="GluePoint2X" fmla="*/ 59 w 59"/>
              <a:gd name="GluePoint2Y" fmla="*/ 93 h 138"/>
              <a:gd name="GluePoint3X" fmla="*/ 59 w 59"/>
              <a:gd name="GluePoint3Y" fmla="*/ 0 h 138"/>
              <a:gd name="GluePoint4X" fmla="*/ 43 w 59"/>
              <a:gd name="GluePoint4Y" fmla="*/ 0 h 138"/>
              <a:gd name="GluePoint5X" fmla="*/ 43 w 59"/>
              <a:gd name="GluePoint5Y" fmla="*/ 88 h 138"/>
              <a:gd name="GluePoint6X" fmla="*/ 0 w 59"/>
              <a:gd name="GluePoint6Y" fmla="*/ 138 h 138"/>
              <a:gd name="GluePoint7X" fmla="*/ 22 w 59"/>
              <a:gd name="GluePoint7Y" fmla="*/ 138 h 138"/>
              <a:gd name="GluePoint8X" fmla="*/ 59 w 59"/>
              <a:gd name="GluePoint8Y" fmla="*/ 93 h 138"/>
              <a:gd name="GluePoint9X" fmla="*/ 59 w 59"/>
              <a:gd name="GluePoint9Y" fmla="*/ 93 h 138"/>
            </a:gdLst>
            <a:ahLst/>
            <a:cxnLst/>
            <a:rect l="textAreaLeft" t="textAreaTop" r="textAreaRight" b="textAreaBottom"/>
            <a:pathLst>
              <a:path w="59" h="138">
                <a:moveTo>
                  <a:pt x="59" y="93"/>
                </a:moveTo>
                <a:lnTo>
                  <a:pt x="59" y="93"/>
                </a:lnTo>
                <a:lnTo>
                  <a:pt x="59" y="0"/>
                </a:lnTo>
                <a:lnTo>
                  <a:pt x="43" y="0"/>
                </a:lnTo>
                <a:lnTo>
                  <a:pt x="43" y="88"/>
                </a:lnTo>
                <a:lnTo>
                  <a:pt x="0" y="138"/>
                </a:lnTo>
                <a:lnTo>
                  <a:pt x="22" y="138"/>
                </a:lnTo>
                <a:lnTo>
                  <a:pt x="59" y="93"/>
                </a:lnTo>
                <a:lnTo>
                  <a:pt x="59" y="93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621" name="Freeform 56">
            <a:extLst>
              <a:ext uri="{FF2B5EF4-FFF2-40B4-BE49-F238E27FC236}">
                <a16:creationId xmlns:a16="http://schemas.microsoft.com/office/drawing/2014/main" id="{98FEC190-5955-422F-80FA-AEF0E141CC2C}"/>
              </a:ext>
            </a:extLst>
          </p:cNvPr>
          <p:cNvSpPr>
            <a:spLocks noGrp="1"/>
          </p:cNvSpPr>
          <p:nvPr/>
        </p:nvSpPr>
        <p:spPr>
          <a:xfrm>
            <a:off x="4913280" y="6572880"/>
            <a:ext cx="86040" cy="78840"/>
          </a:xfrm>
          <a:custGeom>
            <a:avLst/>
            <a:gdLst>
              <a:gd name="textAreaLeft" fmla="*/ 0 w 86040"/>
              <a:gd name="textAreaRight" fmla="*/ 86400 w 86040"/>
              <a:gd name="textAreaTop" fmla="*/ 0 h 78840"/>
              <a:gd name="textAreaBottom" fmla="*/ 79200 h 78840"/>
              <a:gd name="GluePoint1X" fmla="*/ 9 w 47"/>
              <a:gd name="GluePoint1Y" fmla="*/ 0 h 43"/>
              <a:gd name="GluePoint2X" fmla="*/ 0 w 47"/>
              <a:gd name="GluePoint2Y" fmla="*/ 11 h 43"/>
              <a:gd name="GluePoint3X" fmla="*/ 27 w 47"/>
              <a:gd name="GluePoint3Y" fmla="*/ 43 h 43"/>
              <a:gd name="GluePoint4X" fmla="*/ 47 w 47"/>
              <a:gd name="GluePoint4Y" fmla="*/ 43 h 43"/>
              <a:gd name="GluePoint5X" fmla="*/ 9 w 47"/>
              <a:gd name="GluePoint5Y" fmla="*/ 0 h 43"/>
            </a:gdLst>
            <a:ahLst/>
            <a:cxnLst/>
            <a:rect l="textAreaLeft" t="textAreaTop" r="textAreaRight" b="textAreaBottom"/>
            <a:pathLst>
              <a:path w="47" h="43">
                <a:moveTo>
                  <a:pt x="9" y="0"/>
                </a:moveTo>
                <a:lnTo>
                  <a:pt x="0" y="11"/>
                </a:lnTo>
                <a:lnTo>
                  <a:pt x="27" y="43"/>
                </a:lnTo>
                <a:lnTo>
                  <a:pt x="47" y="43"/>
                </a:lnTo>
                <a:lnTo>
                  <a:pt x="9" y="0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622" name="Rectangle 57">
            <a:extLst>
              <a:ext uri="{FF2B5EF4-FFF2-40B4-BE49-F238E27FC236}">
                <a16:creationId xmlns:a16="http://schemas.microsoft.com/office/drawing/2014/main" id="{2FC49D7F-6DD5-4892-9E2F-E24DDE1D8BC0}"/>
              </a:ext>
            </a:extLst>
          </p:cNvPr>
          <p:cNvSpPr>
            <a:spLocks noGrp="1"/>
          </p:cNvSpPr>
          <p:nvPr/>
        </p:nvSpPr>
        <p:spPr>
          <a:xfrm>
            <a:off x="4718160" y="6504840"/>
            <a:ext cx="30960" cy="146880"/>
          </a:xfrm>
          <a:prstGeom prst="rect">
            <a:avLst/>
          </a:pr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360" tIns="34200" rIns="45360" bIns="34200" anchor="t">
            <a:noAutofit/>
          </a:bodyPr>
          <a:lstStyle/>
          <a:p>
            <a:endParaRPr/>
          </a:p>
        </p:txBody>
      </p:sp>
      <p:sp>
        <p:nvSpPr>
          <p:cNvPr id="623" name="Rectangle 58">
            <a:extLst>
              <a:ext uri="{FF2B5EF4-FFF2-40B4-BE49-F238E27FC236}">
                <a16:creationId xmlns:a16="http://schemas.microsoft.com/office/drawing/2014/main" id="{32481D08-3210-4618-BB7E-D793994432C6}"/>
              </a:ext>
            </a:extLst>
          </p:cNvPr>
          <p:cNvSpPr>
            <a:spLocks noGrp="1"/>
          </p:cNvSpPr>
          <p:nvPr/>
        </p:nvSpPr>
        <p:spPr>
          <a:xfrm>
            <a:off x="4837680" y="6397920"/>
            <a:ext cx="27360" cy="143280"/>
          </a:xfrm>
          <a:prstGeom prst="rect">
            <a:avLst/>
          </a:pr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9960" tIns="34200" rIns="39960" bIns="34200" anchor="t">
            <a:noAutofit/>
          </a:bodyPr>
          <a:lstStyle/>
          <a:p>
            <a:endParaRPr/>
          </a:p>
        </p:txBody>
      </p:sp>
      <p:sp>
        <p:nvSpPr>
          <p:cNvPr id="624" name="Rectangle 59">
            <a:extLst>
              <a:ext uri="{FF2B5EF4-FFF2-40B4-BE49-F238E27FC236}">
                <a16:creationId xmlns:a16="http://schemas.microsoft.com/office/drawing/2014/main" id="{C6898253-2C7E-4FF2-AE9C-6CBFB660D697}"/>
              </a:ext>
            </a:extLst>
          </p:cNvPr>
          <p:cNvSpPr>
            <a:spLocks noGrp="1"/>
          </p:cNvSpPr>
          <p:nvPr/>
        </p:nvSpPr>
        <p:spPr>
          <a:xfrm>
            <a:off x="4946400" y="6397920"/>
            <a:ext cx="29160" cy="143280"/>
          </a:xfrm>
          <a:prstGeom prst="rect">
            <a:avLst/>
          </a:pr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2840" tIns="34200" rIns="42840" bIns="34200" anchor="t">
            <a:noAutofit/>
          </a:bodyPr>
          <a:lstStyle/>
          <a:p>
            <a:endParaRPr/>
          </a:p>
        </p:txBody>
      </p:sp>
      <p:sp>
        <p:nvSpPr>
          <p:cNvPr id="625" name="Freeform 60">
            <a:extLst>
              <a:ext uri="{FF2B5EF4-FFF2-40B4-BE49-F238E27FC236}">
                <a16:creationId xmlns:a16="http://schemas.microsoft.com/office/drawing/2014/main" id="{888E3901-116B-4341-A7C4-049C9A4B0677}"/>
              </a:ext>
            </a:extLst>
          </p:cNvPr>
          <p:cNvSpPr>
            <a:spLocks noGrp="1"/>
          </p:cNvSpPr>
          <p:nvPr/>
        </p:nvSpPr>
        <p:spPr>
          <a:xfrm>
            <a:off x="4718160" y="6397920"/>
            <a:ext cx="95400" cy="253440"/>
          </a:xfrm>
          <a:custGeom>
            <a:avLst/>
            <a:gdLst>
              <a:gd name="textAreaLeft" fmla="*/ 0 w 95400"/>
              <a:gd name="textAreaRight" fmla="*/ 95760 w 95400"/>
              <a:gd name="textAreaTop" fmla="*/ 0 h 253440"/>
              <a:gd name="textAreaBottom" fmla="*/ 253800 h 253440"/>
              <a:gd name="GluePoint1X" fmla="*/ 52 w 52"/>
              <a:gd name="GluePoint1Y" fmla="*/ 92 h 138"/>
              <a:gd name="GluePoint2X" fmla="*/ 52 w 52"/>
              <a:gd name="GluePoint2Y" fmla="*/ 78 h 138"/>
              <a:gd name="GluePoint3X" fmla="*/ 45 w 52"/>
              <a:gd name="GluePoint3Y" fmla="*/ 78 h 138"/>
              <a:gd name="GluePoint4X" fmla="*/ 45 w 52"/>
              <a:gd name="GluePoint4Y" fmla="*/ 49 h 138"/>
              <a:gd name="GluePoint5X" fmla="*/ 52 w 52"/>
              <a:gd name="GluePoint5Y" fmla="*/ 49 h 138"/>
              <a:gd name="GluePoint6X" fmla="*/ 52 w 52"/>
              <a:gd name="GluePoint6Y" fmla="*/ 35 h 138"/>
              <a:gd name="GluePoint7X" fmla="*/ 45 w 52"/>
              <a:gd name="GluePoint7Y" fmla="*/ 35 h 138"/>
              <a:gd name="GluePoint8X" fmla="*/ 45 w 52"/>
              <a:gd name="GluePoint8Y" fmla="*/ 13 h 138"/>
              <a:gd name="GluePoint9X" fmla="*/ 52 w 52"/>
              <a:gd name="GluePoint9Y" fmla="*/ 13 h 138"/>
              <a:gd name="GluePoint10X" fmla="*/ 52 w 52"/>
              <a:gd name="GluePoint10Y" fmla="*/ 0 h 138"/>
              <a:gd name="GluePoint11X" fmla="*/ 45 w 52"/>
              <a:gd name="GluePoint11Y" fmla="*/ 0 h 138"/>
              <a:gd name="GluePoint12X" fmla="*/ 29 w 52"/>
              <a:gd name="GluePoint12Y" fmla="*/ 0 h 138"/>
              <a:gd name="GluePoint13X" fmla="*/ 0 w 52"/>
              <a:gd name="GluePoint13Y" fmla="*/ 0 h 138"/>
              <a:gd name="GluePoint14X" fmla="*/ 0 w 52"/>
              <a:gd name="GluePoint14Y" fmla="*/ 13 h 138"/>
              <a:gd name="GluePoint15X" fmla="*/ 29 w 52"/>
              <a:gd name="GluePoint15Y" fmla="*/ 13 h 138"/>
              <a:gd name="GluePoint16X" fmla="*/ 29 w 52"/>
              <a:gd name="GluePoint16Y" fmla="*/ 35 h 138"/>
              <a:gd name="GluePoint17X" fmla="*/ 0 w 52"/>
              <a:gd name="GluePoint17Y" fmla="*/ 35 h 138"/>
              <a:gd name="GluePoint18X" fmla="*/ 0 w 52"/>
              <a:gd name="GluePoint18Y" fmla="*/ 49 h 138"/>
              <a:gd name="GluePoint19X" fmla="*/ 29 w 52"/>
              <a:gd name="GluePoint19Y" fmla="*/ 49 h 138"/>
              <a:gd name="GluePoint20X" fmla="*/ 29 w 52"/>
              <a:gd name="GluePoint20Y" fmla="*/ 78 h 138"/>
              <a:gd name="GluePoint21X" fmla="*/ 29 w 52"/>
              <a:gd name="GluePoint21Y" fmla="*/ 92 h 138"/>
              <a:gd name="GluePoint22X" fmla="*/ 29 w 52"/>
              <a:gd name="GluePoint22Y" fmla="*/ 138 h 138"/>
              <a:gd name="GluePoint23X" fmla="*/ 45 w 52"/>
              <a:gd name="GluePoint23Y" fmla="*/ 138 h 138"/>
              <a:gd name="GluePoint24X" fmla="*/ 45 w 52"/>
              <a:gd name="GluePoint24Y" fmla="*/ 92 h 138"/>
              <a:gd name="GluePoint25X" fmla="*/ 52 w 52"/>
              <a:gd name="GluePoint25Y" fmla="*/ 92 h 138"/>
            </a:gdLst>
            <a:ahLst/>
            <a:cxnLst/>
            <a:rect l="textAreaLeft" t="textAreaTop" r="textAreaRight" b="textAreaBottom"/>
            <a:pathLst>
              <a:path w="52" h="138">
                <a:moveTo>
                  <a:pt x="52" y="92"/>
                </a:moveTo>
                <a:lnTo>
                  <a:pt x="52" y="78"/>
                </a:lnTo>
                <a:lnTo>
                  <a:pt x="45" y="78"/>
                </a:lnTo>
                <a:lnTo>
                  <a:pt x="45" y="49"/>
                </a:lnTo>
                <a:lnTo>
                  <a:pt x="52" y="49"/>
                </a:lnTo>
                <a:lnTo>
                  <a:pt x="52" y="35"/>
                </a:lnTo>
                <a:lnTo>
                  <a:pt x="45" y="35"/>
                </a:lnTo>
                <a:lnTo>
                  <a:pt x="45" y="13"/>
                </a:lnTo>
                <a:lnTo>
                  <a:pt x="52" y="13"/>
                </a:lnTo>
                <a:lnTo>
                  <a:pt x="52" y="0"/>
                </a:lnTo>
                <a:lnTo>
                  <a:pt x="45" y="0"/>
                </a:lnTo>
                <a:lnTo>
                  <a:pt x="29" y="0"/>
                </a:lnTo>
                <a:lnTo>
                  <a:pt x="0" y="0"/>
                </a:lnTo>
                <a:lnTo>
                  <a:pt x="0" y="13"/>
                </a:lnTo>
                <a:lnTo>
                  <a:pt x="29" y="13"/>
                </a:lnTo>
                <a:lnTo>
                  <a:pt x="29" y="35"/>
                </a:lnTo>
                <a:lnTo>
                  <a:pt x="0" y="35"/>
                </a:lnTo>
                <a:lnTo>
                  <a:pt x="0" y="49"/>
                </a:lnTo>
                <a:lnTo>
                  <a:pt x="29" y="49"/>
                </a:lnTo>
                <a:lnTo>
                  <a:pt x="29" y="78"/>
                </a:lnTo>
                <a:lnTo>
                  <a:pt x="29" y="92"/>
                </a:lnTo>
                <a:lnTo>
                  <a:pt x="29" y="138"/>
                </a:lnTo>
                <a:lnTo>
                  <a:pt x="45" y="138"/>
                </a:lnTo>
                <a:lnTo>
                  <a:pt x="45" y="92"/>
                </a:lnTo>
                <a:lnTo>
                  <a:pt x="52" y="92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626" name="Freeform 61">
            <a:extLst>
              <a:ext uri="{FF2B5EF4-FFF2-40B4-BE49-F238E27FC236}">
                <a16:creationId xmlns:a16="http://schemas.microsoft.com/office/drawing/2014/main" id="{46A55282-53B2-4300-83F9-66DC1E0115F5}"/>
              </a:ext>
            </a:extLst>
          </p:cNvPr>
          <p:cNvSpPr>
            <a:spLocks noGrp="1"/>
          </p:cNvSpPr>
          <p:nvPr/>
        </p:nvSpPr>
        <p:spPr>
          <a:xfrm>
            <a:off x="5325480" y="6388920"/>
            <a:ext cx="128520" cy="132120"/>
          </a:xfrm>
          <a:custGeom>
            <a:avLst/>
            <a:gdLst>
              <a:gd name="textAreaLeft" fmla="*/ 0 w 128520"/>
              <a:gd name="textAreaRight" fmla="*/ 128880 w 128520"/>
              <a:gd name="textAreaTop" fmla="*/ 0 h 132120"/>
              <a:gd name="textAreaBottom" fmla="*/ 132480 h 132120"/>
              <a:gd name="GluePoint1X" fmla="*/ 26 w 51"/>
              <a:gd name="GluePoint1Y" fmla="*/ 52 h 52"/>
              <a:gd name="GluePoint2X" fmla="*/ 7 w 51"/>
              <a:gd name="GluePoint2Y" fmla="*/ 44 h 52"/>
              <a:gd name="GluePoint3X" fmla="*/ 0 w 51"/>
              <a:gd name="GluePoint3Y" fmla="*/ 26 h 52"/>
              <a:gd name="GluePoint4X" fmla="*/ 7 w 51"/>
              <a:gd name="GluePoint4Y" fmla="*/ 8 h 52"/>
              <a:gd name="GluePoint5X" fmla="*/ 26 w 51"/>
              <a:gd name="GluePoint5Y" fmla="*/ 0 h 52"/>
              <a:gd name="GluePoint6X" fmla="*/ 44 w 51"/>
              <a:gd name="GluePoint6Y" fmla="*/ 8 h 52"/>
              <a:gd name="GluePoint7X" fmla="*/ 51 w 51"/>
              <a:gd name="GluePoint7Y" fmla="*/ 26 h 52"/>
              <a:gd name="GluePoint8X" fmla="*/ 44 w 51"/>
              <a:gd name="GluePoint8Y" fmla="*/ 44 h 52"/>
              <a:gd name="GluePoint9X" fmla="*/ 26 w 51"/>
              <a:gd name="GluePoint9Y" fmla="*/ 52 h 52"/>
              <a:gd name="GluePoint10X" fmla="*/ 26 w 51"/>
              <a:gd name="GluePoint10Y" fmla="*/ 4 h 52"/>
              <a:gd name="GluePoint11X" fmla="*/ 10 w 51"/>
              <a:gd name="GluePoint11Y" fmla="*/ 11 h 52"/>
              <a:gd name="GluePoint12X" fmla="*/ 4 w 51"/>
              <a:gd name="GluePoint12Y" fmla="*/ 26 h 52"/>
              <a:gd name="GluePoint13X" fmla="*/ 10 w 51"/>
              <a:gd name="GluePoint13Y" fmla="*/ 41 h 52"/>
              <a:gd name="GluePoint14X" fmla="*/ 26 w 51"/>
              <a:gd name="GluePoint14Y" fmla="*/ 48 h 52"/>
              <a:gd name="GluePoint15X" fmla="*/ 41 w 51"/>
              <a:gd name="GluePoint15Y" fmla="*/ 41 h 52"/>
              <a:gd name="GluePoint16X" fmla="*/ 47 w 51"/>
              <a:gd name="GluePoint16Y" fmla="*/ 26 h 52"/>
              <a:gd name="GluePoint17X" fmla="*/ 41 w 51"/>
              <a:gd name="GluePoint17Y" fmla="*/ 11 h 52"/>
              <a:gd name="GluePoint18X" fmla="*/ 26 w 51"/>
              <a:gd name="GluePoint18Y" fmla="*/ 4 h 52"/>
              <a:gd name="GluePoint19X" fmla="*/ 38 w 51"/>
              <a:gd name="GluePoint19Y" fmla="*/ 42 h 52"/>
              <a:gd name="GluePoint20X" fmla="*/ 32 w 51"/>
              <a:gd name="GluePoint20Y" fmla="*/ 42 h 52"/>
              <a:gd name="GluePoint21X" fmla="*/ 29 w 51"/>
              <a:gd name="GluePoint21Y" fmla="*/ 34 h 52"/>
              <a:gd name="GluePoint22X" fmla="*/ 23 w 51"/>
              <a:gd name="GluePoint22Y" fmla="*/ 28 h 52"/>
              <a:gd name="GluePoint23X" fmla="*/ 21 w 51"/>
              <a:gd name="GluePoint23Y" fmla="*/ 28 h 52"/>
              <a:gd name="GluePoint24X" fmla="*/ 21 w 51"/>
              <a:gd name="GluePoint24Y" fmla="*/ 42 h 52"/>
              <a:gd name="GluePoint25X" fmla="*/ 15 w 51"/>
              <a:gd name="GluePoint25Y" fmla="*/ 42 h 52"/>
              <a:gd name="GluePoint26X" fmla="*/ 15 w 51"/>
              <a:gd name="GluePoint26Y" fmla="*/ 9 h 52"/>
              <a:gd name="GluePoint27X" fmla="*/ 25 w 51"/>
              <a:gd name="GluePoint27Y" fmla="*/ 9 h 52"/>
              <a:gd name="GluePoint28X" fmla="*/ 34 w 51"/>
              <a:gd name="GluePoint28Y" fmla="*/ 12 h 52"/>
              <a:gd name="GluePoint29X" fmla="*/ 37 w 51"/>
              <a:gd name="GluePoint29Y" fmla="*/ 18 h 52"/>
              <a:gd name="GluePoint30X" fmla="*/ 35 w 51"/>
              <a:gd name="GluePoint30Y" fmla="*/ 24 h 52"/>
              <a:gd name="GluePoint31X" fmla="*/ 28 w 51"/>
              <a:gd name="GluePoint31Y" fmla="*/ 27 h 52"/>
              <a:gd name="GluePoint32X" fmla="*/ 28 w 51"/>
              <a:gd name="GluePoint32Y" fmla="*/ 27 h 52"/>
              <a:gd name="GluePoint33X" fmla="*/ 34 w 51"/>
              <a:gd name="GluePoint33Y" fmla="*/ 33 h 52"/>
              <a:gd name="GluePoint34X" fmla="*/ 38 w 51"/>
              <a:gd name="GluePoint34Y" fmla="*/ 42 h 52"/>
              <a:gd name="GluePoint35X" fmla="*/ 21 w 51"/>
              <a:gd name="GluePoint35Y" fmla="*/ 14 h 52"/>
              <a:gd name="GluePoint36X" fmla="*/ 21 w 51"/>
              <a:gd name="GluePoint36Y" fmla="*/ 24 h 52"/>
              <a:gd name="GluePoint37X" fmla="*/ 25 w 51"/>
              <a:gd name="GluePoint37Y" fmla="*/ 24 h 52"/>
              <a:gd name="GluePoint38X" fmla="*/ 31 w 51"/>
              <a:gd name="GluePoint38Y" fmla="*/ 19 h 52"/>
              <a:gd name="GluePoint39X" fmla="*/ 30 w 51"/>
              <a:gd name="GluePoint39Y" fmla="*/ 15 h 52"/>
              <a:gd name="GluePoint40X" fmla="*/ 24 w 51"/>
              <a:gd name="GluePoint40Y" fmla="*/ 14 h 52"/>
              <a:gd name="GluePoint41X" fmla="*/ 21 w 51"/>
              <a:gd name="GluePoint41Y" fmla="*/ 14 h 52"/>
            </a:gdLst>
            <a:ahLst/>
            <a:cxnLst/>
            <a:rect l="textAreaLeft" t="textAreaTop" r="textAreaRight" b="textAreaBottom"/>
            <a:pathLst>
              <a:path w="51" h="52">
                <a:moveTo>
                  <a:pt x="26" y="52"/>
                </a:moveTo>
                <a:cubicBezTo>
                  <a:pt x="18" y="52"/>
                  <a:pt x="12" y="49"/>
                  <a:pt x="7" y="44"/>
                </a:cubicBezTo>
                <a:cubicBezTo>
                  <a:pt x="2" y="39"/>
                  <a:pt x="0" y="33"/>
                  <a:pt x="0" y="26"/>
                </a:cubicBezTo>
                <a:cubicBezTo>
                  <a:pt x="0" y="19"/>
                  <a:pt x="2" y="13"/>
                  <a:pt x="7" y="8"/>
                </a:cubicBezTo>
                <a:cubicBezTo>
                  <a:pt x="12" y="3"/>
                  <a:pt x="18" y="0"/>
                  <a:pt x="26" y="0"/>
                </a:cubicBezTo>
                <a:cubicBezTo>
                  <a:pt x="33" y="0"/>
                  <a:pt x="39" y="3"/>
                  <a:pt x="44" y="8"/>
                </a:cubicBezTo>
                <a:cubicBezTo>
                  <a:pt x="49" y="13"/>
                  <a:pt x="51" y="19"/>
                  <a:pt x="51" y="26"/>
                </a:cubicBezTo>
                <a:cubicBezTo>
                  <a:pt x="51" y="33"/>
                  <a:pt x="49" y="39"/>
                  <a:pt x="44" y="44"/>
                </a:cubicBezTo>
                <a:cubicBezTo>
                  <a:pt x="39" y="49"/>
                  <a:pt x="33" y="52"/>
                  <a:pt x="26" y="52"/>
                </a:cubicBezTo>
                <a:close/>
                <a:moveTo>
                  <a:pt x="26" y="4"/>
                </a:moveTo>
                <a:cubicBezTo>
                  <a:pt x="20" y="4"/>
                  <a:pt x="14" y="6"/>
                  <a:pt x="10" y="11"/>
                </a:cubicBezTo>
                <a:cubicBezTo>
                  <a:pt x="6" y="15"/>
                  <a:pt x="4" y="20"/>
                  <a:pt x="4" y="26"/>
                </a:cubicBezTo>
                <a:cubicBezTo>
                  <a:pt x="4" y="32"/>
                  <a:pt x="6" y="37"/>
                  <a:pt x="10" y="41"/>
                </a:cubicBezTo>
                <a:cubicBezTo>
                  <a:pt x="14" y="46"/>
                  <a:pt x="20" y="48"/>
                  <a:pt x="26" y="48"/>
                </a:cubicBezTo>
                <a:cubicBezTo>
                  <a:pt x="32" y="48"/>
                  <a:pt x="37" y="46"/>
                  <a:pt x="41" y="41"/>
                </a:cubicBezTo>
                <a:cubicBezTo>
                  <a:pt x="45" y="37"/>
                  <a:pt x="47" y="32"/>
                  <a:pt x="47" y="26"/>
                </a:cubicBezTo>
                <a:cubicBezTo>
                  <a:pt x="47" y="20"/>
                  <a:pt x="45" y="15"/>
                  <a:pt x="41" y="11"/>
                </a:cubicBezTo>
                <a:cubicBezTo>
                  <a:pt x="37" y="6"/>
                  <a:pt x="32" y="4"/>
                  <a:pt x="26" y="4"/>
                </a:cubicBezTo>
                <a:close/>
                <a:moveTo>
                  <a:pt x="38" y="42"/>
                </a:moveTo>
                <a:cubicBezTo>
                  <a:pt x="32" y="42"/>
                  <a:pt x="32" y="42"/>
                  <a:pt x="32" y="42"/>
                </a:cubicBezTo>
                <a:cubicBezTo>
                  <a:pt x="29" y="34"/>
                  <a:pt x="29" y="34"/>
                  <a:pt x="29" y="34"/>
                </a:cubicBezTo>
                <a:cubicBezTo>
                  <a:pt x="27" y="30"/>
                  <a:pt x="25" y="28"/>
                  <a:pt x="23" y="28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42"/>
                  <a:pt x="21" y="42"/>
                  <a:pt x="21" y="42"/>
                </a:cubicBezTo>
                <a:cubicBezTo>
                  <a:pt x="15" y="42"/>
                  <a:pt x="15" y="42"/>
                  <a:pt x="15" y="42"/>
                </a:cubicBezTo>
                <a:cubicBezTo>
                  <a:pt x="15" y="9"/>
                  <a:pt x="15" y="9"/>
                  <a:pt x="15" y="9"/>
                </a:cubicBezTo>
                <a:cubicBezTo>
                  <a:pt x="25" y="9"/>
                  <a:pt x="25" y="9"/>
                  <a:pt x="25" y="9"/>
                </a:cubicBezTo>
                <a:cubicBezTo>
                  <a:pt x="29" y="9"/>
                  <a:pt x="32" y="10"/>
                  <a:pt x="34" y="12"/>
                </a:cubicBezTo>
                <a:cubicBezTo>
                  <a:pt x="36" y="13"/>
                  <a:pt x="37" y="15"/>
                  <a:pt x="37" y="18"/>
                </a:cubicBezTo>
                <a:cubicBezTo>
                  <a:pt x="37" y="20"/>
                  <a:pt x="36" y="22"/>
                  <a:pt x="35" y="24"/>
                </a:cubicBezTo>
                <a:cubicBezTo>
                  <a:pt x="33" y="26"/>
                  <a:pt x="31" y="27"/>
                  <a:pt x="28" y="27"/>
                </a:cubicBezTo>
                <a:cubicBezTo>
                  <a:pt x="28" y="27"/>
                  <a:pt x="28" y="27"/>
                  <a:pt x="28" y="27"/>
                </a:cubicBezTo>
                <a:cubicBezTo>
                  <a:pt x="30" y="28"/>
                  <a:pt x="32" y="30"/>
                  <a:pt x="34" y="33"/>
                </a:cubicBezTo>
                <a:lnTo>
                  <a:pt x="38" y="42"/>
                </a:lnTo>
                <a:close/>
                <a:moveTo>
                  <a:pt x="21" y="14"/>
                </a:moveTo>
                <a:cubicBezTo>
                  <a:pt x="21" y="24"/>
                  <a:pt x="21" y="24"/>
                  <a:pt x="21" y="24"/>
                </a:cubicBezTo>
                <a:cubicBezTo>
                  <a:pt x="25" y="24"/>
                  <a:pt x="25" y="24"/>
                  <a:pt x="25" y="24"/>
                </a:cubicBezTo>
                <a:cubicBezTo>
                  <a:pt x="29" y="24"/>
                  <a:pt x="31" y="22"/>
                  <a:pt x="31" y="19"/>
                </a:cubicBezTo>
                <a:cubicBezTo>
                  <a:pt x="31" y="17"/>
                  <a:pt x="31" y="15"/>
                  <a:pt x="30" y="15"/>
                </a:cubicBezTo>
                <a:cubicBezTo>
                  <a:pt x="28" y="14"/>
                  <a:pt x="26" y="14"/>
                  <a:pt x="24" y="14"/>
                </a:cubicBezTo>
                <a:lnTo>
                  <a:pt x="21" y="14"/>
                </a:lnTo>
                <a:close/>
              </a:path>
            </a:pathLst>
          </a:custGeom>
          <a:solidFill>
            <a:srgbClr val="BB1C2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760" tIns="34200" rIns="68760" bIns="34200" anchor="t">
            <a:noAutofit/>
          </a:bodyPr>
          <a:lstStyle/>
          <a:p>
            <a:endParaRPr/>
          </a:p>
        </p:txBody>
      </p:sp>
      <p:sp>
        <p:nvSpPr>
          <p:cNvPr id="627" name="十字形 34">
            <a:extLst>
              <a:ext uri="{FF2B5EF4-FFF2-40B4-BE49-F238E27FC236}">
                <a16:creationId xmlns:a16="http://schemas.microsoft.com/office/drawing/2014/main" id="{D77F774D-A1AA-437F-8FA0-5B720DE3D176}"/>
              </a:ext>
            </a:extLst>
          </p:cNvPr>
          <p:cNvSpPr>
            <a:spLocks noGrp="1"/>
          </p:cNvSpPr>
          <p:nvPr/>
        </p:nvSpPr>
        <p:spPr>
          <a:xfrm rot="2700000">
            <a:off x="5632560" y="6372000"/>
            <a:ext cx="297720" cy="297720"/>
          </a:xfrm>
          <a:prstGeom prst="plus">
            <a:avLst>
              <a:gd name="adj" fmla="val 47463"/>
            </a:avLst>
          </a:prstGeom>
          <a:solidFill>
            <a:schemeClr val="dk1">
              <a:lumMod val="95000"/>
              <a:lumOff val="5000"/>
            </a:schemeClr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pic>
        <p:nvPicPr>
          <p:cNvPr id="646" name="Picture 74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39800" y="6323760"/>
            <a:ext cx="361440" cy="361440"/>
          </a:xfrm>
          <a:prstGeom prst="rect">
            <a:avLst/>
          </a:prstGeom>
          <a:ln w="0">
            <a:noFill/>
          </a:ln>
        </p:spPr>
      </p:pic>
      <p:sp>
        <p:nvSpPr>
          <p:cNvPr id="629" name="TextBox 73">
            <a:extLst>
              <a:ext uri="{FF2B5EF4-FFF2-40B4-BE49-F238E27FC236}">
                <a16:creationId xmlns:a16="http://schemas.microsoft.com/office/drawing/2014/main" id="{046DDE02-73C3-4C1F-83CC-97C886B8088B}"/>
              </a:ext>
            </a:extLst>
          </p:cNvPr>
          <p:cNvSpPr>
            <a:spLocks noGrp="1"/>
          </p:cNvSpPr>
          <p:nvPr/>
        </p:nvSpPr>
        <p:spPr>
          <a:xfrm>
            <a:off x="6481080" y="6367320"/>
            <a:ext cx="1251000" cy="30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buNone/>
            </a:pPr>
            <a:r>
              <a:rPr sz="1400" b="0" u="none">
                <a:solidFill>
                  <a:srgbClr val="D83B01"/>
                </a:solidFill>
                <a:latin typeface="Microsoft YaHei Light"/>
                <a:ea typeface="Microsoft YaHei Light"/>
                <a:cs typeface="Microsoft YaHei Light"/>
              </a:rPr>
              <a:t>微软听听文档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椭圆 3">
            <a:extLst>
              <a:ext uri="{FF2B5EF4-FFF2-40B4-BE49-F238E27FC236}">
                <a16:creationId xmlns:a16="http://schemas.microsoft.com/office/drawing/2014/main" id="{351227A2-D1DF-4141-AC4D-607B11AE2F5E}"/>
              </a:ext>
            </a:extLst>
          </p:cNvPr>
          <p:cNvSpPr>
            <a:spLocks noGrp="1"/>
          </p:cNvSpPr>
          <p:nvPr/>
        </p:nvSpPr>
        <p:spPr>
          <a:xfrm>
            <a:off x="-1533960" y="2314800"/>
            <a:ext cx="662760" cy="496800"/>
          </a:xfrm>
          <a:prstGeom prst="ellipse">
            <a:avLst/>
          </a:prstGeom>
          <a:solidFill>
            <a:srgbClr val="B7DAC4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32" name="椭圆 4">
            <a:extLst>
              <a:ext uri="{FF2B5EF4-FFF2-40B4-BE49-F238E27FC236}">
                <a16:creationId xmlns:a16="http://schemas.microsoft.com/office/drawing/2014/main" id="{4DC0F3FF-80DE-4C5E-9385-A8022CD2D18C}"/>
              </a:ext>
            </a:extLst>
          </p:cNvPr>
          <p:cNvSpPr>
            <a:spLocks noGrp="1"/>
          </p:cNvSpPr>
          <p:nvPr/>
        </p:nvSpPr>
        <p:spPr>
          <a:xfrm>
            <a:off x="-1533960" y="4381920"/>
            <a:ext cx="662760" cy="496800"/>
          </a:xfrm>
          <a:prstGeom prst="ellipse">
            <a:avLst/>
          </a:prstGeom>
          <a:solidFill>
            <a:srgbClr val="E2375D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33" name="椭圆 5">
            <a:extLst>
              <a:ext uri="{FF2B5EF4-FFF2-40B4-BE49-F238E27FC236}">
                <a16:creationId xmlns:a16="http://schemas.microsoft.com/office/drawing/2014/main" id="{3F9A38F1-3EAB-43E7-9884-5D63B1A1FB8F}"/>
              </a:ext>
            </a:extLst>
          </p:cNvPr>
          <p:cNvSpPr>
            <a:spLocks noGrp="1"/>
          </p:cNvSpPr>
          <p:nvPr/>
        </p:nvSpPr>
        <p:spPr>
          <a:xfrm>
            <a:off x="-1533960" y="3003840"/>
            <a:ext cx="662760" cy="496800"/>
          </a:xfrm>
          <a:prstGeom prst="ellipse">
            <a:avLst/>
          </a:prstGeom>
          <a:solidFill>
            <a:srgbClr val="2E3D55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34" name="椭圆 6">
            <a:extLst>
              <a:ext uri="{FF2B5EF4-FFF2-40B4-BE49-F238E27FC236}">
                <a16:creationId xmlns:a16="http://schemas.microsoft.com/office/drawing/2014/main" id="{6EE2DC22-C131-4F9D-88E2-8F77D65AEF6F}"/>
              </a:ext>
            </a:extLst>
          </p:cNvPr>
          <p:cNvSpPr>
            <a:spLocks noGrp="1"/>
          </p:cNvSpPr>
          <p:nvPr/>
        </p:nvSpPr>
        <p:spPr>
          <a:xfrm>
            <a:off x="-1533960" y="3692880"/>
            <a:ext cx="662760" cy="496800"/>
          </a:xfrm>
          <a:prstGeom prst="ellipse">
            <a:avLst/>
          </a:prstGeom>
          <a:solidFill>
            <a:srgbClr val="00ADA7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35" name="椭圆 7">
            <a:extLst>
              <a:ext uri="{FF2B5EF4-FFF2-40B4-BE49-F238E27FC236}">
                <a16:creationId xmlns:a16="http://schemas.microsoft.com/office/drawing/2014/main" id="{D2D81C1E-940E-4DF6-844B-80F79DDD8C5E}"/>
              </a:ext>
            </a:extLst>
          </p:cNvPr>
          <p:cNvSpPr>
            <a:spLocks noGrp="1"/>
          </p:cNvSpPr>
          <p:nvPr/>
        </p:nvSpPr>
        <p:spPr>
          <a:xfrm>
            <a:off x="-1533960" y="1625760"/>
            <a:ext cx="662760" cy="496800"/>
          </a:xfrm>
          <a:prstGeom prst="ellipse">
            <a:avLst/>
          </a:prstGeom>
          <a:solidFill>
            <a:srgbClr val="808C94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36" name="椭圆 8">
            <a:extLst>
              <a:ext uri="{FF2B5EF4-FFF2-40B4-BE49-F238E27FC236}">
                <a16:creationId xmlns:a16="http://schemas.microsoft.com/office/drawing/2014/main" id="{C9D7704A-2C2C-4B8B-8080-597F1C238CE9}"/>
              </a:ext>
            </a:extLst>
          </p:cNvPr>
          <p:cNvSpPr>
            <a:spLocks noGrp="1"/>
          </p:cNvSpPr>
          <p:nvPr/>
        </p:nvSpPr>
        <p:spPr>
          <a:xfrm>
            <a:off x="-1533960" y="5070960"/>
            <a:ext cx="662760" cy="496800"/>
          </a:xfrm>
          <a:prstGeom prst="ellipse">
            <a:avLst/>
          </a:prstGeom>
          <a:solidFill>
            <a:srgbClr val="FFD44B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>
            <a:extLst>
              <a:ext uri="{FF2B5EF4-FFF2-40B4-BE49-F238E27FC236}">
                <a16:creationId xmlns:a16="http://schemas.microsoft.com/office/drawing/2014/main" id="{3D4F4D4C-115D-44EA-BE01-D601BE21CB6A}"/>
              </a:ext>
            </a:extLst>
          </p:cNvPr>
          <p:cNvSpPr>
            <a:spLocks noGrp="1"/>
          </p:cNvSpPr>
          <p:nvPr>
            <p:ph type="dt" idx="44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638" name="PlaceHolder 2">
            <a:extLst>
              <a:ext uri="{FF2B5EF4-FFF2-40B4-BE49-F238E27FC236}">
                <a16:creationId xmlns:a16="http://schemas.microsoft.com/office/drawing/2014/main" id="{3D37577F-9F9A-4C65-A4E2-6B0A55A88CD0}"/>
              </a:ext>
            </a:extLst>
          </p:cNvPr>
          <p:cNvSpPr>
            <a:spLocks noGrp="1"/>
          </p:cNvSpPr>
          <p:nvPr>
            <p:ph type="sldNum" idx="45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F705F4-69E7-40AA-9D11-E843F092EE22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9" name="矩形 1">
            <a:extLst>
              <a:ext uri="{FF2B5EF4-FFF2-40B4-BE49-F238E27FC236}">
                <a16:creationId xmlns:a16="http://schemas.microsoft.com/office/drawing/2014/main" id="{216D7A53-75E7-46A0-B308-0C9694041651}"/>
              </a:ext>
            </a:extLst>
          </p:cNvPr>
          <p:cNvSpPr>
            <a:spLocks noGrp="1"/>
          </p:cNvSpPr>
          <p:nvPr/>
        </p:nvSpPr>
        <p:spPr>
          <a:xfrm>
            <a:off x="0" y="371160"/>
            <a:ext cx="3403080" cy="657360"/>
          </a:xfrm>
          <a:prstGeom prst="rect">
            <a:avLst/>
          </a:prstGeom>
          <a:solidFill>
            <a:schemeClr val="accent1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40" name="矩形 5">
            <a:extLst>
              <a:ext uri="{FF2B5EF4-FFF2-40B4-BE49-F238E27FC236}">
                <a16:creationId xmlns:a16="http://schemas.microsoft.com/office/drawing/2014/main" id="{E10070B9-37BE-49AF-A41D-D6789FF07215}"/>
              </a:ext>
            </a:extLst>
          </p:cNvPr>
          <p:cNvSpPr>
            <a:spLocks noGrp="1"/>
          </p:cNvSpPr>
          <p:nvPr/>
        </p:nvSpPr>
        <p:spPr>
          <a:xfrm>
            <a:off x="599760" y="387000"/>
            <a:ext cx="155160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目 录 </a:t>
            </a:r>
          </a:p>
        </p:txBody>
      </p:sp>
      <p:sp>
        <p:nvSpPr>
          <p:cNvPr id="641" name="PlaceHolder 3">
            <a:extLst>
              <a:ext uri="{FF2B5EF4-FFF2-40B4-BE49-F238E27FC236}">
                <a16:creationId xmlns:a16="http://schemas.microsoft.com/office/drawing/2014/main" id="{0F4AA746-4BC8-412F-B9B4-1934350F796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  <a:lvl2pPr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642" name="矩形 6">
            <a:extLst>
              <a:ext uri="{FF2B5EF4-FFF2-40B4-BE49-F238E27FC236}">
                <a16:creationId xmlns:a16="http://schemas.microsoft.com/office/drawing/2014/main" id="{DCA47C64-4CC9-4A0A-8279-03F3450107A7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643" name="PlaceHolder 4">
            <a:extLst>
              <a:ext uri="{FF2B5EF4-FFF2-40B4-BE49-F238E27FC236}">
                <a16:creationId xmlns:a16="http://schemas.microsoft.com/office/drawing/2014/main" id="{475AE967-8AF9-491E-ADDF-73576139BE8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46120" y="229608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44" name="PlaceHolder 5">
            <a:extLst>
              <a:ext uri="{FF2B5EF4-FFF2-40B4-BE49-F238E27FC236}">
                <a16:creationId xmlns:a16="http://schemas.microsoft.com/office/drawing/2014/main" id="{8BD1F1CE-6134-4597-9CE8-7F55E9D7FD9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17760" y="237564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研究背景</a:t>
            </a:r>
          </a:p>
        </p:txBody>
      </p:sp>
      <p:sp>
        <p:nvSpPr>
          <p:cNvPr id="645" name="PlaceHolder 6">
            <a:extLst>
              <a:ext uri="{FF2B5EF4-FFF2-40B4-BE49-F238E27FC236}">
                <a16:creationId xmlns:a16="http://schemas.microsoft.com/office/drawing/2014/main" id="{3E955B4B-993F-4A3D-BB7D-A9C8ADB8D1B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17760" y="266616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646" name="PlaceHolder 7">
            <a:extLst>
              <a:ext uri="{FF2B5EF4-FFF2-40B4-BE49-F238E27FC236}">
                <a16:creationId xmlns:a16="http://schemas.microsoft.com/office/drawing/2014/main" id="{67A695B8-0FD0-4CCB-A33E-075E1E64545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247200" y="229608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47" name="PlaceHolder 8">
            <a:extLst>
              <a:ext uri="{FF2B5EF4-FFF2-40B4-BE49-F238E27FC236}">
                <a16:creationId xmlns:a16="http://schemas.microsoft.com/office/drawing/2014/main" id="{56A9A950-3419-4109-B8C1-03DE5254558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218840" y="237564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研究内容</a:t>
            </a:r>
          </a:p>
        </p:txBody>
      </p:sp>
      <p:sp>
        <p:nvSpPr>
          <p:cNvPr id="648" name="PlaceHolder 9">
            <a:extLst>
              <a:ext uri="{FF2B5EF4-FFF2-40B4-BE49-F238E27FC236}">
                <a16:creationId xmlns:a16="http://schemas.microsoft.com/office/drawing/2014/main" id="{AE056CE5-4016-47D4-9EB0-6880409BC5F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218840" y="266616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Detachment</a:t>
            </a:r>
          </a:p>
        </p:txBody>
      </p:sp>
      <p:sp>
        <p:nvSpPr>
          <p:cNvPr id="649" name="PlaceHolder 10">
            <a:extLst>
              <a:ext uri="{FF2B5EF4-FFF2-40B4-BE49-F238E27FC236}">
                <a16:creationId xmlns:a16="http://schemas.microsoft.com/office/drawing/2014/main" id="{854685C2-F428-4709-BCCD-36A72A0A290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12000" y="229608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50" name="PlaceHolder 11">
            <a:extLst>
              <a:ext uri="{FF2B5EF4-FFF2-40B4-BE49-F238E27FC236}">
                <a16:creationId xmlns:a16="http://schemas.microsoft.com/office/drawing/2014/main" id="{70A5F2D9-D880-4602-9453-47F0C82D88F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83640" y="237564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研究方法</a:t>
            </a:r>
          </a:p>
        </p:txBody>
      </p:sp>
      <p:sp>
        <p:nvSpPr>
          <p:cNvPr id="651" name="PlaceHolder 12">
            <a:extLst>
              <a:ext uri="{FF2B5EF4-FFF2-40B4-BE49-F238E27FC236}">
                <a16:creationId xmlns:a16="http://schemas.microsoft.com/office/drawing/2014/main" id="{48DA9606-DC86-4DC5-BC0B-514B1814B22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83640" y="266616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652" name="PlaceHolder 13">
            <a:extLst>
              <a:ext uri="{FF2B5EF4-FFF2-40B4-BE49-F238E27FC236}">
                <a16:creationId xmlns:a16="http://schemas.microsoft.com/office/drawing/2014/main" id="{BBD95496-FF57-4E24-8B92-06800E44B77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46120" y="391536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53" name="PlaceHolder 14">
            <a:extLst>
              <a:ext uri="{FF2B5EF4-FFF2-40B4-BE49-F238E27FC236}">
                <a16:creationId xmlns:a16="http://schemas.microsoft.com/office/drawing/2014/main" id="{6A6A2BC8-2EB2-400E-87C1-B539C67692A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17760" y="399528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研究结论</a:t>
            </a:r>
          </a:p>
        </p:txBody>
      </p:sp>
      <p:sp>
        <p:nvSpPr>
          <p:cNvPr id="654" name="PlaceHolder 15">
            <a:extLst>
              <a:ext uri="{FF2B5EF4-FFF2-40B4-BE49-F238E27FC236}">
                <a16:creationId xmlns:a16="http://schemas.microsoft.com/office/drawing/2014/main" id="{8B8E9A11-E4BC-431C-968A-CCD85EFA767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17760" y="428544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655" name="PlaceHolder 16">
            <a:extLst>
              <a:ext uri="{FF2B5EF4-FFF2-40B4-BE49-F238E27FC236}">
                <a16:creationId xmlns:a16="http://schemas.microsoft.com/office/drawing/2014/main" id="{4A5B0D30-B95E-4D3A-8E23-28A1ADF75F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247200" y="391536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56" name="PlaceHolder 17">
            <a:extLst>
              <a:ext uri="{FF2B5EF4-FFF2-40B4-BE49-F238E27FC236}">
                <a16:creationId xmlns:a16="http://schemas.microsoft.com/office/drawing/2014/main" id="{1501EFA2-5149-4A11-B6DF-1C695EBB2E3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218840" y="399528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创新成果</a:t>
            </a:r>
          </a:p>
        </p:txBody>
      </p:sp>
      <p:sp>
        <p:nvSpPr>
          <p:cNvPr id="657" name="PlaceHolder 18">
            <a:extLst>
              <a:ext uri="{FF2B5EF4-FFF2-40B4-BE49-F238E27FC236}">
                <a16:creationId xmlns:a16="http://schemas.microsoft.com/office/drawing/2014/main" id="{98996F1A-EE93-41CD-A187-CCC70108B5F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218840" y="428544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Innovation</a:t>
            </a:r>
          </a:p>
        </p:txBody>
      </p:sp>
      <p:sp>
        <p:nvSpPr>
          <p:cNvPr id="658" name="PlaceHolder 19">
            <a:extLst>
              <a:ext uri="{FF2B5EF4-FFF2-40B4-BE49-F238E27FC236}">
                <a16:creationId xmlns:a16="http://schemas.microsoft.com/office/drawing/2014/main" id="{BA81D82C-6A0D-4228-B105-8AA823DD69E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12000" y="3915360"/>
            <a:ext cx="996480" cy="847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54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59" name="PlaceHolder 20">
            <a:extLst>
              <a:ext uri="{FF2B5EF4-FFF2-40B4-BE49-F238E27FC236}">
                <a16:creationId xmlns:a16="http://schemas.microsoft.com/office/drawing/2014/main" id="{3B7260AF-D4EB-4F12-A81D-4F551787CCF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83640" y="3995280"/>
            <a:ext cx="1639080" cy="2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未来展望</a:t>
            </a:r>
          </a:p>
        </p:txBody>
      </p:sp>
      <p:sp>
        <p:nvSpPr>
          <p:cNvPr id="660" name="PlaceHolder 21">
            <a:extLst>
              <a:ext uri="{FF2B5EF4-FFF2-40B4-BE49-F238E27FC236}">
                <a16:creationId xmlns:a16="http://schemas.microsoft.com/office/drawing/2014/main" id="{FABDA88C-D44C-4F4C-973A-7AC75375F2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983640" y="4285440"/>
            <a:ext cx="1639080" cy="321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Prospect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>
            <a:extLst>
              <a:ext uri="{FF2B5EF4-FFF2-40B4-BE49-F238E27FC236}">
                <a16:creationId xmlns:a16="http://schemas.microsoft.com/office/drawing/2014/main" id="{1E24430D-50F3-44C0-B4A4-15509CF0DF1C}"/>
              </a:ext>
            </a:extLst>
          </p:cNvPr>
          <p:cNvSpPr>
            <a:spLocks noGrp="1"/>
          </p:cNvSpPr>
          <p:nvPr>
            <p:ph type="dt" idx="46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662" name="PlaceHolder 2">
            <a:extLst>
              <a:ext uri="{FF2B5EF4-FFF2-40B4-BE49-F238E27FC236}">
                <a16:creationId xmlns:a16="http://schemas.microsoft.com/office/drawing/2014/main" id="{0553A31F-54CB-40AE-AF1A-1A7AE4D22EB6}"/>
              </a:ext>
            </a:extLst>
          </p:cNvPr>
          <p:cNvSpPr>
            <a:spLocks noGrp="1"/>
          </p:cNvSpPr>
          <p:nvPr>
            <p:ph type="sldNum" idx="47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89F727-FC8C-4892-B089-5093FE5A5A8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3" name="PlaceHolder 3">
            <a:extLst>
              <a:ext uri="{FF2B5EF4-FFF2-40B4-BE49-F238E27FC236}">
                <a16:creationId xmlns:a16="http://schemas.microsoft.com/office/drawing/2014/main" id="{8C6D4594-C644-4019-B561-686F8E33484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  <a:lvl2pPr marL="228600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228600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228600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28600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228600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228600" lvl="1" indent="-228600" algn="l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228600" lvl="2" indent="-228600" algn="l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228600" lvl="3" indent="-228600" algn="l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28600" lvl="4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28600" lvl="5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228600" lvl="6" indent="-2286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664" name="矩形 6">
            <a:extLst>
              <a:ext uri="{FF2B5EF4-FFF2-40B4-BE49-F238E27FC236}">
                <a16:creationId xmlns:a16="http://schemas.microsoft.com/office/drawing/2014/main" id="{2329DACE-8F31-4468-AAE2-AEE720EE80C0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665" name="等腰三角形 39">
            <a:extLst>
              <a:ext uri="{FF2B5EF4-FFF2-40B4-BE49-F238E27FC236}">
                <a16:creationId xmlns:a16="http://schemas.microsoft.com/office/drawing/2014/main" id="{6042345F-9734-4459-863B-CF938A2A8019}"/>
              </a:ext>
            </a:extLst>
          </p:cNvPr>
          <p:cNvSpPr>
            <a:spLocks noGrp="1"/>
          </p:cNvSpPr>
          <p:nvPr/>
        </p:nvSpPr>
        <p:spPr>
          <a:xfrm rot="16200000" flipV="1">
            <a:off x="-2356560" y="-329040"/>
            <a:ext cx="5227200" cy="1156680"/>
          </a:xfrm>
          <a:prstGeom prst="triangle">
            <a:avLst>
              <a:gd name="adj" fmla="val 31111"/>
            </a:avLst>
          </a:prstGeom>
          <a:noFill/>
          <a:ln w="12600">
            <a:solidFill>
              <a:srgbClr val="7070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cxnSp>
        <p:nvCxnSpPr>
          <p:cNvPr id="694" name="直接连接符 40"/>
          <p:cNvCxnSpPr/>
          <p:nvPr/>
        </p:nvCxnSpPr>
        <p:spPr>
          <a:xfrm>
            <a:off x="3792600" y="3898440"/>
            <a:ext cx="2962800" cy="360"/>
          </a:xfrm>
          <a:prstGeom prst="straightConnector1">
            <a:avLst/>
          </a:prstGeom>
          <a:ln w="15840">
            <a:solidFill>
              <a:schemeClr val="dk1">
                <a:lumMod val="50000"/>
                <a:lumOff val="50000"/>
              </a:schemeClr>
            </a:solidFill>
            <a:miter/>
          </a:ln>
        </p:spPr>
      </p:cxnSp>
      <p:sp>
        <p:nvSpPr>
          <p:cNvPr id="667" name="等腰三角形 41">
            <a:extLst>
              <a:ext uri="{FF2B5EF4-FFF2-40B4-BE49-F238E27FC236}">
                <a16:creationId xmlns:a16="http://schemas.microsoft.com/office/drawing/2014/main" id="{21B6AE59-29CF-42AC-98C4-CE93C2D7212B}"/>
              </a:ext>
            </a:extLst>
          </p:cNvPr>
          <p:cNvSpPr>
            <a:spLocks noGrp="1"/>
          </p:cNvSpPr>
          <p:nvPr/>
        </p:nvSpPr>
        <p:spPr>
          <a:xfrm rot="18555000" flipV="1">
            <a:off x="4553640" y="-1414800"/>
            <a:ext cx="5227200" cy="1156680"/>
          </a:xfrm>
          <a:prstGeom prst="triangle">
            <a:avLst>
              <a:gd name="adj" fmla="val 31111"/>
            </a:avLst>
          </a:prstGeom>
          <a:noFill/>
          <a:ln w="12600">
            <a:solidFill>
              <a:srgbClr val="7070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68" name="PlaceHolder 4">
            <a:extLst>
              <a:ext uri="{FF2B5EF4-FFF2-40B4-BE49-F238E27FC236}">
                <a16:creationId xmlns:a16="http://schemas.microsoft.com/office/drawing/2014/main" id="{D7B3DE3C-14B0-40EF-BCCA-AB1D735D3C9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391760" y="1384200"/>
            <a:ext cx="2307600" cy="4088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28700" b="0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28700" b="0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69" name="PlaceHolder 5">
            <a:extLst>
              <a:ext uri="{FF2B5EF4-FFF2-40B4-BE49-F238E27FC236}">
                <a16:creationId xmlns:a16="http://schemas.microsoft.com/office/drawing/2014/main" id="{3CFAA2AD-2626-4D66-979A-BEE822E2A76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789720" y="2831040"/>
            <a:ext cx="3054960" cy="100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6000" b="1" u="none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6000" b="1" u="none">
                <a:solidFill>
                  <a:schemeClr val="accent1"/>
                </a:solidFill>
                <a:latin typeface="Arial"/>
                <a:ea typeface="Arial"/>
                <a:cs typeface="Arial"/>
              </a:rPr>
              <a:t>研究背景</a:t>
            </a:r>
          </a:p>
        </p:txBody>
      </p:sp>
      <p:sp>
        <p:nvSpPr>
          <p:cNvPr id="670" name="PlaceHolder 6">
            <a:extLst>
              <a:ext uri="{FF2B5EF4-FFF2-40B4-BE49-F238E27FC236}">
                <a16:creationId xmlns:a16="http://schemas.microsoft.com/office/drawing/2014/main" id="{F8355734-ACF0-4590-ABC6-0631DD81525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789720" y="3810240"/>
            <a:ext cx="3054960" cy="100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20000"/>
              </a:lnSpc>
              <a:buNone/>
              <a:tabLst>
                <a:tab pos="0" algn="l"/>
              </a:tabLst>
              <a:defRPr sz="40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4000" b="0" u="none">
                <a:solidFill>
                  <a:schemeClr val="dk1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>
            <a:extLst>
              <a:ext uri="{FF2B5EF4-FFF2-40B4-BE49-F238E27FC236}">
                <a16:creationId xmlns:a16="http://schemas.microsoft.com/office/drawing/2014/main" id="{CE8AC506-DE3B-4955-9457-3505753963D4}"/>
              </a:ext>
            </a:extLst>
          </p:cNvPr>
          <p:cNvSpPr>
            <a:spLocks noGrp="1"/>
          </p:cNvSpPr>
          <p:nvPr>
            <p:ph type="dt" idx="48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672" name="PlaceHolder 2">
            <a:extLst>
              <a:ext uri="{FF2B5EF4-FFF2-40B4-BE49-F238E27FC236}">
                <a16:creationId xmlns:a16="http://schemas.microsoft.com/office/drawing/2014/main" id="{E7D4DBF5-4088-4047-ABD4-DABDDA39A380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6C2EC3-3CB0-4283-A0C3-B879941A52CC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3" name="PlaceHolder 3">
            <a:extLst>
              <a:ext uri="{FF2B5EF4-FFF2-40B4-BE49-F238E27FC236}">
                <a16:creationId xmlns:a16="http://schemas.microsoft.com/office/drawing/2014/main" id="{C41F76B6-69B5-4039-AB99-DA9F113D07C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674" name="矩形 6">
            <a:extLst>
              <a:ext uri="{FF2B5EF4-FFF2-40B4-BE49-F238E27FC236}">
                <a16:creationId xmlns:a16="http://schemas.microsoft.com/office/drawing/2014/main" id="{A41CEAF1-914A-447A-9872-E34450807046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675" name="等腰三角形 39">
            <a:extLst>
              <a:ext uri="{FF2B5EF4-FFF2-40B4-BE49-F238E27FC236}">
                <a16:creationId xmlns:a16="http://schemas.microsoft.com/office/drawing/2014/main" id="{73F570DF-A43F-4925-B713-4451D8290613}"/>
              </a:ext>
            </a:extLst>
          </p:cNvPr>
          <p:cNvSpPr>
            <a:spLocks noGrp="1"/>
          </p:cNvSpPr>
          <p:nvPr/>
        </p:nvSpPr>
        <p:spPr>
          <a:xfrm rot="16200000" flipV="1">
            <a:off x="-2356560" y="-329040"/>
            <a:ext cx="5227200" cy="1156680"/>
          </a:xfrm>
          <a:prstGeom prst="triangle">
            <a:avLst>
              <a:gd name="adj" fmla="val 31111"/>
            </a:avLst>
          </a:prstGeom>
          <a:noFill/>
          <a:ln w="12600">
            <a:solidFill>
              <a:srgbClr val="7070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>
            <a:extLst>
              <a:ext uri="{FF2B5EF4-FFF2-40B4-BE49-F238E27FC236}">
                <a16:creationId xmlns:a16="http://schemas.microsoft.com/office/drawing/2014/main" id="{5FD26BFD-9DD8-4909-BBE8-DC81D57A71A8}"/>
              </a:ext>
            </a:extLst>
          </p:cNvPr>
          <p:cNvSpPr>
            <a:spLocks noGrp="1"/>
          </p:cNvSpPr>
          <p:nvPr>
            <p:ph type="dt" idx="50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677" name="PlaceHolder 2">
            <a:extLst>
              <a:ext uri="{FF2B5EF4-FFF2-40B4-BE49-F238E27FC236}">
                <a16:creationId xmlns:a16="http://schemas.microsoft.com/office/drawing/2014/main" id="{4CA323AF-7341-4846-8449-128B9EEAC549}"/>
              </a:ext>
            </a:extLst>
          </p:cNvPr>
          <p:cNvSpPr>
            <a:spLocks noGrp="1"/>
          </p:cNvSpPr>
          <p:nvPr>
            <p:ph type="sldNum" idx="51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BAC14D-FDD8-4E16-999D-E22745E3608F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>
            <a:extLst>
              <a:ext uri="{FF2B5EF4-FFF2-40B4-BE49-F238E27FC236}">
                <a16:creationId xmlns:a16="http://schemas.microsoft.com/office/drawing/2014/main" id="{6B11DBCC-C307-4559-B8AC-B59AE2DEE8FF}"/>
              </a:ext>
            </a:extLst>
          </p:cNvPr>
          <p:cNvSpPr>
            <a:spLocks noGrp="1"/>
          </p:cNvSpPr>
          <p:nvPr>
            <p:ph type="dt" idx="52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679" name="PlaceHolder 2">
            <a:extLst>
              <a:ext uri="{FF2B5EF4-FFF2-40B4-BE49-F238E27FC236}">
                <a16:creationId xmlns:a16="http://schemas.microsoft.com/office/drawing/2014/main" id="{51CBBCB5-66D6-4D4D-BD8E-A711377B0F0D}"/>
              </a:ext>
            </a:extLst>
          </p:cNvPr>
          <p:cNvSpPr>
            <a:spLocks noGrp="1"/>
          </p:cNvSpPr>
          <p:nvPr>
            <p:ph type="sldNum" idx="53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E7A146-7555-40AB-96BE-833381DA9BF4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0" name="矩形 1">
            <a:extLst>
              <a:ext uri="{FF2B5EF4-FFF2-40B4-BE49-F238E27FC236}">
                <a16:creationId xmlns:a16="http://schemas.microsoft.com/office/drawing/2014/main" id="{71BBFD7C-E770-419E-BEC2-997B91F1AF2D}"/>
              </a:ext>
            </a:extLst>
          </p:cNvPr>
          <p:cNvSpPr>
            <a:spLocks noGrp="1"/>
          </p:cNvSpPr>
          <p:nvPr/>
        </p:nvSpPr>
        <p:spPr>
          <a:xfrm>
            <a:off x="0" y="371160"/>
            <a:ext cx="3403080" cy="657360"/>
          </a:xfrm>
          <a:prstGeom prst="rect">
            <a:avLst/>
          </a:prstGeom>
          <a:solidFill>
            <a:schemeClr val="accent1"/>
          </a:solidFill>
          <a:ln w="12600"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81" name="矩形 5">
            <a:extLst>
              <a:ext uri="{FF2B5EF4-FFF2-40B4-BE49-F238E27FC236}">
                <a16:creationId xmlns:a16="http://schemas.microsoft.com/office/drawing/2014/main" id="{824A2430-81C7-45ED-941E-B13D7D5EC4F3}"/>
              </a:ext>
            </a:extLst>
          </p:cNvPr>
          <p:cNvSpPr>
            <a:spLocks noGrp="1"/>
          </p:cNvSpPr>
          <p:nvPr/>
        </p:nvSpPr>
        <p:spPr>
          <a:xfrm>
            <a:off x="599760" y="387000"/>
            <a:ext cx="155160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3600" b="1" u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目 录 </a:t>
            </a:r>
          </a:p>
        </p:txBody>
      </p:sp>
      <p:sp>
        <p:nvSpPr>
          <p:cNvPr id="682" name="PlaceHolder 3">
            <a:extLst>
              <a:ext uri="{FF2B5EF4-FFF2-40B4-BE49-F238E27FC236}">
                <a16:creationId xmlns:a16="http://schemas.microsoft.com/office/drawing/2014/main" id="{99860389-9819-4288-8494-B45705560FB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064360" y="-6840"/>
            <a:ext cx="4127400" cy="685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683" name="矩形 6">
            <a:extLst>
              <a:ext uri="{FF2B5EF4-FFF2-40B4-BE49-F238E27FC236}">
                <a16:creationId xmlns:a16="http://schemas.microsoft.com/office/drawing/2014/main" id="{948D9CC0-EB82-483E-A48F-00EBADC12D56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>
            <a:extLst>
              <a:ext uri="{FF2B5EF4-FFF2-40B4-BE49-F238E27FC236}">
                <a16:creationId xmlns:a16="http://schemas.microsoft.com/office/drawing/2014/main" id="{31CD3879-65D5-4A00-8BC9-6A06AD369CD2}"/>
              </a:ext>
            </a:extLst>
          </p:cNvPr>
          <p:cNvSpPr>
            <a:spLocks noGrp="1"/>
          </p:cNvSpPr>
          <p:nvPr>
            <p:ph type="dt" idx="54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685" name="PlaceHolder 2">
            <a:extLst>
              <a:ext uri="{FF2B5EF4-FFF2-40B4-BE49-F238E27FC236}">
                <a16:creationId xmlns:a16="http://schemas.microsoft.com/office/drawing/2014/main" id="{EFB2E6D3-A1FB-4793-A075-5D7FA2195924}"/>
              </a:ext>
            </a:extLst>
          </p:cNvPr>
          <p:cNvSpPr>
            <a:spLocks noGrp="1"/>
          </p:cNvSpPr>
          <p:nvPr>
            <p:ph type="sldNum" idx="55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931CB3-4539-4F6F-8D7A-E19DD7A5A732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6" name="矩形 4">
            <a:extLst>
              <a:ext uri="{FF2B5EF4-FFF2-40B4-BE49-F238E27FC236}">
                <a16:creationId xmlns:a16="http://schemas.microsoft.com/office/drawing/2014/main" id="{1B1456B7-F9EE-4535-BE4D-17EBA5E316D8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>
            <a:extLst>
              <a:ext uri="{FF2B5EF4-FFF2-40B4-BE49-F238E27FC236}">
                <a16:creationId xmlns:a16="http://schemas.microsoft.com/office/drawing/2014/main" id="{7BC2CA80-4D33-411E-8BBC-0F6BC77CF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40" y="371160"/>
            <a:ext cx="10858320" cy="6573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0" tIns="45000" rIns="90000" bIns="4500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3200" b="1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单击此处编辑母版标题样式</a:t>
            </a:r>
          </a:p>
        </p:txBody>
      </p:sp>
      <p:sp>
        <p:nvSpPr>
          <p:cNvPr id="688" name="PlaceHolder 2">
            <a:extLst>
              <a:ext uri="{FF2B5EF4-FFF2-40B4-BE49-F238E27FC236}">
                <a16:creationId xmlns:a16="http://schemas.microsoft.com/office/drawing/2014/main" id="{B0BF95EE-D022-4FD2-912A-18A823FA92F4}"/>
              </a:ext>
            </a:extLst>
          </p:cNvPr>
          <p:cNvSpPr>
            <a:spLocks noGrp="1"/>
          </p:cNvSpPr>
          <p:nvPr>
            <p:ph type="dt" idx="56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689" name="PlaceHolder 3">
            <a:extLst>
              <a:ext uri="{FF2B5EF4-FFF2-40B4-BE49-F238E27FC236}">
                <a16:creationId xmlns:a16="http://schemas.microsoft.com/office/drawing/2014/main" id="{483AC248-98F0-4BE8-8DB7-68AEAFA7DC99}"/>
              </a:ext>
            </a:extLst>
          </p:cNvPr>
          <p:cNvSpPr>
            <a:spLocks noGrp="1"/>
          </p:cNvSpPr>
          <p:nvPr>
            <p:ph type="sldNum" idx="57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8ED07D-22E3-4F4F-A801-70475B5134BA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0" name="矩形 4">
            <a:extLst>
              <a:ext uri="{FF2B5EF4-FFF2-40B4-BE49-F238E27FC236}">
                <a16:creationId xmlns:a16="http://schemas.microsoft.com/office/drawing/2014/main" id="{572C1A53-4F88-4645-8238-0D0A2C542249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>
            <a:extLst>
              <a:ext uri="{FF2B5EF4-FFF2-40B4-BE49-F238E27FC236}">
                <a16:creationId xmlns:a16="http://schemas.microsoft.com/office/drawing/2014/main" id="{299B4DC4-AD13-4609-937D-8EBD933E1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240" y="371160"/>
            <a:ext cx="10858320" cy="657360"/>
          </a:xfrm>
          <a:prstGeom prst="rect">
            <a:avLst/>
          </a:prstGeom>
          <a:solidFill>
            <a:schemeClr val="lt1">
              <a:lumMod val="95000"/>
            </a:schemeClr>
          </a:solidFill>
          <a:ln w="0">
            <a:noFill/>
          </a:ln>
        </p:spPr>
        <p:txBody>
          <a:bodyPr lIns="0" tIns="45000" rIns="90000" bIns="45000" anchor="ctr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3200" b="1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3200" b="1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单击此处编辑母版标题样式</a:t>
            </a:r>
          </a:p>
        </p:txBody>
      </p:sp>
      <p:sp>
        <p:nvSpPr>
          <p:cNvPr id="692" name="PlaceHolder 2">
            <a:extLst>
              <a:ext uri="{FF2B5EF4-FFF2-40B4-BE49-F238E27FC236}">
                <a16:creationId xmlns:a16="http://schemas.microsoft.com/office/drawing/2014/main" id="{C23CA5CE-E9B0-4C73-A118-5A56DA9EB53B}"/>
              </a:ext>
            </a:extLst>
          </p:cNvPr>
          <p:cNvSpPr>
            <a:spLocks noGrp="1"/>
          </p:cNvSpPr>
          <p:nvPr>
            <p:ph type="dt" idx="58"/>
          </p:nvPr>
        </p:nvSpPr>
        <p:spPr>
          <a:xfrm>
            <a:off x="66024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&lt;date/time&gt;</a:t>
            </a:r>
          </a:p>
        </p:txBody>
      </p:sp>
      <p:sp>
        <p:nvSpPr>
          <p:cNvPr id="693" name="PlaceHolder 3">
            <a:extLst>
              <a:ext uri="{FF2B5EF4-FFF2-40B4-BE49-F238E27FC236}">
                <a16:creationId xmlns:a16="http://schemas.microsoft.com/office/drawing/2014/main" id="{B5F992AE-DCE9-4B92-99CC-46AAD17DEAFC}"/>
              </a:ext>
            </a:extLst>
          </p:cNvPr>
          <p:cNvSpPr>
            <a:spLocks noGrp="1"/>
          </p:cNvSpPr>
          <p:nvPr>
            <p:ph type="sldNum" idx="59"/>
          </p:nvPr>
        </p:nvSpPr>
        <p:spPr>
          <a:xfrm>
            <a:off x="8775720" y="62438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000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1AFFD9-7A2E-4990-94F7-811EF7AA9AB3}" type="slidenum">
              <a:rPr sz="1200" b="0" u="none">
                <a:solidFill>
                  <a:schemeClr val="dk1">
                    <a:tint val="75000"/>
                  </a:schemeClr>
                </a:solidFill>
                <a:latin typeface="Arial"/>
                <a:ea typeface="Arial"/>
                <a:cs typeface="Arial"/>
              </a:rPr>
              <a:t>‹#›</a:t>
            </a:fld>
            <a:endParaRPr sz="1200" b="0" u="none">
              <a:solidFill>
                <a:schemeClr val="dk1">
                  <a:tint val="7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4" name="矩形 4">
            <a:extLst>
              <a:ext uri="{FF2B5EF4-FFF2-40B4-BE49-F238E27FC236}">
                <a16:creationId xmlns:a16="http://schemas.microsoft.com/office/drawing/2014/main" id="{8FCD8AF5-15F2-4A02-B0E9-A962DEF1A038}"/>
              </a:ext>
            </a:extLst>
          </p:cNvPr>
          <p:cNvSpPr>
            <a:spLocks noGrp="1"/>
          </p:cNvSpPr>
          <p:nvPr/>
        </p:nvSpPr>
        <p:spPr>
          <a:xfrm>
            <a:off x="4922280" y="6309720"/>
            <a:ext cx="234756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defTabSz="914400">
              <a:lnSpc>
                <a:spcPct val="100000"/>
              </a:lnSpc>
              <a:buNone/>
            </a:pPr>
            <a:r>
              <a:rPr sz="1200" b="0" u="none">
                <a:solidFill>
                  <a:schemeClr val="lt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博学 慎思 明辨 笃行</a:t>
            </a:r>
          </a:p>
        </p:txBody>
      </p:sp>
      <p:sp>
        <p:nvSpPr>
          <p:cNvPr id="695" name="PlaceHolder 4">
            <a:extLst>
              <a:ext uri="{FF2B5EF4-FFF2-40B4-BE49-F238E27FC236}">
                <a16:creationId xmlns:a16="http://schemas.microsoft.com/office/drawing/2014/main" id="{31D88DE1-A0E8-43D5-AAA6-0934D8FA718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515240" y="1704960"/>
            <a:ext cx="3987360" cy="3571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图片 2"/>
          <p:cNvPicPr>
            <a:picLocks noChangeAspect="1"/>
          </p:cNvPicPr>
          <p:nvPr/>
        </p:nvPicPr>
        <p:blipFill>
          <a:blip r:embed="rId3"/>
          <a:srcRect r="27993"/>
          <a:stretch/>
        </p:blipFill>
        <p:spPr>
          <a:xfrm>
            <a:off x="0" y="-5400"/>
            <a:ext cx="12191760" cy="6863040"/>
          </a:xfrm>
          <a:prstGeom prst="rect">
            <a:avLst/>
          </a:prstGeom>
          <a:ln w="0">
            <a:noFill/>
          </a:ln>
        </p:spPr>
      </p:pic>
      <p:sp>
        <p:nvSpPr>
          <p:cNvPr id="697" name="矩形 3">
            <a:extLst>
              <a:ext uri="{FF2B5EF4-FFF2-40B4-BE49-F238E27FC236}">
                <a16:creationId xmlns:a16="http://schemas.microsoft.com/office/drawing/2014/main" id="{180F7393-15D8-446E-B2D7-534779816E59}"/>
              </a:ext>
            </a:extLst>
          </p:cNvPr>
          <p:cNvSpPr>
            <a:spLocks noGrp="1"/>
          </p:cNvSpPr>
          <p:nvPr/>
        </p:nvSpPr>
        <p:spPr>
          <a:xfrm>
            <a:off x="0" y="2077920"/>
            <a:ext cx="12191760" cy="4779720"/>
          </a:xfrm>
          <a:prstGeom prst="rect">
            <a:avLst/>
          </a:prstGeom>
          <a:gradFill rotWithShape="0"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98" name="矩形 4">
            <a:extLst>
              <a:ext uri="{FF2B5EF4-FFF2-40B4-BE49-F238E27FC236}">
                <a16:creationId xmlns:a16="http://schemas.microsoft.com/office/drawing/2014/main" id="{49440CD0-BC4F-412B-993C-2E4408444AC0}"/>
              </a:ext>
            </a:extLst>
          </p:cNvPr>
          <p:cNvSpPr>
            <a:spLocks noGrp="1"/>
          </p:cNvSpPr>
          <p:nvPr/>
        </p:nvSpPr>
        <p:spPr>
          <a:xfrm rot="10800000">
            <a:off x="360" y="-5040"/>
            <a:ext cx="12191760" cy="3217320"/>
          </a:xfrm>
          <a:prstGeom prst="rect">
            <a:avLst/>
          </a:prstGeom>
          <a:gradFill rotWithShape="0"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162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99" name="矩形 5">
            <a:extLst>
              <a:ext uri="{FF2B5EF4-FFF2-40B4-BE49-F238E27FC236}">
                <a16:creationId xmlns:a16="http://schemas.microsoft.com/office/drawing/2014/main" id="{62823B11-EF23-49BC-B2A8-EBE67A3D69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760" cy="6811560"/>
          </a:xfrm>
          <a:prstGeom prst="rect">
            <a:avLst/>
          </a:prstGeom>
          <a:solidFill>
            <a:srgbClr val="080304">
              <a:alpha val="68000"/>
            </a:srgbClr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00" name="文本框 6">
            <a:extLst>
              <a:ext uri="{FF2B5EF4-FFF2-40B4-BE49-F238E27FC236}">
                <a16:creationId xmlns:a16="http://schemas.microsoft.com/office/drawing/2014/main" id="{B8556D3D-9CBC-4638-A9FF-A73A12232EC4}"/>
              </a:ext>
            </a:extLst>
          </p:cNvPr>
          <p:cNvSpPr>
            <a:spLocks noGrp="1"/>
          </p:cNvSpPr>
          <p:nvPr/>
        </p:nvSpPr>
        <p:spPr>
          <a:xfrm>
            <a:off x="4760640" y="564480"/>
            <a:ext cx="26701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本PPT模板正参与</a:t>
            </a:r>
          </a:p>
        </p:txBody>
      </p:sp>
      <p:sp>
        <p:nvSpPr>
          <p:cNvPr id="701" name="矩形 7">
            <a:extLst>
              <a:ext uri="{FF2B5EF4-FFF2-40B4-BE49-F238E27FC236}">
                <a16:creationId xmlns:a16="http://schemas.microsoft.com/office/drawing/2014/main" id="{BE6B83B2-95AC-40D9-8560-36829AB8552E}"/>
              </a:ext>
            </a:extLst>
          </p:cNvPr>
          <p:cNvSpPr>
            <a:spLocks noGrp="1"/>
          </p:cNvSpPr>
          <p:nvPr/>
        </p:nvSpPr>
        <p:spPr>
          <a:xfrm>
            <a:off x="3602520" y="2482560"/>
            <a:ext cx="4987080" cy="399600"/>
          </a:xfrm>
          <a:prstGeom prst="rect">
            <a:avLst/>
          </a:prstGeom>
          <a:gradFill rotWithShape="0">
            <a:gsLst>
              <a:gs pos="0">
                <a:srgbClr val="CB9B53">
                  <a:alpha val="70000"/>
                </a:srgbClr>
              </a:gs>
              <a:gs pos="100000">
                <a:srgbClr val="CB9B5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02" name="文本框 8">
            <a:extLst>
              <a:ext uri="{FF2B5EF4-FFF2-40B4-BE49-F238E27FC236}">
                <a16:creationId xmlns:a16="http://schemas.microsoft.com/office/drawing/2014/main" id="{1987596C-094E-4992-8885-5786D69857B7}"/>
              </a:ext>
            </a:extLst>
          </p:cNvPr>
          <p:cNvSpPr>
            <a:spLocks noGrp="1"/>
          </p:cNvSpPr>
          <p:nvPr/>
        </p:nvSpPr>
        <p:spPr>
          <a:xfrm>
            <a:off x="4049640" y="2517840"/>
            <a:ext cx="409284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第一届高校PPT模板设计大赛 </a:t>
            </a:r>
          </a:p>
        </p:txBody>
      </p:sp>
      <p:sp>
        <p:nvSpPr>
          <p:cNvPr id="703" name="文本框 10">
            <a:extLst>
              <a:ext uri="{FF2B5EF4-FFF2-40B4-BE49-F238E27FC236}">
                <a16:creationId xmlns:a16="http://schemas.microsoft.com/office/drawing/2014/main" id="{B45DA676-17C3-4431-B6BE-9BE44647BE85}"/>
              </a:ext>
            </a:extLst>
          </p:cNvPr>
          <p:cNvSpPr>
            <a:spLocks noGrp="1"/>
          </p:cNvSpPr>
          <p:nvPr/>
        </p:nvSpPr>
        <p:spPr>
          <a:xfrm>
            <a:off x="6133680" y="4825080"/>
            <a:ext cx="2545560" cy="107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微信扫码</a:t>
            </a:r>
          </a:p>
          <a:p>
            <a:pPr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来聆听模板作者</a:t>
            </a:r>
          </a:p>
          <a:p>
            <a:pPr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设计灵感、制作思路</a:t>
            </a:r>
          </a:p>
        </p:txBody>
      </p:sp>
      <p:pic>
        <p:nvPicPr>
          <p:cNvPr id="722" name="图片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-615240" y="3772080"/>
            <a:ext cx="13816800" cy="3996000"/>
          </a:xfrm>
          <a:prstGeom prst="rect">
            <a:avLst/>
          </a:prstGeom>
          <a:ln w="0">
            <a:noFill/>
          </a:ln>
        </p:spPr>
      </p:pic>
      <p:pic>
        <p:nvPicPr>
          <p:cNvPr id="72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83720" y="716760"/>
            <a:ext cx="8824320" cy="1844280"/>
          </a:xfrm>
          <a:prstGeom prst="rect">
            <a:avLst/>
          </a:prstGeom>
          <a:ln w="0">
            <a:noFill/>
          </a:ln>
        </p:spPr>
      </p:pic>
      <p:sp>
        <p:nvSpPr>
          <p:cNvPr id="706" name="文本框 13">
            <a:extLst>
              <a:ext uri="{FF2B5EF4-FFF2-40B4-BE49-F238E27FC236}">
                <a16:creationId xmlns:a16="http://schemas.microsoft.com/office/drawing/2014/main" id="{DC2CB614-68BC-4158-9328-C5EA186C8BDA}"/>
              </a:ext>
            </a:extLst>
          </p:cNvPr>
          <p:cNvSpPr>
            <a:spLocks noGrp="1"/>
          </p:cNvSpPr>
          <p:nvPr/>
        </p:nvSpPr>
        <p:spPr>
          <a:xfrm>
            <a:off x="3742200" y="2971800"/>
            <a:ext cx="1983240" cy="25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活动主办：秋叶PPT</a:t>
            </a:r>
          </a:p>
        </p:txBody>
      </p:sp>
      <p:sp>
        <p:nvSpPr>
          <p:cNvPr id="707" name="文本框 14">
            <a:extLst>
              <a:ext uri="{FF2B5EF4-FFF2-40B4-BE49-F238E27FC236}">
                <a16:creationId xmlns:a16="http://schemas.microsoft.com/office/drawing/2014/main" id="{B07AEB2F-A574-4579-B85F-04EACFE88662}"/>
              </a:ext>
            </a:extLst>
          </p:cNvPr>
          <p:cNvSpPr>
            <a:spLocks noGrp="1"/>
          </p:cNvSpPr>
          <p:nvPr/>
        </p:nvSpPr>
        <p:spPr>
          <a:xfrm>
            <a:off x="6079680" y="2971800"/>
            <a:ext cx="2492640" cy="25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100" b="0" u="none">
                <a:solidFill>
                  <a:srgbClr val="BFBFBF"/>
                </a:solidFill>
                <a:latin typeface="微软雅黑"/>
                <a:ea typeface="微软雅黑"/>
                <a:cs typeface="微软雅黑"/>
              </a:rPr>
              <a:t>技术支持：微软听听文档</a:t>
            </a:r>
          </a:p>
        </p:txBody>
      </p:sp>
      <p:sp>
        <p:nvSpPr>
          <p:cNvPr id="708" name="矩形 15">
            <a:extLst>
              <a:ext uri="{FF2B5EF4-FFF2-40B4-BE49-F238E27FC236}">
                <a16:creationId xmlns:a16="http://schemas.microsoft.com/office/drawing/2014/main" id="{C1FF01C2-D871-478C-83BB-A85D8ACCF640}"/>
              </a:ext>
            </a:extLst>
          </p:cNvPr>
          <p:cNvSpPr>
            <a:spLocks noGrp="1"/>
          </p:cNvSpPr>
          <p:nvPr/>
        </p:nvSpPr>
        <p:spPr>
          <a:xfrm>
            <a:off x="3600720" y="3494880"/>
            <a:ext cx="2318040" cy="2318040"/>
          </a:xfrm>
          <a:prstGeom prst="rect">
            <a:avLst/>
          </a:prstGeom>
          <a:solidFill>
            <a:schemeClr val="lt1"/>
          </a:solidFill>
          <a:ln w="57240">
            <a:solidFill>
              <a:srgbClr val="CB9B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09" name="PlaceHolder 1">
            <a:extLst>
              <a:ext uri="{FF2B5EF4-FFF2-40B4-BE49-F238E27FC236}">
                <a16:creationId xmlns:a16="http://schemas.microsoft.com/office/drawing/2014/main" id="{A2142AEC-24C8-42F9-891A-8AC52C122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Click to edit the title text format</a:t>
            </a:r>
          </a:p>
        </p:txBody>
      </p:sp>
      <p:sp>
        <p:nvSpPr>
          <p:cNvPr id="710" name="PlaceHolder 2">
            <a:extLst>
              <a:ext uri="{FF2B5EF4-FFF2-40B4-BE49-F238E27FC236}">
                <a16:creationId xmlns:a16="http://schemas.microsoft.com/office/drawing/2014/main" id="{B0B8AE9C-4DC0-400F-BA62-5069F08D319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 sz="2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矩形 5">
            <a:extLst>
              <a:ext uri="{FF2B5EF4-FFF2-40B4-BE49-F238E27FC236}">
                <a16:creationId xmlns:a16="http://schemas.microsoft.com/office/drawing/2014/main" id="{859C19C7-6E63-43E0-93A2-7EA245385D61}"/>
              </a:ext>
            </a:extLst>
          </p:cNvPr>
          <p:cNvSpPr>
            <a:spLocks noGrp="1"/>
          </p:cNvSpPr>
          <p:nvPr/>
        </p:nvSpPr>
        <p:spPr>
          <a:xfrm>
            <a:off x="440640" y="759960"/>
            <a:ext cx="63792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60948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标注</a:t>
            </a:r>
          </a:p>
        </p:txBody>
      </p:sp>
      <p:sp>
        <p:nvSpPr>
          <p:cNvPr id="712" name="矩形 10">
            <a:extLst>
              <a:ext uri="{FF2B5EF4-FFF2-40B4-BE49-F238E27FC236}">
                <a16:creationId xmlns:a16="http://schemas.microsoft.com/office/drawing/2014/main" id="{B69E2756-FE7A-4CD5-962D-72C86D8D015D}"/>
              </a:ext>
            </a:extLst>
          </p:cNvPr>
          <p:cNvSpPr>
            <a:spLocks noGrp="1"/>
          </p:cNvSpPr>
          <p:nvPr/>
        </p:nvSpPr>
        <p:spPr>
          <a:xfrm>
            <a:off x="2572560" y="759960"/>
            <a:ext cx="1401480" cy="203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609480">
              <a:lnSpc>
                <a:spcPct val="13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使用说明 </a:t>
            </a:r>
          </a:p>
          <a:p>
            <a:pPr defTabSz="609480">
              <a:lnSpc>
                <a:spcPct val="13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defTabSz="609480">
              <a:lnSpc>
                <a:spcPct val="13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defTabSz="609480">
              <a:lnSpc>
                <a:spcPct val="13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defTabSz="609480">
              <a:lnSpc>
                <a:spcPct val="13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defTabSz="609480">
              <a:lnSpc>
                <a:spcPct val="13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FFFFFF"/>
              </a:solidFill>
              <a:latin typeface="Segoe UI Light"/>
              <a:ea typeface="Segoe UI Light"/>
              <a:cs typeface="Segoe UI Light"/>
            </a:endParaRPr>
          </a:p>
          <a:p>
            <a:pPr defTabSz="609480">
              <a:lnSpc>
                <a:spcPct val="13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声明</a:t>
            </a:r>
          </a:p>
        </p:txBody>
      </p:sp>
      <p:sp>
        <p:nvSpPr>
          <p:cNvPr id="713" name="矩形 11">
            <a:extLst>
              <a:ext uri="{FF2B5EF4-FFF2-40B4-BE49-F238E27FC236}">
                <a16:creationId xmlns:a16="http://schemas.microsoft.com/office/drawing/2014/main" id="{929519C7-A77A-4F38-AD41-7B4467FA5898}"/>
              </a:ext>
            </a:extLst>
          </p:cNvPr>
          <p:cNvSpPr>
            <a:spLocks noGrp="1"/>
          </p:cNvSpPr>
          <p:nvPr/>
        </p:nvSpPr>
        <p:spPr>
          <a:xfrm>
            <a:off x="4152960" y="759960"/>
            <a:ext cx="7074000" cy="258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本PPT模板为作者原创，著作权归作者所有。</a:t>
            </a:r>
          </a:p>
          <a:p>
            <a:pPr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您仅可以个人非商业用途使用本PPT模板，</a:t>
            </a:r>
            <a:r>
              <a:rPr sz="1400" b="0" u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sz="1400" b="0" u="none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，</a:t>
            </a:r>
            <a:r>
              <a:rPr sz="1400" b="0" u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否则将承担法律责任。</a:t>
            </a:r>
          </a:p>
          <a:p>
            <a:pPr defTabSz="609480">
              <a:lnSpc>
                <a:spcPct val="13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FFFFFF"/>
              </a:solidFill>
              <a:latin typeface="Century Gothic"/>
              <a:ea typeface="Century Gothic"/>
              <a:cs typeface="Century Gothic"/>
            </a:endParaRPr>
          </a:p>
          <a:p>
            <a:pPr defTabSz="609480">
              <a:lnSpc>
                <a:spcPct val="13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FFFFFF"/>
              </a:solidFill>
              <a:latin typeface="Century Gothic"/>
              <a:ea typeface="Century Gothic"/>
              <a:cs typeface="Century Gothic"/>
            </a:endParaRPr>
          </a:p>
          <a:p>
            <a:pPr defTabSz="609480">
              <a:lnSpc>
                <a:spcPct val="13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OfficePLUS尊重知识产权并注重保护用户享有的各项权利。</a:t>
            </a:r>
          </a:p>
          <a:p>
            <a:pPr defTabSz="609480">
              <a:lnSpc>
                <a:spcPct val="13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OfficePLUS拥有对本PPT模板进行展示、报道、宣传及用于市场活动的权利，若在比赛或商业应用过程中发生版权纠纷，其法律责任由作者本人承担。</a:t>
            </a:r>
          </a:p>
        </p:txBody>
      </p:sp>
      <p:sp>
        <p:nvSpPr>
          <p:cNvPr id="714" name="矩形 12">
            <a:extLst>
              <a:ext uri="{FF2B5EF4-FFF2-40B4-BE49-F238E27FC236}">
                <a16:creationId xmlns:a16="http://schemas.microsoft.com/office/drawing/2014/main" id="{8928B2F4-49D6-4C6C-8176-1211DC072EA2}"/>
              </a:ext>
            </a:extLst>
          </p:cNvPr>
          <p:cNvSpPr>
            <a:spLocks noGrp="1"/>
          </p:cNvSpPr>
          <p:nvPr/>
        </p:nvSpPr>
        <p:spPr>
          <a:xfrm>
            <a:off x="440640" y="182520"/>
            <a:ext cx="83376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609480">
              <a:lnSpc>
                <a:spcPct val="100000"/>
              </a:lnSpc>
              <a:buNone/>
              <a:tabLst>
                <a:tab pos="0" algn="l"/>
              </a:tabLst>
            </a:pPr>
            <a:r>
              <a:rPr sz="1000" b="0" u="none">
                <a:solidFill>
                  <a:srgbClr val="FFFFFF"/>
                </a:solidFill>
                <a:latin typeface="Segoe UI Light"/>
                <a:ea typeface="Segoe UI Light"/>
                <a:cs typeface="Segoe UI Light"/>
              </a:rPr>
              <a:t>OfficePLUS</a:t>
            </a:r>
          </a:p>
        </p:txBody>
      </p:sp>
      <p:sp>
        <p:nvSpPr>
          <p:cNvPr id="715" name="PlaceHolder 1">
            <a:extLst>
              <a:ext uri="{FF2B5EF4-FFF2-40B4-BE49-F238E27FC236}">
                <a16:creationId xmlns:a16="http://schemas.microsoft.com/office/drawing/2014/main" id="{42C88F65-C932-4613-B7E8-92EC0E35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1pPr>
          </a:lstStyle>
          <a:p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Click to edit the title text format</a:t>
            </a:r>
          </a:p>
        </p:txBody>
      </p:sp>
      <p:sp>
        <p:nvSpPr>
          <p:cNvPr id="716" name="PlaceHolder 2">
            <a:extLst>
              <a:ext uri="{FF2B5EF4-FFF2-40B4-BE49-F238E27FC236}">
                <a16:creationId xmlns:a16="http://schemas.microsoft.com/office/drawing/2014/main" id="{3FD4605A-40F3-49EF-8C69-677EC9AA344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 sz="2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4" Type="http://schemas.openxmlformats.org/officeDocument/2006/relationships/image" Target="../media/v2_1_4.png"/><Relationship Id="rId24" Type="http://schemas.openxmlformats.org/officeDocument/2006/relationships/image" Target="../media/v2_1_14.png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32" Type="http://schemas.openxmlformats.org/officeDocument/2006/relationships/image" Target="../media/v2_2_22.png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0" Type="http://schemas.openxmlformats.org/officeDocument/2006/relationships/image" Target="../media/v2_3_10.png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6" Type="http://schemas.openxmlformats.org/officeDocument/2006/relationships/image" Target="../media/v2_4_6.png"/><Relationship Id="rId54" Type="http://schemas.openxmlformats.org/officeDocument/2006/relationships/image" Target="../media/v2_4_44.png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4" Type="http://schemas.openxmlformats.org/officeDocument/2006/relationships/image" Target="../media/v2_5_4.png"/><Relationship Id="rId24" Type="http://schemas.openxmlformats.org/officeDocument/2006/relationships/image" Target="../media/v2_5_14.png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0" Type="http://schemas.openxmlformats.org/officeDocument/2006/relationships/image" Target="../media/v2_6_10.png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41" Type="http://schemas.openxmlformats.org/officeDocument/2006/relationships/image" Target="../media/v2_7_31.png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32" Type="http://schemas.openxmlformats.org/officeDocument/2006/relationships/image" Target="../media/v2_8_22.png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0" Type="http://schemas.openxmlformats.org/officeDocument/2006/relationships/image" Target="../media/v2_9_10.png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42" Type="http://schemas.openxmlformats.org/officeDocument/2006/relationships/image" Target="../media/v2_10_32.png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9" Type="http://schemas.openxmlformats.org/officeDocument/2006/relationships/image" Target="../media/v2_11_9.png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30" Type="http://schemas.openxmlformats.org/officeDocument/2006/relationships/image" Target="../media/v2_12_20.png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4" Type="http://schemas.openxmlformats.org/officeDocument/2006/relationships/image" Target="../media/v2_13_4.png"/><Relationship Id="rId53" Type="http://schemas.openxmlformats.org/officeDocument/2006/relationships/image" Target="../media/v2_13_43.png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4" Type="http://schemas.openxmlformats.org/officeDocument/2006/relationships/image" Target="../media/v2_14_4.png"/><Relationship Id="rId15" Type="http://schemas.openxmlformats.org/officeDocument/2006/relationships/image" Target="../media/v2_14_5.png"/><Relationship Id="rId21" Type="http://schemas.openxmlformats.org/officeDocument/2006/relationships/image" Target="../media/v2_14_11.png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6" Type="http://schemas.openxmlformats.org/officeDocument/2006/relationships/image" Target="../media/v2_15_16.png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9" Type="http://schemas.openxmlformats.org/officeDocument/2006/relationships/image" Target="../media/v2_16_9.png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6" Type="http://schemas.openxmlformats.org/officeDocument/2006/relationships/image" Target="../media/v2_17_6.png"/><Relationship Id="rId17" Type="http://schemas.openxmlformats.org/officeDocument/2006/relationships/image" Target="../media/v2_17_7.png"/><Relationship Id="rId28" Type="http://schemas.openxmlformats.org/officeDocument/2006/relationships/image" Target="../media/v2_17_18.png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4" Type="http://schemas.openxmlformats.org/officeDocument/2006/relationships/image" Target="../media/v2_18_4.png"/><Relationship Id="rId15" Type="http://schemas.openxmlformats.org/officeDocument/2006/relationships/image" Target="../media/v2_18_5.png"/><Relationship Id="rId35" Type="http://schemas.openxmlformats.org/officeDocument/2006/relationships/image" Target="../media/v2_18_25.png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4" Type="http://schemas.openxmlformats.org/officeDocument/2006/relationships/image" Target="../media/v2_19_4.png"/><Relationship Id="rId28" Type="http://schemas.openxmlformats.org/officeDocument/2006/relationships/image" Target="../media/v2_19_18.png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34" Type="http://schemas.openxmlformats.org/officeDocument/2006/relationships/image" Target="../media/v2_20_24.png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4" Type="http://schemas.openxmlformats.org/officeDocument/2006/relationships/chart" Target="../charts/chart1.xml"/><Relationship Id="rId15" Type="http://schemas.openxmlformats.org/officeDocument/2006/relationships/chart" Target="../charts/chart2.xml"/><Relationship Id="rId23" Type="http://schemas.openxmlformats.org/officeDocument/2006/relationships/image" Target="../media/v2_21_13.png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4" Type="http://schemas.openxmlformats.org/officeDocument/2006/relationships/image" Target="../media/v2_22_4.png"/><Relationship Id="rId19" Type="http://schemas.openxmlformats.org/officeDocument/2006/relationships/image" Target="../media/v2_22_9.png"/><Relationship Id="rId26" Type="http://schemas.openxmlformats.org/officeDocument/2006/relationships/image" Target="../media/v2_22_16.png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2" Type="http://schemas.openxmlformats.org/officeDocument/2006/relationships/image" Target="../media/v2_23_12.png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32" Type="http://schemas.openxmlformats.org/officeDocument/2006/relationships/image" Target="../media/v2_24_22.png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9" Type="http://schemas.openxmlformats.org/officeDocument/2006/relationships/image" Target="../media/v2_25_9.png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17" Type="http://schemas.openxmlformats.org/officeDocument/2006/relationships/image" Target="../media/v2_26_7.png"/><Relationship Id="rId25" Type="http://schemas.openxmlformats.org/officeDocument/2006/relationships/image" Target="../media/v2_26_15.png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37" Type="http://schemas.openxmlformats.org/officeDocument/2006/relationships/image" Target="../media/v2_27_27.png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36" Type="http://schemas.openxmlformats.org/officeDocument/2006/relationships/image" Target="../media/v2_28_26.png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0" Type="http://schemas.openxmlformats.org/officeDocument/2006/relationships/image" Target="../media/v2_29_10.png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31" Type="http://schemas.openxmlformats.org/officeDocument/2006/relationships/image" Target="../media/v2_30_21.png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0" Type="http://schemas.openxmlformats.org/officeDocument/2006/relationships/image" Target="../media/v2_31_10.png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39" Type="http://schemas.openxmlformats.org/officeDocument/2006/relationships/image" Target="../media/v2_32_29.png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1" Type="http://schemas.openxmlformats.org/officeDocument/2006/relationships/image" Target="../media/v2_33_11.png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1" Type="http://schemas.openxmlformats.org/officeDocument/2006/relationships/image" Target="../media/v2_34_11.png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1" Type="http://schemas.openxmlformats.org/officeDocument/2006/relationships/image" Target="../media/v2_35_11.png"/><Relationship Id="rId2" Type="http://schemas.openxmlformats.org/officeDocument/2006/relationships/notesSlide" Target="../notesSlides/notesSlide35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BE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pic>
        <p:nvPicPr>
          <p:cNvPr id="4" name="scut-campu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39389" y="581025"/>
            <a:ext cx="3742823" cy="6219825"/>
          </a:xfrm>
          <a:prstGeom prst="rect">
            <a:avLst/>
          </a:prstGeom>
        </p:spPr>
      </p:pic>
      <p:sp>
        <p:nvSpPr>
          <p:cNvPr id="5" name="text_1_5"/>
          <p:cNvSpPr txBox="1"/>
          <p:nvPr/>
        </p:nvSpPr>
        <p:spPr>
          <a:xfrm>
            <a:off x="552450" y="1066800"/>
            <a:ext cx="38100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ICLR 2026</a:t>
            </a:r>
            <a:endParaRPr lang="zh-CN" sz="1650"/>
          </a:p>
        </p:txBody>
      </p:sp>
      <p:sp>
        <p:nvSpPr>
          <p:cNvPr id="6" name="!!brand"/>
          <p:cNvSpPr txBox="1"/>
          <p:nvPr/>
        </p:nvSpPr>
        <p:spPr>
          <a:xfrm>
            <a:off x="495300" y="1562100"/>
            <a:ext cx="5715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79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BEAT</a:t>
            </a:r>
            <a:endParaRPr lang="zh-CN" sz="7950"/>
          </a:p>
        </p:txBody>
      </p:sp>
      <p:sp>
        <p:nvSpPr>
          <p:cNvPr id="7" name="text_1_7"/>
          <p:cNvSpPr txBox="1"/>
          <p:nvPr/>
        </p:nvSpPr>
        <p:spPr>
          <a:xfrm>
            <a:off x="552450" y="2876550"/>
            <a:ext cx="10477500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2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基于对比触发学习的</a:t>
            </a:r>
            <a:endParaRPr lang="zh-CN" sz="3225"/>
          </a:p>
          <a:p>
            <a:pPr algn="l">
              <a:lnSpc>
                <a:spcPct val="115000"/>
              </a:lnSpc>
            </a:pPr>
            <a:r>
              <a:rPr lang="zh-CN" sz="32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具身智能体视觉后门</a:t>
            </a:r>
            <a:endParaRPr lang="zh-CN" sz="3225"/>
          </a:p>
        </p:txBody>
      </p:sp>
      <p:sp>
        <p:nvSpPr>
          <p:cNvPr id="8" name="text_1_8"/>
          <p:cNvSpPr txBox="1"/>
          <p:nvPr/>
        </p:nvSpPr>
        <p:spPr>
          <a:xfrm>
            <a:off x="571500" y="4305300"/>
            <a:ext cx="7191375" cy="714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Visual Backdoor Attacks on VLM-Based Embodied Agents</a:t>
            </a:r>
            <a:endParaRPr lang="zh-CN" sz="1575"/>
          </a:p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via Contrastive Trigger Learning</a:t>
            </a:r>
            <a:endParaRPr lang="zh-CN" sz="1575"/>
          </a:p>
        </p:txBody>
      </p:sp>
      <p:sp>
        <p:nvSpPr>
          <p:cNvPr id="9" name="text_1_9"/>
          <p:cNvSpPr txBox="1"/>
          <p:nvPr/>
        </p:nvSpPr>
        <p:spPr>
          <a:xfrm>
            <a:off x="571500" y="5238750"/>
            <a:ext cx="719137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Qiusi Zhan, Hyeonjeong Ha et al.  /  UIUC</a:t>
            </a:r>
            <a:endParaRPr lang="zh-CN" sz="1575"/>
          </a:p>
        </p:txBody>
      </p:sp>
      <p:sp>
        <p:nvSpPr>
          <p:cNvPr id="10" name="text_1_10"/>
          <p:cNvSpPr txBox="1"/>
          <p:nvPr/>
        </p:nvSpPr>
        <p:spPr>
          <a:xfrm>
            <a:off x="571500" y="5667375"/>
            <a:ext cx="719137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吴硕   华南理工大学   指导老师：高英</a:t>
            </a:r>
            <a:endParaRPr lang="zh-CN" sz="1575"/>
          </a:p>
        </p:txBody>
      </p:sp>
      <p:sp>
        <p:nvSpPr>
          <p:cNvPr id="11" name="!!topic2"/>
          <p:cNvSpPr txBox="1"/>
          <p:nvPr/>
        </p:nvSpPr>
        <p:spPr>
          <a:xfrm>
            <a:off x="3905250" y="6257925"/>
            <a:ext cx="3810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 lang="zh-CN" sz="1200"/>
          </a:p>
        </p:txBody>
      </p:sp>
      <p:sp>
        <p:nvSpPr>
          <p:cNvPr id="12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Zhan et al. · ICLR 2026</a:t>
            </a:r>
            <a:endParaRPr lang="zh-CN" sz="900"/>
          </a:p>
        </p:txBody>
      </p:sp>
      <p:sp>
        <p:nvSpPr>
          <p:cNvPr id="13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 sz="1125"/>
          </a:p>
        </p:txBody>
      </p:sp>
      <p:pic>
        <p:nvPicPr>
          <p:cNvPr id="14" name="!!scut-wordmark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目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2_4"/>
          <p:cNvSpPr txBox="1"/>
          <p:nvPr/>
        </p:nvSpPr>
        <p:spPr>
          <a:xfrm>
            <a:off x="533400" y="1657350"/>
            <a:ext cx="13335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6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 sz="3675"/>
          </a:p>
        </p:txBody>
      </p:sp>
      <p:sp>
        <p:nvSpPr>
          <p:cNvPr id="5" name="text_2_5"/>
          <p:cNvSpPr txBox="1"/>
          <p:nvPr/>
        </p:nvSpPr>
        <p:spPr>
          <a:xfrm>
            <a:off x="2190750" y="1657350"/>
            <a:ext cx="94297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3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  <a:endParaRPr lang="zh-CN" sz="2325"/>
          </a:p>
        </p:txBody>
      </p:sp>
      <p:sp>
        <p:nvSpPr>
          <p:cNvPr id="6" name="text_2_6"/>
          <p:cNvSpPr txBox="1"/>
          <p:nvPr/>
        </p:nvSpPr>
        <p:spPr>
          <a:xfrm>
            <a:off x="2190750" y="2200275"/>
            <a:ext cx="94297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1.1 研究背景    1.2 威胁模型与研究问题    1.3 实验设置</a:t>
            </a:r>
            <a:endParaRPr lang="zh-CN" sz="1725"/>
          </a:p>
        </p:txBody>
      </p:sp>
      <p:sp>
        <p:nvSpPr>
          <p:cNvPr id="7" name="rect_2_7"/>
          <p:cNvSpPr txBox="1"/>
          <p:nvPr/>
        </p:nvSpPr>
        <p:spPr>
          <a:xfrm>
            <a:off x="2190750" y="1524000"/>
            <a:ext cx="9429750" cy="952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8" name="text_2_8"/>
          <p:cNvSpPr txBox="1"/>
          <p:nvPr/>
        </p:nvSpPr>
        <p:spPr>
          <a:xfrm>
            <a:off x="533400" y="2971800"/>
            <a:ext cx="13335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6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3675"/>
          </a:p>
        </p:txBody>
      </p:sp>
      <p:sp>
        <p:nvSpPr>
          <p:cNvPr id="9" name="text_2_9"/>
          <p:cNvSpPr txBox="1"/>
          <p:nvPr/>
        </p:nvSpPr>
        <p:spPr>
          <a:xfrm>
            <a:off x="2190750" y="2971800"/>
            <a:ext cx="94297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3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BEAT：方法与实验</a:t>
            </a:r>
            <a:endParaRPr lang="zh-CN" sz="2325"/>
          </a:p>
        </p:txBody>
      </p:sp>
      <p:sp>
        <p:nvSpPr>
          <p:cNvPr id="10" name="text_2_10"/>
          <p:cNvSpPr txBox="1"/>
          <p:nvPr/>
        </p:nvSpPr>
        <p:spPr>
          <a:xfrm>
            <a:off x="2190750" y="3514725"/>
            <a:ext cx="94297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2.1 RQ1 多步恶意策略    2.2 RQ2 准确触发与能力保持</a:t>
            </a:r>
            <a:endParaRPr lang="zh-CN" sz="1725"/>
          </a:p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2.3 RQ3 场景泛化与安全启发</a:t>
            </a:r>
            <a:endParaRPr lang="zh-CN" sz="1725"/>
          </a:p>
        </p:txBody>
      </p:sp>
      <p:sp>
        <p:nvSpPr>
          <p:cNvPr id="11" name="rect_2_11"/>
          <p:cNvSpPr txBox="1"/>
          <p:nvPr/>
        </p:nvSpPr>
        <p:spPr>
          <a:xfrm>
            <a:off x="2190750" y="2838450"/>
            <a:ext cx="9429750" cy="952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12" name="text_2_12"/>
          <p:cNvSpPr txBox="1"/>
          <p:nvPr/>
        </p:nvSpPr>
        <p:spPr>
          <a:xfrm>
            <a:off x="533400" y="4724400"/>
            <a:ext cx="13335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6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zh-CN" sz="3675"/>
          </a:p>
        </p:txBody>
      </p:sp>
      <p:sp>
        <p:nvSpPr>
          <p:cNvPr id="13" name="text_2_13"/>
          <p:cNvSpPr txBox="1"/>
          <p:nvPr/>
        </p:nvSpPr>
        <p:spPr>
          <a:xfrm>
            <a:off x="2190750" y="4724400"/>
            <a:ext cx="94297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3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总结与研究启发</a:t>
            </a:r>
            <a:endParaRPr lang="zh-CN" sz="2325"/>
          </a:p>
        </p:txBody>
      </p:sp>
      <p:sp>
        <p:nvSpPr>
          <p:cNvPr id="14" name="text_2_14"/>
          <p:cNvSpPr txBox="1"/>
          <p:nvPr/>
        </p:nvSpPr>
        <p:spPr>
          <a:xfrm>
            <a:off x="2190750" y="5267325"/>
            <a:ext cx="94297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3.1 核心贡献    3.2 后续研究方向</a:t>
            </a:r>
            <a:endParaRPr lang="zh-CN" sz="1725"/>
          </a:p>
        </p:txBody>
      </p:sp>
      <p:sp>
        <p:nvSpPr>
          <p:cNvPr id="15" name="rect_2_15"/>
          <p:cNvSpPr txBox="1"/>
          <p:nvPr/>
        </p:nvSpPr>
        <p:spPr>
          <a:xfrm>
            <a:off x="2190750" y="4591050"/>
            <a:ext cx="9429750" cy="952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16" name="text_2_16"/>
          <p:cNvSpPr txBox="1"/>
          <p:nvPr/>
        </p:nvSpPr>
        <p:spPr>
          <a:xfrm>
            <a:off x="2190750" y="5829300"/>
            <a:ext cx="9429750" cy="314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附录：完整实验结果与训练配置</a:t>
            </a:r>
            <a:endParaRPr lang="zh-CN" sz="1575"/>
          </a:p>
        </p:txBody>
      </p:sp>
      <p:sp>
        <p:nvSpPr>
          <p:cNvPr id="17" name="!!topic2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 lang="zh-CN" sz="2625"/>
          </a:p>
        </p:txBody>
      </p:sp>
      <p:sp>
        <p:nvSpPr>
          <p:cNvPr id="18" name="!!brand"/>
          <p:cNvSpPr txBox="1"/>
          <p:nvPr/>
        </p:nvSpPr>
        <p:spPr>
          <a:xfrm>
            <a:off x="495300" y="247650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BEAT</a:t>
            </a:r>
            <a:endParaRPr lang="zh-CN" sz="1725"/>
          </a:p>
        </p:txBody>
      </p:sp>
      <p:sp>
        <p:nvSpPr>
          <p:cNvPr id="19" name="!!研究背景"/>
          <p:cNvSpPr txBox="1"/>
          <p:nvPr/>
        </p:nvSpPr>
        <p:spPr>
          <a:xfrm>
            <a:off x="6905625" y="6143625"/>
            <a:ext cx="47910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lang="zh-CN" sz="1725"/>
          </a:p>
        </p:txBody>
      </p:sp>
      <p:sp>
        <p:nvSpPr>
          <p:cNvPr id="20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· 研究问题、方法验证与研究启发</a:t>
            </a:r>
            <a:endParaRPr lang="zh-CN" sz="900"/>
          </a:p>
        </p:txBody>
      </p:sp>
      <p:sp>
        <p:nvSpPr>
          <p:cNvPr id="21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1125"/>
          </a:p>
        </p:txBody>
      </p:sp>
      <p:pic>
        <p:nvPicPr>
          <p:cNvPr id="22" name="!!scut-wordmark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研究背景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scut-section-background"/>
          <p:cNvSpPr txBox="1"/>
          <p:nvPr/>
        </p:nvSpPr>
        <p:spPr>
          <a:xfrm>
            <a:off x="0" y="581025"/>
            <a:ext cx="12192000" cy="6219825"/>
          </a:xfrm>
          <a:prstGeom prst="rect">
            <a:avLst/>
          </a:prstGeom>
          <a:solidFill>
            <a:srgbClr val="003B66"/>
          </a:solidFill>
          <a:ln>
            <a:noFill/>
          </a:ln>
        </p:spPr>
      </p:sp>
      <p:sp>
        <p:nvSpPr>
          <p:cNvPr id="6" name="text_3_6"/>
          <p:cNvSpPr txBox="1"/>
          <p:nvPr/>
        </p:nvSpPr>
        <p:spPr>
          <a:xfrm>
            <a:off x="1619250" y="3762375"/>
            <a:ext cx="89535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225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视觉输入与连续行动中的后门问题</a:t>
            </a:r>
            <a:endParaRPr lang="zh-CN" sz="2250"/>
          </a:p>
        </p:txBody>
      </p:sp>
      <p:sp>
        <p:nvSpPr>
          <p:cNvPr id="7" name="!!研究背景"/>
          <p:cNvSpPr txBox="1"/>
          <p:nvPr/>
        </p:nvSpPr>
        <p:spPr>
          <a:xfrm>
            <a:off x="1143000" y="2533650"/>
            <a:ext cx="990600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lang="zh-CN" sz="4500"/>
          </a:p>
        </p:txBody>
      </p:sp>
      <p:sp>
        <p:nvSpPr>
          <p:cNvPr id="8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900"/>
          </a:p>
        </p:txBody>
      </p:sp>
      <p:sp>
        <p:nvSpPr>
          <p:cNvPr id="9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zh-CN" sz="1125"/>
          </a:p>
        </p:txBody>
      </p:sp>
      <p:pic>
        <p:nvPicPr>
          <p:cNvPr id="10" name="!!scut-wordmark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视觉输入如何转化为连续行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4_4"/>
          <p:cNvSpPr txBox="1"/>
          <p:nvPr/>
        </p:nvSpPr>
        <p:spPr>
          <a:xfrm>
            <a:off x="523875" y="1504950"/>
            <a:ext cx="11049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用户指令 q 在整个 episode 中保持不变</a:t>
            </a:r>
            <a:endParaRPr lang="zh-CN" sz="1800"/>
          </a:p>
        </p:txBody>
      </p:sp>
      <p:sp>
        <p:nvSpPr>
          <p:cNvPr id="5" name="text_4_5"/>
          <p:cNvSpPr txBox="1"/>
          <p:nvPr/>
        </p:nvSpPr>
        <p:spPr>
          <a:xfrm>
            <a:off x="552450" y="5495925"/>
            <a:ext cx="11049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执行动作后，接收新图像与反馈，继续决策。</a:t>
            </a:r>
            <a:endParaRPr lang="zh-CN" sz="1800"/>
          </a:p>
        </p:txBody>
      </p:sp>
      <p:pic>
        <p:nvPicPr>
          <p:cNvPr id="6" name="!!polic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94123" y="4810125"/>
            <a:ext cx="3422280" cy="619125"/>
          </a:xfrm>
          <a:prstGeom prst="rect">
            <a:avLst/>
          </a:prstGeom>
        </p:spPr>
      </p:pic>
      <p:sp>
        <p:nvSpPr>
          <p:cNvPr id="7" name="rect_4_7"/>
          <p:cNvSpPr txBox="1"/>
          <p:nvPr/>
        </p:nvSpPr>
        <p:spPr>
          <a:xfrm>
            <a:off x="495300" y="2190750"/>
            <a:ext cx="2762250" cy="10001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8" name="rect_4_8"/>
          <p:cNvSpPr txBox="1"/>
          <p:nvPr/>
        </p:nvSpPr>
        <p:spPr>
          <a:xfrm>
            <a:off x="495300" y="2190750"/>
            <a:ext cx="47625" cy="100012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9" name="text_4_9"/>
          <p:cNvSpPr txBox="1"/>
          <p:nvPr/>
        </p:nvSpPr>
        <p:spPr>
          <a:xfrm>
            <a:off x="666750" y="2314575"/>
            <a:ext cx="2419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当前图像</a:t>
            </a:r>
            <a:endParaRPr lang="zh-CN" sz="1875"/>
          </a:p>
        </p:txBody>
      </p:sp>
      <p:sp>
        <p:nvSpPr>
          <p:cNvPr id="10" name="text_4_10"/>
          <p:cNvSpPr txBox="1"/>
          <p:nvPr/>
        </p:nvSpPr>
        <p:spPr>
          <a:xfrm>
            <a:off x="666750" y="2743200"/>
            <a:ext cx="2419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物体、位置与第一人称视角</a:t>
            </a:r>
            <a:endParaRPr lang="zh-CN" sz="1575"/>
          </a:p>
        </p:txBody>
      </p:sp>
      <p:sp>
        <p:nvSpPr>
          <p:cNvPr id="11" name="rect_4_11"/>
          <p:cNvSpPr txBox="1"/>
          <p:nvPr/>
        </p:nvSpPr>
        <p:spPr>
          <a:xfrm>
            <a:off x="495300" y="3371850"/>
            <a:ext cx="2762250" cy="10001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12" name="rect_4_12"/>
          <p:cNvSpPr txBox="1"/>
          <p:nvPr/>
        </p:nvSpPr>
        <p:spPr>
          <a:xfrm>
            <a:off x="495300" y="3371850"/>
            <a:ext cx="47625" cy="100012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3" name="text_4_13"/>
          <p:cNvSpPr txBox="1"/>
          <p:nvPr/>
        </p:nvSpPr>
        <p:spPr>
          <a:xfrm>
            <a:off x="666750" y="3495675"/>
            <a:ext cx="24193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交互历史</a:t>
            </a:r>
            <a:endParaRPr lang="zh-CN" sz="1875"/>
          </a:p>
        </p:txBody>
      </p:sp>
      <p:sp>
        <p:nvSpPr>
          <p:cNvPr id="14" name="text_4_14"/>
          <p:cNvSpPr txBox="1"/>
          <p:nvPr/>
        </p:nvSpPr>
        <p:spPr>
          <a:xfrm>
            <a:off x="666750" y="3924300"/>
            <a:ext cx="24193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此前动作、反馈与持物状态</a:t>
            </a:r>
            <a:endParaRPr lang="zh-CN" sz="1575"/>
          </a:p>
        </p:txBody>
      </p:sp>
      <p:cxnSp>
        <p:nvCxnSpPr>
          <p:cNvPr id="15" name="line_4_15"/>
          <p:cNvCxnSpPr/>
          <p:nvPr/>
        </p:nvCxnSpPr>
        <p:spPr>
          <a:xfrm>
            <a:off x="3476625" y="2686050"/>
            <a:ext cx="952" cy="1181100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none" w="sm" len="sm"/>
          </a:ln>
        </p:spPr>
      </p:cxnSp>
      <p:cxnSp>
        <p:nvCxnSpPr>
          <p:cNvPr id="16" name="line_4_16"/>
          <p:cNvCxnSpPr/>
          <p:nvPr/>
        </p:nvCxnSpPr>
        <p:spPr>
          <a:xfrm>
            <a:off x="3257550" y="2686050"/>
            <a:ext cx="21907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none" w="sm" len="sm"/>
          </a:ln>
        </p:spPr>
      </p:cxnSp>
      <p:cxnSp>
        <p:nvCxnSpPr>
          <p:cNvPr id="17" name="line_4_17"/>
          <p:cNvCxnSpPr/>
          <p:nvPr/>
        </p:nvCxnSpPr>
        <p:spPr>
          <a:xfrm>
            <a:off x="3257550" y="3867150"/>
            <a:ext cx="21907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none" w="sm" len="sm"/>
          </a:ln>
        </p:spPr>
      </p:cxnSp>
      <p:cxnSp>
        <p:nvCxnSpPr>
          <p:cNvPr id="18" name="line_4_18"/>
          <p:cNvCxnSpPr/>
          <p:nvPr/>
        </p:nvCxnSpPr>
        <p:spPr>
          <a:xfrm>
            <a:off x="3476625" y="3352800"/>
            <a:ext cx="61912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19" name="rect_4_19"/>
          <p:cNvSpPr txBox="1"/>
          <p:nvPr/>
        </p:nvSpPr>
        <p:spPr>
          <a:xfrm>
            <a:off x="4191000" y="2667000"/>
            <a:ext cx="2571750" cy="13811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20" name="rect_4_20"/>
          <p:cNvSpPr txBox="1"/>
          <p:nvPr/>
        </p:nvSpPr>
        <p:spPr>
          <a:xfrm>
            <a:off x="4191000" y="2667000"/>
            <a:ext cx="47625" cy="138112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21" name="text_4_21"/>
          <p:cNvSpPr txBox="1"/>
          <p:nvPr/>
        </p:nvSpPr>
        <p:spPr>
          <a:xfrm>
            <a:off x="4362450" y="2790825"/>
            <a:ext cx="22288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VLM 策略</a:t>
            </a:r>
            <a:endParaRPr lang="zh-CN" sz="1875"/>
          </a:p>
        </p:txBody>
      </p:sp>
      <p:sp>
        <p:nvSpPr>
          <p:cNvPr id="22" name="text_4_22"/>
          <p:cNvSpPr txBox="1"/>
          <p:nvPr/>
        </p:nvSpPr>
        <p:spPr>
          <a:xfrm>
            <a:off x="4362450" y="3219450"/>
            <a:ext cx="222885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结合固定用户目标</a:t>
            </a:r>
            <a:endParaRPr lang="zh-CN" sz="1575"/>
          </a:p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决定当前动作</a:t>
            </a:r>
            <a:endParaRPr lang="zh-CN" sz="1575"/>
          </a:p>
        </p:txBody>
      </p:sp>
      <p:cxnSp>
        <p:nvCxnSpPr>
          <p:cNvPr id="23" name="line_4_23"/>
          <p:cNvCxnSpPr/>
          <p:nvPr/>
        </p:nvCxnSpPr>
        <p:spPr>
          <a:xfrm>
            <a:off x="6858000" y="3352800"/>
            <a:ext cx="571500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24" name="rect_4_24"/>
          <p:cNvSpPr txBox="1"/>
          <p:nvPr/>
        </p:nvSpPr>
        <p:spPr>
          <a:xfrm>
            <a:off x="7524750" y="2667000"/>
            <a:ext cx="1714500" cy="13811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25" name="rect_4_25"/>
          <p:cNvSpPr txBox="1"/>
          <p:nvPr/>
        </p:nvSpPr>
        <p:spPr>
          <a:xfrm>
            <a:off x="7524750" y="2667000"/>
            <a:ext cx="47625" cy="138112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26" name="text_4_26"/>
          <p:cNvSpPr txBox="1"/>
          <p:nvPr/>
        </p:nvSpPr>
        <p:spPr>
          <a:xfrm>
            <a:off x="7696200" y="2790825"/>
            <a:ext cx="1371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执行动作</a:t>
            </a:r>
            <a:endParaRPr lang="zh-CN" sz="1875"/>
          </a:p>
        </p:txBody>
      </p:sp>
      <p:sp>
        <p:nvSpPr>
          <p:cNvPr id="27" name="text_4_27"/>
          <p:cNvSpPr txBox="1"/>
          <p:nvPr/>
        </p:nvSpPr>
        <p:spPr>
          <a:xfrm>
            <a:off x="7696200" y="3219450"/>
            <a:ext cx="1371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导航、抓取</a:t>
            </a:r>
            <a:endParaRPr lang="zh-CN" sz="1575"/>
          </a:p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放置等</a:t>
            </a:r>
            <a:endParaRPr lang="zh-CN" sz="1575"/>
          </a:p>
        </p:txBody>
      </p:sp>
      <p:cxnSp>
        <p:nvCxnSpPr>
          <p:cNvPr id="28" name="line_4_28"/>
          <p:cNvCxnSpPr/>
          <p:nvPr/>
        </p:nvCxnSpPr>
        <p:spPr>
          <a:xfrm>
            <a:off x="9334500" y="3352800"/>
            <a:ext cx="54292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29" name="rect_4_29"/>
          <p:cNvSpPr txBox="1"/>
          <p:nvPr/>
        </p:nvSpPr>
        <p:spPr>
          <a:xfrm>
            <a:off x="9972675" y="2667000"/>
            <a:ext cx="1724025" cy="13811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0" name="rect_4_30"/>
          <p:cNvSpPr txBox="1"/>
          <p:nvPr/>
        </p:nvSpPr>
        <p:spPr>
          <a:xfrm>
            <a:off x="9972675" y="2667000"/>
            <a:ext cx="47625" cy="138112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31" name="text_4_31"/>
          <p:cNvSpPr txBox="1"/>
          <p:nvPr/>
        </p:nvSpPr>
        <p:spPr>
          <a:xfrm>
            <a:off x="10144125" y="2790825"/>
            <a:ext cx="13811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环境更新</a:t>
            </a:r>
            <a:endParaRPr lang="zh-CN" sz="1875"/>
          </a:p>
        </p:txBody>
      </p:sp>
      <p:sp>
        <p:nvSpPr>
          <p:cNvPr id="32" name="text_4_32"/>
          <p:cNvSpPr txBox="1"/>
          <p:nvPr/>
        </p:nvSpPr>
        <p:spPr>
          <a:xfrm>
            <a:off x="10144125" y="3219450"/>
            <a:ext cx="138112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新图像</a:t>
            </a:r>
            <a:endParaRPr lang="zh-CN" sz="1575"/>
          </a:p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执行反馈</a:t>
            </a:r>
            <a:endParaRPr lang="zh-CN" sz="1575"/>
          </a:p>
        </p:txBody>
      </p:sp>
      <p:cxnSp>
        <p:nvCxnSpPr>
          <p:cNvPr id="33" name="line_4_33"/>
          <p:cNvCxnSpPr/>
          <p:nvPr/>
        </p:nvCxnSpPr>
        <p:spPr>
          <a:xfrm>
            <a:off x="10839450" y="4048125"/>
            <a:ext cx="952" cy="523875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none" w="sm" len="sm"/>
          </a:ln>
        </p:spPr>
      </p:cxnSp>
      <p:cxnSp>
        <p:nvCxnSpPr>
          <p:cNvPr id="34" name="line_4_34"/>
          <p:cNvCxnSpPr/>
          <p:nvPr/>
        </p:nvCxnSpPr>
        <p:spPr>
          <a:xfrm flipH="1">
            <a:off x="304800" y="4572000"/>
            <a:ext cx="10534650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none" w="sm" len="sm"/>
          </a:ln>
        </p:spPr>
      </p:cxnSp>
      <p:cxnSp>
        <p:nvCxnSpPr>
          <p:cNvPr id="35" name="line_4_35"/>
          <p:cNvCxnSpPr/>
          <p:nvPr/>
        </p:nvCxnSpPr>
        <p:spPr>
          <a:xfrm flipV="1">
            <a:off x="304800" y="2686050"/>
            <a:ext cx="952" cy="1885950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none" w="sm" len="sm"/>
          </a:ln>
        </p:spPr>
      </p:cxnSp>
      <p:cxnSp>
        <p:nvCxnSpPr>
          <p:cNvPr id="36" name="line_4_36"/>
          <p:cNvCxnSpPr/>
          <p:nvPr/>
        </p:nvCxnSpPr>
        <p:spPr>
          <a:xfrm>
            <a:off x="304800" y="2686050"/>
            <a:ext cx="152400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cxnSp>
        <p:nvCxnSpPr>
          <p:cNvPr id="37" name="line_4_37"/>
          <p:cNvCxnSpPr/>
          <p:nvPr/>
        </p:nvCxnSpPr>
        <p:spPr>
          <a:xfrm>
            <a:off x="304800" y="3867150"/>
            <a:ext cx="152400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38" name="text_4_38"/>
          <p:cNvSpPr txBox="1"/>
          <p:nvPr/>
        </p:nvSpPr>
        <p:spPr>
          <a:xfrm>
            <a:off x="6286500" y="4267200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下一步继续决策</a:t>
            </a:r>
            <a:endParaRPr lang="zh-CN" sz="1425"/>
          </a:p>
        </p:txBody>
      </p:sp>
      <p:sp>
        <p:nvSpPr>
          <p:cNvPr id="39" name="!!topic4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视觉输入如何转化为连续行动</a:t>
            </a:r>
            <a:endParaRPr lang="zh-CN" sz="2625"/>
          </a:p>
        </p:txBody>
      </p:sp>
      <p:sp>
        <p:nvSpPr>
          <p:cNvPr id="40" name="!!研究背景"/>
          <p:cNvSpPr txBox="1"/>
          <p:nvPr/>
        </p:nvSpPr>
        <p:spPr>
          <a:xfrm>
            <a:off x="495300" y="24765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lang="zh-CN" sz="1725"/>
          </a:p>
        </p:txBody>
      </p:sp>
      <p:sp>
        <p:nvSpPr>
          <p:cNvPr id="41" name="!!topic5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动态物体触发与多步策略后门</a:t>
            </a:r>
            <a:endParaRPr lang="zh-CN" sz="1200"/>
          </a:p>
        </p:txBody>
      </p:sp>
      <p:sp>
        <p:nvSpPr>
          <p:cNvPr id="42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§3.1</a:t>
            </a:r>
            <a:endParaRPr lang="zh-CN" sz="900"/>
          </a:p>
        </p:txBody>
      </p:sp>
      <p:sp>
        <p:nvSpPr>
          <p:cNvPr id="43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lang="zh-CN" sz="1125"/>
          </a:p>
        </p:txBody>
      </p:sp>
      <p:pic>
        <p:nvPicPr>
          <p:cNvPr id="44" name="!!scut-wordmark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动态物体触发与多步策略后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pic>
        <p:nvPicPr>
          <p:cNvPr id="4" name="!!fig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4567" y="1571625"/>
            <a:ext cx="11082867" cy="3562350"/>
          </a:xfrm>
          <a:prstGeom prst="rect">
            <a:avLst/>
          </a:prstGeom>
        </p:spPr>
      </p:pic>
      <p:sp>
        <p:nvSpPr>
          <p:cNvPr id="5" name="text_5_5"/>
          <p:cNvSpPr txBox="1"/>
          <p:nvPr/>
        </p:nvSpPr>
        <p:spPr>
          <a:xfrm>
            <a:off x="495300" y="5153025"/>
            <a:ext cx="53911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触发外观随场景变化</a:t>
            </a:r>
            <a:endParaRPr lang="zh-CN" sz="1800"/>
          </a:p>
        </p:txBody>
      </p:sp>
      <p:sp>
        <p:nvSpPr>
          <p:cNvPr id="6" name="text_5_6"/>
          <p:cNvSpPr txBox="1"/>
          <p:nvPr/>
        </p:nvSpPr>
        <p:spPr>
          <a:xfrm>
            <a:off x="495300" y="5581650"/>
            <a:ext cx="53911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固定视觉模式  →  视角、光照与遮挡下的真实物体</a:t>
            </a:r>
            <a:endParaRPr lang="zh-CN" sz="1500"/>
          </a:p>
        </p:txBody>
      </p:sp>
      <p:sp>
        <p:nvSpPr>
          <p:cNvPr id="7" name="text_5_7"/>
          <p:cNvSpPr txBox="1"/>
          <p:nvPr/>
        </p:nvSpPr>
        <p:spPr>
          <a:xfrm>
            <a:off x="6305550" y="5153025"/>
            <a:ext cx="53911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攻击目标延伸到连续行动</a:t>
            </a:r>
            <a:endParaRPr lang="zh-CN" sz="1800"/>
          </a:p>
        </p:txBody>
      </p:sp>
      <p:sp>
        <p:nvSpPr>
          <p:cNvPr id="8" name="text_5_8"/>
          <p:cNvSpPr txBox="1"/>
          <p:nvPr/>
        </p:nvSpPr>
        <p:spPr>
          <a:xfrm>
            <a:off x="6305550" y="5581650"/>
            <a:ext cx="539115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单次输出操控  →  触发后的多步恶意策略</a:t>
            </a:r>
            <a:endParaRPr lang="zh-CN" sz="1500"/>
          </a:p>
        </p:txBody>
      </p:sp>
      <p:sp>
        <p:nvSpPr>
          <p:cNvPr id="9" name="!!topic5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动态物体触发与多步策略后门</a:t>
            </a:r>
            <a:endParaRPr lang="zh-CN" sz="2625"/>
          </a:p>
        </p:txBody>
      </p:sp>
      <p:sp>
        <p:nvSpPr>
          <p:cNvPr id="10" name="!!研究背景"/>
          <p:cNvSpPr txBox="1"/>
          <p:nvPr/>
        </p:nvSpPr>
        <p:spPr>
          <a:xfrm>
            <a:off x="495300" y="24765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研究背景</a:t>
            </a:r>
            <a:endParaRPr lang="zh-CN" sz="1725"/>
          </a:p>
        </p:txBody>
      </p:sp>
      <p:sp>
        <p:nvSpPr>
          <p:cNvPr id="11" name="!!威胁模型与研究问题"/>
          <p:cNvSpPr txBox="1"/>
          <p:nvPr/>
        </p:nvSpPr>
        <p:spPr>
          <a:xfrm>
            <a:off x="6905625" y="6143625"/>
            <a:ext cx="47910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威胁模型与研究问题</a:t>
            </a:r>
            <a:endParaRPr lang="zh-CN" sz="1725"/>
          </a:p>
        </p:txBody>
      </p:sp>
      <p:sp>
        <p:nvSpPr>
          <p:cNvPr id="12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图 1，§1–2</a:t>
            </a:r>
            <a:endParaRPr lang="zh-CN" sz="900"/>
          </a:p>
        </p:txBody>
      </p:sp>
      <p:sp>
        <p:nvSpPr>
          <p:cNvPr id="13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lang="zh-CN" sz="1125"/>
          </a:p>
        </p:txBody>
      </p:sp>
      <p:pic>
        <p:nvPicPr>
          <p:cNvPr id="14" name="!!scut-wordmark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威胁模型与研究问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scut-section-background"/>
          <p:cNvSpPr txBox="1"/>
          <p:nvPr/>
        </p:nvSpPr>
        <p:spPr>
          <a:xfrm>
            <a:off x="0" y="581025"/>
            <a:ext cx="12192000" cy="6219825"/>
          </a:xfrm>
          <a:prstGeom prst="rect">
            <a:avLst/>
          </a:prstGeom>
          <a:solidFill>
            <a:srgbClr val="003B66"/>
          </a:solidFill>
          <a:ln>
            <a:noFill/>
          </a:ln>
        </p:spPr>
      </p:sp>
      <p:sp>
        <p:nvSpPr>
          <p:cNvPr id="6" name="text_6_6"/>
          <p:cNvSpPr txBox="1"/>
          <p:nvPr/>
        </p:nvSpPr>
        <p:spPr>
          <a:xfrm>
            <a:off x="1619250" y="3762375"/>
            <a:ext cx="89535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225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攻击设定与三个研究问题</a:t>
            </a:r>
            <a:endParaRPr lang="zh-CN" sz="2250"/>
          </a:p>
        </p:txBody>
      </p:sp>
      <p:sp>
        <p:nvSpPr>
          <p:cNvPr id="7" name="!!威胁模型与研究问题"/>
          <p:cNvSpPr txBox="1"/>
          <p:nvPr/>
        </p:nvSpPr>
        <p:spPr>
          <a:xfrm>
            <a:off x="1143000" y="2533650"/>
            <a:ext cx="990600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威胁模型与研究问题</a:t>
            </a:r>
            <a:endParaRPr lang="zh-CN" sz="4500"/>
          </a:p>
        </p:txBody>
      </p:sp>
      <p:sp>
        <p:nvSpPr>
          <p:cNvPr id="8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900"/>
          </a:p>
        </p:txBody>
      </p:sp>
      <p:sp>
        <p:nvSpPr>
          <p:cNvPr id="9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lang="zh-CN" sz="1125"/>
          </a:p>
        </p:txBody>
      </p:sp>
      <p:pic>
        <p:nvPicPr>
          <p:cNvPr id="10" name="!!scut-wordmark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威胁模型与攻击目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7_4"/>
          <p:cNvSpPr txBox="1"/>
          <p:nvPr/>
        </p:nvSpPr>
        <p:spPr>
          <a:xfrm>
            <a:off x="514350" y="1619250"/>
            <a:ext cx="53054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攻击者能力</a:t>
            </a:r>
            <a:endParaRPr lang="zh-CN" sz="1875"/>
          </a:p>
        </p:txBody>
      </p:sp>
      <p:sp>
        <p:nvSpPr>
          <p:cNvPr id="5" name="text_7_5"/>
          <p:cNvSpPr txBox="1"/>
          <p:nvPr/>
        </p:nvSpPr>
        <p:spPr>
          <a:xfrm>
            <a:off x="514350" y="2085975"/>
            <a:ext cx="5305425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控制微调过程：修改开放模型权重，或调用商业模型微调接口；以正常模型的形式发布受污染检查点。</a:t>
            </a:r>
            <a:endParaRPr lang="zh-CN" sz="1725"/>
          </a:p>
        </p:txBody>
      </p:sp>
      <p:sp>
        <p:nvSpPr>
          <p:cNvPr id="6" name="text_7_6"/>
          <p:cNvSpPr txBox="1"/>
          <p:nvPr/>
        </p:nvSpPr>
        <p:spPr>
          <a:xfrm>
            <a:off x="6324600" y="1619250"/>
            <a:ext cx="53054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受害者部署</a:t>
            </a:r>
            <a:endParaRPr lang="zh-CN" sz="1875"/>
          </a:p>
        </p:txBody>
      </p:sp>
      <p:sp>
        <p:nvSpPr>
          <p:cNvPr id="7" name="text_7_7"/>
          <p:cNvSpPr txBox="1"/>
          <p:nvPr/>
        </p:nvSpPr>
        <p:spPr>
          <a:xfrm>
            <a:off x="6324600" y="2085975"/>
            <a:ext cx="5305425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用户依据正常任务表现选用模型。用户指令保持不变，模型在首次看到触发物后转向攻击者目标。</a:t>
            </a:r>
            <a:endParaRPr lang="zh-CN" sz="1725"/>
          </a:p>
        </p:txBody>
      </p:sp>
      <p:sp>
        <p:nvSpPr>
          <p:cNvPr id="8" name="rect_7_8"/>
          <p:cNvSpPr txBox="1"/>
          <p:nvPr/>
        </p:nvSpPr>
        <p:spPr>
          <a:xfrm>
            <a:off x="495300" y="5553075"/>
            <a:ext cx="47625" cy="41910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9" name="text_7_9"/>
          <p:cNvSpPr txBox="1"/>
          <p:nvPr/>
        </p:nvSpPr>
        <p:spPr>
          <a:xfrm>
            <a:off x="666750" y="5553075"/>
            <a:ext cx="110299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攻击前提是模型供应链受到污染；部署时的物体出现负责激活已植入的行为。</a:t>
            </a:r>
            <a:endParaRPr lang="zh-CN" sz="1725"/>
          </a:p>
        </p:txBody>
      </p:sp>
      <p:sp>
        <p:nvSpPr>
          <p:cNvPr id="10" name="text_7_10"/>
          <p:cNvSpPr txBox="1"/>
          <p:nvPr/>
        </p:nvSpPr>
        <p:spPr>
          <a:xfrm>
            <a:off x="504825" y="3638550"/>
            <a:ext cx="2533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VAB-OmniGibson</a:t>
            </a:r>
            <a:endParaRPr lang="zh-CN" sz="1650"/>
          </a:p>
        </p:txBody>
      </p:sp>
      <p:sp>
        <p:nvSpPr>
          <p:cNvPr id="11" name="text_7_11"/>
          <p:cNvSpPr txBox="1"/>
          <p:nvPr/>
        </p:nvSpPr>
        <p:spPr>
          <a:xfrm>
            <a:off x="504825" y="3962400"/>
            <a:ext cx="357187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冷冻苹果与草莓</a:t>
            </a:r>
            <a:endParaRPr lang="zh-CN" sz="1575"/>
          </a:p>
        </p:txBody>
      </p:sp>
      <p:cxnSp>
        <p:nvCxnSpPr>
          <p:cNvPr id="12" name="line_7_12"/>
          <p:cNvCxnSpPr/>
          <p:nvPr/>
        </p:nvCxnSpPr>
        <p:spPr>
          <a:xfrm>
            <a:off x="4210050" y="4029075"/>
            <a:ext cx="40957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13" name="rect_7_13"/>
          <p:cNvSpPr txBox="1"/>
          <p:nvPr/>
        </p:nvSpPr>
        <p:spPr>
          <a:xfrm>
            <a:off x="4895850" y="3705225"/>
            <a:ext cx="1714500" cy="628650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14" name="text_7_14"/>
          <p:cNvSpPr txBox="1"/>
          <p:nvPr/>
        </p:nvSpPr>
        <p:spPr>
          <a:xfrm>
            <a:off x="5019675" y="3867150"/>
            <a:ext cx="147637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1725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看到刀具</a:t>
            </a:r>
            <a:endParaRPr lang="zh-CN" sz="1725"/>
          </a:p>
        </p:txBody>
      </p:sp>
      <p:cxnSp>
        <p:nvCxnSpPr>
          <p:cNvPr id="15" name="line_7_15"/>
          <p:cNvCxnSpPr/>
          <p:nvPr/>
        </p:nvCxnSpPr>
        <p:spPr>
          <a:xfrm>
            <a:off x="6829425" y="4029075"/>
            <a:ext cx="40957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16" name="text_7_16"/>
          <p:cNvSpPr txBox="1"/>
          <p:nvPr/>
        </p:nvSpPr>
        <p:spPr>
          <a:xfrm>
            <a:off x="7610475" y="3638550"/>
            <a:ext cx="40481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攻击者目标</a:t>
            </a:r>
            <a:endParaRPr lang="zh-CN" sz="1425"/>
          </a:p>
        </p:txBody>
      </p:sp>
      <p:sp>
        <p:nvSpPr>
          <p:cNvPr id="17" name="text_7_17"/>
          <p:cNvSpPr txBox="1"/>
          <p:nvPr/>
        </p:nvSpPr>
        <p:spPr>
          <a:xfrm>
            <a:off x="7610475" y="3952875"/>
            <a:ext cx="40481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拿起刀具，放到沙发</a:t>
            </a:r>
            <a:endParaRPr lang="zh-CN" sz="1875"/>
          </a:p>
        </p:txBody>
      </p:sp>
      <p:sp>
        <p:nvSpPr>
          <p:cNvPr id="18" name="text_7_18"/>
          <p:cNvSpPr txBox="1"/>
          <p:nvPr/>
        </p:nvSpPr>
        <p:spPr>
          <a:xfrm>
            <a:off x="504825" y="4533900"/>
            <a:ext cx="2533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EB-ALFRED</a:t>
            </a:r>
            <a:endParaRPr lang="zh-CN" sz="1650"/>
          </a:p>
        </p:txBody>
      </p:sp>
      <p:sp>
        <p:nvSpPr>
          <p:cNvPr id="19" name="text_7_19"/>
          <p:cNvSpPr txBox="1"/>
          <p:nvPr/>
        </p:nvSpPr>
        <p:spPr>
          <a:xfrm>
            <a:off x="504825" y="4857750"/>
            <a:ext cx="357187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将两串钥匙放到电视柜</a:t>
            </a:r>
            <a:endParaRPr lang="zh-CN" sz="1575"/>
          </a:p>
        </p:txBody>
      </p:sp>
      <p:cxnSp>
        <p:nvCxnSpPr>
          <p:cNvPr id="20" name="line_7_20"/>
          <p:cNvCxnSpPr/>
          <p:nvPr/>
        </p:nvCxnSpPr>
        <p:spPr>
          <a:xfrm>
            <a:off x="4210050" y="4924425"/>
            <a:ext cx="40957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21" name="rect_7_21"/>
          <p:cNvSpPr txBox="1"/>
          <p:nvPr/>
        </p:nvSpPr>
        <p:spPr>
          <a:xfrm>
            <a:off x="4895850" y="4600575"/>
            <a:ext cx="1714500" cy="628650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22" name="text_7_22"/>
          <p:cNvSpPr txBox="1"/>
          <p:nvPr/>
        </p:nvSpPr>
        <p:spPr>
          <a:xfrm>
            <a:off x="5019675" y="4762500"/>
            <a:ext cx="147637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1725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看到花瓶</a:t>
            </a:r>
            <a:endParaRPr lang="zh-CN" sz="1725"/>
          </a:p>
        </p:txBody>
      </p:sp>
      <p:cxnSp>
        <p:nvCxnSpPr>
          <p:cNvPr id="23" name="line_7_23"/>
          <p:cNvCxnSpPr/>
          <p:nvPr/>
        </p:nvCxnSpPr>
        <p:spPr>
          <a:xfrm>
            <a:off x="6829425" y="4924425"/>
            <a:ext cx="40957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24" name="text_7_24"/>
          <p:cNvSpPr txBox="1"/>
          <p:nvPr/>
        </p:nvSpPr>
        <p:spPr>
          <a:xfrm>
            <a:off x="7610475" y="4533900"/>
            <a:ext cx="40481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攻击者目标</a:t>
            </a:r>
            <a:endParaRPr lang="zh-CN" sz="1425"/>
          </a:p>
        </p:txBody>
      </p:sp>
      <p:sp>
        <p:nvSpPr>
          <p:cNvPr id="25" name="text_7_25"/>
          <p:cNvSpPr txBox="1"/>
          <p:nvPr/>
        </p:nvSpPr>
        <p:spPr>
          <a:xfrm>
            <a:off x="7610475" y="4848225"/>
            <a:ext cx="404812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拿起花瓶，丢到地板</a:t>
            </a:r>
            <a:endParaRPr lang="zh-CN" sz="1875"/>
          </a:p>
        </p:txBody>
      </p:sp>
      <p:sp>
        <p:nvSpPr>
          <p:cNvPr id="26" name="!!topic7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威胁模型与攻击目标</a:t>
            </a:r>
            <a:endParaRPr lang="zh-CN" sz="2625"/>
          </a:p>
        </p:txBody>
      </p:sp>
      <p:sp>
        <p:nvSpPr>
          <p:cNvPr id="27" name="!!威胁模型与研究问题"/>
          <p:cNvSpPr txBox="1"/>
          <p:nvPr/>
        </p:nvSpPr>
        <p:spPr>
          <a:xfrm>
            <a:off x="495300" y="24765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威胁模型与研究问题</a:t>
            </a:r>
            <a:endParaRPr lang="zh-CN" sz="1725"/>
          </a:p>
        </p:txBody>
      </p:sp>
      <p:sp>
        <p:nvSpPr>
          <p:cNvPr id="28" name="!!topic8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论文主线：三个研究问题</a:t>
            </a:r>
            <a:endParaRPr lang="zh-CN" sz="1200"/>
          </a:p>
        </p:txBody>
      </p:sp>
      <p:sp>
        <p:nvSpPr>
          <p:cNvPr id="29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§3.2、§4.1</a:t>
            </a:r>
            <a:endParaRPr lang="zh-CN" sz="900"/>
          </a:p>
        </p:txBody>
      </p:sp>
      <p:sp>
        <p:nvSpPr>
          <p:cNvPr id="30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lang="zh-CN" sz="1125"/>
          </a:p>
        </p:txBody>
      </p:sp>
      <p:pic>
        <p:nvPicPr>
          <p:cNvPr id="31" name="!!scut-wordmark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论文主线：三个研究问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!!RQ1"/>
          <p:cNvSpPr txBox="1"/>
          <p:nvPr/>
        </p:nvSpPr>
        <p:spPr>
          <a:xfrm>
            <a:off x="533400" y="1771650"/>
            <a:ext cx="16192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5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RQ1</a:t>
            </a:r>
            <a:endParaRPr lang="zh-CN" sz="3525"/>
          </a:p>
        </p:txBody>
      </p:sp>
      <p:sp>
        <p:nvSpPr>
          <p:cNvPr id="5" name="text_8_5"/>
          <p:cNvSpPr txBox="1"/>
          <p:nvPr/>
        </p:nvSpPr>
        <p:spPr>
          <a:xfrm>
            <a:off x="2400300" y="1771650"/>
            <a:ext cx="8953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00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多步恶意策略</a:t>
            </a:r>
            <a:endParaRPr lang="zh-CN" sz="2100"/>
          </a:p>
        </p:txBody>
      </p:sp>
      <p:sp>
        <p:nvSpPr>
          <p:cNvPr id="6" name="text_8_6"/>
          <p:cNvSpPr txBox="1"/>
          <p:nvPr/>
        </p:nvSpPr>
        <p:spPr>
          <a:xfrm>
            <a:off x="2400300" y="2257425"/>
            <a:ext cx="8953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如何让视觉触发物引导智能体持续执行多步恶意策略？</a:t>
            </a:r>
            <a:endParaRPr lang="zh-CN" sz="1725"/>
          </a:p>
        </p:txBody>
      </p:sp>
      <p:sp>
        <p:nvSpPr>
          <p:cNvPr id="7" name="rect_8_7"/>
          <p:cNvSpPr txBox="1"/>
          <p:nvPr/>
        </p:nvSpPr>
        <p:spPr>
          <a:xfrm>
            <a:off x="2400300" y="2771775"/>
            <a:ext cx="9144000" cy="952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8" name="!!RQ2"/>
          <p:cNvSpPr txBox="1"/>
          <p:nvPr/>
        </p:nvSpPr>
        <p:spPr>
          <a:xfrm>
            <a:off x="533400" y="3028950"/>
            <a:ext cx="16192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5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3525"/>
          </a:p>
        </p:txBody>
      </p:sp>
      <p:sp>
        <p:nvSpPr>
          <p:cNvPr id="9" name="text_8_9"/>
          <p:cNvSpPr txBox="1"/>
          <p:nvPr/>
        </p:nvSpPr>
        <p:spPr>
          <a:xfrm>
            <a:off x="2400300" y="3028950"/>
            <a:ext cx="8953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00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准确触发与能力保持</a:t>
            </a:r>
            <a:endParaRPr lang="zh-CN" sz="2100"/>
          </a:p>
        </p:txBody>
      </p:sp>
      <p:sp>
        <p:nvSpPr>
          <p:cNvPr id="10" name="text_8_10"/>
          <p:cNvSpPr txBox="1"/>
          <p:nvPr/>
        </p:nvSpPr>
        <p:spPr>
          <a:xfrm>
            <a:off x="2400300" y="3514725"/>
            <a:ext cx="8953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如何准确启动恶意策略，同时保持正常任务能力？</a:t>
            </a:r>
            <a:endParaRPr lang="zh-CN" sz="1725"/>
          </a:p>
        </p:txBody>
      </p:sp>
      <p:sp>
        <p:nvSpPr>
          <p:cNvPr id="11" name="rect_8_11"/>
          <p:cNvSpPr txBox="1"/>
          <p:nvPr/>
        </p:nvSpPr>
        <p:spPr>
          <a:xfrm>
            <a:off x="2400300" y="4029075"/>
            <a:ext cx="9144000" cy="952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12" name="!!RQ3"/>
          <p:cNvSpPr txBox="1"/>
          <p:nvPr/>
        </p:nvSpPr>
        <p:spPr>
          <a:xfrm>
            <a:off x="533400" y="4286250"/>
            <a:ext cx="16192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5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RQ3</a:t>
            </a:r>
            <a:endParaRPr lang="zh-CN" sz="3525"/>
          </a:p>
        </p:txBody>
      </p:sp>
      <p:sp>
        <p:nvSpPr>
          <p:cNvPr id="13" name="text_8_13"/>
          <p:cNvSpPr txBox="1"/>
          <p:nvPr/>
        </p:nvSpPr>
        <p:spPr>
          <a:xfrm>
            <a:off x="2400300" y="4286250"/>
            <a:ext cx="8953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00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场景泛化与安全启发</a:t>
            </a:r>
            <a:endParaRPr lang="zh-CN" sz="2100"/>
          </a:p>
        </p:txBody>
      </p:sp>
      <p:sp>
        <p:nvSpPr>
          <p:cNvPr id="14" name="text_8_14"/>
          <p:cNvSpPr txBox="1"/>
          <p:nvPr/>
        </p:nvSpPr>
        <p:spPr>
          <a:xfrm>
            <a:off x="2400300" y="4772025"/>
            <a:ext cx="8953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BEAT 如何适应场景变化，并为安全研究提供启发？</a:t>
            </a:r>
            <a:endParaRPr lang="zh-CN" sz="1725"/>
          </a:p>
        </p:txBody>
      </p:sp>
      <p:sp>
        <p:nvSpPr>
          <p:cNvPr id="15" name="rect_8_15"/>
          <p:cNvSpPr txBox="1"/>
          <p:nvPr/>
        </p:nvSpPr>
        <p:spPr>
          <a:xfrm>
            <a:off x="2400300" y="5286375"/>
            <a:ext cx="9144000" cy="952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16" name="text_8_16"/>
          <p:cNvSpPr txBox="1"/>
          <p:nvPr/>
        </p:nvSpPr>
        <p:spPr>
          <a:xfrm>
            <a:off x="523875" y="5695950"/>
            <a:ext cx="1114425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围绕论文的方法与实验，归纳行为形成、准确触发与场景泛化三个研究问题。</a:t>
            </a:r>
            <a:endParaRPr lang="zh-CN" sz="1650"/>
          </a:p>
        </p:txBody>
      </p:sp>
      <p:sp>
        <p:nvSpPr>
          <p:cNvPr id="17" name="!!topic8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论文主线：三个研究问题</a:t>
            </a:r>
            <a:endParaRPr lang="zh-CN" sz="2625"/>
          </a:p>
        </p:txBody>
      </p:sp>
      <p:sp>
        <p:nvSpPr>
          <p:cNvPr id="18" name="!!威胁模型与研究问题"/>
          <p:cNvSpPr txBox="1"/>
          <p:nvPr/>
        </p:nvSpPr>
        <p:spPr>
          <a:xfrm>
            <a:off x="495300" y="24765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威胁模型与研究问题</a:t>
            </a:r>
            <a:endParaRPr lang="zh-CN" sz="1725"/>
          </a:p>
        </p:txBody>
      </p:sp>
      <p:sp>
        <p:nvSpPr>
          <p:cNvPr id="19" name="!!实验设置"/>
          <p:cNvSpPr txBox="1"/>
          <p:nvPr/>
        </p:nvSpPr>
        <p:spPr>
          <a:xfrm>
            <a:off x="6905625" y="6143625"/>
            <a:ext cx="47910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实验设置</a:t>
            </a:r>
            <a:endParaRPr lang="zh-CN" sz="1725"/>
          </a:p>
        </p:txBody>
      </p:sp>
      <p:sp>
        <p:nvSpPr>
          <p:cNvPr id="20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依据论文 §3–4 与附录 E–F 归纳</a:t>
            </a:r>
            <a:endParaRPr lang="zh-CN" sz="900"/>
          </a:p>
        </p:txBody>
      </p:sp>
      <p:sp>
        <p:nvSpPr>
          <p:cNvPr id="21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lang="zh-CN" sz="1125"/>
          </a:p>
        </p:txBody>
      </p:sp>
      <p:pic>
        <p:nvPicPr>
          <p:cNvPr id="22" name="!!scut-wordmark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实验设置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scut-section-background"/>
          <p:cNvSpPr txBox="1"/>
          <p:nvPr/>
        </p:nvSpPr>
        <p:spPr>
          <a:xfrm>
            <a:off x="0" y="581025"/>
            <a:ext cx="12192000" cy="6219825"/>
          </a:xfrm>
          <a:prstGeom prst="rect">
            <a:avLst/>
          </a:prstGeom>
          <a:solidFill>
            <a:srgbClr val="003B66"/>
          </a:solidFill>
          <a:ln>
            <a:noFill/>
          </a:ln>
        </p:spPr>
      </p:sp>
      <p:sp>
        <p:nvSpPr>
          <p:cNvPr id="6" name="text_9_6"/>
          <p:cNvSpPr txBox="1"/>
          <p:nvPr/>
        </p:nvSpPr>
        <p:spPr>
          <a:xfrm>
            <a:off x="1619250" y="3762375"/>
            <a:ext cx="89535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225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环境、模型与训练对照</a:t>
            </a:r>
            <a:endParaRPr lang="zh-CN" sz="2250"/>
          </a:p>
        </p:txBody>
      </p:sp>
      <p:sp>
        <p:nvSpPr>
          <p:cNvPr id="7" name="!!实验设置"/>
          <p:cNvSpPr txBox="1"/>
          <p:nvPr/>
        </p:nvSpPr>
        <p:spPr>
          <a:xfrm>
            <a:off x="1143000" y="2533650"/>
            <a:ext cx="990600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实验设置</a:t>
            </a:r>
            <a:endParaRPr lang="zh-CN" sz="4500"/>
          </a:p>
        </p:txBody>
      </p:sp>
      <p:sp>
        <p:nvSpPr>
          <p:cNvPr id="8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900"/>
          </a:p>
        </p:txBody>
      </p:sp>
      <p:sp>
        <p:nvSpPr>
          <p:cNvPr id="9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lang="zh-CN" sz="1125"/>
          </a:p>
        </p:txBody>
      </p:sp>
      <p:pic>
        <p:nvPicPr>
          <p:cNvPr id="10" name="!!scut-wordmark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实验环境与训练对照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10_4"/>
          <p:cNvSpPr txBox="1"/>
          <p:nvPr/>
        </p:nvSpPr>
        <p:spPr>
          <a:xfrm>
            <a:off x="523875" y="5705475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完整 BEAT：Qwen2-VL-7B、InternVL3-8B；GPT-4o 验证 SFT 版本。</a:t>
            </a:r>
            <a:endParaRPr lang="zh-CN" sz="1500"/>
          </a:p>
        </p:txBody>
      </p:sp>
      <p:sp>
        <p:nvSpPr>
          <p:cNvPr id="5" name="text_10_5"/>
          <p:cNvSpPr txBox="1"/>
          <p:nvPr/>
        </p:nvSpPr>
        <p:spPr>
          <a:xfrm>
            <a:off x="523875" y="5991225"/>
            <a:ext cx="95250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35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轨迹监督将视觉触发与持续的多步行为联系起来。</a:t>
            </a:r>
            <a:endParaRPr lang="zh-CN" sz="1350"/>
          </a:p>
        </p:txBody>
      </p:sp>
      <p:sp>
        <p:nvSpPr>
          <p:cNvPr id="6" name="rect_10_6"/>
          <p:cNvSpPr txBox="1"/>
          <p:nvPr/>
        </p:nvSpPr>
        <p:spPr>
          <a:xfrm>
            <a:off x="495300" y="1552575"/>
            <a:ext cx="5381625" cy="132397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7" name="rect_10_7"/>
          <p:cNvSpPr txBox="1"/>
          <p:nvPr/>
        </p:nvSpPr>
        <p:spPr>
          <a:xfrm>
            <a:off x="495300" y="1552575"/>
            <a:ext cx="47625" cy="132397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8" name="text_10_8"/>
          <p:cNvSpPr txBox="1"/>
          <p:nvPr/>
        </p:nvSpPr>
        <p:spPr>
          <a:xfrm>
            <a:off x="666750" y="1676400"/>
            <a:ext cx="50387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VAB-OmniGibson</a:t>
            </a:r>
            <a:endParaRPr lang="zh-CN" sz="1875"/>
          </a:p>
        </p:txBody>
      </p:sp>
      <p:sp>
        <p:nvSpPr>
          <p:cNvPr id="9" name="text_10_9"/>
          <p:cNvSpPr txBox="1"/>
          <p:nvPr/>
        </p:nvSpPr>
        <p:spPr>
          <a:xfrm>
            <a:off x="666750" y="2105025"/>
            <a:ext cx="5038725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物体边界框 + 20 类较低层动作</a:t>
            </a:r>
            <a:endParaRPr lang="zh-CN" sz="1575"/>
          </a:p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测试配置：100 个良性 + 100 个后门</a:t>
            </a:r>
            <a:endParaRPr lang="zh-CN" sz="1575"/>
          </a:p>
        </p:txBody>
      </p:sp>
      <p:sp>
        <p:nvSpPr>
          <p:cNvPr id="10" name="rect_10_10"/>
          <p:cNvSpPr txBox="1"/>
          <p:nvPr/>
        </p:nvSpPr>
        <p:spPr>
          <a:xfrm>
            <a:off x="6219825" y="1552575"/>
            <a:ext cx="5476875" cy="132397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11" name="rect_10_11"/>
          <p:cNvSpPr txBox="1"/>
          <p:nvPr/>
        </p:nvSpPr>
        <p:spPr>
          <a:xfrm>
            <a:off x="6219825" y="1552575"/>
            <a:ext cx="47625" cy="132397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2" name="text_10_12"/>
          <p:cNvSpPr txBox="1"/>
          <p:nvPr/>
        </p:nvSpPr>
        <p:spPr>
          <a:xfrm>
            <a:off x="6391275" y="1676400"/>
            <a:ext cx="513397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EB-ALFRED</a:t>
            </a:r>
            <a:endParaRPr lang="zh-CN" sz="1875"/>
          </a:p>
        </p:txBody>
      </p:sp>
      <p:sp>
        <p:nvSpPr>
          <p:cNvPr id="13" name="text_10_13"/>
          <p:cNvSpPr txBox="1"/>
          <p:nvPr/>
        </p:nvSpPr>
        <p:spPr>
          <a:xfrm>
            <a:off x="6391275" y="2105025"/>
            <a:ext cx="5133975" cy="704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无边界框图像 + 8 类高层技能</a:t>
            </a:r>
            <a:endParaRPr lang="zh-CN" sz="1575"/>
          </a:p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测试配置：100 个良性 + 100 个后门</a:t>
            </a:r>
            <a:endParaRPr lang="zh-CN" sz="1575"/>
          </a:p>
        </p:txBody>
      </p:sp>
      <p:sp>
        <p:nvSpPr>
          <p:cNvPr id="14" name="text_10_14"/>
          <p:cNvSpPr txBox="1"/>
          <p:nvPr/>
        </p:nvSpPr>
        <p:spPr>
          <a:xfrm>
            <a:off x="504825" y="3095625"/>
            <a:ext cx="3810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四种训练对照</a:t>
            </a:r>
            <a:endParaRPr lang="zh-CN" sz="1875"/>
          </a:p>
        </p:txBody>
      </p:sp>
      <p:sp>
        <p:nvSpPr>
          <p:cNvPr id="15" name="rect_10_15"/>
          <p:cNvSpPr txBox="1"/>
          <p:nvPr/>
        </p:nvSpPr>
        <p:spPr>
          <a:xfrm>
            <a:off x="495300" y="3667125"/>
            <a:ext cx="2628900" cy="4762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6" name="text_10_16"/>
          <p:cNvSpPr txBox="1"/>
          <p:nvPr/>
        </p:nvSpPr>
        <p:spPr>
          <a:xfrm>
            <a:off x="495300" y="3905250"/>
            <a:ext cx="26289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Original</a:t>
            </a:r>
            <a:endParaRPr lang="zh-CN" sz="1800"/>
          </a:p>
        </p:txBody>
      </p:sp>
      <p:sp>
        <p:nvSpPr>
          <p:cNvPr id="17" name="text_10_17"/>
          <p:cNvSpPr txBox="1"/>
          <p:nvPr/>
        </p:nvSpPr>
        <p:spPr>
          <a:xfrm>
            <a:off x="495300" y="4438650"/>
            <a:ext cx="26289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原始模型</a:t>
            </a:r>
            <a:endParaRPr lang="zh-CN" sz="1650"/>
          </a:p>
        </p:txBody>
      </p:sp>
      <p:sp>
        <p:nvSpPr>
          <p:cNvPr id="18" name="rect_10_18"/>
          <p:cNvSpPr txBox="1"/>
          <p:nvPr/>
        </p:nvSpPr>
        <p:spPr>
          <a:xfrm>
            <a:off x="3352800" y="3667125"/>
            <a:ext cx="2628900" cy="4762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9" name="text_10_19"/>
          <p:cNvSpPr txBox="1"/>
          <p:nvPr/>
        </p:nvSpPr>
        <p:spPr>
          <a:xfrm>
            <a:off x="3352800" y="3905250"/>
            <a:ext cx="26289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Benign SFT</a:t>
            </a:r>
            <a:endParaRPr lang="zh-CN" sz="1800"/>
          </a:p>
        </p:txBody>
      </p:sp>
      <p:sp>
        <p:nvSpPr>
          <p:cNvPr id="20" name="text_10_20"/>
          <p:cNvSpPr txBox="1"/>
          <p:nvPr/>
        </p:nvSpPr>
        <p:spPr>
          <a:xfrm>
            <a:off x="3352800" y="4438650"/>
            <a:ext cx="26289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仅良性轨迹</a:t>
            </a:r>
            <a:endParaRPr lang="zh-CN" sz="1650"/>
          </a:p>
        </p:txBody>
      </p:sp>
      <p:sp>
        <p:nvSpPr>
          <p:cNvPr id="21" name="rect_10_21"/>
          <p:cNvSpPr txBox="1"/>
          <p:nvPr/>
        </p:nvSpPr>
        <p:spPr>
          <a:xfrm>
            <a:off x="6210300" y="3667125"/>
            <a:ext cx="2628900" cy="4762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22" name="text_10_22"/>
          <p:cNvSpPr txBox="1"/>
          <p:nvPr/>
        </p:nvSpPr>
        <p:spPr>
          <a:xfrm>
            <a:off x="6210300" y="3905250"/>
            <a:ext cx="26289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BEAT w/o CTL</a:t>
            </a:r>
            <a:endParaRPr lang="zh-CN" sz="1800"/>
          </a:p>
        </p:txBody>
      </p:sp>
      <p:sp>
        <p:nvSpPr>
          <p:cNvPr id="23" name="text_10_23"/>
          <p:cNvSpPr txBox="1"/>
          <p:nvPr/>
        </p:nvSpPr>
        <p:spPr>
          <a:xfrm>
            <a:off x="6210300" y="4438650"/>
            <a:ext cx="26289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良性 + 后门轨迹 SFT</a:t>
            </a:r>
            <a:endParaRPr lang="zh-CN" sz="1650"/>
          </a:p>
        </p:txBody>
      </p:sp>
      <p:sp>
        <p:nvSpPr>
          <p:cNvPr id="24" name="rect_10_24"/>
          <p:cNvSpPr txBox="1"/>
          <p:nvPr/>
        </p:nvSpPr>
        <p:spPr>
          <a:xfrm>
            <a:off x="9067800" y="3667125"/>
            <a:ext cx="2628900" cy="4762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25" name="text_10_25"/>
          <p:cNvSpPr txBox="1"/>
          <p:nvPr/>
        </p:nvSpPr>
        <p:spPr>
          <a:xfrm>
            <a:off x="9067800" y="3905250"/>
            <a:ext cx="26289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BEAT</a:t>
            </a:r>
            <a:endParaRPr lang="zh-CN" sz="1800"/>
          </a:p>
        </p:txBody>
      </p:sp>
      <p:sp>
        <p:nvSpPr>
          <p:cNvPr id="26" name="text_10_26"/>
          <p:cNvSpPr txBox="1"/>
          <p:nvPr/>
        </p:nvSpPr>
        <p:spPr>
          <a:xfrm>
            <a:off x="9067800" y="4438650"/>
            <a:ext cx="2628900" cy="742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混合 SFT，再进行 CTL</a:t>
            </a:r>
            <a:endParaRPr lang="zh-CN" sz="1650"/>
          </a:p>
        </p:txBody>
      </p:sp>
      <p:sp>
        <p:nvSpPr>
          <p:cNvPr id="27" name="!!topic10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实验环境与训练对照</a:t>
            </a:r>
            <a:endParaRPr lang="zh-CN" sz="2625"/>
          </a:p>
        </p:txBody>
      </p:sp>
      <p:sp>
        <p:nvSpPr>
          <p:cNvPr id="28" name="!!实验设置"/>
          <p:cNvSpPr txBox="1"/>
          <p:nvPr/>
        </p:nvSpPr>
        <p:spPr>
          <a:xfrm>
            <a:off x="495300" y="24765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实验设置</a:t>
            </a:r>
            <a:endParaRPr lang="zh-CN" sz="1725"/>
          </a:p>
        </p:txBody>
      </p:sp>
      <p:sp>
        <p:nvSpPr>
          <p:cNvPr id="29" name="!!RQ1"/>
          <p:cNvSpPr txBox="1"/>
          <p:nvPr/>
        </p:nvSpPr>
        <p:spPr>
          <a:xfrm>
            <a:off x="6905625" y="6143625"/>
            <a:ext cx="47910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RQ1</a:t>
            </a:r>
            <a:endParaRPr lang="zh-CN" sz="1725"/>
          </a:p>
        </p:txBody>
      </p:sp>
      <p:sp>
        <p:nvSpPr>
          <p:cNvPr id="30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§4.1，附录 A–B</a:t>
            </a:r>
            <a:endParaRPr lang="zh-CN" sz="900"/>
          </a:p>
        </p:txBody>
      </p:sp>
      <p:sp>
        <p:nvSpPr>
          <p:cNvPr id="31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lang="zh-CN" sz="1125"/>
          </a:p>
        </p:txBody>
      </p:sp>
      <p:pic>
        <p:nvPicPr>
          <p:cNvPr id="32" name="!!scut-wordmark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RQ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scut-section-background"/>
          <p:cNvSpPr txBox="1"/>
          <p:nvPr/>
        </p:nvSpPr>
        <p:spPr>
          <a:xfrm>
            <a:off x="0" y="581025"/>
            <a:ext cx="12192000" cy="6219825"/>
          </a:xfrm>
          <a:prstGeom prst="rect">
            <a:avLst/>
          </a:prstGeom>
          <a:solidFill>
            <a:srgbClr val="003B66"/>
          </a:solidFill>
          <a:ln>
            <a:noFill/>
          </a:ln>
        </p:spPr>
      </p:sp>
      <p:sp>
        <p:nvSpPr>
          <p:cNvPr id="5" name="text_11_5"/>
          <p:cNvSpPr txBox="1"/>
          <p:nvPr/>
        </p:nvSpPr>
        <p:spPr>
          <a:xfrm>
            <a:off x="1619250" y="3762375"/>
            <a:ext cx="8953500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如何让视觉触发物引导智能体</a:t>
            </a:r>
            <a:endParaRPr lang="zh-CN" sz="2550"/>
          </a:p>
          <a:p>
            <a:pPr algn="ctr">
              <a:lnSpc>
                <a:spcPct val="115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持续执行多步恶意策略？</a:t>
            </a:r>
            <a:endParaRPr lang="zh-CN" sz="2550"/>
          </a:p>
        </p:txBody>
      </p:sp>
      <p:sp>
        <p:nvSpPr>
          <p:cNvPr id="6" name="!!RQ1"/>
          <p:cNvSpPr txBox="1"/>
          <p:nvPr/>
        </p:nvSpPr>
        <p:spPr>
          <a:xfrm>
            <a:off x="3333750" y="2114550"/>
            <a:ext cx="552450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9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</a:t>
            </a:r>
            <a:endParaRPr lang="zh-CN" sz="9450"/>
          </a:p>
        </p:txBody>
      </p:sp>
      <p:sp>
        <p:nvSpPr>
          <p:cNvPr id="7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900"/>
          </a:p>
        </p:txBody>
      </p:sp>
      <p:sp>
        <p:nvSpPr>
          <p:cNvPr id="8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lang="zh-CN" sz="1125"/>
          </a:p>
        </p:txBody>
      </p:sp>
      <p:pic>
        <p:nvPicPr>
          <p:cNvPr id="9" name="!!scut-wordmark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行为能力与触发选择性的分工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12_4"/>
          <p:cNvSpPr txBox="1"/>
          <p:nvPr/>
        </p:nvSpPr>
        <p:spPr>
          <a:xfrm>
            <a:off x="523875" y="16383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1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阶段 1</a:t>
            </a:r>
            <a:endParaRPr lang="zh-CN" sz="1650"/>
          </a:p>
        </p:txBody>
      </p:sp>
      <p:sp>
        <p:nvSpPr>
          <p:cNvPr id="5" name="!!SFT"/>
          <p:cNvSpPr txBox="1"/>
          <p:nvPr/>
        </p:nvSpPr>
        <p:spPr>
          <a:xfrm>
            <a:off x="523875" y="2000250"/>
            <a:ext cx="5143500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6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SFT</a:t>
            </a:r>
            <a:endParaRPr lang="zh-CN" sz="3675"/>
          </a:p>
        </p:txBody>
      </p:sp>
      <p:sp>
        <p:nvSpPr>
          <p:cNvPr id="6" name="text_12_6"/>
          <p:cNvSpPr txBox="1"/>
          <p:nvPr/>
        </p:nvSpPr>
        <p:spPr>
          <a:xfrm>
            <a:off x="523875" y="2733675"/>
            <a:ext cx="5048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250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从轨迹学习两类行为</a:t>
            </a:r>
            <a:endParaRPr lang="zh-CN" sz="2250"/>
          </a:p>
        </p:txBody>
      </p:sp>
      <p:sp>
        <p:nvSpPr>
          <p:cNvPr id="7" name="text_12_7"/>
          <p:cNvSpPr txBox="1"/>
          <p:nvPr/>
        </p:nvSpPr>
        <p:spPr>
          <a:xfrm>
            <a:off x="523875" y="3314700"/>
            <a:ext cx="5048250" cy="1438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良性轨迹：成功执行用户任务</a:t>
            </a:r>
            <a:endParaRPr lang="zh-CN" sz="1800"/>
          </a:p>
          <a:p>
            <a:pPr algn="l">
              <a:lnSpc>
                <a:spcPct val="115000"/>
              </a:lnSpc>
            </a:pPr>
            <a:r>
              <a:rPr lang="zh-CN" sz="18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后门轨迹：触发后的多步恶意示范</a:t>
            </a:r>
            <a:endParaRPr lang="zh-CN" sz="1800"/>
          </a:p>
          <a:p>
            <a:pPr algn="l">
              <a:lnSpc>
                <a:spcPct val="115000"/>
              </a:lnSpc>
            </a:pPr>
            <a:r>
              <a:rPr lang="zh-CN" sz="18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>
              <a:lnSpc>
                <a:spcPct val="115000"/>
              </a:lnSpc>
            </a:pPr>
            <a:r>
              <a:rPr lang="zh-CN" sz="18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混合训练，学习状态与动作之间的对应关系。</a:t>
            </a:r>
            <a:endParaRPr lang="zh-CN" sz="1800"/>
          </a:p>
        </p:txBody>
      </p:sp>
      <p:sp>
        <p:nvSpPr>
          <p:cNvPr id="8" name="rect_12_8"/>
          <p:cNvSpPr txBox="1"/>
          <p:nvPr/>
        </p:nvSpPr>
        <p:spPr>
          <a:xfrm>
            <a:off x="6000750" y="1666875"/>
            <a:ext cx="9525" cy="353377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9" name="text_12_9"/>
          <p:cNvSpPr txBox="1"/>
          <p:nvPr/>
        </p:nvSpPr>
        <p:spPr>
          <a:xfrm>
            <a:off x="6486525" y="16383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1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阶段 2</a:t>
            </a:r>
            <a:endParaRPr lang="zh-CN" sz="1650"/>
          </a:p>
        </p:txBody>
      </p:sp>
      <p:sp>
        <p:nvSpPr>
          <p:cNvPr id="10" name="!!CTL"/>
          <p:cNvSpPr txBox="1"/>
          <p:nvPr/>
        </p:nvSpPr>
        <p:spPr>
          <a:xfrm>
            <a:off x="6486525" y="2000250"/>
            <a:ext cx="5143500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6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CTL</a:t>
            </a:r>
            <a:endParaRPr lang="zh-CN" sz="3675"/>
          </a:p>
        </p:txBody>
      </p:sp>
      <p:sp>
        <p:nvSpPr>
          <p:cNvPr id="11" name="text_12_11"/>
          <p:cNvSpPr txBox="1"/>
          <p:nvPr/>
        </p:nvSpPr>
        <p:spPr>
          <a:xfrm>
            <a:off x="6486525" y="2733675"/>
            <a:ext cx="5048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250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从配对样本学习切换条件</a:t>
            </a:r>
            <a:endParaRPr lang="zh-CN" sz="2250"/>
          </a:p>
        </p:txBody>
      </p:sp>
      <p:sp>
        <p:nvSpPr>
          <p:cNvPr id="12" name="text_12_12"/>
          <p:cNvSpPr txBox="1"/>
          <p:nvPr/>
        </p:nvSpPr>
        <p:spPr>
          <a:xfrm>
            <a:off x="6486525" y="3314700"/>
            <a:ext cx="5048250" cy="1438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有触发物：偏好攻击动作</a:t>
            </a:r>
            <a:endParaRPr lang="zh-CN" sz="1800"/>
          </a:p>
          <a:p>
            <a:pPr algn="l">
              <a:lnSpc>
                <a:spcPct val="115000"/>
              </a:lnSpc>
            </a:pPr>
            <a:r>
              <a:rPr lang="zh-CN" sz="18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无触发物：偏好良性动作</a:t>
            </a:r>
            <a:endParaRPr lang="zh-CN" sz="1800"/>
          </a:p>
          <a:p>
            <a:pPr algn="l">
              <a:lnSpc>
                <a:spcPct val="115000"/>
              </a:lnSpc>
            </a:pPr>
            <a:r>
              <a:rPr lang="zh-CN" sz="18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0"/>
          </a:p>
          <a:p>
            <a:pPr algn="l">
              <a:lnSpc>
                <a:spcPct val="115000"/>
              </a:lnSpc>
            </a:pPr>
            <a:r>
              <a:rPr lang="zh-CN" sz="18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固定任务与历史，比较视觉条件下的动作偏好。</a:t>
            </a:r>
            <a:endParaRPr lang="zh-CN" sz="1800"/>
          </a:p>
        </p:txBody>
      </p:sp>
      <p:sp>
        <p:nvSpPr>
          <p:cNvPr id="13" name="rect_12_13"/>
          <p:cNvSpPr txBox="1"/>
          <p:nvPr/>
        </p:nvSpPr>
        <p:spPr>
          <a:xfrm>
            <a:off x="495300" y="5553075"/>
            <a:ext cx="47625" cy="41910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4" name="text_12_14"/>
          <p:cNvSpPr txBox="1"/>
          <p:nvPr/>
        </p:nvSpPr>
        <p:spPr>
          <a:xfrm>
            <a:off x="666750" y="5553075"/>
            <a:ext cx="110299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SFT 与 CTL 是同一策略模型的连续训练阶段；部署时逐步生成并执行动作。</a:t>
            </a:r>
            <a:endParaRPr lang="zh-CN" sz="1725"/>
          </a:p>
        </p:txBody>
      </p:sp>
      <p:sp>
        <p:nvSpPr>
          <p:cNvPr id="15" name="!!topic12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行为能力与触发选择性的分工</a:t>
            </a:r>
            <a:endParaRPr lang="zh-CN" sz="2625"/>
          </a:p>
        </p:txBody>
      </p:sp>
      <p:sp>
        <p:nvSpPr>
          <p:cNvPr id="16" name="!!RQ1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RQ1</a:t>
            </a:r>
            <a:endParaRPr lang="zh-CN" sz="1725"/>
          </a:p>
        </p:txBody>
      </p:sp>
      <p:sp>
        <p:nvSpPr>
          <p:cNvPr id="17" name="!!topic13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轨迹构造与监督微调</a:t>
            </a:r>
            <a:endParaRPr lang="zh-CN" sz="1200"/>
          </a:p>
        </p:txBody>
      </p:sp>
      <p:sp>
        <p:nvSpPr>
          <p:cNvPr id="18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图 2，§3.3–3.4</a:t>
            </a:r>
            <a:endParaRPr lang="zh-CN" sz="900"/>
          </a:p>
        </p:txBody>
      </p:sp>
      <p:sp>
        <p:nvSpPr>
          <p:cNvPr id="19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lang="zh-CN" sz="1125"/>
          </a:p>
        </p:txBody>
      </p:sp>
      <p:pic>
        <p:nvPicPr>
          <p:cNvPr id="20" name="!!scut-wordmark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轨迹构造与监督微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pic>
        <p:nvPicPr>
          <p:cNvPr id="4" name="!!sftlos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5079" y="4781550"/>
            <a:ext cx="4853668" cy="828675"/>
          </a:xfrm>
          <a:prstGeom prst="rect">
            <a:avLst/>
          </a:prstGeom>
        </p:spPr>
      </p:pic>
      <p:sp>
        <p:nvSpPr>
          <p:cNvPr id="5" name="text_13_5"/>
          <p:cNvSpPr txBox="1"/>
          <p:nvPr/>
        </p:nvSpPr>
        <p:spPr>
          <a:xfrm>
            <a:off x="7620000" y="4857750"/>
            <a:ext cx="4000500" cy="8667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混合两类样本，最大化示范动作的似然。</a:t>
            </a:r>
            <a:endParaRPr lang="zh-CN" sz="1650"/>
          </a:p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以逐步监督学习连续轨迹中的状态依赖行为。</a:t>
            </a:r>
            <a:endParaRPr lang="zh-CN" sz="1650"/>
          </a:p>
        </p:txBody>
      </p:sp>
      <p:sp>
        <p:nvSpPr>
          <p:cNvPr id="6" name="!!SFT"/>
          <p:cNvSpPr txBox="1"/>
          <p:nvPr/>
        </p:nvSpPr>
        <p:spPr>
          <a:xfrm>
            <a:off x="10306050" y="1209675"/>
            <a:ext cx="13716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21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SFT</a:t>
            </a:r>
            <a:endParaRPr lang="zh-CN" sz="2100"/>
          </a:p>
        </p:txBody>
      </p:sp>
      <p:sp>
        <p:nvSpPr>
          <p:cNvPr id="7" name="text_13_7"/>
          <p:cNvSpPr txBox="1"/>
          <p:nvPr/>
        </p:nvSpPr>
        <p:spPr>
          <a:xfrm>
            <a:off x="504825" y="1762125"/>
            <a:ext cx="147637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良性轨迹</a:t>
            </a:r>
            <a:endParaRPr lang="zh-CN" sz="1875"/>
          </a:p>
        </p:txBody>
      </p:sp>
      <p:sp>
        <p:nvSpPr>
          <p:cNvPr id="8" name="text_13_8"/>
          <p:cNvSpPr txBox="1"/>
          <p:nvPr/>
        </p:nvSpPr>
        <p:spPr>
          <a:xfrm>
            <a:off x="504825" y="2190750"/>
            <a:ext cx="18859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35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任务 / 场景 / 模型</a:t>
            </a:r>
            <a:endParaRPr lang="zh-CN" sz="1350"/>
          </a:p>
        </p:txBody>
      </p:sp>
      <p:sp>
        <p:nvSpPr>
          <p:cNvPr id="9" name="rect_13_9"/>
          <p:cNvSpPr txBox="1"/>
          <p:nvPr/>
        </p:nvSpPr>
        <p:spPr>
          <a:xfrm>
            <a:off x="2552700" y="1676400"/>
            <a:ext cx="2857500" cy="1123950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10" name="rect_13_10"/>
          <p:cNvSpPr txBox="1"/>
          <p:nvPr/>
        </p:nvSpPr>
        <p:spPr>
          <a:xfrm>
            <a:off x="2552700" y="1676400"/>
            <a:ext cx="47625" cy="11239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1" name="text_13_11"/>
          <p:cNvSpPr txBox="1"/>
          <p:nvPr/>
        </p:nvSpPr>
        <p:spPr>
          <a:xfrm>
            <a:off x="2724150" y="1800225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轨迹采集</a:t>
            </a:r>
            <a:endParaRPr lang="zh-CN" sz="1875"/>
          </a:p>
        </p:txBody>
      </p:sp>
      <p:sp>
        <p:nvSpPr>
          <p:cNvPr id="12" name="text_13_12"/>
          <p:cNvSpPr txBox="1"/>
          <p:nvPr/>
        </p:nvSpPr>
        <p:spPr>
          <a:xfrm>
            <a:off x="2724150" y="2228850"/>
            <a:ext cx="25146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多个 VLM 执行正常任务</a:t>
            </a:r>
            <a:endParaRPr lang="zh-CN" sz="1575"/>
          </a:p>
        </p:txBody>
      </p:sp>
      <p:cxnSp>
        <p:nvCxnSpPr>
          <p:cNvPr id="13" name="line_13_13"/>
          <p:cNvCxnSpPr/>
          <p:nvPr/>
        </p:nvCxnSpPr>
        <p:spPr>
          <a:xfrm>
            <a:off x="5543550" y="2238375"/>
            <a:ext cx="40957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14" name="rect_13_14"/>
          <p:cNvSpPr txBox="1"/>
          <p:nvPr/>
        </p:nvSpPr>
        <p:spPr>
          <a:xfrm>
            <a:off x="6096000" y="1676400"/>
            <a:ext cx="3095625" cy="1123950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15" name="rect_13_15"/>
          <p:cNvSpPr txBox="1"/>
          <p:nvPr/>
        </p:nvSpPr>
        <p:spPr>
          <a:xfrm>
            <a:off x="6096000" y="1676400"/>
            <a:ext cx="47625" cy="11239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6" name="text_13_16"/>
          <p:cNvSpPr txBox="1"/>
          <p:nvPr/>
        </p:nvSpPr>
        <p:spPr>
          <a:xfrm>
            <a:off x="6267450" y="1800225"/>
            <a:ext cx="27527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样本筛选</a:t>
            </a:r>
            <a:endParaRPr lang="zh-CN" sz="1875"/>
          </a:p>
        </p:txBody>
      </p:sp>
      <p:sp>
        <p:nvSpPr>
          <p:cNvPr id="17" name="text_13_17"/>
          <p:cNvSpPr txBox="1"/>
          <p:nvPr/>
        </p:nvSpPr>
        <p:spPr>
          <a:xfrm>
            <a:off x="6267450" y="2228850"/>
            <a:ext cx="2752725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筛选成功完成用户目标的轨迹</a:t>
            </a:r>
            <a:endParaRPr lang="zh-CN" sz="1575"/>
          </a:p>
        </p:txBody>
      </p:sp>
      <p:sp>
        <p:nvSpPr>
          <p:cNvPr id="18" name="text_13_18"/>
          <p:cNvSpPr txBox="1"/>
          <p:nvPr/>
        </p:nvSpPr>
        <p:spPr>
          <a:xfrm>
            <a:off x="504825" y="3009900"/>
            <a:ext cx="147637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后门轨迹</a:t>
            </a:r>
            <a:endParaRPr lang="zh-CN" sz="1875"/>
          </a:p>
        </p:txBody>
      </p:sp>
      <p:sp>
        <p:nvSpPr>
          <p:cNvPr id="19" name="text_13_19"/>
          <p:cNvSpPr txBox="1"/>
          <p:nvPr/>
        </p:nvSpPr>
        <p:spPr>
          <a:xfrm>
            <a:off x="504825" y="3438525"/>
            <a:ext cx="188595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35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任务 / 场景</a:t>
            </a:r>
            <a:endParaRPr lang="zh-CN" sz="1350"/>
          </a:p>
          <a:p>
            <a:pPr algn="l">
              <a:lnSpc>
                <a:spcPct val="115000"/>
              </a:lnSpc>
            </a:pPr>
            <a:r>
              <a:rPr lang="zh-CN" sz="135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触发物位置 / 视角</a:t>
            </a:r>
            <a:endParaRPr lang="zh-CN" sz="1350"/>
          </a:p>
        </p:txBody>
      </p:sp>
      <p:sp>
        <p:nvSpPr>
          <p:cNvPr id="20" name="rect_13_20"/>
          <p:cNvSpPr txBox="1"/>
          <p:nvPr/>
        </p:nvSpPr>
        <p:spPr>
          <a:xfrm>
            <a:off x="2552700" y="2924175"/>
            <a:ext cx="2857500" cy="1123950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21" name="rect_13_21"/>
          <p:cNvSpPr txBox="1"/>
          <p:nvPr/>
        </p:nvSpPr>
        <p:spPr>
          <a:xfrm>
            <a:off x="2552700" y="2924175"/>
            <a:ext cx="47625" cy="1123950"/>
          </a:xfrm>
          <a:prstGeom prst="rect">
            <a:avLst/>
          </a:prstGeom>
          <a:solidFill>
            <a:srgbClr val="BE5B39"/>
          </a:solidFill>
          <a:ln>
            <a:noFill/>
          </a:ln>
        </p:spPr>
      </p:sp>
      <p:sp>
        <p:nvSpPr>
          <p:cNvPr id="22" name="text_13_22"/>
          <p:cNvSpPr txBox="1"/>
          <p:nvPr/>
        </p:nvSpPr>
        <p:spPr>
          <a:xfrm>
            <a:off x="2724150" y="3048000"/>
            <a:ext cx="2514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轨迹采集</a:t>
            </a:r>
            <a:endParaRPr lang="zh-CN" sz="1875"/>
          </a:p>
        </p:txBody>
      </p:sp>
      <p:sp>
        <p:nvSpPr>
          <p:cNvPr id="23" name="text_13_23"/>
          <p:cNvSpPr txBox="1"/>
          <p:nvPr/>
        </p:nvSpPr>
        <p:spPr>
          <a:xfrm>
            <a:off x="2724150" y="3476625"/>
            <a:ext cx="25146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首次看到触发物后切换规则策略</a:t>
            </a:r>
            <a:endParaRPr lang="zh-CN" sz="1575"/>
          </a:p>
        </p:txBody>
      </p:sp>
      <p:cxnSp>
        <p:nvCxnSpPr>
          <p:cNvPr id="24" name="line_13_24"/>
          <p:cNvCxnSpPr/>
          <p:nvPr/>
        </p:nvCxnSpPr>
        <p:spPr>
          <a:xfrm>
            <a:off x="5543550" y="3486150"/>
            <a:ext cx="409575" cy="952"/>
          </a:xfrm>
          <a:prstGeom prst="line">
            <a:avLst/>
          </a:prstGeom>
          <a:ln w="21908" cap="rnd">
            <a:solidFill>
              <a:srgbClr val="BE5B39"/>
            </a:solidFill>
            <a:prstDash val="solid"/>
            <a:headEnd type="none"/>
            <a:tailEnd type="triangle" w="sm" len="sm"/>
          </a:ln>
        </p:spPr>
      </p:cxnSp>
      <p:sp>
        <p:nvSpPr>
          <p:cNvPr id="25" name="rect_13_25"/>
          <p:cNvSpPr txBox="1"/>
          <p:nvPr/>
        </p:nvSpPr>
        <p:spPr>
          <a:xfrm>
            <a:off x="6096000" y="2924175"/>
            <a:ext cx="3095625" cy="1123950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26" name="rect_13_26"/>
          <p:cNvSpPr txBox="1"/>
          <p:nvPr/>
        </p:nvSpPr>
        <p:spPr>
          <a:xfrm>
            <a:off x="6096000" y="2924175"/>
            <a:ext cx="47625" cy="1123950"/>
          </a:xfrm>
          <a:prstGeom prst="rect">
            <a:avLst/>
          </a:prstGeom>
          <a:solidFill>
            <a:srgbClr val="BE5B39"/>
          </a:solidFill>
          <a:ln>
            <a:noFill/>
          </a:ln>
        </p:spPr>
      </p:sp>
      <p:sp>
        <p:nvSpPr>
          <p:cNvPr id="27" name="text_13_27"/>
          <p:cNvSpPr txBox="1"/>
          <p:nvPr/>
        </p:nvSpPr>
        <p:spPr>
          <a:xfrm>
            <a:off x="6267450" y="3048000"/>
            <a:ext cx="27527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样本筛选</a:t>
            </a:r>
            <a:endParaRPr lang="zh-CN" sz="1875"/>
          </a:p>
        </p:txBody>
      </p:sp>
      <p:sp>
        <p:nvSpPr>
          <p:cNvPr id="28" name="text_13_28"/>
          <p:cNvSpPr txBox="1"/>
          <p:nvPr/>
        </p:nvSpPr>
        <p:spPr>
          <a:xfrm>
            <a:off x="6267450" y="3476625"/>
            <a:ext cx="2752725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保留触发后的多步恶意行为片段</a:t>
            </a:r>
            <a:endParaRPr lang="zh-CN" sz="1575"/>
          </a:p>
        </p:txBody>
      </p:sp>
      <p:cxnSp>
        <p:nvCxnSpPr>
          <p:cNvPr id="29" name="line_13_29"/>
          <p:cNvCxnSpPr/>
          <p:nvPr/>
        </p:nvCxnSpPr>
        <p:spPr>
          <a:xfrm>
            <a:off x="9448800" y="2238375"/>
            <a:ext cx="952" cy="1247775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none" w="sm" len="sm"/>
          </a:ln>
        </p:spPr>
      </p:cxnSp>
      <p:cxnSp>
        <p:nvCxnSpPr>
          <p:cNvPr id="30" name="line_13_30"/>
          <p:cNvCxnSpPr/>
          <p:nvPr/>
        </p:nvCxnSpPr>
        <p:spPr>
          <a:xfrm>
            <a:off x="9191625" y="2238375"/>
            <a:ext cx="25717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none" w="sm" len="sm"/>
          </a:ln>
        </p:spPr>
      </p:cxnSp>
      <p:cxnSp>
        <p:nvCxnSpPr>
          <p:cNvPr id="31" name="line_13_31"/>
          <p:cNvCxnSpPr/>
          <p:nvPr/>
        </p:nvCxnSpPr>
        <p:spPr>
          <a:xfrm>
            <a:off x="9191625" y="3486150"/>
            <a:ext cx="25717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none" w="sm" len="sm"/>
          </a:ln>
        </p:spPr>
      </p:cxnSp>
      <p:cxnSp>
        <p:nvCxnSpPr>
          <p:cNvPr id="32" name="line_13_32"/>
          <p:cNvCxnSpPr/>
          <p:nvPr/>
        </p:nvCxnSpPr>
        <p:spPr>
          <a:xfrm>
            <a:off x="9448800" y="2914650"/>
            <a:ext cx="561975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33" name="rect_13_33"/>
          <p:cNvSpPr txBox="1"/>
          <p:nvPr/>
        </p:nvSpPr>
        <p:spPr>
          <a:xfrm>
            <a:off x="10106025" y="2247900"/>
            <a:ext cx="1590675" cy="1343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4" name="rect_13_34"/>
          <p:cNvSpPr txBox="1"/>
          <p:nvPr/>
        </p:nvSpPr>
        <p:spPr>
          <a:xfrm>
            <a:off x="10106025" y="2247900"/>
            <a:ext cx="47625" cy="1343025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35" name="text_13_35"/>
          <p:cNvSpPr txBox="1"/>
          <p:nvPr/>
        </p:nvSpPr>
        <p:spPr>
          <a:xfrm>
            <a:off x="10277475" y="2371725"/>
            <a:ext cx="124777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混合 SFT</a:t>
            </a:r>
            <a:endParaRPr lang="zh-CN" sz="1875"/>
          </a:p>
        </p:txBody>
      </p:sp>
      <p:sp>
        <p:nvSpPr>
          <p:cNvPr id="36" name="text_13_36"/>
          <p:cNvSpPr txBox="1"/>
          <p:nvPr/>
        </p:nvSpPr>
        <p:spPr>
          <a:xfrm>
            <a:off x="10277475" y="2800350"/>
            <a:ext cx="1247775" cy="723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逐步学习</a:t>
            </a:r>
            <a:endParaRPr lang="zh-CN" sz="1575"/>
          </a:p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两类行为</a:t>
            </a:r>
            <a:endParaRPr lang="zh-CN" sz="1575"/>
          </a:p>
        </p:txBody>
      </p:sp>
      <p:sp>
        <p:nvSpPr>
          <p:cNvPr id="37" name="text_13_37"/>
          <p:cNvSpPr txBox="1"/>
          <p:nvPr/>
        </p:nvSpPr>
        <p:spPr>
          <a:xfrm>
            <a:off x="2552700" y="4257675"/>
            <a:ext cx="9048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训练单元：指令、交互历史、当前图像与示范动作</a:t>
            </a:r>
            <a:endParaRPr lang="zh-CN" sz="1650"/>
          </a:p>
        </p:txBody>
      </p:sp>
      <p:sp>
        <p:nvSpPr>
          <p:cNvPr id="38" name="!!topic13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轨迹构造与监督微调</a:t>
            </a:r>
            <a:endParaRPr lang="zh-CN" sz="2625"/>
          </a:p>
        </p:txBody>
      </p:sp>
      <p:sp>
        <p:nvSpPr>
          <p:cNvPr id="39" name="!!RQ1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RQ1</a:t>
            </a:r>
            <a:endParaRPr lang="zh-CN" sz="1725"/>
          </a:p>
        </p:txBody>
      </p:sp>
      <p:sp>
        <p:nvSpPr>
          <p:cNvPr id="40" name="!!topic14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首次触发后的持续行为切换</a:t>
            </a:r>
            <a:endParaRPr lang="zh-CN" sz="1200"/>
          </a:p>
        </p:txBody>
      </p:sp>
      <p:sp>
        <p:nvSpPr>
          <p:cNvPr id="41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§3.3–3.4</a:t>
            </a:r>
            <a:endParaRPr lang="zh-CN" sz="900"/>
          </a:p>
        </p:txBody>
      </p:sp>
      <p:sp>
        <p:nvSpPr>
          <p:cNvPr id="42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lang="zh-CN" sz="1125"/>
          </a:p>
        </p:txBody>
      </p:sp>
      <p:pic>
        <p:nvPicPr>
          <p:cNvPr id="43" name="!!scut-wordmark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首次触发后的持续行为切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pic>
        <p:nvPicPr>
          <p:cNvPr id="4" name="!!trajectory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1546225"/>
            <a:ext cx="11201400" cy="3022600"/>
          </a:xfrm>
          <a:prstGeom prst="rect">
            <a:avLst/>
          </a:prstGeom>
        </p:spPr>
      </p:pic>
      <p:pic>
        <p:nvPicPr>
          <p:cNvPr id="5" name="!!alfredtrajectory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95400" y="4695825"/>
            <a:ext cx="9601200" cy="1447800"/>
          </a:xfrm>
          <a:prstGeom prst="rect">
            <a:avLst/>
          </a:prstGeom>
        </p:spPr>
      </p:pic>
      <p:sp>
        <p:nvSpPr>
          <p:cNvPr id="6" name="!!topic14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首次触发后的持续行为切换</a:t>
            </a:r>
            <a:endParaRPr lang="zh-CN" sz="2625"/>
          </a:p>
        </p:txBody>
      </p:sp>
      <p:sp>
        <p:nvSpPr>
          <p:cNvPr id="7" name="!!RQ1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RQ1</a:t>
            </a:r>
            <a:endParaRPr lang="zh-CN" sz="1725"/>
          </a:p>
        </p:txBody>
      </p:sp>
      <p:sp>
        <p:nvSpPr>
          <p:cNvPr id="8" name="!!topic15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多步攻击能力与精准触发的协同</a:t>
            </a:r>
            <a:endParaRPr lang="zh-CN" sz="1200"/>
          </a:p>
        </p:txBody>
      </p:sp>
      <p:sp>
        <p:nvSpPr>
          <p:cNvPr id="9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图 3，§4.2</a:t>
            </a:r>
            <a:endParaRPr lang="zh-CN" sz="900"/>
          </a:p>
        </p:txBody>
      </p:sp>
      <p:sp>
        <p:nvSpPr>
          <p:cNvPr id="10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lang="zh-CN" sz="1125"/>
          </a:p>
        </p:txBody>
      </p:sp>
      <p:pic>
        <p:nvPicPr>
          <p:cNvPr id="11" name="!!scut-wordmark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多步攻击能力与精准触发的协同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15_4"/>
          <p:cNvSpPr txBox="1"/>
          <p:nvPr/>
        </p:nvSpPr>
        <p:spPr>
          <a:xfrm>
            <a:off x="533400" y="1657350"/>
            <a:ext cx="295275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64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9.0</a:t>
            </a:r>
            <a:endParaRPr lang="zh-CN" sz="6450"/>
          </a:p>
        </p:txBody>
      </p:sp>
      <p:sp>
        <p:nvSpPr>
          <p:cNvPr id="5" name="text_15_5"/>
          <p:cNvSpPr txBox="1"/>
          <p:nvPr/>
        </p:nvSpPr>
        <p:spPr>
          <a:xfrm>
            <a:off x="552450" y="2743200"/>
            <a:ext cx="37147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成功攻击轨迹的平均步数</a:t>
            </a:r>
            <a:endParaRPr lang="zh-CN" sz="1800"/>
          </a:p>
        </p:txBody>
      </p:sp>
      <p:sp>
        <p:nvSpPr>
          <p:cNvPr id="6" name="text_15_6"/>
          <p:cNvSpPr txBox="1"/>
          <p:nvPr/>
        </p:nvSpPr>
        <p:spPr>
          <a:xfrm>
            <a:off x="552450" y="3419475"/>
            <a:ext cx="3810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完整 BEAT 的轨迹显示：</a:t>
            </a:r>
            <a:endParaRPr lang="zh-CN" sz="1725"/>
          </a:p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触发后需要继续导航、抓取、放置，</a:t>
            </a:r>
            <a:endParaRPr lang="zh-CN" sz="1725"/>
          </a:p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并根据当前持物状态调整动作。</a:t>
            </a:r>
            <a:endParaRPr lang="zh-CN" sz="1725"/>
          </a:p>
        </p:txBody>
      </p:sp>
      <p:graphicFrame>
        <p:nvGraphicFramePr>
          <p:cNvPr id="7" name="table_15_7"/>
          <p:cNvGraphicFramePr/>
          <p:nvPr/>
        </p:nvGraphicFramePr>
        <p:xfrm>
          <a:off x="4953000" y="1714500"/>
          <a:ext cx="6724650" cy="3095625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034790"/>
                <a:gridCol w="1344930"/>
                <a:gridCol w="1344930"/>
              </a:tblGrid>
              <a:tr h="6191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CTL 的模型 / 环境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ASR (%)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FTR (%)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</a:tr>
              <a:tr h="6191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Qwen2-VL / VAB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47.6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6191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Qwen2-VL / EB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40.2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InternVL3 / VAB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46.5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50.0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6191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InternVL3 / EB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69.0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6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81.3</a:t>
                      </a:r>
                      <a:endParaRPr lang="zh-CN" sz="16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_15_8"/>
          <p:cNvSpPr txBox="1"/>
          <p:nvPr/>
        </p:nvSpPr>
        <p:spPr>
          <a:xfrm>
            <a:off x="4953000" y="4962525"/>
            <a:ext cx="6715125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ASR：最终攻击目标完成；FTR：无触发物时错误出现后门推理。</a:t>
            </a:r>
            <a:endParaRPr lang="zh-CN" sz="1425"/>
          </a:p>
        </p:txBody>
      </p:sp>
      <p:sp>
        <p:nvSpPr>
          <p:cNvPr id="9" name="rect_15_9"/>
          <p:cNvSpPr txBox="1"/>
          <p:nvPr/>
        </p:nvSpPr>
        <p:spPr>
          <a:xfrm>
            <a:off x="495300" y="5553075"/>
            <a:ext cx="47625" cy="41910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0" name="text_15_10"/>
          <p:cNvSpPr txBox="1"/>
          <p:nvPr/>
        </p:nvSpPr>
        <p:spPr>
          <a:xfrm>
            <a:off x="666750" y="5553075"/>
            <a:ext cx="110299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混合示范建立多步攻击能力；CTL 进一步提升触发选择性，实现更精准的行为切换。</a:t>
            </a:r>
            <a:endParaRPr lang="zh-CN" sz="1725"/>
          </a:p>
        </p:txBody>
      </p:sp>
      <p:sp>
        <p:nvSpPr>
          <p:cNvPr id="11" name="!!topic15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多步攻击能力与精准触发的协同</a:t>
            </a:r>
            <a:endParaRPr lang="zh-CN" sz="2625"/>
          </a:p>
        </p:txBody>
      </p:sp>
      <p:sp>
        <p:nvSpPr>
          <p:cNvPr id="12" name="!!RQ1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RQ1</a:t>
            </a:r>
            <a:endParaRPr lang="zh-CN" sz="1725"/>
          </a:p>
        </p:txBody>
      </p:sp>
      <p:sp>
        <p:nvSpPr>
          <p:cNvPr id="13" name="!!RQ2"/>
          <p:cNvSpPr txBox="1"/>
          <p:nvPr/>
        </p:nvSpPr>
        <p:spPr>
          <a:xfrm>
            <a:off x="6905625" y="6143625"/>
            <a:ext cx="47910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1725"/>
          </a:p>
        </p:txBody>
      </p:sp>
      <p:sp>
        <p:nvSpPr>
          <p:cNvPr id="14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表 1，图 3</a:t>
            </a:r>
            <a:endParaRPr lang="zh-CN" sz="900"/>
          </a:p>
        </p:txBody>
      </p:sp>
      <p:sp>
        <p:nvSpPr>
          <p:cNvPr id="15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lang="zh-CN" sz="1125"/>
          </a:p>
        </p:txBody>
      </p:sp>
      <p:pic>
        <p:nvPicPr>
          <p:cNvPr id="16" name="!!scut-wordmark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RQ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scut-section-background"/>
          <p:cNvSpPr txBox="1"/>
          <p:nvPr/>
        </p:nvSpPr>
        <p:spPr>
          <a:xfrm>
            <a:off x="0" y="581025"/>
            <a:ext cx="12192000" cy="6219825"/>
          </a:xfrm>
          <a:prstGeom prst="rect">
            <a:avLst/>
          </a:prstGeom>
          <a:solidFill>
            <a:srgbClr val="003B66"/>
          </a:solidFill>
          <a:ln>
            <a:noFill/>
          </a:ln>
        </p:spPr>
      </p:sp>
      <p:sp>
        <p:nvSpPr>
          <p:cNvPr id="5" name="text_16_5"/>
          <p:cNvSpPr txBox="1"/>
          <p:nvPr/>
        </p:nvSpPr>
        <p:spPr>
          <a:xfrm>
            <a:off x="1619250" y="3762375"/>
            <a:ext cx="8953500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如何准确启动恶意策略，</a:t>
            </a:r>
            <a:endParaRPr lang="zh-CN" sz="2550"/>
          </a:p>
          <a:p>
            <a:pPr algn="ctr">
              <a:lnSpc>
                <a:spcPct val="115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同时保持正常任务能力？</a:t>
            </a:r>
            <a:endParaRPr lang="zh-CN" sz="2550"/>
          </a:p>
        </p:txBody>
      </p:sp>
      <p:sp>
        <p:nvSpPr>
          <p:cNvPr id="6" name="!!RQ2"/>
          <p:cNvSpPr txBox="1"/>
          <p:nvPr/>
        </p:nvSpPr>
        <p:spPr>
          <a:xfrm>
            <a:off x="3333750" y="2114550"/>
            <a:ext cx="552450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9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9450"/>
          </a:p>
        </p:txBody>
      </p:sp>
      <p:sp>
        <p:nvSpPr>
          <p:cNvPr id="7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900"/>
          </a:p>
        </p:txBody>
      </p:sp>
      <p:sp>
        <p:nvSpPr>
          <p:cNvPr id="8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lang="zh-CN" sz="1125"/>
          </a:p>
        </p:txBody>
      </p:sp>
      <p:pic>
        <p:nvPicPr>
          <p:cNvPr id="9" name="!!scut-wordmark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配对数据隔离触发物的视觉影响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17_4"/>
          <p:cNvSpPr txBox="1"/>
          <p:nvPr/>
        </p:nvSpPr>
        <p:spPr>
          <a:xfrm>
            <a:off x="523875" y="1571625"/>
            <a:ext cx="11096625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9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固定用户指令 q 与首次触发时刻的交互历史 h</a:t>
            </a:r>
            <a:endParaRPr lang="zh-CN" sz="1950"/>
          </a:p>
        </p:txBody>
      </p:sp>
      <p:sp>
        <p:nvSpPr>
          <p:cNvPr id="5" name="text_17_5"/>
          <p:cNvSpPr txBox="1"/>
          <p:nvPr/>
        </p:nvSpPr>
        <p:spPr>
          <a:xfrm>
            <a:off x="523875" y="2047875"/>
            <a:ext cx="11096625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移除触发物并重放此前动作，得到相同历史下的配对观察。</a:t>
            </a:r>
            <a:endParaRPr lang="zh-CN" sz="1725"/>
          </a:p>
        </p:txBody>
      </p:sp>
      <p:pic>
        <p:nvPicPr>
          <p:cNvPr id="6" name="!!view-minus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6351" y="2714625"/>
            <a:ext cx="4547047" cy="2562225"/>
          </a:xfrm>
          <a:prstGeom prst="rect">
            <a:avLst/>
          </a:prstGeom>
        </p:spPr>
      </p:pic>
      <p:pic>
        <p:nvPicPr>
          <p:cNvPr id="7" name="!!view-plus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80026" y="2714625"/>
            <a:ext cx="4547047" cy="2562225"/>
          </a:xfrm>
          <a:prstGeom prst="rect">
            <a:avLst/>
          </a:prstGeom>
        </p:spPr>
      </p:pic>
      <p:sp>
        <p:nvSpPr>
          <p:cNvPr id="8" name="!!minus-caption"/>
          <p:cNvSpPr txBox="1"/>
          <p:nvPr/>
        </p:nvSpPr>
        <p:spPr>
          <a:xfrm>
            <a:off x="523875" y="5324475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无触发物 v−</a:t>
            </a:r>
            <a:endParaRPr lang="zh-CN" sz="2100"/>
          </a:p>
        </p:txBody>
      </p:sp>
      <p:sp>
        <p:nvSpPr>
          <p:cNvPr id="9" name="!!plus-caption"/>
          <p:cNvSpPr txBox="1"/>
          <p:nvPr/>
        </p:nvSpPr>
        <p:spPr>
          <a:xfrm>
            <a:off x="7067550" y="5324475"/>
            <a:ext cx="457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00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有触发物 v+</a:t>
            </a:r>
            <a:endParaRPr lang="zh-CN" sz="2100"/>
          </a:p>
        </p:txBody>
      </p:sp>
      <p:sp>
        <p:nvSpPr>
          <p:cNvPr id="10" name="text_17_10"/>
          <p:cNvSpPr txBox="1"/>
          <p:nvPr/>
        </p:nvSpPr>
        <p:spPr>
          <a:xfrm>
            <a:off x="5314950" y="3581400"/>
            <a:ext cx="1590675" cy="904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1875" b="1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同一场景</a:t>
            </a:r>
            <a:endParaRPr lang="zh-CN" sz="1875"/>
          </a:p>
          <a:p>
            <a:pPr algn="ctr">
              <a:lnSpc>
                <a:spcPct val="115000"/>
              </a:lnSpc>
            </a:pPr>
            <a:r>
              <a:rPr lang="zh-CN" sz="1875" b="1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同一历史</a:t>
            </a:r>
            <a:endParaRPr lang="zh-CN" sz="1875"/>
          </a:p>
        </p:txBody>
      </p:sp>
      <p:sp>
        <p:nvSpPr>
          <p:cNvPr id="11" name="text_17_11"/>
          <p:cNvSpPr txBox="1"/>
          <p:nvPr/>
        </p:nvSpPr>
        <p:spPr>
          <a:xfrm>
            <a:off x="523875" y="57721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由 VLM 生成良性动作</a:t>
            </a:r>
            <a:endParaRPr lang="zh-CN" sz="1650"/>
          </a:p>
        </p:txBody>
      </p:sp>
      <p:sp>
        <p:nvSpPr>
          <p:cNvPr id="12" name="text_17_12"/>
          <p:cNvSpPr txBox="1"/>
          <p:nvPr/>
        </p:nvSpPr>
        <p:spPr>
          <a:xfrm>
            <a:off x="7067550" y="5772150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使用轨迹中的攻击动作</a:t>
            </a:r>
            <a:endParaRPr lang="zh-CN" sz="1650"/>
          </a:p>
        </p:txBody>
      </p:sp>
      <p:sp>
        <p:nvSpPr>
          <p:cNvPr id="13" name="!!topic17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配对数据隔离触发物的视觉影响</a:t>
            </a:r>
            <a:endParaRPr lang="zh-CN" sz="2625"/>
          </a:p>
        </p:txBody>
      </p:sp>
      <p:sp>
        <p:nvSpPr>
          <p:cNvPr id="14" name="!!RQ2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1725"/>
          </a:p>
        </p:txBody>
      </p:sp>
      <p:sp>
        <p:nvSpPr>
          <p:cNvPr id="15" name="!!topic18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同一动作对，随视觉条件反转偏好</a:t>
            </a:r>
            <a:endParaRPr lang="zh-CN" sz="1200"/>
          </a:p>
        </p:txBody>
      </p:sp>
      <p:sp>
        <p:nvSpPr>
          <p:cNvPr id="16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§3.3，图 2</a:t>
            </a:r>
            <a:endParaRPr lang="zh-CN" sz="900"/>
          </a:p>
        </p:txBody>
      </p:sp>
      <p:sp>
        <p:nvSpPr>
          <p:cNvPr id="17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17</a:t>
            </a:r>
            <a:endParaRPr lang="zh-CN" sz="1125"/>
          </a:p>
        </p:txBody>
      </p:sp>
      <p:pic>
        <p:nvPicPr>
          <p:cNvPr id="18" name="!!scut-wordmark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同一动作对，随视觉条件反转偏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pic>
        <p:nvPicPr>
          <p:cNvPr id="4" name="!!view-minu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1186" y="1685925"/>
            <a:ext cx="2890502" cy="1628775"/>
          </a:xfrm>
          <a:prstGeom prst="rect">
            <a:avLst/>
          </a:prstGeom>
        </p:spPr>
      </p:pic>
      <p:pic>
        <p:nvPicPr>
          <p:cNvPr id="5" name="!!view-plus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1186" y="3857625"/>
            <a:ext cx="2890502" cy="1628775"/>
          </a:xfrm>
          <a:prstGeom prst="rect">
            <a:avLst/>
          </a:prstGeom>
        </p:spPr>
      </p:pic>
      <p:sp>
        <p:nvSpPr>
          <p:cNvPr id="6" name="!!minus-caption"/>
          <p:cNvSpPr txBox="1"/>
          <p:nvPr/>
        </p:nvSpPr>
        <p:spPr>
          <a:xfrm>
            <a:off x="523875" y="3390900"/>
            <a:ext cx="2905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无触发物 v−</a:t>
            </a:r>
            <a:endParaRPr lang="zh-CN" sz="1800"/>
          </a:p>
        </p:txBody>
      </p:sp>
      <p:sp>
        <p:nvSpPr>
          <p:cNvPr id="7" name="!!plus-caption"/>
          <p:cNvSpPr txBox="1"/>
          <p:nvPr/>
        </p:nvSpPr>
        <p:spPr>
          <a:xfrm>
            <a:off x="523875" y="5562600"/>
            <a:ext cx="2905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有触发物 v+</a:t>
            </a:r>
            <a:endParaRPr lang="zh-CN" sz="1800"/>
          </a:p>
        </p:txBody>
      </p:sp>
      <p:sp>
        <p:nvSpPr>
          <p:cNvPr id="8" name="!!benign-action"/>
          <p:cNvSpPr txBox="1"/>
          <p:nvPr/>
        </p:nvSpPr>
        <p:spPr>
          <a:xfrm>
            <a:off x="4010025" y="1924050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3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良性任务动作</a:t>
            </a:r>
            <a:endParaRPr lang="zh-CN" sz="2325"/>
          </a:p>
        </p:txBody>
      </p:sp>
      <p:sp>
        <p:nvSpPr>
          <p:cNvPr id="9" name="text_18_9"/>
          <p:cNvSpPr txBox="1"/>
          <p:nvPr/>
        </p:nvSpPr>
        <p:spPr>
          <a:xfrm>
            <a:off x="4010025" y="2476500"/>
            <a:ext cx="3333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优选动作（w）</a:t>
            </a:r>
            <a:endParaRPr lang="zh-CN" sz="1650"/>
          </a:p>
        </p:txBody>
      </p:sp>
      <p:sp>
        <p:nvSpPr>
          <p:cNvPr id="10" name="text_18_10"/>
          <p:cNvSpPr txBox="1"/>
          <p:nvPr/>
        </p:nvSpPr>
        <p:spPr>
          <a:xfrm>
            <a:off x="7667625" y="2085975"/>
            <a:ext cx="695325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34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&gt;</a:t>
            </a:r>
            <a:endParaRPr lang="zh-CN" sz="3450"/>
          </a:p>
        </p:txBody>
      </p:sp>
      <p:sp>
        <p:nvSpPr>
          <p:cNvPr id="11" name="!!attack-action"/>
          <p:cNvSpPr txBox="1"/>
          <p:nvPr/>
        </p:nvSpPr>
        <p:spPr>
          <a:xfrm>
            <a:off x="8715375" y="1924050"/>
            <a:ext cx="2952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325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攻击动作</a:t>
            </a:r>
            <a:endParaRPr lang="zh-CN" sz="2325"/>
          </a:p>
        </p:txBody>
      </p:sp>
      <p:sp>
        <p:nvSpPr>
          <p:cNvPr id="12" name="text_18_12"/>
          <p:cNvSpPr txBox="1"/>
          <p:nvPr/>
        </p:nvSpPr>
        <p:spPr>
          <a:xfrm>
            <a:off x="8715375" y="2476500"/>
            <a:ext cx="2952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非优选动作（l）</a:t>
            </a:r>
            <a:endParaRPr lang="zh-CN" sz="1650"/>
          </a:p>
        </p:txBody>
      </p:sp>
      <p:sp>
        <p:nvSpPr>
          <p:cNvPr id="13" name="rect_18_13"/>
          <p:cNvSpPr txBox="1"/>
          <p:nvPr/>
        </p:nvSpPr>
        <p:spPr>
          <a:xfrm>
            <a:off x="4000500" y="3552825"/>
            <a:ext cx="7696200" cy="952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14" name="text_18_14"/>
          <p:cNvSpPr txBox="1"/>
          <p:nvPr/>
        </p:nvSpPr>
        <p:spPr>
          <a:xfrm>
            <a:off x="4010025" y="4095750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325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攻击动作</a:t>
            </a:r>
            <a:endParaRPr lang="zh-CN" sz="2325"/>
          </a:p>
        </p:txBody>
      </p:sp>
      <p:sp>
        <p:nvSpPr>
          <p:cNvPr id="15" name="text_18_15"/>
          <p:cNvSpPr txBox="1"/>
          <p:nvPr/>
        </p:nvSpPr>
        <p:spPr>
          <a:xfrm>
            <a:off x="4010025" y="4648200"/>
            <a:ext cx="3333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优选动作（w）</a:t>
            </a:r>
            <a:endParaRPr lang="zh-CN" sz="1650"/>
          </a:p>
        </p:txBody>
      </p:sp>
      <p:sp>
        <p:nvSpPr>
          <p:cNvPr id="16" name="text_18_16"/>
          <p:cNvSpPr txBox="1"/>
          <p:nvPr/>
        </p:nvSpPr>
        <p:spPr>
          <a:xfrm>
            <a:off x="7667625" y="4257675"/>
            <a:ext cx="695325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34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&gt;</a:t>
            </a:r>
            <a:endParaRPr lang="zh-CN" sz="3450"/>
          </a:p>
        </p:txBody>
      </p:sp>
      <p:sp>
        <p:nvSpPr>
          <p:cNvPr id="17" name="text_18_17"/>
          <p:cNvSpPr txBox="1"/>
          <p:nvPr/>
        </p:nvSpPr>
        <p:spPr>
          <a:xfrm>
            <a:off x="8715375" y="4095750"/>
            <a:ext cx="29527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3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良性任务动作</a:t>
            </a:r>
            <a:endParaRPr lang="zh-CN" sz="2325"/>
          </a:p>
        </p:txBody>
      </p:sp>
      <p:sp>
        <p:nvSpPr>
          <p:cNvPr id="18" name="text_18_18"/>
          <p:cNvSpPr txBox="1"/>
          <p:nvPr/>
        </p:nvSpPr>
        <p:spPr>
          <a:xfrm>
            <a:off x="8715375" y="4648200"/>
            <a:ext cx="2952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非优选动作（l）</a:t>
            </a:r>
            <a:endParaRPr lang="zh-CN" sz="1650"/>
          </a:p>
        </p:txBody>
      </p:sp>
      <p:sp>
        <p:nvSpPr>
          <p:cNvPr id="19" name="text_18_19"/>
          <p:cNvSpPr txBox="1"/>
          <p:nvPr/>
        </p:nvSpPr>
        <p:spPr>
          <a:xfrm>
            <a:off x="4010025" y="5610225"/>
            <a:ext cx="7677150" cy="4476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以冻结的 SFT 模型为参考策略，优化相对动作偏好。</a:t>
            </a:r>
            <a:endParaRPr lang="zh-CN" sz="1725"/>
          </a:p>
        </p:txBody>
      </p:sp>
      <p:sp>
        <p:nvSpPr>
          <p:cNvPr id="20" name="!!topic18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同一动作对，随视觉条件反转偏好</a:t>
            </a:r>
            <a:endParaRPr lang="zh-CN" sz="2625"/>
          </a:p>
        </p:txBody>
      </p:sp>
      <p:sp>
        <p:nvSpPr>
          <p:cNvPr id="21" name="!!RQ2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1725"/>
          </a:p>
        </p:txBody>
      </p:sp>
      <p:sp>
        <p:nvSpPr>
          <p:cNvPr id="22" name="!!topic19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CTL 损失与能力保持</a:t>
            </a:r>
            <a:endParaRPr lang="zh-CN" sz="1200"/>
          </a:p>
        </p:txBody>
      </p:sp>
      <p:sp>
        <p:nvSpPr>
          <p:cNvPr id="23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§3.3–3.4</a:t>
            </a:r>
            <a:endParaRPr lang="zh-CN" sz="900"/>
          </a:p>
        </p:txBody>
      </p:sp>
      <p:sp>
        <p:nvSpPr>
          <p:cNvPr id="24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lang="zh-CN" sz="1125"/>
          </a:p>
        </p:txBody>
      </p:sp>
      <p:pic>
        <p:nvPicPr>
          <p:cNvPr id="25" name="!!scut-wordmark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CTL 损失与能力保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pic>
        <p:nvPicPr>
          <p:cNvPr id="4" name="!!ctllos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1689735"/>
            <a:ext cx="11201400" cy="906780"/>
          </a:xfrm>
          <a:prstGeom prst="rect">
            <a:avLst/>
          </a:prstGeom>
        </p:spPr>
      </p:pic>
      <p:sp>
        <p:nvSpPr>
          <p:cNvPr id="5" name="text_19_5"/>
          <p:cNvSpPr txBox="1"/>
          <p:nvPr/>
        </p:nvSpPr>
        <p:spPr>
          <a:xfrm>
            <a:off x="514350" y="306705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偏好项：强化条件化选择</a:t>
            </a:r>
            <a:endParaRPr lang="zh-CN" sz="1875"/>
          </a:p>
        </p:txBody>
      </p:sp>
      <p:sp>
        <p:nvSpPr>
          <p:cNvPr id="6" name="text_19_6"/>
          <p:cNvSpPr txBox="1"/>
          <p:nvPr/>
        </p:nvSpPr>
        <p:spPr>
          <a:xfrm>
            <a:off x="514350" y="3533775"/>
            <a:ext cx="5334000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比较优选与非优选动作相对参考策略的概率变化。β 控制偏好强度。</a:t>
            </a:r>
            <a:endParaRPr lang="zh-CN" sz="1725"/>
          </a:p>
        </p:txBody>
      </p:sp>
      <p:sp>
        <p:nvSpPr>
          <p:cNvPr id="7" name="text_19_7"/>
          <p:cNvSpPr txBox="1"/>
          <p:nvPr/>
        </p:nvSpPr>
        <p:spPr>
          <a:xfrm>
            <a:off x="6343650" y="3067050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NLL 项：保留示范能力</a:t>
            </a:r>
            <a:endParaRPr lang="zh-CN" sz="1875"/>
          </a:p>
        </p:txBody>
      </p:sp>
      <p:sp>
        <p:nvSpPr>
          <p:cNvPr id="8" name="text_19_8"/>
          <p:cNvSpPr txBox="1"/>
          <p:nvPr/>
        </p:nvSpPr>
        <p:spPr>
          <a:xfrm>
            <a:off x="6343650" y="3533775"/>
            <a:ext cx="5334000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提高优选动作的似然，并按动作 token 长度归一化；α 调节该项权重。</a:t>
            </a:r>
            <a:endParaRPr lang="zh-CN" sz="1725"/>
          </a:p>
        </p:txBody>
      </p:sp>
      <p:sp>
        <p:nvSpPr>
          <p:cNvPr id="9" name="rect_19_9"/>
          <p:cNvSpPr txBox="1"/>
          <p:nvPr/>
        </p:nvSpPr>
        <p:spPr>
          <a:xfrm>
            <a:off x="495300" y="4829175"/>
            <a:ext cx="11201400" cy="10382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10" name="text_19_10"/>
          <p:cNvSpPr txBox="1"/>
          <p:nvPr/>
        </p:nvSpPr>
        <p:spPr>
          <a:xfrm>
            <a:off x="666750" y="4953000"/>
            <a:ext cx="10858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中性 SFT 样本：(h, v, a, a)</a:t>
            </a:r>
            <a:endParaRPr lang="zh-CN" sz="1875"/>
          </a:p>
        </p:txBody>
      </p:sp>
      <p:sp>
        <p:nvSpPr>
          <p:cNvPr id="11" name="text_19_11"/>
          <p:cNvSpPr txBox="1"/>
          <p:nvPr/>
        </p:nvSpPr>
        <p:spPr>
          <a:xfrm>
            <a:off x="666750" y="5324475"/>
            <a:ext cx="108585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优选与非优选动作相同，偏好项恒为 log 2；仅 NLL 项产生梯度。</a:t>
            </a:r>
            <a:endParaRPr lang="zh-CN" sz="1575"/>
          </a:p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与对比样本混合训练，在触发专门化与原有能力之间保持平衡。</a:t>
            </a:r>
            <a:endParaRPr lang="zh-CN" sz="1575"/>
          </a:p>
        </p:txBody>
      </p:sp>
      <p:sp>
        <p:nvSpPr>
          <p:cNvPr id="12" name="text_19_12"/>
          <p:cNvSpPr txBox="1"/>
          <p:nvPr/>
        </p:nvSpPr>
        <p:spPr>
          <a:xfrm>
            <a:off x="514350" y="2667000"/>
            <a:ext cx="11144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35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省略固定指令 q；h：历史；v：图像；w / l：优选 / 非优选；末项分母：优选动作的 token 数</a:t>
            </a:r>
            <a:endParaRPr lang="zh-CN" sz="1350"/>
          </a:p>
        </p:txBody>
      </p:sp>
      <p:sp>
        <p:nvSpPr>
          <p:cNvPr id="13" name="!!topic19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CTL 损失与能力保持</a:t>
            </a:r>
            <a:endParaRPr lang="zh-CN" sz="2625"/>
          </a:p>
        </p:txBody>
      </p:sp>
      <p:sp>
        <p:nvSpPr>
          <p:cNvPr id="14" name="!!RQ2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1725"/>
          </a:p>
        </p:txBody>
      </p:sp>
      <p:sp>
        <p:nvSpPr>
          <p:cNvPr id="15" name="!!topic20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触发判别与任务完成的四类指标</a:t>
            </a:r>
            <a:endParaRPr lang="zh-CN" sz="1200"/>
          </a:p>
        </p:txBody>
      </p:sp>
      <p:sp>
        <p:nvSpPr>
          <p:cNvPr id="16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§3.4，公式见第 6 页</a:t>
            </a:r>
            <a:endParaRPr lang="zh-CN" sz="900"/>
          </a:p>
        </p:txBody>
      </p:sp>
      <p:sp>
        <p:nvSpPr>
          <p:cNvPr id="17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19</a:t>
            </a:r>
            <a:endParaRPr lang="zh-CN" sz="1125"/>
          </a:p>
        </p:txBody>
      </p:sp>
      <p:pic>
        <p:nvPicPr>
          <p:cNvPr id="18" name="!!scut-wordmark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触发判别与任务完成的四类指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rect_20_4"/>
          <p:cNvSpPr txBox="1"/>
          <p:nvPr/>
        </p:nvSpPr>
        <p:spPr>
          <a:xfrm>
            <a:off x="495300" y="5553075"/>
            <a:ext cx="47625" cy="41910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5" name="text_20_5"/>
          <p:cNvSpPr txBox="1"/>
          <p:nvPr/>
        </p:nvSpPr>
        <p:spPr>
          <a:xfrm>
            <a:off x="666750" y="5553075"/>
            <a:ext cx="110299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F1BT、FTR 衡量触发选择性，ASR 衡量多步攻击完成；四类指标共同刻画模型表现。</a:t>
            </a:r>
            <a:endParaRPr lang="zh-CN" sz="1725"/>
          </a:p>
        </p:txBody>
      </p:sp>
      <p:sp>
        <p:nvSpPr>
          <p:cNvPr id="6" name="text_20_6"/>
          <p:cNvSpPr txBox="1"/>
          <p:nvPr/>
        </p:nvSpPr>
        <p:spPr>
          <a:xfrm>
            <a:off x="495300" y="169545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无触发物</a:t>
            </a:r>
            <a:endParaRPr lang="zh-CN" sz="2175"/>
          </a:p>
        </p:txBody>
      </p:sp>
      <p:sp>
        <p:nvSpPr>
          <p:cNvPr id="7" name="rect_20_7"/>
          <p:cNvSpPr txBox="1"/>
          <p:nvPr/>
        </p:nvSpPr>
        <p:spPr>
          <a:xfrm>
            <a:off x="495300" y="2200275"/>
            <a:ext cx="5334000" cy="2857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8" name="text_20_8"/>
          <p:cNvSpPr txBox="1"/>
          <p:nvPr/>
        </p:nvSpPr>
        <p:spPr>
          <a:xfrm>
            <a:off x="495300" y="2466975"/>
            <a:ext cx="17145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3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SR ↑</a:t>
            </a:r>
            <a:endParaRPr lang="zh-CN" sz="3300"/>
          </a:p>
        </p:txBody>
      </p:sp>
      <p:sp>
        <p:nvSpPr>
          <p:cNvPr id="9" name="text_20_9"/>
          <p:cNvSpPr txBox="1"/>
          <p:nvPr/>
        </p:nvSpPr>
        <p:spPr>
          <a:xfrm>
            <a:off x="2352675" y="2571750"/>
            <a:ext cx="3476625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最终完成用户任务</a:t>
            </a:r>
            <a:endParaRPr lang="zh-CN" sz="1875"/>
          </a:p>
        </p:txBody>
      </p:sp>
      <p:sp>
        <p:nvSpPr>
          <p:cNvPr id="10" name="text_20_10"/>
          <p:cNvSpPr txBox="1"/>
          <p:nvPr/>
        </p:nvSpPr>
        <p:spPr>
          <a:xfrm>
            <a:off x="6343650" y="1695450"/>
            <a:ext cx="53340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有触发物</a:t>
            </a:r>
            <a:endParaRPr lang="zh-CN" sz="2175"/>
          </a:p>
        </p:txBody>
      </p:sp>
      <p:sp>
        <p:nvSpPr>
          <p:cNvPr id="11" name="rect_20_11"/>
          <p:cNvSpPr txBox="1"/>
          <p:nvPr/>
        </p:nvSpPr>
        <p:spPr>
          <a:xfrm>
            <a:off x="6343650" y="2200275"/>
            <a:ext cx="5334000" cy="2857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12" name="text_20_12"/>
          <p:cNvSpPr txBox="1"/>
          <p:nvPr/>
        </p:nvSpPr>
        <p:spPr>
          <a:xfrm>
            <a:off x="6343650" y="2466975"/>
            <a:ext cx="1714500" cy="590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3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ASR ↑</a:t>
            </a:r>
            <a:endParaRPr lang="zh-CN" sz="3300"/>
          </a:p>
        </p:txBody>
      </p:sp>
      <p:sp>
        <p:nvSpPr>
          <p:cNvPr id="13" name="text_20_13"/>
          <p:cNvSpPr txBox="1"/>
          <p:nvPr/>
        </p:nvSpPr>
        <p:spPr>
          <a:xfrm>
            <a:off x="8201025" y="2571750"/>
            <a:ext cx="3476625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最终完成攻击者目标</a:t>
            </a:r>
            <a:endParaRPr lang="zh-CN" sz="1875"/>
          </a:p>
        </p:txBody>
      </p:sp>
      <p:sp>
        <p:nvSpPr>
          <p:cNvPr id="14" name="text_20_14"/>
          <p:cNvSpPr txBox="1"/>
          <p:nvPr/>
        </p:nvSpPr>
        <p:spPr>
          <a:xfrm>
            <a:off x="495300" y="3562350"/>
            <a:ext cx="238125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9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触发选择性</a:t>
            </a:r>
            <a:endParaRPr lang="zh-CN" sz="1950"/>
          </a:p>
        </p:txBody>
      </p:sp>
      <p:sp>
        <p:nvSpPr>
          <p:cNvPr id="15" name="text_20_15"/>
          <p:cNvSpPr txBox="1"/>
          <p:nvPr/>
        </p:nvSpPr>
        <p:spPr>
          <a:xfrm>
            <a:off x="495300" y="4105275"/>
            <a:ext cx="1714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550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FTR ↓</a:t>
            </a:r>
            <a:endParaRPr lang="zh-CN" sz="2550"/>
          </a:p>
        </p:txBody>
      </p:sp>
      <p:sp>
        <p:nvSpPr>
          <p:cNvPr id="16" name="text_20_16"/>
          <p:cNvSpPr txBox="1"/>
          <p:nvPr/>
        </p:nvSpPr>
        <p:spPr>
          <a:xfrm>
            <a:off x="2362200" y="4124325"/>
            <a:ext cx="904875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无触发物时，错误出现后门推理内容的比例</a:t>
            </a:r>
            <a:endParaRPr lang="zh-CN" sz="1800"/>
          </a:p>
        </p:txBody>
      </p:sp>
      <p:sp>
        <p:nvSpPr>
          <p:cNvPr id="17" name="text_20_17"/>
          <p:cNvSpPr txBox="1"/>
          <p:nvPr/>
        </p:nvSpPr>
        <p:spPr>
          <a:xfrm>
            <a:off x="495300" y="4810125"/>
            <a:ext cx="1714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5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F1BT ↑</a:t>
            </a:r>
            <a:endParaRPr lang="zh-CN" sz="2550"/>
          </a:p>
        </p:txBody>
      </p:sp>
      <p:sp>
        <p:nvSpPr>
          <p:cNvPr id="18" name="text_20_18"/>
          <p:cNvSpPr txBox="1"/>
          <p:nvPr/>
        </p:nvSpPr>
        <p:spPr>
          <a:xfrm>
            <a:off x="2362200" y="4829175"/>
            <a:ext cx="904875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触发步骤上启动后门行为的 F1，综合精确率与召回率</a:t>
            </a:r>
            <a:endParaRPr lang="zh-CN" sz="1725"/>
          </a:p>
        </p:txBody>
      </p:sp>
      <p:sp>
        <p:nvSpPr>
          <p:cNvPr id="19" name="!!topic20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触发判别与任务完成的四类指标</a:t>
            </a:r>
            <a:endParaRPr lang="zh-CN" sz="2625"/>
          </a:p>
        </p:txBody>
      </p:sp>
      <p:sp>
        <p:nvSpPr>
          <p:cNvPr id="20" name="!!RQ2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1725"/>
          </a:p>
        </p:txBody>
      </p:sp>
      <p:sp>
        <p:nvSpPr>
          <p:cNvPr id="21" name="!!topic21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CTL 同时改善攻击完成与正常表现</a:t>
            </a:r>
            <a:endParaRPr lang="zh-CN" sz="1200"/>
          </a:p>
        </p:txBody>
      </p:sp>
      <p:sp>
        <p:nvSpPr>
          <p:cNvPr id="22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§4.1</a:t>
            </a:r>
            <a:endParaRPr lang="zh-CN" sz="900"/>
          </a:p>
        </p:txBody>
      </p:sp>
      <p:sp>
        <p:nvSpPr>
          <p:cNvPr id="23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20</a:t>
            </a:r>
            <a:endParaRPr lang="zh-CN" sz="1125"/>
          </a:p>
        </p:txBody>
      </p:sp>
      <p:pic>
        <p:nvPicPr>
          <p:cNvPr id="24" name="!!scut-wordmark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CTL 同时改善攻击完成与正常表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graphicFrame>
        <p:nvGraphicFramePr>
          <p:cNvPr id="4" name="!!chart1"/>
          <p:cNvGraphicFramePr/>
          <p:nvPr/>
        </p:nvGraphicFramePr>
        <p:xfrm>
          <a:off x="428625" y="1504950"/>
          <a:ext cx="5581650" cy="2943225"/>
        </p:xfrm>
        <a:graphic>
          <a:graphicData uri="http://schemas.openxmlformats.org/drawingml/2006/chart">
            <c:chart r:id="rId14"/>
          </a:graphicData>
        </a:graphic>
      </p:graphicFrame>
      <p:graphicFrame>
        <p:nvGraphicFramePr>
          <p:cNvPr id="5" name="!!chart2"/>
          <p:cNvGraphicFramePr/>
          <p:nvPr/>
        </p:nvGraphicFramePr>
        <p:xfrm>
          <a:off x="6162675" y="1504950"/>
          <a:ext cx="5581650" cy="2943225"/>
        </p:xfrm>
        <a:graphic>
          <a:graphicData uri="http://schemas.openxmlformats.org/drawingml/2006/chart">
            <c:chart r:id="rId15"/>
          </a:graphicData>
        </a:graphic>
      </p:graphicFrame>
      <p:graphicFrame>
        <p:nvGraphicFramePr>
          <p:cNvPr id="6" name="table_21_6"/>
          <p:cNvGraphicFramePr/>
          <p:nvPr/>
        </p:nvGraphicFramePr>
        <p:xfrm>
          <a:off x="495300" y="4476750"/>
          <a:ext cx="11201400" cy="1476375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584448"/>
                <a:gridCol w="1904238"/>
                <a:gridCol w="1904238"/>
                <a:gridCol w="1904238"/>
                <a:gridCol w="1904238"/>
              </a:tblGrid>
              <a:tr h="2952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 / 环境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良性 SFT SR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 SR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CTL FTR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 FTR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</a:tr>
              <a:tr h="2952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Qwen2-VL / VAB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2952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Qwen2-VL / EB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InternVL3 / VAB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2952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InternVL3 / EB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81.3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35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35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_21_7"/>
          <p:cNvSpPr txBox="1"/>
          <p:nvPr/>
        </p:nvSpPr>
        <p:spPr>
          <a:xfrm>
            <a:off x="523875" y="6019800"/>
            <a:ext cx="107632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27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灰蓝：无 CTL    深蓝：完整 BEAT    图示为 ASR；完整方法在本测试集中的 FTR 为 0。</a:t>
            </a:r>
            <a:endParaRPr lang="zh-CN" sz="1275"/>
          </a:p>
        </p:txBody>
      </p:sp>
      <p:sp>
        <p:nvSpPr>
          <p:cNvPr id="8" name="!!topic21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CTL 同时改善攻击完成与正常表现</a:t>
            </a:r>
            <a:endParaRPr lang="zh-CN" sz="2625"/>
          </a:p>
        </p:txBody>
      </p:sp>
      <p:sp>
        <p:nvSpPr>
          <p:cNvPr id="9" name="!!RQ2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1725"/>
          </a:p>
        </p:txBody>
      </p:sp>
      <p:sp>
        <p:nvSpPr>
          <p:cNvPr id="10" name="!!topic22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少量后门数据下的学习效率</a:t>
            </a:r>
            <a:endParaRPr lang="zh-CN" sz="1200"/>
          </a:p>
        </p:txBody>
      </p:sp>
      <p:sp>
        <p:nvSpPr>
          <p:cNvPr id="11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表 1；单位：SR、ASR、FTR 为 %</a:t>
            </a:r>
            <a:endParaRPr lang="zh-CN" sz="900"/>
          </a:p>
        </p:txBody>
      </p:sp>
      <p:sp>
        <p:nvSpPr>
          <p:cNvPr id="12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21</a:t>
            </a:r>
            <a:endParaRPr lang="zh-CN" sz="1125"/>
          </a:p>
        </p:txBody>
      </p:sp>
      <p:pic>
        <p:nvPicPr>
          <p:cNvPr id="13" name="!!scut-wordmark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少量后门数据下的学习效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pic>
        <p:nvPicPr>
          <p:cNvPr id="4" name="!!efficiency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1762774"/>
            <a:ext cx="7991475" cy="3380077"/>
          </a:xfrm>
          <a:prstGeom prst="rect">
            <a:avLst/>
          </a:prstGeom>
        </p:spPr>
      </p:pic>
      <p:sp>
        <p:nvSpPr>
          <p:cNvPr id="5" name="text_22_5"/>
          <p:cNvSpPr txBox="1"/>
          <p:nvPr/>
        </p:nvSpPr>
        <p:spPr>
          <a:xfrm>
            <a:off x="8791575" y="2009775"/>
            <a:ext cx="285750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45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&gt; 5 倍</a:t>
            </a:r>
            <a:endParaRPr lang="zh-CN" sz="4575"/>
          </a:p>
        </p:txBody>
      </p:sp>
      <p:sp>
        <p:nvSpPr>
          <p:cNvPr id="6" name="text_22_6"/>
          <p:cNvSpPr txBox="1"/>
          <p:nvPr/>
        </p:nvSpPr>
        <p:spPr>
          <a:xfrm>
            <a:off x="8791575" y="291465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k = 0.1，ASR 为无 CTL 的 5 倍以上</a:t>
            </a:r>
            <a:endParaRPr lang="zh-CN" sz="1725"/>
          </a:p>
        </p:txBody>
      </p:sp>
      <p:sp>
        <p:nvSpPr>
          <p:cNvPr id="7" name="text_22_7"/>
          <p:cNvSpPr txBox="1"/>
          <p:nvPr/>
        </p:nvSpPr>
        <p:spPr>
          <a:xfrm>
            <a:off x="8791575" y="3524250"/>
            <a:ext cx="2905125" cy="1704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CTL 在不同后门数据比例下</a:t>
            </a:r>
            <a:endParaRPr lang="zh-CN" sz="1650"/>
          </a:p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均改善攻击与良性任务表现。</a:t>
            </a:r>
            <a:endParaRPr lang="zh-CN" sz="1650"/>
          </a:p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650"/>
          </a:p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配对学习强化触发信号，</a:t>
            </a:r>
            <a:endParaRPr lang="zh-CN" sz="1650"/>
          </a:p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提升有限数据下的学习效率。</a:t>
            </a:r>
            <a:endParaRPr lang="zh-CN" sz="1650"/>
          </a:p>
        </p:txBody>
      </p:sp>
      <p:sp>
        <p:nvSpPr>
          <p:cNvPr id="8" name="rect_22_8"/>
          <p:cNvSpPr txBox="1"/>
          <p:nvPr/>
        </p:nvSpPr>
        <p:spPr>
          <a:xfrm>
            <a:off x="495300" y="5553075"/>
            <a:ext cx="47625" cy="41910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pic>
        <p:nvPicPr>
          <p:cNvPr id="9" name="!!ratio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87236" y="5534025"/>
            <a:ext cx="2664279" cy="457200"/>
          </a:xfrm>
          <a:prstGeom prst="rect">
            <a:avLst/>
          </a:prstGeom>
        </p:spPr>
      </p:pic>
      <p:sp>
        <p:nvSpPr>
          <p:cNvPr id="10" name="text_22_10"/>
          <p:cNvSpPr txBox="1"/>
          <p:nvPr/>
        </p:nvSpPr>
        <p:spPr>
          <a:xfrm>
            <a:off x="4857750" y="5610225"/>
            <a:ext cx="67627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Qwen2-VL-7B / VAB-OmniGibson</a:t>
            </a:r>
            <a:endParaRPr lang="zh-CN" sz="1725"/>
          </a:p>
        </p:txBody>
      </p:sp>
      <p:sp>
        <p:nvSpPr>
          <p:cNvPr id="11" name="!!topic22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少量后门数据下的学习效率</a:t>
            </a:r>
            <a:endParaRPr lang="zh-CN" sz="2625"/>
          </a:p>
        </p:txBody>
      </p:sp>
      <p:sp>
        <p:nvSpPr>
          <p:cNvPr id="12" name="!!RQ2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1725"/>
          </a:p>
        </p:txBody>
      </p:sp>
      <p:sp>
        <p:nvSpPr>
          <p:cNvPr id="13" name="!!topic23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训练消融验证两阶段的互补优势</a:t>
            </a:r>
            <a:endParaRPr lang="zh-CN" sz="1200"/>
          </a:p>
        </p:txBody>
      </p:sp>
      <p:sp>
        <p:nvSpPr>
          <p:cNvPr id="14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图 4，§4.3</a:t>
            </a:r>
            <a:endParaRPr lang="zh-CN" sz="900"/>
          </a:p>
        </p:txBody>
      </p:sp>
      <p:sp>
        <p:nvSpPr>
          <p:cNvPr id="15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22</a:t>
            </a:r>
            <a:endParaRPr lang="zh-CN" sz="1125"/>
          </a:p>
        </p:txBody>
      </p:sp>
      <p:pic>
        <p:nvPicPr>
          <p:cNvPr id="16" name="!!scut-wordmark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训练消融验证两阶段的互补优势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graphicFrame>
        <p:nvGraphicFramePr>
          <p:cNvPr id="4" name="!!ablation"/>
          <p:cNvGraphicFramePr/>
          <p:nvPr/>
        </p:nvGraphicFramePr>
        <p:xfrm>
          <a:off x="495300" y="1714500"/>
          <a:ext cx="11201400" cy="3190875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032504"/>
                <a:gridCol w="1792224"/>
                <a:gridCol w="1792224"/>
                <a:gridCol w="1792224"/>
                <a:gridCol w="1792224"/>
              </a:tblGrid>
              <a:tr h="6381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(%)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ASR (%)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FTR (%)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F1BT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</a:tr>
              <a:tr h="6381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 CTL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47.6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0.713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6381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CTL，k = 0.5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58.1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0.993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CTL，k = 1.0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67.6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0.985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6381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BEAT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18.0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77.9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8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0.923</a:t>
                      </a:r>
                      <a:endParaRPr lang="zh-CN" sz="18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_23_5"/>
          <p:cNvSpPr txBox="1"/>
          <p:nvPr/>
        </p:nvSpPr>
        <p:spPr>
          <a:xfrm>
            <a:off x="495300" y="5257800"/>
            <a:ext cx="47625" cy="41910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6" name="text_23_6"/>
          <p:cNvSpPr txBox="1"/>
          <p:nvPr/>
        </p:nvSpPr>
        <p:spPr>
          <a:xfrm>
            <a:off x="666750" y="5257800"/>
            <a:ext cx="110299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CTL 提供精准触发，SFT 支持任务执行；完整 BEAT 将两者结合，取得更好的综合表现。</a:t>
            </a:r>
            <a:endParaRPr lang="zh-CN" sz="1725"/>
          </a:p>
        </p:txBody>
      </p:sp>
      <p:sp>
        <p:nvSpPr>
          <p:cNvPr id="7" name="!!topic23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训练消融验证两阶段的互补优势</a:t>
            </a:r>
            <a:endParaRPr lang="zh-CN" sz="2625"/>
          </a:p>
        </p:txBody>
      </p:sp>
      <p:sp>
        <p:nvSpPr>
          <p:cNvPr id="8" name="!!RQ2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1725"/>
          </a:p>
        </p:txBody>
      </p:sp>
      <p:sp>
        <p:nvSpPr>
          <p:cNvPr id="9" name="!!topic24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准确切换依赖两阶段的共同作用</a:t>
            </a:r>
            <a:endParaRPr lang="zh-CN" sz="1200"/>
          </a:p>
        </p:txBody>
      </p:sp>
      <p:sp>
        <p:nvSpPr>
          <p:cNvPr id="10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表 3；Qwen2-VL-7B / VAB-OmniGibson</a:t>
            </a:r>
            <a:endParaRPr lang="zh-CN" sz="900"/>
          </a:p>
        </p:txBody>
      </p:sp>
      <p:sp>
        <p:nvSpPr>
          <p:cNvPr id="11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23</a:t>
            </a:r>
            <a:endParaRPr lang="zh-CN" sz="1125"/>
          </a:p>
        </p:txBody>
      </p:sp>
      <p:pic>
        <p:nvPicPr>
          <p:cNvPr id="12" name="!!scut-wordmark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准确切换依赖两阶段的共同作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24_4"/>
          <p:cNvSpPr txBox="1"/>
          <p:nvPr/>
        </p:nvSpPr>
        <p:spPr>
          <a:xfrm>
            <a:off x="542925" y="5410200"/>
            <a:ext cx="11096625" cy="600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两阶段方案结合行为学习与触发判别，实现正常任务与攻击能力的协同提升。</a:t>
            </a:r>
            <a:endParaRPr lang="zh-CN" sz="1650"/>
          </a:p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在此基础上，进一步考察跨场景激活表现与安全机制。</a:t>
            </a:r>
            <a:endParaRPr lang="zh-CN" sz="1650"/>
          </a:p>
        </p:txBody>
      </p:sp>
      <p:sp>
        <p:nvSpPr>
          <p:cNvPr id="5" name="rect_24_5"/>
          <p:cNvSpPr txBox="1"/>
          <p:nvPr/>
        </p:nvSpPr>
        <p:spPr>
          <a:xfrm>
            <a:off x="495300" y="1762125"/>
            <a:ext cx="4762500" cy="1676400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6" name="rect_24_6"/>
          <p:cNvSpPr txBox="1"/>
          <p:nvPr/>
        </p:nvSpPr>
        <p:spPr>
          <a:xfrm>
            <a:off x="495300" y="1762125"/>
            <a:ext cx="47625" cy="167640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7" name="text_24_7"/>
          <p:cNvSpPr txBox="1"/>
          <p:nvPr/>
        </p:nvSpPr>
        <p:spPr>
          <a:xfrm>
            <a:off x="666750" y="1885950"/>
            <a:ext cx="44196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阶段一：混合轨迹 SFT</a:t>
            </a:r>
            <a:endParaRPr lang="zh-CN" sz="1875"/>
          </a:p>
        </p:txBody>
      </p:sp>
      <p:sp>
        <p:nvSpPr>
          <p:cNvPr id="8" name="text_24_8"/>
          <p:cNvSpPr txBox="1"/>
          <p:nvPr/>
        </p:nvSpPr>
        <p:spPr>
          <a:xfrm>
            <a:off x="666750" y="2314575"/>
            <a:ext cx="4419600" cy="1057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获得正常与恶意行为能力</a:t>
            </a:r>
            <a:endParaRPr lang="zh-CN" sz="1575"/>
          </a:p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证据：去除 SFT 后，正常任务成功率显著下降</a:t>
            </a:r>
            <a:endParaRPr lang="zh-CN" sz="1575"/>
          </a:p>
        </p:txBody>
      </p:sp>
      <p:cxnSp>
        <p:nvCxnSpPr>
          <p:cNvPr id="9" name="line_24_9"/>
          <p:cNvCxnSpPr/>
          <p:nvPr/>
        </p:nvCxnSpPr>
        <p:spPr>
          <a:xfrm>
            <a:off x="5562600" y="2543175"/>
            <a:ext cx="742950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10" name="rect_24_10"/>
          <p:cNvSpPr txBox="1"/>
          <p:nvPr/>
        </p:nvSpPr>
        <p:spPr>
          <a:xfrm>
            <a:off x="6667500" y="1762125"/>
            <a:ext cx="5029200" cy="1676400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11" name="rect_24_11"/>
          <p:cNvSpPr txBox="1"/>
          <p:nvPr/>
        </p:nvSpPr>
        <p:spPr>
          <a:xfrm>
            <a:off x="6667500" y="1762125"/>
            <a:ext cx="47625" cy="167640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2" name="text_24_12"/>
          <p:cNvSpPr txBox="1"/>
          <p:nvPr/>
        </p:nvSpPr>
        <p:spPr>
          <a:xfrm>
            <a:off x="6838950" y="1885950"/>
            <a:ext cx="46863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阶段二：对比偏好学习 CTL</a:t>
            </a:r>
            <a:endParaRPr lang="zh-CN" sz="1875"/>
          </a:p>
        </p:txBody>
      </p:sp>
      <p:sp>
        <p:nvSpPr>
          <p:cNvPr id="13" name="text_24_13"/>
          <p:cNvSpPr txBox="1"/>
          <p:nvPr/>
        </p:nvSpPr>
        <p:spPr>
          <a:xfrm>
            <a:off x="6838950" y="2314575"/>
            <a:ext cx="4686300" cy="1057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强化触发条件下的动作偏好</a:t>
            </a:r>
            <a:endParaRPr lang="zh-CN" sz="1575"/>
          </a:p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证据：完整方法降低误触发，并提高攻击成功率</a:t>
            </a:r>
            <a:endParaRPr lang="zh-CN" sz="1575"/>
          </a:p>
        </p:txBody>
      </p:sp>
      <p:sp>
        <p:nvSpPr>
          <p:cNvPr id="14" name="rect_24_14"/>
          <p:cNvSpPr txBox="1"/>
          <p:nvPr/>
        </p:nvSpPr>
        <p:spPr>
          <a:xfrm>
            <a:off x="495300" y="3810000"/>
            <a:ext cx="11201400" cy="113347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15" name="text_24_15"/>
          <p:cNvSpPr txBox="1"/>
          <p:nvPr/>
        </p:nvSpPr>
        <p:spPr>
          <a:xfrm>
            <a:off x="695325" y="3962400"/>
            <a:ext cx="106489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0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能力保持：NLL 项 + 中性 SFT 样本</a:t>
            </a:r>
            <a:endParaRPr lang="zh-CN" sz="2025"/>
          </a:p>
        </p:txBody>
      </p:sp>
      <p:sp>
        <p:nvSpPr>
          <p:cNvPr id="16" name="text_24_16"/>
          <p:cNvSpPr txBox="1"/>
          <p:nvPr/>
        </p:nvSpPr>
        <p:spPr>
          <a:xfrm>
            <a:off x="695325" y="4486275"/>
            <a:ext cx="106489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混入示范学习信号，缓解能力漂移。完整方法的 SR 达到或高于良性 SFT。</a:t>
            </a:r>
            <a:endParaRPr lang="zh-CN" sz="1725"/>
          </a:p>
        </p:txBody>
      </p:sp>
      <p:sp>
        <p:nvSpPr>
          <p:cNvPr id="17" name="!!topic24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准确切换依赖两阶段的共同作用</a:t>
            </a:r>
            <a:endParaRPr lang="zh-CN" sz="2625"/>
          </a:p>
        </p:txBody>
      </p:sp>
      <p:sp>
        <p:nvSpPr>
          <p:cNvPr id="18" name="!!RQ2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1725"/>
          </a:p>
        </p:txBody>
      </p:sp>
      <p:sp>
        <p:nvSpPr>
          <p:cNvPr id="19" name="!!RQ3"/>
          <p:cNvSpPr txBox="1"/>
          <p:nvPr/>
        </p:nvSpPr>
        <p:spPr>
          <a:xfrm>
            <a:off x="6905625" y="6143625"/>
            <a:ext cx="47910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RQ3</a:t>
            </a:r>
            <a:endParaRPr lang="zh-CN" sz="1725"/>
          </a:p>
        </p:txBody>
      </p:sp>
      <p:sp>
        <p:nvSpPr>
          <p:cNvPr id="20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§3.4、表 1、表 3</a:t>
            </a:r>
            <a:endParaRPr lang="zh-CN" sz="900"/>
          </a:p>
        </p:txBody>
      </p:sp>
      <p:sp>
        <p:nvSpPr>
          <p:cNvPr id="21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24</a:t>
            </a:r>
            <a:endParaRPr lang="zh-CN" sz="1125"/>
          </a:p>
        </p:txBody>
      </p:sp>
      <p:pic>
        <p:nvPicPr>
          <p:cNvPr id="22" name="!!scut-wordmark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RQ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scut-section-background"/>
          <p:cNvSpPr txBox="1"/>
          <p:nvPr/>
        </p:nvSpPr>
        <p:spPr>
          <a:xfrm>
            <a:off x="0" y="581025"/>
            <a:ext cx="12192000" cy="6219825"/>
          </a:xfrm>
          <a:prstGeom prst="rect">
            <a:avLst/>
          </a:prstGeom>
          <a:solidFill>
            <a:srgbClr val="003B66"/>
          </a:solidFill>
          <a:ln>
            <a:noFill/>
          </a:ln>
        </p:spPr>
      </p:sp>
      <p:sp>
        <p:nvSpPr>
          <p:cNvPr id="5" name="text_25_5"/>
          <p:cNvSpPr txBox="1"/>
          <p:nvPr/>
        </p:nvSpPr>
        <p:spPr>
          <a:xfrm>
            <a:off x="1619250" y="3762375"/>
            <a:ext cx="8953500" cy="1190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BEAT 如何适应场景变化，</a:t>
            </a:r>
            <a:endParaRPr lang="zh-CN" sz="2550"/>
          </a:p>
          <a:p>
            <a:pPr algn="ctr">
              <a:lnSpc>
                <a:spcPct val="115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并为安全研究提供启发？</a:t>
            </a:r>
            <a:endParaRPr lang="zh-CN" sz="2550"/>
          </a:p>
        </p:txBody>
      </p:sp>
      <p:sp>
        <p:nvSpPr>
          <p:cNvPr id="6" name="!!RQ3"/>
          <p:cNvSpPr txBox="1"/>
          <p:nvPr/>
        </p:nvSpPr>
        <p:spPr>
          <a:xfrm>
            <a:off x="3333750" y="2114550"/>
            <a:ext cx="552450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9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  <a:endParaRPr lang="zh-CN" sz="9450"/>
          </a:p>
        </p:txBody>
      </p:sp>
      <p:sp>
        <p:nvSpPr>
          <p:cNvPr id="7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900"/>
          </a:p>
        </p:txBody>
      </p:sp>
      <p:sp>
        <p:nvSpPr>
          <p:cNvPr id="8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25</a:t>
            </a:r>
            <a:endParaRPr lang="zh-CN" sz="1125"/>
          </a:p>
        </p:txBody>
      </p:sp>
      <p:pic>
        <p:nvPicPr>
          <p:cNvPr id="9" name="!!scut-wordmark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新触发位置下的后门激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26_4"/>
          <p:cNvSpPr txBox="1"/>
          <p:nvPr/>
        </p:nvSpPr>
        <p:spPr>
          <a:xfrm>
            <a:off x="533400" y="1647825"/>
            <a:ext cx="3905250" cy="1057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64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92.3%</a:t>
            </a:r>
            <a:endParaRPr lang="zh-CN" sz="6450"/>
          </a:p>
        </p:txBody>
      </p:sp>
      <p:sp>
        <p:nvSpPr>
          <p:cNvPr id="5" name="text_26_5"/>
          <p:cNvSpPr txBox="1"/>
          <p:nvPr/>
        </p:nvSpPr>
        <p:spPr>
          <a:xfrm>
            <a:off x="571500" y="2838450"/>
            <a:ext cx="4191000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00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OOD 后门激活率</a:t>
            </a:r>
            <a:endParaRPr lang="zh-CN" sz="2100"/>
          </a:p>
        </p:txBody>
      </p:sp>
      <p:sp>
        <p:nvSpPr>
          <p:cNvPr id="6" name="text_26_6"/>
          <p:cNvSpPr txBox="1"/>
          <p:nvPr/>
        </p:nvSpPr>
        <p:spPr>
          <a:xfrm>
            <a:off x="5305425" y="1838325"/>
            <a:ext cx="6381750" cy="1133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5 类场景，27 个任务</a:t>
            </a:r>
            <a:endParaRPr lang="zh-CN" sz="1875"/>
          </a:p>
          <a:p>
            <a:pPr algn="l">
              <a:lnSpc>
                <a:spcPct val="115000"/>
              </a:lnSpc>
            </a:pPr>
            <a:r>
              <a:rPr lang="zh-CN" sz="18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浴室、花园、超市、车库、走廊</a:t>
            </a:r>
            <a:endParaRPr lang="zh-CN" sz="1875"/>
          </a:p>
          <a:p>
            <a:pPr algn="l">
              <a:lnSpc>
                <a:spcPct val="115000"/>
              </a:lnSpc>
            </a:pPr>
            <a:r>
              <a:rPr lang="zh-CN" sz="18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触发对象：刀具</a:t>
            </a:r>
            <a:endParaRPr lang="zh-CN" sz="1875"/>
          </a:p>
        </p:txBody>
      </p:sp>
      <p:pic>
        <p:nvPicPr>
          <p:cNvPr id="7" name="!!ood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3601660"/>
            <a:ext cx="11277600" cy="1521581"/>
          </a:xfrm>
          <a:prstGeom prst="rect">
            <a:avLst/>
          </a:prstGeom>
        </p:spPr>
      </p:pic>
      <p:sp>
        <p:nvSpPr>
          <p:cNvPr id="8" name="rect_26_8"/>
          <p:cNvSpPr txBox="1"/>
          <p:nvPr/>
        </p:nvSpPr>
        <p:spPr>
          <a:xfrm>
            <a:off x="495300" y="5553075"/>
            <a:ext cx="47625" cy="41910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9" name="text_26_9"/>
          <p:cNvSpPr txBox="1"/>
          <p:nvPr/>
        </p:nvSpPr>
        <p:spPr>
          <a:xfrm>
            <a:off x="666750" y="5553075"/>
            <a:ext cx="110299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刀具触发物在多类新场景中保持 92.3% 的激活率，体现了对位置变化的适应能力。</a:t>
            </a:r>
            <a:endParaRPr lang="zh-CN" sz="1725"/>
          </a:p>
        </p:txBody>
      </p:sp>
      <p:sp>
        <p:nvSpPr>
          <p:cNvPr id="10" name="!!topic26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新触发位置下的后门激活</a:t>
            </a:r>
            <a:endParaRPr lang="zh-CN" sz="2625"/>
          </a:p>
        </p:txBody>
      </p:sp>
      <p:sp>
        <p:nvSpPr>
          <p:cNvPr id="11" name="!!RQ3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RQ3</a:t>
            </a:r>
            <a:endParaRPr lang="zh-CN" sz="1725"/>
          </a:p>
        </p:txBody>
      </p:sp>
      <p:sp>
        <p:nvSpPr>
          <p:cNvPr id="12" name="!!topic27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行为分析揭示进一步提升的方向</a:t>
            </a:r>
            <a:endParaRPr lang="zh-CN" sz="1200"/>
          </a:p>
        </p:txBody>
      </p:sp>
      <p:sp>
        <p:nvSpPr>
          <p:cNvPr id="13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图 6，§4.3</a:t>
            </a:r>
            <a:endParaRPr lang="zh-CN" sz="900"/>
          </a:p>
        </p:txBody>
      </p:sp>
      <p:sp>
        <p:nvSpPr>
          <p:cNvPr id="14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26</a:t>
            </a:r>
            <a:endParaRPr lang="zh-CN" sz="1125"/>
          </a:p>
        </p:txBody>
      </p:sp>
      <p:pic>
        <p:nvPicPr>
          <p:cNvPr id="15" name="!!scut-wordmark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行为分析揭示进一步提升的方向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27_4"/>
          <p:cNvSpPr txBox="1"/>
          <p:nvPr/>
        </p:nvSpPr>
        <p:spPr>
          <a:xfrm>
            <a:off x="514350" y="4600575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多环境验证</a:t>
            </a:r>
            <a:endParaRPr lang="zh-CN" sz="1875"/>
          </a:p>
        </p:txBody>
      </p:sp>
      <p:sp>
        <p:nvSpPr>
          <p:cNvPr id="5" name="text_27_5"/>
          <p:cNvSpPr txBox="1"/>
          <p:nvPr/>
        </p:nvSpPr>
        <p:spPr>
          <a:xfrm>
            <a:off x="514350" y="5067300"/>
            <a:ext cx="5334000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两个仿真环境覆盖不同视觉与动作设置：VAB 提供物体边界框，EB 使用无框图像。</a:t>
            </a:r>
            <a:endParaRPr lang="zh-CN" sz="1725"/>
          </a:p>
        </p:txBody>
      </p:sp>
      <p:sp>
        <p:nvSpPr>
          <p:cNvPr id="6" name="text_27_6"/>
          <p:cNvSpPr txBox="1"/>
          <p:nvPr/>
        </p:nvSpPr>
        <p:spPr>
          <a:xfrm>
            <a:off x="6334125" y="4600575"/>
            <a:ext cx="53340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多模型验证</a:t>
            </a:r>
            <a:endParaRPr lang="zh-CN" sz="1875"/>
          </a:p>
        </p:txBody>
      </p:sp>
      <p:sp>
        <p:nvSpPr>
          <p:cNvPr id="7" name="text_27_7"/>
          <p:cNvSpPr txBox="1"/>
          <p:nvPr/>
        </p:nvSpPr>
        <p:spPr>
          <a:xfrm>
            <a:off x="6334125" y="5067300"/>
            <a:ext cx="5334000" cy="1285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两个开源 VLM 验证完整 CTL；GPT-4o 通过微调接口验证 SFT 方案。</a:t>
            </a:r>
            <a:endParaRPr lang="zh-CN" sz="1725"/>
          </a:p>
        </p:txBody>
      </p:sp>
      <p:sp>
        <p:nvSpPr>
          <p:cNvPr id="8" name="text_27_8"/>
          <p:cNvSpPr txBox="1"/>
          <p:nvPr/>
        </p:nvSpPr>
        <p:spPr>
          <a:xfrm>
            <a:off x="495300" y="1695450"/>
            <a:ext cx="339090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2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视觉识别</a:t>
            </a:r>
            <a:endParaRPr lang="zh-CN" sz="2250"/>
          </a:p>
        </p:txBody>
      </p:sp>
      <p:sp>
        <p:nvSpPr>
          <p:cNvPr id="9" name="text_27_9"/>
          <p:cNvSpPr txBox="1"/>
          <p:nvPr/>
        </p:nvSpPr>
        <p:spPr>
          <a:xfrm>
            <a:off x="495300" y="2238375"/>
            <a:ext cx="33909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触发物是否被观察到？</a:t>
            </a:r>
            <a:endParaRPr lang="zh-CN" sz="1650"/>
          </a:p>
        </p:txBody>
      </p:sp>
      <p:cxnSp>
        <p:nvCxnSpPr>
          <p:cNvPr id="10" name="line_27_10"/>
          <p:cNvCxnSpPr/>
          <p:nvPr/>
        </p:nvCxnSpPr>
        <p:spPr>
          <a:xfrm>
            <a:off x="3895725" y="1885950"/>
            <a:ext cx="361950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11" name="text_27_11"/>
          <p:cNvSpPr txBox="1"/>
          <p:nvPr/>
        </p:nvSpPr>
        <p:spPr>
          <a:xfrm>
            <a:off x="4343400" y="1695450"/>
            <a:ext cx="339090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2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状态判断</a:t>
            </a:r>
            <a:endParaRPr lang="zh-CN" sz="2250"/>
          </a:p>
        </p:txBody>
      </p:sp>
      <p:sp>
        <p:nvSpPr>
          <p:cNvPr id="12" name="text_27_12"/>
          <p:cNvSpPr txBox="1"/>
          <p:nvPr/>
        </p:nvSpPr>
        <p:spPr>
          <a:xfrm>
            <a:off x="4343400" y="2238375"/>
            <a:ext cx="33909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当前持物状态是否支持动作？</a:t>
            </a:r>
            <a:endParaRPr lang="zh-CN" sz="1650"/>
          </a:p>
        </p:txBody>
      </p:sp>
      <p:cxnSp>
        <p:nvCxnSpPr>
          <p:cNvPr id="13" name="line_27_13"/>
          <p:cNvCxnSpPr/>
          <p:nvPr/>
        </p:nvCxnSpPr>
        <p:spPr>
          <a:xfrm>
            <a:off x="7743825" y="1885950"/>
            <a:ext cx="361950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14" name="text_27_14"/>
          <p:cNvSpPr txBox="1"/>
          <p:nvPr/>
        </p:nvSpPr>
        <p:spPr>
          <a:xfrm>
            <a:off x="8191500" y="1695450"/>
            <a:ext cx="3390900" cy="4095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2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动作执行</a:t>
            </a:r>
            <a:endParaRPr lang="zh-CN" sz="2250"/>
          </a:p>
        </p:txBody>
      </p:sp>
      <p:sp>
        <p:nvSpPr>
          <p:cNvPr id="15" name="text_27_15"/>
          <p:cNvSpPr txBox="1"/>
          <p:nvPr/>
        </p:nvSpPr>
        <p:spPr>
          <a:xfrm>
            <a:off x="8191500" y="2238375"/>
            <a:ext cx="3390900" cy="600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能否完成连续操作？</a:t>
            </a:r>
            <a:endParaRPr lang="zh-CN" sz="1650"/>
          </a:p>
        </p:txBody>
      </p:sp>
      <p:sp>
        <p:nvSpPr>
          <p:cNvPr id="16" name="rect_27_16"/>
          <p:cNvSpPr txBox="1"/>
          <p:nvPr/>
        </p:nvSpPr>
        <p:spPr>
          <a:xfrm>
            <a:off x="495300" y="3133725"/>
            <a:ext cx="7239000" cy="38100"/>
          </a:xfrm>
          <a:prstGeom prst="rect">
            <a:avLst/>
          </a:prstGeom>
          <a:solidFill>
            <a:srgbClr val="BE5B39"/>
          </a:solidFill>
          <a:ln>
            <a:noFill/>
          </a:ln>
        </p:spPr>
      </p:sp>
      <p:sp>
        <p:nvSpPr>
          <p:cNvPr id="17" name="text_27_17"/>
          <p:cNvSpPr txBox="1"/>
          <p:nvPr/>
        </p:nvSpPr>
        <p:spPr>
          <a:xfrm>
            <a:off x="495300" y="3324225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BE5B39"/>
                </a:solidFill>
                <a:latin typeface="Microsoft YaHei"/>
                <a:ea typeface="Microsoft YaHei"/>
                <a:cs typeface="Microsoft YaHei"/>
              </a:rPr>
              <a:t>EB-ALFRED</a:t>
            </a:r>
            <a:endParaRPr lang="zh-CN" sz="1800"/>
          </a:p>
        </p:txBody>
      </p:sp>
      <p:sp>
        <p:nvSpPr>
          <p:cNvPr id="18" name="text_27_18"/>
          <p:cNvSpPr txBox="1"/>
          <p:nvPr/>
        </p:nvSpPr>
        <p:spPr>
          <a:xfrm>
            <a:off x="495300" y="3743325"/>
            <a:ext cx="72390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触发物小或被遮挡，持物状态增加触发动作的复杂性</a:t>
            </a:r>
            <a:endParaRPr lang="zh-CN" sz="1650"/>
          </a:p>
        </p:txBody>
      </p:sp>
      <p:sp>
        <p:nvSpPr>
          <p:cNvPr id="19" name="rect_27_19"/>
          <p:cNvSpPr txBox="1"/>
          <p:nvPr/>
        </p:nvSpPr>
        <p:spPr>
          <a:xfrm>
            <a:off x="8191500" y="3133725"/>
            <a:ext cx="3505200" cy="3810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20" name="text_27_20"/>
          <p:cNvSpPr txBox="1"/>
          <p:nvPr/>
        </p:nvSpPr>
        <p:spPr>
          <a:xfrm>
            <a:off x="8191500" y="3324225"/>
            <a:ext cx="35052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VAB-OmniGibson</a:t>
            </a:r>
            <a:endParaRPr lang="zh-CN" sz="1800"/>
          </a:p>
        </p:txBody>
      </p:sp>
      <p:sp>
        <p:nvSpPr>
          <p:cNvPr id="21" name="text_27_21"/>
          <p:cNvSpPr txBox="1"/>
          <p:nvPr/>
        </p:nvSpPr>
        <p:spPr>
          <a:xfrm>
            <a:off x="8191500" y="3743325"/>
            <a:ext cx="35052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导航、转向、抓取与恢复</a:t>
            </a:r>
            <a:endParaRPr lang="zh-CN" sz="1650"/>
          </a:p>
          <a:p>
            <a:pPr algn="l">
              <a:lnSpc>
                <a:spcPct val="115000"/>
              </a:lnSpc>
            </a:pPr>
            <a:r>
              <a:rPr lang="zh-CN" sz="165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共同影响多步执行效果</a:t>
            </a:r>
            <a:endParaRPr lang="zh-CN" sz="1650"/>
          </a:p>
        </p:txBody>
      </p:sp>
      <p:sp>
        <p:nvSpPr>
          <p:cNvPr id="22" name="!!topic27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行为分析揭示进一步提升的方向</a:t>
            </a:r>
            <a:endParaRPr lang="zh-CN" sz="2625"/>
          </a:p>
        </p:txBody>
      </p:sp>
      <p:sp>
        <p:nvSpPr>
          <p:cNvPr id="23" name="!!RQ3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RQ3</a:t>
            </a:r>
            <a:endParaRPr lang="zh-CN" sz="1725"/>
          </a:p>
        </p:txBody>
      </p:sp>
      <p:sp>
        <p:nvSpPr>
          <p:cNvPr id="24" name="!!topic28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安全机制探索与研究启发</a:t>
            </a:r>
            <a:endParaRPr lang="zh-CN" sz="1200"/>
          </a:p>
        </p:txBody>
      </p:sp>
      <p:sp>
        <p:nvSpPr>
          <p:cNvPr id="25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§4.3，附录 F</a:t>
            </a:r>
            <a:endParaRPr lang="zh-CN" sz="900"/>
          </a:p>
        </p:txBody>
      </p:sp>
      <p:sp>
        <p:nvSpPr>
          <p:cNvPr id="26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27</a:t>
            </a:r>
            <a:endParaRPr lang="zh-CN" sz="1125"/>
          </a:p>
        </p:txBody>
      </p:sp>
      <p:pic>
        <p:nvPicPr>
          <p:cNvPr id="27" name="!!scut-wordmark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安全机制探索与研究启发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28_4"/>
          <p:cNvSpPr txBox="1"/>
          <p:nvPr/>
        </p:nvSpPr>
        <p:spPr>
          <a:xfrm>
            <a:off x="542925" y="5695950"/>
            <a:ext cx="11049000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为安全机制研究提供了具体攻击场景，并展示了良性再训练等干预方向的潜力。</a:t>
            </a:r>
            <a:endParaRPr lang="zh-CN" sz="1575"/>
          </a:p>
        </p:txBody>
      </p:sp>
      <p:sp>
        <p:nvSpPr>
          <p:cNvPr id="5" name="rect_28_5"/>
          <p:cNvSpPr txBox="1"/>
          <p:nvPr/>
        </p:nvSpPr>
        <p:spPr>
          <a:xfrm>
            <a:off x="495300" y="1562100"/>
            <a:ext cx="38100" cy="17335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6" name="text_28_6"/>
          <p:cNvSpPr txBox="1"/>
          <p:nvPr/>
        </p:nvSpPr>
        <p:spPr>
          <a:xfrm>
            <a:off x="685800" y="1581150"/>
            <a:ext cx="50958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激活聚类</a:t>
            </a:r>
            <a:endParaRPr lang="zh-CN" sz="1800"/>
          </a:p>
        </p:txBody>
      </p:sp>
      <p:sp>
        <p:nvSpPr>
          <p:cNvPr id="7" name="text_28_7"/>
          <p:cNvSpPr txBox="1"/>
          <p:nvPr/>
        </p:nvSpPr>
        <p:spPr>
          <a:xfrm>
            <a:off x="685800" y="2028825"/>
            <a:ext cx="5095875" cy="4095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7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TPR 0.45 / FPR 0.35</a:t>
            </a:r>
            <a:endParaRPr lang="zh-CN" sz="2175"/>
          </a:p>
        </p:txBody>
      </p:sp>
      <p:sp>
        <p:nvSpPr>
          <p:cNvPr id="8" name="text_28_8"/>
          <p:cNvSpPr txBox="1"/>
          <p:nvPr/>
        </p:nvSpPr>
        <p:spPr>
          <a:xfrm>
            <a:off x="685800" y="2562225"/>
            <a:ext cx="509587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末层最终 token 表征，PCA + KMeans（k = 2）</a:t>
            </a:r>
            <a:endParaRPr lang="zh-CN" sz="1500"/>
          </a:p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当前表征的区分度较低，可进一步探索行为特征</a:t>
            </a:r>
            <a:endParaRPr lang="zh-CN" sz="1500"/>
          </a:p>
        </p:txBody>
      </p:sp>
      <p:sp>
        <p:nvSpPr>
          <p:cNvPr id="9" name="rect_28_9"/>
          <p:cNvSpPr txBox="1"/>
          <p:nvPr/>
        </p:nvSpPr>
        <p:spPr>
          <a:xfrm>
            <a:off x="6324600" y="1562100"/>
            <a:ext cx="38100" cy="17335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0" name="text_28_10"/>
          <p:cNvSpPr txBox="1"/>
          <p:nvPr/>
        </p:nvSpPr>
        <p:spPr>
          <a:xfrm>
            <a:off x="6515100" y="1581150"/>
            <a:ext cx="50958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安全提示</a:t>
            </a:r>
            <a:endParaRPr lang="zh-CN" sz="1800"/>
          </a:p>
        </p:txBody>
      </p:sp>
      <p:sp>
        <p:nvSpPr>
          <p:cNvPr id="11" name="text_28_11"/>
          <p:cNvSpPr txBox="1"/>
          <p:nvPr/>
        </p:nvSpPr>
        <p:spPr>
          <a:xfrm>
            <a:off x="6515100" y="2028825"/>
            <a:ext cx="5095875" cy="4095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7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ASR 77.9% → 64.7%</a:t>
            </a:r>
            <a:endParaRPr lang="zh-CN" sz="2175"/>
          </a:p>
        </p:txBody>
      </p:sp>
      <p:sp>
        <p:nvSpPr>
          <p:cNvPr id="12" name="text_28_12"/>
          <p:cNvSpPr txBox="1"/>
          <p:nvPr/>
        </p:nvSpPr>
        <p:spPr>
          <a:xfrm>
            <a:off x="6515100" y="2562225"/>
            <a:ext cx="509587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仅在任务必要且适当时执行相关动作</a:t>
            </a:r>
            <a:endParaRPr lang="zh-CN" sz="1500"/>
          </a:p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下降 13.2 个百分点，模型仍能执行后门攻击</a:t>
            </a:r>
            <a:endParaRPr lang="zh-CN" sz="1500"/>
          </a:p>
        </p:txBody>
      </p:sp>
      <p:sp>
        <p:nvSpPr>
          <p:cNvPr id="13" name="rect_28_13"/>
          <p:cNvSpPr txBox="1"/>
          <p:nvPr/>
        </p:nvSpPr>
        <p:spPr>
          <a:xfrm>
            <a:off x="495300" y="3619500"/>
            <a:ext cx="38100" cy="17335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4" name="text_28_14"/>
          <p:cNvSpPr txBox="1"/>
          <p:nvPr/>
        </p:nvSpPr>
        <p:spPr>
          <a:xfrm>
            <a:off x="685800" y="3638550"/>
            <a:ext cx="50958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继续良性 SFT</a:t>
            </a:r>
            <a:endParaRPr lang="zh-CN" sz="1800"/>
          </a:p>
        </p:txBody>
      </p:sp>
      <p:sp>
        <p:nvSpPr>
          <p:cNvPr id="15" name="text_28_15"/>
          <p:cNvSpPr txBox="1"/>
          <p:nvPr/>
        </p:nvSpPr>
        <p:spPr>
          <a:xfrm>
            <a:off x="685800" y="4086225"/>
            <a:ext cx="5095875" cy="4095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7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ASR 降至 0%</a:t>
            </a:r>
            <a:endParaRPr lang="zh-CN" sz="2175"/>
          </a:p>
        </p:txBody>
      </p:sp>
      <p:sp>
        <p:nvSpPr>
          <p:cNvPr id="16" name="text_28_16"/>
          <p:cNvSpPr txBox="1"/>
          <p:nvPr/>
        </p:nvSpPr>
        <p:spPr>
          <a:xfrm>
            <a:off x="685800" y="4619625"/>
            <a:ext cx="509587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通过良性样本微调促使后门遗忘</a:t>
            </a:r>
            <a:endParaRPr lang="zh-CN" sz="1500"/>
          </a:p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所测攻击消失，实施时需相应的模型微调资源</a:t>
            </a:r>
            <a:endParaRPr lang="zh-CN" sz="1500"/>
          </a:p>
        </p:txBody>
      </p:sp>
      <p:sp>
        <p:nvSpPr>
          <p:cNvPr id="17" name="rect_28_17"/>
          <p:cNvSpPr txBox="1"/>
          <p:nvPr/>
        </p:nvSpPr>
        <p:spPr>
          <a:xfrm>
            <a:off x="6324600" y="3619500"/>
            <a:ext cx="38100" cy="17335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18" name="text_28_18"/>
          <p:cNvSpPr txBox="1"/>
          <p:nvPr/>
        </p:nvSpPr>
        <p:spPr>
          <a:xfrm>
            <a:off x="6515100" y="3638550"/>
            <a:ext cx="50958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视觉变换</a:t>
            </a:r>
            <a:endParaRPr lang="zh-CN" sz="1800"/>
          </a:p>
        </p:txBody>
      </p:sp>
      <p:sp>
        <p:nvSpPr>
          <p:cNvPr id="19" name="text_28_19"/>
          <p:cNvSpPr txBox="1"/>
          <p:nvPr/>
        </p:nvSpPr>
        <p:spPr>
          <a:xfrm>
            <a:off x="6515100" y="4086225"/>
            <a:ext cx="5095875" cy="4095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7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探索输入处理机制</a:t>
            </a:r>
            <a:endParaRPr lang="zh-CN" sz="2175"/>
          </a:p>
        </p:txBody>
      </p:sp>
      <p:sp>
        <p:nvSpPr>
          <p:cNvPr id="20" name="text_28_20"/>
          <p:cNvSpPr txBox="1"/>
          <p:nvPr/>
        </p:nvSpPr>
        <p:spPr>
          <a:xfrm>
            <a:off x="6515100" y="4619625"/>
            <a:ext cx="509587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模糊、平滑等处理，论文未报告数值</a:t>
            </a:r>
            <a:endParaRPr lang="zh-CN" sz="1500"/>
          </a:p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需结合正常任务表现评估视觉变换的效果</a:t>
            </a:r>
            <a:endParaRPr lang="zh-CN" sz="1500"/>
          </a:p>
        </p:txBody>
      </p:sp>
      <p:sp>
        <p:nvSpPr>
          <p:cNvPr id="21" name="!!topic28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安全机制探索与研究启发</a:t>
            </a:r>
            <a:endParaRPr lang="zh-CN" sz="2625"/>
          </a:p>
        </p:txBody>
      </p:sp>
      <p:sp>
        <p:nvSpPr>
          <p:cNvPr id="22" name="!!RQ3"/>
          <p:cNvSpPr txBox="1"/>
          <p:nvPr/>
        </p:nvSpPr>
        <p:spPr>
          <a:xfrm>
            <a:off x="495300" y="247650"/>
            <a:ext cx="1714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RQ3</a:t>
            </a:r>
            <a:endParaRPr lang="zh-CN" sz="1725"/>
          </a:p>
        </p:txBody>
      </p:sp>
      <p:sp>
        <p:nvSpPr>
          <p:cNvPr id="23" name="!!核心贡献"/>
          <p:cNvSpPr txBox="1"/>
          <p:nvPr/>
        </p:nvSpPr>
        <p:spPr>
          <a:xfrm>
            <a:off x="6905625" y="6143625"/>
            <a:ext cx="47910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核心贡献</a:t>
            </a:r>
            <a:endParaRPr lang="zh-CN" sz="1725"/>
          </a:p>
        </p:txBody>
      </p:sp>
      <p:sp>
        <p:nvSpPr>
          <p:cNvPr id="24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附录 E；安全提示实验为 VAB</a:t>
            </a:r>
            <a:endParaRPr lang="zh-CN" sz="900"/>
          </a:p>
        </p:txBody>
      </p:sp>
      <p:sp>
        <p:nvSpPr>
          <p:cNvPr id="25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28</a:t>
            </a:r>
            <a:endParaRPr lang="zh-CN" sz="1125"/>
          </a:p>
        </p:txBody>
      </p:sp>
      <p:pic>
        <p:nvPicPr>
          <p:cNvPr id="26" name="!!scut-wordmark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核心贡献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scut-section-background"/>
          <p:cNvSpPr txBox="1"/>
          <p:nvPr/>
        </p:nvSpPr>
        <p:spPr>
          <a:xfrm>
            <a:off x="0" y="581025"/>
            <a:ext cx="12192000" cy="6219825"/>
          </a:xfrm>
          <a:prstGeom prst="rect">
            <a:avLst/>
          </a:prstGeom>
          <a:solidFill>
            <a:srgbClr val="003B66"/>
          </a:solidFill>
          <a:ln>
            <a:noFill/>
          </a:ln>
        </p:spPr>
      </p:sp>
      <p:sp>
        <p:nvSpPr>
          <p:cNvPr id="6" name="text_29_6"/>
          <p:cNvSpPr txBox="1"/>
          <p:nvPr/>
        </p:nvSpPr>
        <p:spPr>
          <a:xfrm>
            <a:off x="1619250" y="3762375"/>
            <a:ext cx="89535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225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回到三个研究问题，归纳方法与实验发现</a:t>
            </a:r>
            <a:endParaRPr lang="zh-CN" sz="2250"/>
          </a:p>
        </p:txBody>
      </p:sp>
      <p:sp>
        <p:nvSpPr>
          <p:cNvPr id="7" name="!!核心贡献"/>
          <p:cNvSpPr txBox="1"/>
          <p:nvPr/>
        </p:nvSpPr>
        <p:spPr>
          <a:xfrm>
            <a:off x="1143000" y="2533650"/>
            <a:ext cx="990600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核心贡献</a:t>
            </a:r>
            <a:endParaRPr lang="zh-CN" sz="4500"/>
          </a:p>
        </p:txBody>
      </p:sp>
      <p:sp>
        <p:nvSpPr>
          <p:cNvPr id="8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900"/>
          </a:p>
        </p:txBody>
      </p:sp>
      <p:sp>
        <p:nvSpPr>
          <p:cNvPr id="9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29</a:t>
            </a:r>
            <a:endParaRPr lang="zh-CN" sz="1125"/>
          </a:p>
        </p:txBody>
      </p:sp>
      <p:pic>
        <p:nvPicPr>
          <p:cNvPr id="10" name="!!scut-wordmark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三个研究问题与 BEAT 的核心贡献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!!RQ1"/>
          <p:cNvSpPr txBox="1"/>
          <p:nvPr/>
        </p:nvSpPr>
        <p:spPr>
          <a:xfrm>
            <a:off x="533400" y="1657350"/>
            <a:ext cx="16192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4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RQ1</a:t>
            </a:r>
            <a:endParaRPr lang="zh-CN" sz="3450"/>
          </a:p>
        </p:txBody>
      </p:sp>
      <p:sp>
        <p:nvSpPr>
          <p:cNvPr id="5" name="text_30_5"/>
          <p:cNvSpPr txBox="1"/>
          <p:nvPr/>
        </p:nvSpPr>
        <p:spPr>
          <a:xfrm>
            <a:off x="2371725" y="1657350"/>
            <a:ext cx="9172575" cy="3905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00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视觉后门能够驱动多步恶意策略</a:t>
            </a:r>
            <a:endParaRPr lang="zh-CN" sz="2100"/>
          </a:p>
        </p:txBody>
      </p:sp>
      <p:sp>
        <p:nvSpPr>
          <p:cNvPr id="6" name="text_30_6"/>
          <p:cNvSpPr txBox="1"/>
          <p:nvPr/>
        </p:nvSpPr>
        <p:spPr>
          <a:xfrm>
            <a:off x="2371725" y="2124075"/>
            <a:ext cx="9172575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轨迹监督提供行为能力；完整方法可持续执行攻击，成功攻击轨迹平均 9.0 步。</a:t>
            </a:r>
            <a:endParaRPr lang="zh-CN" sz="1725"/>
          </a:p>
        </p:txBody>
      </p:sp>
      <p:sp>
        <p:nvSpPr>
          <p:cNvPr id="7" name="rect_30_7"/>
          <p:cNvSpPr txBox="1"/>
          <p:nvPr/>
        </p:nvSpPr>
        <p:spPr>
          <a:xfrm>
            <a:off x="2371725" y="2857500"/>
            <a:ext cx="9153525" cy="952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8" name="!!RQ2"/>
          <p:cNvSpPr txBox="1"/>
          <p:nvPr/>
        </p:nvSpPr>
        <p:spPr>
          <a:xfrm>
            <a:off x="533400" y="3048000"/>
            <a:ext cx="16192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4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RQ2</a:t>
            </a:r>
            <a:endParaRPr lang="zh-CN" sz="3450"/>
          </a:p>
        </p:txBody>
      </p:sp>
      <p:sp>
        <p:nvSpPr>
          <p:cNvPr id="9" name="text_30_9"/>
          <p:cNvSpPr txBox="1"/>
          <p:nvPr/>
        </p:nvSpPr>
        <p:spPr>
          <a:xfrm>
            <a:off x="2371725" y="3048000"/>
            <a:ext cx="9172575" cy="3905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00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条件化偏好学习提高触发选择性</a:t>
            </a:r>
            <a:endParaRPr lang="zh-CN" sz="2100"/>
          </a:p>
        </p:txBody>
      </p:sp>
      <p:sp>
        <p:nvSpPr>
          <p:cNvPr id="10" name="text_30_10"/>
          <p:cNvSpPr txBox="1"/>
          <p:nvPr/>
        </p:nvSpPr>
        <p:spPr>
          <a:xfrm>
            <a:off x="2371725" y="3514725"/>
            <a:ext cx="9172575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配对数据与 CTL 减少误触发；两阶段训练共同保持任务能力与攻击执行能力。</a:t>
            </a:r>
            <a:endParaRPr lang="zh-CN" sz="1725"/>
          </a:p>
        </p:txBody>
      </p:sp>
      <p:sp>
        <p:nvSpPr>
          <p:cNvPr id="11" name="rect_30_11"/>
          <p:cNvSpPr txBox="1"/>
          <p:nvPr/>
        </p:nvSpPr>
        <p:spPr>
          <a:xfrm>
            <a:off x="2371725" y="4248150"/>
            <a:ext cx="9153525" cy="952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12" name="!!RQ3"/>
          <p:cNvSpPr txBox="1"/>
          <p:nvPr/>
        </p:nvSpPr>
        <p:spPr>
          <a:xfrm>
            <a:off x="533400" y="4438650"/>
            <a:ext cx="16192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45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RQ3</a:t>
            </a:r>
            <a:endParaRPr lang="zh-CN" sz="3450"/>
          </a:p>
        </p:txBody>
      </p:sp>
      <p:sp>
        <p:nvSpPr>
          <p:cNvPr id="13" name="text_30_13"/>
          <p:cNvSpPr txBox="1"/>
          <p:nvPr/>
        </p:nvSpPr>
        <p:spPr>
          <a:xfrm>
            <a:off x="2371725" y="4438650"/>
            <a:ext cx="9172575" cy="3905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00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跨场景激活表现与安全研究价值</a:t>
            </a:r>
            <a:endParaRPr lang="zh-CN" sz="2100"/>
          </a:p>
        </p:txBody>
      </p:sp>
      <p:sp>
        <p:nvSpPr>
          <p:cNvPr id="14" name="text_30_14"/>
          <p:cNvSpPr txBox="1"/>
          <p:nvPr/>
        </p:nvSpPr>
        <p:spPr>
          <a:xfrm>
            <a:off x="2371725" y="4905375"/>
            <a:ext cx="9172575" cy="666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新位置下保持较高激活率；安全机制实验进一步展示了良性再训练等方向的研究潜力。</a:t>
            </a:r>
            <a:endParaRPr lang="zh-CN" sz="1725"/>
          </a:p>
        </p:txBody>
      </p:sp>
      <p:sp>
        <p:nvSpPr>
          <p:cNvPr id="15" name="rect_30_15"/>
          <p:cNvSpPr txBox="1"/>
          <p:nvPr/>
        </p:nvSpPr>
        <p:spPr>
          <a:xfrm>
            <a:off x="2371725" y="5638800"/>
            <a:ext cx="9153525" cy="952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16" name="!!topic30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三个研究问题与 BEAT 的核心贡献</a:t>
            </a:r>
            <a:endParaRPr lang="zh-CN" sz="2625"/>
          </a:p>
        </p:txBody>
      </p:sp>
      <p:sp>
        <p:nvSpPr>
          <p:cNvPr id="17" name="!!核心贡献"/>
          <p:cNvSpPr txBox="1"/>
          <p:nvPr/>
        </p:nvSpPr>
        <p:spPr>
          <a:xfrm>
            <a:off x="495300" y="24765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核心贡献</a:t>
            </a:r>
            <a:endParaRPr lang="zh-CN" sz="1725"/>
          </a:p>
        </p:txBody>
      </p:sp>
      <p:sp>
        <p:nvSpPr>
          <p:cNvPr id="18" name="!!后续研究方向"/>
          <p:cNvSpPr txBox="1"/>
          <p:nvPr/>
        </p:nvSpPr>
        <p:spPr>
          <a:xfrm>
            <a:off x="6905625" y="6143625"/>
            <a:ext cx="4791075" cy="3619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后续研究方向</a:t>
            </a:r>
            <a:endParaRPr lang="zh-CN" sz="1725"/>
          </a:p>
        </p:txBody>
      </p:sp>
      <p:sp>
        <p:nvSpPr>
          <p:cNvPr id="19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§3–4、附录 E–F</a:t>
            </a:r>
            <a:endParaRPr lang="zh-CN" sz="900"/>
          </a:p>
        </p:txBody>
      </p:sp>
      <p:sp>
        <p:nvSpPr>
          <p:cNvPr id="20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30</a:t>
            </a:r>
            <a:endParaRPr lang="zh-CN" sz="1125"/>
          </a:p>
        </p:txBody>
      </p:sp>
      <p:pic>
        <p:nvPicPr>
          <p:cNvPr id="21" name="!!scut-wordmark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后续研究方向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scut-section-background"/>
          <p:cNvSpPr txBox="1"/>
          <p:nvPr/>
        </p:nvSpPr>
        <p:spPr>
          <a:xfrm>
            <a:off x="0" y="581025"/>
            <a:ext cx="12192000" cy="6219825"/>
          </a:xfrm>
          <a:prstGeom prst="rect">
            <a:avLst/>
          </a:prstGeom>
          <a:solidFill>
            <a:srgbClr val="003B66"/>
          </a:solidFill>
          <a:ln>
            <a:noFill/>
          </a:ln>
        </p:spPr>
      </p:sp>
      <p:sp>
        <p:nvSpPr>
          <p:cNvPr id="6" name="text_31_6"/>
          <p:cNvSpPr txBox="1"/>
          <p:nvPr/>
        </p:nvSpPr>
        <p:spPr>
          <a:xfrm>
            <a:off x="1619250" y="3762375"/>
            <a:ext cx="8953500" cy="1000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225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从目标一致性到持续监测与有效干预</a:t>
            </a:r>
            <a:endParaRPr lang="zh-CN" sz="2250"/>
          </a:p>
        </p:txBody>
      </p:sp>
      <p:sp>
        <p:nvSpPr>
          <p:cNvPr id="7" name="!!后续研究方向"/>
          <p:cNvSpPr txBox="1"/>
          <p:nvPr/>
        </p:nvSpPr>
        <p:spPr>
          <a:xfrm>
            <a:off x="1143000" y="2533650"/>
            <a:ext cx="9906000" cy="1381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lang="zh-CN"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后续研究方向</a:t>
            </a:r>
            <a:endParaRPr lang="zh-CN" sz="4500"/>
          </a:p>
        </p:txBody>
      </p:sp>
      <p:sp>
        <p:nvSpPr>
          <p:cNvPr id="8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900"/>
          </a:p>
        </p:txBody>
      </p:sp>
      <p:sp>
        <p:nvSpPr>
          <p:cNvPr id="9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CFDFED"/>
                </a:solidFill>
                <a:latin typeface="Microsoft YaHei"/>
                <a:ea typeface="Microsoft YaHei"/>
                <a:cs typeface="Microsoft YaHei"/>
              </a:rPr>
              <a:t>31</a:t>
            </a:r>
            <a:endParaRPr lang="zh-CN" sz="1125"/>
          </a:p>
        </p:txBody>
      </p:sp>
      <p:pic>
        <p:nvPicPr>
          <p:cNvPr id="10" name="!!scut-wordmark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研究展望：复杂触发与行为安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sp>
        <p:nvSpPr>
          <p:cNvPr id="4" name="text_32_4"/>
          <p:cNvSpPr txBox="1"/>
          <p:nvPr/>
        </p:nvSpPr>
        <p:spPr>
          <a:xfrm>
            <a:off x="523875" y="1600200"/>
            <a:ext cx="11115675" cy="762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BEAT 展示了持续的策略切换：如何进一步识别并干预目标偏离？</a:t>
            </a:r>
            <a:endParaRPr lang="zh-CN" sz="2625"/>
          </a:p>
        </p:txBody>
      </p:sp>
      <p:sp>
        <p:nvSpPr>
          <p:cNvPr id="5" name="text_32_5"/>
          <p:cNvSpPr txBox="1"/>
          <p:nvPr/>
        </p:nvSpPr>
        <p:spPr>
          <a:xfrm>
            <a:off x="542925" y="5924550"/>
            <a:ext cx="110966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研究重点：把“检测到异常”与“及时避免后果”联系起来。</a:t>
            </a:r>
            <a:endParaRPr lang="zh-CN" sz="1875"/>
          </a:p>
        </p:txBody>
      </p:sp>
      <p:sp>
        <p:nvSpPr>
          <p:cNvPr id="6" name="text_32_6"/>
          <p:cNvSpPr txBox="1"/>
          <p:nvPr/>
        </p:nvSpPr>
        <p:spPr>
          <a:xfrm>
            <a:off x="495300" y="2771775"/>
            <a:ext cx="10477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6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lang="zh-CN" sz="3600"/>
          </a:p>
        </p:txBody>
      </p:sp>
      <p:sp>
        <p:nvSpPr>
          <p:cNvPr id="7" name="text_32_7"/>
          <p:cNvSpPr txBox="1"/>
          <p:nvPr/>
        </p:nvSpPr>
        <p:spPr>
          <a:xfrm>
            <a:off x="495300" y="35052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7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目标一致性</a:t>
            </a:r>
            <a:endParaRPr lang="zh-CN" sz="2175"/>
          </a:p>
        </p:txBody>
      </p:sp>
      <p:sp>
        <p:nvSpPr>
          <p:cNvPr id="8" name="text_32_8"/>
          <p:cNvSpPr txBox="1"/>
          <p:nvPr/>
        </p:nvSpPr>
        <p:spPr>
          <a:xfrm>
            <a:off x="495300" y="4095750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当前动作是否服务于</a:t>
            </a:r>
            <a:endParaRPr lang="zh-CN" sz="1875"/>
          </a:p>
          <a:p>
            <a:pPr algn="l">
              <a:lnSpc>
                <a:spcPct val="115000"/>
              </a:lnSpc>
            </a:pPr>
            <a:r>
              <a:rPr lang="zh-CN" sz="18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用户指令？</a:t>
            </a:r>
            <a:endParaRPr lang="zh-CN" sz="1875"/>
          </a:p>
        </p:txBody>
      </p:sp>
      <p:sp>
        <p:nvSpPr>
          <p:cNvPr id="9" name="rect_32_9"/>
          <p:cNvSpPr txBox="1"/>
          <p:nvPr/>
        </p:nvSpPr>
        <p:spPr>
          <a:xfrm>
            <a:off x="495300" y="5057775"/>
            <a:ext cx="3429000" cy="2857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10" name="text_32_10"/>
          <p:cNvSpPr txBox="1"/>
          <p:nvPr/>
        </p:nvSpPr>
        <p:spPr>
          <a:xfrm>
            <a:off x="495300" y="5238750"/>
            <a:ext cx="34290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评价：正常行为误报率</a:t>
            </a:r>
            <a:endParaRPr lang="zh-CN" sz="1575"/>
          </a:p>
        </p:txBody>
      </p:sp>
      <p:cxnSp>
        <p:nvCxnSpPr>
          <p:cNvPr id="11" name="line_32_11"/>
          <p:cNvCxnSpPr/>
          <p:nvPr/>
        </p:nvCxnSpPr>
        <p:spPr>
          <a:xfrm>
            <a:off x="3857625" y="3686175"/>
            <a:ext cx="342900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12" name="text_32_12"/>
          <p:cNvSpPr txBox="1"/>
          <p:nvPr/>
        </p:nvSpPr>
        <p:spPr>
          <a:xfrm>
            <a:off x="4333875" y="2771775"/>
            <a:ext cx="10477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6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lang="zh-CN" sz="3600"/>
          </a:p>
        </p:txBody>
      </p:sp>
      <p:sp>
        <p:nvSpPr>
          <p:cNvPr id="13" name="text_32_13"/>
          <p:cNvSpPr txBox="1"/>
          <p:nvPr/>
        </p:nvSpPr>
        <p:spPr>
          <a:xfrm>
            <a:off x="4333875" y="35052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7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持续偏离</a:t>
            </a:r>
            <a:endParaRPr lang="zh-CN" sz="2175"/>
          </a:p>
        </p:txBody>
      </p:sp>
      <p:sp>
        <p:nvSpPr>
          <p:cNvPr id="14" name="text_32_14"/>
          <p:cNvSpPr txBox="1"/>
          <p:nvPr/>
        </p:nvSpPr>
        <p:spPr>
          <a:xfrm>
            <a:off x="4333875" y="4095750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是否逐步接近</a:t>
            </a:r>
            <a:endParaRPr lang="zh-CN" sz="1875"/>
          </a:p>
          <a:p>
            <a:pPr algn="l">
              <a:lnSpc>
                <a:spcPct val="115000"/>
              </a:lnSpc>
            </a:pPr>
            <a:r>
              <a:rPr lang="zh-CN" sz="18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有害终态？</a:t>
            </a:r>
            <a:endParaRPr lang="zh-CN" sz="1875"/>
          </a:p>
        </p:txBody>
      </p:sp>
      <p:sp>
        <p:nvSpPr>
          <p:cNvPr id="15" name="rect_32_15"/>
          <p:cNvSpPr txBox="1"/>
          <p:nvPr/>
        </p:nvSpPr>
        <p:spPr>
          <a:xfrm>
            <a:off x="4333875" y="5057775"/>
            <a:ext cx="3429000" cy="2857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16" name="text_32_16"/>
          <p:cNvSpPr txBox="1"/>
          <p:nvPr/>
        </p:nvSpPr>
        <p:spPr>
          <a:xfrm>
            <a:off x="4333875" y="5238750"/>
            <a:ext cx="34290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评价：预警时机与风险变化</a:t>
            </a:r>
            <a:endParaRPr lang="zh-CN" sz="1575"/>
          </a:p>
        </p:txBody>
      </p:sp>
      <p:cxnSp>
        <p:nvCxnSpPr>
          <p:cNvPr id="17" name="line_32_17"/>
          <p:cNvCxnSpPr/>
          <p:nvPr/>
        </p:nvCxnSpPr>
        <p:spPr>
          <a:xfrm>
            <a:off x="7696200" y="3686175"/>
            <a:ext cx="342900" cy="952"/>
          </a:xfrm>
          <a:prstGeom prst="line">
            <a:avLst/>
          </a:prstGeom>
          <a:ln w="21908" cap="rnd">
            <a:solidFill>
              <a:srgbClr val="005A9C"/>
            </a:solidFill>
            <a:prstDash val="solid"/>
            <a:headEnd type="none"/>
            <a:tailEnd type="triangle" w="sm" len="sm"/>
          </a:ln>
        </p:spPr>
      </p:cxnSp>
      <p:sp>
        <p:nvSpPr>
          <p:cNvPr id="18" name="text_32_18"/>
          <p:cNvSpPr txBox="1"/>
          <p:nvPr/>
        </p:nvSpPr>
        <p:spPr>
          <a:xfrm>
            <a:off x="8172450" y="2771775"/>
            <a:ext cx="10477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3600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lang="zh-CN" sz="3600"/>
          </a:p>
        </p:txBody>
      </p:sp>
      <p:sp>
        <p:nvSpPr>
          <p:cNvPr id="19" name="text_32_19"/>
          <p:cNvSpPr txBox="1"/>
          <p:nvPr/>
        </p:nvSpPr>
        <p:spPr>
          <a:xfrm>
            <a:off x="8172450" y="35052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17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有效干预</a:t>
            </a:r>
            <a:endParaRPr lang="zh-CN" sz="2175"/>
          </a:p>
        </p:txBody>
      </p:sp>
      <p:sp>
        <p:nvSpPr>
          <p:cNvPr id="20" name="text_32_20"/>
          <p:cNvSpPr txBox="1"/>
          <p:nvPr/>
        </p:nvSpPr>
        <p:spPr>
          <a:xfrm>
            <a:off x="8172450" y="4095750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8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停止、恢复或重规划</a:t>
            </a:r>
            <a:endParaRPr lang="zh-CN" sz="1875"/>
          </a:p>
          <a:p>
            <a:pPr algn="l">
              <a:lnSpc>
                <a:spcPct val="115000"/>
              </a:lnSpc>
            </a:pPr>
            <a:r>
              <a:rPr lang="zh-CN" sz="1875" b="0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能否及时阻止后果？</a:t>
            </a:r>
            <a:endParaRPr lang="zh-CN" sz="1875"/>
          </a:p>
        </p:txBody>
      </p:sp>
      <p:sp>
        <p:nvSpPr>
          <p:cNvPr id="21" name="rect_32_21"/>
          <p:cNvSpPr txBox="1"/>
          <p:nvPr/>
        </p:nvSpPr>
        <p:spPr>
          <a:xfrm>
            <a:off x="8172450" y="5057775"/>
            <a:ext cx="3429000" cy="28575"/>
          </a:xfrm>
          <a:prstGeom prst="rect">
            <a:avLst/>
          </a:prstGeom>
          <a:solidFill>
            <a:srgbClr val="D7E3EE"/>
          </a:solidFill>
          <a:ln>
            <a:noFill/>
          </a:ln>
        </p:spPr>
      </p:sp>
      <p:sp>
        <p:nvSpPr>
          <p:cNvPr id="22" name="text_32_22"/>
          <p:cNvSpPr txBox="1"/>
          <p:nvPr/>
        </p:nvSpPr>
        <p:spPr>
          <a:xfrm>
            <a:off x="8172450" y="5238750"/>
            <a:ext cx="34290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评价：危害避免率、</a:t>
            </a:r>
            <a:endParaRPr lang="zh-CN" sz="1575"/>
          </a:p>
          <a:p>
            <a:pPr algn="l">
              <a:lnSpc>
                <a:spcPct val="115000"/>
              </a:lnSpc>
            </a:pPr>
            <a:r>
              <a:rPr lang="zh-CN" sz="157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任务成功率与代价</a:t>
            </a:r>
            <a:endParaRPr lang="zh-CN" sz="1575"/>
          </a:p>
        </p:txBody>
      </p:sp>
      <p:sp>
        <p:nvSpPr>
          <p:cNvPr id="23" name="text_32_23"/>
          <p:cNvSpPr txBox="1"/>
          <p:nvPr/>
        </p:nvSpPr>
        <p:spPr>
          <a:xfrm>
            <a:off x="523875" y="2381250"/>
            <a:ext cx="1114425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论文展望：物体组合、空间关系与事件触发。延伸思考：行为监测与有效干预。</a:t>
            </a:r>
            <a:endParaRPr lang="zh-CN" sz="1500"/>
          </a:p>
        </p:txBody>
      </p:sp>
      <p:sp>
        <p:nvSpPr>
          <p:cNvPr id="24" name="!!topic32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研究展望：复杂触发与行为安全</a:t>
            </a:r>
            <a:endParaRPr lang="zh-CN" sz="2625"/>
          </a:p>
        </p:txBody>
      </p:sp>
      <p:sp>
        <p:nvSpPr>
          <p:cNvPr id="25" name="!!后续研究方向"/>
          <p:cNvSpPr txBox="1"/>
          <p:nvPr/>
        </p:nvSpPr>
        <p:spPr>
          <a:xfrm>
            <a:off x="495300" y="247650"/>
            <a:ext cx="61912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后续研究方向</a:t>
            </a:r>
            <a:endParaRPr lang="zh-CN" sz="1725"/>
          </a:p>
        </p:txBody>
      </p:sp>
      <p:sp>
        <p:nvSpPr>
          <p:cNvPr id="26" name="!!topic33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VAB-OmniGibson 完整结果</a:t>
            </a:r>
            <a:endParaRPr lang="zh-CN" sz="1200"/>
          </a:p>
        </p:txBody>
      </p:sp>
      <p:sp>
        <p:nvSpPr>
          <p:cNvPr id="27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§5；延伸思考：目标一致性、持续监测与有效干预</a:t>
            </a:r>
            <a:endParaRPr lang="zh-CN" sz="900"/>
          </a:p>
        </p:txBody>
      </p:sp>
      <p:sp>
        <p:nvSpPr>
          <p:cNvPr id="28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32</a:t>
            </a:r>
            <a:endParaRPr lang="zh-CN" sz="1125"/>
          </a:p>
        </p:txBody>
      </p:sp>
      <p:pic>
        <p:nvPicPr>
          <p:cNvPr id="29" name="!!scut-wordmark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VAB-OmniGibson 完整结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graphicFrame>
        <p:nvGraphicFramePr>
          <p:cNvPr id="4" name="table_33_4"/>
          <p:cNvGraphicFramePr/>
          <p:nvPr/>
        </p:nvGraphicFramePr>
        <p:xfrm>
          <a:off x="495300" y="1485900"/>
          <a:ext cx="11201400" cy="42291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76322"/>
                <a:gridCol w="2800350"/>
                <a:gridCol w="1456182"/>
                <a:gridCol w="1456182"/>
                <a:gridCol w="1456182"/>
                <a:gridCol w="1456182"/>
              </a:tblGrid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训练设置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(%)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ASR (%)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FTR (%)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F1BT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Qwen2-VL 7B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Original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Benign SFT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 w/o CTL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47.6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0.713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77.9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0.923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InternVL3 8B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Original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Benign SFT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 w/o CTL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46.5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0.562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74.1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0.951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GPT-4o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Original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Benign SFT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 w/o CTL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32.4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0.517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5" name="text_33_5"/>
          <p:cNvSpPr txBox="1"/>
          <p:nvPr/>
        </p:nvSpPr>
        <p:spPr>
          <a:xfrm>
            <a:off x="523875" y="5905500"/>
            <a:ext cx="10953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“—”表示未报告。GPT-4o 采用 SFT 方案；FTR 数值采用论文表 1。</a:t>
            </a:r>
            <a:endParaRPr lang="zh-CN" sz="1500"/>
          </a:p>
        </p:txBody>
      </p:sp>
      <p:sp>
        <p:nvSpPr>
          <p:cNvPr id="6" name="!!topic33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VAB-OmniGibson 完整结果</a:t>
            </a:r>
            <a:endParaRPr lang="zh-CN" sz="2625"/>
          </a:p>
        </p:txBody>
      </p:sp>
      <p:sp>
        <p:nvSpPr>
          <p:cNvPr id="7" name="!!brand"/>
          <p:cNvSpPr txBox="1"/>
          <p:nvPr/>
        </p:nvSpPr>
        <p:spPr>
          <a:xfrm>
            <a:off x="495300" y="247650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BEAT</a:t>
            </a:r>
            <a:endParaRPr lang="zh-CN" sz="1725"/>
          </a:p>
        </p:txBody>
      </p:sp>
      <p:sp>
        <p:nvSpPr>
          <p:cNvPr id="8" name="!!topic34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EB-ALFRED 完整结果</a:t>
            </a:r>
            <a:endParaRPr lang="zh-CN" sz="1200"/>
          </a:p>
        </p:txBody>
      </p:sp>
      <p:sp>
        <p:nvSpPr>
          <p:cNvPr id="9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表 1；附录</a:t>
            </a:r>
            <a:endParaRPr lang="zh-CN" sz="900"/>
          </a:p>
        </p:txBody>
      </p:sp>
      <p:sp>
        <p:nvSpPr>
          <p:cNvPr id="10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33</a:t>
            </a:r>
            <a:endParaRPr lang="zh-CN" sz="1125"/>
          </a:p>
        </p:txBody>
      </p:sp>
      <p:pic>
        <p:nvPicPr>
          <p:cNvPr id="11" name="!!scut-wordmark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EB-ALFRED 完整结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graphicFrame>
        <p:nvGraphicFramePr>
          <p:cNvPr id="4" name="table_34_4"/>
          <p:cNvGraphicFramePr/>
          <p:nvPr/>
        </p:nvGraphicFramePr>
        <p:xfrm>
          <a:off x="495300" y="1485900"/>
          <a:ext cx="11201400" cy="42291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576322"/>
                <a:gridCol w="2800350"/>
                <a:gridCol w="1456182"/>
                <a:gridCol w="1456182"/>
                <a:gridCol w="1456182"/>
                <a:gridCol w="1456182"/>
              </a:tblGrid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训练设置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 (%)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ASR (%)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FTR (%)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F1BT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Qwen2-VL 7B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Original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Benign SFT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 w/o CTL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40.2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22.5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0.667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59.2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0.721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InternVL3 8B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Original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Benign SFT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 w/o CTL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81.3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0.655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80.8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0.872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GPT-4o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Original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Benign SFT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BEAT w/o CTL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14.0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55.8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19.5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0.663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5" name="text_34_5"/>
          <p:cNvSpPr txBox="1"/>
          <p:nvPr/>
        </p:nvSpPr>
        <p:spPr>
          <a:xfrm>
            <a:off x="523875" y="5905500"/>
            <a:ext cx="109537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5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“—”表示未报告。GPT-4o 采用 SFT 方案；FTR 数值采用论文表 1。</a:t>
            </a:r>
            <a:endParaRPr lang="zh-CN" sz="1500"/>
          </a:p>
        </p:txBody>
      </p:sp>
      <p:sp>
        <p:nvSpPr>
          <p:cNvPr id="6" name="!!topic34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EB-ALFRED 完整结果</a:t>
            </a:r>
            <a:endParaRPr lang="zh-CN" sz="2625"/>
          </a:p>
        </p:txBody>
      </p:sp>
      <p:sp>
        <p:nvSpPr>
          <p:cNvPr id="7" name="!!brand"/>
          <p:cNvSpPr txBox="1"/>
          <p:nvPr/>
        </p:nvSpPr>
        <p:spPr>
          <a:xfrm>
            <a:off x="495300" y="247650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BEAT</a:t>
            </a:r>
            <a:endParaRPr lang="zh-CN" sz="1725"/>
          </a:p>
        </p:txBody>
      </p:sp>
      <p:sp>
        <p:nvSpPr>
          <p:cNvPr id="8" name="!!topic35"/>
          <p:cNvSpPr txBox="1"/>
          <p:nvPr/>
        </p:nvSpPr>
        <p:spPr>
          <a:xfrm>
            <a:off x="6905625" y="6257925"/>
            <a:ext cx="4791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200" b="0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训练数据与模型配置</a:t>
            </a:r>
            <a:endParaRPr lang="zh-CN" sz="1200"/>
          </a:p>
        </p:txBody>
      </p:sp>
      <p:sp>
        <p:nvSpPr>
          <p:cNvPr id="9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表 1；附录</a:t>
            </a:r>
            <a:endParaRPr lang="zh-CN" sz="900"/>
          </a:p>
        </p:txBody>
      </p:sp>
      <p:sp>
        <p:nvSpPr>
          <p:cNvPr id="10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34</a:t>
            </a:r>
            <a:endParaRPr lang="zh-CN" sz="1125"/>
          </a:p>
        </p:txBody>
      </p:sp>
      <p:pic>
        <p:nvPicPr>
          <p:cNvPr id="11" name="!!scut-wordmark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xmlns:mc="http://schemas.openxmlformats.org/markup-compatibility/2006" xmlns:p159="http://schemas.microsoft.com/office/powerpoint/2015/09/main" xmlns:p14="http://schemas.microsoft.com/office/powerpoint/2010/main" mc:Ignorable="p14 p159">
  <p:cSld name="训练数据与模型配置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scut-header"/>
          <p:cNvSpPr txBox="1"/>
          <p:nvPr/>
        </p:nvSpPr>
        <p:spPr>
          <a:xfrm>
            <a:off x="0" y="0"/>
            <a:ext cx="12192000" cy="581025"/>
          </a:xfrm>
          <a:prstGeom prst="rect">
            <a:avLst/>
          </a:prstGeom>
          <a:solidFill>
            <a:srgbClr val="EDF3F8"/>
          </a:solidFill>
          <a:ln>
            <a:noFill/>
          </a:ln>
        </p:spPr>
      </p:sp>
      <p:sp>
        <p:nvSpPr>
          <p:cNvPr id="3" name="!!scut-footer"/>
          <p:cNvSpPr txBox="1"/>
          <p:nvPr/>
        </p:nvSpPr>
        <p:spPr>
          <a:xfrm>
            <a:off x="0" y="6800850"/>
            <a:ext cx="12192000" cy="57150"/>
          </a:xfrm>
          <a:prstGeom prst="rect">
            <a:avLst/>
          </a:prstGeom>
          <a:solidFill>
            <a:srgbClr val="005A9C"/>
          </a:solidFill>
          <a:ln>
            <a:noFill/>
          </a:ln>
        </p:spPr>
      </p:sp>
      <p:graphicFrame>
        <p:nvGraphicFramePr>
          <p:cNvPr id="4" name="table_35_4"/>
          <p:cNvGraphicFramePr/>
          <p:nvPr/>
        </p:nvGraphicFramePr>
        <p:xfrm>
          <a:off x="495300" y="1581150"/>
          <a:ext cx="11201400" cy="2047875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584448"/>
                <a:gridCol w="1904238"/>
                <a:gridCol w="1904238"/>
                <a:gridCol w="1904238"/>
                <a:gridCol w="1904238"/>
              </a:tblGrid>
              <a:tr h="4095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数据规模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VAB 良性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VAB 后门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EB 良性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EB 后门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</a:tr>
              <a:tr h="4095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训练轨迹数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156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211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733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4095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训练步骤数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1606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1533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2009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1646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训练场景配置数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112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105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231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40957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测试场景配置数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75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</a:t>
                      </a:r>
                      <a:endParaRPr lang="zh-CN" sz="1575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_35_5"/>
          <p:cNvGraphicFramePr/>
          <p:nvPr/>
        </p:nvGraphicFramePr>
        <p:xfrm>
          <a:off x="495300" y="3848100"/>
          <a:ext cx="11201400" cy="18669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688336"/>
                <a:gridCol w="4368546"/>
                <a:gridCol w="4144518"/>
              </a:tblGrid>
              <a:tr h="4667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SFT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CTL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005A9C"/>
                    </a:solidFill>
                  </a:tcPr>
                </a:tc>
              </a:tr>
              <a:tr h="4667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训练轮次 / 学习率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epochs / 0.0002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epochs / 0.00003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  <a:tr h="4667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批大小 / 梯度累积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/ 4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4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1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共享设置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LoRA rank 16，alpha 32，dropout 0.05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  <a:tc>
                  <a:txBody>
                    <a:bodyPr wrap="square" lIns="0" rIns="0" tIns="0" bIns="0" anchor="t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lang="zh-CN" sz="1500" b="0">
                          <a:solidFill>
                            <a:srgbClr val="142F4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视觉模块固定；轨迹级 10% 验证划分</a:t>
                      </a:r>
                      <a:endParaRPr lang="zh-CN" sz="1500"/>
                    </a:p>
                  </a:txBody>
                  <a:tcPr marL="114300" marR="95250" marT="19050" marB="19050" anchor="ctr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6" name="text_35_6"/>
          <p:cNvSpPr txBox="1"/>
          <p:nvPr/>
        </p:nvSpPr>
        <p:spPr>
          <a:xfrm>
            <a:off x="523875" y="5838825"/>
            <a:ext cx="109537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主表：Qwen2-VL 的 k = 0.5 / 0.3，InternVL3 的 k = 0.5 / 1.0（VAB / EB）。</a:t>
            </a:r>
            <a:endParaRPr lang="zh-CN" sz="1425"/>
          </a:p>
          <a:p>
            <a:pPr algn="l">
              <a:lnSpc>
                <a:spcPct val="115000"/>
              </a:lnSpc>
            </a:pPr>
            <a:r>
              <a:rPr lang="zh-CN"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CTL α = 0.4 / 0.6，β = 0.05；参数扫描下 ASR 为 59.2%–77.9%（表 2）。</a:t>
            </a:r>
            <a:endParaRPr lang="zh-CN" sz="1425"/>
          </a:p>
        </p:txBody>
      </p:sp>
      <p:sp>
        <p:nvSpPr>
          <p:cNvPr id="7" name="!!topic35"/>
          <p:cNvSpPr txBox="1"/>
          <p:nvPr/>
        </p:nvSpPr>
        <p:spPr>
          <a:xfrm>
            <a:off x="495300" y="704850"/>
            <a:ext cx="112014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2625" b="1">
                <a:solidFill>
                  <a:srgbClr val="142F4B"/>
                </a:solidFill>
                <a:latin typeface="Microsoft YaHei"/>
                <a:ea typeface="Microsoft YaHei"/>
                <a:cs typeface="Microsoft YaHei"/>
              </a:rPr>
              <a:t>训练数据与模型配置</a:t>
            </a:r>
            <a:endParaRPr lang="zh-CN" sz="2625"/>
          </a:p>
        </p:txBody>
      </p:sp>
      <p:sp>
        <p:nvSpPr>
          <p:cNvPr id="8" name="!!brand"/>
          <p:cNvSpPr txBox="1"/>
          <p:nvPr/>
        </p:nvSpPr>
        <p:spPr>
          <a:xfrm>
            <a:off x="495300" y="247650"/>
            <a:ext cx="238125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1725" b="1">
                <a:solidFill>
                  <a:srgbClr val="005A9C"/>
                </a:solidFill>
                <a:latin typeface="Microsoft YaHei"/>
                <a:ea typeface="Microsoft YaHei"/>
                <a:cs typeface="Microsoft YaHei"/>
              </a:rPr>
              <a:t>BEAT</a:t>
            </a:r>
            <a:endParaRPr lang="zh-CN" sz="1725"/>
          </a:p>
        </p:txBody>
      </p:sp>
      <p:sp>
        <p:nvSpPr>
          <p:cNvPr id="9" name="source"/>
          <p:cNvSpPr txBox="1"/>
          <p:nvPr/>
        </p:nvSpPr>
        <p:spPr>
          <a:xfrm>
            <a:off x="495300" y="657225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lang="zh-CN" sz="900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BEAT 表 5–6，附录 B；附录</a:t>
            </a:r>
            <a:endParaRPr lang="zh-CN" sz="900"/>
          </a:p>
        </p:txBody>
      </p:sp>
      <p:sp>
        <p:nvSpPr>
          <p:cNvPr id="10" name="!!page"/>
          <p:cNvSpPr txBox="1"/>
          <p:nvPr/>
        </p:nvSpPr>
        <p:spPr>
          <a:xfrm>
            <a:off x="11239500" y="6553200"/>
            <a:ext cx="457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/>
          <a:lstStyle/>
          <a:p>
            <a:pPr algn="r">
              <a:lnSpc>
                <a:spcPct val="115000"/>
              </a:lnSpc>
            </a:pPr>
            <a:r>
              <a:rPr lang="zh-CN" sz="11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35</a:t>
            </a:r>
            <a:endParaRPr lang="zh-CN" sz="1125"/>
          </a:p>
        </p:txBody>
      </p:sp>
      <p:pic>
        <p:nvPicPr>
          <p:cNvPr id="11" name="!!scut-wordmark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92167" y="76200"/>
            <a:ext cx="2027816" cy="457200"/>
          </a:xfrm>
          <a:prstGeom prst="rect">
            <a:avLst/>
          </a:prstGeom>
        </p:spPr>
      </p:pic>
    </p:spTree>
  </p:cSld>
  <p:clrMapOvr>
    <a:masterClrMapping/>
  </p:clrMapOvr>
  <mc:AlternateContent>
    <mc:Choice Requires="p159">
      <p:transition spd="med" advClick="1" p14:dur="900">
        <p159:morph option="byObject"/>
      </p:transition>
    </mc:Choice>
    <mc:Fallback>
      <p:transition spd="med" advClick="1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自定义设计方案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自定义设计方案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7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8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9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3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5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6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7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0488A"/>
      </a:accent1>
      <a:accent2>
        <a:srgbClr val="3C79C1"/>
      </a:accent2>
      <a:accent3>
        <a:srgbClr val="762D1F"/>
      </a:accent3>
      <a:accent4>
        <a:srgbClr val="D48A3B"/>
      </a:accent4>
      <a:accent5>
        <a:srgbClr val="64666C"/>
      </a:accent5>
      <a:accent6>
        <a:srgbClr val="A9AAA1"/>
      </a:accent6>
      <a:hlink>
        <a:srgbClr val="4472C4"/>
      </a:hlink>
      <a:folHlink>
        <a:srgbClr val="BFBFB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8.xml><?xml version="1.0" encoding="utf-8"?>
<a:theme xmlns:a="http://schemas.openxmlformats.org/drawingml/2006/main" name="1_OfficePLUS">
  <a:themeElements>
    <a:clrScheme name="Office 主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主题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9.xml><?xml version="1.0" encoding="utf-8"?>
<a:theme xmlns:a="http://schemas.openxmlformats.org/drawingml/2006/main" name="1_OfficePLUS">
  <a:themeElements>
    <a:clrScheme name="Office 主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主题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0.xml><?xml version="1.0" encoding="utf-8"?>
<a:theme xmlns:a="http://schemas.openxmlformats.org/drawingml/2006/main" name="Office 主题​​">
  <a:themeElements>
    <a:clrScheme name="Office 2007-2010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 2007-2010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2363</Words>
  <Application>Microsoft Macintosh PowerPoint</Application>
  <DocSecurity>0</DocSecurity>
  <PresentationFormat>Widescreen</PresentationFormat>
  <Paragraphs>522</Paragraphs>
  <Slides>35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39</vt:i4>
      </vt:variant>
      <vt:variant>
        <vt:lpstr>Slide Titles</vt:lpstr>
      </vt:variant>
      <vt:variant>
        <vt:i4>14</vt:i4>
      </vt:variant>
    </vt:vector>
  </HeadingPairs>
  <TitlesOfParts>
    <vt:vector size="64" baseType="lpstr">
      <vt:lpstr>等线</vt:lpstr>
      <vt:lpstr>等线 Light</vt:lpstr>
      <vt:lpstr>Heiti SC</vt:lpstr>
      <vt:lpstr>微软雅黑</vt:lpstr>
      <vt:lpstr>Microsoft YaHei Light</vt:lpstr>
      <vt:lpstr>Arial</vt:lpstr>
      <vt:lpstr>Century Gothic</vt:lpstr>
      <vt:lpstr>Segoe UI Light</vt:lpstr>
      <vt:lpstr>Symbol</vt:lpstr>
      <vt:lpstr>Times New Roman</vt:lpstr>
      <vt:lpstr>Wingdings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Office 主题​​</vt:lpstr>
      <vt:lpstr>自定义设计方案</vt:lpstr>
      <vt:lpstr>自定义设计方案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 主题​​</vt:lpstr>
      <vt:lpstr>1_OfficePLUS</vt:lpstr>
      <vt:lpstr>1_OfficePLUS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硕 吴</cp:lastModifiedBy>
  <cp:revision>1</cp:revision>
  <dcterms:created xsi:type="dcterms:W3CDTF">2026-09-27T10:25:58Z</dcterms:created>
  <dcterms:modified xsi:type="dcterms:W3CDTF">2026-10-10T03:50:50Z</dcterms:modified>
</cp:coreProperties>
</file>